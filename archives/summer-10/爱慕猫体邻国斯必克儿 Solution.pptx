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notesSlides/notesSlide1.xml" ContentType="application/vnd.openxmlformats-officedocument.presentationml.notesSlide+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8" r:id="rId2"/>
    <p:sldId id="260" r:id="rId3"/>
    <p:sldId id="261" r:id="rId4"/>
    <p:sldId id="262" r:id="rId5"/>
    <p:sldId id="263" r:id="rId6"/>
    <p:sldId id="264" r:id="rId7"/>
    <p:sldId id="259" r:id="rId8"/>
    <p:sldId id="265" r:id="rId9"/>
    <p:sldId id="266" r:id="rId10"/>
    <p:sldId id="257" r:id="rId11"/>
    <p:sldId id="268"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5" d="100"/>
          <a:sy n="155" d="100"/>
        </p:scale>
        <p:origin x="472"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242feb3c33a8e7bf" providerId="LiveId" clId="{39C24DAF-E20C-4507-9157-C96F2FA882D0}"/>
    <pc:docChg chg="undo custSel addSld modSld">
      <pc:chgData name="" userId="242feb3c33a8e7bf" providerId="LiveId" clId="{39C24DAF-E20C-4507-9157-C96F2FA882D0}" dt="2023-05-02T08:04:35.052" v="9254" actId="20577"/>
      <pc:docMkLst>
        <pc:docMk/>
      </pc:docMkLst>
      <pc:sldChg chg="addSp delSp modSp">
        <pc:chgData name="" userId="242feb3c33a8e7bf" providerId="LiveId" clId="{39C24DAF-E20C-4507-9157-C96F2FA882D0}" dt="2023-03-28T16:59:09.357" v="4028"/>
        <pc:sldMkLst>
          <pc:docMk/>
          <pc:sldMk cId="1308517110" sldId="257"/>
        </pc:sldMkLst>
        <pc:spChg chg="add del mod">
          <ac:chgData name="" userId="242feb3c33a8e7bf" providerId="LiveId" clId="{39C24DAF-E20C-4507-9157-C96F2FA882D0}" dt="2023-03-28T16:37:47.335" v="3184" actId="478"/>
          <ac:spMkLst>
            <pc:docMk/>
            <pc:sldMk cId="1308517110" sldId="257"/>
            <ac:spMk id="5" creationId="{F1169F0E-6AB1-41E4-862E-DA97C458E4D1}"/>
          </ac:spMkLst>
        </pc:spChg>
        <pc:spChg chg="del">
          <ac:chgData name="" userId="242feb3c33a8e7bf" providerId="LiveId" clId="{39C24DAF-E20C-4507-9157-C96F2FA882D0}" dt="2023-03-28T16:37:45.394" v="3183" actId="478"/>
          <ac:spMkLst>
            <pc:docMk/>
            <pc:sldMk cId="1308517110" sldId="257"/>
            <ac:spMk id="858" creationId="{E7900FF5-3CCD-48BF-9879-49CEBD09B85F}"/>
          </ac:spMkLst>
        </pc:spChg>
        <pc:spChg chg="mod">
          <ac:chgData name="" userId="242feb3c33a8e7bf" providerId="LiveId" clId="{39C24DAF-E20C-4507-9157-C96F2FA882D0}" dt="2023-03-28T16:42:44.209" v="3280" actId="1076"/>
          <ac:spMkLst>
            <pc:docMk/>
            <pc:sldMk cId="1308517110" sldId="257"/>
            <ac:spMk id="859" creationId="{EC4D3989-5D47-460A-A82F-217345C0E3B2}"/>
          </ac:spMkLst>
        </pc:spChg>
        <pc:graphicFrameChg chg="add mod modGraphic">
          <ac:chgData name="" userId="242feb3c33a8e7bf" providerId="LiveId" clId="{39C24DAF-E20C-4507-9157-C96F2FA882D0}" dt="2023-03-28T16:50:30.154" v="3848" actId="20577"/>
          <ac:graphicFrameMkLst>
            <pc:docMk/>
            <pc:sldMk cId="1308517110" sldId="257"/>
            <ac:graphicFrameMk id="2" creationId="{FE601144-B352-429D-AF67-D73999BB20C2}"/>
          </ac:graphicFrameMkLst>
        </pc:graphicFrameChg>
        <pc:picChg chg="del">
          <ac:chgData name="" userId="242feb3c33a8e7bf" providerId="LiveId" clId="{39C24DAF-E20C-4507-9157-C96F2FA882D0}" dt="2023-03-28T16:58:26.146" v="4009" actId="478"/>
          <ac:picMkLst>
            <pc:docMk/>
            <pc:sldMk cId="1308517110" sldId="257"/>
            <ac:picMk id="4" creationId="{AE7B7E20-1553-4D29-94B3-6B1B34F0E86A}"/>
          </ac:picMkLst>
        </pc:picChg>
        <pc:picChg chg="add ord">
          <ac:chgData name="" userId="242feb3c33a8e7bf" providerId="LiveId" clId="{39C24DAF-E20C-4507-9157-C96F2FA882D0}" dt="2023-03-28T16:58:29.644" v="4011" actId="167"/>
          <ac:picMkLst>
            <pc:docMk/>
            <pc:sldMk cId="1308517110" sldId="257"/>
            <ac:picMk id="411" creationId="{C9B10631-0C9F-4890-BF63-72BA47434BAC}"/>
          </ac:picMkLst>
        </pc:picChg>
        <pc:inkChg chg="add del">
          <ac:chgData name="" userId="242feb3c33a8e7bf" providerId="LiveId" clId="{39C24DAF-E20C-4507-9157-C96F2FA882D0}" dt="2023-03-28T16:42:57.110" v="3283"/>
          <ac:inkMkLst>
            <pc:docMk/>
            <pc:sldMk cId="1308517110" sldId="257"/>
            <ac:inkMk id="6" creationId="{8C0C39BA-BD38-481D-869C-8822B22C2349}"/>
          </ac:inkMkLst>
        </pc:inkChg>
        <pc:inkChg chg="add del">
          <ac:chgData name="" userId="242feb3c33a8e7bf" providerId="LiveId" clId="{39C24DAF-E20C-4507-9157-C96F2FA882D0}" dt="2023-03-28T16:42:57.110" v="3283"/>
          <ac:inkMkLst>
            <pc:docMk/>
            <pc:sldMk cId="1308517110" sldId="257"/>
            <ac:inkMk id="7" creationId="{ECA8BC46-955B-4679-BA3A-9FDB23056AF1}"/>
          </ac:inkMkLst>
        </pc:inkChg>
        <pc:inkChg chg="add del">
          <ac:chgData name="" userId="242feb3c33a8e7bf" providerId="LiveId" clId="{39C24DAF-E20C-4507-9157-C96F2FA882D0}" dt="2023-03-28T16:42:57.839" v="3284"/>
          <ac:inkMkLst>
            <pc:docMk/>
            <pc:sldMk cId="1308517110" sldId="257"/>
            <ac:inkMk id="8" creationId="{7C5B42D8-9BBF-4F2D-9AD6-05D1207B0739}"/>
          </ac:inkMkLst>
        </pc:inkChg>
        <pc:inkChg chg="add del">
          <ac:chgData name="" userId="242feb3c33a8e7bf" providerId="LiveId" clId="{39C24DAF-E20C-4507-9157-C96F2FA882D0}" dt="2023-03-28T16:43:01.094" v="3286"/>
          <ac:inkMkLst>
            <pc:docMk/>
            <pc:sldMk cId="1308517110" sldId="257"/>
            <ac:inkMk id="9" creationId="{41BD20C3-9C7B-4398-BA74-F68262DAC6F1}"/>
          </ac:inkMkLst>
        </pc:inkChg>
        <pc:inkChg chg="add del">
          <ac:chgData name="" userId="242feb3c33a8e7bf" providerId="LiveId" clId="{39C24DAF-E20C-4507-9157-C96F2FA882D0}" dt="2023-03-28T16:43:09.555" v="3291"/>
          <ac:inkMkLst>
            <pc:docMk/>
            <pc:sldMk cId="1308517110" sldId="257"/>
            <ac:inkMk id="10" creationId="{25FA2E5C-BBC4-4FE2-A820-4F25113D86D7}"/>
          </ac:inkMkLst>
        </pc:inkChg>
        <pc:inkChg chg="add del">
          <ac:chgData name="" userId="242feb3c33a8e7bf" providerId="LiveId" clId="{39C24DAF-E20C-4507-9157-C96F2FA882D0}" dt="2023-03-28T16:43:09.555" v="3291"/>
          <ac:inkMkLst>
            <pc:docMk/>
            <pc:sldMk cId="1308517110" sldId="257"/>
            <ac:inkMk id="11" creationId="{BD3FA791-A2CA-4FD9-B990-C029A2C3DCF8}"/>
          </ac:inkMkLst>
        </pc:inkChg>
        <pc:inkChg chg="add del">
          <ac:chgData name="" userId="242feb3c33a8e7bf" providerId="LiveId" clId="{39C24DAF-E20C-4507-9157-C96F2FA882D0}" dt="2023-03-28T16:43:09.220" v="3290"/>
          <ac:inkMkLst>
            <pc:docMk/>
            <pc:sldMk cId="1308517110" sldId="257"/>
            <ac:inkMk id="13" creationId="{636D139D-E807-4D8B-B5C0-AD82243D2736}"/>
          </ac:inkMkLst>
        </pc:inkChg>
        <pc:inkChg chg="add del">
          <ac:chgData name="" userId="242feb3c33a8e7bf" providerId="LiveId" clId="{39C24DAF-E20C-4507-9157-C96F2FA882D0}" dt="2023-03-28T16:43:13.356" v="3293"/>
          <ac:inkMkLst>
            <pc:docMk/>
            <pc:sldMk cId="1308517110" sldId="257"/>
            <ac:inkMk id="14" creationId="{7C862F2E-C1B5-4733-89A1-61EBECBD8F8A}"/>
          </ac:inkMkLst>
        </pc:inkChg>
        <pc:inkChg chg="add del">
          <ac:chgData name="" userId="242feb3c33a8e7bf" providerId="LiveId" clId="{39C24DAF-E20C-4507-9157-C96F2FA882D0}" dt="2023-03-28T16:43:13.356" v="3293"/>
          <ac:inkMkLst>
            <pc:docMk/>
            <pc:sldMk cId="1308517110" sldId="257"/>
            <ac:inkMk id="17" creationId="{65A37920-FD7C-40BE-AF7F-CA044A506182}"/>
          </ac:inkMkLst>
        </pc:inkChg>
        <pc:inkChg chg="add del">
          <ac:chgData name="" userId="242feb3c33a8e7bf" providerId="LiveId" clId="{39C24DAF-E20C-4507-9157-C96F2FA882D0}" dt="2023-03-28T16:43:16.535" v="3295"/>
          <ac:inkMkLst>
            <pc:docMk/>
            <pc:sldMk cId="1308517110" sldId="257"/>
            <ac:inkMk id="18" creationId="{12BABB1A-4C62-4374-9EDD-5F63F13E63CD}"/>
          </ac:inkMkLst>
        </pc:inkChg>
        <pc:inkChg chg="add del">
          <ac:chgData name="" userId="242feb3c33a8e7bf" providerId="LiveId" clId="{39C24DAF-E20C-4507-9157-C96F2FA882D0}" dt="2023-03-28T16:43:16.535" v="3295"/>
          <ac:inkMkLst>
            <pc:docMk/>
            <pc:sldMk cId="1308517110" sldId="257"/>
            <ac:inkMk id="21" creationId="{C9CB2701-CF2A-48F8-99C8-8E9C1F607CF2}"/>
          </ac:inkMkLst>
        </pc:inkChg>
        <pc:inkChg chg="add del">
          <ac:chgData name="" userId="242feb3c33a8e7bf" providerId="LiveId" clId="{39C24DAF-E20C-4507-9157-C96F2FA882D0}" dt="2023-03-28T16:43:20.117" v="3301"/>
          <ac:inkMkLst>
            <pc:docMk/>
            <pc:sldMk cId="1308517110" sldId="257"/>
            <ac:inkMk id="22" creationId="{170922B1-3CF5-49FD-8CFC-9EA235A79FE3}"/>
          </ac:inkMkLst>
        </pc:inkChg>
        <pc:inkChg chg="add del">
          <ac:chgData name="" userId="242feb3c33a8e7bf" providerId="LiveId" clId="{39C24DAF-E20C-4507-9157-C96F2FA882D0}" dt="2023-03-28T16:43:20.117" v="3301"/>
          <ac:inkMkLst>
            <pc:docMk/>
            <pc:sldMk cId="1308517110" sldId="257"/>
            <ac:inkMk id="24" creationId="{9B9FEF23-A38A-47E3-ADC4-6DFE051CB030}"/>
          </ac:inkMkLst>
        </pc:inkChg>
        <pc:inkChg chg="add del">
          <ac:chgData name="" userId="242feb3c33a8e7bf" providerId="LiveId" clId="{39C24DAF-E20C-4507-9157-C96F2FA882D0}" dt="2023-03-28T16:43:20.117" v="3301"/>
          <ac:inkMkLst>
            <pc:docMk/>
            <pc:sldMk cId="1308517110" sldId="257"/>
            <ac:inkMk id="25" creationId="{7752C71E-F7F1-4E3C-B0B3-E49005E62D1A}"/>
          </ac:inkMkLst>
        </pc:inkChg>
        <pc:inkChg chg="add del">
          <ac:chgData name="" userId="242feb3c33a8e7bf" providerId="LiveId" clId="{39C24DAF-E20C-4507-9157-C96F2FA882D0}" dt="2023-03-28T16:43:20.117" v="3301"/>
          <ac:inkMkLst>
            <pc:docMk/>
            <pc:sldMk cId="1308517110" sldId="257"/>
            <ac:inkMk id="26" creationId="{0EA6C658-BE63-49F5-BD52-1F71D67C8DF8}"/>
          </ac:inkMkLst>
        </pc:inkChg>
        <pc:inkChg chg="add del">
          <ac:chgData name="" userId="242feb3c33a8e7bf" providerId="LiveId" clId="{39C24DAF-E20C-4507-9157-C96F2FA882D0}" dt="2023-03-28T16:43:20.117" v="3301"/>
          <ac:inkMkLst>
            <pc:docMk/>
            <pc:sldMk cId="1308517110" sldId="257"/>
            <ac:inkMk id="28" creationId="{8836BD82-3333-4C7B-9D53-B837F1AAB6CF}"/>
          </ac:inkMkLst>
        </pc:inkChg>
        <pc:inkChg chg="add del">
          <ac:chgData name="" userId="242feb3c33a8e7bf" providerId="LiveId" clId="{39C24DAF-E20C-4507-9157-C96F2FA882D0}" dt="2023-03-28T16:43:20.117" v="3301"/>
          <ac:inkMkLst>
            <pc:docMk/>
            <pc:sldMk cId="1308517110" sldId="257"/>
            <ac:inkMk id="29" creationId="{8081B02C-16F2-4253-9487-8DDE92317359}"/>
          </ac:inkMkLst>
        </pc:inkChg>
        <pc:inkChg chg="add del">
          <ac:chgData name="" userId="242feb3c33a8e7bf" providerId="LiveId" clId="{39C24DAF-E20C-4507-9157-C96F2FA882D0}" dt="2023-03-28T16:43:22.281" v="3306"/>
          <ac:inkMkLst>
            <pc:docMk/>
            <pc:sldMk cId="1308517110" sldId="257"/>
            <ac:inkMk id="30" creationId="{2C09A975-323C-4FC1-8BDE-89DB575880E8}"/>
          </ac:inkMkLst>
        </pc:inkChg>
        <pc:inkChg chg="add del">
          <ac:chgData name="" userId="242feb3c33a8e7bf" providerId="LiveId" clId="{39C24DAF-E20C-4507-9157-C96F2FA882D0}" dt="2023-03-28T16:43:22.281" v="3306"/>
          <ac:inkMkLst>
            <pc:docMk/>
            <pc:sldMk cId="1308517110" sldId="257"/>
            <ac:inkMk id="31" creationId="{451E7CDF-4458-4C72-A485-4ACEF93B4026}"/>
          </ac:inkMkLst>
        </pc:inkChg>
        <pc:inkChg chg="add del">
          <ac:chgData name="" userId="242feb3c33a8e7bf" providerId="LiveId" clId="{39C24DAF-E20C-4507-9157-C96F2FA882D0}" dt="2023-03-28T16:43:22.281" v="3306"/>
          <ac:inkMkLst>
            <pc:docMk/>
            <pc:sldMk cId="1308517110" sldId="257"/>
            <ac:inkMk id="32" creationId="{E6CC286C-8F3F-43DB-B11F-89578B4E77D3}"/>
          </ac:inkMkLst>
        </pc:inkChg>
        <pc:inkChg chg="add del">
          <ac:chgData name="" userId="242feb3c33a8e7bf" providerId="LiveId" clId="{39C24DAF-E20C-4507-9157-C96F2FA882D0}" dt="2023-03-28T16:43:22.281" v="3306"/>
          <ac:inkMkLst>
            <pc:docMk/>
            <pc:sldMk cId="1308517110" sldId="257"/>
            <ac:inkMk id="33" creationId="{1D05B1E6-912E-47A3-B7C6-1332DF8DB430}"/>
          </ac:inkMkLst>
        </pc:inkChg>
        <pc:inkChg chg="add del">
          <ac:chgData name="" userId="242feb3c33a8e7bf" providerId="LiveId" clId="{39C24DAF-E20C-4507-9157-C96F2FA882D0}" dt="2023-03-28T16:43:22.281" v="3306"/>
          <ac:inkMkLst>
            <pc:docMk/>
            <pc:sldMk cId="1308517110" sldId="257"/>
            <ac:inkMk id="36" creationId="{431FC979-A066-4E37-A82E-F9E170C09C33}"/>
          </ac:inkMkLst>
        </pc:inkChg>
        <pc:inkChg chg="add del">
          <ac:chgData name="" userId="242feb3c33a8e7bf" providerId="LiveId" clId="{39C24DAF-E20C-4507-9157-C96F2FA882D0}" dt="2023-03-28T16:43:25.458" v="3312"/>
          <ac:inkMkLst>
            <pc:docMk/>
            <pc:sldMk cId="1308517110" sldId="257"/>
            <ac:inkMk id="37" creationId="{8B159B35-C11B-4AF2-B8B1-F4B3E944A117}"/>
          </ac:inkMkLst>
        </pc:inkChg>
        <pc:inkChg chg="add del">
          <ac:chgData name="" userId="242feb3c33a8e7bf" providerId="LiveId" clId="{39C24DAF-E20C-4507-9157-C96F2FA882D0}" dt="2023-03-28T16:43:25.458" v="3312"/>
          <ac:inkMkLst>
            <pc:docMk/>
            <pc:sldMk cId="1308517110" sldId="257"/>
            <ac:inkMk id="38" creationId="{5B5CD9BB-D540-4788-B550-700C60F6E6D9}"/>
          </ac:inkMkLst>
        </pc:inkChg>
        <pc:inkChg chg="add del">
          <ac:chgData name="" userId="242feb3c33a8e7bf" providerId="LiveId" clId="{39C24DAF-E20C-4507-9157-C96F2FA882D0}" dt="2023-03-28T16:43:25.458" v="3312"/>
          <ac:inkMkLst>
            <pc:docMk/>
            <pc:sldMk cId="1308517110" sldId="257"/>
            <ac:inkMk id="39" creationId="{42CE6D52-FED8-40C1-BEA7-92ADE2731F38}"/>
          </ac:inkMkLst>
        </pc:inkChg>
        <pc:inkChg chg="add del">
          <ac:chgData name="" userId="242feb3c33a8e7bf" providerId="LiveId" clId="{39C24DAF-E20C-4507-9157-C96F2FA882D0}" dt="2023-03-28T16:43:25.458" v="3312"/>
          <ac:inkMkLst>
            <pc:docMk/>
            <pc:sldMk cId="1308517110" sldId="257"/>
            <ac:inkMk id="40" creationId="{45574DDA-8379-494E-A419-10B0BDAA61D8}"/>
          </ac:inkMkLst>
        </pc:inkChg>
        <pc:inkChg chg="add del">
          <ac:chgData name="" userId="242feb3c33a8e7bf" providerId="LiveId" clId="{39C24DAF-E20C-4507-9157-C96F2FA882D0}" dt="2023-03-28T16:43:25.458" v="3312"/>
          <ac:inkMkLst>
            <pc:docMk/>
            <pc:sldMk cId="1308517110" sldId="257"/>
            <ac:inkMk id="41" creationId="{3E1563DE-4A23-4905-AE16-8DB743C07671}"/>
          </ac:inkMkLst>
        </pc:inkChg>
        <pc:inkChg chg="add del">
          <ac:chgData name="" userId="242feb3c33a8e7bf" providerId="LiveId" clId="{39C24DAF-E20C-4507-9157-C96F2FA882D0}" dt="2023-03-28T16:43:25.458" v="3312"/>
          <ac:inkMkLst>
            <pc:docMk/>
            <pc:sldMk cId="1308517110" sldId="257"/>
            <ac:inkMk id="44" creationId="{B56EDC05-5E94-4E49-B665-13A9E969DE85}"/>
          </ac:inkMkLst>
        </pc:inkChg>
        <pc:inkChg chg="add del">
          <ac:chgData name="" userId="242feb3c33a8e7bf" providerId="LiveId" clId="{39C24DAF-E20C-4507-9157-C96F2FA882D0}" dt="2023-03-28T16:43:29.743" v="3319"/>
          <ac:inkMkLst>
            <pc:docMk/>
            <pc:sldMk cId="1308517110" sldId="257"/>
            <ac:inkMk id="45" creationId="{75FB7A23-3EB0-4AFE-83D8-C6541ABCDBC9}"/>
          </ac:inkMkLst>
        </pc:inkChg>
        <pc:inkChg chg="add del">
          <ac:chgData name="" userId="242feb3c33a8e7bf" providerId="LiveId" clId="{39C24DAF-E20C-4507-9157-C96F2FA882D0}" dt="2023-03-28T16:43:29.743" v="3319"/>
          <ac:inkMkLst>
            <pc:docMk/>
            <pc:sldMk cId="1308517110" sldId="257"/>
            <ac:inkMk id="47" creationId="{3969C9EA-18EB-414D-809D-E540108E7975}"/>
          </ac:inkMkLst>
        </pc:inkChg>
        <pc:inkChg chg="add del">
          <ac:chgData name="" userId="242feb3c33a8e7bf" providerId="LiveId" clId="{39C24DAF-E20C-4507-9157-C96F2FA882D0}" dt="2023-03-28T16:43:29.743" v="3319"/>
          <ac:inkMkLst>
            <pc:docMk/>
            <pc:sldMk cId="1308517110" sldId="257"/>
            <ac:inkMk id="48" creationId="{5F573A3C-5B8E-4DD0-882E-EAC82A4E6F2D}"/>
          </ac:inkMkLst>
        </pc:inkChg>
        <pc:inkChg chg="add del">
          <ac:chgData name="" userId="242feb3c33a8e7bf" providerId="LiveId" clId="{39C24DAF-E20C-4507-9157-C96F2FA882D0}" dt="2023-03-28T16:43:29.743" v="3319"/>
          <ac:inkMkLst>
            <pc:docMk/>
            <pc:sldMk cId="1308517110" sldId="257"/>
            <ac:inkMk id="50" creationId="{6DAA641C-D366-4E71-98B2-3672F64956C0}"/>
          </ac:inkMkLst>
        </pc:inkChg>
        <pc:inkChg chg="add del">
          <ac:chgData name="" userId="242feb3c33a8e7bf" providerId="LiveId" clId="{39C24DAF-E20C-4507-9157-C96F2FA882D0}" dt="2023-03-28T16:43:29.743" v="3319"/>
          <ac:inkMkLst>
            <pc:docMk/>
            <pc:sldMk cId="1308517110" sldId="257"/>
            <ac:inkMk id="51" creationId="{6ABF4345-397B-48DD-A60A-9E704F719751}"/>
          </ac:inkMkLst>
        </pc:inkChg>
        <pc:inkChg chg="add del">
          <ac:chgData name="" userId="242feb3c33a8e7bf" providerId="LiveId" clId="{39C24DAF-E20C-4507-9157-C96F2FA882D0}" dt="2023-03-28T16:43:29.743" v="3319"/>
          <ac:inkMkLst>
            <pc:docMk/>
            <pc:sldMk cId="1308517110" sldId="257"/>
            <ac:inkMk id="52" creationId="{9912250D-8304-4DE6-8B6F-36A460133B8B}"/>
          </ac:inkMkLst>
        </pc:inkChg>
        <pc:inkChg chg="add del">
          <ac:chgData name="" userId="242feb3c33a8e7bf" providerId="LiveId" clId="{39C24DAF-E20C-4507-9157-C96F2FA882D0}" dt="2023-03-28T16:43:29.743" v="3319"/>
          <ac:inkMkLst>
            <pc:docMk/>
            <pc:sldMk cId="1308517110" sldId="257"/>
            <ac:inkMk id="53" creationId="{ABE8E420-251D-4231-B0C2-8A16CA149435}"/>
          </ac:inkMkLst>
        </pc:inkChg>
        <pc:inkChg chg="add del">
          <ac:chgData name="" userId="242feb3c33a8e7bf" providerId="LiveId" clId="{39C24DAF-E20C-4507-9157-C96F2FA882D0}" dt="2023-03-28T16:43:33.040" v="3328"/>
          <ac:inkMkLst>
            <pc:docMk/>
            <pc:sldMk cId="1308517110" sldId="257"/>
            <ac:inkMk id="54" creationId="{AF1F1292-845D-42A0-AF81-2760707C52C5}"/>
          </ac:inkMkLst>
        </pc:inkChg>
        <pc:inkChg chg="add del">
          <ac:chgData name="" userId="242feb3c33a8e7bf" providerId="LiveId" clId="{39C24DAF-E20C-4507-9157-C96F2FA882D0}" dt="2023-03-28T16:43:33.040" v="3328"/>
          <ac:inkMkLst>
            <pc:docMk/>
            <pc:sldMk cId="1308517110" sldId="257"/>
            <ac:inkMk id="55" creationId="{F4DE3D98-0058-4D67-AA5C-E3E39D58E8D7}"/>
          </ac:inkMkLst>
        </pc:inkChg>
        <pc:inkChg chg="add del">
          <ac:chgData name="" userId="242feb3c33a8e7bf" providerId="LiveId" clId="{39C24DAF-E20C-4507-9157-C96F2FA882D0}" dt="2023-03-28T16:43:33.040" v="3328"/>
          <ac:inkMkLst>
            <pc:docMk/>
            <pc:sldMk cId="1308517110" sldId="257"/>
            <ac:inkMk id="56" creationId="{09D52ABA-5685-445D-84F8-28B44CA34657}"/>
          </ac:inkMkLst>
        </pc:inkChg>
        <pc:inkChg chg="add del">
          <ac:chgData name="" userId="242feb3c33a8e7bf" providerId="LiveId" clId="{39C24DAF-E20C-4507-9157-C96F2FA882D0}" dt="2023-03-28T16:43:33.040" v="3328"/>
          <ac:inkMkLst>
            <pc:docMk/>
            <pc:sldMk cId="1308517110" sldId="257"/>
            <ac:inkMk id="57" creationId="{D215AF7B-F09A-46AC-B03B-CF682072EA19}"/>
          </ac:inkMkLst>
        </pc:inkChg>
        <pc:inkChg chg="add del">
          <ac:chgData name="" userId="242feb3c33a8e7bf" providerId="LiveId" clId="{39C24DAF-E20C-4507-9157-C96F2FA882D0}" dt="2023-03-28T16:43:33.040" v="3328"/>
          <ac:inkMkLst>
            <pc:docMk/>
            <pc:sldMk cId="1308517110" sldId="257"/>
            <ac:inkMk id="58" creationId="{3364CE10-1C35-4DAF-BDE0-67856C67CE88}"/>
          </ac:inkMkLst>
        </pc:inkChg>
        <pc:inkChg chg="add del">
          <ac:chgData name="" userId="242feb3c33a8e7bf" providerId="LiveId" clId="{39C24DAF-E20C-4507-9157-C96F2FA882D0}" dt="2023-03-28T16:43:33.040" v="3328"/>
          <ac:inkMkLst>
            <pc:docMk/>
            <pc:sldMk cId="1308517110" sldId="257"/>
            <ac:inkMk id="60" creationId="{54A6F145-7D71-40AE-88C4-4A86DCA60BE0}"/>
          </ac:inkMkLst>
        </pc:inkChg>
        <pc:inkChg chg="add del">
          <ac:chgData name="" userId="242feb3c33a8e7bf" providerId="LiveId" clId="{39C24DAF-E20C-4507-9157-C96F2FA882D0}" dt="2023-03-28T16:43:33.040" v="3328"/>
          <ac:inkMkLst>
            <pc:docMk/>
            <pc:sldMk cId="1308517110" sldId="257"/>
            <ac:inkMk id="61" creationId="{B8C416B2-FF57-449C-AA86-8B57AF14FBEF}"/>
          </ac:inkMkLst>
        </pc:inkChg>
        <pc:inkChg chg="add del">
          <ac:chgData name="" userId="242feb3c33a8e7bf" providerId="LiveId" clId="{39C24DAF-E20C-4507-9157-C96F2FA882D0}" dt="2023-03-28T16:43:33.040" v="3328"/>
          <ac:inkMkLst>
            <pc:docMk/>
            <pc:sldMk cId="1308517110" sldId="257"/>
            <ac:inkMk id="63" creationId="{7BD7EC6B-49CC-4604-A00B-A91135119005}"/>
          </ac:inkMkLst>
        </pc:inkChg>
        <pc:inkChg chg="add del">
          <ac:chgData name="" userId="242feb3c33a8e7bf" providerId="LiveId" clId="{39C24DAF-E20C-4507-9157-C96F2FA882D0}" dt="2023-03-28T16:43:33.040" v="3328"/>
          <ac:inkMkLst>
            <pc:docMk/>
            <pc:sldMk cId="1308517110" sldId="257"/>
            <ac:inkMk id="64" creationId="{9A3EFDC6-2B3E-4418-A564-6F0FB28CEC90}"/>
          </ac:inkMkLst>
        </pc:inkChg>
        <pc:inkChg chg="add del">
          <ac:chgData name="" userId="242feb3c33a8e7bf" providerId="LiveId" clId="{39C24DAF-E20C-4507-9157-C96F2FA882D0}" dt="2023-03-28T16:43:38.036" v="3340"/>
          <ac:inkMkLst>
            <pc:docMk/>
            <pc:sldMk cId="1308517110" sldId="257"/>
            <ac:inkMk id="68" creationId="{B9A9F955-3517-4740-8C33-D847B1CCF6E8}"/>
          </ac:inkMkLst>
        </pc:inkChg>
        <pc:inkChg chg="add del">
          <ac:chgData name="" userId="242feb3c33a8e7bf" providerId="LiveId" clId="{39C24DAF-E20C-4507-9157-C96F2FA882D0}" dt="2023-03-28T16:43:38.036" v="3340"/>
          <ac:inkMkLst>
            <pc:docMk/>
            <pc:sldMk cId="1308517110" sldId="257"/>
            <ac:inkMk id="69" creationId="{C8C13E53-B0B0-4C77-8846-E59E674ED0DA}"/>
          </ac:inkMkLst>
        </pc:inkChg>
        <pc:inkChg chg="add del">
          <ac:chgData name="" userId="242feb3c33a8e7bf" providerId="LiveId" clId="{39C24DAF-E20C-4507-9157-C96F2FA882D0}" dt="2023-03-28T16:43:38.036" v="3340"/>
          <ac:inkMkLst>
            <pc:docMk/>
            <pc:sldMk cId="1308517110" sldId="257"/>
            <ac:inkMk id="70" creationId="{E2417746-1E65-4661-B175-5E56E5DE1549}"/>
          </ac:inkMkLst>
        </pc:inkChg>
        <pc:inkChg chg="add del">
          <ac:chgData name="" userId="242feb3c33a8e7bf" providerId="LiveId" clId="{39C24DAF-E20C-4507-9157-C96F2FA882D0}" dt="2023-03-28T16:51:14.439" v="3865"/>
          <ac:inkMkLst>
            <pc:docMk/>
            <pc:sldMk cId="1308517110" sldId="257"/>
            <ac:inkMk id="72" creationId="{9B8DCBB0-8EE9-4DC7-AECF-64E084C1C6AA}"/>
          </ac:inkMkLst>
        </pc:inkChg>
        <pc:inkChg chg="add del">
          <ac:chgData name="" userId="242feb3c33a8e7bf" providerId="LiveId" clId="{39C24DAF-E20C-4507-9157-C96F2FA882D0}" dt="2023-03-28T16:51:14.439" v="3865"/>
          <ac:inkMkLst>
            <pc:docMk/>
            <pc:sldMk cId="1308517110" sldId="257"/>
            <ac:inkMk id="73" creationId="{1ABA0639-1B7E-47F3-AFED-09184D61428F}"/>
          </ac:inkMkLst>
        </pc:inkChg>
        <pc:inkChg chg="add del">
          <ac:chgData name="" userId="242feb3c33a8e7bf" providerId="LiveId" clId="{39C24DAF-E20C-4507-9157-C96F2FA882D0}" dt="2023-03-28T16:43:38.036" v="3340"/>
          <ac:inkMkLst>
            <pc:docMk/>
            <pc:sldMk cId="1308517110" sldId="257"/>
            <ac:inkMk id="75" creationId="{E68E8A50-5898-44BB-982C-A04D11AD58BB}"/>
          </ac:inkMkLst>
        </pc:inkChg>
        <pc:inkChg chg="add del">
          <ac:chgData name="" userId="242feb3c33a8e7bf" providerId="LiveId" clId="{39C24DAF-E20C-4507-9157-C96F2FA882D0}" dt="2023-03-28T16:43:38.036" v="3340"/>
          <ac:inkMkLst>
            <pc:docMk/>
            <pc:sldMk cId="1308517110" sldId="257"/>
            <ac:inkMk id="76" creationId="{1EF17C9B-0DBF-44BF-A687-F23DB8905A7A}"/>
          </ac:inkMkLst>
        </pc:inkChg>
        <pc:inkChg chg="add del">
          <ac:chgData name="" userId="242feb3c33a8e7bf" providerId="LiveId" clId="{39C24DAF-E20C-4507-9157-C96F2FA882D0}" dt="2023-03-28T16:43:38.036" v="3340"/>
          <ac:inkMkLst>
            <pc:docMk/>
            <pc:sldMk cId="1308517110" sldId="257"/>
            <ac:inkMk id="78" creationId="{FD3B0E28-D65F-4DED-807C-C4B6B8038951}"/>
          </ac:inkMkLst>
        </pc:inkChg>
        <pc:inkChg chg="add del">
          <ac:chgData name="" userId="242feb3c33a8e7bf" providerId="LiveId" clId="{39C24DAF-E20C-4507-9157-C96F2FA882D0}" dt="2023-03-28T16:43:38.036" v="3340"/>
          <ac:inkMkLst>
            <pc:docMk/>
            <pc:sldMk cId="1308517110" sldId="257"/>
            <ac:inkMk id="79" creationId="{8588C5E9-A866-492E-A9EB-DBB81FE41CA0}"/>
          </ac:inkMkLst>
        </pc:inkChg>
        <pc:inkChg chg="add del">
          <ac:chgData name="" userId="242feb3c33a8e7bf" providerId="LiveId" clId="{39C24DAF-E20C-4507-9157-C96F2FA882D0}" dt="2023-03-28T16:51:07.416" v="3858"/>
          <ac:inkMkLst>
            <pc:docMk/>
            <pc:sldMk cId="1308517110" sldId="257"/>
            <ac:inkMk id="81" creationId="{B728D0BC-1810-4B21-A328-CC327B2F4BAA}"/>
          </ac:inkMkLst>
        </pc:inkChg>
        <pc:inkChg chg="add del">
          <ac:chgData name="" userId="242feb3c33a8e7bf" providerId="LiveId" clId="{39C24DAF-E20C-4507-9157-C96F2FA882D0}" dt="2023-03-28T16:43:38.036" v="3340"/>
          <ac:inkMkLst>
            <pc:docMk/>
            <pc:sldMk cId="1308517110" sldId="257"/>
            <ac:inkMk id="82" creationId="{E02A4069-4D90-45E9-BB46-15131AB86EFE}"/>
          </ac:inkMkLst>
        </pc:inkChg>
        <pc:inkChg chg="add del">
          <ac:chgData name="" userId="242feb3c33a8e7bf" providerId="LiveId" clId="{39C24DAF-E20C-4507-9157-C96F2FA882D0}" dt="2023-03-28T16:43:38.036" v="3340"/>
          <ac:inkMkLst>
            <pc:docMk/>
            <pc:sldMk cId="1308517110" sldId="257"/>
            <ac:inkMk id="83" creationId="{370A0601-FE74-4862-989D-AA4FA19CAC5D}"/>
          </ac:inkMkLst>
        </pc:inkChg>
        <pc:inkChg chg="add del">
          <ac:chgData name="" userId="242feb3c33a8e7bf" providerId="LiveId" clId="{39C24DAF-E20C-4507-9157-C96F2FA882D0}" dt="2023-03-28T16:43:38.036" v="3340"/>
          <ac:inkMkLst>
            <pc:docMk/>
            <pc:sldMk cId="1308517110" sldId="257"/>
            <ac:inkMk id="84" creationId="{E0ED3BE5-903E-4794-A873-134B9C35F427}"/>
          </ac:inkMkLst>
        </pc:inkChg>
        <pc:inkChg chg="add del">
          <ac:chgData name="" userId="242feb3c33a8e7bf" providerId="LiveId" clId="{39C24DAF-E20C-4507-9157-C96F2FA882D0}" dt="2023-03-28T16:43:38.036" v="3340"/>
          <ac:inkMkLst>
            <pc:docMk/>
            <pc:sldMk cId="1308517110" sldId="257"/>
            <ac:inkMk id="85" creationId="{F53DE3FD-DC20-4A69-9857-8469A519351C}"/>
          </ac:inkMkLst>
        </pc:inkChg>
        <pc:inkChg chg="add del">
          <ac:chgData name="" userId="242feb3c33a8e7bf" providerId="LiveId" clId="{39C24DAF-E20C-4507-9157-C96F2FA882D0}" dt="2023-03-28T16:43:38.036" v="3340"/>
          <ac:inkMkLst>
            <pc:docMk/>
            <pc:sldMk cId="1308517110" sldId="257"/>
            <ac:inkMk id="86" creationId="{7B17B594-C81C-40A9-B1FD-E5F70F7D0DFC}"/>
          </ac:inkMkLst>
        </pc:inkChg>
        <pc:inkChg chg="add del">
          <ac:chgData name="" userId="242feb3c33a8e7bf" providerId="LiveId" clId="{39C24DAF-E20C-4507-9157-C96F2FA882D0}" dt="2023-03-28T16:43:42.201" v="3347"/>
          <ac:inkMkLst>
            <pc:docMk/>
            <pc:sldMk cId="1308517110" sldId="257"/>
            <ac:inkMk id="87" creationId="{865207B0-9E20-4C9D-87C4-6DF7887A5690}"/>
          </ac:inkMkLst>
        </pc:inkChg>
        <pc:inkChg chg="add del">
          <ac:chgData name="" userId="242feb3c33a8e7bf" providerId="LiveId" clId="{39C24DAF-E20C-4507-9157-C96F2FA882D0}" dt="2023-03-28T16:43:42.201" v="3347"/>
          <ac:inkMkLst>
            <pc:docMk/>
            <pc:sldMk cId="1308517110" sldId="257"/>
            <ac:inkMk id="89" creationId="{3B19AF75-B0C6-4C4D-A56B-1EE15A066132}"/>
          </ac:inkMkLst>
        </pc:inkChg>
        <pc:inkChg chg="add del">
          <ac:chgData name="" userId="242feb3c33a8e7bf" providerId="LiveId" clId="{39C24DAF-E20C-4507-9157-C96F2FA882D0}" dt="2023-03-28T16:43:42.201" v="3347"/>
          <ac:inkMkLst>
            <pc:docMk/>
            <pc:sldMk cId="1308517110" sldId="257"/>
            <ac:inkMk id="90" creationId="{22F03A40-FF2E-4275-AB0D-81F52E88FFC8}"/>
          </ac:inkMkLst>
        </pc:inkChg>
        <pc:inkChg chg="add del">
          <ac:chgData name="" userId="242feb3c33a8e7bf" providerId="LiveId" clId="{39C24DAF-E20C-4507-9157-C96F2FA882D0}" dt="2023-03-28T16:43:42.201" v="3347"/>
          <ac:inkMkLst>
            <pc:docMk/>
            <pc:sldMk cId="1308517110" sldId="257"/>
            <ac:inkMk id="92" creationId="{998254D9-E23D-4DEA-AD1B-C8B9948C1D04}"/>
          </ac:inkMkLst>
        </pc:inkChg>
        <pc:inkChg chg="add del">
          <ac:chgData name="" userId="242feb3c33a8e7bf" providerId="LiveId" clId="{39C24DAF-E20C-4507-9157-C96F2FA882D0}" dt="2023-03-28T16:43:42.201" v="3347"/>
          <ac:inkMkLst>
            <pc:docMk/>
            <pc:sldMk cId="1308517110" sldId="257"/>
            <ac:inkMk id="93" creationId="{B193BE01-2C8B-40D2-9EED-815BF97C096B}"/>
          </ac:inkMkLst>
        </pc:inkChg>
        <pc:inkChg chg="add del">
          <ac:chgData name="" userId="242feb3c33a8e7bf" providerId="LiveId" clId="{39C24DAF-E20C-4507-9157-C96F2FA882D0}" dt="2023-03-28T16:43:42.201" v="3347"/>
          <ac:inkMkLst>
            <pc:docMk/>
            <pc:sldMk cId="1308517110" sldId="257"/>
            <ac:inkMk id="94" creationId="{104E9C6E-9AB5-45E3-AC3D-12C18E72C9AE}"/>
          </ac:inkMkLst>
        </pc:inkChg>
        <pc:inkChg chg="add del">
          <ac:chgData name="" userId="242feb3c33a8e7bf" providerId="LiveId" clId="{39C24DAF-E20C-4507-9157-C96F2FA882D0}" dt="2023-03-28T16:43:42.201" v="3347"/>
          <ac:inkMkLst>
            <pc:docMk/>
            <pc:sldMk cId="1308517110" sldId="257"/>
            <ac:inkMk id="97" creationId="{2FDE3D2A-54A6-4317-84F6-BB284EC461A0}"/>
          </ac:inkMkLst>
        </pc:inkChg>
        <pc:inkChg chg="add del">
          <ac:chgData name="" userId="242feb3c33a8e7bf" providerId="LiveId" clId="{39C24DAF-E20C-4507-9157-C96F2FA882D0}" dt="2023-03-28T16:43:46.652" v="3357"/>
          <ac:inkMkLst>
            <pc:docMk/>
            <pc:sldMk cId="1308517110" sldId="257"/>
            <ac:inkMk id="98" creationId="{7F0152DA-F21B-4E54-9F4F-0A929EFF6720}"/>
          </ac:inkMkLst>
        </pc:inkChg>
        <pc:inkChg chg="add del">
          <ac:chgData name="" userId="242feb3c33a8e7bf" providerId="LiveId" clId="{39C24DAF-E20C-4507-9157-C96F2FA882D0}" dt="2023-03-28T16:43:46.652" v="3357"/>
          <ac:inkMkLst>
            <pc:docMk/>
            <pc:sldMk cId="1308517110" sldId="257"/>
            <ac:inkMk id="102" creationId="{42429914-D117-401A-8C07-EB0635AD0454}"/>
          </ac:inkMkLst>
        </pc:inkChg>
        <pc:inkChg chg="add del">
          <ac:chgData name="" userId="242feb3c33a8e7bf" providerId="LiveId" clId="{39C24DAF-E20C-4507-9157-C96F2FA882D0}" dt="2023-03-28T16:43:46.652" v="3357"/>
          <ac:inkMkLst>
            <pc:docMk/>
            <pc:sldMk cId="1308517110" sldId="257"/>
            <ac:inkMk id="103" creationId="{F76F50EE-0968-45A2-A7C7-D9170843690A}"/>
          </ac:inkMkLst>
        </pc:inkChg>
        <pc:inkChg chg="add del">
          <ac:chgData name="" userId="242feb3c33a8e7bf" providerId="LiveId" clId="{39C24DAF-E20C-4507-9157-C96F2FA882D0}" dt="2023-03-28T16:43:46.652" v="3357"/>
          <ac:inkMkLst>
            <pc:docMk/>
            <pc:sldMk cId="1308517110" sldId="257"/>
            <ac:inkMk id="104" creationId="{598AB93D-D28F-4764-B4BA-9DC1DC6FEC29}"/>
          </ac:inkMkLst>
        </pc:inkChg>
        <pc:inkChg chg="add del">
          <ac:chgData name="" userId="242feb3c33a8e7bf" providerId="LiveId" clId="{39C24DAF-E20C-4507-9157-C96F2FA882D0}" dt="2023-03-28T16:43:46.652" v="3357"/>
          <ac:inkMkLst>
            <pc:docMk/>
            <pc:sldMk cId="1308517110" sldId="257"/>
            <ac:inkMk id="106" creationId="{C48BD4D5-6E2E-425C-9BD0-A68B252D44F9}"/>
          </ac:inkMkLst>
        </pc:inkChg>
        <pc:inkChg chg="add del">
          <ac:chgData name="" userId="242feb3c33a8e7bf" providerId="LiveId" clId="{39C24DAF-E20C-4507-9157-C96F2FA882D0}" dt="2023-03-28T16:43:46.652" v="3357"/>
          <ac:inkMkLst>
            <pc:docMk/>
            <pc:sldMk cId="1308517110" sldId="257"/>
            <ac:inkMk id="107" creationId="{132A6C9D-BAF0-4FEE-9FFD-E6CF3466C22C}"/>
          </ac:inkMkLst>
        </pc:inkChg>
        <pc:inkChg chg="add del">
          <ac:chgData name="" userId="242feb3c33a8e7bf" providerId="LiveId" clId="{39C24DAF-E20C-4507-9157-C96F2FA882D0}" dt="2023-03-28T16:43:46.652" v="3357"/>
          <ac:inkMkLst>
            <pc:docMk/>
            <pc:sldMk cId="1308517110" sldId="257"/>
            <ac:inkMk id="108" creationId="{A33DB443-D0E3-46A4-A0E9-C9C69CB42012}"/>
          </ac:inkMkLst>
        </pc:inkChg>
        <pc:inkChg chg="add del">
          <ac:chgData name="" userId="242feb3c33a8e7bf" providerId="LiveId" clId="{39C24DAF-E20C-4507-9157-C96F2FA882D0}" dt="2023-03-28T16:43:46.652" v="3357"/>
          <ac:inkMkLst>
            <pc:docMk/>
            <pc:sldMk cId="1308517110" sldId="257"/>
            <ac:inkMk id="109" creationId="{FA0E1FE4-C979-48AE-BB19-ED63605A7F3D}"/>
          </ac:inkMkLst>
        </pc:inkChg>
        <pc:inkChg chg="add del">
          <ac:chgData name="" userId="242feb3c33a8e7bf" providerId="LiveId" clId="{39C24DAF-E20C-4507-9157-C96F2FA882D0}" dt="2023-03-28T16:43:46.652" v="3357"/>
          <ac:inkMkLst>
            <pc:docMk/>
            <pc:sldMk cId="1308517110" sldId="257"/>
            <ac:inkMk id="110" creationId="{F78EE562-9920-4CB3-9E8C-3B5CF13AF847}"/>
          </ac:inkMkLst>
        </pc:inkChg>
        <pc:inkChg chg="add del">
          <ac:chgData name="" userId="242feb3c33a8e7bf" providerId="LiveId" clId="{39C24DAF-E20C-4507-9157-C96F2FA882D0}" dt="2023-03-28T16:43:46.652" v="3357"/>
          <ac:inkMkLst>
            <pc:docMk/>
            <pc:sldMk cId="1308517110" sldId="257"/>
            <ac:inkMk id="112" creationId="{F818A355-3F52-4805-9EC1-D551339520CB}"/>
          </ac:inkMkLst>
        </pc:inkChg>
        <pc:inkChg chg="add">
          <ac:chgData name="" userId="242feb3c33a8e7bf" providerId="LiveId" clId="{39C24DAF-E20C-4507-9157-C96F2FA882D0}" dt="2023-03-28T16:43:46.652" v="3357"/>
          <ac:inkMkLst>
            <pc:docMk/>
            <pc:sldMk cId="1308517110" sldId="257"/>
            <ac:inkMk id="113" creationId="{45AC735E-6A5E-4A73-86A1-3F78A3E7E83A}"/>
          </ac:inkMkLst>
        </pc:inkChg>
        <pc:inkChg chg="add">
          <ac:chgData name="" userId="242feb3c33a8e7bf" providerId="LiveId" clId="{39C24DAF-E20C-4507-9157-C96F2FA882D0}" dt="2023-03-28T16:47:32.214" v="3610"/>
          <ac:inkMkLst>
            <pc:docMk/>
            <pc:sldMk cId="1308517110" sldId="257"/>
            <ac:inkMk id="114" creationId="{7510491C-9013-410F-A604-766E2B8C8BBE}"/>
          </ac:inkMkLst>
        </pc:inkChg>
        <pc:inkChg chg="add">
          <ac:chgData name="" userId="242feb3c33a8e7bf" providerId="LiveId" clId="{39C24DAF-E20C-4507-9157-C96F2FA882D0}" dt="2023-03-28T16:47:35.761" v="3611"/>
          <ac:inkMkLst>
            <pc:docMk/>
            <pc:sldMk cId="1308517110" sldId="257"/>
            <ac:inkMk id="115" creationId="{19674410-AB5E-4666-BBA5-34D93935EC21}"/>
          </ac:inkMkLst>
        </pc:inkChg>
        <pc:inkChg chg="add del">
          <ac:chgData name="" userId="242feb3c33a8e7bf" providerId="LiveId" clId="{39C24DAF-E20C-4507-9157-C96F2FA882D0}" dt="2023-03-28T16:47:42.757" v="3615"/>
          <ac:inkMkLst>
            <pc:docMk/>
            <pc:sldMk cId="1308517110" sldId="257"/>
            <ac:inkMk id="117" creationId="{17A78707-3B46-473A-9984-21B4132CAE01}"/>
          </ac:inkMkLst>
        </pc:inkChg>
        <pc:inkChg chg="add del">
          <ac:chgData name="" userId="242feb3c33a8e7bf" providerId="LiveId" clId="{39C24DAF-E20C-4507-9157-C96F2FA882D0}" dt="2023-03-28T16:47:42.757" v="3615"/>
          <ac:inkMkLst>
            <pc:docMk/>
            <pc:sldMk cId="1308517110" sldId="257"/>
            <ac:inkMk id="118" creationId="{7167CC78-9BB7-47C1-8E37-1577C3C54683}"/>
          </ac:inkMkLst>
        </pc:inkChg>
        <pc:inkChg chg="add">
          <ac:chgData name="" userId="242feb3c33a8e7bf" providerId="LiveId" clId="{39C24DAF-E20C-4507-9157-C96F2FA882D0}" dt="2023-03-28T16:47:41.846" v="3614"/>
          <ac:inkMkLst>
            <pc:docMk/>
            <pc:sldMk cId="1308517110" sldId="257"/>
            <ac:inkMk id="119" creationId="{76943B33-4715-4876-81E6-35C31EB886A2}"/>
          </ac:inkMkLst>
        </pc:inkChg>
        <pc:inkChg chg="add">
          <ac:chgData name="" userId="242feb3c33a8e7bf" providerId="LiveId" clId="{39C24DAF-E20C-4507-9157-C96F2FA882D0}" dt="2023-03-28T16:47:42.757" v="3615"/>
          <ac:inkMkLst>
            <pc:docMk/>
            <pc:sldMk cId="1308517110" sldId="257"/>
            <ac:inkMk id="120" creationId="{BA610318-B5F6-4949-8A27-BF2B1455ED6E}"/>
          </ac:inkMkLst>
        </pc:inkChg>
        <pc:inkChg chg="add">
          <ac:chgData name="" userId="242feb3c33a8e7bf" providerId="LiveId" clId="{39C24DAF-E20C-4507-9157-C96F2FA882D0}" dt="2023-03-28T16:47:43.956" v="3616"/>
          <ac:inkMkLst>
            <pc:docMk/>
            <pc:sldMk cId="1308517110" sldId="257"/>
            <ac:inkMk id="122" creationId="{C2862A72-8E3D-47C9-8922-FCB9C7578832}"/>
          </ac:inkMkLst>
        </pc:inkChg>
        <pc:inkChg chg="add del">
          <ac:chgData name="" userId="242feb3c33a8e7bf" providerId="LiveId" clId="{39C24DAF-E20C-4507-9157-C96F2FA882D0}" dt="2023-03-28T16:47:48.784" v="3619"/>
          <ac:inkMkLst>
            <pc:docMk/>
            <pc:sldMk cId="1308517110" sldId="257"/>
            <ac:inkMk id="123" creationId="{BDFEBD35-7139-4B70-84F6-4BABF7E4EEFB}"/>
          </ac:inkMkLst>
        </pc:inkChg>
        <pc:inkChg chg="add del">
          <ac:chgData name="" userId="242feb3c33a8e7bf" providerId="LiveId" clId="{39C24DAF-E20C-4507-9157-C96F2FA882D0}" dt="2023-03-28T16:47:48.784" v="3619"/>
          <ac:inkMkLst>
            <pc:docMk/>
            <pc:sldMk cId="1308517110" sldId="257"/>
            <ac:inkMk id="124" creationId="{6384D231-EF58-49AC-AD2A-DA1E46E09DB6}"/>
          </ac:inkMkLst>
        </pc:inkChg>
        <pc:inkChg chg="add">
          <ac:chgData name="" userId="242feb3c33a8e7bf" providerId="LiveId" clId="{39C24DAF-E20C-4507-9157-C96F2FA882D0}" dt="2023-03-28T16:47:48.784" v="3619"/>
          <ac:inkMkLst>
            <pc:docMk/>
            <pc:sldMk cId="1308517110" sldId="257"/>
            <ac:inkMk id="126" creationId="{C4EAD8A3-7C15-4742-AC99-D294C3706802}"/>
          </ac:inkMkLst>
        </pc:inkChg>
        <pc:inkChg chg="add">
          <ac:chgData name="" userId="242feb3c33a8e7bf" providerId="LiveId" clId="{39C24DAF-E20C-4507-9157-C96F2FA882D0}" dt="2023-03-28T16:47:50.501" v="3620"/>
          <ac:inkMkLst>
            <pc:docMk/>
            <pc:sldMk cId="1308517110" sldId="257"/>
            <ac:inkMk id="127" creationId="{085A1735-1379-4E4D-87F3-FB87E79117ED}"/>
          </ac:inkMkLst>
        </pc:inkChg>
        <pc:inkChg chg="add">
          <ac:chgData name="" userId="242feb3c33a8e7bf" providerId="LiveId" clId="{39C24DAF-E20C-4507-9157-C96F2FA882D0}" dt="2023-03-28T16:47:53.309" v="3621"/>
          <ac:inkMkLst>
            <pc:docMk/>
            <pc:sldMk cId="1308517110" sldId="257"/>
            <ac:inkMk id="128" creationId="{406D9FA3-2168-4404-887A-81DF8D62D128}"/>
          </ac:inkMkLst>
        </pc:inkChg>
        <pc:inkChg chg="add">
          <ac:chgData name="" userId="242feb3c33a8e7bf" providerId="LiveId" clId="{39C24DAF-E20C-4507-9157-C96F2FA882D0}" dt="2023-03-28T16:47:56.179" v="3622"/>
          <ac:inkMkLst>
            <pc:docMk/>
            <pc:sldMk cId="1308517110" sldId="257"/>
            <ac:inkMk id="129" creationId="{F0848EBA-B6DE-424D-ADDD-CDD2A8193D65}"/>
          </ac:inkMkLst>
        </pc:inkChg>
        <pc:inkChg chg="add">
          <ac:chgData name="" userId="242feb3c33a8e7bf" providerId="LiveId" clId="{39C24DAF-E20C-4507-9157-C96F2FA882D0}" dt="2023-03-28T16:47:58.880" v="3623"/>
          <ac:inkMkLst>
            <pc:docMk/>
            <pc:sldMk cId="1308517110" sldId="257"/>
            <ac:inkMk id="130" creationId="{A4FD168A-B51E-43B2-A294-7BDAD78149AE}"/>
          </ac:inkMkLst>
        </pc:inkChg>
        <pc:inkChg chg="add">
          <ac:chgData name="" userId="242feb3c33a8e7bf" providerId="LiveId" clId="{39C24DAF-E20C-4507-9157-C96F2FA882D0}" dt="2023-03-28T16:48:01.567" v="3624"/>
          <ac:inkMkLst>
            <pc:docMk/>
            <pc:sldMk cId="1308517110" sldId="257"/>
            <ac:inkMk id="131" creationId="{C7766F79-CED1-4ACA-87AC-269EB54BD13E}"/>
          </ac:inkMkLst>
        </pc:inkChg>
        <pc:inkChg chg="add">
          <ac:chgData name="" userId="242feb3c33a8e7bf" providerId="LiveId" clId="{39C24DAF-E20C-4507-9157-C96F2FA882D0}" dt="2023-03-28T16:48:02.888" v="3625"/>
          <ac:inkMkLst>
            <pc:docMk/>
            <pc:sldMk cId="1308517110" sldId="257"/>
            <ac:inkMk id="132" creationId="{B1A34D69-06F3-4EE4-AAA2-52C6AF87DCBD}"/>
          </ac:inkMkLst>
        </pc:inkChg>
        <pc:inkChg chg="add del">
          <ac:chgData name="" userId="242feb3c33a8e7bf" providerId="LiveId" clId="{39C24DAF-E20C-4507-9157-C96F2FA882D0}" dt="2023-03-28T16:48:06.415" v="3628"/>
          <ac:inkMkLst>
            <pc:docMk/>
            <pc:sldMk cId="1308517110" sldId="257"/>
            <ac:inkMk id="133" creationId="{E06EC01C-B467-4253-88B0-09C2370A776B}"/>
          </ac:inkMkLst>
        </pc:inkChg>
        <pc:inkChg chg="add del">
          <ac:chgData name="" userId="242feb3c33a8e7bf" providerId="LiveId" clId="{39C24DAF-E20C-4507-9157-C96F2FA882D0}" dt="2023-03-28T16:48:06.415" v="3628"/>
          <ac:inkMkLst>
            <pc:docMk/>
            <pc:sldMk cId="1308517110" sldId="257"/>
            <ac:inkMk id="134" creationId="{EEABB717-7F0D-4210-A561-5235898B7854}"/>
          </ac:inkMkLst>
        </pc:inkChg>
        <pc:inkChg chg="add">
          <ac:chgData name="" userId="242feb3c33a8e7bf" providerId="LiveId" clId="{39C24DAF-E20C-4507-9157-C96F2FA882D0}" dt="2023-03-28T16:48:06.415" v="3628"/>
          <ac:inkMkLst>
            <pc:docMk/>
            <pc:sldMk cId="1308517110" sldId="257"/>
            <ac:inkMk id="135" creationId="{FD4198CC-0DEC-45D6-95D3-30FC3C4E76DF}"/>
          </ac:inkMkLst>
        </pc:inkChg>
        <pc:inkChg chg="add">
          <ac:chgData name="" userId="242feb3c33a8e7bf" providerId="LiveId" clId="{39C24DAF-E20C-4507-9157-C96F2FA882D0}" dt="2023-03-28T16:48:08.701" v="3629"/>
          <ac:inkMkLst>
            <pc:docMk/>
            <pc:sldMk cId="1308517110" sldId="257"/>
            <ac:inkMk id="136" creationId="{45691386-F685-49B7-A837-B2B9F84E380E}"/>
          </ac:inkMkLst>
        </pc:inkChg>
        <pc:inkChg chg="add">
          <ac:chgData name="" userId="242feb3c33a8e7bf" providerId="LiveId" clId="{39C24DAF-E20C-4507-9157-C96F2FA882D0}" dt="2023-03-28T16:48:11.208" v="3630"/>
          <ac:inkMkLst>
            <pc:docMk/>
            <pc:sldMk cId="1308517110" sldId="257"/>
            <ac:inkMk id="137" creationId="{BDCCD29F-0775-4943-9169-E9627BC8F1BF}"/>
          </ac:inkMkLst>
        </pc:inkChg>
        <pc:inkChg chg="add">
          <ac:chgData name="" userId="242feb3c33a8e7bf" providerId="LiveId" clId="{39C24DAF-E20C-4507-9157-C96F2FA882D0}" dt="2023-03-28T16:48:14.380" v="3631"/>
          <ac:inkMkLst>
            <pc:docMk/>
            <pc:sldMk cId="1308517110" sldId="257"/>
            <ac:inkMk id="138" creationId="{AAE2688A-30F4-4AF6-BF95-110B37604196}"/>
          </ac:inkMkLst>
        </pc:inkChg>
        <pc:inkChg chg="add">
          <ac:chgData name="" userId="242feb3c33a8e7bf" providerId="LiveId" clId="{39C24DAF-E20C-4507-9157-C96F2FA882D0}" dt="2023-03-28T16:48:18.535" v="3632"/>
          <ac:inkMkLst>
            <pc:docMk/>
            <pc:sldMk cId="1308517110" sldId="257"/>
            <ac:inkMk id="139" creationId="{3E02C334-5F68-406E-9785-26E409199083}"/>
          </ac:inkMkLst>
        </pc:inkChg>
        <pc:inkChg chg="add del">
          <ac:chgData name="" userId="242feb3c33a8e7bf" providerId="LiveId" clId="{39C24DAF-E20C-4507-9157-C96F2FA882D0}" dt="2023-03-28T16:51:10.233" v="3862"/>
          <ac:inkMkLst>
            <pc:docMk/>
            <pc:sldMk cId="1308517110" sldId="257"/>
            <ac:inkMk id="140" creationId="{C21BBC36-2369-4E62-B0E3-C6E74A6E8907}"/>
          </ac:inkMkLst>
        </pc:inkChg>
        <pc:inkChg chg="add del">
          <ac:chgData name="" userId="242feb3c33a8e7bf" providerId="LiveId" clId="{39C24DAF-E20C-4507-9157-C96F2FA882D0}" dt="2023-03-28T16:51:09.832" v="3861"/>
          <ac:inkMkLst>
            <pc:docMk/>
            <pc:sldMk cId="1308517110" sldId="257"/>
            <ac:inkMk id="141" creationId="{0001FB9E-CC11-43CE-BCD6-6A70495BA1F7}"/>
          </ac:inkMkLst>
        </pc:inkChg>
        <pc:inkChg chg="add del">
          <ac:chgData name="" userId="242feb3c33a8e7bf" providerId="LiveId" clId="{39C24DAF-E20C-4507-9157-C96F2FA882D0}" dt="2023-03-28T16:51:01.189" v="3853"/>
          <ac:inkMkLst>
            <pc:docMk/>
            <pc:sldMk cId="1308517110" sldId="257"/>
            <ac:inkMk id="142" creationId="{FF00246F-D952-41D9-A993-E5423FDBF795}"/>
          </ac:inkMkLst>
        </pc:inkChg>
        <pc:inkChg chg="add del">
          <ac:chgData name="" userId="242feb3c33a8e7bf" providerId="LiveId" clId="{39C24DAF-E20C-4507-9157-C96F2FA882D0}" dt="2023-03-28T16:51:09.440" v="3860"/>
          <ac:inkMkLst>
            <pc:docMk/>
            <pc:sldMk cId="1308517110" sldId="257"/>
            <ac:inkMk id="143" creationId="{704F4B62-F47F-4141-A829-1694B6879648}"/>
          </ac:inkMkLst>
        </pc:inkChg>
        <pc:inkChg chg="add del">
          <ac:chgData name="" userId="242feb3c33a8e7bf" providerId="LiveId" clId="{39C24DAF-E20C-4507-9157-C96F2FA882D0}" dt="2023-03-28T16:51:07.416" v="3858"/>
          <ac:inkMkLst>
            <pc:docMk/>
            <pc:sldMk cId="1308517110" sldId="257"/>
            <ac:inkMk id="145" creationId="{559A9529-9E3A-4720-9F98-1955D38FD126}"/>
          </ac:inkMkLst>
        </pc:inkChg>
        <pc:inkChg chg="add del">
          <ac:chgData name="" userId="242feb3c33a8e7bf" providerId="LiveId" clId="{39C24DAF-E20C-4507-9157-C96F2FA882D0}" dt="2023-03-28T16:51:07.728" v="3859"/>
          <ac:inkMkLst>
            <pc:docMk/>
            <pc:sldMk cId="1308517110" sldId="257"/>
            <ac:inkMk id="146" creationId="{3AE04E53-5A26-4865-9B89-BD40317F2123}"/>
          </ac:inkMkLst>
        </pc:inkChg>
        <pc:inkChg chg="add del">
          <ac:chgData name="" userId="242feb3c33a8e7bf" providerId="LiveId" clId="{39C24DAF-E20C-4507-9157-C96F2FA882D0}" dt="2023-03-28T16:51:23.129" v="3868"/>
          <ac:inkMkLst>
            <pc:docMk/>
            <pc:sldMk cId="1308517110" sldId="257"/>
            <ac:inkMk id="147" creationId="{3BB3F771-D09E-42F5-81C2-B6AB7C88070B}"/>
          </ac:inkMkLst>
        </pc:inkChg>
        <pc:inkChg chg="add del">
          <ac:chgData name="" userId="242feb3c33a8e7bf" providerId="LiveId" clId="{39C24DAF-E20C-4507-9157-C96F2FA882D0}" dt="2023-03-28T16:51:23.129" v="3868"/>
          <ac:inkMkLst>
            <pc:docMk/>
            <pc:sldMk cId="1308517110" sldId="257"/>
            <ac:inkMk id="148" creationId="{EAF6EDD3-9C7A-457A-8B61-E936C20239A3}"/>
          </ac:inkMkLst>
        </pc:inkChg>
        <pc:inkChg chg="add del">
          <ac:chgData name="" userId="242feb3c33a8e7bf" providerId="LiveId" clId="{39C24DAF-E20C-4507-9157-C96F2FA882D0}" dt="2023-03-28T16:51:36.258" v="3873"/>
          <ac:inkMkLst>
            <pc:docMk/>
            <pc:sldMk cId="1308517110" sldId="257"/>
            <ac:inkMk id="150" creationId="{7F48BC0E-63F5-461F-93A3-D4E652A41981}"/>
          </ac:inkMkLst>
        </pc:inkChg>
        <pc:inkChg chg="add del">
          <ac:chgData name="" userId="242feb3c33a8e7bf" providerId="LiveId" clId="{39C24DAF-E20C-4507-9157-C96F2FA882D0}" dt="2023-03-28T16:51:30.216" v="3871"/>
          <ac:inkMkLst>
            <pc:docMk/>
            <pc:sldMk cId="1308517110" sldId="257"/>
            <ac:inkMk id="151" creationId="{FF34CFC8-B913-4BBE-BEF2-9E6CD346B3D6}"/>
          </ac:inkMkLst>
        </pc:inkChg>
        <pc:inkChg chg="add">
          <ac:chgData name="" userId="242feb3c33a8e7bf" providerId="LiveId" clId="{39C24DAF-E20C-4507-9157-C96F2FA882D0}" dt="2023-03-28T16:51:29.867" v="3870"/>
          <ac:inkMkLst>
            <pc:docMk/>
            <pc:sldMk cId="1308517110" sldId="257"/>
            <ac:inkMk id="152" creationId="{E930B029-DBA3-49B9-AA08-D9D1919F588A}"/>
          </ac:inkMkLst>
        </pc:inkChg>
        <pc:inkChg chg="add del">
          <ac:chgData name="" userId="242feb3c33a8e7bf" providerId="LiveId" clId="{39C24DAF-E20C-4507-9157-C96F2FA882D0}" dt="2023-03-28T16:51:36.258" v="3873"/>
          <ac:inkMkLst>
            <pc:docMk/>
            <pc:sldMk cId="1308517110" sldId="257"/>
            <ac:inkMk id="155" creationId="{DAF813E9-0318-49FD-A9B6-119DC82C61FA}"/>
          </ac:inkMkLst>
        </pc:inkChg>
        <pc:inkChg chg="add del">
          <ac:chgData name="" userId="242feb3c33a8e7bf" providerId="LiveId" clId="{39C24DAF-E20C-4507-9157-C96F2FA882D0}" dt="2023-03-28T16:51:39.115" v="3875"/>
          <ac:inkMkLst>
            <pc:docMk/>
            <pc:sldMk cId="1308517110" sldId="257"/>
            <ac:inkMk id="156" creationId="{A906ECA2-8EC6-4940-89D0-BD4A5EA81F69}"/>
          </ac:inkMkLst>
        </pc:inkChg>
        <pc:inkChg chg="add del">
          <ac:chgData name="" userId="242feb3c33a8e7bf" providerId="LiveId" clId="{39C24DAF-E20C-4507-9157-C96F2FA882D0}" dt="2023-03-28T16:51:39.115" v="3875"/>
          <ac:inkMkLst>
            <pc:docMk/>
            <pc:sldMk cId="1308517110" sldId="257"/>
            <ac:inkMk id="157" creationId="{E8F4D303-CDF7-4730-9352-BB170A53BBD5}"/>
          </ac:inkMkLst>
        </pc:inkChg>
        <pc:inkChg chg="add del">
          <ac:chgData name="" userId="242feb3c33a8e7bf" providerId="LiveId" clId="{39C24DAF-E20C-4507-9157-C96F2FA882D0}" dt="2023-03-28T16:51:50.057" v="3877"/>
          <ac:inkMkLst>
            <pc:docMk/>
            <pc:sldMk cId="1308517110" sldId="257"/>
            <ac:inkMk id="158" creationId="{E9A9292B-5B04-4223-A018-119BA99C89D0}"/>
          </ac:inkMkLst>
        </pc:inkChg>
        <pc:inkChg chg="add del">
          <ac:chgData name="" userId="242feb3c33a8e7bf" providerId="LiveId" clId="{39C24DAF-E20C-4507-9157-C96F2FA882D0}" dt="2023-03-28T16:51:50.057" v="3877"/>
          <ac:inkMkLst>
            <pc:docMk/>
            <pc:sldMk cId="1308517110" sldId="257"/>
            <ac:inkMk id="159" creationId="{F55065C5-104B-4E1C-A027-BBCC568E9C6E}"/>
          </ac:inkMkLst>
        </pc:inkChg>
        <pc:inkChg chg="add del">
          <ac:chgData name="" userId="242feb3c33a8e7bf" providerId="LiveId" clId="{39C24DAF-E20C-4507-9157-C96F2FA882D0}" dt="2023-03-28T16:51:55.543" v="3879"/>
          <ac:inkMkLst>
            <pc:docMk/>
            <pc:sldMk cId="1308517110" sldId="257"/>
            <ac:inkMk id="162" creationId="{652ADC4E-B185-4200-95EF-0786A47A4AC0}"/>
          </ac:inkMkLst>
        </pc:inkChg>
        <pc:inkChg chg="add del">
          <ac:chgData name="" userId="242feb3c33a8e7bf" providerId="LiveId" clId="{39C24DAF-E20C-4507-9157-C96F2FA882D0}" dt="2023-03-28T16:51:55.543" v="3879"/>
          <ac:inkMkLst>
            <pc:docMk/>
            <pc:sldMk cId="1308517110" sldId="257"/>
            <ac:inkMk id="163" creationId="{6FB6010A-67A1-4C27-BEEE-2C6AC363C3AA}"/>
          </ac:inkMkLst>
        </pc:inkChg>
        <pc:inkChg chg="add del">
          <ac:chgData name="" userId="242feb3c33a8e7bf" providerId="LiveId" clId="{39C24DAF-E20C-4507-9157-C96F2FA882D0}" dt="2023-03-28T16:52:02.032" v="3881"/>
          <ac:inkMkLst>
            <pc:docMk/>
            <pc:sldMk cId="1308517110" sldId="257"/>
            <ac:inkMk id="165" creationId="{A3B1199A-A12A-481D-87BD-C0FF4AD9661B}"/>
          </ac:inkMkLst>
        </pc:inkChg>
        <pc:inkChg chg="add del">
          <ac:chgData name="" userId="242feb3c33a8e7bf" providerId="LiveId" clId="{39C24DAF-E20C-4507-9157-C96F2FA882D0}" dt="2023-03-28T16:52:02.032" v="3881"/>
          <ac:inkMkLst>
            <pc:docMk/>
            <pc:sldMk cId="1308517110" sldId="257"/>
            <ac:inkMk id="166" creationId="{182021F4-6FF2-4B75-A52D-4FF862F44B01}"/>
          </ac:inkMkLst>
        </pc:inkChg>
        <pc:inkChg chg="add del">
          <ac:chgData name="" userId="242feb3c33a8e7bf" providerId="LiveId" clId="{39C24DAF-E20C-4507-9157-C96F2FA882D0}" dt="2023-03-28T16:52:04.993" v="3883"/>
          <ac:inkMkLst>
            <pc:docMk/>
            <pc:sldMk cId="1308517110" sldId="257"/>
            <ac:inkMk id="167" creationId="{0EDF0D55-38F0-48B8-B3FC-E0A442398593}"/>
          </ac:inkMkLst>
        </pc:inkChg>
        <pc:inkChg chg="add del">
          <ac:chgData name="" userId="242feb3c33a8e7bf" providerId="LiveId" clId="{39C24DAF-E20C-4507-9157-C96F2FA882D0}" dt="2023-03-28T16:52:04.993" v="3883"/>
          <ac:inkMkLst>
            <pc:docMk/>
            <pc:sldMk cId="1308517110" sldId="257"/>
            <ac:inkMk id="168" creationId="{18923FEA-8884-4787-B0E6-DBB75688BFB3}"/>
          </ac:inkMkLst>
        </pc:inkChg>
        <pc:inkChg chg="add del">
          <ac:chgData name="" userId="242feb3c33a8e7bf" providerId="LiveId" clId="{39C24DAF-E20C-4507-9157-C96F2FA882D0}" dt="2023-03-28T16:52:13.795" v="3886"/>
          <ac:inkMkLst>
            <pc:docMk/>
            <pc:sldMk cId="1308517110" sldId="257"/>
            <ac:inkMk id="169" creationId="{18F4BDC4-1A63-4E5A-8E8B-1615749C03E3}"/>
          </ac:inkMkLst>
        </pc:inkChg>
        <pc:inkChg chg="add del">
          <ac:chgData name="" userId="242feb3c33a8e7bf" providerId="LiveId" clId="{39C24DAF-E20C-4507-9157-C96F2FA882D0}" dt="2023-03-28T16:52:13.795" v="3886"/>
          <ac:inkMkLst>
            <pc:docMk/>
            <pc:sldMk cId="1308517110" sldId="257"/>
            <ac:inkMk id="170" creationId="{A1DD9168-4D24-4D98-82A6-A8B6AA25F790}"/>
          </ac:inkMkLst>
        </pc:inkChg>
        <pc:inkChg chg="add del">
          <ac:chgData name="" userId="242feb3c33a8e7bf" providerId="LiveId" clId="{39C24DAF-E20C-4507-9157-C96F2FA882D0}" dt="2023-03-28T16:52:13.795" v="3886"/>
          <ac:inkMkLst>
            <pc:docMk/>
            <pc:sldMk cId="1308517110" sldId="257"/>
            <ac:inkMk id="171" creationId="{711FDFFF-809F-4811-A191-915F86E1A436}"/>
          </ac:inkMkLst>
        </pc:inkChg>
        <pc:inkChg chg="add del">
          <ac:chgData name="" userId="242feb3c33a8e7bf" providerId="LiveId" clId="{39C24DAF-E20C-4507-9157-C96F2FA882D0}" dt="2023-03-28T16:52:24.183" v="3888"/>
          <ac:inkMkLst>
            <pc:docMk/>
            <pc:sldMk cId="1308517110" sldId="257"/>
            <ac:inkMk id="172" creationId="{017ED056-0B8D-4088-ADFF-F33535BA53D0}"/>
          </ac:inkMkLst>
        </pc:inkChg>
        <pc:inkChg chg="add del">
          <ac:chgData name="" userId="242feb3c33a8e7bf" providerId="LiveId" clId="{39C24DAF-E20C-4507-9157-C96F2FA882D0}" dt="2023-03-28T16:52:24.183" v="3888"/>
          <ac:inkMkLst>
            <pc:docMk/>
            <pc:sldMk cId="1308517110" sldId="257"/>
            <ac:inkMk id="173" creationId="{7FE0DB78-1074-4741-9BA9-F3965FB2AB6A}"/>
          </ac:inkMkLst>
        </pc:inkChg>
        <pc:inkChg chg="add del">
          <ac:chgData name="" userId="242feb3c33a8e7bf" providerId="LiveId" clId="{39C24DAF-E20C-4507-9157-C96F2FA882D0}" dt="2023-03-28T16:52:30.889" v="3890"/>
          <ac:inkMkLst>
            <pc:docMk/>
            <pc:sldMk cId="1308517110" sldId="257"/>
            <ac:inkMk id="174" creationId="{558AF37F-5FEC-4D66-BFAA-6719F91B90B2}"/>
          </ac:inkMkLst>
        </pc:inkChg>
        <pc:inkChg chg="add del">
          <ac:chgData name="" userId="242feb3c33a8e7bf" providerId="LiveId" clId="{39C24DAF-E20C-4507-9157-C96F2FA882D0}" dt="2023-03-28T16:52:30.889" v="3890"/>
          <ac:inkMkLst>
            <pc:docMk/>
            <pc:sldMk cId="1308517110" sldId="257"/>
            <ac:inkMk id="176" creationId="{F959171C-A569-40BB-B3BD-071287F6B459}"/>
          </ac:inkMkLst>
        </pc:inkChg>
        <pc:inkChg chg="add del">
          <ac:chgData name="" userId="242feb3c33a8e7bf" providerId="LiveId" clId="{39C24DAF-E20C-4507-9157-C96F2FA882D0}" dt="2023-03-28T16:52:37.080" v="3892"/>
          <ac:inkMkLst>
            <pc:docMk/>
            <pc:sldMk cId="1308517110" sldId="257"/>
            <ac:inkMk id="177" creationId="{2CD029A6-950B-4C8E-A342-21F81C7763AA}"/>
          </ac:inkMkLst>
        </pc:inkChg>
        <pc:inkChg chg="add del">
          <ac:chgData name="" userId="242feb3c33a8e7bf" providerId="LiveId" clId="{39C24DAF-E20C-4507-9157-C96F2FA882D0}" dt="2023-03-28T16:52:37.080" v="3892"/>
          <ac:inkMkLst>
            <pc:docMk/>
            <pc:sldMk cId="1308517110" sldId="257"/>
            <ac:inkMk id="178" creationId="{96E258EA-E070-4258-8C27-D38E41CBED33}"/>
          </ac:inkMkLst>
        </pc:inkChg>
        <pc:inkChg chg="add del">
          <ac:chgData name="" userId="242feb3c33a8e7bf" providerId="LiveId" clId="{39C24DAF-E20C-4507-9157-C96F2FA882D0}" dt="2023-03-28T16:52:40.117" v="3894"/>
          <ac:inkMkLst>
            <pc:docMk/>
            <pc:sldMk cId="1308517110" sldId="257"/>
            <ac:inkMk id="179" creationId="{0595C5FA-9084-4F58-853B-83A82263072E}"/>
          </ac:inkMkLst>
        </pc:inkChg>
        <pc:inkChg chg="add del">
          <ac:chgData name="" userId="242feb3c33a8e7bf" providerId="LiveId" clId="{39C24DAF-E20C-4507-9157-C96F2FA882D0}" dt="2023-03-28T16:52:40.117" v="3894"/>
          <ac:inkMkLst>
            <pc:docMk/>
            <pc:sldMk cId="1308517110" sldId="257"/>
            <ac:inkMk id="180" creationId="{1AB33D9E-3B94-40CB-9028-173F877FE6C5}"/>
          </ac:inkMkLst>
        </pc:inkChg>
        <pc:inkChg chg="add del">
          <ac:chgData name="" userId="242feb3c33a8e7bf" providerId="LiveId" clId="{39C24DAF-E20C-4507-9157-C96F2FA882D0}" dt="2023-03-28T16:52:46.741" v="3897"/>
          <ac:inkMkLst>
            <pc:docMk/>
            <pc:sldMk cId="1308517110" sldId="257"/>
            <ac:inkMk id="181" creationId="{E7FADB79-F430-463A-8DF7-2B375543CB0A}"/>
          </ac:inkMkLst>
        </pc:inkChg>
        <pc:inkChg chg="add del">
          <ac:chgData name="" userId="242feb3c33a8e7bf" providerId="LiveId" clId="{39C24DAF-E20C-4507-9157-C96F2FA882D0}" dt="2023-03-28T16:52:46.741" v="3897"/>
          <ac:inkMkLst>
            <pc:docMk/>
            <pc:sldMk cId="1308517110" sldId="257"/>
            <ac:inkMk id="182" creationId="{B2E9F5E5-2F58-491D-9742-FDC9FBD06103}"/>
          </ac:inkMkLst>
        </pc:inkChg>
        <pc:inkChg chg="add del">
          <ac:chgData name="" userId="242feb3c33a8e7bf" providerId="LiveId" clId="{39C24DAF-E20C-4507-9157-C96F2FA882D0}" dt="2023-03-28T16:52:46.741" v="3897"/>
          <ac:inkMkLst>
            <pc:docMk/>
            <pc:sldMk cId="1308517110" sldId="257"/>
            <ac:inkMk id="185" creationId="{398C87BB-4704-4DE0-A46E-34E84DC7286D}"/>
          </ac:inkMkLst>
        </pc:inkChg>
        <pc:inkChg chg="add del">
          <ac:chgData name="" userId="242feb3c33a8e7bf" providerId="LiveId" clId="{39C24DAF-E20C-4507-9157-C96F2FA882D0}" dt="2023-03-28T16:52:49.380" v="3899"/>
          <ac:inkMkLst>
            <pc:docMk/>
            <pc:sldMk cId="1308517110" sldId="257"/>
            <ac:inkMk id="186" creationId="{3294ADA8-2198-4AD2-B37F-88647A06A98F}"/>
          </ac:inkMkLst>
        </pc:inkChg>
        <pc:inkChg chg="add del">
          <ac:chgData name="" userId="242feb3c33a8e7bf" providerId="LiveId" clId="{39C24DAF-E20C-4507-9157-C96F2FA882D0}" dt="2023-03-28T16:52:49.380" v="3899"/>
          <ac:inkMkLst>
            <pc:docMk/>
            <pc:sldMk cId="1308517110" sldId="257"/>
            <ac:inkMk id="187" creationId="{D770921D-A00A-4817-861E-0B48AAD1F100}"/>
          </ac:inkMkLst>
        </pc:inkChg>
        <pc:inkChg chg="add del">
          <ac:chgData name="" userId="242feb3c33a8e7bf" providerId="LiveId" clId="{39C24DAF-E20C-4507-9157-C96F2FA882D0}" dt="2023-03-28T16:52:56.413" v="3901"/>
          <ac:inkMkLst>
            <pc:docMk/>
            <pc:sldMk cId="1308517110" sldId="257"/>
            <ac:inkMk id="189" creationId="{92F696CC-9408-4D26-9D63-2DB3B20403FB}"/>
          </ac:inkMkLst>
        </pc:inkChg>
        <pc:inkChg chg="add del">
          <ac:chgData name="" userId="242feb3c33a8e7bf" providerId="LiveId" clId="{39C24DAF-E20C-4507-9157-C96F2FA882D0}" dt="2023-03-28T16:52:56.413" v="3901"/>
          <ac:inkMkLst>
            <pc:docMk/>
            <pc:sldMk cId="1308517110" sldId="257"/>
            <ac:inkMk id="190" creationId="{4E90BABB-0869-4389-BEA9-95BEB83067F0}"/>
          </ac:inkMkLst>
        </pc:inkChg>
        <pc:inkChg chg="add del">
          <ac:chgData name="" userId="242feb3c33a8e7bf" providerId="LiveId" clId="{39C24DAF-E20C-4507-9157-C96F2FA882D0}" dt="2023-03-28T16:53:00.695" v="3903"/>
          <ac:inkMkLst>
            <pc:docMk/>
            <pc:sldMk cId="1308517110" sldId="257"/>
            <ac:inkMk id="191" creationId="{5F3FAE5B-4B93-4447-82E9-B96FC9C75F67}"/>
          </ac:inkMkLst>
        </pc:inkChg>
        <pc:inkChg chg="add del">
          <ac:chgData name="" userId="242feb3c33a8e7bf" providerId="LiveId" clId="{39C24DAF-E20C-4507-9157-C96F2FA882D0}" dt="2023-03-28T16:53:00.695" v="3903"/>
          <ac:inkMkLst>
            <pc:docMk/>
            <pc:sldMk cId="1308517110" sldId="257"/>
            <ac:inkMk id="193" creationId="{3C384C3D-7565-4370-A8D1-97ED6917596F}"/>
          </ac:inkMkLst>
        </pc:inkChg>
        <pc:inkChg chg="add del">
          <ac:chgData name="" userId="242feb3c33a8e7bf" providerId="LiveId" clId="{39C24DAF-E20C-4507-9157-C96F2FA882D0}" dt="2023-03-28T16:53:03.243" v="3905"/>
          <ac:inkMkLst>
            <pc:docMk/>
            <pc:sldMk cId="1308517110" sldId="257"/>
            <ac:inkMk id="194" creationId="{5E733C27-077A-4913-8637-4DB51AA76D93}"/>
          </ac:inkMkLst>
        </pc:inkChg>
        <pc:inkChg chg="add del">
          <ac:chgData name="" userId="242feb3c33a8e7bf" providerId="LiveId" clId="{39C24DAF-E20C-4507-9157-C96F2FA882D0}" dt="2023-03-28T16:53:03.243" v="3905"/>
          <ac:inkMkLst>
            <pc:docMk/>
            <pc:sldMk cId="1308517110" sldId="257"/>
            <ac:inkMk id="195" creationId="{9C48DBA4-F0B4-499C-87DC-56B3A98E2F76}"/>
          </ac:inkMkLst>
        </pc:inkChg>
        <pc:inkChg chg="add del">
          <ac:chgData name="" userId="242feb3c33a8e7bf" providerId="LiveId" clId="{39C24DAF-E20C-4507-9157-C96F2FA882D0}" dt="2023-03-28T16:53:06.192" v="3907"/>
          <ac:inkMkLst>
            <pc:docMk/>
            <pc:sldMk cId="1308517110" sldId="257"/>
            <ac:inkMk id="196" creationId="{ED7B14D7-C49B-4312-B3C4-F36A164C535B}"/>
          </ac:inkMkLst>
        </pc:inkChg>
        <pc:inkChg chg="add del">
          <ac:chgData name="" userId="242feb3c33a8e7bf" providerId="LiveId" clId="{39C24DAF-E20C-4507-9157-C96F2FA882D0}" dt="2023-03-28T16:53:06.192" v="3907"/>
          <ac:inkMkLst>
            <pc:docMk/>
            <pc:sldMk cId="1308517110" sldId="257"/>
            <ac:inkMk id="197" creationId="{688EFF9F-33B7-4E72-86F5-C3A5AB296337}"/>
          </ac:inkMkLst>
        </pc:inkChg>
        <pc:inkChg chg="add del">
          <ac:chgData name="" userId="242feb3c33a8e7bf" providerId="LiveId" clId="{39C24DAF-E20C-4507-9157-C96F2FA882D0}" dt="2023-03-28T16:53:09.358" v="3909"/>
          <ac:inkMkLst>
            <pc:docMk/>
            <pc:sldMk cId="1308517110" sldId="257"/>
            <ac:inkMk id="202" creationId="{57A61171-6F18-4F20-92D9-B9802A1544AF}"/>
          </ac:inkMkLst>
        </pc:inkChg>
        <pc:inkChg chg="add del">
          <ac:chgData name="" userId="242feb3c33a8e7bf" providerId="LiveId" clId="{39C24DAF-E20C-4507-9157-C96F2FA882D0}" dt="2023-03-28T16:53:09.358" v="3909"/>
          <ac:inkMkLst>
            <pc:docMk/>
            <pc:sldMk cId="1308517110" sldId="257"/>
            <ac:inkMk id="203" creationId="{EC1B59B9-8A5B-4E37-BFDC-FE784E471BF8}"/>
          </ac:inkMkLst>
        </pc:inkChg>
        <pc:inkChg chg="add del">
          <ac:chgData name="" userId="242feb3c33a8e7bf" providerId="LiveId" clId="{39C24DAF-E20C-4507-9157-C96F2FA882D0}" dt="2023-03-28T16:53:13.594" v="3911"/>
          <ac:inkMkLst>
            <pc:docMk/>
            <pc:sldMk cId="1308517110" sldId="257"/>
            <ac:inkMk id="204" creationId="{CADE21DC-CE18-4CAA-A2E1-0326DF7465B2}"/>
          </ac:inkMkLst>
        </pc:inkChg>
        <pc:inkChg chg="add del">
          <ac:chgData name="" userId="242feb3c33a8e7bf" providerId="LiveId" clId="{39C24DAF-E20C-4507-9157-C96F2FA882D0}" dt="2023-03-28T16:53:13.594" v="3911"/>
          <ac:inkMkLst>
            <pc:docMk/>
            <pc:sldMk cId="1308517110" sldId="257"/>
            <ac:inkMk id="206" creationId="{DD6EDDBA-6065-4D4C-9987-B2EEE7CA3471}"/>
          </ac:inkMkLst>
        </pc:inkChg>
        <pc:inkChg chg="add del">
          <ac:chgData name="" userId="242feb3c33a8e7bf" providerId="LiveId" clId="{39C24DAF-E20C-4507-9157-C96F2FA882D0}" dt="2023-03-28T16:53:18.336" v="3913"/>
          <ac:inkMkLst>
            <pc:docMk/>
            <pc:sldMk cId="1308517110" sldId="257"/>
            <ac:inkMk id="207" creationId="{DAC6BB86-F3EC-4C52-9C1C-6BC8B4EFE109}"/>
          </ac:inkMkLst>
        </pc:inkChg>
        <pc:inkChg chg="add del">
          <ac:chgData name="" userId="242feb3c33a8e7bf" providerId="LiveId" clId="{39C24DAF-E20C-4507-9157-C96F2FA882D0}" dt="2023-03-28T16:53:18.336" v="3913"/>
          <ac:inkMkLst>
            <pc:docMk/>
            <pc:sldMk cId="1308517110" sldId="257"/>
            <ac:inkMk id="208" creationId="{9A6CDCF5-5715-4654-911B-C3E3A1E7B122}"/>
          </ac:inkMkLst>
        </pc:inkChg>
        <pc:inkChg chg="add del">
          <ac:chgData name="" userId="242feb3c33a8e7bf" providerId="LiveId" clId="{39C24DAF-E20C-4507-9157-C96F2FA882D0}" dt="2023-03-28T16:53:22.346" v="3915"/>
          <ac:inkMkLst>
            <pc:docMk/>
            <pc:sldMk cId="1308517110" sldId="257"/>
            <ac:inkMk id="209" creationId="{36662BEA-BCFE-4090-99BB-300B9EBD6371}"/>
          </ac:inkMkLst>
        </pc:inkChg>
        <pc:inkChg chg="add del">
          <ac:chgData name="" userId="242feb3c33a8e7bf" providerId="LiveId" clId="{39C24DAF-E20C-4507-9157-C96F2FA882D0}" dt="2023-03-28T16:53:22.346" v="3915"/>
          <ac:inkMkLst>
            <pc:docMk/>
            <pc:sldMk cId="1308517110" sldId="257"/>
            <ac:inkMk id="210" creationId="{475E7297-D1DE-4F97-A9B9-99E2AF42F42C}"/>
          </ac:inkMkLst>
        </pc:inkChg>
        <pc:inkChg chg="add del">
          <ac:chgData name="" userId="242feb3c33a8e7bf" providerId="LiveId" clId="{39C24DAF-E20C-4507-9157-C96F2FA882D0}" dt="2023-03-28T16:53:27.812" v="3917"/>
          <ac:inkMkLst>
            <pc:docMk/>
            <pc:sldMk cId="1308517110" sldId="257"/>
            <ac:inkMk id="212" creationId="{31CF6CEC-FD34-49DF-B0BB-6F2868A5DBCB}"/>
          </ac:inkMkLst>
        </pc:inkChg>
        <pc:inkChg chg="add del">
          <ac:chgData name="" userId="242feb3c33a8e7bf" providerId="LiveId" clId="{39C24DAF-E20C-4507-9157-C96F2FA882D0}" dt="2023-03-28T16:53:27.812" v="3917"/>
          <ac:inkMkLst>
            <pc:docMk/>
            <pc:sldMk cId="1308517110" sldId="257"/>
            <ac:inkMk id="213" creationId="{D5DC262E-EE08-4FAD-8702-1CFA939BFC32}"/>
          </ac:inkMkLst>
        </pc:inkChg>
        <pc:inkChg chg="add del">
          <ac:chgData name="" userId="242feb3c33a8e7bf" providerId="LiveId" clId="{39C24DAF-E20C-4507-9157-C96F2FA882D0}" dt="2023-03-28T16:53:34.659" v="3919"/>
          <ac:inkMkLst>
            <pc:docMk/>
            <pc:sldMk cId="1308517110" sldId="257"/>
            <ac:inkMk id="214" creationId="{F898686D-7CB4-4DF7-8E32-2AABA1DED875}"/>
          </ac:inkMkLst>
        </pc:inkChg>
        <pc:inkChg chg="add del">
          <ac:chgData name="" userId="242feb3c33a8e7bf" providerId="LiveId" clId="{39C24DAF-E20C-4507-9157-C96F2FA882D0}" dt="2023-03-28T16:53:34.659" v="3919"/>
          <ac:inkMkLst>
            <pc:docMk/>
            <pc:sldMk cId="1308517110" sldId="257"/>
            <ac:inkMk id="215" creationId="{70A738B3-772F-4126-A512-3A0755EF2FBE}"/>
          </ac:inkMkLst>
        </pc:inkChg>
        <pc:inkChg chg="add del">
          <ac:chgData name="" userId="242feb3c33a8e7bf" providerId="LiveId" clId="{39C24DAF-E20C-4507-9157-C96F2FA882D0}" dt="2023-03-28T16:53:39.358" v="3921"/>
          <ac:inkMkLst>
            <pc:docMk/>
            <pc:sldMk cId="1308517110" sldId="257"/>
            <ac:inkMk id="216" creationId="{34875A53-C793-408D-8214-0EE7CCA689F5}"/>
          </ac:inkMkLst>
        </pc:inkChg>
        <pc:inkChg chg="add del">
          <ac:chgData name="" userId="242feb3c33a8e7bf" providerId="LiveId" clId="{39C24DAF-E20C-4507-9157-C96F2FA882D0}" dt="2023-03-28T16:53:39.358" v="3921"/>
          <ac:inkMkLst>
            <pc:docMk/>
            <pc:sldMk cId="1308517110" sldId="257"/>
            <ac:inkMk id="217" creationId="{05495915-167C-4383-97A0-FD5120D48384}"/>
          </ac:inkMkLst>
        </pc:inkChg>
        <pc:inkChg chg="add del">
          <ac:chgData name="" userId="242feb3c33a8e7bf" providerId="LiveId" clId="{39C24DAF-E20C-4507-9157-C96F2FA882D0}" dt="2023-03-28T16:58:44.996" v="4013"/>
          <ac:inkMkLst>
            <pc:docMk/>
            <pc:sldMk cId="1308517110" sldId="257"/>
            <ac:inkMk id="219" creationId="{BC0CDD9A-B098-4A84-A812-E0D91E02535A}"/>
          </ac:inkMkLst>
        </pc:inkChg>
        <pc:inkChg chg="add del">
          <ac:chgData name="" userId="242feb3c33a8e7bf" providerId="LiveId" clId="{39C24DAF-E20C-4507-9157-C96F2FA882D0}" dt="2023-03-28T16:58:44.996" v="4013"/>
          <ac:inkMkLst>
            <pc:docMk/>
            <pc:sldMk cId="1308517110" sldId="257"/>
            <ac:inkMk id="223" creationId="{28622EB2-D529-4F38-9917-667599741812}"/>
          </ac:inkMkLst>
        </pc:inkChg>
        <pc:inkChg chg="add del">
          <ac:chgData name="" userId="242feb3c33a8e7bf" providerId="LiveId" clId="{39C24DAF-E20C-4507-9157-C96F2FA882D0}" dt="2023-03-28T16:58:53.237" v="4018"/>
          <ac:inkMkLst>
            <pc:docMk/>
            <pc:sldMk cId="1308517110" sldId="257"/>
            <ac:inkMk id="224" creationId="{76309C11-398F-4054-B567-D1ABA03C9CFB}"/>
          </ac:inkMkLst>
        </pc:inkChg>
        <pc:inkChg chg="add del">
          <ac:chgData name="" userId="242feb3c33a8e7bf" providerId="LiveId" clId="{39C24DAF-E20C-4507-9157-C96F2FA882D0}" dt="2023-03-28T16:58:49.729" v="4016"/>
          <ac:inkMkLst>
            <pc:docMk/>
            <pc:sldMk cId="1308517110" sldId="257"/>
            <ac:inkMk id="225" creationId="{5A2B18FE-ED32-43EE-B81E-7267E3932244}"/>
          </ac:inkMkLst>
        </pc:inkChg>
        <pc:inkChg chg="add">
          <ac:chgData name="" userId="242feb3c33a8e7bf" providerId="LiveId" clId="{39C24DAF-E20C-4507-9157-C96F2FA882D0}" dt="2023-03-28T16:58:48.891" v="4015"/>
          <ac:inkMkLst>
            <pc:docMk/>
            <pc:sldMk cId="1308517110" sldId="257"/>
            <ac:inkMk id="227" creationId="{860BACFB-6914-4ABB-9BA0-64CF83EB8845}"/>
          </ac:inkMkLst>
        </pc:inkChg>
        <pc:inkChg chg="add del">
          <ac:chgData name="" userId="242feb3c33a8e7bf" providerId="LiveId" clId="{39C24DAF-E20C-4507-9157-C96F2FA882D0}" dt="2023-03-28T16:58:53.237" v="4018"/>
          <ac:inkMkLst>
            <pc:docMk/>
            <pc:sldMk cId="1308517110" sldId="257"/>
            <ac:inkMk id="229" creationId="{93F3B682-6838-47A5-BF68-60530E638F66}"/>
          </ac:inkMkLst>
        </pc:inkChg>
        <pc:inkChg chg="add del">
          <ac:chgData name="" userId="242feb3c33a8e7bf" providerId="LiveId" clId="{39C24DAF-E20C-4507-9157-C96F2FA882D0}" dt="2023-03-28T16:58:56.651" v="4020"/>
          <ac:inkMkLst>
            <pc:docMk/>
            <pc:sldMk cId="1308517110" sldId="257"/>
            <ac:inkMk id="230" creationId="{1710CC08-691A-4880-B9EB-47A1A91432BC}"/>
          </ac:inkMkLst>
        </pc:inkChg>
        <pc:inkChg chg="add del">
          <ac:chgData name="" userId="242feb3c33a8e7bf" providerId="LiveId" clId="{39C24DAF-E20C-4507-9157-C96F2FA882D0}" dt="2023-03-28T16:58:56.651" v="4020"/>
          <ac:inkMkLst>
            <pc:docMk/>
            <pc:sldMk cId="1308517110" sldId="257"/>
            <ac:inkMk id="231" creationId="{DAB698A7-932F-4748-A849-4804B1C67AEF}"/>
          </ac:inkMkLst>
        </pc:inkChg>
        <pc:inkChg chg="add del">
          <ac:chgData name="" userId="242feb3c33a8e7bf" providerId="LiveId" clId="{39C24DAF-E20C-4507-9157-C96F2FA882D0}" dt="2023-03-28T16:59:00.289" v="4022"/>
          <ac:inkMkLst>
            <pc:docMk/>
            <pc:sldMk cId="1308517110" sldId="257"/>
            <ac:inkMk id="233" creationId="{E76EFBDC-A633-44B8-ADEA-09F9964DA101}"/>
          </ac:inkMkLst>
        </pc:inkChg>
        <pc:inkChg chg="add del">
          <ac:chgData name="" userId="242feb3c33a8e7bf" providerId="LiveId" clId="{39C24DAF-E20C-4507-9157-C96F2FA882D0}" dt="2023-03-28T16:59:00.289" v="4022"/>
          <ac:inkMkLst>
            <pc:docMk/>
            <pc:sldMk cId="1308517110" sldId="257"/>
            <ac:inkMk id="234" creationId="{77AF69A1-AC14-4711-B2BA-4B0C50D235E7}"/>
          </ac:inkMkLst>
        </pc:inkChg>
        <pc:inkChg chg="add del">
          <ac:chgData name="" userId="242feb3c33a8e7bf" providerId="LiveId" clId="{39C24DAF-E20C-4507-9157-C96F2FA882D0}" dt="2023-03-28T16:59:02.628" v="4024"/>
          <ac:inkMkLst>
            <pc:docMk/>
            <pc:sldMk cId="1308517110" sldId="257"/>
            <ac:inkMk id="235" creationId="{F335153C-5AA1-412B-B93E-EA7283156539}"/>
          </ac:inkMkLst>
        </pc:inkChg>
        <pc:inkChg chg="add del">
          <ac:chgData name="" userId="242feb3c33a8e7bf" providerId="LiveId" clId="{39C24DAF-E20C-4507-9157-C96F2FA882D0}" dt="2023-03-28T16:59:02.628" v="4024"/>
          <ac:inkMkLst>
            <pc:docMk/>
            <pc:sldMk cId="1308517110" sldId="257"/>
            <ac:inkMk id="236" creationId="{0EDF2511-7B01-4FFB-8B30-B3BBC80764A9}"/>
          </ac:inkMkLst>
        </pc:inkChg>
        <pc:inkChg chg="add del">
          <ac:chgData name="" userId="242feb3c33a8e7bf" providerId="LiveId" clId="{39C24DAF-E20C-4507-9157-C96F2FA882D0}" dt="2023-03-28T16:59:06.331" v="4026"/>
          <ac:inkMkLst>
            <pc:docMk/>
            <pc:sldMk cId="1308517110" sldId="257"/>
            <ac:inkMk id="237" creationId="{24578DD6-1A7A-476F-A06A-FEA88DF1E0A0}"/>
          </ac:inkMkLst>
        </pc:inkChg>
        <pc:inkChg chg="add del">
          <ac:chgData name="" userId="242feb3c33a8e7bf" providerId="LiveId" clId="{39C24DAF-E20C-4507-9157-C96F2FA882D0}" dt="2023-03-28T16:59:06.331" v="4026"/>
          <ac:inkMkLst>
            <pc:docMk/>
            <pc:sldMk cId="1308517110" sldId="257"/>
            <ac:inkMk id="238" creationId="{6B628225-B53F-4F63-B479-A09C7FE432E8}"/>
          </ac:inkMkLst>
        </pc:inkChg>
        <pc:inkChg chg="add del">
          <ac:chgData name="" userId="242feb3c33a8e7bf" providerId="LiveId" clId="{39C24DAF-E20C-4507-9157-C96F2FA882D0}" dt="2023-03-28T16:59:09.357" v="4028"/>
          <ac:inkMkLst>
            <pc:docMk/>
            <pc:sldMk cId="1308517110" sldId="257"/>
            <ac:inkMk id="240" creationId="{520BD4CF-0925-4F20-9C86-9FB5186D9ED5}"/>
          </ac:inkMkLst>
        </pc:inkChg>
        <pc:inkChg chg="add del">
          <ac:chgData name="" userId="242feb3c33a8e7bf" providerId="LiveId" clId="{39C24DAF-E20C-4507-9157-C96F2FA882D0}" dt="2023-03-28T16:59:09.357" v="4028"/>
          <ac:inkMkLst>
            <pc:docMk/>
            <pc:sldMk cId="1308517110" sldId="257"/>
            <ac:inkMk id="241" creationId="{8E5FF2A1-8E6D-4175-91C9-B36109BD0CAA}"/>
          </ac:inkMkLst>
        </pc:inkChg>
        <pc:inkChg chg="add">
          <ac:chgData name="" userId="242feb3c33a8e7bf" providerId="LiveId" clId="{39C24DAF-E20C-4507-9157-C96F2FA882D0}" dt="2023-03-28T16:59:09.357" v="4028"/>
          <ac:inkMkLst>
            <pc:docMk/>
            <pc:sldMk cId="1308517110" sldId="257"/>
            <ac:inkMk id="242" creationId="{4CD9DE1B-6DBE-43B7-80AE-863D4AC8A6CA}"/>
          </ac:inkMkLst>
        </pc:inkChg>
      </pc:sldChg>
      <pc:sldChg chg="addSp delSp modSp">
        <pc:chgData name="" userId="242feb3c33a8e7bf" providerId="LiveId" clId="{39C24DAF-E20C-4507-9157-C96F2FA882D0}" dt="2023-05-02T08:04:35.052" v="9254" actId="20577"/>
        <pc:sldMkLst>
          <pc:docMk/>
          <pc:sldMk cId="2054048512" sldId="258"/>
        </pc:sldMkLst>
        <pc:spChg chg="mod">
          <ac:chgData name="" userId="242feb3c33a8e7bf" providerId="LiveId" clId="{39C24DAF-E20C-4507-9157-C96F2FA882D0}" dt="2023-05-02T08:04:35.052" v="9254" actId="20577"/>
          <ac:spMkLst>
            <pc:docMk/>
            <pc:sldMk cId="2054048512" sldId="258"/>
            <ac:spMk id="3" creationId="{83115C68-7C5D-4A7C-ACBB-3A52EE2CE713}"/>
          </ac:spMkLst>
        </pc:spChg>
        <pc:spChg chg="mod">
          <ac:chgData name="" userId="242feb3c33a8e7bf" providerId="LiveId" clId="{39C24DAF-E20C-4507-9157-C96F2FA882D0}" dt="2023-04-03T15:12:19.395" v="4031" actId="1038"/>
          <ac:spMkLst>
            <pc:docMk/>
            <pc:sldMk cId="2054048512" sldId="258"/>
            <ac:spMk id="8" creationId="{139D02C3-12C6-464B-AD55-26CE56DE5E7C}"/>
          </ac:spMkLst>
        </pc:spChg>
        <pc:spChg chg="mod">
          <ac:chgData name="" userId="242feb3c33a8e7bf" providerId="LiveId" clId="{39C24DAF-E20C-4507-9157-C96F2FA882D0}" dt="2023-05-02T06:34:23.096" v="4161" actId="20577"/>
          <ac:spMkLst>
            <pc:docMk/>
            <pc:sldMk cId="2054048512" sldId="258"/>
            <ac:spMk id="9" creationId="{83C22E9D-957F-4B3C-8935-20C0CB7FA374}"/>
          </ac:spMkLst>
        </pc:spChg>
        <pc:picChg chg="add del">
          <ac:chgData name="" userId="242feb3c33a8e7bf" providerId="LiveId" clId="{39C24DAF-E20C-4507-9157-C96F2FA882D0}" dt="2023-04-07T18:41:31.026" v="4048" actId="478"/>
          <ac:picMkLst>
            <pc:docMk/>
            <pc:sldMk cId="2054048512" sldId="258"/>
            <ac:picMk id="2" creationId="{1FEAEC02-5C25-417B-8DAF-21767AC168D1}"/>
          </ac:picMkLst>
        </pc:picChg>
        <pc:picChg chg="add del mod ord">
          <ac:chgData name="" userId="242feb3c33a8e7bf" providerId="LiveId" clId="{39C24DAF-E20C-4507-9157-C96F2FA882D0}" dt="2023-03-28T16:56:58.936" v="3974" actId="478"/>
          <ac:picMkLst>
            <pc:docMk/>
            <pc:sldMk cId="2054048512" sldId="258"/>
            <ac:picMk id="2" creationId="{99472072-790C-48C8-A3EE-F491CFE50EAD}"/>
          </ac:picMkLst>
        </pc:picChg>
        <pc:picChg chg="add del">
          <ac:chgData name="" userId="242feb3c33a8e7bf" providerId="LiveId" clId="{39C24DAF-E20C-4507-9157-C96F2FA882D0}" dt="2023-04-03T15:12:55.346" v="4035"/>
          <ac:picMkLst>
            <pc:docMk/>
            <pc:sldMk cId="2054048512" sldId="258"/>
            <ac:picMk id="2" creationId="{FB1870D2-77C2-4309-9B89-2A65EDFC009F}"/>
          </ac:picMkLst>
        </pc:picChg>
        <pc:picChg chg="add del mod">
          <ac:chgData name="" userId="242feb3c33a8e7bf" providerId="LiveId" clId="{39C24DAF-E20C-4507-9157-C96F2FA882D0}" dt="2023-03-28T16:57:55.864" v="3994" actId="478"/>
          <ac:picMkLst>
            <pc:docMk/>
            <pc:sldMk cId="2054048512" sldId="258"/>
            <ac:picMk id="4" creationId="{FD214BBB-7417-4F16-8CDF-6F498F926E81}"/>
          </ac:picMkLst>
        </pc:picChg>
        <pc:picChg chg="add mod ord modCrop">
          <ac:chgData name="" userId="242feb3c33a8e7bf" providerId="LiveId" clId="{39C24DAF-E20C-4507-9157-C96F2FA882D0}" dt="2023-03-28T16:58:17.902" v="4008" actId="732"/>
          <ac:picMkLst>
            <pc:docMk/>
            <pc:sldMk cId="2054048512" sldId="258"/>
            <ac:picMk id="10" creationId="{466E891F-F6B3-4496-8FCA-8D050F7EBDC6}"/>
          </ac:picMkLst>
        </pc:picChg>
        <pc:inkChg chg="add del">
          <ac:chgData name="" userId="242feb3c33a8e7bf" providerId="LiveId" clId="{39C24DAF-E20C-4507-9157-C96F2FA882D0}" dt="2023-05-02T06:33:23.928" v="4133"/>
          <ac:inkMkLst>
            <pc:docMk/>
            <pc:sldMk cId="2054048512" sldId="258"/>
            <ac:inkMk id="11" creationId="{250875C5-2483-47C1-B6BD-FE3F545C9900}"/>
          </ac:inkMkLst>
        </pc:inkChg>
        <pc:inkChg chg="add del">
          <ac:chgData name="" userId="242feb3c33a8e7bf" providerId="LiveId" clId="{39C24DAF-E20C-4507-9157-C96F2FA882D0}" dt="2023-05-02T06:33:23.928" v="4132"/>
          <ac:inkMkLst>
            <pc:docMk/>
            <pc:sldMk cId="2054048512" sldId="258"/>
            <ac:inkMk id="12" creationId="{1E34DE1C-5305-4E7A-A9E2-348FB8BEC50E}"/>
          </ac:inkMkLst>
        </pc:inkChg>
        <pc:inkChg chg="add del">
          <ac:chgData name="" userId="242feb3c33a8e7bf" providerId="LiveId" clId="{39C24DAF-E20C-4507-9157-C96F2FA882D0}" dt="2023-05-02T06:33:14.260" v="4122"/>
          <ac:inkMkLst>
            <pc:docMk/>
            <pc:sldMk cId="2054048512" sldId="258"/>
            <ac:inkMk id="13" creationId="{3A55C53D-A291-4CB2-8ACB-6A3B18ACB263}"/>
          </ac:inkMkLst>
        </pc:inkChg>
        <pc:inkChg chg="add del">
          <ac:chgData name="" userId="242feb3c33a8e7bf" providerId="LiveId" clId="{39C24DAF-E20C-4507-9157-C96F2FA882D0}" dt="2023-05-02T06:33:18.987" v="4128"/>
          <ac:inkMkLst>
            <pc:docMk/>
            <pc:sldMk cId="2054048512" sldId="258"/>
            <ac:inkMk id="14" creationId="{E14BF51C-377B-40CE-BA1D-25D0AE5038FD}"/>
          </ac:inkMkLst>
        </pc:inkChg>
        <pc:inkChg chg="add del">
          <ac:chgData name="" userId="242feb3c33a8e7bf" providerId="LiveId" clId="{39C24DAF-E20C-4507-9157-C96F2FA882D0}" dt="2023-05-02T06:33:18.266" v="4127"/>
          <ac:inkMkLst>
            <pc:docMk/>
            <pc:sldMk cId="2054048512" sldId="258"/>
            <ac:inkMk id="15" creationId="{1093F898-3BA8-4950-89FD-B3274EC852D0}"/>
          </ac:inkMkLst>
        </pc:inkChg>
        <pc:inkChg chg="add del">
          <ac:chgData name="" userId="242feb3c33a8e7bf" providerId="LiveId" clId="{39C24DAF-E20C-4507-9157-C96F2FA882D0}" dt="2023-05-02T06:33:18.266" v="4126"/>
          <ac:inkMkLst>
            <pc:docMk/>
            <pc:sldMk cId="2054048512" sldId="258"/>
            <ac:inkMk id="16" creationId="{C063723B-B565-4954-83D4-CA01F8429B82}"/>
          </ac:inkMkLst>
        </pc:inkChg>
        <pc:inkChg chg="add del">
          <ac:chgData name="" userId="242feb3c33a8e7bf" providerId="LiveId" clId="{39C24DAF-E20C-4507-9157-C96F2FA882D0}" dt="2023-05-02T06:33:13.633" v="4120"/>
          <ac:inkMkLst>
            <pc:docMk/>
            <pc:sldMk cId="2054048512" sldId="258"/>
            <ac:inkMk id="17" creationId="{7765CF43-F7AC-4C72-84AE-C66613B671DE}"/>
          </ac:inkMkLst>
        </pc:inkChg>
        <pc:inkChg chg="add del">
          <ac:chgData name="" userId="242feb3c33a8e7bf" providerId="LiveId" clId="{39C24DAF-E20C-4507-9157-C96F2FA882D0}" dt="2023-05-02T06:33:13.634" v="4121"/>
          <ac:inkMkLst>
            <pc:docMk/>
            <pc:sldMk cId="2054048512" sldId="258"/>
            <ac:inkMk id="18" creationId="{372AAA91-A972-4F33-A5FA-A7D2646A2D90}"/>
          </ac:inkMkLst>
        </pc:inkChg>
        <pc:inkChg chg="add del">
          <ac:chgData name="" userId="242feb3c33a8e7bf" providerId="LiveId" clId="{39C24DAF-E20C-4507-9157-C96F2FA882D0}" dt="2023-05-02T06:33:15.720" v="4123"/>
          <ac:inkMkLst>
            <pc:docMk/>
            <pc:sldMk cId="2054048512" sldId="258"/>
            <ac:inkMk id="19" creationId="{971E592A-3DCF-4A4E-AF34-6010CDADE62C}"/>
          </ac:inkMkLst>
        </pc:inkChg>
        <pc:inkChg chg="add del">
          <ac:chgData name="" userId="242feb3c33a8e7bf" providerId="LiveId" clId="{39C24DAF-E20C-4507-9157-C96F2FA882D0}" dt="2023-05-02T06:33:16.943" v="4124"/>
          <ac:inkMkLst>
            <pc:docMk/>
            <pc:sldMk cId="2054048512" sldId="258"/>
            <ac:inkMk id="20" creationId="{9FC2718A-6EDD-4DE0-B46B-5FC183A31224}"/>
          </ac:inkMkLst>
        </pc:inkChg>
        <pc:inkChg chg="add del">
          <ac:chgData name="" userId="242feb3c33a8e7bf" providerId="LiveId" clId="{39C24DAF-E20C-4507-9157-C96F2FA882D0}" dt="2023-05-02T06:33:27.520" v="4137"/>
          <ac:inkMkLst>
            <pc:docMk/>
            <pc:sldMk cId="2054048512" sldId="258"/>
            <ac:inkMk id="21" creationId="{8B8276E9-7102-48F3-A12C-D9B550D157B1}"/>
          </ac:inkMkLst>
        </pc:inkChg>
        <pc:inkChg chg="add del">
          <ac:chgData name="" userId="242feb3c33a8e7bf" providerId="LiveId" clId="{39C24DAF-E20C-4507-9157-C96F2FA882D0}" dt="2023-05-02T06:33:21.556" v="4131"/>
          <ac:inkMkLst>
            <pc:docMk/>
            <pc:sldMk cId="2054048512" sldId="258"/>
            <ac:inkMk id="22" creationId="{329DDEC6-0800-4067-AFBF-913E6A27C89A}"/>
          </ac:inkMkLst>
        </pc:inkChg>
        <pc:inkChg chg="add del">
          <ac:chgData name="" userId="242feb3c33a8e7bf" providerId="LiveId" clId="{39C24DAF-E20C-4507-9157-C96F2FA882D0}" dt="2023-04-03T15:12:54.396" v="4033"/>
          <ac:inkMkLst>
            <pc:docMk/>
            <pc:sldMk cId="2054048512" sldId="258"/>
            <ac:inkMk id="22" creationId="{BB9D0589-4D08-4D23-BFDE-B782D0F07566}"/>
          </ac:inkMkLst>
        </pc:inkChg>
        <pc:inkChg chg="add del">
          <ac:chgData name="" userId="242feb3c33a8e7bf" providerId="LiveId" clId="{39C24DAF-E20C-4507-9157-C96F2FA882D0}" dt="2023-05-02T06:33:25.487" v="4135"/>
          <ac:inkMkLst>
            <pc:docMk/>
            <pc:sldMk cId="2054048512" sldId="258"/>
            <ac:inkMk id="23" creationId="{E3491838-D979-41EB-A9B4-C626ED77FBDA}"/>
          </ac:inkMkLst>
        </pc:inkChg>
        <pc:inkChg chg="add del">
          <ac:chgData name="" userId="242feb3c33a8e7bf" providerId="LiveId" clId="{39C24DAF-E20C-4507-9157-C96F2FA882D0}" dt="2023-04-03T15:13:02.804" v="4038" actId="478"/>
          <ac:inkMkLst>
            <pc:docMk/>
            <pc:sldMk cId="2054048512" sldId="258"/>
            <ac:inkMk id="24" creationId="{0CC5F37B-BD84-4A7E-8594-9AD932E2F78E}"/>
          </ac:inkMkLst>
        </pc:inkChg>
        <pc:inkChg chg="add del">
          <ac:chgData name="" userId="242feb3c33a8e7bf" providerId="LiveId" clId="{39C24DAF-E20C-4507-9157-C96F2FA882D0}" dt="2023-05-02T06:33:24.574" v="4134"/>
          <ac:inkMkLst>
            <pc:docMk/>
            <pc:sldMk cId="2054048512" sldId="258"/>
            <ac:inkMk id="24" creationId="{CA63DF9B-1183-4667-B3CA-6DB266152079}"/>
          </ac:inkMkLst>
        </pc:inkChg>
        <pc:inkChg chg="add del">
          <ac:chgData name="" userId="242feb3c33a8e7bf" providerId="LiveId" clId="{39C24DAF-E20C-4507-9157-C96F2FA882D0}" dt="2023-05-02T06:33:20.115" v="4129"/>
          <ac:inkMkLst>
            <pc:docMk/>
            <pc:sldMk cId="2054048512" sldId="258"/>
            <ac:inkMk id="25" creationId="{054681B4-E6F2-47C1-A13C-7C47A37A0B16}"/>
          </ac:inkMkLst>
        </pc:inkChg>
        <pc:inkChg chg="add del">
          <ac:chgData name="" userId="242feb3c33a8e7bf" providerId="LiveId" clId="{39C24DAF-E20C-4507-9157-C96F2FA882D0}" dt="2023-05-02T06:33:21.555" v="4130"/>
          <ac:inkMkLst>
            <pc:docMk/>
            <pc:sldMk cId="2054048512" sldId="258"/>
            <ac:inkMk id="26" creationId="{D0DCC18C-ABA9-49ED-B433-C6245D1A2395}"/>
          </ac:inkMkLst>
        </pc:inkChg>
        <pc:inkChg chg="add del">
          <ac:chgData name="" userId="242feb3c33a8e7bf" providerId="LiveId" clId="{39C24DAF-E20C-4507-9157-C96F2FA882D0}" dt="2023-05-02T06:33:17.689" v="4125"/>
          <ac:inkMkLst>
            <pc:docMk/>
            <pc:sldMk cId="2054048512" sldId="258"/>
            <ac:inkMk id="27" creationId="{5BE8C915-2AD7-487B-902F-6B06029C728E}"/>
          </ac:inkMkLst>
        </pc:inkChg>
        <pc:inkChg chg="add del">
          <ac:chgData name="" userId="242feb3c33a8e7bf" providerId="LiveId" clId="{39C24DAF-E20C-4507-9157-C96F2FA882D0}" dt="2023-05-02T06:33:27.519" v="4136"/>
          <ac:inkMkLst>
            <pc:docMk/>
            <pc:sldMk cId="2054048512" sldId="258"/>
            <ac:inkMk id="28" creationId="{41A7388D-3C45-4E4B-A82A-3FCEB56F27CD}"/>
          </ac:inkMkLst>
        </pc:inkChg>
      </pc:sldChg>
      <pc:sldChg chg="addSp delSp modSp">
        <pc:chgData name="" userId="242feb3c33a8e7bf" providerId="LiveId" clId="{39C24DAF-E20C-4507-9157-C96F2FA882D0}" dt="2023-03-28T16:46:39.391" v="3549"/>
        <pc:sldMkLst>
          <pc:docMk/>
          <pc:sldMk cId="1054089474" sldId="259"/>
        </pc:sldMkLst>
        <pc:spChg chg="mod">
          <ac:chgData name="" userId="242feb3c33a8e7bf" providerId="LiveId" clId="{39C24DAF-E20C-4507-9157-C96F2FA882D0}" dt="2023-03-28T16:23:21.875" v="2073" actId="14100"/>
          <ac:spMkLst>
            <pc:docMk/>
            <pc:sldMk cId="1054089474" sldId="259"/>
            <ac:spMk id="3" creationId="{1FDEC4CB-D07B-4B89-868B-9AE13F3165BA}"/>
          </ac:spMkLst>
        </pc:spChg>
        <pc:inkChg chg="add del">
          <ac:chgData name="" userId="242feb3c33a8e7bf" providerId="LiveId" clId="{39C24DAF-E20C-4507-9157-C96F2FA882D0}" dt="2023-03-28T16:23:35.914" v="2094"/>
          <ac:inkMkLst>
            <pc:docMk/>
            <pc:sldMk cId="1054089474" sldId="259"/>
            <ac:inkMk id="2" creationId="{166C92DB-59FD-4B3D-B471-B1389C6CB4FB}"/>
          </ac:inkMkLst>
        </pc:inkChg>
        <pc:inkChg chg="add del">
          <ac:chgData name="" userId="242feb3c33a8e7bf" providerId="LiveId" clId="{39C24DAF-E20C-4507-9157-C96F2FA882D0}" dt="2023-03-28T16:23:35.914" v="2094"/>
          <ac:inkMkLst>
            <pc:docMk/>
            <pc:sldMk cId="1054089474" sldId="259"/>
            <ac:inkMk id="4" creationId="{75D1A1E1-308D-4A73-9F9C-A44CEB08505A}"/>
          </ac:inkMkLst>
        </pc:inkChg>
        <pc:inkChg chg="add del">
          <ac:chgData name="" userId="242feb3c33a8e7bf" providerId="LiveId" clId="{39C24DAF-E20C-4507-9157-C96F2FA882D0}" dt="2023-03-28T16:23:35.914" v="2094"/>
          <ac:inkMkLst>
            <pc:docMk/>
            <pc:sldMk cId="1054089474" sldId="259"/>
            <ac:inkMk id="5" creationId="{51964765-C6D3-4565-991B-DE7A5804C771}"/>
          </ac:inkMkLst>
        </pc:inkChg>
        <pc:inkChg chg="add del">
          <ac:chgData name="" userId="242feb3c33a8e7bf" providerId="LiveId" clId="{39C24DAF-E20C-4507-9157-C96F2FA882D0}" dt="2023-03-28T16:23:35.914" v="2094"/>
          <ac:inkMkLst>
            <pc:docMk/>
            <pc:sldMk cId="1054089474" sldId="259"/>
            <ac:inkMk id="6" creationId="{F8409E4A-4079-491A-9C5B-FADFB9E66FF3}"/>
          </ac:inkMkLst>
        </pc:inkChg>
        <pc:inkChg chg="add del">
          <ac:chgData name="" userId="242feb3c33a8e7bf" providerId="LiveId" clId="{39C24DAF-E20C-4507-9157-C96F2FA882D0}" dt="2023-03-28T16:23:35.914" v="2094"/>
          <ac:inkMkLst>
            <pc:docMk/>
            <pc:sldMk cId="1054089474" sldId="259"/>
            <ac:inkMk id="7" creationId="{E176F516-8C31-4960-B3C2-9F5FF205737C}"/>
          </ac:inkMkLst>
        </pc:inkChg>
        <pc:inkChg chg="add del">
          <ac:chgData name="" userId="242feb3c33a8e7bf" providerId="LiveId" clId="{39C24DAF-E20C-4507-9157-C96F2FA882D0}" dt="2023-03-28T16:23:35.914" v="2094"/>
          <ac:inkMkLst>
            <pc:docMk/>
            <pc:sldMk cId="1054089474" sldId="259"/>
            <ac:inkMk id="9" creationId="{DA2D25B5-A296-4837-AAC7-601F9A987C7C}"/>
          </ac:inkMkLst>
        </pc:inkChg>
        <pc:inkChg chg="add del">
          <ac:chgData name="" userId="242feb3c33a8e7bf" providerId="LiveId" clId="{39C24DAF-E20C-4507-9157-C96F2FA882D0}" dt="2023-03-28T16:23:35.914" v="2094"/>
          <ac:inkMkLst>
            <pc:docMk/>
            <pc:sldMk cId="1054089474" sldId="259"/>
            <ac:inkMk id="10" creationId="{AAE9C056-F742-47F5-9F5D-344AA1643743}"/>
          </ac:inkMkLst>
        </pc:inkChg>
        <pc:inkChg chg="add del">
          <ac:chgData name="" userId="242feb3c33a8e7bf" providerId="LiveId" clId="{39C24DAF-E20C-4507-9157-C96F2FA882D0}" dt="2023-03-28T16:23:35.914" v="2094"/>
          <ac:inkMkLst>
            <pc:docMk/>
            <pc:sldMk cId="1054089474" sldId="259"/>
            <ac:inkMk id="11" creationId="{25C9CDDB-EFAB-4044-A2BE-AEBD67F02E75}"/>
          </ac:inkMkLst>
        </pc:inkChg>
        <pc:inkChg chg="add del">
          <ac:chgData name="" userId="242feb3c33a8e7bf" providerId="LiveId" clId="{39C24DAF-E20C-4507-9157-C96F2FA882D0}" dt="2023-03-28T16:23:35.914" v="2094"/>
          <ac:inkMkLst>
            <pc:docMk/>
            <pc:sldMk cId="1054089474" sldId="259"/>
            <ac:inkMk id="13" creationId="{3ABDC720-A2CC-4F75-9AB4-A00D1DA1C277}"/>
          </ac:inkMkLst>
        </pc:inkChg>
        <pc:inkChg chg="add del">
          <ac:chgData name="" userId="242feb3c33a8e7bf" providerId="LiveId" clId="{39C24DAF-E20C-4507-9157-C96F2FA882D0}" dt="2023-03-28T16:23:35.914" v="2094"/>
          <ac:inkMkLst>
            <pc:docMk/>
            <pc:sldMk cId="1054089474" sldId="259"/>
            <ac:inkMk id="14" creationId="{6D5D9D57-A9D8-40DC-B3DF-B714DE6E9AB7}"/>
          </ac:inkMkLst>
        </pc:inkChg>
        <pc:inkChg chg="add del">
          <ac:chgData name="" userId="242feb3c33a8e7bf" providerId="LiveId" clId="{39C24DAF-E20C-4507-9157-C96F2FA882D0}" dt="2023-03-28T16:23:35.914" v="2094"/>
          <ac:inkMkLst>
            <pc:docMk/>
            <pc:sldMk cId="1054089474" sldId="259"/>
            <ac:inkMk id="15" creationId="{BEF49396-5614-41D0-B038-DEEAE7717977}"/>
          </ac:inkMkLst>
        </pc:inkChg>
        <pc:inkChg chg="add del">
          <ac:chgData name="" userId="242feb3c33a8e7bf" providerId="LiveId" clId="{39C24DAF-E20C-4507-9157-C96F2FA882D0}" dt="2023-03-28T16:23:35.914" v="2094"/>
          <ac:inkMkLst>
            <pc:docMk/>
            <pc:sldMk cId="1054089474" sldId="259"/>
            <ac:inkMk id="18" creationId="{FA9C2259-D1B2-4DFE-B260-304D68B77D71}"/>
          </ac:inkMkLst>
        </pc:inkChg>
        <pc:inkChg chg="add del">
          <ac:chgData name="" userId="242feb3c33a8e7bf" providerId="LiveId" clId="{39C24DAF-E20C-4507-9157-C96F2FA882D0}" dt="2023-03-28T16:23:35.914" v="2094"/>
          <ac:inkMkLst>
            <pc:docMk/>
            <pc:sldMk cId="1054089474" sldId="259"/>
            <ac:inkMk id="19" creationId="{59DE3F5A-5558-4B09-ADEC-CC17508AC45F}"/>
          </ac:inkMkLst>
        </pc:inkChg>
        <pc:inkChg chg="add del">
          <ac:chgData name="" userId="242feb3c33a8e7bf" providerId="LiveId" clId="{39C24DAF-E20C-4507-9157-C96F2FA882D0}" dt="2023-03-28T16:23:35.914" v="2094"/>
          <ac:inkMkLst>
            <pc:docMk/>
            <pc:sldMk cId="1054089474" sldId="259"/>
            <ac:inkMk id="20" creationId="{AB1537AE-DCF5-4513-91A3-8C11640D1501}"/>
          </ac:inkMkLst>
        </pc:inkChg>
        <pc:inkChg chg="add del">
          <ac:chgData name="" userId="242feb3c33a8e7bf" providerId="LiveId" clId="{39C24DAF-E20C-4507-9157-C96F2FA882D0}" dt="2023-03-28T16:23:35.914" v="2094"/>
          <ac:inkMkLst>
            <pc:docMk/>
            <pc:sldMk cId="1054089474" sldId="259"/>
            <ac:inkMk id="22" creationId="{F913A9F9-26E3-42AC-98DB-CD4911D6B362}"/>
          </ac:inkMkLst>
        </pc:inkChg>
        <pc:inkChg chg="add del">
          <ac:chgData name="" userId="242feb3c33a8e7bf" providerId="LiveId" clId="{39C24DAF-E20C-4507-9157-C96F2FA882D0}" dt="2023-03-28T16:23:35.914" v="2094"/>
          <ac:inkMkLst>
            <pc:docMk/>
            <pc:sldMk cId="1054089474" sldId="259"/>
            <ac:inkMk id="23" creationId="{59D09EE9-E9BD-45AC-AE83-82411AFB43AC}"/>
          </ac:inkMkLst>
        </pc:inkChg>
        <pc:inkChg chg="add del">
          <ac:chgData name="" userId="242feb3c33a8e7bf" providerId="LiveId" clId="{39C24DAF-E20C-4507-9157-C96F2FA882D0}" dt="2023-03-28T16:23:35.914" v="2094"/>
          <ac:inkMkLst>
            <pc:docMk/>
            <pc:sldMk cId="1054089474" sldId="259"/>
            <ac:inkMk id="24" creationId="{DC5AE09B-FE86-4A69-AC7B-B2FB7F13105B}"/>
          </ac:inkMkLst>
        </pc:inkChg>
        <pc:inkChg chg="add del">
          <ac:chgData name="" userId="242feb3c33a8e7bf" providerId="LiveId" clId="{39C24DAF-E20C-4507-9157-C96F2FA882D0}" dt="2023-03-28T16:23:35.914" v="2094"/>
          <ac:inkMkLst>
            <pc:docMk/>
            <pc:sldMk cId="1054089474" sldId="259"/>
            <ac:inkMk id="25" creationId="{7C2A1DD2-22B4-4D90-B53B-C738545624D7}"/>
          </ac:inkMkLst>
        </pc:inkChg>
        <pc:inkChg chg="add del">
          <ac:chgData name="" userId="242feb3c33a8e7bf" providerId="LiveId" clId="{39C24DAF-E20C-4507-9157-C96F2FA882D0}" dt="2023-03-28T16:23:35.914" v="2094"/>
          <ac:inkMkLst>
            <pc:docMk/>
            <pc:sldMk cId="1054089474" sldId="259"/>
            <ac:inkMk id="28" creationId="{0F190DD1-E7F4-4030-875F-C3C35ACE5B8B}"/>
          </ac:inkMkLst>
        </pc:inkChg>
        <pc:inkChg chg="add del">
          <ac:chgData name="" userId="242feb3c33a8e7bf" providerId="LiveId" clId="{39C24DAF-E20C-4507-9157-C96F2FA882D0}" dt="2023-03-28T16:23:35.914" v="2094"/>
          <ac:inkMkLst>
            <pc:docMk/>
            <pc:sldMk cId="1054089474" sldId="259"/>
            <ac:inkMk id="29" creationId="{F29EFE27-0E0E-4669-AD77-B793E2B276EF}"/>
          </ac:inkMkLst>
        </pc:inkChg>
        <pc:inkChg chg="add del">
          <ac:chgData name="" userId="242feb3c33a8e7bf" providerId="LiveId" clId="{39C24DAF-E20C-4507-9157-C96F2FA882D0}" dt="2023-03-28T16:23:42.959" v="2115"/>
          <ac:inkMkLst>
            <pc:docMk/>
            <pc:sldMk cId="1054089474" sldId="259"/>
            <ac:inkMk id="30" creationId="{2F3BF7A1-C72B-4562-BB66-53A9333CA7CF}"/>
          </ac:inkMkLst>
        </pc:inkChg>
        <pc:inkChg chg="add">
          <ac:chgData name="" userId="242feb3c33a8e7bf" providerId="LiveId" clId="{39C24DAF-E20C-4507-9157-C96F2FA882D0}" dt="2023-03-28T16:23:35.914" v="2094"/>
          <ac:inkMkLst>
            <pc:docMk/>
            <pc:sldMk cId="1054089474" sldId="259"/>
            <ac:inkMk id="31" creationId="{681254D7-42FF-455E-A035-0F07B784C436}"/>
          </ac:inkMkLst>
        </pc:inkChg>
        <pc:inkChg chg="add del">
          <ac:chgData name="" userId="242feb3c33a8e7bf" providerId="LiveId" clId="{39C24DAF-E20C-4507-9157-C96F2FA882D0}" dt="2023-03-28T16:23:42.959" v="2115"/>
          <ac:inkMkLst>
            <pc:docMk/>
            <pc:sldMk cId="1054089474" sldId="259"/>
            <ac:inkMk id="32" creationId="{80501AC6-65BB-4896-AB40-88827CA94D66}"/>
          </ac:inkMkLst>
        </pc:inkChg>
        <pc:inkChg chg="add del">
          <ac:chgData name="" userId="242feb3c33a8e7bf" providerId="LiveId" clId="{39C24DAF-E20C-4507-9157-C96F2FA882D0}" dt="2023-03-28T16:23:42.959" v="2115"/>
          <ac:inkMkLst>
            <pc:docMk/>
            <pc:sldMk cId="1054089474" sldId="259"/>
            <ac:inkMk id="33" creationId="{80D38188-A93F-452B-86A7-D173BBBBBF13}"/>
          </ac:inkMkLst>
        </pc:inkChg>
        <pc:inkChg chg="add del">
          <ac:chgData name="" userId="242feb3c33a8e7bf" providerId="LiveId" clId="{39C24DAF-E20C-4507-9157-C96F2FA882D0}" dt="2023-03-28T16:23:42.959" v="2115"/>
          <ac:inkMkLst>
            <pc:docMk/>
            <pc:sldMk cId="1054089474" sldId="259"/>
            <ac:inkMk id="34" creationId="{65ACF17B-5488-4A40-BBAB-3B122EDABCAD}"/>
          </ac:inkMkLst>
        </pc:inkChg>
        <pc:inkChg chg="add del">
          <ac:chgData name="" userId="242feb3c33a8e7bf" providerId="LiveId" clId="{39C24DAF-E20C-4507-9157-C96F2FA882D0}" dt="2023-03-28T16:23:42.959" v="2115"/>
          <ac:inkMkLst>
            <pc:docMk/>
            <pc:sldMk cId="1054089474" sldId="259"/>
            <ac:inkMk id="35" creationId="{0FA6C31C-E34C-4028-86CD-D2D01AAFF2BD}"/>
          </ac:inkMkLst>
        </pc:inkChg>
        <pc:inkChg chg="add del">
          <ac:chgData name="" userId="242feb3c33a8e7bf" providerId="LiveId" clId="{39C24DAF-E20C-4507-9157-C96F2FA882D0}" dt="2023-03-28T16:23:42.959" v="2115"/>
          <ac:inkMkLst>
            <pc:docMk/>
            <pc:sldMk cId="1054089474" sldId="259"/>
            <ac:inkMk id="36" creationId="{23B2637C-95F3-406E-B8A2-29717F1BEBD3}"/>
          </ac:inkMkLst>
        </pc:inkChg>
        <pc:inkChg chg="add del">
          <ac:chgData name="" userId="242feb3c33a8e7bf" providerId="LiveId" clId="{39C24DAF-E20C-4507-9157-C96F2FA882D0}" dt="2023-03-28T16:23:42.959" v="2115"/>
          <ac:inkMkLst>
            <pc:docMk/>
            <pc:sldMk cId="1054089474" sldId="259"/>
            <ac:inkMk id="37" creationId="{35021A88-823D-4443-ABE4-3D16131C99E5}"/>
          </ac:inkMkLst>
        </pc:inkChg>
        <pc:inkChg chg="add del">
          <ac:chgData name="" userId="242feb3c33a8e7bf" providerId="LiveId" clId="{39C24DAF-E20C-4507-9157-C96F2FA882D0}" dt="2023-03-28T16:23:42.959" v="2115"/>
          <ac:inkMkLst>
            <pc:docMk/>
            <pc:sldMk cId="1054089474" sldId="259"/>
            <ac:inkMk id="38" creationId="{1718B06A-43ED-46C3-A32A-FE2EF2DB0F9E}"/>
          </ac:inkMkLst>
        </pc:inkChg>
        <pc:inkChg chg="add del">
          <ac:chgData name="" userId="242feb3c33a8e7bf" providerId="LiveId" clId="{39C24DAF-E20C-4507-9157-C96F2FA882D0}" dt="2023-03-28T16:23:42.959" v="2115"/>
          <ac:inkMkLst>
            <pc:docMk/>
            <pc:sldMk cId="1054089474" sldId="259"/>
            <ac:inkMk id="39" creationId="{2F342F93-E107-4C46-9B00-ED159E86F753}"/>
          </ac:inkMkLst>
        </pc:inkChg>
        <pc:inkChg chg="add del">
          <ac:chgData name="" userId="242feb3c33a8e7bf" providerId="LiveId" clId="{39C24DAF-E20C-4507-9157-C96F2FA882D0}" dt="2023-03-28T16:23:42.959" v="2115"/>
          <ac:inkMkLst>
            <pc:docMk/>
            <pc:sldMk cId="1054089474" sldId="259"/>
            <ac:inkMk id="40" creationId="{C0B50FED-34FA-432C-A5D7-64E88DC2B6D1}"/>
          </ac:inkMkLst>
        </pc:inkChg>
        <pc:inkChg chg="add del">
          <ac:chgData name="" userId="242feb3c33a8e7bf" providerId="LiveId" clId="{39C24DAF-E20C-4507-9157-C96F2FA882D0}" dt="2023-03-28T16:23:42.959" v="2115"/>
          <ac:inkMkLst>
            <pc:docMk/>
            <pc:sldMk cId="1054089474" sldId="259"/>
            <ac:inkMk id="41" creationId="{5909AA73-F910-4D40-A744-8471714E75F0}"/>
          </ac:inkMkLst>
        </pc:inkChg>
        <pc:inkChg chg="add del">
          <ac:chgData name="" userId="242feb3c33a8e7bf" providerId="LiveId" clId="{39C24DAF-E20C-4507-9157-C96F2FA882D0}" dt="2023-03-28T16:23:42.959" v="2115"/>
          <ac:inkMkLst>
            <pc:docMk/>
            <pc:sldMk cId="1054089474" sldId="259"/>
            <ac:inkMk id="42" creationId="{48AD6749-BF34-490B-A479-9846F2BED59B}"/>
          </ac:inkMkLst>
        </pc:inkChg>
        <pc:inkChg chg="add del">
          <ac:chgData name="" userId="242feb3c33a8e7bf" providerId="LiveId" clId="{39C24DAF-E20C-4507-9157-C96F2FA882D0}" dt="2023-03-28T16:23:42.959" v="2115"/>
          <ac:inkMkLst>
            <pc:docMk/>
            <pc:sldMk cId="1054089474" sldId="259"/>
            <ac:inkMk id="43" creationId="{2E92DB1A-816E-4DCC-BBDC-12211D68D7D7}"/>
          </ac:inkMkLst>
        </pc:inkChg>
        <pc:inkChg chg="add del">
          <ac:chgData name="" userId="242feb3c33a8e7bf" providerId="LiveId" clId="{39C24DAF-E20C-4507-9157-C96F2FA882D0}" dt="2023-03-28T16:23:42.959" v="2115"/>
          <ac:inkMkLst>
            <pc:docMk/>
            <pc:sldMk cId="1054089474" sldId="259"/>
            <ac:inkMk id="44" creationId="{DB7734C8-289A-4A70-A102-89AD8013B448}"/>
          </ac:inkMkLst>
        </pc:inkChg>
        <pc:inkChg chg="add del">
          <ac:chgData name="" userId="242feb3c33a8e7bf" providerId="LiveId" clId="{39C24DAF-E20C-4507-9157-C96F2FA882D0}" dt="2023-03-28T16:23:42.959" v="2115"/>
          <ac:inkMkLst>
            <pc:docMk/>
            <pc:sldMk cId="1054089474" sldId="259"/>
            <ac:inkMk id="45" creationId="{1F9B8516-025D-4887-9F6D-09A22A0281B0}"/>
          </ac:inkMkLst>
        </pc:inkChg>
        <pc:inkChg chg="add del">
          <ac:chgData name="" userId="242feb3c33a8e7bf" providerId="LiveId" clId="{39C24DAF-E20C-4507-9157-C96F2FA882D0}" dt="2023-03-28T16:23:42.959" v="2115"/>
          <ac:inkMkLst>
            <pc:docMk/>
            <pc:sldMk cId="1054089474" sldId="259"/>
            <ac:inkMk id="46" creationId="{4396B8DF-CCF4-4E31-B7ED-B9D6EBE382E9}"/>
          </ac:inkMkLst>
        </pc:inkChg>
        <pc:inkChg chg="add del">
          <ac:chgData name="" userId="242feb3c33a8e7bf" providerId="LiveId" clId="{39C24DAF-E20C-4507-9157-C96F2FA882D0}" dt="2023-03-28T16:23:42.959" v="2115"/>
          <ac:inkMkLst>
            <pc:docMk/>
            <pc:sldMk cId="1054089474" sldId="259"/>
            <ac:inkMk id="47" creationId="{40552979-CCF2-4DD0-AFC5-7EC1DFF26E67}"/>
          </ac:inkMkLst>
        </pc:inkChg>
        <pc:inkChg chg="add del">
          <ac:chgData name="" userId="242feb3c33a8e7bf" providerId="LiveId" clId="{39C24DAF-E20C-4507-9157-C96F2FA882D0}" dt="2023-03-28T16:23:42.959" v="2115"/>
          <ac:inkMkLst>
            <pc:docMk/>
            <pc:sldMk cId="1054089474" sldId="259"/>
            <ac:inkMk id="48" creationId="{71B4F6D2-FCCA-4AB4-9D0F-455586172215}"/>
          </ac:inkMkLst>
        </pc:inkChg>
        <pc:inkChg chg="add del">
          <ac:chgData name="" userId="242feb3c33a8e7bf" providerId="LiveId" clId="{39C24DAF-E20C-4507-9157-C96F2FA882D0}" dt="2023-03-28T16:23:42.959" v="2115"/>
          <ac:inkMkLst>
            <pc:docMk/>
            <pc:sldMk cId="1054089474" sldId="259"/>
            <ac:inkMk id="49" creationId="{BDDC81ED-C140-4494-8AFF-1E3B6D80528F}"/>
          </ac:inkMkLst>
        </pc:inkChg>
        <pc:inkChg chg="add del">
          <ac:chgData name="" userId="242feb3c33a8e7bf" providerId="LiveId" clId="{39C24DAF-E20C-4507-9157-C96F2FA882D0}" dt="2023-03-28T16:23:42.959" v="2115"/>
          <ac:inkMkLst>
            <pc:docMk/>
            <pc:sldMk cId="1054089474" sldId="259"/>
            <ac:inkMk id="50" creationId="{9817DE4D-3389-4A8B-A086-9928EAAF0ED6}"/>
          </ac:inkMkLst>
        </pc:inkChg>
        <pc:inkChg chg="add del">
          <ac:chgData name="" userId="242feb3c33a8e7bf" providerId="LiveId" clId="{39C24DAF-E20C-4507-9157-C96F2FA882D0}" dt="2023-03-28T16:23:42.959" v="2115"/>
          <ac:inkMkLst>
            <pc:docMk/>
            <pc:sldMk cId="1054089474" sldId="259"/>
            <ac:inkMk id="51" creationId="{6AA6F322-30D5-420F-809C-BEB041ABA945}"/>
          </ac:inkMkLst>
        </pc:inkChg>
        <pc:inkChg chg="add">
          <ac:chgData name="" userId="242feb3c33a8e7bf" providerId="LiveId" clId="{39C24DAF-E20C-4507-9157-C96F2FA882D0}" dt="2023-03-28T16:23:42.959" v="2115"/>
          <ac:inkMkLst>
            <pc:docMk/>
            <pc:sldMk cId="1054089474" sldId="259"/>
            <ac:inkMk id="52" creationId="{AFF3BD22-C062-483F-B2D5-FDCAEA079BBD}"/>
          </ac:inkMkLst>
        </pc:inkChg>
        <pc:inkChg chg="add">
          <ac:chgData name="" userId="242feb3c33a8e7bf" providerId="LiveId" clId="{39C24DAF-E20C-4507-9157-C96F2FA882D0}" dt="2023-03-28T16:23:42.959" v="2115"/>
          <ac:inkMkLst>
            <pc:docMk/>
            <pc:sldMk cId="1054089474" sldId="259"/>
            <ac:inkMk id="53" creationId="{D0B3E41D-5316-46AA-9A35-C5BC208FAC03}"/>
          </ac:inkMkLst>
        </pc:inkChg>
        <pc:inkChg chg="add">
          <ac:chgData name="" userId="242feb3c33a8e7bf" providerId="LiveId" clId="{39C24DAF-E20C-4507-9157-C96F2FA882D0}" dt="2023-03-28T16:23:42.959" v="2115"/>
          <ac:inkMkLst>
            <pc:docMk/>
            <pc:sldMk cId="1054089474" sldId="259"/>
            <ac:inkMk id="54" creationId="{839499A0-3446-4E54-BAB4-0A73F81F4DBC}"/>
          </ac:inkMkLst>
        </pc:inkChg>
        <pc:inkChg chg="add del">
          <ac:chgData name="" userId="242feb3c33a8e7bf" providerId="LiveId" clId="{39C24DAF-E20C-4507-9157-C96F2FA882D0}" dt="2023-03-28T16:23:55.996" v="2144"/>
          <ac:inkMkLst>
            <pc:docMk/>
            <pc:sldMk cId="1054089474" sldId="259"/>
            <ac:inkMk id="55" creationId="{54C645FF-F04D-4A9F-AAD5-AEFFE668F5B3}"/>
          </ac:inkMkLst>
        </pc:inkChg>
        <pc:inkChg chg="add del">
          <ac:chgData name="" userId="242feb3c33a8e7bf" providerId="LiveId" clId="{39C24DAF-E20C-4507-9157-C96F2FA882D0}" dt="2023-03-28T16:23:55.996" v="2144"/>
          <ac:inkMkLst>
            <pc:docMk/>
            <pc:sldMk cId="1054089474" sldId="259"/>
            <ac:inkMk id="56" creationId="{EC5A75AB-B4B4-4C59-963C-CBBB7430ED25}"/>
          </ac:inkMkLst>
        </pc:inkChg>
        <pc:inkChg chg="add del">
          <ac:chgData name="" userId="242feb3c33a8e7bf" providerId="LiveId" clId="{39C24DAF-E20C-4507-9157-C96F2FA882D0}" dt="2023-03-28T16:23:55.996" v="2144"/>
          <ac:inkMkLst>
            <pc:docMk/>
            <pc:sldMk cId="1054089474" sldId="259"/>
            <ac:inkMk id="57" creationId="{DFD871C8-5882-4015-AF22-CBAFF04E15CA}"/>
          </ac:inkMkLst>
        </pc:inkChg>
        <pc:inkChg chg="add del">
          <ac:chgData name="" userId="242feb3c33a8e7bf" providerId="LiveId" clId="{39C24DAF-E20C-4507-9157-C96F2FA882D0}" dt="2023-03-28T16:23:55.996" v="2144"/>
          <ac:inkMkLst>
            <pc:docMk/>
            <pc:sldMk cId="1054089474" sldId="259"/>
            <ac:inkMk id="58" creationId="{46AF6472-AE4B-4539-A319-329A17A1FB40}"/>
          </ac:inkMkLst>
        </pc:inkChg>
        <pc:inkChg chg="add del">
          <ac:chgData name="" userId="242feb3c33a8e7bf" providerId="LiveId" clId="{39C24DAF-E20C-4507-9157-C96F2FA882D0}" dt="2023-03-28T16:23:55.996" v="2144"/>
          <ac:inkMkLst>
            <pc:docMk/>
            <pc:sldMk cId="1054089474" sldId="259"/>
            <ac:inkMk id="59" creationId="{BAD5DBDA-B391-4DBE-B420-9BC95B623133}"/>
          </ac:inkMkLst>
        </pc:inkChg>
        <pc:inkChg chg="add del">
          <ac:chgData name="" userId="242feb3c33a8e7bf" providerId="LiveId" clId="{39C24DAF-E20C-4507-9157-C96F2FA882D0}" dt="2023-03-28T16:23:55.996" v="2144"/>
          <ac:inkMkLst>
            <pc:docMk/>
            <pc:sldMk cId="1054089474" sldId="259"/>
            <ac:inkMk id="60" creationId="{C4E21C71-4ACC-45FD-83D8-29A15A0617EB}"/>
          </ac:inkMkLst>
        </pc:inkChg>
        <pc:inkChg chg="add del">
          <ac:chgData name="" userId="242feb3c33a8e7bf" providerId="LiveId" clId="{39C24DAF-E20C-4507-9157-C96F2FA882D0}" dt="2023-03-28T16:23:55.996" v="2144"/>
          <ac:inkMkLst>
            <pc:docMk/>
            <pc:sldMk cId="1054089474" sldId="259"/>
            <ac:inkMk id="61" creationId="{B84D3E59-27DF-4DAE-8334-D93144C4970E}"/>
          </ac:inkMkLst>
        </pc:inkChg>
        <pc:inkChg chg="add del">
          <ac:chgData name="" userId="242feb3c33a8e7bf" providerId="LiveId" clId="{39C24DAF-E20C-4507-9157-C96F2FA882D0}" dt="2023-03-28T16:23:55.996" v="2144"/>
          <ac:inkMkLst>
            <pc:docMk/>
            <pc:sldMk cId="1054089474" sldId="259"/>
            <ac:inkMk id="62" creationId="{D86F8EF7-A4AF-4378-828B-1360C4785EE0}"/>
          </ac:inkMkLst>
        </pc:inkChg>
        <pc:inkChg chg="add del">
          <ac:chgData name="" userId="242feb3c33a8e7bf" providerId="LiveId" clId="{39C24DAF-E20C-4507-9157-C96F2FA882D0}" dt="2023-03-28T16:23:55.996" v="2144"/>
          <ac:inkMkLst>
            <pc:docMk/>
            <pc:sldMk cId="1054089474" sldId="259"/>
            <ac:inkMk id="63" creationId="{565E26B7-54FF-4BCF-AF0A-7961F705B2B1}"/>
          </ac:inkMkLst>
        </pc:inkChg>
        <pc:inkChg chg="add del">
          <ac:chgData name="" userId="242feb3c33a8e7bf" providerId="LiveId" clId="{39C24DAF-E20C-4507-9157-C96F2FA882D0}" dt="2023-03-28T16:23:55.996" v="2144"/>
          <ac:inkMkLst>
            <pc:docMk/>
            <pc:sldMk cId="1054089474" sldId="259"/>
            <ac:inkMk id="64" creationId="{3DF9F286-7870-4573-9B3F-4BC2433C975F}"/>
          </ac:inkMkLst>
        </pc:inkChg>
        <pc:inkChg chg="add del">
          <ac:chgData name="" userId="242feb3c33a8e7bf" providerId="LiveId" clId="{39C24DAF-E20C-4507-9157-C96F2FA882D0}" dt="2023-03-28T16:23:55.996" v="2144"/>
          <ac:inkMkLst>
            <pc:docMk/>
            <pc:sldMk cId="1054089474" sldId="259"/>
            <ac:inkMk id="65" creationId="{8F64C624-A598-4064-B9CB-BA1D1DDA504D}"/>
          </ac:inkMkLst>
        </pc:inkChg>
        <pc:inkChg chg="add del">
          <ac:chgData name="" userId="242feb3c33a8e7bf" providerId="LiveId" clId="{39C24DAF-E20C-4507-9157-C96F2FA882D0}" dt="2023-03-28T16:23:55.996" v="2144"/>
          <ac:inkMkLst>
            <pc:docMk/>
            <pc:sldMk cId="1054089474" sldId="259"/>
            <ac:inkMk id="66" creationId="{2050D44A-AD10-4CFA-A3ED-A6A40E2AEA8C}"/>
          </ac:inkMkLst>
        </pc:inkChg>
        <pc:inkChg chg="add del">
          <ac:chgData name="" userId="242feb3c33a8e7bf" providerId="LiveId" clId="{39C24DAF-E20C-4507-9157-C96F2FA882D0}" dt="2023-03-28T16:23:55.996" v="2144"/>
          <ac:inkMkLst>
            <pc:docMk/>
            <pc:sldMk cId="1054089474" sldId="259"/>
            <ac:inkMk id="67" creationId="{DA6120DD-3564-480D-AF73-76074D550EEF}"/>
          </ac:inkMkLst>
        </pc:inkChg>
        <pc:inkChg chg="add del">
          <ac:chgData name="" userId="242feb3c33a8e7bf" providerId="LiveId" clId="{39C24DAF-E20C-4507-9157-C96F2FA882D0}" dt="2023-03-28T16:23:55.996" v="2144"/>
          <ac:inkMkLst>
            <pc:docMk/>
            <pc:sldMk cId="1054089474" sldId="259"/>
            <ac:inkMk id="68" creationId="{ADF850EF-9344-4E47-8EDB-5128AAB7AFBB}"/>
          </ac:inkMkLst>
        </pc:inkChg>
        <pc:inkChg chg="add del">
          <ac:chgData name="" userId="242feb3c33a8e7bf" providerId="LiveId" clId="{39C24DAF-E20C-4507-9157-C96F2FA882D0}" dt="2023-03-28T16:23:55.996" v="2144"/>
          <ac:inkMkLst>
            <pc:docMk/>
            <pc:sldMk cId="1054089474" sldId="259"/>
            <ac:inkMk id="69" creationId="{E0A69B8F-B422-4453-B883-90FDB698D40A}"/>
          </ac:inkMkLst>
        </pc:inkChg>
        <pc:inkChg chg="add del">
          <ac:chgData name="" userId="242feb3c33a8e7bf" providerId="LiveId" clId="{39C24DAF-E20C-4507-9157-C96F2FA882D0}" dt="2023-03-28T16:23:55.996" v="2144"/>
          <ac:inkMkLst>
            <pc:docMk/>
            <pc:sldMk cId="1054089474" sldId="259"/>
            <ac:inkMk id="70" creationId="{A8298556-54EA-4AF4-AFEF-239A3327535E}"/>
          </ac:inkMkLst>
        </pc:inkChg>
        <pc:inkChg chg="add del">
          <ac:chgData name="" userId="242feb3c33a8e7bf" providerId="LiveId" clId="{39C24DAF-E20C-4507-9157-C96F2FA882D0}" dt="2023-03-28T16:23:55.996" v="2144"/>
          <ac:inkMkLst>
            <pc:docMk/>
            <pc:sldMk cId="1054089474" sldId="259"/>
            <ac:inkMk id="71" creationId="{527B52C5-B32E-4F94-93E2-C382661E4759}"/>
          </ac:inkMkLst>
        </pc:inkChg>
        <pc:inkChg chg="add del">
          <ac:chgData name="" userId="242feb3c33a8e7bf" providerId="LiveId" clId="{39C24DAF-E20C-4507-9157-C96F2FA882D0}" dt="2023-03-28T16:23:55.996" v="2144"/>
          <ac:inkMkLst>
            <pc:docMk/>
            <pc:sldMk cId="1054089474" sldId="259"/>
            <ac:inkMk id="72" creationId="{EEA89908-5674-404C-AD01-DF863635BD0A}"/>
          </ac:inkMkLst>
        </pc:inkChg>
        <pc:inkChg chg="add del">
          <ac:chgData name="" userId="242feb3c33a8e7bf" providerId="LiveId" clId="{39C24DAF-E20C-4507-9157-C96F2FA882D0}" dt="2023-03-28T16:23:55.996" v="2144"/>
          <ac:inkMkLst>
            <pc:docMk/>
            <pc:sldMk cId="1054089474" sldId="259"/>
            <ac:inkMk id="73" creationId="{D8B22595-D97E-4D85-8D42-1D53C29C5397}"/>
          </ac:inkMkLst>
        </pc:inkChg>
        <pc:inkChg chg="add del">
          <ac:chgData name="" userId="242feb3c33a8e7bf" providerId="LiveId" clId="{39C24DAF-E20C-4507-9157-C96F2FA882D0}" dt="2023-03-28T16:23:55.996" v="2144"/>
          <ac:inkMkLst>
            <pc:docMk/>
            <pc:sldMk cId="1054089474" sldId="259"/>
            <ac:inkMk id="74" creationId="{B387A4FC-D465-44F0-A3B7-9CB8BE222A44}"/>
          </ac:inkMkLst>
        </pc:inkChg>
        <pc:inkChg chg="add del">
          <ac:chgData name="" userId="242feb3c33a8e7bf" providerId="LiveId" clId="{39C24DAF-E20C-4507-9157-C96F2FA882D0}" dt="2023-03-28T16:23:55.996" v="2144"/>
          <ac:inkMkLst>
            <pc:docMk/>
            <pc:sldMk cId="1054089474" sldId="259"/>
            <ac:inkMk id="75" creationId="{601EF437-9B1F-45E0-BAF4-A11CA40E8F54}"/>
          </ac:inkMkLst>
        </pc:inkChg>
        <pc:inkChg chg="add del">
          <ac:chgData name="" userId="242feb3c33a8e7bf" providerId="LiveId" clId="{39C24DAF-E20C-4507-9157-C96F2FA882D0}" dt="2023-03-28T16:23:55.996" v="2144"/>
          <ac:inkMkLst>
            <pc:docMk/>
            <pc:sldMk cId="1054089474" sldId="259"/>
            <ac:inkMk id="76" creationId="{BA6DD170-E7A1-4657-8A8A-D2E77CA16369}"/>
          </ac:inkMkLst>
        </pc:inkChg>
        <pc:inkChg chg="add del">
          <ac:chgData name="" userId="242feb3c33a8e7bf" providerId="LiveId" clId="{39C24DAF-E20C-4507-9157-C96F2FA882D0}" dt="2023-03-28T16:23:55.996" v="2144"/>
          <ac:inkMkLst>
            <pc:docMk/>
            <pc:sldMk cId="1054089474" sldId="259"/>
            <ac:inkMk id="77" creationId="{C4CE01EA-5A2A-4B98-A3FE-F509076DE93C}"/>
          </ac:inkMkLst>
        </pc:inkChg>
        <pc:inkChg chg="add del">
          <ac:chgData name="" userId="242feb3c33a8e7bf" providerId="LiveId" clId="{39C24DAF-E20C-4507-9157-C96F2FA882D0}" dt="2023-03-28T16:23:55.996" v="2144"/>
          <ac:inkMkLst>
            <pc:docMk/>
            <pc:sldMk cId="1054089474" sldId="259"/>
            <ac:inkMk id="78" creationId="{537DDFF2-370C-4958-A061-5A3D72EB9927}"/>
          </ac:inkMkLst>
        </pc:inkChg>
        <pc:inkChg chg="add del">
          <ac:chgData name="" userId="242feb3c33a8e7bf" providerId="LiveId" clId="{39C24DAF-E20C-4507-9157-C96F2FA882D0}" dt="2023-03-28T16:23:55.996" v="2144"/>
          <ac:inkMkLst>
            <pc:docMk/>
            <pc:sldMk cId="1054089474" sldId="259"/>
            <ac:inkMk id="79" creationId="{71E89656-5A6A-44CC-B5D5-ABF906298D83}"/>
          </ac:inkMkLst>
        </pc:inkChg>
        <pc:inkChg chg="add del">
          <ac:chgData name="" userId="242feb3c33a8e7bf" providerId="LiveId" clId="{39C24DAF-E20C-4507-9157-C96F2FA882D0}" dt="2023-03-28T16:23:55.996" v="2144"/>
          <ac:inkMkLst>
            <pc:docMk/>
            <pc:sldMk cId="1054089474" sldId="259"/>
            <ac:inkMk id="80" creationId="{78F0A41B-D018-4B99-A686-BD84819A3B5A}"/>
          </ac:inkMkLst>
        </pc:inkChg>
        <pc:inkChg chg="add del">
          <ac:chgData name="" userId="242feb3c33a8e7bf" providerId="LiveId" clId="{39C24DAF-E20C-4507-9157-C96F2FA882D0}" dt="2023-03-28T16:23:55.996" v="2144"/>
          <ac:inkMkLst>
            <pc:docMk/>
            <pc:sldMk cId="1054089474" sldId="259"/>
            <ac:inkMk id="81" creationId="{87EF3E83-16E7-49CE-865F-F2E1122CB02A}"/>
          </ac:inkMkLst>
        </pc:inkChg>
        <pc:inkChg chg="add del">
          <ac:chgData name="" userId="242feb3c33a8e7bf" providerId="LiveId" clId="{39C24DAF-E20C-4507-9157-C96F2FA882D0}" dt="2023-03-28T16:23:55.996" v="2144"/>
          <ac:inkMkLst>
            <pc:docMk/>
            <pc:sldMk cId="1054089474" sldId="259"/>
            <ac:inkMk id="82" creationId="{D2F17A33-C7A3-4B69-BB40-0D91C1F908A8}"/>
          </ac:inkMkLst>
        </pc:inkChg>
        <pc:inkChg chg="add">
          <ac:chgData name="" userId="242feb3c33a8e7bf" providerId="LiveId" clId="{39C24DAF-E20C-4507-9157-C96F2FA882D0}" dt="2023-03-28T16:23:55.996" v="2144"/>
          <ac:inkMkLst>
            <pc:docMk/>
            <pc:sldMk cId="1054089474" sldId="259"/>
            <ac:inkMk id="83" creationId="{9C437293-2B8D-440E-95FB-7F08E811E277}"/>
          </ac:inkMkLst>
        </pc:inkChg>
        <pc:inkChg chg="add">
          <ac:chgData name="" userId="242feb3c33a8e7bf" providerId="LiveId" clId="{39C24DAF-E20C-4507-9157-C96F2FA882D0}" dt="2023-03-28T16:23:55.996" v="2144"/>
          <ac:inkMkLst>
            <pc:docMk/>
            <pc:sldMk cId="1054089474" sldId="259"/>
            <ac:inkMk id="84" creationId="{9C22BBBE-C9CE-4DBA-9A6F-6CEC8F612EFD}"/>
          </ac:inkMkLst>
        </pc:inkChg>
        <pc:inkChg chg="add">
          <ac:chgData name="" userId="242feb3c33a8e7bf" providerId="LiveId" clId="{39C24DAF-E20C-4507-9157-C96F2FA882D0}" dt="2023-03-28T16:23:55.996" v="2144"/>
          <ac:inkMkLst>
            <pc:docMk/>
            <pc:sldMk cId="1054089474" sldId="259"/>
            <ac:inkMk id="85" creationId="{C204D04F-DC1D-4CF5-BC70-264DA84AA0F2}"/>
          </ac:inkMkLst>
        </pc:inkChg>
        <pc:inkChg chg="add">
          <ac:chgData name="" userId="242feb3c33a8e7bf" providerId="LiveId" clId="{39C24DAF-E20C-4507-9157-C96F2FA882D0}" dt="2023-03-28T16:23:55.996" v="2144"/>
          <ac:inkMkLst>
            <pc:docMk/>
            <pc:sldMk cId="1054089474" sldId="259"/>
            <ac:inkMk id="86" creationId="{AD0365A3-2D27-45AD-A969-F56DF8C4303D}"/>
          </ac:inkMkLst>
        </pc:inkChg>
        <pc:inkChg chg="add">
          <ac:chgData name="" userId="242feb3c33a8e7bf" providerId="LiveId" clId="{39C24DAF-E20C-4507-9157-C96F2FA882D0}" dt="2023-03-28T16:23:55.996" v="2144"/>
          <ac:inkMkLst>
            <pc:docMk/>
            <pc:sldMk cId="1054089474" sldId="259"/>
            <ac:inkMk id="87" creationId="{AD872941-1E62-4D5C-A9D1-1ED45956BD76}"/>
          </ac:inkMkLst>
        </pc:inkChg>
        <pc:inkChg chg="add">
          <ac:chgData name="" userId="242feb3c33a8e7bf" providerId="LiveId" clId="{39C24DAF-E20C-4507-9157-C96F2FA882D0}" dt="2023-03-28T16:23:55.996" v="2144"/>
          <ac:inkMkLst>
            <pc:docMk/>
            <pc:sldMk cId="1054089474" sldId="259"/>
            <ac:inkMk id="88" creationId="{5B98C82A-4017-49D8-97C7-9ECAC72DC6FE}"/>
          </ac:inkMkLst>
        </pc:inkChg>
        <pc:inkChg chg="add">
          <ac:chgData name="" userId="242feb3c33a8e7bf" providerId="LiveId" clId="{39C24DAF-E20C-4507-9157-C96F2FA882D0}" dt="2023-03-28T16:23:55.996" v="2144"/>
          <ac:inkMkLst>
            <pc:docMk/>
            <pc:sldMk cId="1054089474" sldId="259"/>
            <ac:inkMk id="89" creationId="{7C290D1F-0A1C-4AEE-AE26-E5DB36D87E1A}"/>
          </ac:inkMkLst>
        </pc:inkChg>
        <pc:inkChg chg="add del">
          <ac:chgData name="" userId="242feb3c33a8e7bf" providerId="LiveId" clId="{39C24DAF-E20C-4507-9157-C96F2FA882D0}" dt="2023-03-28T16:23:59.462" v="2151"/>
          <ac:inkMkLst>
            <pc:docMk/>
            <pc:sldMk cId="1054089474" sldId="259"/>
            <ac:inkMk id="90" creationId="{22B326E4-9A30-4B99-829A-B7B6ABCD2626}"/>
          </ac:inkMkLst>
        </pc:inkChg>
        <pc:inkChg chg="add del">
          <ac:chgData name="" userId="242feb3c33a8e7bf" providerId="LiveId" clId="{39C24DAF-E20C-4507-9157-C96F2FA882D0}" dt="2023-03-28T16:23:59.462" v="2151"/>
          <ac:inkMkLst>
            <pc:docMk/>
            <pc:sldMk cId="1054089474" sldId="259"/>
            <ac:inkMk id="91" creationId="{6F30944E-B834-4A6A-A05E-006881B2C3FA}"/>
          </ac:inkMkLst>
        </pc:inkChg>
        <pc:inkChg chg="add del">
          <ac:chgData name="" userId="242feb3c33a8e7bf" providerId="LiveId" clId="{39C24DAF-E20C-4507-9157-C96F2FA882D0}" dt="2023-03-28T16:23:59.462" v="2151"/>
          <ac:inkMkLst>
            <pc:docMk/>
            <pc:sldMk cId="1054089474" sldId="259"/>
            <ac:inkMk id="92" creationId="{702EA9CF-12DB-41C2-8786-1E02FEEDDE78}"/>
          </ac:inkMkLst>
        </pc:inkChg>
        <pc:inkChg chg="add del">
          <ac:chgData name="" userId="242feb3c33a8e7bf" providerId="LiveId" clId="{39C24DAF-E20C-4507-9157-C96F2FA882D0}" dt="2023-03-28T16:23:59.462" v="2151"/>
          <ac:inkMkLst>
            <pc:docMk/>
            <pc:sldMk cId="1054089474" sldId="259"/>
            <ac:inkMk id="93" creationId="{3F9CF415-FB72-4C00-8241-B5BD4D7383BD}"/>
          </ac:inkMkLst>
        </pc:inkChg>
        <pc:inkChg chg="add del">
          <ac:chgData name="" userId="242feb3c33a8e7bf" providerId="LiveId" clId="{39C24DAF-E20C-4507-9157-C96F2FA882D0}" dt="2023-03-28T16:23:59.462" v="2151"/>
          <ac:inkMkLst>
            <pc:docMk/>
            <pc:sldMk cId="1054089474" sldId="259"/>
            <ac:inkMk id="94" creationId="{2FE92E76-FCD9-4C9F-A4DC-7CF72CDACE64}"/>
          </ac:inkMkLst>
        </pc:inkChg>
        <pc:inkChg chg="add del">
          <ac:chgData name="" userId="242feb3c33a8e7bf" providerId="LiveId" clId="{39C24DAF-E20C-4507-9157-C96F2FA882D0}" dt="2023-03-28T16:23:59.462" v="2151"/>
          <ac:inkMkLst>
            <pc:docMk/>
            <pc:sldMk cId="1054089474" sldId="259"/>
            <ac:inkMk id="95" creationId="{B220A263-10B3-4170-A408-B161BF9B5EC0}"/>
          </ac:inkMkLst>
        </pc:inkChg>
        <pc:inkChg chg="add del">
          <ac:chgData name="" userId="242feb3c33a8e7bf" providerId="LiveId" clId="{39C24DAF-E20C-4507-9157-C96F2FA882D0}" dt="2023-03-28T16:24:00.437" v="2154"/>
          <ac:inkMkLst>
            <pc:docMk/>
            <pc:sldMk cId="1054089474" sldId="259"/>
            <ac:inkMk id="96" creationId="{571181DA-683F-438C-9CE2-F7E7D9D62518}"/>
          </ac:inkMkLst>
        </pc:inkChg>
        <pc:inkChg chg="add del">
          <ac:chgData name="" userId="242feb3c33a8e7bf" providerId="LiveId" clId="{39C24DAF-E20C-4507-9157-C96F2FA882D0}" dt="2023-03-28T16:24:00.437" v="2154"/>
          <ac:inkMkLst>
            <pc:docMk/>
            <pc:sldMk cId="1054089474" sldId="259"/>
            <ac:inkMk id="97" creationId="{61792C74-ACC1-4094-83E5-D419C83CF2FE}"/>
          </ac:inkMkLst>
        </pc:inkChg>
        <pc:inkChg chg="add del">
          <ac:chgData name="" userId="242feb3c33a8e7bf" providerId="LiveId" clId="{39C24DAF-E20C-4507-9157-C96F2FA882D0}" dt="2023-03-28T16:24:00.437" v="2154"/>
          <ac:inkMkLst>
            <pc:docMk/>
            <pc:sldMk cId="1054089474" sldId="259"/>
            <ac:inkMk id="98" creationId="{53BDE855-01B6-4590-9B0A-84E228640593}"/>
          </ac:inkMkLst>
        </pc:inkChg>
        <pc:inkChg chg="add del">
          <ac:chgData name="" userId="242feb3c33a8e7bf" providerId="LiveId" clId="{39C24DAF-E20C-4507-9157-C96F2FA882D0}" dt="2023-03-28T16:24:02.953" v="2161"/>
          <ac:inkMkLst>
            <pc:docMk/>
            <pc:sldMk cId="1054089474" sldId="259"/>
            <ac:inkMk id="99" creationId="{4F325343-C11F-4BF2-A6C6-B63CC6BA5C1C}"/>
          </ac:inkMkLst>
        </pc:inkChg>
        <pc:inkChg chg="add del">
          <ac:chgData name="" userId="242feb3c33a8e7bf" providerId="LiveId" clId="{39C24DAF-E20C-4507-9157-C96F2FA882D0}" dt="2023-03-28T16:24:02.953" v="2161"/>
          <ac:inkMkLst>
            <pc:docMk/>
            <pc:sldMk cId="1054089474" sldId="259"/>
            <ac:inkMk id="100" creationId="{6C6D739C-20F1-4C00-AB58-DB23E39DC9AC}"/>
          </ac:inkMkLst>
        </pc:inkChg>
        <pc:inkChg chg="add del">
          <ac:chgData name="" userId="242feb3c33a8e7bf" providerId="LiveId" clId="{39C24DAF-E20C-4507-9157-C96F2FA882D0}" dt="2023-03-28T16:24:02.953" v="2161"/>
          <ac:inkMkLst>
            <pc:docMk/>
            <pc:sldMk cId="1054089474" sldId="259"/>
            <ac:inkMk id="101" creationId="{CDEBF107-E63A-4416-BA12-E61CBA28A3FB}"/>
          </ac:inkMkLst>
        </pc:inkChg>
        <pc:inkChg chg="add del">
          <ac:chgData name="" userId="242feb3c33a8e7bf" providerId="LiveId" clId="{39C24DAF-E20C-4507-9157-C96F2FA882D0}" dt="2023-03-28T16:24:02.953" v="2161"/>
          <ac:inkMkLst>
            <pc:docMk/>
            <pc:sldMk cId="1054089474" sldId="259"/>
            <ac:inkMk id="102" creationId="{D0CD1FF7-F92E-4584-BA9E-3AD908EBBC13}"/>
          </ac:inkMkLst>
        </pc:inkChg>
        <pc:inkChg chg="add del">
          <ac:chgData name="" userId="242feb3c33a8e7bf" providerId="LiveId" clId="{39C24DAF-E20C-4507-9157-C96F2FA882D0}" dt="2023-03-28T16:24:02.953" v="2161"/>
          <ac:inkMkLst>
            <pc:docMk/>
            <pc:sldMk cId="1054089474" sldId="259"/>
            <ac:inkMk id="103" creationId="{45B66964-158E-4CD6-B1C3-40861F7CEC9B}"/>
          </ac:inkMkLst>
        </pc:inkChg>
        <pc:inkChg chg="add del">
          <ac:chgData name="" userId="242feb3c33a8e7bf" providerId="LiveId" clId="{39C24DAF-E20C-4507-9157-C96F2FA882D0}" dt="2023-03-28T16:24:02.953" v="2161"/>
          <ac:inkMkLst>
            <pc:docMk/>
            <pc:sldMk cId="1054089474" sldId="259"/>
            <ac:inkMk id="104" creationId="{4A18D00E-B7E2-4481-99E9-FD9B2249E0FC}"/>
          </ac:inkMkLst>
        </pc:inkChg>
        <pc:inkChg chg="add del">
          <ac:chgData name="" userId="242feb3c33a8e7bf" providerId="LiveId" clId="{39C24DAF-E20C-4507-9157-C96F2FA882D0}" dt="2023-03-28T16:24:02.953" v="2161"/>
          <ac:inkMkLst>
            <pc:docMk/>
            <pc:sldMk cId="1054089474" sldId="259"/>
            <ac:inkMk id="105" creationId="{E40F6893-3FC1-4009-9616-89F8E6CFB6D6}"/>
          </ac:inkMkLst>
        </pc:inkChg>
        <pc:inkChg chg="add">
          <ac:chgData name="" userId="242feb3c33a8e7bf" providerId="LiveId" clId="{39C24DAF-E20C-4507-9157-C96F2FA882D0}" dt="2023-03-28T16:24:02.953" v="2161"/>
          <ac:inkMkLst>
            <pc:docMk/>
            <pc:sldMk cId="1054089474" sldId="259"/>
            <ac:inkMk id="106" creationId="{E38C4B90-4EAA-4339-BC1B-ABC6DA6E863D}"/>
          </ac:inkMkLst>
        </pc:inkChg>
        <pc:inkChg chg="add del">
          <ac:chgData name="" userId="242feb3c33a8e7bf" providerId="LiveId" clId="{39C24DAF-E20C-4507-9157-C96F2FA882D0}" dt="2023-03-28T16:24:08.956" v="2166"/>
          <ac:inkMkLst>
            <pc:docMk/>
            <pc:sldMk cId="1054089474" sldId="259"/>
            <ac:inkMk id="107" creationId="{29FA8A34-E960-403A-8815-CE9C0783581D}"/>
          </ac:inkMkLst>
        </pc:inkChg>
        <pc:inkChg chg="add del">
          <ac:chgData name="" userId="242feb3c33a8e7bf" providerId="LiveId" clId="{39C24DAF-E20C-4507-9157-C96F2FA882D0}" dt="2023-03-28T16:24:08.956" v="2166"/>
          <ac:inkMkLst>
            <pc:docMk/>
            <pc:sldMk cId="1054089474" sldId="259"/>
            <ac:inkMk id="108" creationId="{7EBDDA8C-CBE4-4C0B-9E5C-A0310E377DBE}"/>
          </ac:inkMkLst>
        </pc:inkChg>
        <pc:inkChg chg="add del">
          <ac:chgData name="" userId="242feb3c33a8e7bf" providerId="LiveId" clId="{39C24DAF-E20C-4507-9157-C96F2FA882D0}" dt="2023-03-28T16:24:08.956" v="2166"/>
          <ac:inkMkLst>
            <pc:docMk/>
            <pc:sldMk cId="1054089474" sldId="259"/>
            <ac:inkMk id="109" creationId="{A77ADA90-6E7A-4864-A9A0-637EA902BFE8}"/>
          </ac:inkMkLst>
        </pc:inkChg>
        <pc:inkChg chg="add del">
          <ac:chgData name="" userId="242feb3c33a8e7bf" providerId="LiveId" clId="{39C24DAF-E20C-4507-9157-C96F2FA882D0}" dt="2023-03-28T16:24:08.956" v="2166"/>
          <ac:inkMkLst>
            <pc:docMk/>
            <pc:sldMk cId="1054089474" sldId="259"/>
            <ac:inkMk id="110" creationId="{A93C86E1-BACE-49D1-A1FD-AC4AFA57C28A}"/>
          </ac:inkMkLst>
        </pc:inkChg>
        <pc:inkChg chg="add">
          <ac:chgData name="" userId="242feb3c33a8e7bf" providerId="LiveId" clId="{39C24DAF-E20C-4507-9157-C96F2FA882D0}" dt="2023-03-28T16:24:08.956" v="2166"/>
          <ac:inkMkLst>
            <pc:docMk/>
            <pc:sldMk cId="1054089474" sldId="259"/>
            <ac:inkMk id="111" creationId="{2EA3298A-865D-44D6-8D2B-2AAA98E98841}"/>
          </ac:inkMkLst>
        </pc:inkChg>
        <pc:inkChg chg="add del">
          <ac:chgData name="" userId="242feb3c33a8e7bf" providerId="LiveId" clId="{39C24DAF-E20C-4507-9157-C96F2FA882D0}" dt="2023-03-28T16:24:14.653" v="2178"/>
          <ac:inkMkLst>
            <pc:docMk/>
            <pc:sldMk cId="1054089474" sldId="259"/>
            <ac:inkMk id="112" creationId="{F7C9EE63-1D2D-475A-9D32-520B3D394FCB}"/>
          </ac:inkMkLst>
        </pc:inkChg>
        <pc:inkChg chg="add del">
          <ac:chgData name="" userId="242feb3c33a8e7bf" providerId="LiveId" clId="{39C24DAF-E20C-4507-9157-C96F2FA882D0}" dt="2023-03-28T16:24:14.653" v="2178"/>
          <ac:inkMkLst>
            <pc:docMk/>
            <pc:sldMk cId="1054089474" sldId="259"/>
            <ac:inkMk id="113" creationId="{8AE11665-2E1C-4D4D-AC9B-61214C4E1A55}"/>
          </ac:inkMkLst>
        </pc:inkChg>
        <pc:inkChg chg="add del">
          <ac:chgData name="" userId="242feb3c33a8e7bf" providerId="LiveId" clId="{39C24DAF-E20C-4507-9157-C96F2FA882D0}" dt="2023-03-28T16:24:14.653" v="2178"/>
          <ac:inkMkLst>
            <pc:docMk/>
            <pc:sldMk cId="1054089474" sldId="259"/>
            <ac:inkMk id="114" creationId="{F63452EA-78C2-4096-9DF7-99A6501D6CB4}"/>
          </ac:inkMkLst>
        </pc:inkChg>
        <pc:inkChg chg="add del">
          <ac:chgData name="" userId="242feb3c33a8e7bf" providerId="LiveId" clId="{39C24DAF-E20C-4507-9157-C96F2FA882D0}" dt="2023-03-28T16:24:14.653" v="2178"/>
          <ac:inkMkLst>
            <pc:docMk/>
            <pc:sldMk cId="1054089474" sldId="259"/>
            <ac:inkMk id="115" creationId="{8B2A924B-D2E1-4C0E-A1F2-FECCD87A697E}"/>
          </ac:inkMkLst>
        </pc:inkChg>
        <pc:inkChg chg="add del">
          <ac:chgData name="" userId="242feb3c33a8e7bf" providerId="LiveId" clId="{39C24DAF-E20C-4507-9157-C96F2FA882D0}" dt="2023-03-28T16:24:14.653" v="2178"/>
          <ac:inkMkLst>
            <pc:docMk/>
            <pc:sldMk cId="1054089474" sldId="259"/>
            <ac:inkMk id="116" creationId="{5A9BBF1F-BBF6-4CCA-9A38-1CF662241CE4}"/>
          </ac:inkMkLst>
        </pc:inkChg>
        <pc:inkChg chg="add del">
          <ac:chgData name="" userId="242feb3c33a8e7bf" providerId="LiveId" clId="{39C24DAF-E20C-4507-9157-C96F2FA882D0}" dt="2023-03-28T16:24:14.653" v="2178"/>
          <ac:inkMkLst>
            <pc:docMk/>
            <pc:sldMk cId="1054089474" sldId="259"/>
            <ac:inkMk id="117" creationId="{FDF82A37-DC92-4C36-8BEE-7138E7D429DF}"/>
          </ac:inkMkLst>
        </pc:inkChg>
        <pc:inkChg chg="add del">
          <ac:chgData name="" userId="242feb3c33a8e7bf" providerId="LiveId" clId="{39C24DAF-E20C-4507-9157-C96F2FA882D0}" dt="2023-03-28T16:24:14.653" v="2178"/>
          <ac:inkMkLst>
            <pc:docMk/>
            <pc:sldMk cId="1054089474" sldId="259"/>
            <ac:inkMk id="118" creationId="{F70D312B-18BF-405C-B082-85BAFF9EDB0A}"/>
          </ac:inkMkLst>
        </pc:inkChg>
        <pc:inkChg chg="add del">
          <ac:chgData name="" userId="242feb3c33a8e7bf" providerId="LiveId" clId="{39C24DAF-E20C-4507-9157-C96F2FA882D0}" dt="2023-03-28T16:24:14.653" v="2178"/>
          <ac:inkMkLst>
            <pc:docMk/>
            <pc:sldMk cId="1054089474" sldId="259"/>
            <ac:inkMk id="119" creationId="{09325C70-1665-48F7-9B81-F484D43388C2}"/>
          </ac:inkMkLst>
        </pc:inkChg>
        <pc:inkChg chg="add del">
          <ac:chgData name="" userId="242feb3c33a8e7bf" providerId="LiveId" clId="{39C24DAF-E20C-4507-9157-C96F2FA882D0}" dt="2023-03-28T16:24:14.653" v="2178"/>
          <ac:inkMkLst>
            <pc:docMk/>
            <pc:sldMk cId="1054089474" sldId="259"/>
            <ac:inkMk id="120" creationId="{85CFBF76-7144-423D-8C57-D5A4E0B9A218}"/>
          </ac:inkMkLst>
        </pc:inkChg>
        <pc:inkChg chg="add del">
          <ac:chgData name="" userId="242feb3c33a8e7bf" providerId="LiveId" clId="{39C24DAF-E20C-4507-9157-C96F2FA882D0}" dt="2023-03-28T16:24:14.653" v="2178"/>
          <ac:inkMkLst>
            <pc:docMk/>
            <pc:sldMk cId="1054089474" sldId="259"/>
            <ac:inkMk id="121" creationId="{ADD2095D-4112-4F3B-ACDA-3B91CAFA710C}"/>
          </ac:inkMkLst>
        </pc:inkChg>
        <pc:inkChg chg="add del">
          <ac:chgData name="" userId="242feb3c33a8e7bf" providerId="LiveId" clId="{39C24DAF-E20C-4507-9157-C96F2FA882D0}" dt="2023-03-28T16:24:14.653" v="2178"/>
          <ac:inkMkLst>
            <pc:docMk/>
            <pc:sldMk cId="1054089474" sldId="259"/>
            <ac:inkMk id="122" creationId="{7DB6177F-9644-4F2F-A494-DB39D46B664B}"/>
          </ac:inkMkLst>
        </pc:inkChg>
        <pc:inkChg chg="add del">
          <ac:chgData name="" userId="242feb3c33a8e7bf" providerId="LiveId" clId="{39C24DAF-E20C-4507-9157-C96F2FA882D0}" dt="2023-03-28T16:24:16.189" v="2180"/>
          <ac:inkMkLst>
            <pc:docMk/>
            <pc:sldMk cId="1054089474" sldId="259"/>
            <ac:inkMk id="123" creationId="{F07AE80F-0587-49CE-9BDA-C9567CE2A30E}"/>
          </ac:inkMkLst>
        </pc:inkChg>
        <pc:inkChg chg="add">
          <ac:chgData name="" userId="242feb3c33a8e7bf" providerId="LiveId" clId="{39C24DAF-E20C-4507-9157-C96F2FA882D0}" dt="2023-03-28T16:24:14.653" v="2178"/>
          <ac:inkMkLst>
            <pc:docMk/>
            <pc:sldMk cId="1054089474" sldId="259"/>
            <ac:inkMk id="124" creationId="{DE08C3B5-511F-454E-B265-FBF9F4C3CA52}"/>
          </ac:inkMkLst>
        </pc:inkChg>
        <pc:inkChg chg="add del">
          <ac:chgData name="" userId="242feb3c33a8e7bf" providerId="LiveId" clId="{39C24DAF-E20C-4507-9157-C96F2FA882D0}" dt="2023-03-28T16:24:16.189" v="2180"/>
          <ac:inkMkLst>
            <pc:docMk/>
            <pc:sldMk cId="1054089474" sldId="259"/>
            <ac:inkMk id="125" creationId="{C05E010F-C117-4D23-970C-F36926C51006}"/>
          </ac:inkMkLst>
        </pc:inkChg>
        <pc:inkChg chg="add">
          <ac:chgData name="" userId="242feb3c33a8e7bf" providerId="LiveId" clId="{39C24DAF-E20C-4507-9157-C96F2FA882D0}" dt="2023-03-28T16:24:16.189" v="2180"/>
          <ac:inkMkLst>
            <pc:docMk/>
            <pc:sldMk cId="1054089474" sldId="259"/>
            <ac:inkMk id="126" creationId="{BB786CCA-88BE-4EDC-9644-B1B425CC6270}"/>
          </ac:inkMkLst>
        </pc:inkChg>
        <pc:inkChg chg="add">
          <ac:chgData name="" userId="242feb3c33a8e7bf" providerId="LiveId" clId="{39C24DAF-E20C-4507-9157-C96F2FA882D0}" dt="2023-03-28T16:24:16.209" v="2181"/>
          <ac:inkMkLst>
            <pc:docMk/>
            <pc:sldMk cId="1054089474" sldId="259"/>
            <ac:inkMk id="127" creationId="{C5D94B21-120D-4783-B934-888B01D602A8}"/>
          </ac:inkMkLst>
        </pc:inkChg>
        <pc:inkChg chg="add del">
          <ac:chgData name="" userId="242feb3c33a8e7bf" providerId="LiveId" clId="{39C24DAF-E20C-4507-9157-C96F2FA882D0}" dt="2023-03-28T16:24:18.988" v="2185"/>
          <ac:inkMkLst>
            <pc:docMk/>
            <pc:sldMk cId="1054089474" sldId="259"/>
            <ac:inkMk id="128" creationId="{D5772C98-A3E4-461A-B5B9-1C6BAEDFE063}"/>
          </ac:inkMkLst>
        </pc:inkChg>
        <pc:inkChg chg="add del">
          <ac:chgData name="" userId="242feb3c33a8e7bf" providerId="LiveId" clId="{39C24DAF-E20C-4507-9157-C96F2FA882D0}" dt="2023-03-28T16:24:18.988" v="2185"/>
          <ac:inkMkLst>
            <pc:docMk/>
            <pc:sldMk cId="1054089474" sldId="259"/>
            <ac:inkMk id="129" creationId="{20DF1AEB-DA97-42F3-A2F4-7E22FF4A2249}"/>
          </ac:inkMkLst>
        </pc:inkChg>
        <pc:inkChg chg="add">
          <ac:chgData name="" userId="242feb3c33a8e7bf" providerId="LiveId" clId="{39C24DAF-E20C-4507-9157-C96F2FA882D0}" dt="2023-03-28T16:24:18.413" v="2184"/>
          <ac:inkMkLst>
            <pc:docMk/>
            <pc:sldMk cId="1054089474" sldId="259"/>
            <ac:inkMk id="130" creationId="{8325D86E-B18F-4FD9-B72B-FBFB74BC5C72}"/>
          </ac:inkMkLst>
        </pc:inkChg>
        <pc:inkChg chg="add">
          <ac:chgData name="" userId="242feb3c33a8e7bf" providerId="LiveId" clId="{39C24DAF-E20C-4507-9157-C96F2FA882D0}" dt="2023-03-28T16:24:18.988" v="2185"/>
          <ac:inkMkLst>
            <pc:docMk/>
            <pc:sldMk cId="1054089474" sldId="259"/>
            <ac:inkMk id="131" creationId="{8AF9CAA8-CC32-4F28-AC85-3E8F14960BA5}"/>
          </ac:inkMkLst>
        </pc:inkChg>
        <pc:inkChg chg="add del">
          <ac:chgData name="" userId="242feb3c33a8e7bf" providerId="LiveId" clId="{39C24DAF-E20C-4507-9157-C96F2FA882D0}" dt="2023-03-28T16:24:25.673" v="2200"/>
          <ac:inkMkLst>
            <pc:docMk/>
            <pc:sldMk cId="1054089474" sldId="259"/>
            <ac:inkMk id="132" creationId="{36C9D1F7-25A0-4BB2-845A-C4A0B5B8752F}"/>
          </ac:inkMkLst>
        </pc:inkChg>
        <pc:inkChg chg="add del">
          <ac:chgData name="" userId="242feb3c33a8e7bf" providerId="LiveId" clId="{39C24DAF-E20C-4507-9157-C96F2FA882D0}" dt="2023-03-28T16:24:25.673" v="2200"/>
          <ac:inkMkLst>
            <pc:docMk/>
            <pc:sldMk cId="1054089474" sldId="259"/>
            <ac:inkMk id="133" creationId="{9A7B4763-EE25-45A9-B740-767413572905}"/>
          </ac:inkMkLst>
        </pc:inkChg>
        <pc:inkChg chg="add del">
          <ac:chgData name="" userId="242feb3c33a8e7bf" providerId="LiveId" clId="{39C24DAF-E20C-4507-9157-C96F2FA882D0}" dt="2023-03-28T16:24:25.673" v="2200"/>
          <ac:inkMkLst>
            <pc:docMk/>
            <pc:sldMk cId="1054089474" sldId="259"/>
            <ac:inkMk id="134" creationId="{8E4C73A0-F240-417A-B4E9-6D56F8BA010D}"/>
          </ac:inkMkLst>
        </pc:inkChg>
        <pc:inkChg chg="add del">
          <ac:chgData name="" userId="242feb3c33a8e7bf" providerId="LiveId" clId="{39C24DAF-E20C-4507-9157-C96F2FA882D0}" dt="2023-03-28T16:24:25.673" v="2200"/>
          <ac:inkMkLst>
            <pc:docMk/>
            <pc:sldMk cId="1054089474" sldId="259"/>
            <ac:inkMk id="135" creationId="{B05C153F-AC77-4339-93EB-A9900C10F136}"/>
          </ac:inkMkLst>
        </pc:inkChg>
        <pc:inkChg chg="add del">
          <ac:chgData name="" userId="242feb3c33a8e7bf" providerId="LiveId" clId="{39C24DAF-E20C-4507-9157-C96F2FA882D0}" dt="2023-03-28T16:24:25.673" v="2200"/>
          <ac:inkMkLst>
            <pc:docMk/>
            <pc:sldMk cId="1054089474" sldId="259"/>
            <ac:inkMk id="136" creationId="{CEA73C19-E1BF-4811-9194-31C033A68C47}"/>
          </ac:inkMkLst>
        </pc:inkChg>
        <pc:inkChg chg="add del">
          <ac:chgData name="" userId="242feb3c33a8e7bf" providerId="LiveId" clId="{39C24DAF-E20C-4507-9157-C96F2FA882D0}" dt="2023-03-28T16:24:25.673" v="2200"/>
          <ac:inkMkLst>
            <pc:docMk/>
            <pc:sldMk cId="1054089474" sldId="259"/>
            <ac:inkMk id="137" creationId="{DAA52872-E3F2-4275-8B87-9F5D0A7B5950}"/>
          </ac:inkMkLst>
        </pc:inkChg>
        <pc:inkChg chg="add del">
          <ac:chgData name="" userId="242feb3c33a8e7bf" providerId="LiveId" clId="{39C24DAF-E20C-4507-9157-C96F2FA882D0}" dt="2023-03-28T16:24:25.673" v="2200"/>
          <ac:inkMkLst>
            <pc:docMk/>
            <pc:sldMk cId="1054089474" sldId="259"/>
            <ac:inkMk id="138" creationId="{0C01FA43-CBE9-4C18-9B98-CA6FC67F9CE9}"/>
          </ac:inkMkLst>
        </pc:inkChg>
        <pc:inkChg chg="add del">
          <ac:chgData name="" userId="242feb3c33a8e7bf" providerId="LiveId" clId="{39C24DAF-E20C-4507-9157-C96F2FA882D0}" dt="2023-03-28T16:24:25.673" v="2200"/>
          <ac:inkMkLst>
            <pc:docMk/>
            <pc:sldMk cId="1054089474" sldId="259"/>
            <ac:inkMk id="139" creationId="{8919C063-9473-4801-8DAE-041C7BDFE404}"/>
          </ac:inkMkLst>
        </pc:inkChg>
        <pc:inkChg chg="add del">
          <ac:chgData name="" userId="242feb3c33a8e7bf" providerId="LiveId" clId="{39C24DAF-E20C-4507-9157-C96F2FA882D0}" dt="2023-03-28T16:24:25.673" v="2200"/>
          <ac:inkMkLst>
            <pc:docMk/>
            <pc:sldMk cId="1054089474" sldId="259"/>
            <ac:inkMk id="140" creationId="{E41ED102-6A52-48D0-8C3F-40A228A98998}"/>
          </ac:inkMkLst>
        </pc:inkChg>
        <pc:inkChg chg="add del">
          <ac:chgData name="" userId="242feb3c33a8e7bf" providerId="LiveId" clId="{39C24DAF-E20C-4507-9157-C96F2FA882D0}" dt="2023-03-28T16:24:25.673" v="2200"/>
          <ac:inkMkLst>
            <pc:docMk/>
            <pc:sldMk cId="1054089474" sldId="259"/>
            <ac:inkMk id="141" creationId="{8EBFF867-CC81-49C2-828D-12D26619F2C9}"/>
          </ac:inkMkLst>
        </pc:inkChg>
        <pc:inkChg chg="add del">
          <ac:chgData name="" userId="242feb3c33a8e7bf" providerId="LiveId" clId="{39C24DAF-E20C-4507-9157-C96F2FA882D0}" dt="2023-03-28T16:24:25.673" v="2200"/>
          <ac:inkMkLst>
            <pc:docMk/>
            <pc:sldMk cId="1054089474" sldId="259"/>
            <ac:inkMk id="142" creationId="{1FFDA2C8-F25A-4EDC-BFB7-5DCF39B12D47}"/>
          </ac:inkMkLst>
        </pc:inkChg>
        <pc:inkChg chg="add del">
          <ac:chgData name="" userId="242feb3c33a8e7bf" providerId="LiveId" clId="{39C24DAF-E20C-4507-9157-C96F2FA882D0}" dt="2023-03-28T16:24:25.673" v="2200"/>
          <ac:inkMkLst>
            <pc:docMk/>
            <pc:sldMk cId="1054089474" sldId="259"/>
            <ac:inkMk id="143" creationId="{BCB43C84-83B9-403B-AC63-03B200B95C63}"/>
          </ac:inkMkLst>
        </pc:inkChg>
        <pc:inkChg chg="add del">
          <ac:chgData name="" userId="242feb3c33a8e7bf" providerId="LiveId" clId="{39C24DAF-E20C-4507-9157-C96F2FA882D0}" dt="2023-03-28T16:24:25.673" v="2200"/>
          <ac:inkMkLst>
            <pc:docMk/>
            <pc:sldMk cId="1054089474" sldId="259"/>
            <ac:inkMk id="144" creationId="{299AE719-1019-4A15-BE93-D6D5FAEF5975}"/>
          </ac:inkMkLst>
        </pc:inkChg>
        <pc:inkChg chg="add del">
          <ac:chgData name="" userId="242feb3c33a8e7bf" providerId="LiveId" clId="{39C24DAF-E20C-4507-9157-C96F2FA882D0}" dt="2023-03-28T16:24:25.673" v="2200"/>
          <ac:inkMkLst>
            <pc:docMk/>
            <pc:sldMk cId="1054089474" sldId="259"/>
            <ac:inkMk id="145" creationId="{D70F4440-F76C-4311-882E-48269A396B44}"/>
          </ac:inkMkLst>
        </pc:inkChg>
        <pc:inkChg chg="add">
          <ac:chgData name="" userId="242feb3c33a8e7bf" providerId="LiveId" clId="{39C24DAF-E20C-4507-9157-C96F2FA882D0}" dt="2023-03-28T16:24:25.673" v="2200"/>
          <ac:inkMkLst>
            <pc:docMk/>
            <pc:sldMk cId="1054089474" sldId="259"/>
            <ac:inkMk id="146" creationId="{4B07A79C-F3CA-4EE9-A3F9-6F79ABB2C1E9}"/>
          </ac:inkMkLst>
        </pc:inkChg>
        <pc:inkChg chg="add del">
          <ac:chgData name="" userId="242feb3c33a8e7bf" providerId="LiveId" clId="{39C24DAF-E20C-4507-9157-C96F2FA882D0}" dt="2023-03-28T16:24:30.255" v="2204"/>
          <ac:inkMkLst>
            <pc:docMk/>
            <pc:sldMk cId="1054089474" sldId="259"/>
            <ac:inkMk id="147" creationId="{93822F1E-D1BA-49F3-85F7-B3811C328625}"/>
          </ac:inkMkLst>
        </pc:inkChg>
        <pc:inkChg chg="add del">
          <ac:chgData name="" userId="242feb3c33a8e7bf" providerId="LiveId" clId="{39C24DAF-E20C-4507-9157-C96F2FA882D0}" dt="2023-03-28T16:24:30.255" v="2204"/>
          <ac:inkMkLst>
            <pc:docMk/>
            <pc:sldMk cId="1054089474" sldId="259"/>
            <ac:inkMk id="148" creationId="{490D0AD2-AC14-48EB-BA1A-77C310A17623}"/>
          </ac:inkMkLst>
        </pc:inkChg>
        <pc:inkChg chg="add del">
          <ac:chgData name="" userId="242feb3c33a8e7bf" providerId="LiveId" clId="{39C24DAF-E20C-4507-9157-C96F2FA882D0}" dt="2023-03-28T16:24:30.255" v="2204"/>
          <ac:inkMkLst>
            <pc:docMk/>
            <pc:sldMk cId="1054089474" sldId="259"/>
            <ac:inkMk id="149" creationId="{A1309BD2-37FA-4DB9-AEED-49C0A0415941}"/>
          </ac:inkMkLst>
        </pc:inkChg>
        <pc:inkChg chg="add del">
          <ac:chgData name="" userId="242feb3c33a8e7bf" providerId="LiveId" clId="{39C24DAF-E20C-4507-9157-C96F2FA882D0}" dt="2023-03-28T16:24:37.636" v="2222"/>
          <ac:inkMkLst>
            <pc:docMk/>
            <pc:sldMk cId="1054089474" sldId="259"/>
            <ac:inkMk id="150" creationId="{0E464D68-FF58-4343-9DE1-B5765DE3161C}"/>
          </ac:inkMkLst>
        </pc:inkChg>
        <pc:inkChg chg="add del">
          <ac:chgData name="" userId="242feb3c33a8e7bf" providerId="LiveId" clId="{39C24DAF-E20C-4507-9157-C96F2FA882D0}" dt="2023-03-28T16:24:37.636" v="2222"/>
          <ac:inkMkLst>
            <pc:docMk/>
            <pc:sldMk cId="1054089474" sldId="259"/>
            <ac:inkMk id="151" creationId="{7DAED4C3-2E46-450D-936C-38A54973E745}"/>
          </ac:inkMkLst>
        </pc:inkChg>
        <pc:inkChg chg="add del">
          <ac:chgData name="" userId="242feb3c33a8e7bf" providerId="LiveId" clId="{39C24DAF-E20C-4507-9157-C96F2FA882D0}" dt="2023-03-28T16:24:37.636" v="2222"/>
          <ac:inkMkLst>
            <pc:docMk/>
            <pc:sldMk cId="1054089474" sldId="259"/>
            <ac:inkMk id="152" creationId="{A46F7B67-D3DC-4B73-82C4-6B179C59877D}"/>
          </ac:inkMkLst>
        </pc:inkChg>
        <pc:inkChg chg="add del">
          <ac:chgData name="" userId="242feb3c33a8e7bf" providerId="LiveId" clId="{39C24DAF-E20C-4507-9157-C96F2FA882D0}" dt="2023-03-28T16:24:37.636" v="2222"/>
          <ac:inkMkLst>
            <pc:docMk/>
            <pc:sldMk cId="1054089474" sldId="259"/>
            <ac:inkMk id="153" creationId="{08011FF3-BA60-4B23-A120-3D7F33931E0A}"/>
          </ac:inkMkLst>
        </pc:inkChg>
        <pc:inkChg chg="add del">
          <ac:chgData name="" userId="242feb3c33a8e7bf" providerId="LiveId" clId="{39C24DAF-E20C-4507-9157-C96F2FA882D0}" dt="2023-03-28T16:24:37.636" v="2222"/>
          <ac:inkMkLst>
            <pc:docMk/>
            <pc:sldMk cId="1054089474" sldId="259"/>
            <ac:inkMk id="154" creationId="{130EBC79-2AA7-45AE-97C2-7DB9B570FF46}"/>
          </ac:inkMkLst>
        </pc:inkChg>
        <pc:inkChg chg="add del">
          <ac:chgData name="" userId="242feb3c33a8e7bf" providerId="LiveId" clId="{39C24DAF-E20C-4507-9157-C96F2FA882D0}" dt="2023-03-28T16:24:37.636" v="2222"/>
          <ac:inkMkLst>
            <pc:docMk/>
            <pc:sldMk cId="1054089474" sldId="259"/>
            <ac:inkMk id="155" creationId="{FC1A53BF-71D9-4549-B839-B8B277D5DDC5}"/>
          </ac:inkMkLst>
        </pc:inkChg>
        <pc:inkChg chg="add del">
          <ac:chgData name="" userId="242feb3c33a8e7bf" providerId="LiveId" clId="{39C24DAF-E20C-4507-9157-C96F2FA882D0}" dt="2023-03-28T16:24:37.636" v="2222"/>
          <ac:inkMkLst>
            <pc:docMk/>
            <pc:sldMk cId="1054089474" sldId="259"/>
            <ac:inkMk id="156" creationId="{37A3F24C-F0E3-4AE9-9E4D-26D9A96D940D}"/>
          </ac:inkMkLst>
        </pc:inkChg>
        <pc:inkChg chg="add del">
          <ac:chgData name="" userId="242feb3c33a8e7bf" providerId="LiveId" clId="{39C24DAF-E20C-4507-9157-C96F2FA882D0}" dt="2023-03-28T16:24:37.636" v="2222"/>
          <ac:inkMkLst>
            <pc:docMk/>
            <pc:sldMk cId="1054089474" sldId="259"/>
            <ac:inkMk id="157" creationId="{4DA440A6-EF27-4F36-8C9C-B3F345E03BD9}"/>
          </ac:inkMkLst>
        </pc:inkChg>
        <pc:inkChg chg="add del">
          <ac:chgData name="" userId="242feb3c33a8e7bf" providerId="LiveId" clId="{39C24DAF-E20C-4507-9157-C96F2FA882D0}" dt="2023-03-28T16:24:37.636" v="2222"/>
          <ac:inkMkLst>
            <pc:docMk/>
            <pc:sldMk cId="1054089474" sldId="259"/>
            <ac:inkMk id="158" creationId="{1D9D9141-7D39-4E21-8C39-AA4733CC8A0C}"/>
          </ac:inkMkLst>
        </pc:inkChg>
        <pc:inkChg chg="add del">
          <ac:chgData name="" userId="242feb3c33a8e7bf" providerId="LiveId" clId="{39C24DAF-E20C-4507-9157-C96F2FA882D0}" dt="2023-03-28T16:24:37.636" v="2222"/>
          <ac:inkMkLst>
            <pc:docMk/>
            <pc:sldMk cId="1054089474" sldId="259"/>
            <ac:inkMk id="159" creationId="{9D605081-8351-4895-BA34-EDEFFCC7BFC3}"/>
          </ac:inkMkLst>
        </pc:inkChg>
        <pc:inkChg chg="add del">
          <ac:chgData name="" userId="242feb3c33a8e7bf" providerId="LiveId" clId="{39C24DAF-E20C-4507-9157-C96F2FA882D0}" dt="2023-03-28T16:24:37.636" v="2222"/>
          <ac:inkMkLst>
            <pc:docMk/>
            <pc:sldMk cId="1054089474" sldId="259"/>
            <ac:inkMk id="160" creationId="{6C46F99B-E7A4-4180-A650-268B92C8A24D}"/>
          </ac:inkMkLst>
        </pc:inkChg>
        <pc:inkChg chg="add del">
          <ac:chgData name="" userId="242feb3c33a8e7bf" providerId="LiveId" clId="{39C24DAF-E20C-4507-9157-C96F2FA882D0}" dt="2023-03-28T16:24:37.636" v="2222"/>
          <ac:inkMkLst>
            <pc:docMk/>
            <pc:sldMk cId="1054089474" sldId="259"/>
            <ac:inkMk id="161" creationId="{15CAAC22-D300-4C25-99D8-E0DD5CAFBF82}"/>
          </ac:inkMkLst>
        </pc:inkChg>
        <pc:inkChg chg="add del">
          <ac:chgData name="" userId="242feb3c33a8e7bf" providerId="LiveId" clId="{39C24DAF-E20C-4507-9157-C96F2FA882D0}" dt="2023-03-28T16:24:37.636" v="2222"/>
          <ac:inkMkLst>
            <pc:docMk/>
            <pc:sldMk cId="1054089474" sldId="259"/>
            <ac:inkMk id="162" creationId="{A9995AAF-FBFA-4D09-A045-F0FFABC61553}"/>
          </ac:inkMkLst>
        </pc:inkChg>
        <pc:inkChg chg="add del">
          <ac:chgData name="" userId="242feb3c33a8e7bf" providerId="LiveId" clId="{39C24DAF-E20C-4507-9157-C96F2FA882D0}" dt="2023-03-28T16:24:37.636" v="2222"/>
          <ac:inkMkLst>
            <pc:docMk/>
            <pc:sldMk cId="1054089474" sldId="259"/>
            <ac:inkMk id="163" creationId="{D8581D29-F2F2-48C1-B2DB-7B1E76B05F6F}"/>
          </ac:inkMkLst>
        </pc:inkChg>
        <pc:inkChg chg="add del">
          <ac:chgData name="" userId="242feb3c33a8e7bf" providerId="LiveId" clId="{39C24DAF-E20C-4507-9157-C96F2FA882D0}" dt="2023-03-28T16:24:37.636" v="2222"/>
          <ac:inkMkLst>
            <pc:docMk/>
            <pc:sldMk cId="1054089474" sldId="259"/>
            <ac:inkMk id="164" creationId="{9E0A47FA-CEF1-442D-A1B5-B6D6A925E284}"/>
          </ac:inkMkLst>
        </pc:inkChg>
        <pc:inkChg chg="add del">
          <ac:chgData name="" userId="242feb3c33a8e7bf" providerId="LiveId" clId="{39C24DAF-E20C-4507-9157-C96F2FA882D0}" dt="2023-03-28T16:24:37.636" v="2222"/>
          <ac:inkMkLst>
            <pc:docMk/>
            <pc:sldMk cId="1054089474" sldId="259"/>
            <ac:inkMk id="165" creationId="{A2B518A3-49E2-47EC-B8A8-B10087413915}"/>
          </ac:inkMkLst>
        </pc:inkChg>
        <pc:inkChg chg="add del">
          <ac:chgData name="" userId="242feb3c33a8e7bf" providerId="LiveId" clId="{39C24DAF-E20C-4507-9157-C96F2FA882D0}" dt="2023-03-28T16:24:37.636" v="2222"/>
          <ac:inkMkLst>
            <pc:docMk/>
            <pc:sldMk cId="1054089474" sldId="259"/>
            <ac:inkMk id="166" creationId="{EC40ECCA-511D-4FA3-A63C-ABF7EB9D77AF}"/>
          </ac:inkMkLst>
        </pc:inkChg>
        <pc:inkChg chg="add del">
          <ac:chgData name="" userId="242feb3c33a8e7bf" providerId="LiveId" clId="{39C24DAF-E20C-4507-9157-C96F2FA882D0}" dt="2023-03-28T16:24:37.636" v="2222"/>
          <ac:inkMkLst>
            <pc:docMk/>
            <pc:sldMk cId="1054089474" sldId="259"/>
            <ac:inkMk id="167" creationId="{5C003F42-EA16-441C-903C-D7BF01C63BCD}"/>
          </ac:inkMkLst>
        </pc:inkChg>
        <pc:inkChg chg="add">
          <ac:chgData name="" userId="242feb3c33a8e7bf" providerId="LiveId" clId="{39C24DAF-E20C-4507-9157-C96F2FA882D0}" dt="2023-03-28T16:24:37.636" v="2222"/>
          <ac:inkMkLst>
            <pc:docMk/>
            <pc:sldMk cId="1054089474" sldId="259"/>
            <ac:inkMk id="168" creationId="{06CC3E81-90F6-4BF6-9403-BD0A35095945}"/>
          </ac:inkMkLst>
        </pc:inkChg>
        <pc:inkChg chg="add">
          <ac:chgData name="" userId="242feb3c33a8e7bf" providerId="LiveId" clId="{39C24DAF-E20C-4507-9157-C96F2FA882D0}" dt="2023-03-28T16:24:37.636" v="2222"/>
          <ac:inkMkLst>
            <pc:docMk/>
            <pc:sldMk cId="1054089474" sldId="259"/>
            <ac:inkMk id="169" creationId="{BE7CAC0F-BAE3-4DD0-A2E8-CEED92B00F6A}"/>
          </ac:inkMkLst>
        </pc:inkChg>
        <pc:inkChg chg="add del">
          <ac:chgData name="" userId="242feb3c33a8e7bf" providerId="LiveId" clId="{39C24DAF-E20C-4507-9157-C96F2FA882D0}" dt="2023-03-28T16:24:44.358" v="2228"/>
          <ac:inkMkLst>
            <pc:docMk/>
            <pc:sldMk cId="1054089474" sldId="259"/>
            <ac:inkMk id="170" creationId="{087473A3-FCCB-4863-8547-9355918FBA98}"/>
          </ac:inkMkLst>
        </pc:inkChg>
        <pc:inkChg chg="add del">
          <ac:chgData name="" userId="242feb3c33a8e7bf" providerId="LiveId" clId="{39C24DAF-E20C-4507-9157-C96F2FA882D0}" dt="2023-03-28T16:24:44.358" v="2228"/>
          <ac:inkMkLst>
            <pc:docMk/>
            <pc:sldMk cId="1054089474" sldId="259"/>
            <ac:inkMk id="171" creationId="{B5AF3179-0F46-42C4-8E34-8F03551E672F}"/>
          </ac:inkMkLst>
        </pc:inkChg>
        <pc:inkChg chg="add del">
          <ac:chgData name="" userId="242feb3c33a8e7bf" providerId="LiveId" clId="{39C24DAF-E20C-4507-9157-C96F2FA882D0}" dt="2023-03-28T16:24:44.358" v="2228"/>
          <ac:inkMkLst>
            <pc:docMk/>
            <pc:sldMk cId="1054089474" sldId="259"/>
            <ac:inkMk id="172" creationId="{A7102AE3-3F9D-4562-B6C7-F1D742418CD5}"/>
          </ac:inkMkLst>
        </pc:inkChg>
        <pc:inkChg chg="add del">
          <ac:chgData name="" userId="242feb3c33a8e7bf" providerId="LiveId" clId="{39C24DAF-E20C-4507-9157-C96F2FA882D0}" dt="2023-03-28T16:24:44.358" v="2228"/>
          <ac:inkMkLst>
            <pc:docMk/>
            <pc:sldMk cId="1054089474" sldId="259"/>
            <ac:inkMk id="173" creationId="{9F47862A-BBB5-4B96-95F0-372A3392285B}"/>
          </ac:inkMkLst>
        </pc:inkChg>
        <pc:inkChg chg="add del">
          <ac:chgData name="" userId="242feb3c33a8e7bf" providerId="LiveId" clId="{39C24DAF-E20C-4507-9157-C96F2FA882D0}" dt="2023-03-28T16:24:44.358" v="2228"/>
          <ac:inkMkLst>
            <pc:docMk/>
            <pc:sldMk cId="1054089474" sldId="259"/>
            <ac:inkMk id="174" creationId="{F37A1BC3-48CD-457F-A678-89C2A9017115}"/>
          </ac:inkMkLst>
        </pc:inkChg>
        <pc:inkChg chg="add del">
          <ac:chgData name="" userId="242feb3c33a8e7bf" providerId="LiveId" clId="{39C24DAF-E20C-4507-9157-C96F2FA882D0}" dt="2023-03-28T16:24:49.826" v="2242"/>
          <ac:inkMkLst>
            <pc:docMk/>
            <pc:sldMk cId="1054089474" sldId="259"/>
            <ac:inkMk id="175" creationId="{3CE658C9-EB62-442A-9762-4D868BEB215D}"/>
          </ac:inkMkLst>
        </pc:inkChg>
        <pc:inkChg chg="add del">
          <ac:chgData name="" userId="242feb3c33a8e7bf" providerId="LiveId" clId="{39C24DAF-E20C-4507-9157-C96F2FA882D0}" dt="2023-03-28T16:24:49.826" v="2242"/>
          <ac:inkMkLst>
            <pc:docMk/>
            <pc:sldMk cId="1054089474" sldId="259"/>
            <ac:inkMk id="176" creationId="{B1FE30C5-FD47-4917-A10F-3760AA76B0BB}"/>
          </ac:inkMkLst>
        </pc:inkChg>
        <pc:inkChg chg="add del">
          <ac:chgData name="" userId="242feb3c33a8e7bf" providerId="LiveId" clId="{39C24DAF-E20C-4507-9157-C96F2FA882D0}" dt="2023-03-28T16:24:49.826" v="2242"/>
          <ac:inkMkLst>
            <pc:docMk/>
            <pc:sldMk cId="1054089474" sldId="259"/>
            <ac:inkMk id="177" creationId="{983C341F-9783-4FBC-92BA-6C9BF30AB97F}"/>
          </ac:inkMkLst>
        </pc:inkChg>
        <pc:inkChg chg="add del">
          <ac:chgData name="" userId="242feb3c33a8e7bf" providerId="LiveId" clId="{39C24DAF-E20C-4507-9157-C96F2FA882D0}" dt="2023-03-28T16:24:49.826" v="2242"/>
          <ac:inkMkLst>
            <pc:docMk/>
            <pc:sldMk cId="1054089474" sldId="259"/>
            <ac:inkMk id="178" creationId="{78E11100-5A5E-4F96-B60E-E623BDD9473E}"/>
          </ac:inkMkLst>
        </pc:inkChg>
        <pc:inkChg chg="add del">
          <ac:chgData name="" userId="242feb3c33a8e7bf" providerId="LiveId" clId="{39C24DAF-E20C-4507-9157-C96F2FA882D0}" dt="2023-03-28T16:24:49.826" v="2242"/>
          <ac:inkMkLst>
            <pc:docMk/>
            <pc:sldMk cId="1054089474" sldId="259"/>
            <ac:inkMk id="179" creationId="{D13D5221-6FC5-4928-980A-43FA558F4F83}"/>
          </ac:inkMkLst>
        </pc:inkChg>
        <pc:inkChg chg="add del">
          <ac:chgData name="" userId="242feb3c33a8e7bf" providerId="LiveId" clId="{39C24DAF-E20C-4507-9157-C96F2FA882D0}" dt="2023-03-28T16:24:49.826" v="2242"/>
          <ac:inkMkLst>
            <pc:docMk/>
            <pc:sldMk cId="1054089474" sldId="259"/>
            <ac:inkMk id="180" creationId="{D4F65B6A-2DC9-4029-81E0-F860034BAC1B}"/>
          </ac:inkMkLst>
        </pc:inkChg>
        <pc:inkChg chg="add del">
          <ac:chgData name="" userId="242feb3c33a8e7bf" providerId="LiveId" clId="{39C24DAF-E20C-4507-9157-C96F2FA882D0}" dt="2023-03-28T16:24:49.826" v="2242"/>
          <ac:inkMkLst>
            <pc:docMk/>
            <pc:sldMk cId="1054089474" sldId="259"/>
            <ac:inkMk id="181" creationId="{22B92E52-7EBA-48D8-9BCD-C9FE0B185A1C}"/>
          </ac:inkMkLst>
        </pc:inkChg>
        <pc:inkChg chg="add del">
          <ac:chgData name="" userId="242feb3c33a8e7bf" providerId="LiveId" clId="{39C24DAF-E20C-4507-9157-C96F2FA882D0}" dt="2023-03-28T16:24:49.826" v="2242"/>
          <ac:inkMkLst>
            <pc:docMk/>
            <pc:sldMk cId="1054089474" sldId="259"/>
            <ac:inkMk id="182" creationId="{C8E0F1EA-A176-4562-87AE-20890178FC00}"/>
          </ac:inkMkLst>
        </pc:inkChg>
        <pc:inkChg chg="add del">
          <ac:chgData name="" userId="242feb3c33a8e7bf" providerId="LiveId" clId="{39C24DAF-E20C-4507-9157-C96F2FA882D0}" dt="2023-03-28T16:24:49.826" v="2242"/>
          <ac:inkMkLst>
            <pc:docMk/>
            <pc:sldMk cId="1054089474" sldId="259"/>
            <ac:inkMk id="183" creationId="{D6514EA6-2BB3-4434-9285-25DED069C7BC}"/>
          </ac:inkMkLst>
        </pc:inkChg>
        <pc:inkChg chg="add del">
          <ac:chgData name="" userId="242feb3c33a8e7bf" providerId="LiveId" clId="{39C24DAF-E20C-4507-9157-C96F2FA882D0}" dt="2023-03-28T16:24:49.826" v="2242"/>
          <ac:inkMkLst>
            <pc:docMk/>
            <pc:sldMk cId="1054089474" sldId="259"/>
            <ac:inkMk id="184" creationId="{A549CFB4-8DF4-4693-B99B-D7C13FCBAE94}"/>
          </ac:inkMkLst>
        </pc:inkChg>
        <pc:inkChg chg="add del">
          <ac:chgData name="" userId="242feb3c33a8e7bf" providerId="LiveId" clId="{39C24DAF-E20C-4507-9157-C96F2FA882D0}" dt="2023-03-28T16:24:49.826" v="2242"/>
          <ac:inkMkLst>
            <pc:docMk/>
            <pc:sldMk cId="1054089474" sldId="259"/>
            <ac:inkMk id="185" creationId="{47CA6C86-254E-4D06-93C1-73E0E17E1B25}"/>
          </ac:inkMkLst>
        </pc:inkChg>
        <pc:inkChg chg="add del">
          <ac:chgData name="" userId="242feb3c33a8e7bf" providerId="LiveId" clId="{39C24DAF-E20C-4507-9157-C96F2FA882D0}" dt="2023-03-28T16:24:49.826" v="2242"/>
          <ac:inkMkLst>
            <pc:docMk/>
            <pc:sldMk cId="1054089474" sldId="259"/>
            <ac:inkMk id="186" creationId="{076AB74C-2CCC-4543-9D36-3F0EBD926447}"/>
          </ac:inkMkLst>
        </pc:inkChg>
        <pc:inkChg chg="add del">
          <ac:chgData name="" userId="242feb3c33a8e7bf" providerId="LiveId" clId="{39C24DAF-E20C-4507-9157-C96F2FA882D0}" dt="2023-03-28T16:24:49.826" v="2242"/>
          <ac:inkMkLst>
            <pc:docMk/>
            <pc:sldMk cId="1054089474" sldId="259"/>
            <ac:inkMk id="187" creationId="{6B65346B-00FC-43C7-9F88-B47D1C84DE08}"/>
          </ac:inkMkLst>
        </pc:inkChg>
        <pc:inkChg chg="add del">
          <ac:chgData name="" userId="242feb3c33a8e7bf" providerId="LiveId" clId="{39C24DAF-E20C-4507-9157-C96F2FA882D0}" dt="2023-03-28T16:24:49.826" v="2242"/>
          <ac:inkMkLst>
            <pc:docMk/>
            <pc:sldMk cId="1054089474" sldId="259"/>
            <ac:inkMk id="188" creationId="{E968BCD7-A2F5-4BCD-AAD6-F24ADDE7DF61}"/>
          </ac:inkMkLst>
        </pc:inkChg>
        <pc:inkChg chg="add mod">
          <ac:chgData name="" userId="242feb3c33a8e7bf" providerId="LiveId" clId="{39C24DAF-E20C-4507-9157-C96F2FA882D0}" dt="2023-03-28T16:25:28.499" v="2245" actId="1076"/>
          <ac:inkMkLst>
            <pc:docMk/>
            <pc:sldMk cId="1054089474" sldId="259"/>
            <ac:inkMk id="189" creationId="{21F005BC-0F39-43BC-A86A-3220B30DAB14}"/>
          </ac:inkMkLst>
        </pc:inkChg>
        <pc:inkChg chg="add del">
          <ac:chgData name="" userId="242feb3c33a8e7bf" providerId="LiveId" clId="{39C24DAF-E20C-4507-9157-C96F2FA882D0}" dt="2023-03-28T16:25:21.372" v="2244"/>
          <ac:inkMkLst>
            <pc:docMk/>
            <pc:sldMk cId="1054089474" sldId="259"/>
            <ac:inkMk id="190" creationId="{0D30F7DB-DE65-4457-8AA1-72284F0B6E3A}"/>
          </ac:inkMkLst>
        </pc:inkChg>
        <pc:inkChg chg="add del">
          <ac:chgData name="" userId="242feb3c33a8e7bf" providerId="LiveId" clId="{39C24DAF-E20C-4507-9157-C96F2FA882D0}" dt="2023-03-28T16:25:36.703" v="2249"/>
          <ac:inkMkLst>
            <pc:docMk/>
            <pc:sldMk cId="1054089474" sldId="259"/>
            <ac:inkMk id="191" creationId="{9D2FB032-E5E4-4F54-B69D-2F0511C1E2D9}"/>
          </ac:inkMkLst>
        </pc:inkChg>
        <pc:inkChg chg="add">
          <ac:chgData name="" userId="242feb3c33a8e7bf" providerId="LiveId" clId="{39C24DAF-E20C-4507-9157-C96F2FA882D0}" dt="2023-03-28T16:25:34.123" v="2247"/>
          <ac:inkMkLst>
            <pc:docMk/>
            <pc:sldMk cId="1054089474" sldId="259"/>
            <ac:inkMk id="192" creationId="{12043B70-E2E9-4CE9-B125-AD0B0F3986E3}"/>
          </ac:inkMkLst>
        </pc:inkChg>
        <pc:inkChg chg="add del">
          <ac:chgData name="" userId="242feb3c33a8e7bf" providerId="LiveId" clId="{39C24DAF-E20C-4507-9157-C96F2FA882D0}" dt="2023-03-28T16:25:36.703" v="2249"/>
          <ac:inkMkLst>
            <pc:docMk/>
            <pc:sldMk cId="1054089474" sldId="259"/>
            <ac:inkMk id="193" creationId="{10385B60-F6E5-4F1F-8924-4D16802EC448}"/>
          </ac:inkMkLst>
        </pc:inkChg>
        <pc:inkChg chg="add">
          <ac:chgData name="" userId="242feb3c33a8e7bf" providerId="LiveId" clId="{39C24DAF-E20C-4507-9157-C96F2FA882D0}" dt="2023-03-28T16:25:36.703" v="2249"/>
          <ac:inkMkLst>
            <pc:docMk/>
            <pc:sldMk cId="1054089474" sldId="259"/>
            <ac:inkMk id="194" creationId="{AFB56EA3-F95B-4799-B71A-311ACFA826DC}"/>
          </ac:inkMkLst>
        </pc:inkChg>
        <pc:inkChg chg="add">
          <ac:chgData name="" userId="242feb3c33a8e7bf" providerId="LiveId" clId="{39C24DAF-E20C-4507-9157-C96F2FA882D0}" dt="2023-03-28T16:25:43.465" v="2250"/>
          <ac:inkMkLst>
            <pc:docMk/>
            <pc:sldMk cId="1054089474" sldId="259"/>
            <ac:inkMk id="195" creationId="{D924F076-19AA-49C4-B53D-927933BFD8EE}"/>
          </ac:inkMkLst>
        </pc:inkChg>
        <pc:inkChg chg="add del">
          <ac:chgData name="" userId="242feb3c33a8e7bf" providerId="LiveId" clId="{39C24DAF-E20C-4507-9157-C96F2FA882D0}" dt="2023-03-28T16:25:45.919" v="2253"/>
          <ac:inkMkLst>
            <pc:docMk/>
            <pc:sldMk cId="1054089474" sldId="259"/>
            <ac:inkMk id="196" creationId="{AEC14C1D-EB60-456F-8CE4-BBB806CE9D2D}"/>
          </ac:inkMkLst>
        </pc:inkChg>
        <pc:inkChg chg="add del">
          <ac:chgData name="" userId="242feb3c33a8e7bf" providerId="LiveId" clId="{39C24DAF-E20C-4507-9157-C96F2FA882D0}" dt="2023-03-28T16:25:45.919" v="2253"/>
          <ac:inkMkLst>
            <pc:docMk/>
            <pc:sldMk cId="1054089474" sldId="259"/>
            <ac:inkMk id="197" creationId="{BB34DB30-E175-49C0-91F4-B5C0B07FC2C4}"/>
          </ac:inkMkLst>
        </pc:inkChg>
        <pc:inkChg chg="add">
          <ac:chgData name="" userId="242feb3c33a8e7bf" providerId="LiveId" clId="{39C24DAF-E20C-4507-9157-C96F2FA882D0}" dt="2023-03-28T16:25:45.919" v="2253"/>
          <ac:inkMkLst>
            <pc:docMk/>
            <pc:sldMk cId="1054089474" sldId="259"/>
            <ac:inkMk id="198" creationId="{9D3617FF-3AD7-4011-AD68-A320FE12A66A}"/>
          </ac:inkMkLst>
        </pc:inkChg>
        <pc:inkChg chg="add">
          <ac:chgData name="" userId="242feb3c33a8e7bf" providerId="LiveId" clId="{39C24DAF-E20C-4507-9157-C96F2FA882D0}" dt="2023-03-28T16:25:46.881" v="2254"/>
          <ac:inkMkLst>
            <pc:docMk/>
            <pc:sldMk cId="1054089474" sldId="259"/>
            <ac:inkMk id="199" creationId="{3BE21671-D342-4761-A141-39C2C2163F95}"/>
          </ac:inkMkLst>
        </pc:inkChg>
        <pc:inkChg chg="add del">
          <ac:chgData name="" userId="242feb3c33a8e7bf" providerId="LiveId" clId="{39C24DAF-E20C-4507-9157-C96F2FA882D0}" dt="2023-03-28T16:25:52.535" v="2257"/>
          <ac:inkMkLst>
            <pc:docMk/>
            <pc:sldMk cId="1054089474" sldId="259"/>
            <ac:inkMk id="200" creationId="{4557C8F6-F2A4-447E-82B8-C974B67AA1AA}"/>
          </ac:inkMkLst>
        </pc:inkChg>
        <pc:inkChg chg="add del">
          <ac:chgData name="" userId="242feb3c33a8e7bf" providerId="LiveId" clId="{39C24DAF-E20C-4507-9157-C96F2FA882D0}" dt="2023-03-28T16:25:52.535" v="2257"/>
          <ac:inkMkLst>
            <pc:docMk/>
            <pc:sldMk cId="1054089474" sldId="259"/>
            <ac:inkMk id="201" creationId="{6055BE72-ABFC-4F40-82D4-8A6B895C7749}"/>
          </ac:inkMkLst>
        </pc:inkChg>
        <pc:inkChg chg="add">
          <ac:chgData name="" userId="242feb3c33a8e7bf" providerId="LiveId" clId="{39C24DAF-E20C-4507-9157-C96F2FA882D0}" dt="2023-03-28T16:25:52.535" v="2257"/>
          <ac:inkMkLst>
            <pc:docMk/>
            <pc:sldMk cId="1054089474" sldId="259"/>
            <ac:inkMk id="202" creationId="{CAE33094-D292-4D99-A8EB-F0E445047107}"/>
          </ac:inkMkLst>
        </pc:inkChg>
        <pc:inkChg chg="add">
          <ac:chgData name="" userId="242feb3c33a8e7bf" providerId="LiveId" clId="{39C24DAF-E20C-4507-9157-C96F2FA882D0}" dt="2023-03-28T16:25:53.299" v="2258"/>
          <ac:inkMkLst>
            <pc:docMk/>
            <pc:sldMk cId="1054089474" sldId="259"/>
            <ac:inkMk id="203" creationId="{4D17C2AC-9BD5-4AA8-A7CB-BC949F50E859}"/>
          </ac:inkMkLst>
        </pc:inkChg>
        <pc:inkChg chg="add">
          <ac:chgData name="" userId="242feb3c33a8e7bf" providerId="LiveId" clId="{39C24DAF-E20C-4507-9157-C96F2FA882D0}" dt="2023-03-28T16:25:55.405" v="2259"/>
          <ac:inkMkLst>
            <pc:docMk/>
            <pc:sldMk cId="1054089474" sldId="259"/>
            <ac:inkMk id="204" creationId="{FD9E3030-4A56-4B83-9AD8-B912F5088929}"/>
          </ac:inkMkLst>
        </pc:inkChg>
        <pc:inkChg chg="add del">
          <ac:chgData name="" userId="242feb3c33a8e7bf" providerId="LiveId" clId="{39C24DAF-E20C-4507-9157-C96F2FA882D0}" dt="2023-03-28T16:26:05.037" v="2266"/>
          <ac:inkMkLst>
            <pc:docMk/>
            <pc:sldMk cId="1054089474" sldId="259"/>
            <ac:inkMk id="205" creationId="{F3F1DEE2-D5A1-4088-B8EF-12ED0DE4C48E}"/>
          </ac:inkMkLst>
        </pc:inkChg>
        <pc:inkChg chg="add del">
          <ac:chgData name="" userId="242feb3c33a8e7bf" providerId="LiveId" clId="{39C24DAF-E20C-4507-9157-C96F2FA882D0}" dt="2023-03-28T16:26:05.037" v="2266"/>
          <ac:inkMkLst>
            <pc:docMk/>
            <pc:sldMk cId="1054089474" sldId="259"/>
            <ac:inkMk id="206" creationId="{F4951DAF-A9E6-4648-8E2E-D7AAEDD8D153}"/>
          </ac:inkMkLst>
        </pc:inkChg>
        <pc:inkChg chg="add del">
          <ac:chgData name="" userId="242feb3c33a8e7bf" providerId="LiveId" clId="{39C24DAF-E20C-4507-9157-C96F2FA882D0}" dt="2023-03-28T16:26:05.037" v="2266"/>
          <ac:inkMkLst>
            <pc:docMk/>
            <pc:sldMk cId="1054089474" sldId="259"/>
            <ac:inkMk id="207" creationId="{90E0FCA5-2A47-41D9-87FC-3B2B2B416AF3}"/>
          </ac:inkMkLst>
        </pc:inkChg>
        <pc:inkChg chg="add del">
          <ac:chgData name="" userId="242feb3c33a8e7bf" providerId="LiveId" clId="{39C24DAF-E20C-4507-9157-C96F2FA882D0}" dt="2023-03-28T16:26:05.037" v="2266"/>
          <ac:inkMkLst>
            <pc:docMk/>
            <pc:sldMk cId="1054089474" sldId="259"/>
            <ac:inkMk id="208" creationId="{6900F2F4-F80F-4FC1-AFBC-D622530865A7}"/>
          </ac:inkMkLst>
        </pc:inkChg>
        <pc:inkChg chg="add del">
          <ac:chgData name="" userId="242feb3c33a8e7bf" providerId="LiveId" clId="{39C24DAF-E20C-4507-9157-C96F2FA882D0}" dt="2023-03-28T16:26:23.478" v="2300"/>
          <ac:inkMkLst>
            <pc:docMk/>
            <pc:sldMk cId="1054089474" sldId="259"/>
            <ac:inkMk id="209" creationId="{B6187440-160A-4CD0-AA82-0A72F8143222}"/>
          </ac:inkMkLst>
        </pc:inkChg>
        <pc:inkChg chg="add del">
          <ac:chgData name="" userId="242feb3c33a8e7bf" providerId="LiveId" clId="{39C24DAF-E20C-4507-9157-C96F2FA882D0}" dt="2023-03-28T16:26:23.477" v="2299"/>
          <ac:inkMkLst>
            <pc:docMk/>
            <pc:sldMk cId="1054089474" sldId="259"/>
            <ac:inkMk id="210" creationId="{A198DF89-383A-4CA1-A167-90DDB191CE4A}"/>
          </ac:inkMkLst>
        </pc:inkChg>
        <pc:inkChg chg="add">
          <ac:chgData name="" userId="242feb3c33a8e7bf" providerId="LiveId" clId="{39C24DAF-E20C-4507-9157-C96F2FA882D0}" dt="2023-03-28T16:26:05.037" v="2266"/>
          <ac:inkMkLst>
            <pc:docMk/>
            <pc:sldMk cId="1054089474" sldId="259"/>
            <ac:inkMk id="211" creationId="{D57E56B8-F8B3-4160-9A58-9C2D63286B31}"/>
          </ac:inkMkLst>
        </pc:inkChg>
        <pc:inkChg chg="add del">
          <ac:chgData name="" userId="242feb3c33a8e7bf" providerId="LiveId" clId="{39C24DAF-E20C-4507-9157-C96F2FA882D0}" dt="2023-03-28T16:26:07.259" v="2270"/>
          <ac:inkMkLst>
            <pc:docMk/>
            <pc:sldMk cId="1054089474" sldId="259"/>
            <ac:inkMk id="212" creationId="{0246197F-BA08-4C2E-B18A-BDEF67CAA901}"/>
          </ac:inkMkLst>
        </pc:inkChg>
        <pc:inkChg chg="add del">
          <ac:chgData name="" userId="242feb3c33a8e7bf" providerId="LiveId" clId="{39C24DAF-E20C-4507-9157-C96F2FA882D0}" dt="2023-03-28T16:26:07.259" v="2270"/>
          <ac:inkMkLst>
            <pc:docMk/>
            <pc:sldMk cId="1054089474" sldId="259"/>
            <ac:inkMk id="213" creationId="{32CB3436-570D-463E-A123-1057FC73A8F1}"/>
          </ac:inkMkLst>
        </pc:inkChg>
        <pc:inkChg chg="add del">
          <ac:chgData name="" userId="242feb3c33a8e7bf" providerId="LiveId" clId="{39C24DAF-E20C-4507-9157-C96F2FA882D0}" dt="2023-03-28T16:26:07.259" v="2270"/>
          <ac:inkMkLst>
            <pc:docMk/>
            <pc:sldMk cId="1054089474" sldId="259"/>
            <ac:inkMk id="214" creationId="{DEC6A441-1F42-44CE-8570-82ED1DEB65A9}"/>
          </ac:inkMkLst>
        </pc:inkChg>
        <pc:inkChg chg="add">
          <ac:chgData name="" userId="242feb3c33a8e7bf" providerId="LiveId" clId="{39C24DAF-E20C-4507-9157-C96F2FA882D0}" dt="2023-03-28T16:26:07.259" v="2270"/>
          <ac:inkMkLst>
            <pc:docMk/>
            <pc:sldMk cId="1054089474" sldId="259"/>
            <ac:inkMk id="215" creationId="{D9F2E097-90FE-45D5-B6C4-47932AB75BB8}"/>
          </ac:inkMkLst>
        </pc:inkChg>
        <pc:inkChg chg="add del">
          <ac:chgData name="" userId="242feb3c33a8e7bf" providerId="LiveId" clId="{39C24DAF-E20C-4507-9157-C96F2FA882D0}" dt="2023-03-28T16:26:10.712" v="2272"/>
          <ac:inkMkLst>
            <pc:docMk/>
            <pc:sldMk cId="1054089474" sldId="259"/>
            <ac:inkMk id="216" creationId="{23733A00-B7DE-4DF1-81D2-0698BF7D942C}"/>
          </ac:inkMkLst>
        </pc:inkChg>
        <pc:inkChg chg="add del">
          <ac:chgData name="" userId="242feb3c33a8e7bf" providerId="LiveId" clId="{39C24DAF-E20C-4507-9157-C96F2FA882D0}" dt="2023-03-28T16:26:17.835" v="2285"/>
          <ac:inkMkLst>
            <pc:docMk/>
            <pc:sldMk cId="1054089474" sldId="259"/>
            <ac:inkMk id="217" creationId="{6215A855-5FE8-4CF7-BAE9-011596553572}"/>
          </ac:inkMkLst>
        </pc:inkChg>
        <pc:inkChg chg="add del">
          <ac:chgData name="" userId="242feb3c33a8e7bf" providerId="LiveId" clId="{39C24DAF-E20C-4507-9157-C96F2FA882D0}" dt="2023-03-28T16:26:17.835" v="2285"/>
          <ac:inkMkLst>
            <pc:docMk/>
            <pc:sldMk cId="1054089474" sldId="259"/>
            <ac:inkMk id="218" creationId="{448A95C4-E268-40BB-9BC8-2743A4F8DEA2}"/>
          </ac:inkMkLst>
        </pc:inkChg>
        <pc:inkChg chg="add del">
          <ac:chgData name="" userId="242feb3c33a8e7bf" providerId="LiveId" clId="{39C24DAF-E20C-4507-9157-C96F2FA882D0}" dt="2023-03-28T16:26:17.835" v="2285"/>
          <ac:inkMkLst>
            <pc:docMk/>
            <pc:sldMk cId="1054089474" sldId="259"/>
            <ac:inkMk id="219" creationId="{386289ED-021D-43C5-AB7E-1143153B74F6}"/>
          </ac:inkMkLst>
        </pc:inkChg>
        <pc:inkChg chg="add del">
          <ac:chgData name="" userId="242feb3c33a8e7bf" providerId="LiveId" clId="{39C24DAF-E20C-4507-9157-C96F2FA882D0}" dt="2023-03-28T16:26:17.835" v="2285"/>
          <ac:inkMkLst>
            <pc:docMk/>
            <pc:sldMk cId="1054089474" sldId="259"/>
            <ac:inkMk id="220" creationId="{9884F7A9-E199-48CA-970A-6D3B7E7AE447}"/>
          </ac:inkMkLst>
        </pc:inkChg>
        <pc:inkChg chg="add del">
          <ac:chgData name="" userId="242feb3c33a8e7bf" providerId="LiveId" clId="{39C24DAF-E20C-4507-9157-C96F2FA882D0}" dt="2023-03-28T16:26:17.835" v="2285"/>
          <ac:inkMkLst>
            <pc:docMk/>
            <pc:sldMk cId="1054089474" sldId="259"/>
            <ac:inkMk id="221" creationId="{CE80ADD9-B67E-4B0B-9074-F8FEB6F1CD55}"/>
          </ac:inkMkLst>
        </pc:inkChg>
        <pc:inkChg chg="add del">
          <ac:chgData name="" userId="242feb3c33a8e7bf" providerId="LiveId" clId="{39C24DAF-E20C-4507-9157-C96F2FA882D0}" dt="2023-03-28T16:26:17.835" v="2285"/>
          <ac:inkMkLst>
            <pc:docMk/>
            <pc:sldMk cId="1054089474" sldId="259"/>
            <ac:inkMk id="222" creationId="{BA069F06-3DA0-4DC6-A7E9-5C7B189723CC}"/>
          </ac:inkMkLst>
        </pc:inkChg>
        <pc:inkChg chg="add del">
          <ac:chgData name="" userId="242feb3c33a8e7bf" providerId="LiveId" clId="{39C24DAF-E20C-4507-9157-C96F2FA882D0}" dt="2023-03-28T16:26:17.835" v="2285"/>
          <ac:inkMkLst>
            <pc:docMk/>
            <pc:sldMk cId="1054089474" sldId="259"/>
            <ac:inkMk id="223" creationId="{2CE86FC4-6976-49CF-9BE5-0092D24CA332}"/>
          </ac:inkMkLst>
        </pc:inkChg>
        <pc:inkChg chg="add del">
          <ac:chgData name="" userId="242feb3c33a8e7bf" providerId="LiveId" clId="{39C24DAF-E20C-4507-9157-C96F2FA882D0}" dt="2023-03-28T16:26:17.835" v="2285"/>
          <ac:inkMkLst>
            <pc:docMk/>
            <pc:sldMk cId="1054089474" sldId="259"/>
            <ac:inkMk id="224" creationId="{A8FEF772-DF70-44C1-8895-F47DCF594728}"/>
          </ac:inkMkLst>
        </pc:inkChg>
        <pc:inkChg chg="add del">
          <ac:chgData name="" userId="242feb3c33a8e7bf" providerId="LiveId" clId="{39C24DAF-E20C-4507-9157-C96F2FA882D0}" dt="2023-03-28T16:26:17.835" v="2285"/>
          <ac:inkMkLst>
            <pc:docMk/>
            <pc:sldMk cId="1054089474" sldId="259"/>
            <ac:inkMk id="225" creationId="{6B53DCC6-EBBC-41F6-A701-B128419194DC}"/>
          </ac:inkMkLst>
        </pc:inkChg>
        <pc:inkChg chg="add del">
          <ac:chgData name="" userId="242feb3c33a8e7bf" providerId="LiveId" clId="{39C24DAF-E20C-4507-9157-C96F2FA882D0}" dt="2023-03-28T16:26:17.835" v="2285"/>
          <ac:inkMkLst>
            <pc:docMk/>
            <pc:sldMk cId="1054089474" sldId="259"/>
            <ac:inkMk id="226" creationId="{18747658-7E04-411C-9621-5B961645D0F2}"/>
          </ac:inkMkLst>
        </pc:inkChg>
        <pc:inkChg chg="add del">
          <ac:chgData name="" userId="242feb3c33a8e7bf" providerId="LiveId" clId="{39C24DAF-E20C-4507-9157-C96F2FA882D0}" dt="2023-03-28T16:26:17.835" v="2285"/>
          <ac:inkMkLst>
            <pc:docMk/>
            <pc:sldMk cId="1054089474" sldId="259"/>
            <ac:inkMk id="227" creationId="{84A9FA20-E5EC-43BB-9AE6-BABB13075C5A}"/>
          </ac:inkMkLst>
        </pc:inkChg>
        <pc:inkChg chg="add del">
          <ac:chgData name="" userId="242feb3c33a8e7bf" providerId="LiveId" clId="{39C24DAF-E20C-4507-9157-C96F2FA882D0}" dt="2023-03-28T16:26:17.835" v="2285"/>
          <ac:inkMkLst>
            <pc:docMk/>
            <pc:sldMk cId="1054089474" sldId="259"/>
            <ac:inkMk id="228" creationId="{1BD3FCAF-DE4F-4DC4-BA41-99E23280B805}"/>
          </ac:inkMkLst>
        </pc:inkChg>
        <pc:inkChg chg="add del">
          <ac:chgData name="" userId="242feb3c33a8e7bf" providerId="LiveId" clId="{39C24DAF-E20C-4507-9157-C96F2FA882D0}" dt="2023-03-28T16:26:22.462" v="2298"/>
          <ac:inkMkLst>
            <pc:docMk/>
            <pc:sldMk cId="1054089474" sldId="259"/>
            <ac:inkMk id="229" creationId="{56581EF6-67CA-48CD-A696-B277BD9B3A7D}"/>
          </ac:inkMkLst>
        </pc:inkChg>
        <pc:inkChg chg="add del">
          <ac:chgData name="" userId="242feb3c33a8e7bf" providerId="LiveId" clId="{39C24DAF-E20C-4507-9157-C96F2FA882D0}" dt="2023-03-28T16:26:22.462" v="2298"/>
          <ac:inkMkLst>
            <pc:docMk/>
            <pc:sldMk cId="1054089474" sldId="259"/>
            <ac:inkMk id="230" creationId="{5D3810BC-F28D-4D9A-877C-0853E1F1754B}"/>
          </ac:inkMkLst>
        </pc:inkChg>
        <pc:inkChg chg="add del">
          <ac:chgData name="" userId="242feb3c33a8e7bf" providerId="LiveId" clId="{39C24DAF-E20C-4507-9157-C96F2FA882D0}" dt="2023-03-28T16:26:22.462" v="2298"/>
          <ac:inkMkLst>
            <pc:docMk/>
            <pc:sldMk cId="1054089474" sldId="259"/>
            <ac:inkMk id="231" creationId="{4DD2B03A-6E2C-4A5E-80AB-86527424ABB2}"/>
          </ac:inkMkLst>
        </pc:inkChg>
        <pc:inkChg chg="add del">
          <ac:chgData name="" userId="242feb3c33a8e7bf" providerId="LiveId" clId="{39C24DAF-E20C-4507-9157-C96F2FA882D0}" dt="2023-03-28T16:26:22.462" v="2298"/>
          <ac:inkMkLst>
            <pc:docMk/>
            <pc:sldMk cId="1054089474" sldId="259"/>
            <ac:inkMk id="232" creationId="{2F3C7CA1-60DF-4E94-AB62-83E3541D2624}"/>
          </ac:inkMkLst>
        </pc:inkChg>
        <pc:inkChg chg="add del">
          <ac:chgData name="" userId="242feb3c33a8e7bf" providerId="LiveId" clId="{39C24DAF-E20C-4507-9157-C96F2FA882D0}" dt="2023-03-28T16:26:22.462" v="2298"/>
          <ac:inkMkLst>
            <pc:docMk/>
            <pc:sldMk cId="1054089474" sldId="259"/>
            <ac:inkMk id="233" creationId="{CE42A85B-2684-4957-AA31-B3333F2F8455}"/>
          </ac:inkMkLst>
        </pc:inkChg>
        <pc:inkChg chg="add del">
          <ac:chgData name="" userId="242feb3c33a8e7bf" providerId="LiveId" clId="{39C24DAF-E20C-4507-9157-C96F2FA882D0}" dt="2023-03-28T16:26:22.462" v="2298"/>
          <ac:inkMkLst>
            <pc:docMk/>
            <pc:sldMk cId="1054089474" sldId="259"/>
            <ac:inkMk id="234" creationId="{664651B6-58D5-4909-8F32-4321E1E9D424}"/>
          </ac:inkMkLst>
        </pc:inkChg>
        <pc:inkChg chg="add del">
          <ac:chgData name="" userId="242feb3c33a8e7bf" providerId="LiveId" clId="{39C24DAF-E20C-4507-9157-C96F2FA882D0}" dt="2023-03-28T16:26:22.462" v="2298"/>
          <ac:inkMkLst>
            <pc:docMk/>
            <pc:sldMk cId="1054089474" sldId="259"/>
            <ac:inkMk id="235" creationId="{4C32A67F-233A-4B65-9A04-89EFC290965B}"/>
          </ac:inkMkLst>
        </pc:inkChg>
        <pc:inkChg chg="add del">
          <ac:chgData name="" userId="242feb3c33a8e7bf" providerId="LiveId" clId="{39C24DAF-E20C-4507-9157-C96F2FA882D0}" dt="2023-03-28T16:26:22.462" v="2298"/>
          <ac:inkMkLst>
            <pc:docMk/>
            <pc:sldMk cId="1054089474" sldId="259"/>
            <ac:inkMk id="236" creationId="{ACE8B78B-FF82-42DA-AA51-A075C71C53BF}"/>
          </ac:inkMkLst>
        </pc:inkChg>
        <pc:inkChg chg="add del">
          <ac:chgData name="" userId="242feb3c33a8e7bf" providerId="LiveId" clId="{39C24DAF-E20C-4507-9157-C96F2FA882D0}" dt="2023-03-28T16:26:22.462" v="2298"/>
          <ac:inkMkLst>
            <pc:docMk/>
            <pc:sldMk cId="1054089474" sldId="259"/>
            <ac:inkMk id="237" creationId="{17300269-23C4-4B9B-8DBB-7EED0992F8BB}"/>
          </ac:inkMkLst>
        </pc:inkChg>
        <pc:inkChg chg="add del">
          <ac:chgData name="" userId="242feb3c33a8e7bf" providerId="LiveId" clId="{39C24DAF-E20C-4507-9157-C96F2FA882D0}" dt="2023-03-28T16:26:22.462" v="2298"/>
          <ac:inkMkLst>
            <pc:docMk/>
            <pc:sldMk cId="1054089474" sldId="259"/>
            <ac:inkMk id="238" creationId="{22A0A751-AF3A-44C7-9A48-4FA078B7C9C2}"/>
          </ac:inkMkLst>
        </pc:inkChg>
        <pc:inkChg chg="add del">
          <ac:chgData name="" userId="242feb3c33a8e7bf" providerId="LiveId" clId="{39C24DAF-E20C-4507-9157-C96F2FA882D0}" dt="2023-03-28T16:26:22.462" v="2298"/>
          <ac:inkMkLst>
            <pc:docMk/>
            <pc:sldMk cId="1054089474" sldId="259"/>
            <ac:inkMk id="239" creationId="{0CCC7922-9DB6-45B9-9893-69757AF6C1D8}"/>
          </ac:inkMkLst>
        </pc:inkChg>
        <pc:inkChg chg="add del">
          <ac:chgData name="" userId="242feb3c33a8e7bf" providerId="LiveId" clId="{39C24DAF-E20C-4507-9157-C96F2FA882D0}" dt="2023-03-28T16:26:22.462" v="2298"/>
          <ac:inkMkLst>
            <pc:docMk/>
            <pc:sldMk cId="1054089474" sldId="259"/>
            <ac:inkMk id="240" creationId="{007885F4-4A4E-44DA-B181-9DEFBAC16325}"/>
          </ac:inkMkLst>
        </pc:inkChg>
        <pc:inkChg chg="add del">
          <ac:chgData name="" userId="242feb3c33a8e7bf" providerId="LiveId" clId="{39C24DAF-E20C-4507-9157-C96F2FA882D0}" dt="2023-03-28T16:26:22.462" v="2298"/>
          <ac:inkMkLst>
            <pc:docMk/>
            <pc:sldMk cId="1054089474" sldId="259"/>
            <ac:inkMk id="241" creationId="{83A3D51D-7274-4CFD-A03E-64BAA00AA19A}"/>
          </ac:inkMkLst>
        </pc:inkChg>
        <pc:inkChg chg="add del">
          <ac:chgData name="" userId="242feb3c33a8e7bf" providerId="LiveId" clId="{39C24DAF-E20C-4507-9157-C96F2FA882D0}" dt="2023-03-28T16:26:38.638" v="2329"/>
          <ac:inkMkLst>
            <pc:docMk/>
            <pc:sldMk cId="1054089474" sldId="259"/>
            <ac:inkMk id="242" creationId="{A3C77243-1BDE-49A6-88B6-CC790CCBE7DB}"/>
          </ac:inkMkLst>
        </pc:inkChg>
        <pc:inkChg chg="add">
          <ac:chgData name="" userId="242feb3c33a8e7bf" providerId="LiveId" clId="{39C24DAF-E20C-4507-9157-C96F2FA882D0}" dt="2023-03-28T16:26:24.972" v="2301"/>
          <ac:inkMkLst>
            <pc:docMk/>
            <pc:sldMk cId="1054089474" sldId="259"/>
            <ac:inkMk id="243" creationId="{67D99398-E90A-4614-AF1F-B25E21F47A12}"/>
          </ac:inkMkLst>
        </pc:inkChg>
        <pc:inkChg chg="add">
          <ac:chgData name="" userId="242feb3c33a8e7bf" providerId="LiveId" clId="{39C24DAF-E20C-4507-9157-C96F2FA882D0}" dt="2023-03-28T16:26:25.975" v="2302"/>
          <ac:inkMkLst>
            <pc:docMk/>
            <pc:sldMk cId="1054089474" sldId="259"/>
            <ac:inkMk id="244" creationId="{58D37F67-9088-4AD1-B0F2-8F3EDD77C227}"/>
          </ac:inkMkLst>
        </pc:inkChg>
        <pc:inkChg chg="add del">
          <ac:chgData name="" userId="242feb3c33a8e7bf" providerId="LiveId" clId="{39C24DAF-E20C-4507-9157-C96F2FA882D0}" dt="2023-03-28T16:26:38.638" v="2329"/>
          <ac:inkMkLst>
            <pc:docMk/>
            <pc:sldMk cId="1054089474" sldId="259"/>
            <ac:inkMk id="245" creationId="{2C956DC0-F2E6-4C07-84D7-359BD0C43BCC}"/>
          </ac:inkMkLst>
        </pc:inkChg>
        <pc:inkChg chg="add del">
          <ac:chgData name="" userId="242feb3c33a8e7bf" providerId="LiveId" clId="{39C24DAF-E20C-4507-9157-C96F2FA882D0}" dt="2023-03-28T16:26:38.638" v="2329"/>
          <ac:inkMkLst>
            <pc:docMk/>
            <pc:sldMk cId="1054089474" sldId="259"/>
            <ac:inkMk id="246" creationId="{30A85BD9-897C-4F22-9F8C-73188D1E0FC4}"/>
          </ac:inkMkLst>
        </pc:inkChg>
        <pc:inkChg chg="add del">
          <ac:chgData name="" userId="242feb3c33a8e7bf" providerId="LiveId" clId="{39C24DAF-E20C-4507-9157-C96F2FA882D0}" dt="2023-03-28T16:26:38.638" v="2329"/>
          <ac:inkMkLst>
            <pc:docMk/>
            <pc:sldMk cId="1054089474" sldId="259"/>
            <ac:inkMk id="247" creationId="{EB9F52E9-040E-4DD1-9599-56E8645500D5}"/>
          </ac:inkMkLst>
        </pc:inkChg>
        <pc:inkChg chg="add del">
          <ac:chgData name="" userId="242feb3c33a8e7bf" providerId="LiveId" clId="{39C24DAF-E20C-4507-9157-C96F2FA882D0}" dt="2023-03-28T16:26:38.638" v="2329"/>
          <ac:inkMkLst>
            <pc:docMk/>
            <pc:sldMk cId="1054089474" sldId="259"/>
            <ac:inkMk id="248" creationId="{EEC540EE-D1C3-4075-8A82-2C4D93111FD9}"/>
          </ac:inkMkLst>
        </pc:inkChg>
        <pc:inkChg chg="add del">
          <ac:chgData name="" userId="242feb3c33a8e7bf" providerId="LiveId" clId="{39C24DAF-E20C-4507-9157-C96F2FA882D0}" dt="2023-03-28T16:26:38.638" v="2329"/>
          <ac:inkMkLst>
            <pc:docMk/>
            <pc:sldMk cId="1054089474" sldId="259"/>
            <ac:inkMk id="249" creationId="{EDCA6209-F3D5-4C72-BD61-C9498CC7B960}"/>
          </ac:inkMkLst>
        </pc:inkChg>
        <pc:inkChg chg="add del">
          <ac:chgData name="" userId="242feb3c33a8e7bf" providerId="LiveId" clId="{39C24DAF-E20C-4507-9157-C96F2FA882D0}" dt="2023-03-28T16:26:38.638" v="2329"/>
          <ac:inkMkLst>
            <pc:docMk/>
            <pc:sldMk cId="1054089474" sldId="259"/>
            <ac:inkMk id="250" creationId="{E166471F-23D2-4844-97B5-EB212E86ED15}"/>
          </ac:inkMkLst>
        </pc:inkChg>
        <pc:inkChg chg="add del">
          <ac:chgData name="" userId="242feb3c33a8e7bf" providerId="LiveId" clId="{39C24DAF-E20C-4507-9157-C96F2FA882D0}" dt="2023-03-28T16:26:38.638" v="2329"/>
          <ac:inkMkLst>
            <pc:docMk/>
            <pc:sldMk cId="1054089474" sldId="259"/>
            <ac:inkMk id="251" creationId="{6A545316-AF8A-4AD7-AEE1-54DA6E900E97}"/>
          </ac:inkMkLst>
        </pc:inkChg>
        <pc:inkChg chg="add del">
          <ac:chgData name="" userId="242feb3c33a8e7bf" providerId="LiveId" clId="{39C24DAF-E20C-4507-9157-C96F2FA882D0}" dt="2023-03-28T16:26:38.638" v="2329"/>
          <ac:inkMkLst>
            <pc:docMk/>
            <pc:sldMk cId="1054089474" sldId="259"/>
            <ac:inkMk id="252" creationId="{4FBF9C23-D8D1-4706-A818-023AF70BE50F}"/>
          </ac:inkMkLst>
        </pc:inkChg>
        <pc:inkChg chg="add del">
          <ac:chgData name="" userId="242feb3c33a8e7bf" providerId="LiveId" clId="{39C24DAF-E20C-4507-9157-C96F2FA882D0}" dt="2023-03-28T16:26:38.638" v="2329"/>
          <ac:inkMkLst>
            <pc:docMk/>
            <pc:sldMk cId="1054089474" sldId="259"/>
            <ac:inkMk id="253" creationId="{60C1CD31-6B74-4C8E-885D-EFA3AB791CDD}"/>
          </ac:inkMkLst>
        </pc:inkChg>
        <pc:inkChg chg="add del">
          <ac:chgData name="" userId="242feb3c33a8e7bf" providerId="LiveId" clId="{39C24DAF-E20C-4507-9157-C96F2FA882D0}" dt="2023-03-28T16:26:38.638" v="2329"/>
          <ac:inkMkLst>
            <pc:docMk/>
            <pc:sldMk cId="1054089474" sldId="259"/>
            <ac:inkMk id="254" creationId="{F5FA12FE-E85E-4EAF-9272-09AEABAD78FF}"/>
          </ac:inkMkLst>
        </pc:inkChg>
        <pc:inkChg chg="add del">
          <ac:chgData name="" userId="242feb3c33a8e7bf" providerId="LiveId" clId="{39C24DAF-E20C-4507-9157-C96F2FA882D0}" dt="2023-03-28T16:26:38.638" v="2329"/>
          <ac:inkMkLst>
            <pc:docMk/>
            <pc:sldMk cId="1054089474" sldId="259"/>
            <ac:inkMk id="255" creationId="{BDE86377-F95B-47FD-97E2-C340E1C54862}"/>
          </ac:inkMkLst>
        </pc:inkChg>
        <pc:inkChg chg="add del">
          <ac:chgData name="" userId="242feb3c33a8e7bf" providerId="LiveId" clId="{39C24DAF-E20C-4507-9157-C96F2FA882D0}" dt="2023-03-28T16:26:38.638" v="2329"/>
          <ac:inkMkLst>
            <pc:docMk/>
            <pc:sldMk cId="1054089474" sldId="259"/>
            <ac:inkMk id="256" creationId="{5C2D6CF7-15D9-4917-BC38-58B48DE1E623}"/>
          </ac:inkMkLst>
        </pc:inkChg>
        <pc:inkChg chg="add del">
          <ac:chgData name="" userId="242feb3c33a8e7bf" providerId="LiveId" clId="{39C24DAF-E20C-4507-9157-C96F2FA882D0}" dt="2023-03-28T16:26:38.638" v="2329"/>
          <ac:inkMkLst>
            <pc:docMk/>
            <pc:sldMk cId="1054089474" sldId="259"/>
            <ac:inkMk id="257" creationId="{3EB1F44B-2230-42C5-A270-70E84E3C13E8}"/>
          </ac:inkMkLst>
        </pc:inkChg>
        <pc:inkChg chg="add del">
          <ac:chgData name="" userId="242feb3c33a8e7bf" providerId="LiveId" clId="{39C24DAF-E20C-4507-9157-C96F2FA882D0}" dt="2023-03-28T16:26:38.638" v="2329"/>
          <ac:inkMkLst>
            <pc:docMk/>
            <pc:sldMk cId="1054089474" sldId="259"/>
            <ac:inkMk id="258" creationId="{785D28AD-251A-478D-9F69-6EF1E5D8228E}"/>
          </ac:inkMkLst>
        </pc:inkChg>
        <pc:inkChg chg="add del">
          <ac:chgData name="" userId="242feb3c33a8e7bf" providerId="LiveId" clId="{39C24DAF-E20C-4507-9157-C96F2FA882D0}" dt="2023-03-28T16:26:38.638" v="2329"/>
          <ac:inkMkLst>
            <pc:docMk/>
            <pc:sldMk cId="1054089474" sldId="259"/>
            <ac:inkMk id="259" creationId="{0FC76B02-C8BB-407D-A095-A84F0FDF292F}"/>
          </ac:inkMkLst>
        </pc:inkChg>
        <pc:inkChg chg="add del">
          <ac:chgData name="" userId="242feb3c33a8e7bf" providerId="LiveId" clId="{39C24DAF-E20C-4507-9157-C96F2FA882D0}" dt="2023-03-28T16:26:38.638" v="2329"/>
          <ac:inkMkLst>
            <pc:docMk/>
            <pc:sldMk cId="1054089474" sldId="259"/>
            <ac:inkMk id="260" creationId="{F564A0BA-B1B2-44BA-9875-554472C5C207}"/>
          </ac:inkMkLst>
        </pc:inkChg>
        <pc:inkChg chg="add del">
          <ac:chgData name="" userId="242feb3c33a8e7bf" providerId="LiveId" clId="{39C24DAF-E20C-4507-9157-C96F2FA882D0}" dt="2023-03-28T16:26:38.638" v="2329"/>
          <ac:inkMkLst>
            <pc:docMk/>
            <pc:sldMk cId="1054089474" sldId="259"/>
            <ac:inkMk id="261" creationId="{4A649107-30E3-4390-8FF1-0D353E690BC5}"/>
          </ac:inkMkLst>
        </pc:inkChg>
        <pc:inkChg chg="add del">
          <ac:chgData name="" userId="242feb3c33a8e7bf" providerId="LiveId" clId="{39C24DAF-E20C-4507-9157-C96F2FA882D0}" dt="2023-03-28T16:26:38.638" v="2329"/>
          <ac:inkMkLst>
            <pc:docMk/>
            <pc:sldMk cId="1054089474" sldId="259"/>
            <ac:inkMk id="262" creationId="{853B5D2F-D74A-4DBD-A00A-52F67F965137}"/>
          </ac:inkMkLst>
        </pc:inkChg>
        <pc:inkChg chg="add del">
          <ac:chgData name="" userId="242feb3c33a8e7bf" providerId="LiveId" clId="{39C24DAF-E20C-4507-9157-C96F2FA882D0}" dt="2023-03-28T16:26:38.638" v="2329"/>
          <ac:inkMkLst>
            <pc:docMk/>
            <pc:sldMk cId="1054089474" sldId="259"/>
            <ac:inkMk id="263" creationId="{1A080A37-BBF1-4A2F-A4F7-6ED1AA8135CB}"/>
          </ac:inkMkLst>
        </pc:inkChg>
        <pc:inkChg chg="add del">
          <ac:chgData name="" userId="242feb3c33a8e7bf" providerId="LiveId" clId="{39C24DAF-E20C-4507-9157-C96F2FA882D0}" dt="2023-03-28T16:26:38.638" v="2329"/>
          <ac:inkMkLst>
            <pc:docMk/>
            <pc:sldMk cId="1054089474" sldId="259"/>
            <ac:inkMk id="264" creationId="{092C5F18-4846-49A7-A1E4-079C1604457F}"/>
          </ac:inkMkLst>
        </pc:inkChg>
        <pc:inkChg chg="add del">
          <ac:chgData name="" userId="242feb3c33a8e7bf" providerId="LiveId" clId="{39C24DAF-E20C-4507-9157-C96F2FA882D0}" dt="2023-03-28T16:26:38.638" v="2329"/>
          <ac:inkMkLst>
            <pc:docMk/>
            <pc:sldMk cId="1054089474" sldId="259"/>
            <ac:inkMk id="265" creationId="{446D5609-F501-49C1-AA3F-2E3AD7D8FBB3}"/>
          </ac:inkMkLst>
        </pc:inkChg>
        <pc:inkChg chg="add del">
          <ac:chgData name="" userId="242feb3c33a8e7bf" providerId="LiveId" clId="{39C24DAF-E20C-4507-9157-C96F2FA882D0}" dt="2023-03-28T16:26:38.638" v="2329"/>
          <ac:inkMkLst>
            <pc:docMk/>
            <pc:sldMk cId="1054089474" sldId="259"/>
            <ac:inkMk id="266" creationId="{15CF0724-F56F-4AA6-BE5B-DEA019AC16F2}"/>
          </ac:inkMkLst>
        </pc:inkChg>
        <pc:inkChg chg="add del">
          <ac:chgData name="" userId="242feb3c33a8e7bf" providerId="LiveId" clId="{39C24DAF-E20C-4507-9157-C96F2FA882D0}" dt="2023-03-28T16:26:38.638" v="2329"/>
          <ac:inkMkLst>
            <pc:docMk/>
            <pc:sldMk cId="1054089474" sldId="259"/>
            <ac:inkMk id="267" creationId="{3D53110B-BC95-4D49-886A-2B2336C85658}"/>
          </ac:inkMkLst>
        </pc:inkChg>
        <pc:inkChg chg="add del">
          <ac:chgData name="" userId="242feb3c33a8e7bf" providerId="LiveId" clId="{39C24DAF-E20C-4507-9157-C96F2FA882D0}" dt="2023-03-28T16:26:38.638" v="2329"/>
          <ac:inkMkLst>
            <pc:docMk/>
            <pc:sldMk cId="1054089474" sldId="259"/>
            <ac:inkMk id="268" creationId="{8567AB4E-462D-42EC-B143-EEBE3D1ABB4D}"/>
          </ac:inkMkLst>
        </pc:inkChg>
        <pc:inkChg chg="add del">
          <ac:chgData name="" userId="242feb3c33a8e7bf" providerId="LiveId" clId="{39C24DAF-E20C-4507-9157-C96F2FA882D0}" dt="2023-03-28T16:26:38.638" v="2329"/>
          <ac:inkMkLst>
            <pc:docMk/>
            <pc:sldMk cId="1054089474" sldId="259"/>
            <ac:inkMk id="269" creationId="{0861A935-8BBE-43D5-8927-D166FB176FC7}"/>
          </ac:inkMkLst>
        </pc:inkChg>
        <pc:inkChg chg="add del">
          <ac:chgData name="" userId="242feb3c33a8e7bf" providerId="LiveId" clId="{39C24DAF-E20C-4507-9157-C96F2FA882D0}" dt="2023-03-28T16:26:38.638" v="2329"/>
          <ac:inkMkLst>
            <pc:docMk/>
            <pc:sldMk cId="1054089474" sldId="259"/>
            <ac:inkMk id="270" creationId="{F50DEAD2-BA50-4404-8260-C54FEE9F8543}"/>
          </ac:inkMkLst>
        </pc:inkChg>
        <pc:inkChg chg="add">
          <ac:chgData name="" userId="242feb3c33a8e7bf" providerId="LiveId" clId="{39C24DAF-E20C-4507-9157-C96F2FA882D0}" dt="2023-03-28T16:26:38.638" v="2329"/>
          <ac:inkMkLst>
            <pc:docMk/>
            <pc:sldMk cId="1054089474" sldId="259"/>
            <ac:inkMk id="271" creationId="{F2AEB3D4-91FC-4C35-809D-4D847F3B8DF0}"/>
          </ac:inkMkLst>
        </pc:inkChg>
        <pc:inkChg chg="add">
          <ac:chgData name="" userId="242feb3c33a8e7bf" providerId="LiveId" clId="{39C24DAF-E20C-4507-9157-C96F2FA882D0}" dt="2023-03-28T16:45:46.498" v="3523"/>
          <ac:inkMkLst>
            <pc:docMk/>
            <pc:sldMk cId="1054089474" sldId="259"/>
            <ac:inkMk id="272" creationId="{6503AAAF-42A8-424C-BCEF-F49C3F0A5333}"/>
          </ac:inkMkLst>
        </pc:inkChg>
        <pc:inkChg chg="add del">
          <ac:chgData name="" userId="242feb3c33a8e7bf" providerId="LiveId" clId="{39C24DAF-E20C-4507-9157-C96F2FA882D0}" dt="2023-03-28T16:46:32.904" v="3529"/>
          <ac:inkMkLst>
            <pc:docMk/>
            <pc:sldMk cId="1054089474" sldId="259"/>
            <ac:inkMk id="273" creationId="{C1CD3BE3-4930-43E6-82D7-A876E658CC1C}"/>
          </ac:inkMkLst>
        </pc:inkChg>
        <pc:inkChg chg="add del">
          <ac:chgData name="" userId="242feb3c33a8e7bf" providerId="LiveId" clId="{39C24DAF-E20C-4507-9157-C96F2FA882D0}" dt="2023-03-28T16:46:32.904" v="3529"/>
          <ac:inkMkLst>
            <pc:docMk/>
            <pc:sldMk cId="1054089474" sldId="259"/>
            <ac:inkMk id="274" creationId="{951E5164-D699-4410-8850-4C91307DE7D9}"/>
          </ac:inkMkLst>
        </pc:inkChg>
        <pc:inkChg chg="add del">
          <ac:chgData name="" userId="242feb3c33a8e7bf" providerId="LiveId" clId="{39C24DAF-E20C-4507-9157-C96F2FA882D0}" dt="2023-03-28T16:46:32.904" v="3529"/>
          <ac:inkMkLst>
            <pc:docMk/>
            <pc:sldMk cId="1054089474" sldId="259"/>
            <ac:inkMk id="275" creationId="{893082C3-BB5A-4955-B824-9E6A75DF1D6C}"/>
          </ac:inkMkLst>
        </pc:inkChg>
        <pc:inkChg chg="add del">
          <ac:chgData name="" userId="242feb3c33a8e7bf" providerId="LiveId" clId="{39C24DAF-E20C-4507-9157-C96F2FA882D0}" dt="2023-03-28T16:46:32.904" v="3529"/>
          <ac:inkMkLst>
            <pc:docMk/>
            <pc:sldMk cId="1054089474" sldId="259"/>
            <ac:inkMk id="276" creationId="{9EEF9782-67F6-4A9F-B595-879C6B27148A}"/>
          </ac:inkMkLst>
        </pc:inkChg>
        <pc:inkChg chg="add del">
          <ac:chgData name="" userId="242feb3c33a8e7bf" providerId="LiveId" clId="{39C24DAF-E20C-4507-9157-C96F2FA882D0}" dt="2023-03-28T16:46:32.904" v="3529"/>
          <ac:inkMkLst>
            <pc:docMk/>
            <pc:sldMk cId="1054089474" sldId="259"/>
            <ac:inkMk id="277" creationId="{3B157910-A051-40C3-8E56-EA19045146D0}"/>
          </ac:inkMkLst>
        </pc:inkChg>
        <pc:inkChg chg="add">
          <ac:chgData name="" userId="242feb3c33a8e7bf" providerId="LiveId" clId="{39C24DAF-E20C-4507-9157-C96F2FA882D0}" dt="2023-03-28T16:46:32.904" v="3529"/>
          <ac:inkMkLst>
            <pc:docMk/>
            <pc:sldMk cId="1054089474" sldId="259"/>
            <ac:inkMk id="278" creationId="{DC60E823-2052-47DC-ACF2-53D3CE92B2E5}"/>
          </ac:inkMkLst>
        </pc:inkChg>
        <pc:inkChg chg="add">
          <ac:chgData name="" userId="242feb3c33a8e7bf" providerId="LiveId" clId="{39C24DAF-E20C-4507-9157-C96F2FA882D0}" dt="2023-03-28T16:46:32.904" v="3529"/>
          <ac:inkMkLst>
            <pc:docMk/>
            <pc:sldMk cId="1054089474" sldId="259"/>
            <ac:inkMk id="279" creationId="{D8EBC02E-101F-46D2-9702-65C61A4EBE71}"/>
          </ac:inkMkLst>
        </pc:inkChg>
        <pc:inkChg chg="add del">
          <ac:chgData name="" userId="242feb3c33a8e7bf" providerId="LiveId" clId="{39C24DAF-E20C-4507-9157-C96F2FA882D0}" dt="2023-03-28T16:46:39.391" v="3549"/>
          <ac:inkMkLst>
            <pc:docMk/>
            <pc:sldMk cId="1054089474" sldId="259"/>
            <ac:inkMk id="280" creationId="{251BA1D3-7676-447A-9A50-8AF2858052D5}"/>
          </ac:inkMkLst>
        </pc:inkChg>
        <pc:inkChg chg="add del">
          <ac:chgData name="" userId="242feb3c33a8e7bf" providerId="LiveId" clId="{39C24DAF-E20C-4507-9157-C96F2FA882D0}" dt="2023-03-28T16:46:39.391" v="3549"/>
          <ac:inkMkLst>
            <pc:docMk/>
            <pc:sldMk cId="1054089474" sldId="259"/>
            <ac:inkMk id="281" creationId="{AEA66235-65CD-4389-9266-62057B2F1F4B}"/>
          </ac:inkMkLst>
        </pc:inkChg>
        <pc:inkChg chg="add del">
          <ac:chgData name="" userId="242feb3c33a8e7bf" providerId="LiveId" clId="{39C24DAF-E20C-4507-9157-C96F2FA882D0}" dt="2023-03-28T16:46:39.391" v="3549"/>
          <ac:inkMkLst>
            <pc:docMk/>
            <pc:sldMk cId="1054089474" sldId="259"/>
            <ac:inkMk id="282" creationId="{CA99A460-84DE-403F-BA20-6431EC248859}"/>
          </ac:inkMkLst>
        </pc:inkChg>
        <pc:inkChg chg="add del">
          <ac:chgData name="" userId="242feb3c33a8e7bf" providerId="LiveId" clId="{39C24DAF-E20C-4507-9157-C96F2FA882D0}" dt="2023-03-28T16:46:39.391" v="3549"/>
          <ac:inkMkLst>
            <pc:docMk/>
            <pc:sldMk cId="1054089474" sldId="259"/>
            <ac:inkMk id="283" creationId="{C306D6E0-93E1-4A7E-B46D-E25265FC8BBE}"/>
          </ac:inkMkLst>
        </pc:inkChg>
        <pc:inkChg chg="add del">
          <ac:chgData name="" userId="242feb3c33a8e7bf" providerId="LiveId" clId="{39C24DAF-E20C-4507-9157-C96F2FA882D0}" dt="2023-03-28T16:46:39.391" v="3549"/>
          <ac:inkMkLst>
            <pc:docMk/>
            <pc:sldMk cId="1054089474" sldId="259"/>
            <ac:inkMk id="284" creationId="{C5FBE5EB-CAA4-4114-A5B7-AD531B78D512}"/>
          </ac:inkMkLst>
        </pc:inkChg>
        <pc:inkChg chg="add del">
          <ac:chgData name="" userId="242feb3c33a8e7bf" providerId="LiveId" clId="{39C24DAF-E20C-4507-9157-C96F2FA882D0}" dt="2023-03-28T16:46:39.391" v="3549"/>
          <ac:inkMkLst>
            <pc:docMk/>
            <pc:sldMk cId="1054089474" sldId="259"/>
            <ac:inkMk id="285" creationId="{8388DEB6-EE60-48E2-8A70-5E6DDB0597C7}"/>
          </ac:inkMkLst>
        </pc:inkChg>
        <pc:inkChg chg="add del">
          <ac:chgData name="" userId="242feb3c33a8e7bf" providerId="LiveId" clId="{39C24DAF-E20C-4507-9157-C96F2FA882D0}" dt="2023-03-28T16:46:39.391" v="3549"/>
          <ac:inkMkLst>
            <pc:docMk/>
            <pc:sldMk cId="1054089474" sldId="259"/>
            <ac:inkMk id="286" creationId="{26A9BF11-503E-4D19-A94D-33F29BB1D941}"/>
          </ac:inkMkLst>
        </pc:inkChg>
        <pc:inkChg chg="add del">
          <ac:chgData name="" userId="242feb3c33a8e7bf" providerId="LiveId" clId="{39C24DAF-E20C-4507-9157-C96F2FA882D0}" dt="2023-03-28T16:46:39.391" v="3549"/>
          <ac:inkMkLst>
            <pc:docMk/>
            <pc:sldMk cId="1054089474" sldId="259"/>
            <ac:inkMk id="287" creationId="{6728021D-4383-42F5-9642-6EE3D3BCE755}"/>
          </ac:inkMkLst>
        </pc:inkChg>
        <pc:inkChg chg="add del">
          <ac:chgData name="" userId="242feb3c33a8e7bf" providerId="LiveId" clId="{39C24DAF-E20C-4507-9157-C96F2FA882D0}" dt="2023-03-28T16:46:39.391" v="3549"/>
          <ac:inkMkLst>
            <pc:docMk/>
            <pc:sldMk cId="1054089474" sldId="259"/>
            <ac:inkMk id="288" creationId="{CE151AFD-0A10-4DA2-A8FE-5B3B57C1287C}"/>
          </ac:inkMkLst>
        </pc:inkChg>
        <pc:inkChg chg="add">
          <ac:chgData name="" userId="242feb3c33a8e7bf" providerId="LiveId" clId="{39C24DAF-E20C-4507-9157-C96F2FA882D0}" dt="2023-03-28T16:46:35.484" v="3539"/>
          <ac:inkMkLst>
            <pc:docMk/>
            <pc:sldMk cId="1054089474" sldId="259"/>
            <ac:inkMk id="289" creationId="{12E15D65-D4BE-474D-9844-9D7CE54370AE}"/>
          </ac:inkMkLst>
        </pc:inkChg>
        <pc:inkChg chg="add del">
          <ac:chgData name="" userId="242feb3c33a8e7bf" providerId="LiveId" clId="{39C24DAF-E20C-4507-9157-C96F2FA882D0}" dt="2023-03-28T16:46:39.391" v="3549"/>
          <ac:inkMkLst>
            <pc:docMk/>
            <pc:sldMk cId="1054089474" sldId="259"/>
            <ac:inkMk id="290" creationId="{F3AA294C-BB88-4358-8C22-8642604F5B44}"/>
          </ac:inkMkLst>
        </pc:inkChg>
        <pc:inkChg chg="add del">
          <ac:chgData name="" userId="242feb3c33a8e7bf" providerId="LiveId" clId="{39C24DAF-E20C-4507-9157-C96F2FA882D0}" dt="2023-03-28T16:46:39.391" v="3549"/>
          <ac:inkMkLst>
            <pc:docMk/>
            <pc:sldMk cId="1054089474" sldId="259"/>
            <ac:inkMk id="291" creationId="{A6F6551C-5A3D-47D0-AF66-C1E3BE6A3DD3}"/>
          </ac:inkMkLst>
        </pc:inkChg>
        <pc:inkChg chg="add del">
          <ac:chgData name="" userId="242feb3c33a8e7bf" providerId="LiveId" clId="{39C24DAF-E20C-4507-9157-C96F2FA882D0}" dt="2023-03-28T16:46:39.391" v="3549"/>
          <ac:inkMkLst>
            <pc:docMk/>
            <pc:sldMk cId="1054089474" sldId="259"/>
            <ac:inkMk id="292" creationId="{9D5819DB-0324-4360-8DCC-04CFC333D69C}"/>
          </ac:inkMkLst>
        </pc:inkChg>
        <pc:inkChg chg="add del">
          <ac:chgData name="" userId="242feb3c33a8e7bf" providerId="LiveId" clId="{39C24DAF-E20C-4507-9157-C96F2FA882D0}" dt="2023-03-28T16:46:39.391" v="3549"/>
          <ac:inkMkLst>
            <pc:docMk/>
            <pc:sldMk cId="1054089474" sldId="259"/>
            <ac:inkMk id="293" creationId="{C36FB5CA-A47E-4E8C-B462-9ED22333E5F5}"/>
          </ac:inkMkLst>
        </pc:inkChg>
        <pc:inkChg chg="add del">
          <ac:chgData name="" userId="242feb3c33a8e7bf" providerId="LiveId" clId="{39C24DAF-E20C-4507-9157-C96F2FA882D0}" dt="2023-03-28T16:46:39.391" v="3549"/>
          <ac:inkMkLst>
            <pc:docMk/>
            <pc:sldMk cId="1054089474" sldId="259"/>
            <ac:inkMk id="294" creationId="{89564649-DB2C-4080-9624-A2FD0FD67939}"/>
          </ac:inkMkLst>
        </pc:inkChg>
        <pc:inkChg chg="add del">
          <ac:chgData name="" userId="242feb3c33a8e7bf" providerId="LiveId" clId="{39C24DAF-E20C-4507-9157-C96F2FA882D0}" dt="2023-03-28T16:46:39.391" v="3549"/>
          <ac:inkMkLst>
            <pc:docMk/>
            <pc:sldMk cId="1054089474" sldId="259"/>
            <ac:inkMk id="295" creationId="{76424445-6F20-472F-A077-C0BC456D4478}"/>
          </ac:inkMkLst>
        </pc:inkChg>
        <pc:inkChg chg="add del">
          <ac:chgData name="" userId="242feb3c33a8e7bf" providerId="LiveId" clId="{39C24DAF-E20C-4507-9157-C96F2FA882D0}" dt="2023-03-28T16:46:39.391" v="3549"/>
          <ac:inkMkLst>
            <pc:docMk/>
            <pc:sldMk cId="1054089474" sldId="259"/>
            <ac:inkMk id="296" creationId="{6B820371-95D9-4922-BFAF-B5550C197166}"/>
          </ac:inkMkLst>
        </pc:inkChg>
        <pc:inkChg chg="add del">
          <ac:chgData name="" userId="242feb3c33a8e7bf" providerId="LiveId" clId="{39C24DAF-E20C-4507-9157-C96F2FA882D0}" dt="2023-03-28T16:46:39.391" v="3549"/>
          <ac:inkMkLst>
            <pc:docMk/>
            <pc:sldMk cId="1054089474" sldId="259"/>
            <ac:inkMk id="297" creationId="{F045ACCB-927D-4ED0-87C1-3693F454BA53}"/>
          </ac:inkMkLst>
        </pc:inkChg>
        <pc:inkChg chg="add">
          <ac:chgData name="" userId="242feb3c33a8e7bf" providerId="LiveId" clId="{39C24DAF-E20C-4507-9157-C96F2FA882D0}" dt="2023-03-28T16:46:38.823" v="3548"/>
          <ac:inkMkLst>
            <pc:docMk/>
            <pc:sldMk cId="1054089474" sldId="259"/>
            <ac:inkMk id="298" creationId="{E69B8648-5288-44A8-BE73-472A974CB903}"/>
          </ac:inkMkLst>
        </pc:inkChg>
        <pc:inkChg chg="add">
          <ac:chgData name="" userId="242feb3c33a8e7bf" providerId="LiveId" clId="{39C24DAF-E20C-4507-9157-C96F2FA882D0}" dt="2023-03-28T16:46:39.391" v="3549"/>
          <ac:inkMkLst>
            <pc:docMk/>
            <pc:sldMk cId="1054089474" sldId="259"/>
            <ac:inkMk id="299" creationId="{BFDF6FAF-772D-4FB7-B9EE-6C987D38666F}"/>
          </ac:inkMkLst>
        </pc:inkChg>
        <pc:inkChg chg="add">
          <ac:chgData name="" userId="242feb3c33a8e7bf" providerId="LiveId" clId="{39C24DAF-E20C-4507-9157-C96F2FA882D0}" dt="2023-03-28T16:46:39.391" v="3549"/>
          <ac:inkMkLst>
            <pc:docMk/>
            <pc:sldMk cId="1054089474" sldId="259"/>
            <ac:inkMk id="300" creationId="{07656026-88C0-4CA1-8439-67E5942E8E53}"/>
          </ac:inkMkLst>
        </pc:inkChg>
        <pc:inkChg chg="add">
          <ac:chgData name="" userId="242feb3c33a8e7bf" providerId="LiveId" clId="{39C24DAF-E20C-4507-9157-C96F2FA882D0}" dt="2023-03-28T16:46:39.391" v="3549"/>
          <ac:inkMkLst>
            <pc:docMk/>
            <pc:sldMk cId="1054089474" sldId="259"/>
            <ac:inkMk id="301" creationId="{A0C4B469-6708-42EF-A3C0-B33019943CA6}"/>
          </ac:inkMkLst>
        </pc:inkChg>
      </pc:sldChg>
      <pc:sldChg chg="addSp delSp modSp">
        <pc:chgData name="" userId="242feb3c33a8e7bf" providerId="LiveId" clId="{39C24DAF-E20C-4507-9157-C96F2FA882D0}" dt="2023-03-28T16:44:11.934" v="3400"/>
        <pc:sldMkLst>
          <pc:docMk/>
          <pc:sldMk cId="2141415106" sldId="260"/>
        </pc:sldMkLst>
        <pc:spChg chg="mod">
          <ac:chgData name="" userId="242feb3c33a8e7bf" providerId="LiveId" clId="{39C24DAF-E20C-4507-9157-C96F2FA882D0}" dt="2023-03-28T13:10:10.014" v="20" actId="14100"/>
          <ac:spMkLst>
            <pc:docMk/>
            <pc:sldMk cId="2141415106" sldId="260"/>
            <ac:spMk id="3" creationId="{9B31EB84-4E00-44C0-B9E3-205261CB5F37}"/>
          </ac:spMkLst>
        </pc:spChg>
        <pc:inkChg chg="add">
          <ac:chgData name="" userId="242feb3c33a8e7bf" providerId="LiveId" clId="{39C24DAF-E20C-4507-9157-C96F2FA882D0}" dt="2023-03-28T13:08:50.836" v="0"/>
          <ac:inkMkLst>
            <pc:docMk/>
            <pc:sldMk cId="2141415106" sldId="260"/>
            <ac:inkMk id="2" creationId="{32536617-2109-4EA4-BAF8-75C7D2CAD269}"/>
          </ac:inkMkLst>
        </pc:inkChg>
        <pc:inkChg chg="add del">
          <ac:chgData name="" userId="242feb3c33a8e7bf" providerId="LiveId" clId="{39C24DAF-E20C-4507-9157-C96F2FA882D0}" dt="2023-03-28T13:08:56.282" v="2"/>
          <ac:inkMkLst>
            <pc:docMk/>
            <pc:sldMk cId="2141415106" sldId="260"/>
            <ac:inkMk id="4" creationId="{4868F87E-9039-4FBF-B50C-90B1FCD5DCD4}"/>
          </ac:inkMkLst>
        </pc:inkChg>
        <pc:inkChg chg="add del">
          <ac:chgData name="" userId="242feb3c33a8e7bf" providerId="LiveId" clId="{39C24DAF-E20C-4507-9157-C96F2FA882D0}" dt="2023-03-28T13:09:39.614" v="5"/>
          <ac:inkMkLst>
            <pc:docMk/>
            <pc:sldMk cId="2141415106" sldId="260"/>
            <ac:inkMk id="5" creationId="{1A5F76E6-FB1F-4964-AF2E-00D971D0CE48}"/>
          </ac:inkMkLst>
        </pc:inkChg>
        <pc:inkChg chg="add del">
          <ac:chgData name="" userId="242feb3c33a8e7bf" providerId="LiveId" clId="{39C24DAF-E20C-4507-9157-C96F2FA882D0}" dt="2023-03-28T13:09:39.614" v="6"/>
          <ac:inkMkLst>
            <pc:docMk/>
            <pc:sldMk cId="2141415106" sldId="260"/>
            <ac:inkMk id="6" creationId="{15D1FC90-5C8C-446C-9D05-FEABA0846D56}"/>
          </ac:inkMkLst>
        </pc:inkChg>
        <pc:inkChg chg="add del">
          <ac:chgData name="" userId="242feb3c33a8e7bf" providerId="LiveId" clId="{39C24DAF-E20C-4507-9157-C96F2FA882D0}" dt="2023-03-28T13:09:45.580" v="17"/>
          <ac:inkMkLst>
            <pc:docMk/>
            <pc:sldMk cId="2141415106" sldId="260"/>
            <ac:inkMk id="9" creationId="{3F7BE64E-05EC-4D54-907A-D082D2AEF517}"/>
          </ac:inkMkLst>
        </pc:inkChg>
        <pc:inkChg chg="add del">
          <ac:chgData name="" userId="242feb3c33a8e7bf" providerId="LiveId" clId="{39C24DAF-E20C-4507-9157-C96F2FA882D0}" dt="2023-03-28T13:09:45.580" v="17"/>
          <ac:inkMkLst>
            <pc:docMk/>
            <pc:sldMk cId="2141415106" sldId="260"/>
            <ac:inkMk id="10" creationId="{8D1312A0-686A-45BC-972E-331D55EFB445}"/>
          </ac:inkMkLst>
        </pc:inkChg>
        <pc:inkChg chg="add del">
          <ac:chgData name="" userId="242feb3c33a8e7bf" providerId="LiveId" clId="{39C24DAF-E20C-4507-9157-C96F2FA882D0}" dt="2023-03-28T13:09:45.580" v="17"/>
          <ac:inkMkLst>
            <pc:docMk/>
            <pc:sldMk cId="2141415106" sldId="260"/>
            <ac:inkMk id="13" creationId="{91BFF332-1449-4F19-ABED-EDD34C1818F6}"/>
          </ac:inkMkLst>
        </pc:inkChg>
        <pc:inkChg chg="add del">
          <ac:chgData name="" userId="242feb3c33a8e7bf" providerId="LiveId" clId="{39C24DAF-E20C-4507-9157-C96F2FA882D0}" dt="2023-03-28T13:09:45.580" v="17"/>
          <ac:inkMkLst>
            <pc:docMk/>
            <pc:sldMk cId="2141415106" sldId="260"/>
            <ac:inkMk id="15" creationId="{6C529823-D77F-47B8-8CC4-5CAD82FE0724}"/>
          </ac:inkMkLst>
        </pc:inkChg>
        <pc:inkChg chg="add del">
          <ac:chgData name="" userId="242feb3c33a8e7bf" providerId="LiveId" clId="{39C24DAF-E20C-4507-9157-C96F2FA882D0}" dt="2023-03-28T13:09:45.580" v="17"/>
          <ac:inkMkLst>
            <pc:docMk/>
            <pc:sldMk cId="2141415106" sldId="260"/>
            <ac:inkMk id="16" creationId="{F40D6470-5D3C-446D-A8FA-3AAB8A74E922}"/>
          </ac:inkMkLst>
        </pc:inkChg>
        <pc:inkChg chg="add del">
          <ac:chgData name="" userId="242feb3c33a8e7bf" providerId="LiveId" clId="{39C24DAF-E20C-4507-9157-C96F2FA882D0}" dt="2023-03-28T13:09:45.580" v="17"/>
          <ac:inkMkLst>
            <pc:docMk/>
            <pc:sldMk cId="2141415106" sldId="260"/>
            <ac:inkMk id="17" creationId="{C8C72F23-580C-40D0-B37B-9297FBAE2517}"/>
          </ac:inkMkLst>
        </pc:inkChg>
        <pc:inkChg chg="add del">
          <ac:chgData name="" userId="242feb3c33a8e7bf" providerId="LiveId" clId="{39C24DAF-E20C-4507-9157-C96F2FA882D0}" dt="2023-03-28T13:09:45.580" v="17"/>
          <ac:inkMkLst>
            <pc:docMk/>
            <pc:sldMk cId="2141415106" sldId="260"/>
            <ac:inkMk id="18" creationId="{421A9406-AE78-49CE-B818-E5F255B0DEDB}"/>
          </ac:inkMkLst>
        </pc:inkChg>
        <pc:inkChg chg="add del">
          <ac:chgData name="" userId="242feb3c33a8e7bf" providerId="LiveId" clId="{39C24DAF-E20C-4507-9157-C96F2FA882D0}" dt="2023-03-28T13:09:45.580" v="17"/>
          <ac:inkMkLst>
            <pc:docMk/>
            <pc:sldMk cId="2141415106" sldId="260"/>
            <ac:inkMk id="19" creationId="{1B44966F-0FE3-4150-A926-8FCA1E00E423}"/>
          </ac:inkMkLst>
        </pc:inkChg>
        <pc:inkChg chg="add del">
          <ac:chgData name="" userId="242feb3c33a8e7bf" providerId="LiveId" clId="{39C24DAF-E20C-4507-9157-C96F2FA882D0}" dt="2023-03-28T13:09:45.580" v="17"/>
          <ac:inkMkLst>
            <pc:docMk/>
            <pc:sldMk cId="2141415106" sldId="260"/>
            <ac:inkMk id="20" creationId="{CBB90EB0-4183-41F4-AF7C-EC63433685F2}"/>
          </ac:inkMkLst>
        </pc:inkChg>
        <pc:inkChg chg="add del">
          <ac:chgData name="" userId="242feb3c33a8e7bf" providerId="LiveId" clId="{39C24DAF-E20C-4507-9157-C96F2FA882D0}" dt="2023-03-28T13:09:45.580" v="17"/>
          <ac:inkMkLst>
            <pc:docMk/>
            <pc:sldMk cId="2141415106" sldId="260"/>
            <ac:inkMk id="21" creationId="{925C768F-5522-4CE9-8F5C-806D88ECB845}"/>
          </ac:inkMkLst>
        </pc:inkChg>
        <pc:inkChg chg="add del">
          <ac:chgData name="" userId="242feb3c33a8e7bf" providerId="LiveId" clId="{39C24DAF-E20C-4507-9157-C96F2FA882D0}" dt="2023-03-28T13:09:49.991" v="19"/>
          <ac:inkMkLst>
            <pc:docMk/>
            <pc:sldMk cId="2141415106" sldId="260"/>
            <ac:inkMk id="22" creationId="{99A24B57-6F0A-4ACD-A876-03467833B330}"/>
          </ac:inkMkLst>
        </pc:inkChg>
        <pc:inkChg chg="add del">
          <ac:chgData name="" userId="242feb3c33a8e7bf" providerId="LiveId" clId="{39C24DAF-E20C-4507-9157-C96F2FA882D0}" dt="2023-03-28T13:09:49.990" v="18"/>
          <ac:inkMkLst>
            <pc:docMk/>
            <pc:sldMk cId="2141415106" sldId="260"/>
            <ac:inkMk id="23" creationId="{0AA3B963-680E-4082-852F-06BA33C91FF7}"/>
          </ac:inkMkLst>
        </pc:inkChg>
        <pc:inkChg chg="add del">
          <ac:chgData name="" userId="242feb3c33a8e7bf" providerId="LiveId" clId="{39C24DAF-E20C-4507-9157-C96F2FA882D0}" dt="2023-03-28T13:10:18.947" v="31"/>
          <ac:inkMkLst>
            <pc:docMk/>
            <pc:sldMk cId="2141415106" sldId="260"/>
            <ac:inkMk id="24" creationId="{5B964780-C105-401B-9F75-912375A3EACE}"/>
          </ac:inkMkLst>
        </pc:inkChg>
        <pc:inkChg chg="add del">
          <ac:chgData name="" userId="242feb3c33a8e7bf" providerId="LiveId" clId="{39C24DAF-E20C-4507-9157-C96F2FA882D0}" dt="2023-03-28T13:10:18.947" v="31"/>
          <ac:inkMkLst>
            <pc:docMk/>
            <pc:sldMk cId="2141415106" sldId="260"/>
            <ac:inkMk id="25" creationId="{195A96C5-6CC3-40D8-86DB-CFFCC6FB1120}"/>
          </ac:inkMkLst>
        </pc:inkChg>
        <pc:inkChg chg="add del">
          <ac:chgData name="" userId="242feb3c33a8e7bf" providerId="LiveId" clId="{39C24DAF-E20C-4507-9157-C96F2FA882D0}" dt="2023-03-28T13:10:18.947" v="31"/>
          <ac:inkMkLst>
            <pc:docMk/>
            <pc:sldMk cId="2141415106" sldId="260"/>
            <ac:inkMk id="26" creationId="{B8E3F38E-F4FD-4927-B703-9A3066905088}"/>
          </ac:inkMkLst>
        </pc:inkChg>
        <pc:inkChg chg="add del">
          <ac:chgData name="" userId="242feb3c33a8e7bf" providerId="LiveId" clId="{39C24DAF-E20C-4507-9157-C96F2FA882D0}" dt="2023-03-28T13:10:18.947" v="31"/>
          <ac:inkMkLst>
            <pc:docMk/>
            <pc:sldMk cId="2141415106" sldId="260"/>
            <ac:inkMk id="27" creationId="{8028268C-D048-47F8-B1EF-6A4B649CD8F9}"/>
          </ac:inkMkLst>
        </pc:inkChg>
        <pc:inkChg chg="add del">
          <ac:chgData name="" userId="242feb3c33a8e7bf" providerId="LiveId" clId="{39C24DAF-E20C-4507-9157-C96F2FA882D0}" dt="2023-03-28T13:10:18.947" v="31"/>
          <ac:inkMkLst>
            <pc:docMk/>
            <pc:sldMk cId="2141415106" sldId="260"/>
            <ac:inkMk id="28" creationId="{B9208093-761B-4086-8B10-C08A6F96DB63}"/>
          </ac:inkMkLst>
        </pc:inkChg>
        <pc:inkChg chg="add del">
          <ac:chgData name="" userId="242feb3c33a8e7bf" providerId="LiveId" clId="{39C24DAF-E20C-4507-9157-C96F2FA882D0}" dt="2023-03-28T13:10:18.947" v="31"/>
          <ac:inkMkLst>
            <pc:docMk/>
            <pc:sldMk cId="2141415106" sldId="260"/>
            <ac:inkMk id="29" creationId="{746C3A19-BD6B-45DB-838D-5718E921CD11}"/>
          </ac:inkMkLst>
        </pc:inkChg>
        <pc:inkChg chg="add del">
          <ac:chgData name="" userId="242feb3c33a8e7bf" providerId="LiveId" clId="{39C24DAF-E20C-4507-9157-C96F2FA882D0}" dt="2023-03-28T13:10:18.947" v="31"/>
          <ac:inkMkLst>
            <pc:docMk/>
            <pc:sldMk cId="2141415106" sldId="260"/>
            <ac:inkMk id="30" creationId="{B859E8D6-3968-49A2-9F6C-FC635155FBAA}"/>
          </ac:inkMkLst>
        </pc:inkChg>
        <pc:inkChg chg="add del">
          <ac:chgData name="" userId="242feb3c33a8e7bf" providerId="LiveId" clId="{39C24DAF-E20C-4507-9157-C96F2FA882D0}" dt="2023-03-28T13:10:18.947" v="31"/>
          <ac:inkMkLst>
            <pc:docMk/>
            <pc:sldMk cId="2141415106" sldId="260"/>
            <ac:inkMk id="31" creationId="{6E8258E8-912C-426D-9930-5ABD0F239A23}"/>
          </ac:inkMkLst>
        </pc:inkChg>
        <pc:inkChg chg="add del">
          <ac:chgData name="" userId="242feb3c33a8e7bf" providerId="LiveId" clId="{39C24DAF-E20C-4507-9157-C96F2FA882D0}" dt="2023-03-28T13:10:18.947" v="31"/>
          <ac:inkMkLst>
            <pc:docMk/>
            <pc:sldMk cId="2141415106" sldId="260"/>
            <ac:inkMk id="32" creationId="{7996EDFE-AB17-436F-8EEF-BF4FFE5CA994}"/>
          </ac:inkMkLst>
        </pc:inkChg>
        <pc:inkChg chg="add">
          <ac:chgData name="" userId="242feb3c33a8e7bf" providerId="LiveId" clId="{39C24DAF-E20C-4507-9157-C96F2FA882D0}" dt="2023-03-28T13:10:18.382" v="30"/>
          <ac:inkMkLst>
            <pc:docMk/>
            <pc:sldMk cId="2141415106" sldId="260"/>
            <ac:inkMk id="33" creationId="{AEE76086-5752-44B2-8444-D0CD6B28B916}"/>
          </ac:inkMkLst>
        </pc:inkChg>
        <pc:inkChg chg="add">
          <ac:chgData name="" userId="242feb3c33a8e7bf" providerId="LiveId" clId="{39C24DAF-E20C-4507-9157-C96F2FA882D0}" dt="2023-03-28T13:10:18.947" v="31"/>
          <ac:inkMkLst>
            <pc:docMk/>
            <pc:sldMk cId="2141415106" sldId="260"/>
            <ac:inkMk id="34" creationId="{FEF34B49-6CBC-416C-945C-BAFF03D08B7D}"/>
          </ac:inkMkLst>
        </pc:inkChg>
        <pc:inkChg chg="add">
          <ac:chgData name="" userId="242feb3c33a8e7bf" providerId="LiveId" clId="{39C24DAF-E20C-4507-9157-C96F2FA882D0}" dt="2023-03-28T13:49:27.303" v="32"/>
          <ac:inkMkLst>
            <pc:docMk/>
            <pc:sldMk cId="2141415106" sldId="260"/>
            <ac:inkMk id="35" creationId="{473995AE-EBF1-48E8-90AA-C2F89BABC9A5}"/>
          </ac:inkMkLst>
        </pc:inkChg>
        <pc:inkChg chg="add del">
          <ac:chgData name="" userId="242feb3c33a8e7bf" providerId="LiveId" clId="{39C24DAF-E20C-4507-9157-C96F2FA882D0}" dt="2023-03-28T13:49:30.747" v="41"/>
          <ac:inkMkLst>
            <pc:docMk/>
            <pc:sldMk cId="2141415106" sldId="260"/>
            <ac:inkMk id="36" creationId="{AAFF76D1-C3F9-4B5A-A7DA-B77751CB2A6C}"/>
          </ac:inkMkLst>
        </pc:inkChg>
        <pc:inkChg chg="add del">
          <ac:chgData name="" userId="242feb3c33a8e7bf" providerId="LiveId" clId="{39C24DAF-E20C-4507-9157-C96F2FA882D0}" dt="2023-03-28T13:49:30.747" v="41"/>
          <ac:inkMkLst>
            <pc:docMk/>
            <pc:sldMk cId="2141415106" sldId="260"/>
            <ac:inkMk id="37" creationId="{E1571208-1957-4371-B820-4D879BE724C0}"/>
          </ac:inkMkLst>
        </pc:inkChg>
        <pc:inkChg chg="add del">
          <ac:chgData name="" userId="242feb3c33a8e7bf" providerId="LiveId" clId="{39C24DAF-E20C-4507-9157-C96F2FA882D0}" dt="2023-03-28T13:49:30.747" v="41"/>
          <ac:inkMkLst>
            <pc:docMk/>
            <pc:sldMk cId="2141415106" sldId="260"/>
            <ac:inkMk id="38" creationId="{43CE9BA5-0AE6-4BED-B2F9-A5F46F3E891A}"/>
          </ac:inkMkLst>
        </pc:inkChg>
        <pc:inkChg chg="add del">
          <ac:chgData name="" userId="242feb3c33a8e7bf" providerId="LiveId" clId="{39C24DAF-E20C-4507-9157-C96F2FA882D0}" dt="2023-03-28T13:49:30.747" v="41"/>
          <ac:inkMkLst>
            <pc:docMk/>
            <pc:sldMk cId="2141415106" sldId="260"/>
            <ac:inkMk id="39" creationId="{E318D311-DE7C-424A-A599-D6F3E8557F8D}"/>
          </ac:inkMkLst>
        </pc:inkChg>
        <pc:inkChg chg="add del">
          <ac:chgData name="" userId="242feb3c33a8e7bf" providerId="LiveId" clId="{39C24DAF-E20C-4507-9157-C96F2FA882D0}" dt="2023-03-28T13:49:30.747" v="41"/>
          <ac:inkMkLst>
            <pc:docMk/>
            <pc:sldMk cId="2141415106" sldId="260"/>
            <ac:inkMk id="40" creationId="{EC409E79-3C9E-4E18-B83E-67ECA8494DE4}"/>
          </ac:inkMkLst>
        </pc:inkChg>
        <pc:inkChg chg="add del">
          <ac:chgData name="" userId="242feb3c33a8e7bf" providerId="LiveId" clId="{39C24DAF-E20C-4507-9157-C96F2FA882D0}" dt="2023-03-28T13:49:30.747" v="41"/>
          <ac:inkMkLst>
            <pc:docMk/>
            <pc:sldMk cId="2141415106" sldId="260"/>
            <ac:inkMk id="41" creationId="{48E82147-71D2-47A4-A6E1-03C491DC0FCD}"/>
          </ac:inkMkLst>
        </pc:inkChg>
        <pc:inkChg chg="add del">
          <ac:chgData name="" userId="242feb3c33a8e7bf" providerId="LiveId" clId="{39C24DAF-E20C-4507-9157-C96F2FA882D0}" dt="2023-03-28T13:49:30.747" v="41"/>
          <ac:inkMkLst>
            <pc:docMk/>
            <pc:sldMk cId="2141415106" sldId="260"/>
            <ac:inkMk id="42" creationId="{E606BFE5-44C1-4EC0-A891-7486714A0947}"/>
          </ac:inkMkLst>
        </pc:inkChg>
        <pc:inkChg chg="add del">
          <ac:chgData name="" userId="242feb3c33a8e7bf" providerId="LiveId" clId="{39C24DAF-E20C-4507-9157-C96F2FA882D0}" dt="2023-03-28T13:49:30.747" v="41"/>
          <ac:inkMkLst>
            <pc:docMk/>
            <pc:sldMk cId="2141415106" sldId="260"/>
            <ac:inkMk id="43" creationId="{52A44B82-6F06-488D-BEE4-DB517ADF1697}"/>
          </ac:inkMkLst>
        </pc:inkChg>
        <pc:inkChg chg="add">
          <ac:chgData name="" userId="242feb3c33a8e7bf" providerId="LiveId" clId="{39C24DAF-E20C-4507-9157-C96F2FA882D0}" dt="2023-03-28T13:49:30.747" v="41"/>
          <ac:inkMkLst>
            <pc:docMk/>
            <pc:sldMk cId="2141415106" sldId="260"/>
            <ac:inkMk id="44" creationId="{50B26087-0E22-4078-84EA-3C36FBEBF34B}"/>
          </ac:inkMkLst>
        </pc:inkChg>
        <pc:inkChg chg="add del">
          <ac:chgData name="" userId="242feb3c33a8e7bf" providerId="LiveId" clId="{39C24DAF-E20C-4507-9157-C96F2FA882D0}" dt="2023-03-28T13:49:37.712" v="59"/>
          <ac:inkMkLst>
            <pc:docMk/>
            <pc:sldMk cId="2141415106" sldId="260"/>
            <ac:inkMk id="45" creationId="{6D712DD1-4B2E-4ACE-98BA-B8ACBF3842DE}"/>
          </ac:inkMkLst>
        </pc:inkChg>
        <pc:inkChg chg="add del">
          <ac:chgData name="" userId="242feb3c33a8e7bf" providerId="LiveId" clId="{39C24DAF-E20C-4507-9157-C96F2FA882D0}" dt="2023-03-28T13:49:37.712" v="59"/>
          <ac:inkMkLst>
            <pc:docMk/>
            <pc:sldMk cId="2141415106" sldId="260"/>
            <ac:inkMk id="46" creationId="{C54AC676-FD7D-46EA-B15D-2CEB591E11EA}"/>
          </ac:inkMkLst>
        </pc:inkChg>
        <pc:inkChg chg="add del">
          <ac:chgData name="" userId="242feb3c33a8e7bf" providerId="LiveId" clId="{39C24DAF-E20C-4507-9157-C96F2FA882D0}" dt="2023-03-28T13:49:37.712" v="59"/>
          <ac:inkMkLst>
            <pc:docMk/>
            <pc:sldMk cId="2141415106" sldId="260"/>
            <ac:inkMk id="47" creationId="{88C6A6A8-C4FF-4E7C-AFCA-81815738D686}"/>
          </ac:inkMkLst>
        </pc:inkChg>
        <pc:inkChg chg="add del">
          <ac:chgData name="" userId="242feb3c33a8e7bf" providerId="LiveId" clId="{39C24DAF-E20C-4507-9157-C96F2FA882D0}" dt="2023-03-28T13:49:37.712" v="59"/>
          <ac:inkMkLst>
            <pc:docMk/>
            <pc:sldMk cId="2141415106" sldId="260"/>
            <ac:inkMk id="48" creationId="{B73D25CC-33D2-4FB3-A7A3-4702FC632595}"/>
          </ac:inkMkLst>
        </pc:inkChg>
        <pc:inkChg chg="add del">
          <ac:chgData name="" userId="242feb3c33a8e7bf" providerId="LiveId" clId="{39C24DAF-E20C-4507-9157-C96F2FA882D0}" dt="2023-03-28T13:49:37.712" v="59"/>
          <ac:inkMkLst>
            <pc:docMk/>
            <pc:sldMk cId="2141415106" sldId="260"/>
            <ac:inkMk id="49" creationId="{F2F4754E-8ECC-479B-9461-3AA10D0F18A7}"/>
          </ac:inkMkLst>
        </pc:inkChg>
        <pc:inkChg chg="add del">
          <ac:chgData name="" userId="242feb3c33a8e7bf" providerId="LiveId" clId="{39C24DAF-E20C-4507-9157-C96F2FA882D0}" dt="2023-03-28T13:49:37.712" v="59"/>
          <ac:inkMkLst>
            <pc:docMk/>
            <pc:sldMk cId="2141415106" sldId="260"/>
            <ac:inkMk id="50" creationId="{7B47F29D-6211-48A6-B827-5BCD3FD1A0A7}"/>
          </ac:inkMkLst>
        </pc:inkChg>
        <pc:inkChg chg="add del">
          <ac:chgData name="" userId="242feb3c33a8e7bf" providerId="LiveId" clId="{39C24DAF-E20C-4507-9157-C96F2FA882D0}" dt="2023-03-28T13:49:37.712" v="59"/>
          <ac:inkMkLst>
            <pc:docMk/>
            <pc:sldMk cId="2141415106" sldId="260"/>
            <ac:inkMk id="51" creationId="{87ECA237-6A38-4753-B492-121B53F0AF9F}"/>
          </ac:inkMkLst>
        </pc:inkChg>
        <pc:inkChg chg="add del">
          <ac:chgData name="" userId="242feb3c33a8e7bf" providerId="LiveId" clId="{39C24DAF-E20C-4507-9157-C96F2FA882D0}" dt="2023-03-28T13:49:37.712" v="59"/>
          <ac:inkMkLst>
            <pc:docMk/>
            <pc:sldMk cId="2141415106" sldId="260"/>
            <ac:inkMk id="52" creationId="{DA3619EC-AEC6-470B-A6FE-218D146AD7C1}"/>
          </ac:inkMkLst>
        </pc:inkChg>
        <pc:inkChg chg="add del">
          <ac:chgData name="" userId="242feb3c33a8e7bf" providerId="LiveId" clId="{39C24DAF-E20C-4507-9157-C96F2FA882D0}" dt="2023-03-28T13:49:37.712" v="59"/>
          <ac:inkMkLst>
            <pc:docMk/>
            <pc:sldMk cId="2141415106" sldId="260"/>
            <ac:inkMk id="53" creationId="{8A8AC7D3-96BB-45AD-8CBD-5EA52A832A89}"/>
          </ac:inkMkLst>
        </pc:inkChg>
        <pc:inkChg chg="add del">
          <ac:chgData name="" userId="242feb3c33a8e7bf" providerId="LiveId" clId="{39C24DAF-E20C-4507-9157-C96F2FA882D0}" dt="2023-03-28T13:49:37.712" v="59"/>
          <ac:inkMkLst>
            <pc:docMk/>
            <pc:sldMk cId="2141415106" sldId="260"/>
            <ac:inkMk id="54" creationId="{72D80223-5193-461E-BF8F-6581A3F4F39B}"/>
          </ac:inkMkLst>
        </pc:inkChg>
        <pc:inkChg chg="add del">
          <ac:chgData name="" userId="242feb3c33a8e7bf" providerId="LiveId" clId="{39C24DAF-E20C-4507-9157-C96F2FA882D0}" dt="2023-03-28T13:49:37.712" v="59"/>
          <ac:inkMkLst>
            <pc:docMk/>
            <pc:sldMk cId="2141415106" sldId="260"/>
            <ac:inkMk id="55" creationId="{3650805A-F662-4E4E-9256-1F98EE207522}"/>
          </ac:inkMkLst>
        </pc:inkChg>
        <pc:inkChg chg="add del">
          <ac:chgData name="" userId="242feb3c33a8e7bf" providerId="LiveId" clId="{39C24DAF-E20C-4507-9157-C96F2FA882D0}" dt="2023-03-28T13:49:37.712" v="59"/>
          <ac:inkMkLst>
            <pc:docMk/>
            <pc:sldMk cId="2141415106" sldId="260"/>
            <ac:inkMk id="56" creationId="{B4F0C61A-9A39-4269-A794-FA8D79400F3F}"/>
          </ac:inkMkLst>
        </pc:inkChg>
        <pc:inkChg chg="add del">
          <ac:chgData name="" userId="242feb3c33a8e7bf" providerId="LiveId" clId="{39C24DAF-E20C-4507-9157-C96F2FA882D0}" dt="2023-03-28T13:49:37.712" v="59"/>
          <ac:inkMkLst>
            <pc:docMk/>
            <pc:sldMk cId="2141415106" sldId="260"/>
            <ac:inkMk id="57" creationId="{C0DFBBF1-8FA2-499E-97C4-8CB356F7543F}"/>
          </ac:inkMkLst>
        </pc:inkChg>
        <pc:inkChg chg="add del">
          <ac:chgData name="" userId="242feb3c33a8e7bf" providerId="LiveId" clId="{39C24DAF-E20C-4507-9157-C96F2FA882D0}" dt="2023-03-28T13:49:37.712" v="59"/>
          <ac:inkMkLst>
            <pc:docMk/>
            <pc:sldMk cId="2141415106" sldId="260"/>
            <ac:inkMk id="58" creationId="{AF80F3D7-F013-4E9B-BD57-14EAB0142F02}"/>
          </ac:inkMkLst>
        </pc:inkChg>
        <pc:inkChg chg="add del">
          <ac:chgData name="" userId="242feb3c33a8e7bf" providerId="LiveId" clId="{39C24DAF-E20C-4507-9157-C96F2FA882D0}" dt="2023-03-28T13:49:37.712" v="59"/>
          <ac:inkMkLst>
            <pc:docMk/>
            <pc:sldMk cId="2141415106" sldId="260"/>
            <ac:inkMk id="59" creationId="{123B8022-E014-4096-8911-1FEF2A29C31F}"/>
          </ac:inkMkLst>
        </pc:inkChg>
        <pc:inkChg chg="add del">
          <ac:chgData name="" userId="242feb3c33a8e7bf" providerId="LiveId" clId="{39C24DAF-E20C-4507-9157-C96F2FA882D0}" dt="2023-03-28T13:49:37.712" v="59"/>
          <ac:inkMkLst>
            <pc:docMk/>
            <pc:sldMk cId="2141415106" sldId="260"/>
            <ac:inkMk id="60" creationId="{BCF16988-A24E-40A8-8140-6143DE4DC8F4}"/>
          </ac:inkMkLst>
        </pc:inkChg>
        <pc:inkChg chg="add del">
          <ac:chgData name="" userId="242feb3c33a8e7bf" providerId="LiveId" clId="{39C24DAF-E20C-4507-9157-C96F2FA882D0}" dt="2023-03-28T13:49:37.712" v="59"/>
          <ac:inkMkLst>
            <pc:docMk/>
            <pc:sldMk cId="2141415106" sldId="260"/>
            <ac:inkMk id="61" creationId="{4202B457-D2A4-4E1D-A06A-E516215F2F6B}"/>
          </ac:inkMkLst>
        </pc:inkChg>
        <pc:inkChg chg="add del">
          <ac:chgData name="" userId="242feb3c33a8e7bf" providerId="LiveId" clId="{39C24DAF-E20C-4507-9157-C96F2FA882D0}" dt="2023-03-28T14:07:13.204" v="82"/>
          <ac:inkMkLst>
            <pc:docMk/>
            <pc:sldMk cId="2141415106" sldId="260"/>
            <ac:inkMk id="62" creationId="{F623E956-38A4-4E42-B901-91C42D7F0AF4}"/>
          </ac:inkMkLst>
        </pc:inkChg>
        <pc:inkChg chg="add del">
          <ac:chgData name="" userId="242feb3c33a8e7bf" providerId="LiveId" clId="{39C24DAF-E20C-4507-9157-C96F2FA882D0}" dt="2023-03-28T14:07:00.873" v="62"/>
          <ac:inkMkLst>
            <pc:docMk/>
            <pc:sldMk cId="2141415106" sldId="260"/>
            <ac:inkMk id="63" creationId="{FF377E86-DA3A-4EA3-BDC0-A35D83041A2A}"/>
          </ac:inkMkLst>
        </pc:inkChg>
        <pc:inkChg chg="add del">
          <ac:chgData name="" userId="242feb3c33a8e7bf" providerId="LiveId" clId="{39C24DAF-E20C-4507-9157-C96F2FA882D0}" dt="2023-03-28T14:07:00.873" v="62"/>
          <ac:inkMkLst>
            <pc:docMk/>
            <pc:sldMk cId="2141415106" sldId="260"/>
            <ac:inkMk id="64" creationId="{2E1CC8E8-BB62-453C-A5F3-FA0F0DBFB7E4}"/>
          </ac:inkMkLst>
        </pc:inkChg>
        <pc:inkChg chg="add">
          <ac:chgData name="" userId="242feb3c33a8e7bf" providerId="LiveId" clId="{39C24DAF-E20C-4507-9157-C96F2FA882D0}" dt="2023-03-28T14:07:00.873" v="62"/>
          <ac:inkMkLst>
            <pc:docMk/>
            <pc:sldMk cId="2141415106" sldId="260"/>
            <ac:inkMk id="65" creationId="{8D4E0583-7E00-498F-A938-3495C4B05E5D}"/>
          </ac:inkMkLst>
        </pc:inkChg>
        <pc:inkChg chg="add del">
          <ac:chgData name="" userId="242feb3c33a8e7bf" providerId="LiveId" clId="{39C24DAF-E20C-4507-9157-C96F2FA882D0}" dt="2023-03-28T14:07:04.470" v="66"/>
          <ac:inkMkLst>
            <pc:docMk/>
            <pc:sldMk cId="2141415106" sldId="260"/>
            <ac:inkMk id="66" creationId="{05F07A21-897A-4AB3-AC83-7E695A847C9F}"/>
          </ac:inkMkLst>
        </pc:inkChg>
        <pc:inkChg chg="add del">
          <ac:chgData name="" userId="242feb3c33a8e7bf" providerId="LiveId" clId="{39C24DAF-E20C-4507-9157-C96F2FA882D0}" dt="2023-03-28T14:07:04.470" v="66"/>
          <ac:inkMkLst>
            <pc:docMk/>
            <pc:sldMk cId="2141415106" sldId="260"/>
            <ac:inkMk id="67" creationId="{3AE853A1-BBBB-4FC8-A4D3-07BC8CE40E54}"/>
          </ac:inkMkLst>
        </pc:inkChg>
        <pc:inkChg chg="add del">
          <ac:chgData name="" userId="242feb3c33a8e7bf" providerId="LiveId" clId="{39C24DAF-E20C-4507-9157-C96F2FA882D0}" dt="2023-03-28T14:07:04.470" v="66"/>
          <ac:inkMkLst>
            <pc:docMk/>
            <pc:sldMk cId="2141415106" sldId="260"/>
            <ac:inkMk id="68" creationId="{58A05302-1CFE-4F05-8642-8758D1660ADD}"/>
          </ac:inkMkLst>
        </pc:inkChg>
        <pc:inkChg chg="add">
          <ac:chgData name="" userId="242feb3c33a8e7bf" providerId="LiveId" clId="{39C24DAF-E20C-4507-9157-C96F2FA882D0}" dt="2023-03-28T14:07:04.470" v="66"/>
          <ac:inkMkLst>
            <pc:docMk/>
            <pc:sldMk cId="2141415106" sldId="260"/>
            <ac:inkMk id="69" creationId="{0644CAD1-7DFC-47AF-B2BE-A8482DBCB6DF}"/>
          </ac:inkMkLst>
        </pc:inkChg>
        <pc:inkChg chg="add del">
          <ac:chgData name="" userId="242feb3c33a8e7bf" providerId="LiveId" clId="{39C24DAF-E20C-4507-9157-C96F2FA882D0}" dt="2023-03-28T14:07:08.209" v="73"/>
          <ac:inkMkLst>
            <pc:docMk/>
            <pc:sldMk cId="2141415106" sldId="260"/>
            <ac:inkMk id="70" creationId="{0EDB1EA9-B0D8-4D06-925A-2CF4CE6FB6C4}"/>
          </ac:inkMkLst>
        </pc:inkChg>
        <pc:inkChg chg="add del">
          <ac:chgData name="" userId="242feb3c33a8e7bf" providerId="LiveId" clId="{39C24DAF-E20C-4507-9157-C96F2FA882D0}" dt="2023-03-28T14:07:08.209" v="73"/>
          <ac:inkMkLst>
            <pc:docMk/>
            <pc:sldMk cId="2141415106" sldId="260"/>
            <ac:inkMk id="71" creationId="{187BC6E0-A66C-4430-A405-B94537FA1852}"/>
          </ac:inkMkLst>
        </pc:inkChg>
        <pc:inkChg chg="add del">
          <ac:chgData name="" userId="242feb3c33a8e7bf" providerId="LiveId" clId="{39C24DAF-E20C-4507-9157-C96F2FA882D0}" dt="2023-03-28T14:07:08.209" v="73"/>
          <ac:inkMkLst>
            <pc:docMk/>
            <pc:sldMk cId="2141415106" sldId="260"/>
            <ac:inkMk id="72" creationId="{A5CFD359-9980-4BFB-AA04-D6483C0CCA08}"/>
          </ac:inkMkLst>
        </pc:inkChg>
        <pc:inkChg chg="add del">
          <ac:chgData name="" userId="242feb3c33a8e7bf" providerId="LiveId" clId="{39C24DAF-E20C-4507-9157-C96F2FA882D0}" dt="2023-03-28T14:07:08.209" v="73"/>
          <ac:inkMkLst>
            <pc:docMk/>
            <pc:sldMk cId="2141415106" sldId="260"/>
            <ac:inkMk id="73" creationId="{86B7407C-8676-4751-AB6B-26DCA1C61F22}"/>
          </ac:inkMkLst>
        </pc:inkChg>
        <pc:inkChg chg="add del">
          <ac:chgData name="" userId="242feb3c33a8e7bf" providerId="LiveId" clId="{39C24DAF-E20C-4507-9157-C96F2FA882D0}" dt="2023-03-28T14:07:08.209" v="73"/>
          <ac:inkMkLst>
            <pc:docMk/>
            <pc:sldMk cId="2141415106" sldId="260"/>
            <ac:inkMk id="74" creationId="{CF45906C-F296-4360-9FCB-DA113F536312}"/>
          </ac:inkMkLst>
        </pc:inkChg>
        <pc:inkChg chg="add">
          <ac:chgData name="" userId="242feb3c33a8e7bf" providerId="LiveId" clId="{39C24DAF-E20C-4507-9157-C96F2FA882D0}" dt="2023-03-28T14:07:07.433" v="72"/>
          <ac:inkMkLst>
            <pc:docMk/>
            <pc:sldMk cId="2141415106" sldId="260"/>
            <ac:inkMk id="75" creationId="{BB3EBAD2-FF22-4527-B081-357FFC909971}"/>
          </ac:inkMkLst>
        </pc:inkChg>
        <pc:inkChg chg="add">
          <ac:chgData name="" userId="242feb3c33a8e7bf" providerId="LiveId" clId="{39C24DAF-E20C-4507-9157-C96F2FA882D0}" dt="2023-03-28T14:07:08.209" v="73"/>
          <ac:inkMkLst>
            <pc:docMk/>
            <pc:sldMk cId="2141415106" sldId="260"/>
            <ac:inkMk id="76" creationId="{736CDA81-6406-49A2-B3A0-B9E61ED7E6E3}"/>
          </ac:inkMkLst>
        </pc:inkChg>
        <pc:inkChg chg="add">
          <ac:chgData name="" userId="242feb3c33a8e7bf" providerId="LiveId" clId="{39C24DAF-E20C-4507-9157-C96F2FA882D0}" dt="2023-03-28T14:07:08.209" v="73"/>
          <ac:inkMkLst>
            <pc:docMk/>
            <pc:sldMk cId="2141415106" sldId="260"/>
            <ac:inkMk id="77" creationId="{F92AA853-F863-4234-A51B-4C5EA21DAB3C}"/>
          </ac:inkMkLst>
        </pc:inkChg>
        <pc:inkChg chg="add del">
          <ac:chgData name="" userId="242feb3c33a8e7bf" providerId="LiveId" clId="{39C24DAF-E20C-4507-9157-C96F2FA882D0}" dt="2023-03-28T14:07:13.204" v="82"/>
          <ac:inkMkLst>
            <pc:docMk/>
            <pc:sldMk cId="2141415106" sldId="260"/>
            <ac:inkMk id="78" creationId="{F39FDF9E-8B7E-4E34-9191-480ACEE6B198}"/>
          </ac:inkMkLst>
        </pc:inkChg>
        <pc:inkChg chg="add del">
          <ac:chgData name="" userId="242feb3c33a8e7bf" providerId="LiveId" clId="{39C24DAF-E20C-4507-9157-C96F2FA882D0}" dt="2023-03-28T14:07:13.204" v="82"/>
          <ac:inkMkLst>
            <pc:docMk/>
            <pc:sldMk cId="2141415106" sldId="260"/>
            <ac:inkMk id="79" creationId="{D3EB0B9E-CA15-4452-95A9-473CA61BB2AF}"/>
          </ac:inkMkLst>
        </pc:inkChg>
        <pc:inkChg chg="add del">
          <ac:chgData name="" userId="242feb3c33a8e7bf" providerId="LiveId" clId="{39C24DAF-E20C-4507-9157-C96F2FA882D0}" dt="2023-03-28T14:07:13.204" v="82"/>
          <ac:inkMkLst>
            <pc:docMk/>
            <pc:sldMk cId="2141415106" sldId="260"/>
            <ac:inkMk id="80" creationId="{314EBA0D-81B1-4619-AAD8-15C3827176FA}"/>
          </ac:inkMkLst>
        </pc:inkChg>
        <pc:inkChg chg="add del">
          <ac:chgData name="" userId="242feb3c33a8e7bf" providerId="LiveId" clId="{39C24DAF-E20C-4507-9157-C96F2FA882D0}" dt="2023-03-28T14:07:13.204" v="82"/>
          <ac:inkMkLst>
            <pc:docMk/>
            <pc:sldMk cId="2141415106" sldId="260"/>
            <ac:inkMk id="81" creationId="{91B42B50-3D60-48C2-9036-BF3D01A37C6F}"/>
          </ac:inkMkLst>
        </pc:inkChg>
        <pc:inkChg chg="add del">
          <ac:chgData name="" userId="242feb3c33a8e7bf" providerId="LiveId" clId="{39C24DAF-E20C-4507-9157-C96F2FA882D0}" dt="2023-03-28T14:07:13.204" v="82"/>
          <ac:inkMkLst>
            <pc:docMk/>
            <pc:sldMk cId="2141415106" sldId="260"/>
            <ac:inkMk id="82" creationId="{8A752FD7-B1AF-40F7-A000-6CDB0E03EF50}"/>
          </ac:inkMkLst>
        </pc:inkChg>
        <pc:inkChg chg="add del">
          <ac:chgData name="" userId="242feb3c33a8e7bf" providerId="LiveId" clId="{39C24DAF-E20C-4507-9157-C96F2FA882D0}" dt="2023-03-28T14:07:13.204" v="82"/>
          <ac:inkMkLst>
            <pc:docMk/>
            <pc:sldMk cId="2141415106" sldId="260"/>
            <ac:inkMk id="83" creationId="{57F568D0-859A-4566-B195-CA48E3A2E78F}"/>
          </ac:inkMkLst>
        </pc:inkChg>
        <pc:inkChg chg="add del">
          <ac:chgData name="" userId="242feb3c33a8e7bf" providerId="LiveId" clId="{39C24DAF-E20C-4507-9157-C96F2FA882D0}" dt="2023-03-28T14:07:13.204" v="82"/>
          <ac:inkMkLst>
            <pc:docMk/>
            <pc:sldMk cId="2141415106" sldId="260"/>
            <ac:inkMk id="84" creationId="{022E608D-CF52-46C3-BB04-514BC25268AC}"/>
          </ac:inkMkLst>
        </pc:inkChg>
        <pc:inkChg chg="add del">
          <ac:chgData name="" userId="242feb3c33a8e7bf" providerId="LiveId" clId="{39C24DAF-E20C-4507-9157-C96F2FA882D0}" dt="2023-03-28T14:07:13.204" v="82"/>
          <ac:inkMkLst>
            <pc:docMk/>
            <pc:sldMk cId="2141415106" sldId="260"/>
            <ac:inkMk id="85" creationId="{6D0AE919-D714-4DEB-90E6-C255CA3976EE}"/>
          </ac:inkMkLst>
        </pc:inkChg>
        <pc:inkChg chg="add del">
          <ac:chgData name="" userId="242feb3c33a8e7bf" providerId="LiveId" clId="{39C24DAF-E20C-4507-9157-C96F2FA882D0}" dt="2023-03-28T14:07:17.966" v="86"/>
          <ac:inkMkLst>
            <pc:docMk/>
            <pc:sldMk cId="2141415106" sldId="260"/>
            <ac:inkMk id="86" creationId="{FE82EEA0-CC66-4A59-88CD-C4DDBF3F2181}"/>
          </ac:inkMkLst>
        </pc:inkChg>
        <pc:inkChg chg="add del">
          <ac:chgData name="" userId="242feb3c33a8e7bf" providerId="LiveId" clId="{39C24DAF-E20C-4507-9157-C96F2FA882D0}" dt="2023-03-28T14:07:17.966" v="86"/>
          <ac:inkMkLst>
            <pc:docMk/>
            <pc:sldMk cId="2141415106" sldId="260"/>
            <ac:inkMk id="87" creationId="{334627A6-8AAC-4A2E-9977-E3F0227EF3D2}"/>
          </ac:inkMkLst>
        </pc:inkChg>
        <pc:inkChg chg="add del">
          <ac:chgData name="" userId="242feb3c33a8e7bf" providerId="LiveId" clId="{39C24DAF-E20C-4507-9157-C96F2FA882D0}" dt="2023-03-28T14:07:17.966" v="86"/>
          <ac:inkMkLst>
            <pc:docMk/>
            <pc:sldMk cId="2141415106" sldId="260"/>
            <ac:inkMk id="88" creationId="{5A43018F-58B2-4CD1-857F-F974A0FE982D}"/>
          </ac:inkMkLst>
        </pc:inkChg>
        <pc:inkChg chg="add del">
          <ac:chgData name="" userId="242feb3c33a8e7bf" providerId="LiveId" clId="{39C24DAF-E20C-4507-9157-C96F2FA882D0}" dt="2023-03-28T14:07:17.966" v="86"/>
          <ac:inkMkLst>
            <pc:docMk/>
            <pc:sldMk cId="2141415106" sldId="260"/>
            <ac:inkMk id="89" creationId="{6E2BE959-9C90-43B0-B9DE-7D571E02A1EC}"/>
          </ac:inkMkLst>
        </pc:inkChg>
        <pc:inkChg chg="add">
          <ac:chgData name="" userId="242feb3c33a8e7bf" providerId="LiveId" clId="{39C24DAF-E20C-4507-9157-C96F2FA882D0}" dt="2023-03-28T14:07:17.966" v="86"/>
          <ac:inkMkLst>
            <pc:docMk/>
            <pc:sldMk cId="2141415106" sldId="260"/>
            <ac:inkMk id="90" creationId="{915A9CAB-3896-4B94-9C9A-A48C646E96D4}"/>
          </ac:inkMkLst>
        </pc:inkChg>
        <pc:inkChg chg="add del">
          <ac:chgData name="" userId="242feb3c33a8e7bf" providerId="LiveId" clId="{39C24DAF-E20C-4507-9157-C96F2FA882D0}" dt="2023-03-28T14:07:25.382" v="99"/>
          <ac:inkMkLst>
            <pc:docMk/>
            <pc:sldMk cId="2141415106" sldId="260"/>
            <ac:inkMk id="91" creationId="{A3238097-62A8-4DBD-9205-CB4434DE09D6}"/>
          </ac:inkMkLst>
        </pc:inkChg>
        <pc:inkChg chg="add del">
          <ac:chgData name="" userId="242feb3c33a8e7bf" providerId="LiveId" clId="{39C24DAF-E20C-4507-9157-C96F2FA882D0}" dt="2023-03-28T14:07:25.382" v="99"/>
          <ac:inkMkLst>
            <pc:docMk/>
            <pc:sldMk cId="2141415106" sldId="260"/>
            <ac:inkMk id="92" creationId="{CD09FA72-9DD3-47E4-B65F-E75568C5945C}"/>
          </ac:inkMkLst>
        </pc:inkChg>
        <pc:inkChg chg="add del">
          <ac:chgData name="" userId="242feb3c33a8e7bf" providerId="LiveId" clId="{39C24DAF-E20C-4507-9157-C96F2FA882D0}" dt="2023-03-28T14:07:25.382" v="99"/>
          <ac:inkMkLst>
            <pc:docMk/>
            <pc:sldMk cId="2141415106" sldId="260"/>
            <ac:inkMk id="93" creationId="{E69D8666-7924-4982-8E83-1B52FE075B46}"/>
          </ac:inkMkLst>
        </pc:inkChg>
        <pc:inkChg chg="add del">
          <ac:chgData name="" userId="242feb3c33a8e7bf" providerId="LiveId" clId="{39C24DAF-E20C-4507-9157-C96F2FA882D0}" dt="2023-03-28T14:07:25.382" v="99"/>
          <ac:inkMkLst>
            <pc:docMk/>
            <pc:sldMk cId="2141415106" sldId="260"/>
            <ac:inkMk id="94" creationId="{14E9DEAD-9587-4858-8FD8-60B4D7D5F342}"/>
          </ac:inkMkLst>
        </pc:inkChg>
        <pc:inkChg chg="add del">
          <ac:chgData name="" userId="242feb3c33a8e7bf" providerId="LiveId" clId="{39C24DAF-E20C-4507-9157-C96F2FA882D0}" dt="2023-03-28T14:07:25.382" v="99"/>
          <ac:inkMkLst>
            <pc:docMk/>
            <pc:sldMk cId="2141415106" sldId="260"/>
            <ac:inkMk id="95" creationId="{30D73487-DA4A-4466-94EF-31438CE3A22A}"/>
          </ac:inkMkLst>
        </pc:inkChg>
        <pc:inkChg chg="add del">
          <ac:chgData name="" userId="242feb3c33a8e7bf" providerId="LiveId" clId="{39C24DAF-E20C-4507-9157-C96F2FA882D0}" dt="2023-03-28T14:07:25.382" v="99"/>
          <ac:inkMkLst>
            <pc:docMk/>
            <pc:sldMk cId="2141415106" sldId="260"/>
            <ac:inkMk id="96" creationId="{7B6942EB-34CF-4F43-8DFB-0759E4F53D37}"/>
          </ac:inkMkLst>
        </pc:inkChg>
        <pc:inkChg chg="add del">
          <ac:chgData name="" userId="242feb3c33a8e7bf" providerId="LiveId" clId="{39C24DAF-E20C-4507-9157-C96F2FA882D0}" dt="2023-03-28T14:07:25.382" v="99"/>
          <ac:inkMkLst>
            <pc:docMk/>
            <pc:sldMk cId="2141415106" sldId="260"/>
            <ac:inkMk id="97" creationId="{055EF113-B9E1-4096-A9D0-7C8CA999622D}"/>
          </ac:inkMkLst>
        </pc:inkChg>
        <pc:inkChg chg="add del">
          <ac:chgData name="" userId="242feb3c33a8e7bf" providerId="LiveId" clId="{39C24DAF-E20C-4507-9157-C96F2FA882D0}" dt="2023-03-28T14:07:25.382" v="99"/>
          <ac:inkMkLst>
            <pc:docMk/>
            <pc:sldMk cId="2141415106" sldId="260"/>
            <ac:inkMk id="98" creationId="{1767B706-4A24-441D-88E9-5F70E1464853}"/>
          </ac:inkMkLst>
        </pc:inkChg>
        <pc:inkChg chg="add del">
          <ac:chgData name="" userId="242feb3c33a8e7bf" providerId="LiveId" clId="{39C24DAF-E20C-4507-9157-C96F2FA882D0}" dt="2023-03-28T14:07:25.382" v="99"/>
          <ac:inkMkLst>
            <pc:docMk/>
            <pc:sldMk cId="2141415106" sldId="260"/>
            <ac:inkMk id="99" creationId="{2A052BD3-26DF-4F96-A5C8-F017B04C346A}"/>
          </ac:inkMkLst>
        </pc:inkChg>
        <pc:inkChg chg="add del">
          <ac:chgData name="" userId="242feb3c33a8e7bf" providerId="LiveId" clId="{39C24DAF-E20C-4507-9157-C96F2FA882D0}" dt="2023-03-28T14:07:25.382" v="99"/>
          <ac:inkMkLst>
            <pc:docMk/>
            <pc:sldMk cId="2141415106" sldId="260"/>
            <ac:inkMk id="100" creationId="{8B3AA30C-1E3F-44C0-B00A-128356953E93}"/>
          </ac:inkMkLst>
        </pc:inkChg>
        <pc:inkChg chg="add del">
          <ac:chgData name="" userId="242feb3c33a8e7bf" providerId="LiveId" clId="{39C24DAF-E20C-4507-9157-C96F2FA882D0}" dt="2023-03-28T14:07:25.382" v="99"/>
          <ac:inkMkLst>
            <pc:docMk/>
            <pc:sldMk cId="2141415106" sldId="260"/>
            <ac:inkMk id="101" creationId="{F5EEABD1-316D-450A-9303-D5C9D45D9440}"/>
          </ac:inkMkLst>
        </pc:inkChg>
        <pc:inkChg chg="add del">
          <ac:chgData name="" userId="242feb3c33a8e7bf" providerId="LiveId" clId="{39C24DAF-E20C-4507-9157-C96F2FA882D0}" dt="2023-03-28T14:07:25.382" v="99"/>
          <ac:inkMkLst>
            <pc:docMk/>
            <pc:sldMk cId="2141415106" sldId="260"/>
            <ac:inkMk id="102" creationId="{AF92D449-AA17-478A-9FEE-202E95CE9F6E}"/>
          </ac:inkMkLst>
        </pc:inkChg>
        <pc:inkChg chg="add">
          <ac:chgData name="" userId="242feb3c33a8e7bf" providerId="LiveId" clId="{39C24DAF-E20C-4507-9157-C96F2FA882D0}" dt="2023-03-28T14:07:25.382" v="99"/>
          <ac:inkMkLst>
            <pc:docMk/>
            <pc:sldMk cId="2141415106" sldId="260"/>
            <ac:inkMk id="103" creationId="{FE3B3224-39B5-4AEE-8FF8-3658D8D41C07}"/>
          </ac:inkMkLst>
        </pc:inkChg>
        <pc:inkChg chg="add">
          <ac:chgData name="" userId="242feb3c33a8e7bf" providerId="LiveId" clId="{39C24DAF-E20C-4507-9157-C96F2FA882D0}" dt="2023-03-28T14:07:25.382" v="99"/>
          <ac:inkMkLst>
            <pc:docMk/>
            <pc:sldMk cId="2141415106" sldId="260"/>
            <ac:inkMk id="104" creationId="{6B64D23E-2AFA-4D35-9D7D-4DE442C42CD3}"/>
          </ac:inkMkLst>
        </pc:inkChg>
        <pc:inkChg chg="add del">
          <ac:chgData name="" userId="242feb3c33a8e7bf" providerId="LiveId" clId="{39C24DAF-E20C-4507-9157-C96F2FA882D0}" dt="2023-03-28T14:07:27.646" v="105"/>
          <ac:inkMkLst>
            <pc:docMk/>
            <pc:sldMk cId="2141415106" sldId="260"/>
            <ac:inkMk id="105" creationId="{C15F9853-0FEA-416E-9ABE-9DFB0564A62F}"/>
          </ac:inkMkLst>
        </pc:inkChg>
        <pc:inkChg chg="add del">
          <ac:chgData name="" userId="242feb3c33a8e7bf" providerId="LiveId" clId="{39C24DAF-E20C-4507-9157-C96F2FA882D0}" dt="2023-03-28T14:07:27.646" v="105"/>
          <ac:inkMkLst>
            <pc:docMk/>
            <pc:sldMk cId="2141415106" sldId="260"/>
            <ac:inkMk id="106" creationId="{7CE7ED0A-4444-4A32-ABFC-1D5A35A70F08}"/>
          </ac:inkMkLst>
        </pc:inkChg>
        <pc:inkChg chg="add del">
          <ac:chgData name="" userId="242feb3c33a8e7bf" providerId="LiveId" clId="{39C24DAF-E20C-4507-9157-C96F2FA882D0}" dt="2023-03-28T14:07:27.646" v="105"/>
          <ac:inkMkLst>
            <pc:docMk/>
            <pc:sldMk cId="2141415106" sldId="260"/>
            <ac:inkMk id="107" creationId="{D94702D5-2359-4224-BA8A-762040FC560C}"/>
          </ac:inkMkLst>
        </pc:inkChg>
        <pc:inkChg chg="add del">
          <ac:chgData name="" userId="242feb3c33a8e7bf" providerId="LiveId" clId="{39C24DAF-E20C-4507-9157-C96F2FA882D0}" dt="2023-03-28T14:07:27.646" v="105"/>
          <ac:inkMkLst>
            <pc:docMk/>
            <pc:sldMk cId="2141415106" sldId="260"/>
            <ac:inkMk id="108" creationId="{7A9E8479-1A68-42DC-950C-8B9004EE7591}"/>
          </ac:inkMkLst>
        </pc:inkChg>
        <pc:inkChg chg="add del">
          <ac:chgData name="" userId="242feb3c33a8e7bf" providerId="LiveId" clId="{39C24DAF-E20C-4507-9157-C96F2FA882D0}" dt="2023-03-28T14:07:27.646" v="105"/>
          <ac:inkMkLst>
            <pc:docMk/>
            <pc:sldMk cId="2141415106" sldId="260"/>
            <ac:inkMk id="109" creationId="{7EC16187-BB09-41EE-8F27-4A8AB630F9C1}"/>
          </ac:inkMkLst>
        </pc:inkChg>
        <pc:inkChg chg="add">
          <ac:chgData name="" userId="242feb3c33a8e7bf" providerId="LiveId" clId="{39C24DAF-E20C-4507-9157-C96F2FA882D0}" dt="2023-03-28T14:07:27.646" v="105"/>
          <ac:inkMkLst>
            <pc:docMk/>
            <pc:sldMk cId="2141415106" sldId="260"/>
            <ac:inkMk id="110" creationId="{960F84B7-D3EC-4417-B529-6460293A9948}"/>
          </ac:inkMkLst>
        </pc:inkChg>
        <pc:inkChg chg="add del">
          <ac:chgData name="" userId="242feb3c33a8e7bf" providerId="LiveId" clId="{39C24DAF-E20C-4507-9157-C96F2FA882D0}" dt="2023-03-28T14:07:33.109" v="119"/>
          <ac:inkMkLst>
            <pc:docMk/>
            <pc:sldMk cId="2141415106" sldId="260"/>
            <ac:inkMk id="111" creationId="{27FFB66F-AFE7-494D-8E77-1DA950778F54}"/>
          </ac:inkMkLst>
        </pc:inkChg>
        <pc:inkChg chg="add del">
          <ac:chgData name="" userId="242feb3c33a8e7bf" providerId="LiveId" clId="{39C24DAF-E20C-4507-9157-C96F2FA882D0}" dt="2023-03-28T14:07:33.109" v="119"/>
          <ac:inkMkLst>
            <pc:docMk/>
            <pc:sldMk cId="2141415106" sldId="260"/>
            <ac:inkMk id="112" creationId="{D75903FD-C011-43CE-A15A-5261C4E3D13D}"/>
          </ac:inkMkLst>
        </pc:inkChg>
        <pc:inkChg chg="add del">
          <ac:chgData name="" userId="242feb3c33a8e7bf" providerId="LiveId" clId="{39C24DAF-E20C-4507-9157-C96F2FA882D0}" dt="2023-03-28T14:07:33.109" v="119"/>
          <ac:inkMkLst>
            <pc:docMk/>
            <pc:sldMk cId="2141415106" sldId="260"/>
            <ac:inkMk id="113" creationId="{711A75CC-9562-4DB4-89A0-054F2E0DB8A2}"/>
          </ac:inkMkLst>
        </pc:inkChg>
        <pc:inkChg chg="add del">
          <ac:chgData name="" userId="242feb3c33a8e7bf" providerId="LiveId" clId="{39C24DAF-E20C-4507-9157-C96F2FA882D0}" dt="2023-03-28T14:07:33.109" v="119"/>
          <ac:inkMkLst>
            <pc:docMk/>
            <pc:sldMk cId="2141415106" sldId="260"/>
            <ac:inkMk id="114" creationId="{3DCF6DDD-F0F4-4396-9325-3FE08157BD8D}"/>
          </ac:inkMkLst>
        </pc:inkChg>
        <pc:inkChg chg="add del">
          <ac:chgData name="" userId="242feb3c33a8e7bf" providerId="LiveId" clId="{39C24DAF-E20C-4507-9157-C96F2FA882D0}" dt="2023-03-28T14:07:33.109" v="119"/>
          <ac:inkMkLst>
            <pc:docMk/>
            <pc:sldMk cId="2141415106" sldId="260"/>
            <ac:inkMk id="115" creationId="{8844C0B3-040D-464A-9E14-620AD9580BA4}"/>
          </ac:inkMkLst>
        </pc:inkChg>
        <pc:inkChg chg="add del">
          <ac:chgData name="" userId="242feb3c33a8e7bf" providerId="LiveId" clId="{39C24DAF-E20C-4507-9157-C96F2FA882D0}" dt="2023-03-28T14:07:33.109" v="119"/>
          <ac:inkMkLst>
            <pc:docMk/>
            <pc:sldMk cId="2141415106" sldId="260"/>
            <ac:inkMk id="116" creationId="{11833302-29B0-4F6A-ADBD-6FE14974FB36}"/>
          </ac:inkMkLst>
        </pc:inkChg>
        <pc:inkChg chg="add del">
          <ac:chgData name="" userId="242feb3c33a8e7bf" providerId="LiveId" clId="{39C24DAF-E20C-4507-9157-C96F2FA882D0}" dt="2023-03-28T14:07:33.109" v="119"/>
          <ac:inkMkLst>
            <pc:docMk/>
            <pc:sldMk cId="2141415106" sldId="260"/>
            <ac:inkMk id="117" creationId="{EA4159DB-9C9C-4E78-B166-07DB26451A8C}"/>
          </ac:inkMkLst>
        </pc:inkChg>
        <pc:inkChg chg="add del">
          <ac:chgData name="" userId="242feb3c33a8e7bf" providerId="LiveId" clId="{39C24DAF-E20C-4507-9157-C96F2FA882D0}" dt="2023-03-28T14:07:33.109" v="119"/>
          <ac:inkMkLst>
            <pc:docMk/>
            <pc:sldMk cId="2141415106" sldId="260"/>
            <ac:inkMk id="118" creationId="{7B7A37A0-EC4E-4770-813A-12A450C7E0E3}"/>
          </ac:inkMkLst>
        </pc:inkChg>
        <pc:inkChg chg="add del">
          <ac:chgData name="" userId="242feb3c33a8e7bf" providerId="LiveId" clId="{39C24DAF-E20C-4507-9157-C96F2FA882D0}" dt="2023-03-28T14:07:33.109" v="119"/>
          <ac:inkMkLst>
            <pc:docMk/>
            <pc:sldMk cId="2141415106" sldId="260"/>
            <ac:inkMk id="119" creationId="{3506091E-42A9-4C8C-9D9F-5D4F1FB145DA}"/>
          </ac:inkMkLst>
        </pc:inkChg>
        <pc:inkChg chg="add del">
          <ac:chgData name="" userId="242feb3c33a8e7bf" providerId="LiveId" clId="{39C24DAF-E20C-4507-9157-C96F2FA882D0}" dt="2023-03-28T14:07:33.109" v="119"/>
          <ac:inkMkLst>
            <pc:docMk/>
            <pc:sldMk cId="2141415106" sldId="260"/>
            <ac:inkMk id="120" creationId="{5CBF278D-3F10-4719-AA91-7FCD78A9F76F}"/>
          </ac:inkMkLst>
        </pc:inkChg>
        <pc:inkChg chg="add del">
          <ac:chgData name="" userId="242feb3c33a8e7bf" providerId="LiveId" clId="{39C24DAF-E20C-4507-9157-C96F2FA882D0}" dt="2023-03-28T14:07:33.109" v="119"/>
          <ac:inkMkLst>
            <pc:docMk/>
            <pc:sldMk cId="2141415106" sldId="260"/>
            <ac:inkMk id="121" creationId="{BA3EE51F-A628-4E0B-8E1B-D424F2E8782D}"/>
          </ac:inkMkLst>
        </pc:inkChg>
        <pc:inkChg chg="add del">
          <ac:chgData name="" userId="242feb3c33a8e7bf" providerId="LiveId" clId="{39C24DAF-E20C-4507-9157-C96F2FA882D0}" dt="2023-03-28T14:07:33.109" v="119"/>
          <ac:inkMkLst>
            <pc:docMk/>
            <pc:sldMk cId="2141415106" sldId="260"/>
            <ac:inkMk id="122" creationId="{244D79DA-F49F-4AD3-9408-269125460E66}"/>
          </ac:inkMkLst>
        </pc:inkChg>
        <pc:inkChg chg="add del">
          <ac:chgData name="" userId="242feb3c33a8e7bf" providerId="LiveId" clId="{39C24DAF-E20C-4507-9157-C96F2FA882D0}" dt="2023-03-28T14:07:33.109" v="119"/>
          <ac:inkMkLst>
            <pc:docMk/>
            <pc:sldMk cId="2141415106" sldId="260"/>
            <ac:inkMk id="123" creationId="{E8C93C38-161C-44AF-8A9E-81B65E2F9A88}"/>
          </ac:inkMkLst>
        </pc:inkChg>
        <pc:inkChg chg="add">
          <ac:chgData name="" userId="242feb3c33a8e7bf" providerId="LiveId" clId="{39C24DAF-E20C-4507-9157-C96F2FA882D0}" dt="2023-03-28T14:07:33.109" v="119"/>
          <ac:inkMkLst>
            <pc:docMk/>
            <pc:sldMk cId="2141415106" sldId="260"/>
            <ac:inkMk id="124" creationId="{70491799-5581-46B4-B66A-C13DEF2452B7}"/>
          </ac:inkMkLst>
        </pc:inkChg>
        <pc:inkChg chg="add">
          <ac:chgData name="" userId="242feb3c33a8e7bf" providerId="LiveId" clId="{39C24DAF-E20C-4507-9157-C96F2FA882D0}" dt="2023-03-28T14:07:33.109" v="119"/>
          <ac:inkMkLst>
            <pc:docMk/>
            <pc:sldMk cId="2141415106" sldId="260"/>
            <ac:inkMk id="125" creationId="{8B77CE77-6E3A-4128-908E-C97A852DB7C5}"/>
          </ac:inkMkLst>
        </pc:inkChg>
        <pc:inkChg chg="add del">
          <ac:chgData name="" userId="242feb3c33a8e7bf" providerId="LiveId" clId="{39C24DAF-E20C-4507-9157-C96F2FA882D0}" dt="2023-03-28T14:07:38.119" v="124"/>
          <ac:inkMkLst>
            <pc:docMk/>
            <pc:sldMk cId="2141415106" sldId="260"/>
            <ac:inkMk id="126" creationId="{3110CE36-789F-494B-A4F0-C5C6B58D31D1}"/>
          </ac:inkMkLst>
        </pc:inkChg>
        <pc:inkChg chg="add del">
          <ac:chgData name="" userId="242feb3c33a8e7bf" providerId="LiveId" clId="{39C24DAF-E20C-4507-9157-C96F2FA882D0}" dt="2023-03-28T14:07:38.119" v="124"/>
          <ac:inkMkLst>
            <pc:docMk/>
            <pc:sldMk cId="2141415106" sldId="260"/>
            <ac:inkMk id="127" creationId="{B0A63BB5-9EEA-4922-A446-E6D634E0BBA5}"/>
          </ac:inkMkLst>
        </pc:inkChg>
        <pc:inkChg chg="add del">
          <ac:chgData name="" userId="242feb3c33a8e7bf" providerId="LiveId" clId="{39C24DAF-E20C-4507-9157-C96F2FA882D0}" dt="2023-03-28T14:07:38.119" v="124"/>
          <ac:inkMkLst>
            <pc:docMk/>
            <pc:sldMk cId="2141415106" sldId="260"/>
            <ac:inkMk id="128" creationId="{A6A0CBD1-CC89-42BE-8B2B-55034CA8BA82}"/>
          </ac:inkMkLst>
        </pc:inkChg>
        <pc:inkChg chg="add del">
          <ac:chgData name="" userId="242feb3c33a8e7bf" providerId="LiveId" clId="{39C24DAF-E20C-4507-9157-C96F2FA882D0}" dt="2023-03-28T14:07:38.119" v="124"/>
          <ac:inkMkLst>
            <pc:docMk/>
            <pc:sldMk cId="2141415106" sldId="260"/>
            <ac:inkMk id="129" creationId="{BD8F9EF8-FE04-4CB1-BD30-93F772E4C81D}"/>
          </ac:inkMkLst>
        </pc:inkChg>
        <pc:inkChg chg="add">
          <ac:chgData name="" userId="242feb3c33a8e7bf" providerId="LiveId" clId="{39C24DAF-E20C-4507-9157-C96F2FA882D0}" dt="2023-03-28T14:07:38.119" v="124"/>
          <ac:inkMkLst>
            <pc:docMk/>
            <pc:sldMk cId="2141415106" sldId="260"/>
            <ac:inkMk id="130" creationId="{98A39502-5C37-481E-B824-251C0E247670}"/>
          </ac:inkMkLst>
        </pc:inkChg>
        <pc:inkChg chg="add">
          <ac:chgData name="" userId="242feb3c33a8e7bf" providerId="LiveId" clId="{39C24DAF-E20C-4507-9157-C96F2FA882D0}" dt="2023-03-28T14:07:38.119" v="124"/>
          <ac:inkMkLst>
            <pc:docMk/>
            <pc:sldMk cId="2141415106" sldId="260"/>
            <ac:inkMk id="131" creationId="{67156C77-D736-4FE5-93C5-ED0B71F22731}"/>
          </ac:inkMkLst>
        </pc:inkChg>
        <pc:inkChg chg="add">
          <ac:chgData name="" userId="242feb3c33a8e7bf" providerId="LiveId" clId="{39C24DAF-E20C-4507-9157-C96F2FA882D0}" dt="2023-03-28T14:07:38.815" v="125"/>
          <ac:inkMkLst>
            <pc:docMk/>
            <pc:sldMk cId="2141415106" sldId="260"/>
            <ac:inkMk id="132" creationId="{50829FA6-1785-4C99-BF31-BCBED0E3B3A0}"/>
          </ac:inkMkLst>
        </pc:inkChg>
        <pc:inkChg chg="add">
          <ac:chgData name="" userId="242feb3c33a8e7bf" providerId="LiveId" clId="{39C24DAF-E20C-4507-9157-C96F2FA882D0}" dt="2023-03-28T14:07:39.452" v="126"/>
          <ac:inkMkLst>
            <pc:docMk/>
            <pc:sldMk cId="2141415106" sldId="260"/>
            <ac:inkMk id="133" creationId="{B843F3BA-A061-47C5-BAC6-24D50D02DA71}"/>
          </ac:inkMkLst>
        </pc:inkChg>
        <pc:inkChg chg="add del">
          <ac:chgData name="" userId="242feb3c33a8e7bf" providerId="LiveId" clId="{39C24DAF-E20C-4507-9157-C96F2FA882D0}" dt="2023-03-28T14:07:43.503" v="132"/>
          <ac:inkMkLst>
            <pc:docMk/>
            <pc:sldMk cId="2141415106" sldId="260"/>
            <ac:inkMk id="134" creationId="{85D96631-C354-445F-9162-F7189A38A118}"/>
          </ac:inkMkLst>
        </pc:inkChg>
        <pc:inkChg chg="add del">
          <ac:chgData name="" userId="242feb3c33a8e7bf" providerId="LiveId" clId="{39C24DAF-E20C-4507-9157-C96F2FA882D0}" dt="2023-03-28T14:07:43.503" v="132"/>
          <ac:inkMkLst>
            <pc:docMk/>
            <pc:sldMk cId="2141415106" sldId="260"/>
            <ac:inkMk id="135" creationId="{E3A66B81-4986-4216-90D2-CCCD67CE23CF}"/>
          </ac:inkMkLst>
        </pc:inkChg>
        <pc:inkChg chg="add del">
          <ac:chgData name="" userId="242feb3c33a8e7bf" providerId="LiveId" clId="{39C24DAF-E20C-4507-9157-C96F2FA882D0}" dt="2023-03-28T14:07:43.503" v="132"/>
          <ac:inkMkLst>
            <pc:docMk/>
            <pc:sldMk cId="2141415106" sldId="260"/>
            <ac:inkMk id="136" creationId="{07155314-CD55-4252-BDB5-F6CCA73C85F6}"/>
          </ac:inkMkLst>
        </pc:inkChg>
        <pc:inkChg chg="add del">
          <ac:chgData name="" userId="242feb3c33a8e7bf" providerId="LiveId" clId="{39C24DAF-E20C-4507-9157-C96F2FA882D0}" dt="2023-03-28T14:07:43.503" v="132"/>
          <ac:inkMkLst>
            <pc:docMk/>
            <pc:sldMk cId="2141415106" sldId="260"/>
            <ac:inkMk id="137" creationId="{EF97D653-B659-4318-80BB-2140DEABC09A}"/>
          </ac:inkMkLst>
        </pc:inkChg>
        <pc:inkChg chg="add del">
          <ac:chgData name="" userId="242feb3c33a8e7bf" providerId="LiveId" clId="{39C24DAF-E20C-4507-9157-C96F2FA882D0}" dt="2023-03-28T14:07:43.503" v="132"/>
          <ac:inkMkLst>
            <pc:docMk/>
            <pc:sldMk cId="2141415106" sldId="260"/>
            <ac:inkMk id="138" creationId="{B36AB80C-6AA6-432F-B6B7-7D12D2E27050}"/>
          </ac:inkMkLst>
        </pc:inkChg>
        <pc:inkChg chg="add">
          <ac:chgData name="" userId="242feb3c33a8e7bf" providerId="LiveId" clId="{39C24DAF-E20C-4507-9157-C96F2FA882D0}" dt="2023-03-28T14:07:43.503" v="132"/>
          <ac:inkMkLst>
            <pc:docMk/>
            <pc:sldMk cId="2141415106" sldId="260"/>
            <ac:inkMk id="139" creationId="{AF9F0869-E563-42B7-8E42-E95AF4C4E71F}"/>
          </ac:inkMkLst>
        </pc:inkChg>
        <pc:inkChg chg="add">
          <ac:chgData name="" userId="242feb3c33a8e7bf" providerId="LiveId" clId="{39C24DAF-E20C-4507-9157-C96F2FA882D0}" dt="2023-03-28T14:07:43.503" v="132"/>
          <ac:inkMkLst>
            <pc:docMk/>
            <pc:sldMk cId="2141415106" sldId="260"/>
            <ac:inkMk id="140" creationId="{3E55E0BA-9BD9-4138-B37C-D56573CBD1EA}"/>
          </ac:inkMkLst>
        </pc:inkChg>
        <pc:inkChg chg="add del">
          <ac:chgData name="" userId="242feb3c33a8e7bf" providerId="LiveId" clId="{39C24DAF-E20C-4507-9157-C96F2FA882D0}" dt="2023-03-28T14:07:51.717" v="146"/>
          <ac:inkMkLst>
            <pc:docMk/>
            <pc:sldMk cId="2141415106" sldId="260"/>
            <ac:inkMk id="141" creationId="{0DFB4599-025A-405A-9D71-3CF66EACC550}"/>
          </ac:inkMkLst>
        </pc:inkChg>
        <pc:inkChg chg="add del">
          <ac:chgData name="" userId="242feb3c33a8e7bf" providerId="LiveId" clId="{39C24DAF-E20C-4507-9157-C96F2FA882D0}" dt="2023-03-28T14:07:51.717" v="146"/>
          <ac:inkMkLst>
            <pc:docMk/>
            <pc:sldMk cId="2141415106" sldId="260"/>
            <ac:inkMk id="142" creationId="{A07034E5-947A-4F82-A2CA-61BAFD1D3932}"/>
          </ac:inkMkLst>
        </pc:inkChg>
        <pc:inkChg chg="add del">
          <ac:chgData name="" userId="242feb3c33a8e7bf" providerId="LiveId" clId="{39C24DAF-E20C-4507-9157-C96F2FA882D0}" dt="2023-03-28T14:07:51.717" v="146"/>
          <ac:inkMkLst>
            <pc:docMk/>
            <pc:sldMk cId="2141415106" sldId="260"/>
            <ac:inkMk id="143" creationId="{661F8EC7-7F62-4056-AFAE-A380EB35AF20}"/>
          </ac:inkMkLst>
        </pc:inkChg>
        <pc:inkChg chg="add del">
          <ac:chgData name="" userId="242feb3c33a8e7bf" providerId="LiveId" clId="{39C24DAF-E20C-4507-9157-C96F2FA882D0}" dt="2023-03-28T14:07:51.717" v="146"/>
          <ac:inkMkLst>
            <pc:docMk/>
            <pc:sldMk cId="2141415106" sldId="260"/>
            <ac:inkMk id="144" creationId="{35B4B632-6862-4F76-BA84-A71793E358E9}"/>
          </ac:inkMkLst>
        </pc:inkChg>
        <pc:inkChg chg="add del">
          <ac:chgData name="" userId="242feb3c33a8e7bf" providerId="LiveId" clId="{39C24DAF-E20C-4507-9157-C96F2FA882D0}" dt="2023-03-28T14:07:51.717" v="146"/>
          <ac:inkMkLst>
            <pc:docMk/>
            <pc:sldMk cId="2141415106" sldId="260"/>
            <ac:inkMk id="145" creationId="{14A4A71C-EF22-4B7A-A27E-A71FC724D58D}"/>
          </ac:inkMkLst>
        </pc:inkChg>
        <pc:inkChg chg="add del">
          <ac:chgData name="" userId="242feb3c33a8e7bf" providerId="LiveId" clId="{39C24DAF-E20C-4507-9157-C96F2FA882D0}" dt="2023-03-28T14:07:51.717" v="146"/>
          <ac:inkMkLst>
            <pc:docMk/>
            <pc:sldMk cId="2141415106" sldId="260"/>
            <ac:inkMk id="146" creationId="{6D0FB8DD-9B77-4462-93EC-DA799552BF58}"/>
          </ac:inkMkLst>
        </pc:inkChg>
        <pc:inkChg chg="add del">
          <ac:chgData name="" userId="242feb3c33a8e7bf" providerId="LiveId" clId="{39C24DAF-E20C-4507-9157-C96F2FA882D0}" dt="2023-03-28T14:07:51.717" v="146"/>
          <ac:inkMkLst>
            <pc:docMk/>
            <pc:sldMk cId="2141415106" sldId="260"/>
            <ac:inkMk id="147" creationId="{13F3F2AD-B719-4164-A220-C07418630315}"/>
          </ac:inkMkLst>
        </pc:inkChg>
        <pc:inkChg chg="add del">
          <ac:chgData name="" userId="242feb3c33a8e7bf" providerId="LiveId" clId="{39C24DAF-E20C-4507-9157-C96F2FA882D0}" dt="2023-03-28T14:07:51.717" v="146"/>
          <ac:inkMkLst>
            <pc:docMk/>
            <pc:sldMk cId="2141415106" sldId="260"/>
            <ac:inkMk id="148" creationId="{92C92561-87F0-46BD-A735-BA4BF1524176}"/>
          </ac:inkMkLst>
        </pc:inkChg>
        <pc:inkChg chg="add del">
          <ac:chgData name="" userId="242feb3c33a8e7bf" providerId="LiveId" clId="{39C24DAF-E20C-4507-9157-C96F2FA882D0}" dt="2023-03-28T14:07:51.717" v="146"/>
          <ac:inkMkLst>
            <pc:docMk/>
            <pc:sldMk cId="2141415106" sldId="260"/>
            <ac:inkMk id="149" creationId="{98ED356A-E224-425B-AB9E-1A868B753BC6}"/>
          </ac:inkMkLst>
        </pc:inkChg>
        <pc:inkChg chg="add del">
          <ac:chgData name="" userId="242feb3c33a8e7bf" providerId="LiveId" clId="{39C24DAF-E20C-4507-9157-C96F2FA882D0}" dt="2023-03-28T14:07:51.717" v="146"/>
          <ac:inkMkLst>
            <pc:docMk/>
            <pc:sldMk cId="2141415106" sldId="260"/>
            <ac:inkMk id="150" creationId="{2F379325-6FB0-4118-A2BC-443EA48D4862}"/>
          </ac:inkMkLst>
        </pc:inkChg>
        <pc:inkChg chg="add del">
          <ac:chgData name="" userId="242feb3c33a8e7bf" providerId="LiveId" clId="{39C24DAF-E20C-4507-9157-C96F2FA882D0}" dt="2023-03-28T14:07:51.717" v="146"/>
          <ac:inkMkLst>
            <pc:docMk/>
            <pc:sldMk cId="2141415106" sldId="260"/>
            <ac:inkMk id="151" creationId="{FD1C91A1-250E-4074-9AEE-82DA4FF7B1BB}"/>
          </ac:inkMkLst>
        </pc:inkChg>
        <pc:inkChg chg="add del">
          <ac:chgData name="" userId="242feb3c33a8e7bf" providerId="LiveId" clId="{39C24DAF-E20C-4507-9157-C96F2FA882D0}" dt="2023-03-28T14:07:51.717" v="146"/>
          <ac:inkMkLst>
            <pc:docMk/>
            <pc:sldMk cId="2141415106" sldId="260"/>
            <ac:inkMk id="152" creationId="{9F478643-B850-4311-A380-1991DCF59C11}"/>
          </ac:inkMkLst>
        </pc:inkChg>
        <pc:inkChg chg="add del">
          <ac:chgData name="" userId="242feb3c33a8e7bf" providerId="LiveId" clId="{39C24DAF-E20C-4507-9157-C96F2FA882D0}" dt="2023-03-28T14:07:51.717" v="146"/>
          <ac:inkMkLst>
            <pc:docMk/>
            <pc:sldMk cId="2141415106" sldId="260"/>
            <ac:inkMk id="153" creationId="{B1637B2B-C69B-4995-A99A-0F830C81BDF1}"/>
          </ac:inkMkLst>
        </pc:inkChg>
        <pc:inkChg chg="add del">
          <ac:chgData name="" userId="242feb3c33a8e7bf" providerId="LiveId" clId="{39C24DAF-E20C-4507-9157-C96F2FA882D0}" dt="2023-03-28T14:45:58.491" v="191"/>
          <ac:inkMkLst>
            <pc:docMk/>
            <pc:sldMk cId="2141415106" sldId="260"/>
            <ac:inkMk id="154" creationId="{578FCA7B-3449-44C7-B8AD-FAF2F1ECEDAB}"/>
          </ac:inkMkLst>
        </pc:inkChg>
        <pc:inkChg chg="add del">
          <ac:chgData name="" userId="242feb3c33a8e7bf" providerId="LiveId" clId="{39C24DAF-E20C-4507-9157-C96F2FA882D0}" dt="2023-03-28T14:23:29.906" v="150"/>
          <ac:inkMkLst>
            <pc:docMk/>
            <pc:sldMk cId="2141415106" sldId="260"/>
            <ac:inkMk id="155" creationId="{3A5873EA-A665-4017-A543-B1EEC66AE5CF}"/>
          </ac:inkMkLst>
        </pc:inkChg>
        <pc:inkChg chg="add del">
          <ac:chgData name="" userId="242feb3c33a8e7bf" providerId="LiveId" clId="{39C24DAF-E20C-4507-9157-C96F2FA882D0}" dt="2023-03-28T14:23:29.906" v="150"/>
          <ac:inkMkLst>
            <pc:docMk/>
            <pc:sldMk cId="2141415106" sldId="260"/>
            <ac:inkMk id="156" creationId="{32373002-9CB6-4B66-8F6E-2AB9C4ED2E95}"/>
          </ac:inkMkLst>
        </pc:inkChg>
        <pc:inkChg chg="add del">
          <ac:chgData name="" userId="242feb3c33a8e7bf" providerId="LiveId" clId="{39C24DAF-E20C-4507-9157-C96F2FA882D0}" dt="2023-03-28T14:23:29.906" v="150"/>
          <ac:inkMkLst>
            <pc:docMk/>
            <pc:sldMk cId="2141415106" sldId="260"/>
            <ac:inkMk id="157" creationId="{C756B974-BB18-4B2D-B883-B8637CA416B3}"/>
          </ac:inkMkLst>
        </pc:inkChg>
        <pc:inkChg chg="add del">
          <ac:chgData name="" userId="242feb3c33a8e7bf" providerId="LiveId" clId="{39C24DAF-E20C-4507-9157-C96F2FA882D0}" dt="2023-03-28T14:23:34.635" v="151"/>
          <ac:inkMkLst>
            <pc:docMk/>
            <pc:sldMk cId="2141415106" sldId="260"/>
            <ac:inkMk id="158" creationId="{ABCFA877-CF6D-45F0-89E4-CEA7701DDF78}"/>
          </ac:inkMkLst>
        </pc:inkChg>
        <pc:inkChg chg="add">
          <ac:chgData name="" userId="242feb3c33a8e7bf" providerId="LiveId" clId="{39C24DAF-E20C-4507-9157-C96F2FA882D0}" dt="2023-03-28T14:23:56.959" v="152"/>
          <ac:inkMkLst>
            <pc:docMk/>
            <pc:sldMk cId="2141415106" sldId="260"/>
            <ac:inkMk id="159" creationId="{9543361A-EBE4-4A86-B4CD-2FE2C1B2032B}"/>
          </ac:inkMkLst>
        </pc:inkChg>
        <pc:inkChg chg="add del">
          <ac:chgData name="" userId="242feb3c33a8e7bf" providerId="LiveId" clId="{39C24DAF-E20C-4507-9157-C96F2FA882D0}" dt="2023-03-28T14:24:06.365" v="155"/>
          <ac:inkMkLst>
            <pc:docMk/>
            <pc:sldMk cId="2141415106" sldId="260"/>
            <ac:inkMk id="160" creationId="{524177FC-4695-412C-B53C-CBE5AA23B785}"/>
          </ac:inkMkLst>
        </pc:inkChg>
        <pc:inkChg chg="add del">
          <ac:chgData name="" userId="242feb3c33a8e7bf" providerId="LiveId" clId="{39C24DAF-E20C-4507-9157-C96F2FA882D0}" dt="2023-03-28T14:24:06.365" v="155"/>
          <ac:inkMkLst>
            <pc:docMk/>
            <pc:sldMk cId="2141415106" sldId="260"/>
            <ac:inkMk id="161" creationId="{21153368-F823-4FE3-9F21-92CF862F2AAB}"/>
          </ac:inkMkLst>
        </pc:inkChg>
        <pc:inkChg chg="add">
          <ac:chgData name="" userId="242feb3c33a8e7bf" providerId="LiveId" clId="{39C24DAF-E20C-4507-9157-C96F2FA882D0}" dt="2023-03-28T14:24:06.365" v="155"/>
          <ac:inkMkLst>
            <pc:docMk/>
            <pc:sldMk cId="2141415106" sldId="260"/>
            <ac:inkMk id="162" creationId="{E7CD4B30-4D2B-48F2-8AC0-89C942AF6C59}"/>
          </ac:inkMkLst>
        </pc:inkChg>
        <pc:inkChg chg="add">
          <ac:chgData name="" userId="242feb3c33a8e7bf" providerId="LiveId" clId="{39C24DAF-E20C-4507-9157-C96F2FA882D0}" dt="2023-03-28T14:24:09.584" v="156"/>
          <ac:inkMkLst>
            <pc:docMk/>
            <pc:sldMk cId="2141415106" sldId="260"/>
            <ac:inkMk id="163" creationId="{9838553B-C837-44F7-B557-611A44087B94}"/>
          </ac:inkMkLst>
        </pc:inkChg>
        <pc:inkChg chg="add del">
          <ac:chgData name="" userId="242feb3c33a8e7bf" providerId="LiveId" clId="{39C24DAF-E20C-4507-9157-C96F2FA882D0}" dt="2023-03-28T14:24:27.156" v="159"/>
          <ac:inkMkLst>
            <pc:docMk/>
            <pc:sldMk cId="2141415106" sldId="260"/>
            <ac:inkMk id="164" creationId="{7EF3B627-3652-4CB9-8817-60EC09F21694}"/>
          </ac:inkMkLst>
        </pc:inkChg>
        <pc:inkChg chg="add del">
          <ac:chgData name="" userId="242feb3c33a8e7bf" providerId="LiveId" clId="{39C24DAF-E20C-4507-9157-C96F2FA882D0}" dt="2023-03-28T14:24:27.156" v="159"/>
          <ac:inkMkLst>
            <pc:docMk/>
            <pc:sldMk cId="2141415106" sldId="260"/>
            <ac:inkMk id="165" creationId="{AA863204-DC5D-4F04-ABD3-16C768C27C20}"/>
          </ac:inkMkLst>
        </pc:inkChg>
        <pc:inkChg chg="add">
          <ac:chgData name="" userId="242feb3c33a8e7bf" providerId="LiveId" clId="{39C24DAF-E20C-4507-9157-C96F2FA882D0}" dt="2023-03-28T14:24:27.156" v="159"/>
          <ac:inkMkLst>
            <pc:docMk/>
            <pc:sldMk cId="2141415106" sldId="260"/>
            <ac:inkMk id="166" creationId="{8404FF13-3862-4448-A834-D5843E3EA40F}"/>
          </ac:inkMkLst>
        </pc:inkChg>
        <pc:inkChg chg="add del">
          <ac:chgData name="" userId="242feb3c33a8e7bf" providerId="LiveId" clId="{39C24DAF-E20C-4507-9157-C96F2FA882D0}" dt="2023-03-28T14:24:42.451" v="162"/>
          <ac:inkMkLst>
            <pc:docMk/>
            <pc:sldMk cId="2141415106" sldId="260"/>
            <ac:inkMk id="167" creationId="{B1B9B6B7-2B86-40AA-BF45-BB905E47629A}"/>
          </ac:inkMkLst>
        </pc:inkChg>
        <pc:inkChg chg="add del">
          <ac:chgData name="" userId="242feb3c33a8e7bf" providerId="LiveId" clId="{39C24DAF-E20C-4507-9157-C96F2FA882D0}" dt="2023-03-28T14:24:42.451" v="162"/>
          <ac:inkMkLst>
            <pc:docMk/>
            <pc:sldMk cId="2141415106" sldId="260"/>
            <ac:inkMk id="168" creationId="{5337E0DF-C162-4C0B-93BA-DB1B499F3F33}"/>
          </ac:inkMkLst>
        </pc:inkChg>
        <pc:inkChg chg="add del">
          <ac:chgData name="" userId="242feb3c33a8e7bf" providerId="LiveId" clId="{39C24DAF-E20C-4507-9157-C96F2FA882D0}" dt="2023-03-28T14:24:44.676" v="163"/>
          <ac:inkMkLst>
            <pc:docMk/>
            <pc:sldMk cId="2141415106" sldId="260"/>
            <ac:inkMk id="169" creationId="{58E68387-9580-4ECE-A41F-35870C7ED967}"/>
          </ac:inkMkLst>
        </pc:inkChg>
        <pc:inkChg chg="add del">
          <ac:chgData name="" userId="242feb3c33a8e7bf" providerId="LiveId" clId="{39C24DAF-E20C-4507-9157-C96F2FA882D0}" dt="2023-03-28T14:24:48.984" v="167"/>
          <ac:inkMkLst>
            <pc:docMk/>
            <pc:sldMk cId="2141415106" sldId="260"/>
            <ac:inkMk id="170" creationId="{810B093C-DB32-47E7-BD49-C605CF76AD43}"/>
          </ac:inkMkLst>
        </pc:inkChg>
        <pc:inkChg chg="add del">
          <ac:chgData name="" userId="242feb3c33a8e7bf" providerId="LiveId" clId="{39C24DAF-E20C-4507-9157-C96F2FA882D0}" dt="2023-03-28T14:24:48.984" v="167"/>
          <ac:inkMkLst>
            <pc:docMk/>
            <pc:sldMk cId="2141415106" sldId="260"/>
            <ac:inkMk id="171" creationId="{F329ADD5-69FE-4639-AAEB-AA50468C8C0E}"/>
          </ac:inkMkLst>
        </pc:inkChg>
        <pc:inkChg chg="add del">
          <ac:chgData name="" userId="242feb3c33a8e7bf" providerId="LiveId" clId="{39C24DAF-E20C-4507-9157-C96F2FA882D0}" dt="2023-03-28T14:24:48.984" v="167"/>
          <ac:inkMkLst>
            <pc:docMk/>
            <pc:sldMk cId="2141415106" sldId="260"/>
            <ac:inkMk id="172" creationId="{0B4A8147-9256-4AE3-9EC5-E6AD3BFB8831}"/>
          </ac:inkMkLst>
        </pc:inkChg>
        <pc:inkChg chg="add">
          <ac:chgData name="" userId="242feb3c33a8e7bf" providerId="LiveId" clId="{39C24DAF-E20C-4507-9157-C96F2FA882D0}" dt="2023-03-28T14:24:48.984" v="167"/>
          <ac:inkMkLst>
            <pc:docMk/>
            <pc:sldMk cId="2141415106" sldId="260"/>
            <ac:inkMk id="173" creationId="{23D6E69E-E588-4FA9-92D7-2778F4D1337A}"/>
          </ac:inkMkLst>
        </pc:inkChg>
        <pc:inkChg chg="add del">
          <ac:chgData name="" userId="242feb3c33a8e7bf" providerId="LiveId" clId="{39C24DAF-E20C-4507-9157-C96F2FA882D0}" dt="2023-03-28T14:45:58.491" v="191"/>
          <ac:inkMkLst>
            <pc:docMk/>
            <pc:sldMk cId="2141415106" sldId="260"/>
            <ac:inkMk id="174" creationId="{C2EAB2EB-2FDB-4893-AD70-15968255BCBA}"/>
          </ac:inkMkLst>
        </pc:inkChg>
        <pc:inkChg chg="add del">
          <ac:chgData name="" userId="242feb3c33a8e7bf" providerId="LiveId" clId="{39C24DAF-E20C-4507-9157-C96F2FA882D0}" dt="2023-03-28T14:45:58.491" v="191"/>
          <ac:inkMkLst>
            <pc:docMk/>
            <pc:sldMk cId="2141415106" sldId="260"/>
            <ac:inkMk id="175" creationId="{A8106FB5-26EF-497E-B2BE-4A097B1FC0A2}"/>
          </ac:inkMkLst>
        </pc:inkChg>
        <pc:inkChg chg="add del">
          <ac:chgData name="" userId="242feb3c33a8e7bf" providerId="LiveId" clId="{39C24DAF-E20C-4507-9157-C96F2FA882D0}" dt="2023-03-28T14:45:58.491" v="191"/>
          <ac:inkMkLst>
            <pc:docMk/>
            <pc:sldMk cId="2141415106" sldId="260"/>
            <ac:inkMk id="176" creationId="{D1031D65-EF56-4484-BCA4-40AD06BF1A27}"/>
          </ac:inkMkLst>
        </pc:inkChg>
        <pc:inkChg chg="add del">
          <ac:chgData name="" userId="242feb3c33a8e7bf" providerId="LiveId" clId="{39C24DAF-E20C-4507-9157-C96F2FA882D0}" dt="2023-03-28T14:45:58.491" v="191"/>
          <ac:inkMkLst>
            <pc:docMk/>
            <pc:sldMk cId="2141415106" sldId="260"/>
            <ac:inkMk id="177" creationId="{E4DC17A0-0A38-4516-8ABC-B1661B7A5C8B}"/>
          </ac:inkMkLst>
        </pc:inkChg>
        <pc:inkChg chg="add del">
          <ac:chgData name="" userId="242feb3c33a8e7bf" providerId="LiveId" clId="{39C24DAF-E20C-4507-9157-C96F2FA882D0}" dt="2023-03-28T14:45:58.491" v="191"/>
          <ac:inkMkLst>
            <pc:docMk/>
            <pc:sldMk cId="2141415106" sldId="260"/>
            <ac:inkMk id="178" creationId="{79AD7A09-0235-4A10-AE21-45FB4C546CA0}"/>
          </ac:inkMkLst>
        </pc:inkChg>
        <pc:inkChg chg="add del">
          <ac:chgData name="" userId="242feb3c33a8e7bf" providerId="LiveId" clId="{39C24DAF-E20C-4507-9157-C96F2FA882D0}" dt="2023-03-28T14:45:58.491" v="191"/>
          <ac:inkMkLst>
            <pc:docMk/>
            <pc:sldMk cId="2141415106" sldId="260"/>
            <ac:inkMk id="179" creationId="{3011A500-6942-4766-863A-73E7FDDA9CC6}"/>
          </ac:inkMkLst>
        </pc:inkChg>
        <pc:inkChg chg="add del">
          <ac:chgData name="" userId="242feb3c33a8e7bf" providerId="LiveId" clId="{39C24DAF-E20C-4507-9157-C96F2FA882D0}" dt="2023-03-28T14:45:58.491" v="191"/>
          <ac:inkMkLst>
            <pc:docMk/>
            <pc:sldMk cId="2141415106" sldId="260"/>
            <ac:inkMk id="180" creationId="{3F2A7FF5-9B7A-46E2-91BE-BDDD3E0C9CE7}"/>
          </ac:inkMkLst>
        </pc:inkChg>
        <pc:inkChg chg="add del">
          <ac:chgData name="" userId="242feb3c33a8e7bf" providerId="LiveId" clId="{39C24DAF-E20C-4507-9157-C96F2FA882D0}" dt="2023-03-28T14:45:58.491" v="191"/>
          <ac:inkMkLst>
            <pc:docMk/>
            <pc:sldMk cId="2141415106" sldId="260"/>
            <ac:inkMk id="181" creationId="{9D6C4745-52E7-4F9F-99C8-071F11838B86}"/>
          </ac:inkMkLst>
        </pc:inkChg>
        <pc:inkChg chg="add del">
          <ac:chgData name="" userId="242feb3c33a8e7bf" providerId="LiveId" clId="{39C24DAF-E20C-4507-9157-C96F2FA882D0}" dt="2023-03-28T14:45:58.491" v="191"/>
          <ac:inkMkLst>
            <pc:docMk/>
            <pc:sldMk cId="2141415106" sldId="260"/>
            <ac:inkMk id="182" creationId="{ECAC0DD0-57EE-444E-BA01-2BD6A4468D08}"/>
          </ac:inkMkLst>
        </pc:inkChg>
        <pc:inkChg chg="add del">
          <ac:chgData name="" userId="242feb3c33a8e7bf" providerId="LiveId" clId="{39C24DAF-E20C-4507-9157-C96F2FA882D0}" dt="2023-03-28T14:45:58.491" v="191"/>
          <ac:inkMkLst>
            <pc:docMk/>
            <pc:sldMk cId="2141415106" sldId="260"/>
            <ac:inkMk id="183" creationId="{92131BEB-5233-418D-8264-92F5B0B3B754}"/>
          </ac:inkMkLst>
        </pc:inkChg>
        <pc:inkChg chg="add del">
          <ac:chgData name="" userId="242feb3c33a8e7bf" providerId="LiveId" clId="{39C24DAF-E20C-4507-9157-C96F2FA882D0}" dt="2023-03-28T14:45:58.491" v="191"/>
          <ac:inkMkLst>
            <pc:docMk/>
            <pc:sldMk cId="2141415106" sldId="260"/>
            <ac:inkMk id="184" creationId="{F30814E7-4035-4871-AB75-6E139843F6B4}"/>
          </ac:inkMkLst>
        </pc:inkChg>
        <pc:inkChg chg="add del">
          <ac:chgData name="" userId="242feb3c33a8e7bf" providerId="LiveId" clId="{39C24DAF-E20C-4507-9157-C96F2FA882D0}" dt="2023-03-28T14:45:58.491" v="191"/>
          <ac:inkMkLst>
            <pc:docMk/>
            <pc:sldMk cId="2141415106" sldId="260"/>
            <ac:inkMk id="185" creationId="{9F3773CE-E7DB-4C6F-B7AE-D98B3761483B}"/>
          </ac:inkMkLst>
        </pc:inkChg>
        <pc:inkChg chg="add del">
          <ac:chgData name="" userId="242feb3c33a8e7bf" providerId="LiveId" clId="{39C24DAF-E20C-4507-9157-C96F2FA882D0}" dt="2023-03-28T14:45:58.491" v="191"/>
          <ac:inkMkLst>
            <pc:docMk/>
            <pc:sldMk cId="2141415106" sldId="260"/>
            <ac:inkMk id="186" creationId="{9A3762F9-43CA-4211-80F5-1ADCF3D2C56F}"/>
          </ac:inkMkLst>
        </pc:inkChg>
        <pc:inkChg chg="add del">
          <ac:chgData name="" userId="242feb3c33a8e7bf" providerId="LiveId" clId="{39C24DAF-E20C-4507-9157-C96F2FA882D0}" dt="2023-03-28T14:45:58.491" v="191"/>
          <ac:inkMkLst>
            <pc:docMk/>
            <pc:sldMk cId="2141415106" sldId="260"/>
            <ac:inkMk id="187" creationId="{7AA06A25-2A57-4D54-932E-32D2CCD018B8}"/>
          </ac:inkMkLst>
        </pc:inkChg>
        <pc:inkChg chg="add del">
          <ac:chgData name="" userId="242feb3c33a8e7bf" providerId="LiveId" clId="{39C24DAF-E20C-4507-9157-C96F2FA882D0}" dt="2023-03-28T14:45:58.491" v="191"/>
          <ac:inkMkLst>
            <pc:docMk/>
            <pc:sldMk cId="2141415106" sldId="260"/>
            <ac:inkMk id="188" creationId="{B2D3FFBB-3072-48DF-9304-1B0D3CFAC23E}"/>
          </ac:inkMkLst>
        </pc:inkChg>
        <pc:inkChg chg="add del">
          <ac:chgData name="" userId="242feb3c33a8e7bf" providerId="LiveId" clId="{39C24DAF-E20C-4507-9157-C96F2FA882D0}" dt="2023-03-28T14:45:58.491" v="191"/>
          <ac:inkMkLst>
            <pc:docMk/>
            <pc:sldMk cId="2141415106" sldId="260"/>
            <ac:inkMk id="189" creationId="{8FD19DDB-3854-4741-82CD-D6E70C1A2A76}"/>
          </ac:inkMkLst>
        </pc:inkChg>
        <pc:inkChg chg="add del">
          <ac:chgData name="" userId="242feb3c33a8e7bf" providerId="LiveId" clId="{39C24DAF-E20C-4507-9157-C96F2FA882D0}" dt="2023-03-28T14:45:58.491" v="191"/>
          <ac:inkMkLst>
            <pc:docMk/>
            <pc:sldMk cId="2141415106" sldId="260"/>
            <ac:inkMk id="190" creationId="{B97EF8C5-C5B4-4873-8046-2D256F0E3AF2}"/>
          </ac:inkMkLst>
        </pc:inkChg>
        <pc:inkChg chg="add del">
          <ac:chgData name="" userId="242feb3c33a8e7bf" providerId="LiveId" clId="{39C24DAF-E20C-4507-9157-C96F2FA882D0}" dt="2023-03-28T14:45:58.491" v="191"/>
          <ac:inkMkLst>
            <pc:docMk/>
            <pc:sldMk cId="2141415106" sldId="260"/>
            <ac:inkMk id="191" creationId="{727DFFAF-FC3D-4CFA-8FC7-5B8F870F610A}"/>
          </ac:inkMkLst>
        </pc:inkChg>
        <pc:inkChg chg="add del">
          <ac:chgData name="" userId="242feb3c33a8e7bf" providerId="LiveId" clId="{39C24DAF-E20C-4507-9157-C96F2FA882D0}" dt="2023-03-28T14:45:58.491" v="191"/>
          <ac:inkMkLst>
            <pc:docMk/>
            <pc:sldMk cId="2141415106" sldId="260"/>
            <ac:inkMk id="192" creationId="{C54515E3-073B-4334-B3CF-9B7857B42B76}"/>
          </ac:inkMkLst>
        </pc:inkChg>
        <pc:inkChg chg="add del">
          <ac:chgData name="" userId="242feb3c33a8e7bf" providerId="LiveId" clId="{39C24DAF-E20C-4507-9157-C96F2FA882D0}" dt="2023-03-28T14:45:58.491" v="191"/>
          <ac:inkMkLst>
            <pc:docMk/>
            <pc:sldMk cId="2141415106" sldId="260"/>
            <ac:inkMk id="193" creationId="{913DFE59-82FE-4631-98A4-52B6DA69779A}"/>
          </ac:inkMkLst>
        </pc:inkChg>
        <pc:inkChg chg="add del">
          <ac:chgData name="" userId="242feb3c33a8e7bf" providerId="LiveId" clId="{39C24DAF-E20C-4507-9157-C96F2FA882D0}" dt="2023-03-28T14:45:58.491" v="191"/>
          <ac:inkMkLst>
            <pc:docMk/>
            <pc:sldMk cId="2141415106" sldId="260"/>
            <ac:inkMk id="194" creationId="{4F07FC10-A3B6-4442-AECE-0F239D060D3D}"/>
          </ac:inkMkLst>
        </pc:inkChg>
        <pc:inkChg chg="add del">
          <ac:chgData name="" userId="242feb3c33a8e7bf" providerId="LiveId" clId="{39C24DAF-E20C-4507-9157-C96F2FA882D0}" dt="2023-03-28T14:45:58.491" v="191"/>
          <ac:inkMkLst>
            <pc:docMk/>
            <pc:sldMk cId="2141415106" sldId="260"/>
            <ac:inkMk id="195" creationId="{8F36AC97-87A4-45D3-962F-007DFA043163}"/>
          </ac:inkMkLst>
        </pc:inkChg>
        <pc:inkChg chg="add del">
          <ac:chgData name="" userId="242feb3c33a8e7bf" providerId="LiveId" clId="{39C24DAF-E20C-4507-9157-C96F2FA882D0}" dt="2023-03-28T14:45:58.491" v="191"/>
          <ac:inkMkLst>
            <pc:docMk/>
            <pc:sldMk cId="2141415106" sldId="260"/>
            <ac:inkMk id="196" creationId="{FF746820-7A15-4FEE-8FFB-53222F8A2DF8}"/>
          </ac:inkMkLst>
        </pc:inkChg>
        <pc:inkChg chg="add del">
          <ac:chgData name="" userId="242feb3c33a8e7bf" providerId="LiveId" clId="{39C24DAF-E20C-4507-9157-C96F2FA882D0}" dt="2023-03-28T14:46:01.996" v="200"/>
          <ac:inkMkLst>
            <pc:docMk/>
            <pc:sldMk cId="2141415106" sldId="260"/>
            <ac:inkMk id="197" creationId="{94E40C0A-2B31-4D58-97EA-65A36FA7DE3B}"/>
          </ac:inkMkLst>
        </pc:inkChg>
        <pc:inkChg chg="add del">
          <ac:chgData name="" userId="242feb3c33a8e7bf" providerId="LiveId" clId="{39C24DAF-E20C-4507-9157-C96F2FA882D0}" dt="2023-03-28T14:46:01.996" v="200"/>
          <ac:inkMkLst>
            <pc:docMk/>
            <pc:sldMk cId="2141415106" sldId="260"/>
            <ac:inkMk id="198" creationId="{5B04BF94-BE27-4711-837C-C7138C0907E2}"/>
          </ac:inkMkLst>
        </pc:inkChg>
        <pc:inkChg chg="add del">
          <ac:chgData name="" userId="242feb3c33a8e7bf" providerId="LiveId" clId="{39C24DAF-E20C-4507-9157-C96F2FA882D0}" dt="2023-03-28T14:46:01.996" v="200"/>
          <ac:inkMkLst>
            <pc:docMk/>
            <pc:sldMk cId="2141415106" sldId="260"/>
            <ac:inkMk id="199" creationId="{AE134BC4-380D-41A4-BDA0-788ECCBCD8C2}"/>
          </ac:inkMkLst>
        </pc:inkChg>
        <pc:inkChg chg="add del">
          <ac:chgData name="" userId="242feb3c33a8e7bf" providerId="LiveId" clId="{39C24DAF-E20C-4507-9157-C96F2FA882D0}" dt="2023-03-28T14:46:01.996" v="200"/>
          <ac:inkMkLst>
            <pc:docMk/>
            <pc:sldMk cId="2141415106" sldId="260"/>
            <ac:inkMk id="200" creationId="{0F32C9EA-4753-412E-B31E-B510A7487278}"/>
          </ac:inkMkLst>
        </pc:inkChg>
        <pc:inkChg chg="add del">
          <ac:chgData name="" userId="242feb3c33a8e7bf" providerId="LiveId" clId="{39C24DAF-E20C-4507-9157-C96F2FA882D0}" dt="2023-03-28T14:46:01.996" v="200"/>
          <ac:inkMkLst>
            <pc:docMk/>
            <pc:sldMk cId="2141415106" sldId="260"/>
            <ac:inkMk id="201" creationId="{D4518637-C671-48F0-A2B3-76B009880646}"/>
          </ac:inkMkLst>
        </pc:inkChg>
        <pc:inkChg chg="add del">
          <ac:chgData name="" userId="242feb3c33a8e7bf" providerId="LiveId" clId="{39C24DAF-E20C-4507-9157-C96F2FA882D0}" dt="2023-03-28T14:46:01.996" v="200"/>
          <ac:inkMkLst>
            <pc:docMk/>
            <pc:sldMk cId="2141415106" sldId="260"/>
            <ac:inkMk id="202" creationId="{BD42A28D-2DEA-4136-A46B-31A972843B84}"/>
          </ac:inkMkLst>
        </pc:inkChg>
        <pc:inkChg chg="add del">
          <ac:chgData name="" userId="242feb3c33a8e7bf" providerId="LiveId" clId="{39C24DAF-E20C-4507-9157-C96F2FA882D0}" dt="2023-03-28T14:46:01.996" v="200"/>
          <ac:inkMkLst>
            <pc:docMk/>
            <pc:sldMk cId="2141415106" sldId="260"/>
            <ac:inkMk id="203" creationId="{BC820A3F-4507-424C-858E-FBB22A3179CB}"/>
          </ac:inkMkLst>
        </pc:inkChg>
        <pc:inkChg chg="add del">
          <ac:chgData name="" userId="242feb3c33a8e7bf" providerId="LiveId" clId="{39C24DAF-E20C-4507-9157-C96F2FA882D0}" dt="2023-03-28T14:46:01.996" v="200"/>
          <ac:inkMkLst>
            <pc:docMk/>
            <pc:sldMk cId="2141415106" sldId="260"/>
            <ac:inkMk id="204" creationId="{40C42A80-7F81-4A5F-986E-2E5CD66362D8}"/>
          </ac:inkMkLst>
        </pc:inkChg>
        <pc:inkChg chg="add del">
          <ac:chgData name="" userId="242feb3c33a8e7bf" providerId="LiveId" clId="{39C24DAF-E20C-4507-9157-C96F2FA882D0}" dt="2023-03-28T14:46:01.996" v="200"/>
          <ac:inkMkLst>
            <pc:docMk/>
            <pc:sldMk cId="2141415106" sldId="260"/>
            <ac:inkMk id="205" creationId="{2A26669E-F4E4-4DF2-8112-C9DFEAA84DF8}"/>
          </ac:inkMkLst>
        </pc:inkChg>
        <pc:inkChg chg="add del">
          <ac:chgData name="" userId="242feb3c33a8e7bf" providerId="LiveId" clId="{39C24DAF-E20C-4507-9157-C96F2FA882D0}" dt="2023-03-28T14:46:19.692" v="229"/>
          <ac:inkMkLst>
            <pc:docMk/>
            <pc:sldMk cId="2141415106" sldId="260"/>
            <ac:inkMk id="206" creationId="{6058B408-80CF-4DBC-8618-491BE1CAE360}"/>
          </ac:inkMkLst>
        </pc:inkChg>
        <pc:inkChg chg="add del">
          <ac:chgData name="" userId="242feb3c33a8e7bf" providerId="LiveId" clId="{39C24DAF-E20C-4507-9157-C96F2FA882D0}" dt="2023-03-28T14:46:09.262" v="205"/>
          <ac:inkMkLst>
            <pc:docMk/>
            <pc:sldMk cId="2141415106" sldId="260"/>
            <ac:inkMk id="207" creationId="{55911444-8567-49E1-A5EE-1035B1A88AC6}"/>
          </ac:inkMkLst>
        </pc:inkChg>
        <pc:inkChg chg="add del">
          <ac:chgData name="" userId="242feb3c33a8e7bf" providerId="LiveId" clId="{39C24DAF-E20C-4507-9157-C96F2FA882D0}" dt="2023-03-28T14:46:09.262" v="205"/>
          <ac:inkMkLst>
            <pc:docMk/>
            <pc:sldMk cId="2141415106" sldId="260"/>
            <ac:inkMk id="208" creationId="{75EAD0C2-8D20-49F7-994A-126BA2793C87}"/>
          </ac:inkMkLst>
        </pc:inkChg>
        <pc:inkChg chg="add del">
          <ac:chgData name="" userId="242feb3c33a8e7bf" providerId="LiveId" clId="{39C24DAF-E20C-4507-9157-C96F2FA882D0}" dt="2023-03-28T14:46:09.262" v="205"/>
          <ac:inkMkLst>
            <pc:docMk/>
            <pc:sldMk cId="2141415106" sldId="260"/>
            <ac:inkMk id="209" creationId="{4E97127C-8CF3-487B-A1F2-A63A0FC574E5}"/>
          </ac:inkMkLst>
        </pc:inkChg>
        <pc:inkChg chg="add del">
          <ac:chgData name="" userId="242feb3c33a8e7bf" providerId="LiveId" clId="{39C24DAF-E20C-4507-9157-C96F2FA882D0}" dt="2023-03-28T14:46:09.262" v="205"/>
          <ac:inkMkLst>
            <pc:docMk/>
            <pc:sldMk cId="2141415106" sldId="260"/>
            <ac:inkMk id="210" creationId="{E7D30051-A21E-4C3C-82A3-DFD37BB5A7C0}"/>
          </ac:inkMkLst>
        </pc:inkChg>
        <pc:inkChg chg="add del">
          <ac:chgData name="" userId="242feb3c33a8e7bf" providerId="LiveId" clId="{39C24DAF-E20C-4507-9157-C96F2FA882D0}" dt="2023-03-28T14:46:19.692" v="229"/>
          <ac:inkMkLst>
            <pc:docMk/>
            <pc:sldMk cId="2141415106" sldId="260"/>
            <ac:inkMk id="211" creationId="{F71B6D6B-DDC7-4551-A105-3EE0BAB15AC4}"/>
          </ac:inkMkLst>
        </pc:inkChg>
        <pc:inkChg chg="add del">
          <ac:chgData name="" userId="242feb3c33a8e7bf" providerId="LiveId" clId="{39C24DAF-E20C-4507-9157-C96F2FA882D0}" dt="2023-03-28T14:46:19.692" v="229"/>
          <ac:inkMkLst>
            <pc:docMk/>
            <pc:sldMk cId="2141415106" sldId="260"/>
            <ac:inkMk id="212" creationId="{019B0B63-5CF5-4ECD-BF9B-3905CCFA46CA}"/>
          </ac:inkMkLst>
        </pc:inkChg>
        <pc:inkChg chg="add del">
          <ac:chgData name="" userId="242feb3c33a8e7bf" providerId="LiveId" clId="{39C24DAF-E20C-4507-9157-C96F2FA882D0}" dt="2023-03-28T14:46:19.692" v="229"/>
          <ac:inkMkLst>
            <pc:docMk/>
            <pc:sldMk cId="2141415106" sldId="260"/>
            <ac:inkMk id="213" creationId="{1F30B1BE-A895-459C-BE36-BDF68CC8CA7F}"/>
          </ac:inkMkLst>
        </pc:inkChg>
        <pc:inkChg chg="add del">
          <ac:chgData name="" userId="242feb3c33a8e7bf" providerId="LiveId" clId="{39C24DAF-E20C-4507-9157-C96F2FA882D0}" dt="2023-03-28T14:46:19.692" v="229"/>
          <ac:inkMkLst>
            <pc:docMk/>
            <pc:sldMk cId="2141415106" sldId="260"/>
            <ac:inkMk id="214" creationId="{C50FC1BE-1FF0-4F0F-9BCA-28F43A14DB35}"/>
          </ac:inkMkLst>
        </pc:inkChg>
        <pc:inkChg chg="add del">
          <ac:chgData name="" userId="242feb3c33a8e7bf" providerId="LiveId" clId="{39C24DAF-E20C-4507-9157-C96F2FA882D0}" dt="2023-03-28T14:46:19.692" v="229"/>
          <ac:inkMkLst>
            <pc:docMk/>
            <pc:sldMk cId="2141415106" sldId="260"/>
            <ac:inkMk id="215" creationId="{4CB59E00-FDFB-4715-9649-B0339902D0C1}"/>
          </ac:inkMkLst>
        </pc:inkChg>
        <pc:inkChg chg="add del">
          <ac:chgData name="" userId="242feb3c33a8e7bf" providerId="LiveId" clId="{39C24DAF-E20C-4507-9157-C96F2FA882D0}" dt="2023-03-28T14:46:19.692" v="229"/>
          <ac:inkMkLst>
            <pc:docMk/>
            <pc:sldMk cId="2141415106" sldId="260"/>
            <ac:inkMk id="216" creationId="{8B46D446-E5D4-4105-835E-5844EA807001}"/>
          </ac:inkMkLst>
        </pc:inkChg>
        <pc:inkChg chg="add del">
          <ac:chgData name="" userId="242feb3c33a8e7bf" providerId="LiveId" clId="{39C24DAF-E20C-4507-9157-C96F2FA882D0}" dt="2023-03-28T14:46:19.692" v="229"/>
          <ac:inkMkLst>
            <pc:docMk/>
            <pc:sldMk cId="2141415106" sldId="260"/>
            <ac:inkMk id="217" creationId="{64E93D3B-D754-47D8-A537-EC57A05898C2}"/>
          </ac:inkMkLst>
        </pc:inkChg>
        <pc:inkChg chg="add del">
          <ac:chgData name="" userId="242feb3c33a8e7bf" providerId="LiveId" clId="{39C24DAF-E20C-4507-9157-C96F2FA882D0}" dt="2023-03-28T14:46:19.692" v="229"/>
          <ac:inkMkLst>
            <pc:docMk/>
            <pc:sldMk cId="2141415106" sldId="260"/>
            <ac:inkMk id="218" creationId="{428679CD-C429-494A-9FAE-44891EA41FFE}"/>
          </ac:inkMkLst>
        </pc:inkChg>
        <pc:inkChg chg="add del">
          <ac:chgData name="" userId="242feb3c33a8e7bf" providerId="LiveId" clId="{39C24DAF-E20C-4507-9157-C96F2FA882D0}" dt="2023-03-28T14:46:19.692" v="229"/>
          <ac:inkMkLst>
            <pc:docMk/>
            <pc:sldMk cId="2141415106" sldId="260"/>
            <ac:inkMk id="219" creationId="{D3D36F7F-7360-4201-B592-685E488B726F}"/>
          </ac:inkMkLst>
        </pc:inkChg>
        <pc:inkChg chg="add del">
          <ac:chgData name="" userId="242feb3c33a8e7bf" providerId="LiveId" clId="{39C24DAF-E20C-4507-9157-C96F2FA882D0}" dt="2023-03-28T14:46:19.692" v="229"/>
          <ac:inkMkLst>
            <pc:docMk/>
            <pc:sldMk cId="2141415106" sldId="260"/>
            <ac:inkMk id="220" creationId="{28292FFA-6EB4-486C-9C43-C0AFE397FCB2}"/>
          </ac:inkMkLst>
        </pc:inkChg>
        <pc:inkChg chg="add del">
          <ac:chgData name="" userId="242feb3c33a8e7bf" providerId="LiveId" clId="{39C24DAF-E20C-4507-9157-C96F2FA882D0}" dt="2023-03-28T14:46:19.692" v="229"/>
          <ac:inkMkLst>
            <pc:docMk/>
            <pc:sldMk cId="2141415106" sldId="260"/>
            <ac:inkMk id="221" creationId="{C76C910C-F359-4A14-877E-9A7CEBD52E33}"/>
          </ac:inkMkLst>
        </pc:inkChg>
        <pc:inkChg chg="add del">
          <ac:chgData name="" userId="242feb3c33a8e7bf" providerId="LiveId" clId="{39C24DAF-E20C-4507-9157-C96F2FA882D0}" dt="2023-03-28T14:46:19.692" v="229"/>
          <ac:inkMkLst>
            <pc:docMk/>
            <pc:sldMk cId="2141415106" sldId="260"/>
            <ac:inkMk id="222" creationId="{B8BBBFFC-AFDC-4BC0-8523-B1E79CFDF042}"/>
          </ac:inkMkLst>
        </pc:inkChg>
        <pc:inkChg chg="add del">
          <ac:chgData name="" userId="242feb3c33a8e7bf" providerId="LiveId" clId="{39C24DAF-E20C-4507-9157-C96F2FA882D0}" dt="2023-03-28T14:46:19.692" v="229"/>
          <ac:inkMkLst>
            <pc:docMk/>
            <pc:sldMk cId="2141415106" sldId="260"/>
            <ac:inkMk id="223" creationId="{B06FDD07-8A34-48A7-ADA5-517A1D1ED4D2}"/>
          </ac:inkMkLst>
        </pc:inkChg>
        <pc:inkChg chg="add del">
          <ac:chgData name="" userId="242feb3c33a8e7bf" providerId="LiveId" clId="{39C24DAF-E20C-4507-9157-C96F2FA882D0}" dt="2023-03-28T14:46:19.692" v="229"/>
          <ac:inkMkLst>
            <pc:docMk/>
            <pc:sldMk cId="2141415106" sldId="260"/>
            <ac:inkMk id="224" creationId="{062DABAA-3162-4B9D-87BC-6BABBEAAA840}"/>
          </ac:inkMkLst>
        </pc:inkChg>
        <pc:inkChg chg="add del">
          <ac:chgData name="" userId="242feb3c33a8e7bf" providerId="LiveId" clId="{39C24DAF-E20C-4507-9157-C96F2FA882D0}" dt="2023-03-28T14:46:19.692" v="229"/>
          <ac:inkMkLst>
            <pc:docMk/>
            <pc:sldMk cId="2141415106" sldId="260"/>
            <ac:inkMk id="225" creationId="{7B0551E0-C08A-4028-BD5C-48C37F938DB7}"/>
          </ac:inkMkLst>
        </pc:inkChg>
        <pc:inkChg chg="add del">
          <ac:chgData name="" userId="242feb3c33a8e7bf" providerId="LiveId" clId="{39C24DAF-E20C-4507-9157-C96F2FA882D0}" dt="2023-03-28T14:46:19.692" v="229"/>
          <ac:inkMkLst>
            <pc:docMk/>
            <pc:sldMk cId="2141415106" sldId="260"/>
            <ac:inkMk id="226" creationId="{C437D69B-BCA9-47F8-AE5C-6803E9834E19}"/>
          </ac:inkMkLst>
        </pc:inkChg>
        <pc:inkChg chg="add del">
          <ac:chgData name="" userId="242feb3c33a8e7bf" providerId="LiveId" clId="{39C24DAF-E20C-4507-9157-C96F2FA882D0}" dt="2023-03-28T14:46:19.692" v="229"/>
          <ac:inkMkLst>
            <pc:docMk/>
            <pc:sldMk cId="2141415106" sldId="260"/>
            <ac:inkMk id="227" creationId="{9B6903BD-B45C-45E4-B187-91602DD6C806}"/>
          </ac:inkMkLst>
        </pc:inkChg>
        <pc:inkChg chg="add del">
          <ac:chgData name="" userId="242feb3c33a8e7bf" providerId="LiveId" clId="{39C24DAF-E20C-4507-9157-C96F2FA882D0}" dt="2023-03-28T14:46:19.692" v="229"/>
          <ac:inkMkLst>
            <pc:docMk/>
            <pc:sldMk cId="2141415106" sldId="260"/>
            <ac:inkMk id="228" creationId="{735221D0-9FBD-4C37-8E8D-4FE6A98FFB7B}"/>
          </ac:inkMkLst>
        </pc:inkChg>
        <pc:inkChg chg="add del">
          <ac:chgData name="" userId="242feb3c33a8e7bf" providerId="LiveId" clId="{39C24DAF-E20C-4507-9157-C96F2FA882D0}" dt="2023-03-28T14:46:19.692" v="229"/>
          <ac:inkMkLst>
            <pc:docMk/>
            <pc:sldMk cId="2141415106" sldId="260"/>
            <ac:inkMk id="229" creationId="{9384FD80-8909-4337-B36F-DFEC0CAD9AED}"/>
          </ac:inkMkLst>
        </pc:inkChg>
        <pc:inkChg chg="add del">
          <ac:chgData name="" userId="242feb3c33a8e7bf" providerId="LiveId" clId="{39C24DAF-E20C-4507-9157-C96F2FA882D0}" dt="2023-03-28T14:46:19.692" v="229"/>
          <ac:inkMkLst>
            <pc:docMk/>
            <pc:sldMk cId="2141415106" sldId="260"/>
            <ac:inkMk id="230" creationId="{F4970EC5-8819-4842-A7EB-04CBFBBA67C0}"/>
          </ac:inkMkLst>
        </pc:inkChg>
        <pc:inkChg chg="add del">
          <ac:chgData name="" userId="242feb3c33a8e7bf" providerId="LiveId" clId="{39C24DAF-E20C-4507-9157-C96F2FA882D0}" dt="2023-03-28T14:46:19.692" v="229"/>
          <ac:inkMkLst>
            <pc:docMk/>
            <pc:sldMk cId="2141415106" sldId="260"/>
            <ac:inkMk id="231" creationId="{C44C99FD-8E2E-44D7-8733-771E70F59980}"/>
          </ac:inkMkLst>
        </pc:inkChg>
        <pc:inkChg chg="add del">
          <ac:chgData name="" userId="242feb3c33a8e7bf" providerId="LiveId" clId="{39C24DAF-E20C-4507-9157-C96F2FA882D0}" dt="2023-03-28T14:46:19.692" v="229"/>
          <ac:inkMkLst>
            <pc:docMk/>
            <pc:sldMk cId="2141415106" sldId="260"/>
            <ac:inkMk id="232" creationId="{907557C7-EE46-4F0B-B020-62CE848BCB01}"/>
          </ac:inkMkLst>
        </pc:inkChg>
        <pc:inkChg chg="add del">
          <ac:chgData name="" userId="242feb3c33a8e7bf" providerId="LiveId" clId="{39C24DAF-E20C-4507-9157-C96F2FA882D0}" dt="2023-03-28T14:46:19.692" v="229"/>
          <ac:inkMkLst>
            <pc:docMk/>
            <pc:sldMk cId="2141415106" sldId="260"/>
            <ac:inkMk id="233" creationId="{77A57C89-39B3-45B4-95BC-D6A376210D24}"/>
          </ac:inkMkLst>
        </pc:inkChg>
        <pc:inkChg chg="add del">
          <ac:chgData name="" userId="242feb3c33a8e7bf" providerId="LiveId" clId="{39C24DAF-E20C-4507-9157-C96F2FA882D0}" dt="2023-03-28T14:46:19.692" v="229"/>
          <ac:inkMkLst>
            <pc:docMk/>
            <pc:sldMk cId="2141415106" sldId="260"/>
            <ac:inkMk id="234" creationId="{9761201B-255A-4E8F-B6B0-8C2A2AF0E06F}"/>
          </ac:inkMkLst>
        </pc:inkChg>
        <pc:inkChg chg="add del">
          <ac:chgData name="" userId="242feb3c33a8e7bf" providerId="LiveId" clId="{39C24DAF-E20C-4507-9157-C96F2FA882D0}" dt="2023-03-28T14:46:49.713" v="254"/>
          <ac:inkMkLst>
            <pc:docMk/>
            <pc:sldMk cId="2141415106" sldId="260"/>
            <ac:inkMk id="235" creationId="{5FE91966-2E28-468B-9767-DE088DAA8DF0}"/>
          </ac:inkMkLst>
        </pc:inkChg>
        <pc:inkChg chg="add del">
          <ac:chgData name="" userId="242feb3c33a8e7bf" providerId="LiveId" clId="{39C24DAF-E20C-4507-9157-C96F2FA882D0}" dt="2023-03-28T14:46:37.345" v="240"/>
          <ac:inkMkLst>
            <pc:docMk/>
            <pc:sldMk cId="2141415106" sldId="260"/>
            <ac:inkMk id="236" creationId="{3A326CD3-ED24-4197-87BA-E5B15AA31724}"/>
          </ac:inkMkLst>
        </pc:inkChg>
        <pc:inkChg chg="add del">
          <ac:chgData name="" userId="242feb3c33a8e7bf" providerId="LiveId" clId="{39C24DAF-E20C-4507-9157-C96F2FA882D0}" dt="2023-03-28T14:46:37.345" v="240"/>
          <ac:inkMkLst>
            <pc:docMk/>
            <pc:sldMk cId="2141415106" sldId="260"/>
            <ac:inkMk id="237" creationId="{F577D629-0A26-4B28-AB74-892CFC8D325D}"/>
          </ac:inkMkLst>
        </pc:inkChg>
        <pc:inkChg chg="add del">
          <ac:chgData name="" userId="242feb3c33a8e7bf" providerId="LiveId" clId="{39C24DAF-E20C-4507-9157-C96F2FA882D0}" dt="2023-03-28T14:46:37.345" v="240"/>
          <ac:inkMkLst>
            <pc:docMk/>
            <pc:sldMk cId="2141415106" sldId="260"/>
            <ac:inkMk id="238" creationId="{E2FEF1FF-15CD-4D18-8E13-ADE9B1BFD3D0}"/>
          </ac:inkMkLst>
        </pc:inkChg>
        <pc:inkChg chg="add del">
          <ac:chgData name="" userId="242feb3c33a8e7bf" providerId="LiveId" clId="{39C24DAF-E20C-4507-9157-C96F2FA882D0}" dt="2023-03-28T14:46:37.345" v="240"/>
          <ac:inkMkLst>
            <pc:docMk/>
            <pc:sldMk cId="2141415106" sldId="260"/>
            <ac:inkMk id="239" creationId="{9DD80ECF-D02E-468E-8F71-0295BDAF38F7}"/>
          </ac:inkMkLst>
        </pc:inkChg>
        <pc:inkChg chg="add del">
          <ac:chgData name="" userId="242feb3c33a8e7bf" providerId="LiveId" clId="{39C24DAF-E20C-4507-9157-C96F2FA882D0}" dt="2023-03-28T14:46:37.345" v="240"/>
          <ac:inkMkLst>
            <pc:docMk/>
            <pc:sldMk cId="2141415106" sldId="260"/>
            <ac:inkMk id="240" creationId="{1F36C51B-C903-4697-A509-B900803BC977}"/>
          </ac:inkMkLst>
        </pc:inkChg>
        <pc:inkChg chg="add del">
          <ac:chgData name="" userId="242feb3c33a8e7bf" providerId="LiveId" clId="{39C24DAF-E20C-4507-9157-C96F2FA882D0}" dt="2023-03-28T14:46:37.345" v="240"/>
          <ac:inkMkLst>
            <pc:docMk/>
            <pc:sldMk cId="2141415106" sldId="260"/>
            <ac:inkMk id="241" creationId="{1D1975E1-691B-4DD7-95D2-C6E1A7A1AA41}"/>
          </ac:inkMkLst>
        </pc:inkChg>
        <pc:inkChg chg="add del">
          <ac:chgData name="" userId="242feb3c33a8e7bf" providerId="LiveId" clId="{39C24DAF-E20C-4507-9157-C96F2FA882D0}" dt="2023-03-28T14:46:37.345" v="240"/>
          <ac:inkMkLst>
            <pc:docMk/>
            <pc:sldMk cId="2141415106" sldId="260"/>
            <ac:inkMk id="242" creationId="{D24E1A4A-AF5E-4DCF-9C3C-104580169B5F}"/>
          </ac:inkMkLst>
        </pc:inkChg>
        <pc:inkChg chg="add del">
          <ac:chgData name="" userId="242feb3c33a8e7bf" providerId="LiveId" clId="{39C24DAF-E20C-4507-9157-C96F2FA882D0}" dt="2023-03-28T14:46:37.345" v="240"/>
          <ac:inkMkLst>
            <pc:docMk/>
            <pc:sldMk cId="2141415106" sldId="260"/>
            <ac:inkMk id="243" creationId="{3C37C924-7E27-40F9-83D5-27FD034D1E16}"/>
          </ac:inkMkLst>
        </pc:inkChg>
        <pc:inkChg chg="add del">
          <ac:chgData name="" userId="242feb3c33a8e7bf" providerId="LiveId" clId="{39C24DAF-E20C-4507-9157-C96F2FA882D0}" dt="2023-03-28T14:46:37.345" v="240"/>
          <ac:inkMkLst>
            <pc:docMk/>
            <pc:sldMk cId="2141415106" sldId="260"/>
            <ac:inkMk id="244" creationId="{E273D653-4D38-42C8-92E1-AFF7B080D298}"/>
          </ac:inkMkLst>
        </pc:inkChg>
        <pc:inkChg chg="add del">
          <ac:chgData name="" userId="242feb3c33a8e7bf" providerId="LiveId" clId="{39C24DAF-E20C-4507-9157-C96F2FA882D0}" dt="2023-03-28T14:46:37.345" v="240"/>
          <ac:inkMkLst>
            <pc:docMk/>
            <pc:sldMk cId="2141415106" sldId="260"/>
            <ac:inkMk id="245" creationId="{1ABBE526-B50E-49F1-A7D0-AC67E4B279F1}"/>
          </ac:inkMkLst>
        </pc:inkChg>
        <pc:inkChg chg="add">
          <ac:chgData name="" userId="242feb3c33a8e7bf" providerId="LiveId" clId="{39C24DAF-E20C-4507-9157-C96F2FA882D0}" dt="2023-03-28T14:46:37.345" v="240"/>
          <ac:inkMkLst>
            <pc:docMk/>
            <pc:sldMk cId="2141415106" sldId="260"/>
            <ac:inkMk id="246" creationId="{2A84BD68-CBED-4995-B420-974CA59A83A2}"/>
          </ac:inkMkLst>
        </pc:inkChg>
        <pc:inkChg chg="add">
          <ac:chgData name="" userId="242feb3c33a8e7bf" providerId="LiveId" clId="{39C24DAF-E20C-4507-9157-C96F2FA882D0}" dt="2023-03-28T14:46:37.345" v="240"/>
          <ac:inkMkLst>
            <pc:docMk/>
            <pc:sldMk cId="2141415106" sldId="260"/>
            <ac:inkMk id="247" creationId="{C47A6C69-4744-4FE3-B9E3-ACCA3CCD9532}"/>
          </ac:inkMkLst>
        </pc:inkChg>
        <pc:inkChg chg="add">
          <ac:chgData name="" userId="242feb3c33a8e7bf" providerId="LiveId" clId="{39C24DAF-E20C-4507-9157-C96F2FA882D0}" dt="2023-03-28T14:46:37.345" v="240"/>
          <ac:inkMkLst>
            <pc:docMk/>
            <pc:sldMk cId="2141415106" sldId="260"/>
            <ac:inkMk id="248" creationId="{95FD30F5-D8C5-4AE5-808D-2580F97BB158}"/>
          </ac:inkMkLst>
        </pc:inkChg>
        <pc:inkChg chg="add del">
          <ac:chgData name="" userId="242feb3c33a8e7bf" providerId="LiveId" clId="{39C24DAF-E20C-4507-9157-C96F2FA882D0}" dt="2023-03-28T14:46:49.713" v="254"/>
          <ac:inkMkLst>
            <pc:docMk/>
            <pc:sldMk cId="2141415106" sldId="260"/>
            <ac:inkMk id="249" creationId="{A2D17A53-1C18-4576-B455-6021C8072858}"/>
          </ac:inkMkLst>
        </pc:inkChg>
        <pc:inkChg chg="add del">
          <ac:chgData name="" userId="242feb3c33a8e7bf" providerId="LiveId" clId="{39C24DAF-E20C-4507-9157-C96F2FA882D0}" dt="2023-03-28T14:46:49.713" v="254"/>
          <ac:inkMkLst>
            <pc:docMk/>
            <pc:sldMk cId="2141415106" sldId="260"/>
            <ac:inkMk id="250" creationId="{260CAA6F-2E98-47B7-AB12-C00BE40E65BC}"/>
          </ac:inkMkLst>
        </pc:inkChg>
        <pc:inkChg chg="add del">
          <ac:chgData name="" userId="242feb3c33a8e7bf" providerId="LiveId" clId="{39C24DAF-E20C-4507-9157-C96F2FA882D0}" dt="2023-03-28T14:46:49.713" v="254"/>
          <ac:inkMkLst>
            <pc:docMk/>
            <pc:sldMk cId="2141415106" sldId="260"/>
            <ac:inkMk id="251" creationId="{C8BA4119-A7B1-4D05-AE89-1E928E33FAEA}"/>
          </ac:inkMkLst>
        </pc:inkChg>
        <pc:inkChg chg="add del">
          <ac:chgData name="" userId="242feb3c33a8e7bf" providerId="LiveId" clId="{39C24DAF-E20C-4507-9157-C96F2FA882D0}" dt="2023-03-28T14:46:49.713" v="254"/>
          <ac:inkMkLst>
            <pc:docMk/>
            <pc:sldMk cId="2141415106" sldId="260"/>
            <ac:inkMk id="252" creationId="{7559FDB7-2F23-4754-87EC-20C13D913620}"/>
          </ac:inkMkLst>
        </pc:inkChg>
        <pc:inkChg chg="add del">
          <ac:chgData name="" userId="242feb3c33a8e7bf" providerId="LiveId" clId="{39C24DAF-E20C-4507-9157-C96F2FA882D0}" dt="2023-03-28T14:46:49.713" v="254"/>
          <ac:inkMkLst>
            <pc:docMk/>
            <pc:sldMk cId="2141415106" sldId="260"/>
            <ac:inkMk id="253" creationId="{4530DF20-1709-4A5D-8E5A-AF730B6A1431}"/>
          </ac:inkMkLst>
        </pc:inkChg>
        <pc:inkChg chg="add del">
          <ac:chgData name="" userId="242feb3c33a8e7bf" providerId="LiveId" clId="{39C24DAF-E20C-4507-9157-C96F2FA882D0}" dt="2023-03-28T14:46:49.713" v="254"/>
          <ac:inkMkLst>
            <pc:docMk/>
            <pc:sldMk cId="2141415106" sldId="260"/>
            <ac:inkMk id="254" creationId="{28091C78-7DCC-48B3-B0BB-3F6F39D81CF1}"/>
          </ac:inkMkLst>
        </pc:inkChg>
        <pc:inkChg chg="add del">
          <ac:chgData name="" userId="242feb3c33a8e7bf" providerId="LiveId" clId="{39C24DAF-E20C-4507-9157-C96F2FA882D0}" dt="2023-03-28T14:46:49.713" v="254"/>
          <ac:inkMkLst>
            <pc:docMk/>
            <pc:sldMk cId="2141415106" sldId="260"/>
            <ac:inkMk id="255" creationId="{949E14C4-5315-487E-A461-21C084EC0671}"/>
          </ac:inkMkLst>
        </pc:inkChg>
        <pc:inkChg chg="add del">
          <ac:chgData name="" userId="242feb3c33a8e7bf" providerId="LiveId" clId="{39C24DAF-E20C-4507-9157-C96F2FA882D0}" dt="2023-03-28T14:46:49.713" v="254"/>
          <ac:inkMkLst>
            <pc:docMk/>
            <pc:sldMk cId="2141415106" sldId="260"/>
            <ac:inkMk id="256" creationId="{3C4A692F-44F5-42B2-B645-6D7C96007F0D}"/>
          </ac:inkMkLst>
        </pc:inkChg>
        <pc:inkChg chg="add del">
          <ac:chgData name="" userId="242feb3c33a8e7bf" providerId="LiveId" clId="{39C24DAF-E20C-4507-9157-C96F2FA882D0}" dt="2023-03-28T14:46:49.713" v="254"/>
          <ac:inkMkLst>
            <pc:docMk/>
            <pc:sldMk cId="2141415106" sldId="260"/>
            <ac:inkMk id="257" creationId="{9B723169-914F-4C7D-A050-8F1D7CE8019D}"/>
          </ac:inkMkLst>
        </pc:inkChg>
        <pc:inkChg chg="add del">
          <ac:chgData name="" userId="242feb3c33a8e7bf" providerId="LiveId" clId="{39C24DAF-E20C-4507-9157-C96F2FA882D0}" dt="2023-03-28T14:46:49.713" v="254"/>
          <ac:inkMkLst>
            <pc:docMk/>
            <pc:sldMk cId="2141415106" sldId="260"/>
            <ac:inkMk id="258" creationId="{FA884C50-5B62-44CD-A2B8-306875E4E3B4}"/>
          </ac:inkMkLst>
        </pc:inkChg>
        <pc:inkChg chg="add del">
          <ac:chgData name="" userId="242feb3c33a8e7bf" providerId="LiveId" clId="{39C24DAF-E20C-4507-9157-C96F2FA882D0}" dt="2023-03-28T14:46:49.713" v="254"/>
          <ac:inkMkLst>
            <pc:docMk/>
            <pc:sldMk cId="2141415106" sldId="260"/>
            <ac:inkMk id="259" creationId="{BCD5C22E-383E-4182-97F4-3246969B61FF}"/>
          </ac:inkMkLst>
        </pc:inkChg>
        <pc:inkChg chg="add del">
          <ac:chgData name="" userId="242feb3c33a8e7bf" providerId="LiveId" clId="{39C24DAF-E20C-4507-9157-C96F2FA882D0}" dt="2023-03-28T14:46:49.713" v="254"/>
          <ac:inkMkLst>
            <pc:docMk/>
            <pc:sldMk cId="2141415106" sldId="260"/>
            <ac:inkMk id="260" creationId="{D3C81DDF-2E53-4796-825E-FC7CF63038A8}"/>
          </ac:inkMkLst>
        </pc:inkChg>
        <pc:inkChg chg="add del">
          <ac:chgData name="" userId="242feb3c33a8e7bf" providerId="LiveId" clId="{39C24DAF-E20C-4507-9157-C96F2FA882D0}" dt="2023-03-28T14:46:49.713" v="254"/>
          <ac:inkMkLst>
            <pc:docMk/>
            <pc:sldMk cId="2141415106" sldId="260"/>
            <ac:inkMk id="261" creationId="{05DEBBCA-809F-4F64-BA77-A639078E7106}"/>
          </ac:inkMkLst>
        </pc:inkChg>
        <pc:inkChg chg="add del">
          <ac:chgData name="" userId="242feb3c33a8e7bf" providerId="LiveId" clId="{39C24DAF-E20C-4507-9157-C96F2FA882D0}" dt="2023-03-28T14:47:07.120" v="277"/>
          <ac:inkMkLst>
            <pc:docMk/>
            <pc:sldMk cId="2141415106" sldId="260"/>
            <ac:inkMk id="262" creationId="{D7608984-E45A-471A-B181-372D913F788F}"/>
          </ac:inkMkLst>
        </pc:inkChg>
        <pc:inkChg chg="add del">
          <ac:chgData name="" userId="242feb3c33a8e7bf" providerId="LiveId" clId="{39C24DAF-E20C-4507-9157-C96F2FA882D0}" dt="2023-03-28T14:47:02.923" v="271"/>
          <ac:inkMkLst>
            <pc:docMk/>
            <pc:sldMk cId="2141415106" sldId="260"/>
            <ac:inkMk id="263" creationId="{0F9DD17C-B6A3-4ADE-9CFD-58C5D0755E46}"/>
          </ac:inkMkLst>
        </pc:inkChg>
        <pc:inkChg chg="add del">
          <ac:chgData name="" userId="242feb3c33a8e7bf" providerId="LiveId" clId="{39C24DAF-E20C-4507-9157-C96F2FA882D0}" dt="2023-03-28T14:47:02.923" v="271"/>
          <ac:inkMkLst>
            <pc:docMk/>
            <pc:sldMk cId="2141415106" sldId="260"/>
            <ac:inkMk id="264" creationId="{E1D933AF-E748-489E-BE4E-5284E11B7BC6}"/>
          </ac:inkMkLst>
        </pc:inkChg>
        <pc:inkChg chg="add del">
          <ac:chgData name="" userId="242feb3c33a8e7bf" providerId="LiveId" clId="{39C24DAF-E20C-4507-9157-C96F2FA882D0}" dt="2023-03-28T14:47:02.923" v="271"/>
          <ac:inkMkLst>
            <pc:docMk/>
            <pc:sldMk cId="2141415106" sldId="260"/>
            <ac:inkMk id="265" creationId="{EF8BABB0-7B86-4104-81B0-D4E9FD511B0B}"/>
          </ac:inkMkLst>
        </pc:inkChg>
        <pc:inkChg chg="add del">
          <ac:chgData name="" userId="242feb3c33a8e7bf" providerId="LiveId" clId="{39C24DAF-E20C-4507-9157-C96F2FA882D0}" dt="2023-03-28T14:47:02.923" v="271"/>
          <ac:inkMkLst>
            <pc:docMk/>
            <pc:sldMk cId="2141415106" sldId="260"/>
            <ac:inkMk id="266" creationId="{22EF1633-4572-44D1-8C19-C5D5A5499123}"/>
          </ac:inkMkLst>
        </pc:inkChg>
        <pc:inkChg chg="add del">
          <ac:chgData name="" userId="242feb3c33a8e7bf" providerId="LiveId" clId="{39C24DAF-E20C-4507-9157-C96F2FA882D0}" dt="2023-03-28T14:47:02.923" v="271"/>
          <ac:inkMkLst>
            <pc:docMk/>
            <pc:sldMk cId="2141415106" sldId="260"/>
            <ac:inkMk id="267" creationId="{5F3E50E2-CE24-4224-8B2E-8142DDBB369B}"/>
          </ac:inkMkLst>
        </pc:inkChg>
        <pc:inkChg chg="add del">
          <ac:chgData name="" userId="242feb3c33a8e7bf" providerId="LiveId" clId="{39C24DAF-E20C-4507-9157-C96F2FA882D0}" dt="2023-03-28T14:47:02.923" v="271"/>
          <ac:inkMkLst>
            <pc:docMk/>
            <pc:sldMk cId="2141415106" sldId="260"/>
            <ac:inkMk id="268" creationId="{CAA28DD7-C0F4-4D7B-BB3B-BAA805060E04}"/>
          </ac:inkMkLst>
        </pc:inkChg>
        <pc:inkChg chg="add del">
          <ac:chgData name="" userId="242feb3c33a8e7bf" providerId="LiveId" clId="{39C24DAF-E20C-4507-9157-C96F2FA882D0}" dt="2023-03-28T14:47:02.923" v="271"/>
          <ac:inkMkLst>
            <pc:docMk/>
            <pc:sldMk cId="2141415106" sldId="260"/>
            <ac:inkMk id="269" creationId="{D2881D29-6C42-4E49-AB50-5925EDE4C928}"/>
          </ac:inkMkLst>
        </pc:inkChg>
        <pc:inkChg chg="add del">
          <ac:chgData name="" userId="242feb3c33a8e7bf" providerId="LiveId" clId="{39C24DAF-E20C-4507-9157-C96F2FA882D0}" dt="2023-03-28T14:47:02.923" v="271"/>
          <ac:inkMkLst>
            <pc:docMk/>
            <pc:sldMk cId="2141415106" sldId="260"/>
            <ac:inkMk id="270" creationId="{FCA96397-C258-4DBA-AAA0-E214BFA31C04}"/>
          </ac:inkMkLst>
        </pc:inkChg>
        <pc:inkChg chg="add del">
          <ac:chgData name="" userId="242feb3c33a8e7bf" providerId="LiveId" clId="{39C24DAF-E20C-4507-9157-C96F2FA882D0}" dt="2023-03-28T14:47:02.923" v="271"/>
          <ac:inkMkLst>
            <pc:docMk/>
            <pc:sldMk cId="2141415106" sldId="260"/>
            <ac:inkMk id="271" creationId="{804ED41B-8E83-44D3-BA92-3EBC6419E0C1}"/>
          </ac:inkMkLst>
        </pc:inkChg>
        <pc:inkChg chg="add del">
          <ac:chgData name="" userId="242feb3c33a8e7bf" providerId="LiveId" clId="{39C24DAF-E20C-4507-9157-C96F2FA882D0}" dt="2023-03-28T14:47:02.923" v="271"/>
          <ac:inkMkLst>
            <pc:docMk/>
            <pc:sldMk cId="2141415106" sldId="260"/>
            <ac:inkMk id="272" creationId="{9D8F8EA8-418D-47D9-A093-F7404ADFDCD5}"/>
          </ac:inkMkLst>
        </pc:inkChg>
        <pc:inkChg chg="add del">
          <ac:chgData name="" userId="242feb3c33a8e7bf" providerId="LiveId" clId="{39C24DAF-E20C-4507-9157-C96F2FA882D0}" dt="2023-03-28T14:47:02.923" v="271"/>
          <ac:inkMkLst>
            <pc:docMk/>
            <pc:sldMk cId="2141415106" sldId="260"/>
            <ac:inkMk id="273" creationId="{9591D799-4CDB-4D24-9099-74524320A1C3}"/>
          </ac:inkMkLst>
        </pc:inkChg>
        <pc:inkChg chg="add del">
          <ac:chgData name="" userId="242feb3c33a8e7bf" providerId="LiveId" clId="{39C24DAF-E20C-4507-9157-C96F2FA882D0}" dt="2023-03-28T14:47:02.923" v="271"/>
          <ac:inkMkLst>
            <pc:docMk/>
            <pc:sldMk cId="2141415106" sldId="260"/>
            <ac:inkMk id="274" creationId="{EE8CF42D-BD26-4C6A-8EBB-9388E84A6386}"/>
          </ac:inkMkLst>
        </pc:inkChg>
        <pc:inkChg chg="add del">
          <ac:chgData name="" userId="242feb3c33a8e7bf" providerId="LiveId" clId="{39C24DAF-E20C-4507-9157-C96F2FA882D0}" dt="2023-03-28T14:47:02.923" v="271"/>
          <ac:inkMkLst>
            <pc:docMk/>
            <pc:sldMk cId="2141415106" sldId="260"/>
            <ac:inkMk id="275" creationId="{5F435BBA-FC4A-4EA4-9E7B-2F57C6F1E5B7}"/>
          </ac:inkMkLst>
        </pc:inkChg>
        <pc:inkChg chg="add del">
          <ac:chgData name="" userId="242feb3c33a8e7bf" providerId="LiveId" clId="{39C24DAF-E20C-4507-9157-C96F2FA882D0}" dt="2023-03-28T14:47:02.923" v="271"/>
          <ac:inkMkLst>
            <pc:docMk/>
            <pc:sldMk cId="2141415106" sldId="260"/>
            <ac:inkMk id="276" creationId="{83A6094A-E7C2-4607-8A1A-9ABF282D1E3B}"/>
          </ac:inkMkLst>
        </pc:inkChg>
        <pc:inkChg chg="add del">
          <ac:chgData name="" userId="242feb3c33a8e7bf" providerId="LiveId" clId="{39C24DAF-E20C-4507-9157-C96F2FA882D0}" dt="2023-03-28T14:47:02.923" v="271"/>
          <ac:inkMkLst>
            <pc:docMk/>
            <pc:sldMk cId="2141415106" sldId="260"/>
            <ac:inkMk id="277" creationId="{C8A69B74-8F02-4985-B2A3-A03F6BDCA56E}"/>
          </ac:inkMkLst>
        </pc:inkChg>
        <pc:inkChg chg="add del">
          <ac:chgData name="" userId="242feb3c33a8e7bf" providerId="LiveId" clId="{39C24DAF-E20C-4507-9157-C96F2FA882D0}" dt="2023-03-28T14:47:02.923" v="271"/>
          <ac:inkMkLst>
            <pc:docMk/>
            <pc:sldMk cId="2141415106" sldId="260"/>
            <ac:inkMk id="278" creationId="{21E05796-DE43-4EF6-98DB-9331D95C258D}"/>
          </ac:inkMkLst>
        </pc:inkChg>
        <pc:inkChg chg="add">
          <ac:chgData name="" userId="242feb3c33a8e7bf" providerId="LiveId" clId="{39C24DAF-E20C-4507-9157-C96F2FA882D0}" dt="2023-03-28T14:47:02.923" v="271"/>
          <ac:inkMkLst>
            <pc:docMk/>
            <pc:sldMk cId="2141415106" sldId="260"/>
            <ac:inkMk id="279" creationId="{8A2C4851-2838-4C9F-AB86-00EF83F13ABD}"/>
          </ac:inkMkLst>
        </pc:inkChg>
        <pc:inkChg chg="add">
          <ac:chgData name="" userId="242feb3c33a8e7bf" providerId="LiveId" clId="{39C24DAF-E20C-4507-9157-C96F2FA882D0}" dt="2023-03-28T14:47:02.923" v="271"/>
          <ac:inkMkLst>
            <pc:docMk/>
            <pc:sldMk cId="2141415106" sldId="260"/>
            <ac:inkMk id="280" creationId="{16F316ED-DD55-4FDB-A73B-05615579F884}"/>
          </ac:inkMkLst>
        </pc:inkChg>
        <pc:inkChg chg="add">
          <ac:chgData name="" userId="242feb3c33a8e7bf" providerId="LiveId" clId="{39C24DAF-E20C-4507-9157-C96F2FA882D0}" dt="2023-03-28T14:47:02.923" v="271"/>
          <ac:inkMkLst>
            <pc:docMk/>
            <pc:sldMk cId="2141415106" sldId="260"/>
            <ac:inkMk id="281" creationId="{DFA5230A-EE5B-449B-B99F-EB7436A3EB61}"/>
          </ac:inkMkLst>
        </pc:inkChg>
        <pc:inkChg chg="add del">
          <ac:chgData name="" userId="242feb3c33a8e7bf" providerId="LiveId" clId="{39C24DAF-E20C-4507-9157-C96F2FA882D0}" dt="2023-03-28T14:47:07.120" v="277"/>
          <ac:inkMkLst>
            <pc:docMk/>
            <pc:sldMk cId="2141415106" sldId="260"/>
            <ac:inkMk id="282" creationId="{1F43E49B-229B-4464-8E11-489C9C08138D}"/>
          </ac:inkMkLst>
        </pc:inkChg>
        <pc:inkChg chg="add del">
          <ac:chgData name="" userId="242feb3c33a8e7bf" providerId="LiveId" clId="{39C24DAF-E20C-4507-9157-C96F2FA882D0}" dt="2023-03-28T14:47:07.120" v="277"/>
          <ac:inkMkLst>
            <pc:docMk/>
            <pc:sldMk cId="2141415106" sldId="260"/>
            <ac:inkMk id="283" creationId="{883ECD49-6220-470B-845A-DA5B8E27756A}"/>
          </ac:inkMkLst>
        </pc:inkChg>
        <pc:inkChg chg="add del">
          <ac:chgData name="" userId="242feb3c33a8e7bf" providerId="LiveId" clId="{39C24DAF-E20C-4507-9157-C96F2FA882D0}" dt="2023-03-28T14:47:07.120" v="277"/>
          <ac:inkMkLst>
            <pc:docMk/>
            <pc:sldMk cId="2141415106" sldId="260"/>
            <ac:inkMk id="284" creationId="{AB961A44-3043-4A95-BC00-DDE4F137C1D4}"/>
          </ac:inkMkLst>
        </pc:inkChg>
        <pc:inkChg chg="add del">
          <ac:chgData name="" userId="242feb3c33a8e7bf" providerId="LiveId" clId="{39C24DAF-E20C-4507-9157-C96F2FA882D0}" dt="2023-03-28T14:47:07.120" v="277"/>
          <ac:inkMkLst>
            <pc:docMk/>
            <pc:sldMk cId="2141415106" sldId="260"/>
            <ac:inkMk id="285" creationId="{83300026-A2E5-4182-B25C-8FF1FBF7F795}"/>
          </ac:inkMkLst>
        </pc:inkChg>
        <pc:inkChg chg="add del">
          <ac:chgData name="" userId="242feb3c33a8e7bf" providerId="LiveId" clId="{39C24DAF-E20C-4507-9157-C96F2FA882D0}" dt="2023-03-28T14:47:07.120" v="277"/>
          <ac:inkMkLst>
            <pc:docMk/>
            <pc:sldMk cId="2141415106" sldId="260"/>
            <ac:inkMk id="286" creationId="{2615815A-2C85-4E8B-9064-4CDDC7341997}"/>
          </ac:inkMkLst>
        </pc:inkChg>
        <pc:inkChg chg="add del">
          <ac:chgData name="" userId="242feb3c33a8e7bf" providerId="LiveId" clId="{39C24DAF-E20C-4507-9157-C96F2FA882D0}" dt="2023-03-28T14:47:13.913" v="287"/>
          <ac:inkMkLst>
            <pc:docMk/>
            <pc:sldMk cId="2141415106" sldId="260"/>
            <ac:inkMk id="287" creationId="{3D28A61B-2E9A-4216-9359-4A370FA983B8}"/>
          </ac:inkMkLst>
        </pc:inkChg>
        <pc:inkChg chg="add del">
          <ac:chgData name="" userId="242feb3c33a8e7bf" providerId="LiveId" clId="{39C24DAF-E20C-4507-9157-C96F2FA882D0}" dt="2023-03-28T14:47:13.913" v="287"/>
          <ac:inkMkLst>
            <pc:docMk/>
            <pc:sldMk cId="2141415106" sldId="260"/>
            <ac:inkMk id="288" creationId="{9E0CD06C-6886-472C-B757-C8D597ABB2A9}"/>
          </ac:inkMkLst>
        </pc:inkChg>
        <pc:inkChg chg="add del">
          <ac:chgData name="" userId="242feb3c33a8e7bf" providerId="LiveId" clId="{39C24DAF-E20C-4507-9157-C96F2FA882D0}" dt="2023-03-28T14:47:13.913" v="287"/>
          <ac:inkMkLst>
            <pc:docMk/>
            <pc:sldMk cId="2141415106" sldId="260"/>
            <ac:inkMk id="289" creationId="{7F0EDE1D-0122-49D7-94A9-15A43DD7DAC6}"/>
          </ac:inkMkLst>
        </pc:inkChg>
        <pc:inkChg chg="add del">
          <ac:chgData name="" userId="242feb3c33a8e7bf" providerId="LiveId" clId="{39C24DAF-E20C-4507-9157-C96F2FA882D0}" dt="2023-03-28T14:47:13.913" v="287"/>
          <ac:inkMkLst>
            <pc:docMk/>
            <pc:sldMk cId="2141415106" sldId="260"/>
            <ac:inkMk id="290" creationId="{5408E614-3EEE-492B-A4EE-72FDC2172752}"/>
          </ac:inkMkLst>
        </pc:inkChg>
        <pc:inkChg chg="add del">
          <ac:chgData name="" userId="242feb3c33a8e7bf" providerId="LiveId" clId="{39C24DAF-E20C-4507-9157-C96F2FA882D0}" dt="2023-03-28T14:47:13.913" v="287"/>
          <ac:inkMkLst>
            <pc:docMk/>
            <pc:sldMk cId="2141415106" sldId="260"/>
            <ac:inkMk id="291" creationId="{AFCB34E6-E1B0-4918-9C0A-7695F31A1576}"/>
          </ac:inkMkLst>
        </pc:inkChg>
        <pc:inkChg chg="add del">
          <ac:chgData name="" userId="242feb3c33a8e7bf" providerId="LiveId" clId="{39C24DAF-E20C-4507-9157-C96F2FA882D0}" dt="2023-03-28T14:47:13.913" v="287"/>
          <ac:inkMkLst>
            <pc:docMk/>
            <pc:sldMk cId="2141415106" sldId="260"/>
            <ac:inkMk id="292" creationId="{8490267F-6F6E-40DE-8372-DD98370D644B}"/>
          </ac:inkMkLst>
        </pc:inkChg>
        <pc:inkChg chg="add del">
          <ac:chgData name="" userId="242feb3c33a8e7bf" providerId="LiveId" clId="{39C24DAF-E20C-4507-9157-C96F2FA882D0}" dt="2023-03-28T14:47:13.913" v="287"/>
          <ac:inkMkLst>
            <pc:docMk/>
            <pc:sldMk cId="2141415106" sldId="260"/>
            <ac:inkMk id="293" creationId="{5FC1C517-5473-485A-A492-71598736F694}"/>
          </ac:inkMkLst>
        </pc:inkChg>
        <pc:inkChg chg="add del">
          <ac:chgData name="" userId="242feb3c33a8e7bf" providerId="LiveId" clId="{39C24DAF-E20C-4507-9157-C96F2FA882D0}" dt="2023-03-28T14:47:13.913" v="287"/>
          <ac:inkMkLst>
            <pc:docMk/>
            <pc:sldMk cId="2141415106" sldId="260"/>
            <ac:inkMk id="294" creationId="{C7EFCE34-EA4D-4C95-8175-BD1AC46CAC47}"/>
          </ac:inkMkLst>
        </pc:inkChg>
        <pc:inkChg chg="add del">
          <ac:chgData name="" userId="242feb3c33a8e7bf" providerId="LiveId" clId="{39C24DAF-E20C-4507-9157-C96F2FA882D0}" dt="2023-03-28T14:47:13.913" v="287"/>
          <ac:inkMkLst>
            <pc:docMk/>
            <pc:sldMk cId="2141415106" sldId="260"/>
            <ac:inkMk id="295" creationId="{603C2618-50DC-4348-B159-6AD6335DBAB0}"/>
          </ac:inkMkLst>
        </pc:inkChg>
        <pc:inkChg chg="add del">
          <ac:chgData name="" userId="242feb3c33a8e7bf" providerId="LiveId" clId="{39C24DAF-E20C-4507-9157-C96F2FA882D0}" dt="2023-03-28T14:47:13.913" v="287"/>
          <ac:inkMkLst>
            <pc:docMk/>
            <pc:sldMk cId="2141415106" sldId="260"/>
            <ac:inkMk id="296" creationId="{23814241-F154-4FD9-8569-AEFEF2E0AEB3}"/>
          </ac:inkMkLst>
        </pc:inkChg>
        <pc:inkChg chg="add del">
          <ac:chgData name="" userId="242feb3c33a8e7bf" providerId="LiveId" clId="{39C24DAF-E20C-4507-9157-C96F2FA882D0}" dt="2023-03-28T14:47:15.415" v="291"/>
          <ac:inkMkLst>
            <pc:docMk/>
            <pc:sldMk cId="2141415106" sldId="260"/>
            <ac:inkMk id="297" creationId="{D0186DEA-B57F-4DB9-9297-F544E6DC5B28}"/>
          </ac:inkMkLst>
        </pc:inkChg>
        <pc:inkChg chg="add del">
          <ac:chgData name="" userId="242feb3c33a8e7bf" providerId="LiveId" clId="{39C24DAF-E20C-4507-9157-C96F2FA882D0}" dt="2023-03-28T14:47:15.415" v="291"/>
          <ac:inkMkLst>
            <pc:docMk/>
            <pc:sldMk cId="2141415106" sldId="260"/>
            <ac:inkMk id="298" creationId="{9CB65E17-FE17-46E5-BD45-EF4B10AB090E}"/>
          </ac:inkMkLst>
        </pc:inkChg>
        <pc:inkChg chg="add del">
          <ac:chgData name="" userId="242feb3c33a8e7bf" providerId="LiveId" clId="{39C24DAF-E20C-4507-9157-C96F2FA882D0}" dt="2023-03-28T14:47:15.415" v="291"/>
          <ac:inkMkLst>
            <pc:docMk/>
            <pc:sldMk cId="2141415106" sldId="260"/>
            <ac:inkMk id="299" creationId="{11650F96-3129-468B-BE42-D76782C69C7B}"/>
          </ac:inkMkLst>
        </pc:inkChg>
        <pc:inkChg chg="add del">
          <ac:chgData name="" userId="242feb3c33a8e7bf" providerId="LiveId" clId="{39C24DAF-E20C-4507-9157-C96F2FA882D0}" dt="2023-03-28T14:47:15.415" v="291"/>
          <ac:inkMkLst>
            <pc:docMk/>
            <pc:sldMk cId="2141415106" sldId="260"/>
            <ac:inkMk id="300" creationId="{CCF44957-B112-48AD-9693-321AF02D58E7}"/>
          </ac:inkMkLst>
        </pc:inkChg>
        <pc:inkChg chg="add del">
          <ac:chgData name="" userId="242feb3c33a8e7bf" providerId="LiveId" clId="{39C24DAF-E20C-4507-9157-C96F2FA882D0}" dt="2023-03-28T14:47:20.606" v="302"/>
          <ac:inkMkLst>
            <pc:docMk/>
            <pc:sldMk cId="2141415106" sldId="260"/>
            <ac:inkMk id="301" creationId="{61E34429-4D5D-42A4-81E9-131909647043}"/>
          </ac:inkMkLst>
        </pc:inkChg>
        <pc:inkChg chg="add del">
          <ac:chgData name="" userId="242feb3c33a8e7bf" providerId="LiveId" clId="{39C24DAF-E20C-4507-9157-C96F2FA882D0}" dt="2023-03-28T14:47:20.606" v="302"/>
          <ac:inkMkLst>
            <pc:docMk/>
            <pc:sldMk cId="2141415106" sldId="260"/>
            <ac:inkMk id="302" creationId="{DF3EFD8B-E333-4632-A390-447EE7E42F69}"/>
          </ac:inkMkLst>
        </pc:inkChg>
        <pc:inkChg chg="add del">
          <ac:chgData name="" userId="242feb3c33a8e7bf" providerId="LiveId" clId="{39C24DAF-E20C-4507-9157-C96F2FA882D0}" dt="2023-03-28T14:47:20.606" v="302"/>
          <ac:inkMkLst>
            <pc:docMk/>
            <pc:sldMk cId="2141415106" sldId="260"/>
            <ac:inkMk id="303" creationId="{E7CCBC56-E98A-4245-B5A2-4B5335BDEF5E}"/>
          </ac:inkMkLst>
        </pc:inkChg>
        <pc:inkChg chg="add del">
          <ac:chgData name="" userId="242feb3c33a8e7bf" providerId="LiveId" clId="{39C24DAF-E20C-4507-9157-C96F2FA882D0}" dt="2023-03-28T14:47:20.606" v="302"/>
          <ac:inkMkLst>
            <pc:docMk/>
            <pc:sldMk cId="2141415106" sldId="260"/>
            <ac:inkMk id="304" creationId="{0B83D422-C094-4159-ABBC-F75D5454702F}"/>
          </ac:inkMkLst>
        </pc:inkChg>
        <pc:inkChg chg="add del">
          <ac:chgData name="" userId="242feb3c33a8e7bf" providerId="LiveId" clId="{39C24DAF-E20C-4507-9157-C96F2FA882D0}" dt="2023-03-28T14:47:20.606" v="302"/>
          <ac:inkMkLst>
            <pc:docMk/>
            <pc:sldMk cId="2141415106" sldId="260"/>
            <ac:inkMk id="305" creationId="{FC789D54-4BE3-4A12-9F9C-6029E0709B74}"/>
          </ac:inkMkLst>
        </pc:inkChg>
        <pc:inkChg chg="add del">
          <ac:chgData name="" userId="242feb3c33a8e7bf" providerId="LiveId" clId="{39C24DAF-E20C-4507-9157-C96F2FA882D0}" dt="2023-03-28T14:47:20.606" v="302"/>
          <ac:inkMkLst>
            <pc:docMk/>
            <pc:sldMk cId="2141415106" sldId="260"/>
            <ac:inkMk id="306" creationId="{EA801985-C33C-4FF0-B7E7-5D401FE8F2AB}"/>
          </ac:inkMkLst>
        </pc:inkChg>
        <pc:inkChg chg="add del">
          <ac:chgData name="" userId="242feb3c33a8e7bf" providerId="LiveId" clId="{39C24DAF-E20C-4507-9157-C96F2FA882D0}" dt="2023-03-28T14:47:20.606" v="302"/>
          <ac:inkMkLst>
            <pc:docMk/>
            <pc:sldMk cId="2141415106" sldId="260"/>
            <ac:inkMk id="307" creationId="{840C6575-6A9B-45A7-BC5F-8F8F8A9D1AA2}"/>
          </ac:inkMkLst>
        </pc:inkChg>
        <pc:inkChg chg="add del">
          <ac:chgData name="" userId="242feb3c33a8e7bf" providerId="LiveId" clId="{39C24DAF-E20C-4507-9157-C96F2FA882D0}" dt="2023-03-28T14:47:20.606" v="302"/>
          <ac:inkMkLst>
            <pc:docMk/>
            <pc:sldMk cId="2141415106" sldId="260"/>
            <ac:inkMk id="308" creationId="{0F73D954-4D32-47FD-A3D1-901341846A33}"/>
          </ac:inkMkLst>
        </pc:inkChg>
        <pc:inkChg chg="add del">
          <ac:chgData name="" userId="242feb3c33a8e7bf" providerId="LiveId" clId="{39C24DAF-E20C-4507-9157-C96F2FA882D0}" dt="2023-03-28T14:47:20.606" v="302"/>
          <ac:inkMkLst>
            <pc:docMk/>
            <pc:sldMk cId="2141415106" sldId="260"/>
            <ac:inkMk id="309" creationId="{730351AE-CE9B-41F5-93FB-CFF5096E9345}"/>
          </ac:inkMkLst>
        </pc:inkChg>
        <pc:inkChg chg="add del">
          <ac:chgData name="" userId="242feb3c33a8e7bf" providerId="LiveId" clId="{39C24DAF-E20C-4507-9157-C96F2FA882D0}" dt="2023-03-28T14:47:20.606" v="302"/>
          <ac:inkMkLst>
            <pc:docMk/>
            <pc:sldMk cId="2141415106" sldId="260"/>
            <ac:inkMk id="310" creationId="{1A9C43B6-37A6-4C70-AA2F-CC30628547E7}"/>
          </ac:inkMkLst>
        </pc:inkChg>
        <pc:inkChg chg="add del">
          <ac:chgData name="" userId="242feb3c33a8e7bf" providerId="LiveId" clId="{39C24DAF-E20C-4507-9157-C96F2FA882D0}" dt="2023-03-28T14:47:20.606" v="302"/>
          <ac:inkMkLst>
            <pc:docMk/>
            <pc:sldMk cId="2141415106" sldId="260"/>
            <ac:inkMk id="311" creationId="{CFE6C4BD-1AB9-4FED-A3A1-64E7BCADB664}"/>
          </ac:inkMkLst>
        </pc:inkChg>
        <pc:inkChg chg="add del">
          <ac:chgData name="" userId="242feb3c33a8e7bf" providerId="LiveId" clId="{39C24DAF-E20C-4507-9157-C96F2FA882D0}" dt="2023-03-28T14:47:26.937" v="316"/>
          <ac:inkMkLst>
            <pc:docMk/>
            <pc:sldMk cId="2141415106" sldId="260"/>
            <ac:inkMk id="312" creationId="{1E41AF03-ABBD-4113-A56E-EC213E4B9F53}"/>
          </ac:inkMkLst>
        </pc:inkChg>
        <pc:inkChg chg="add del">
          <ac:chgData name="" userId="242feb3c33a8e7bf" providerId="LiveId" clId="{39C24DAF-E20C-4507-9157-C96F2FA882D0}" dt="2023-03-28T14:47:26.937" v="316"/>
          <ac:inkMkLst>
            <pc:docMk/>
            <pc:sldMk cId="2141415106" sldId="260"/>
            <ac:inkMk id="313" creationId="{3C16E1F4-4B7F-4048-BB64-4D85EA0BAEBE}"/>
          </ac:inkMkLst>
        </pc:inkChg>
        <pc:inkChg chg="add del">
          <ac:chgData name="" userId="242feb3c33a8e7bf" providerId="LiveId" clId="{39C24DAF-E20C-4507-9157-C96F2FA882D0}" dt="2023-03-28T14:47:26.937" v="316"/>
          <ac:inkMkLst>
            <pc:docMk/>
            <pc:sldMk cId="2141415106" sldId="260"/>
            <ac:inkMk id="314" creationId="{37CBC197-7F21-43BC-A7AF-91D7B6620397}"/>
          </ac:inkMkLst>
        </pc:inkChg>
        <pc:inkChg chg="add del">
          <ac:chgData name="" userId="242feb3c33a8e7bf" providerId="LiveId" clId="{39C24DAF-E20C-4507-9157-C96F2FA882D0}" dt="2023-03-28T14:47:26.937" v="316"/>
          <ac:inkMkLst>
            <pc:docMk/>
            <pc:sldMk cId="2141415106" sldId="260"/>
            <ac:inkMk id="315" creationId="{96A483F9-0B34-4C51-93A0-FB5299FFE5DD}"/>
          </ac:inkMkLst>
        </pc:inkChg>
        <pc:inkChg chg="add del">
          <ac:chgData name="" userId="242feb3c33a8e7bf" providerId="LiveId" clId="{39C24DAF-E20C-4507-9157-C96F2FA882D0}" dt="2023-03-28T14:47:26.937" v="316"/>
          <ac:inkMkLst>
            <pc:docMk/>
            <pc:sldMk cId="2141415106" sldId="260"/>
            <ac:inkMk id="316" creationId="{9EE1F096-D5CA-41BF-92EC-4AC7A320A9BD}"/>
          </ac:inkMkLst>
        </pc:inkChg>
        <pc:inkChg chg="add del">
          <ac:chgData name="" userId="242feb3c33a8e7bf" providerId="LiveId" clId="{39C24DAF-E20C-4507-9157-C96F2FA882D0}" dt="2023-03-28T14:47:26.937" v="316"/>
          <ac:inkMkLst>
            <pc:docMk/>
            <pc:sldMk cId="2141415106" sldId="260"/>
            <ac:inkMk id="317" creationId="{40124A9C-F7CC-437E-9514-4E995D6A7C22}"/>
          </ac:inkMkLst>
        </pc:inkChg>
        <pc:inkChg chg="add del">
          <ac:chgData name="" userId="242feb3c33a8e7bf" providerId="LiveId" clId="{39C24DAF-E20C-4507-9157-C96F2FA882D0}" dt="2023-03-28T14:47:26.937" v="316"/>
          <ac:inkMkLst>
            <pc:docMk/>
            <pc:sldMk cId="2141415106" sldId="260"/>
            <ac:inkMk id="318" creationId="{65AC2A41-7109-44BA-9E62-00752E8E817C}"/>
          </ac:inkMkLst>
        </pc:inkChg>
        <pc:inkChg chg="add del">
          <ac:chgData name="" userId="242feb3c33a8e7bf" providerId="LiveId" clId="{39C24DAF-E20C-4507-9157-C96F2FA882D0}" dt="2023-03-28T14:47:26.937" v="316"/>
          <ac:inkMkLst>
            <pc:docMk/>
            <pc:sldMk cId="2141415106" sldId="260"/>
            <ac:inkMk id="319" creationId="{C2165E8C-A49B-4B50-8455-1155847796AC}"/>
          </ac:inkMkLst>
        </pc:inkChg>
        <pc:inkChg chg="add del">
          <ac:chgData name="" userId="242feb3c33a8e7bf" providerId="LiveId" clId="{39C24DAF-E20C-4507-9157-C96F2FA882D0}" dt="2023-03-28T14:47:26.937" v="316"/>
          <ac:inkMkLst>
            <pc:docMk/>
            <pc:sldMk cId="2141415106" sldId="260"/>
            <ac:inkMk id="320" creationId="{5BF1DC08-52F3-4242-9B23-BD7D633DD452}"/>
          </ac:inkMkLst>
        </pc:inkChg>
        <pc:inkChg chg="add del">
          <ac:chgData name="" userId="242feb3c33a8e7bf" providerId="LiveId" clId="{39C24DAF-E20C-4507-9157-C96F2FA882D0}" dt="2023-03-28T14:47:26.937" v="316"/>
          <ac:inkMkLst>
            <pc:docMk/>
            <pc:sldMk cId="2141415106" sldId="260"/>
            <ac:inkMk id="321" creationId="{242EC593-80DA-4804-A590-B11480554210}"/>
          </ac:inkMkLst>
        </pc:inkChg>
        <pc:inkChg chg="add del">
          <ac:chgData name="" userId="242feb3c33a8e7bf" providerId="LiveId" clId="{39C24DAF-E20C-4507-9157-C96F2FA882D0}" dt="2023-03-28T14:47:26.937" v="316"/>
          <ac:inkMkLst>
            <pc:docMk/>
            <pc:sldMk cId="2141415106" sldId="260"/>
            <ac:inkMk id="322" creationId="{1DBC27A7-3FC6-43D5-886F-CAAB826C5131}"/>
          </ac:inkMkLst>
        </pc:inkChg>
        <pc:inkChg chg="add del">
          <ac:chgData name="" userId="242feb3c33a8e7bf" providerId="LiveId" clId="{39C24DAF-E20C-4507-9157-C96F2FA882D0}" dt="2023-03-28T14:47:26.937" v="316"/>
          <ac:inkMkLst>
            <pc:docMk/>
            <pc:sldMk cId="2141415106" sldId="260"/>
            <ac:inkMk id="323" creationId="{8C9CA81B-7278-4168-A0C1-FB19DD78B158}"/>
          </ac:inkMkLst>
        </pc:inkChg>
        <pc:inkChg chg="add del">
          <ac:chgData name="" userId="242feb3c33a8e7bf" providerId="LiveId" clId="{39C24DAF-E20C-4507-9157-C96F2FA882D0}" dt="2023-03-28T14:47:26.937" v="316"/>
          <ac:inkMkLst>
            <pc:docMk/>
            <pc:sldMk cId="2141415106" sldId="260"/>
            <ac:inkMk id="324" creationId="{8BEF9D5E-AF05-464B-A1D4-0AFAACC9A33F}"/>
          </ac:inkMkLst>
        </pc:inkChg>
        <pc:inkChg chg="add del">
          <ac:chgData name="" userId="242feb3c33a8e7bf" providerId="LiveId" clId="{39C24DAF-E20C-4507-9157-C96F2FA882D0}" dt="2023-03-28T14:47:26.937" v="316"/>
          <ac:inkMkLst>
            <pc:docMk/>
            <pc:sldMk cId="2141415106" sldId="260"/>
            <ac:inkMk id="325" creationId="{A0E395AC-761A-4646-BE1E-3CDC7DD7869E}"/>
          </ac:inkMkLst>
        </pc:inkChg>
        <pc:inkChg chg="add">
          <ac:chgData name="" userId="242feb3c33a8e7bf" providerId="LiveId" clId="{39C24DAF-E20C-4507-9157-C96F2FA882D0}" dt="2023-03-28T14:47:26.937" v="316"/>
          <ac:inkMkLst>
            <pc:docMk/>
            <pc:sldMk cId="2141415106" sldId="260"/>
            <ac:inkMk id="326" creationId="{9D297A79-F54B-49E9-97B7-D01F0C2DBB4E}"/>
          </ac:inkMkLst>
        </pc:inkChg>
        <pc:inkChg chg="add del">
          <ac:chgData name="" userId="242feb3c33a8e7bf" providerId="LiveId" clId="{39C24DAF-E20C-4507-9157-C96F2FA882D0}" dt="2023-03-28T14:47:46.511" v="319"/>
          <ac:inkMkLst>
            <pc:docMk/>
            <pc:sldMk cId="2141415106" sldId="260"/>
            <ac:inkMk id="327" creationId="{355FFE48-DD51-4C23-AC6F-AFBD1E2559F6}"/>
          </ac:inkMkLst>
        </pc:inkChg>
        <pc:inkChg chg="add del">
          <ac:chgData name="" userId="242feb3c33a8e7bf" providerId="LiveId" clId="{39C24DAF-E20C-4507-9157-C96F2FA882D0}" dt="2023-03-28T14:47:46.511" v="319"/>
          <ac:inkMkLst>
            <pc:docMk/>
            <pc:sldMk cId="2141415106" sldId="260"/>
            <ac:inkMk id="328" creationId="{76FCEF2A-05B0-49AF-AC82-24C75EE1CA9F}"/>
          </ac:inkMkLst>
        </pc:inkChg>
        <pc:inkChg chg="add">
          <ac:chgData name="" userId="242feb3c33a8e7bf" providerId="LiveId" clId="{39C24DAF-E20C-4507-9157-C96F2FA882D0}" dt="2023-03-28T14:47:46.511" v="319"/>
          <ac:inkMkLst>
            <pc:docMk/>
            <pc:sldMk cId="2141415106" sldId="260"/>
            <ac:inkMk id="329" creationId="{33D81C42-8094-48AE-B564-0EC488D7333D}"/>
          </ac:inkMkLst>
        </pc:inkChg>
        <pc:inkChg chg="add">
          <ac:chgData name="" userId="242feb3c33a8e7bf" providerId="LiveId" clId="{39C24DAF-E20C-4507-9157-C96F2FA882D0}" dt="2023-03-28T14:47:48.289" v="320"/>
          <ac:inkMkLst>
            <pc:docMk/>
            <pc:sldMk cId="2141415106" sldId="260"/>
            <ac:inkMk id="330" creationId="{B1467126-8099-4880-8E62-7FA0FB1988A2}"/>
          </ac:inkMkLst>
        </pc:inkChg>
        <pc:inkChg chg="add del">
          <ac:chgData name="" userId="242feb3c33a8e7bf" providerId="LiveId" clId="{39C24DAF-E20C-4507-9157-C96F2FA882D0}" dt="2023-03-28T14:47:53.203" v="323"/>
          <ac:inkMkLst>
            <pc:docMk/>
            <pc:sldMk cId="2141415106" sldId="260"/>
            <ac:inkMk id="331" creationId="{8CB63592-797A-42B9-9D1D-E7BC192108A3}"/>
          </ac:inkMkLst>
        </pc:inkChg>
        <pc:inkChg chg="add del">
          <ac:chgData name="" userId="242feb3c33a8e7bf" providerId="LiveId" clId="{39C24DAF-E20C-4507-9157-C96F2FA882D0}" dt="2023-03-28T14:47:53.203" v="323"/>
          <ac:inkMkLst>
            <pc:docMk/>
            <pc:sldMk cId="2141415106" sldId="260"/>
            <ac:inkMk id="332" creationId="{1A550B77-CBCD-477A-869B-AB6BC26BAAC0}"/>
          </ac:inkMkLst>
        </pc:inkChg>
        <pc:inkChg chg="add del">
          <ac:chgData name="" userId="242feb3c33a8e7bf" providerId="LiveId" clId="{39C24DAF-E20C-4507-9157-C96F2FA882D0}" dt="2023-03-28T14:47:55.236" v="325"/>
          <ac:inkMkLst>
            <pc:docMk/>
            <pc:sldMk cId="2141415106" sldId="260"/>
            <ac:inkMk id="333" creationId="{A4431A7A-1655-4604-BC10-75F14342C316}"/>
          </ac:inkMkLst>
        </pc:inkChg>
        <pc:inkChg chg="add del">
          <ac:chgData name="" userId="242feb3c33a8e7bf" providerId="LiveId" clId="{39C24DAF-E20C-4507-9157-C96F2FA882D0}" dt="2023-03-28T14:47:55.236" v="325"/>
          <ac:inkMkLst>
            <pc:docMk/>
            <pc:sldMk cId="2141415106" sldId="260"/>
            <ac:inkMk id="334" creationId="{5FE20D3E-4D61-4778-BAF3-CCE708271B87}"/>
          </ac:inkMkLst>
        </pc:inkChg>
        <pc:inkChg chg="add del">
          <ac:chgData name="" userId="242feb3c33a8e7bf" providerId="LiveId" clId="{39C24DAF-E20C-4507-9157-C96F2FA882D0}" dt="2023-03-28T14:47:56.809" v="326"/>
          <ac:inkMkLst>
            <pc:docMk/>
            <pc:sldMk cId="2141415106" sldId="260"/>
            <ac:inkMk id="335" creationId="{1F367CB2-FAE8-4593-ADD2-50C8C0E423CF}"/>
          </ac:inkMkLst>
        </pc:inkChg>
        <pc:inkChg chg="add del">
          <ac:chgData name="" userId="242feb3c33a8e7bf" providerId="LiveId" clId="{39C24DAF-E20C-4507-9157-C96F2FA882D0}" dt="2023-03-28T14:48:00.121" v="329"/>
          <ac:inkMkLst>
            <pc:docMk/>
            <pc:sldMk cId="2141415106" sldId="260"/>
            <ac:inkMk id="336" creationId="{C5FFD703-E93E-4BDC-9065-CA4E8CD5DD42}"/>
          </ac:inkMkLst>
        </pc:inkChg>
        <pc:inkChg chg="add del">
          <ac:chgData name="" userId="242feb3c33a8e7bf" providerId="LiveId" clId="{39C24DAF-E20C-4507-9157-C96F2FA882D0}" dt="2023-03-28T14:48:00.121" v="329"/>
          <ac:inkMkLst>
            <pc:docMk/>
            <pc:sldMk cId="2141415106" sldId="260"/>
            <ac:inkMk id="337" creationId="{86E8DF81-406C-487A-9849-DC34AF6ABAF3}"/>
          </ac:inkMkLst>
        </pc:inkChg>
        <pc:inkChg chg="add">
          <ac:chgData name="" userId="242feb3c33a8e7bf" providerId="LiveId" clId="{39C24DAF-E20C-4507-9157-C96F2FA882D0}" dt="2023-03-28T14:48:00.121" v="329"/>
          <ac:inkMkLst>
            <pc:docMk/>
            <pc:sldMk cId="2141415106" sldId="260"/>
            <ac:inkMk id="338" creationId="{0A88F67A-88B7-4DFD-877F-7CC21C11E409}"/>
          </ac:inkMkLst>
        </pc:inkChg>
        <pc:inkChg chg="add">
          <ac:chgData name="" userId="242feb3c33a8e7bf" providerId="LiveId" clId="{39C24DAF-E20C-4507-9157-C96F2FA882D0}" dt="2023-03-28T14:48:01.320" v="330"/>
          <ac:inkMkLst>
            <pc:docMk/>
            <pc:sldMk cId="2141415106" sldId="260"/>
            <ac:inkMk id="339" creationId="{8805DF60-D09C-426E-BFFF-290448779372}"/>
          </ac:inkMkLst>
        </pc:inkChg>
        <pc:inkChg chg="add del">
          <ac:chgData name="" userId="242feb3c33a8e7bf" providerId="LiveId" clId="{39C24DAF-E20C-4507-9157-C96F2FA882D0}" dt="2023-03-28T14:48:06.881" v="340"/>
          <ac:inkMkLst>
            <pc:docMk/>
            <pc:sldMk cId="2141415106" sldId="260"/>
            <ac:inkMk id="340" creationId="{0A18D041-4383-40D0-A60B-0125CD51C688}"/>
          </ac:inkMkLst>
        </pc:inkChg>
        <pc:inkChg chg="add del">
          <ac:chgData name="" userId="242feb3c33a8e7bf" providerId="LiveId" clId="{39C24DAF-E20C-4507-9157-C96F2FA882D0}" dt="2023-03-28T14:48:06.881" v="340"/>
          <ac:inkMkLst>
            <pc:docMk/>
            <pc:sldMk cId="2141415106" sldId="260"/>
            <ac:inkMk id="341" creationId="{902AD6C9-AEE5-4405-ABC8-AFC0AC56AB00}"/>
          </ac:inkMkLst>
        </pc:inkChg>
        <pc:inkChg chg="add del">
          <ac:chgData name="" userId="242feb3c33a8e7bf" providerId="LiveId" clId="{39C24DAF-E20C-4507-9157-C96F2FA882D0}" dt="2023-03-28T14:48:06.881" v="340"/>
          <ac:inkMkLst>
            <pc:docMk/>
            <pc:sldMk cId="2141415106" sldId="260"/>
            <ac:inkMk id="342" creationId="{7F25A17F-3662-443F-A21D-014DBB5F4A65}"/>
          </ac:inkMkLst>
        </pc:inkChg>
        <pc:inkChg chg="add del">
          <ac:chgData name="" userId="242feb3c33a8e7bf" providerId="LiveId" clId="{39C24DAF-E20C-4507-9157-C96F2FA882D0}" dt="2023-03-28T14:48:06.881" v="340"/>
          <ac:inkMkLst>
            <pc:docMk/>
            <pc:sldMk cId="2141415106" sldId="260"/>
            <ac:inkMk id="343" creationId="{D930F168-8E21-40CD-9507-766BC442C301}"/>
          </ac:inkMkLst>
        </pc:inkChg>
        <pc:inkChg chg="add del">
          <ac:chgData name="" userId="242feb3c33a8e7bf" providerId="LiveId" clId="{39C24DAF-E20C-4507-9157-C96F2FA882D0}" dt="2023-03-28T14:48:06.881" v="340"/>
          <ac:inkMkLst>
            <pc:docMk/>
            <pc:sldMk cId="2141415106" sldId="260"/>
            <ac:inkMk id="344" creationId="{9091E713-B276-41B9-B0A8-B6921D68B4BC}"/>
          </ac:inkMkLst>
        </pc:inkChg>
        <pc:inkChg chg="add del">
          <ac:chgData name="" userId="242feb3c33a8e7bf" providerId="LiveId" clId="{39C24DAF-E20C-4507-9157-C96F2FA882D0}" dt="2023-03-28T14:48:06.881" v="340"/>
          <ac:inkMkLst>
            <pc:docMk/>
            <pc:sldMk cId="2141415106" sldId="260"/>
            <ac:inkMk id="345" creationId="{2501C4DF-DED5-4242-B52B-E0ABCDD5532D}"/>
          </ac:inkMkLst>
        </pc:inkChg>
        <pc:inkChg chg="add del">
          <ac:chgData name="" userId="242feb3c33a8e7bf" providerId="LiveId" clId="{39C24DAF-E20C-4507-9157-C96F2FA882D0}" dt="2023-03-28T14:48:06.881" v="340"/>
          <ac:inkMkLst>
            <pc:docMk/>
            <pc:sldMk cId="2141415106" sldId="260"/>
            <ac:inkMk id="346" creationId="{9E15598D-7B86-4574-82CF-7130126B6D9D}"/>
          </ac:inkMkLst>
        </pc:inkChg>
        <pc:inkChg chg="add del">
          <ac:chgData name="" userId="242feb3c33a8e7bf" providerId="LiveId" clId="{39C24DAF-E20C-4507-9157-C96F2FA882D0}" dt="2023-03-28T14:48:06.881" v="340"/>
          <ac:inkMkLst>
            <pc:docMk/>
            <pc:sldMk cId="2141415106" sldId="260"/>
            <ac:inkMk id="347" creationId="{0ABBD124-5484-4B23-B1C5-3829C8DBAFC8}"/>
          </ac:inkMkLst>
        </pc:inkChg>
        <pc:inkChg chg="add del">
          <ac:chgData name="" userId="242feb3c33a8e7bf" providerId="LiveId" clId="{39C24DAF-E20C-4507-9157-C96F2FA882D0}" dt="2023-03-28T14:48:06.881" v="340"/>
          <ac:inkMkLst>
            <pc:docMk/>
            <pc:sldMk cId="2141415106" sldId="260"/>
            <ac:inkMk id="348" creationId="{F46C7664-C226-4DE4-8466-F9C7B8877DAE}"/>
          </ac:inkMkLst>
        </pc:inkChg>
        <pc:inkChg chg="add">
          <ac:chgData name="" userId="242feb3c33a8e7bf" providerId="LiveId" clId="{39C24DAF-E20C-4507-9157-C96F2FA882D0}" dt="2023-03-28T14:48:06.881" v="340"/>
          <ac:inkMkLst>
            <pc:docMk/>
            <pc:sldMk cId="2141415106" sldId="260"/>
            <ac:inkMk id="349" creationId="{400882A8-D3AE-4BC5-B87C-4DC6CB960C1A}"/>
          </ac:inkMkLst>
        </pc:inkChg>
        <pc:inkChg chg="add">
          <ac:chgData name="" userId="242feb3c33a8e7bf" providerId="LiveId" clId="{39C24DAF-E20C-4507-9157-C96F2FA882D0}" dt="2023-03-28T14:48:06.881" v="340"/>
          <ac:inkMkLst>
            <pc:docMk/>
            <pc:sldMk cId="2141415106" sldId="260"/>
            <ac:inkMk id="350" creationId="{2C5D4C34-4966-4C00-A983-7C6820D6A4F4}"/>
          </ac:inkMkLst>
        </pc:inkChg>
        <pc:inkChg chg="add del">
          <ac:chgData name="" userId="242feb3c33a8e7bf" providerId="LiveId" clId="{39C24DAF-E20C-4507-9157-C96F2FA882D0}" dt="2023-03-28T14:48:13.555" v="356"/>
          <ac:inkMkLst>
            <pc:docMk/>
            <pc:sldMk cId="2141415106" sldId="260"/>
            <ac:inkMk id="351" creationId="{6A553349-A5FF-472E-BC71-7C9C5023F3B7}"/>
          </ac:inkMkLst>
        </pc:inkChg>
        <pc:inkChg chg="add del">
          <ac:chgData name="" userId="242feb3c33a8e7bf" providerId="LiveId" clId="{39C24DAF-E20C-4507-9157-C96F2FA882D0}" dt="2023-03-28T14:48:13.555" v="356"/>
          <ac:inkMkLst>
            <pc:docMk/>
            <pc:sldMk cId="2141415106" sldId="260"/>
            <ac:inkMk id="352" creationId="{BBC2C651-7AA5-4434-81C4-417C81CBECEC}"/>
          </ac:inkMkLst>
        </pc:inkChg>
        <pc:inkChg chg="add del">
          <ac:chgData name="" userId="242feb3c33a8e7bf" providerId="LiveId" clId="{39C24DAF-E20C-4507-9157-C96F2FA882D0}" dt="2023-03-28T14:48:13.555" v="356"/>
          <ac:inkMkLst>
            <pc:docMk/>
            <pc:sldMk cId="2141415106" sldId="260"/>
            <ac:inkMk id="353" creationId="{5478B573-CB08-4910-B27F-585FF0ED1FF4}"/>
          </ac:inkMkLst>
        </pc:inkChg>
        <pc:inkChg chg="add del">
          <ac:chgData name="" userId="242feb3c33a8e7bf" providerId="LiveId" clId="{39C24DAF-E20C-4507-9157-C96F2FA882D0}" dt="2023-03-28T14:48:13.555" v="356"/>
          <ac:inkMkLst>
            <pc:docMk/>
            <pc:sldMk cId="2141415106" sldId="260"/>
            <ac:inkMk id="354" creationId="{5462B0DB-BC85-483F-BC48-28E72AACBCA5}"/>
          </ac:inkMkLst>
        </pc:inkChg>
        <pc:inkChg chg="add del">
          <ac:chgData name="" userId="242feb3c33a8e7bf" providerId="LiveId" clId="{39C24DAF-E20C-4507-9157-C96F2FA882D0}" dt="2023-03-28T14:48:13.555" v="356"/>
          <ac:inkMkLst>
            <pc:docMk/>
            <pc:sldMk cId="2141415106" sldId="260"/>
            <ac:inkMk id="355" creationId="{C082CB11-1127-43C2-B1D2-353D379FF90E}"/>
          </ac:inkMkLst>
        </pc:inkChg>
        <pc:inkChg chg="add del">
          <ac:chgData name="" userId="242feb3c33a8e7bf" providerId="LiveId" clId="{39C24DAF-E20C-4507-9157-C96F2FA882D0}" dt="2023-03-28T14:48:13.555" v="356"/>
          <ac:inkMkLst>
            <pc:docMk/>
            <pc:sldMk cId="2141415106" sldId="260"/>
            <ac:inkMk id="356" creationId="{FEC839F8-66E0-43FA-92CB-12D250FCCA69}"/>
          </ac:inkMkLst>
        </pc:inkChg>
        <pc:inkChg chg="add del">
          <ac:chgData name="" userId="242feb3c33a8e7bf" providerId="LiveId" clId="{39C24DAF-E20C-4507-9157-C96F2FA882D0}" dt="2023-03-28T14:48:13.555" v="356"/>
          <ac:inkMkLst>
            <pc:docMk/>
            <pc:sldMk cId="2141415106" sldId="260"/>
            <ac:inkMk id="357" creationId="{08F76B0C-A10A-4EE8-BFA9-1EABD52083CF}"/>
          </ac:inkMkLst>
        </pc:inkChg>
        <pc:inkChg chg="add del">
          <ac:chgData name="" userId="242feb3c33a8e7bf" providerId="LiveId" clId="{39C24DAF-E20C-4507-9157-C96F2FA882D0}" dt="2023-03-28T14:48:13.555" v="356"/>
          <ac:inkMkLst>
            <pc:docMk/>
            <pc:sldMk cId="2141415106" sldId="260"/>
            <ac:inkMk id="358" creationId="{0778525E-5C44-4486-BFB6-A0FC32E6F89F}"/>
          </ac:inkMkLst>
        </pc:inkChg>
        <pc:inkChg chg="add del">
          <ac:chgData name="" userId="242feb3c33a8e7bf" providerId="LiveId" clId="{39C24DAF-E20C-4507-9157-C96F2FA882D0}" dt="2023-03-28T14:48:13.555" v="356"/>
          <ac:inkMkLst>
            <pc:docMk/>
            <pc:sldMk cId="2141415106" sldId="260"/>
            <ac:inkMk id="359" creationId="{321BDDAB-A68E-47C2-A8F8-B82FAC2E640F}"/>
          </ac:inkMkLst>
        </pc:inkChg>
        <pc:inkChg chg="add del">
          <ac:chgData name="" userId="242feb3c33a8e7bf" providerId="LiveId" clId="{39C24DAF-E20C-4507-9157-C96F2FA882D0}" dt="2023-03-28T14:48:13.555" v="356"/>
          <ac:inkMkLst>
            <pc:docMk/>
            <pc:sldMk cId="2141415106" sldId="260"/>
            <ac:inkMk id="360" creationId="{1D3AB91F-1775-4636-B35E-A17705E8BB5A}"/>
          </ac:inkMkLst>
        </pc:inkChg>
        <pc:inkChg chg="add del">
          <ac:chgData name="" userId="242feb3c33a8e7bf" providerId="LiveId" clId="{39C24DAF-E20C-4507-9157-C96F2FA882D0}" dt="2023-03-28T14:48:13.555" v="356"/>
          <ac:inkMkLst>
            <pc:docMk/>
            <pc:sldMk cId="2141415106" sldId="260"/>
            <ac:inkMk id="361" creationId="{132D3C8A-527D-4814-A081-33E581B793AB}"/>
          </ac:inkMkLst>
        </pc:inkChg>
        <pc:inkChg chg="add del">
          <ac:chgData name="" userId="242feb3c33a8e7bf" providerId="LiveId" clId="{39C24DAF-E20C-4507-9157-C96F2FA882D0}" dt="2023-03-28T14:48:13.555" v="356"/>
          <ac:inkMkLst>
            <pc:docMk/>
            <pc:sldMk cId="2141415106" sldId="260"/>
            <ac:inkMk id="362" creationId="{3F21CE9F-F6B9-47D5-8A0D-5D2EF3681DE0}"/>
          </ac:inkMkLst>
        </pc:inkChg>
        <pc:inkChg chg="add del">
          <ac:chgData name="" userId="242feb3c33a8e7bf" providerId="LiveId" clId="{39C24DAF-E20C-4507-9157-C96F2FA882D0}" dt="2023-03-28T14:48:13.555" v="356"/>
          <ac:inkMkLst>
            <pc:docMk/>
            <pc:sldMk cId="2141415106" sldId="260"/>
            <ac:inkMk id="363" creationId="{ACC91A6B-860D-4A9D-8FF0-1CC41D51DCD7}"/>
          </ac:inkMkLst>
        </pc:inkChg>
        <pc:inkChg chg="add del">
          <ac:chgData name="" userId="242feb3c33a8e7bf" providerId="LiveId" clId="{39C24DAF-E20C-4507-9157-C96F2FA882D0}" dt="2023-03-28T14:48:13.555" v="356"/>
          <ac:inkMkLst>
            <pc:docMk/>
            <pc:sldMk cId="2141415106" sldId="260"/>
            <ac:inkMk id="364" creationId="{E4971282-3D68-4667-BA91-3F1C7ED252BA}"/>
          </ac:inkMkLst>
        </pc:inkChg>
        <pc:inkChg chg="add del">
          <ac:chgData name="" userId="242feb3c33a8e7bf" providerId="LiveId" clId="{39C24DAF-E20C-4507-9157-C96F2FA882D0}" dt="2023-03-28T14:48:13.555" v="356"/>
          <ac:inkMkLst>
            <pc:docMk/>
            <pc:sldMk cId="2141415106" sldId="260"/>
            <ac:inkMk id="365" creationId="{72F47368-F598-422B-9AD5-6869DC23852D}"/>
          </ac:inkMkLst>
        </pc:inkChg>
        <pc:inkChg chg="add del">
          <ac:chgData name="" userId="242feb3c33a8e7bf" providerId="LiveId" clId="{39C24DAF-E20C-4507-9157-C96F2FA882D0}" dt="2023-03-28T14:48:15.321" v="358"/>
          <ac:inkMkLst>
            <pc:docMk/>
            <pc:sldMk cId="2141415106" sldId="260"/>
            <ac:inkMk id="366" creationId="{F5832E14-9866-463A-A50F-AA654D4E1C7D}"/>
          </ac:inkMkLst>
        </pc:inkChg>
        <pc:inkChg chg="add del">
          <ac:chgData name="" userId="242feb3c33a8e7bf" providerId="LiveId" clId="{39C24DAF-E20C-4507-9157-C96F2FA882D0}" dt="2023-03-28T14:48:15.321" v="358"/>
          <ac:inkMkLst>
            <pc:docMk/>
            <pc:sldMk cId="2141415106" sldId="260"/>
            <ac:inkMk id="367" creationId="{DE13C28C-972F-434D-87EB-6B504B568034}"/>
          </ac:inkMkLst>
        </pc:inkChg>
        <pc:inkChg chg="add del">
          <ac:chgData name="" userId="242feb3c33a8e7bf" providerId="LiveId" clId="{39C24DAF-E20C-4507-9157-C96F2FA882D0}" dt="2023-03-28T14:48:16.778" v="360"/>
          <ac:inkMkLst>
            <pc:docMk/>
            <pc:sldMk cId="2141415106" sldId="260"/>
            <ac:inkMk id="368" creationId="{F6FF98D5-AEB0-433D-A039-C2E7054F7749}"/>
          </ac:inkMkLst>
        </pc:inkChg>
        <pc:inkChg chg="add del">
          <ac:chgData name="" userId="242feb3c33a8e7bf" providerId="LiveId" clId="{39C24DAF-E20C-4507-9157-C96F2FA882D0}" dt="2023-03-28T14:48:16.778" v="360"/>
          <ac:inkMkLst>
            <pc:docMk/>
            <pc:sldMk cId="2141415106" sldId="260"/>
            <ac:inkMk id="369" creationId="{B980009B-C683-4536-940D-C6AA3217BF47}"/>
          </ac:inkMkLst>
        </pc:inkChg>
        <pc:inkChg chg="add">
          <ac:chgData name="" userId="242feb3c33a8e7bf" providerId="LiveId" clId="{39C24DAF-E20C-4507-9157-C96F2FA882D0}" dt="2023-03-28T14:48:16.778" v="360"/>
          <ac:inkMkLst>
            <pc:docMk/>
            <pc:sldMk cId="2141415106" sldId="260"/>
            <ac:inkMk id="370" creationId="{500E9335-E112-4D73-8750-9978DEF03B56}"/>
          </ac:inkMkLst>
        </pc:inkChg>
        <pc:inkChg chg="add">
          <ac:chgData name="" userId="242feb3c33a8e7bf" providerId="LiveId" clId="{39C24DAF-E20C-4507-9157-C96F2FA882D0}" dt="2023-03-28T14:48:29.751" v="361"/>
          <ac:inkMkLst>
            <pc:docMk/>
            <pc:sldMk cId="2141415106" sldId="260"/>
            <ac:inkMk id="371" creationId="{5F667040-2D5B-4F0E-B4D1-40FA8EBEAA2D}"/>
          </ac:inkMkLst>
        </pc:inkChg>
        <pc:inkChg chg="add">
          <ac:chgData name="" userId="242feb3c33a8e7bf" providerId="LiveId" clId="{39C24DAF-E20C-4507-9157-C96F2FA882D0}" dt="2023-03-28T14:48:30.277" v="362"/>
          <ac:inkMkLst>
            <pc:docMk/>
            <pc:sldMk cId="2141415106" sldId="260"/>
            <ac:inkMk id="372" creationId="{E415DF2E-9A56-468E-B121-F87946E46F13}"/>
          </ac:inkMkLst>
        </pc:inkChg>
        <pc:inkChg chg="add del">
          <ac:chgData name="" userId="242feb3c33a8e7bf" providerId="LiveId" clId="{39C24DAF-E20C-4507-9157-C96F2FA882D0}" dt="2023-03-28T14:48:35.833" v="365"/>
          <ac:inkMkLst>
            <pc:docMk/>
            <pc:sldMk cId="2141415106" sldId="260"/>
            <ac:inkMk id="373" creationId="{1CB23CAD-F46D-4E59-8672-AF3CE0644000}"/>
          </ac:inkMkLst>
        </pc:inkChg>
        <pc:inkChg chg="add del">
          <ac:chgData name="" userId="242feb3c33a8e7bf" providerId="LiveId" clId="{39C24DAF-E20C-4507-9157-C96F2FA882D0}" dt="2023-03-28T14:48:35.833" v="365"/>
          <ac:inkMkLst>
            <pc:docMk/>
            <pc:sldMk cId="2141415106" sldId="260"/>
            <ac:inkMk id="374" creationId="{F0CD62B3-1BE3-4CC3-99AF-59516BEC26D4}"/>
          </ac:inkMkLst>
        </pc:inkChg>
        <pc:inkChg chg="add">
          <ac:chgData name="" userId="242feb3c33a8e7bf" providerId="LiveId" clId="{39C24DAF-E20C-4507-9157-C96F2FA882D0}" dt="2023-03-28T14:48:35.833" v="365"/>
          <ac:inkMkLst>
            <pc:docMk/>
            <pc:sldMk cId="2141415106" sldId="260"/>
            <ac:inkMk id="375" creationId="{1691675C-4849-4902-9585-3344135112C1}"/>
          </ac:inkMkLst>
        </pc:inkChg>
        <pc:inkChg chg="add del">
          <ac:chgData name="" userId="242feb3c33a8e7bf" providerId="LiveId" clId="{39C24DAF-E20C-4507-9157-C96F2FA882D0}" dt="2023-03-28T14:48:42.315" v="369"/>
          <ac:inkMkLst>
            <pc:docMk/>
            <pc:sldMk cId="2141415106" sldId="260"/>
            <ac:inkMk id="376" creationId="{F4AB3FD6-13B8-402F-BB63-90885CADAA66}"/>
          </ac:inkMkLst>
        </pc:inkChg>
        <pc:inkChg chg="add del">
          <ac:chgData name="" userId="242feb3c33a8e7bf" providerId="LiveId" clId="{39C24DAF-E20C-4507-9157-C96F2FA882D0}" dt="2023-03-28T14:48:42.315" v="369"/>
          <ac:inkMkLst>
            <pc:docMk/>
            <pc:sldMk cId="2141415106" sldId="260"/>
            <ac:inkMk id="377" creationId="{171EE5D2-5163-4858-8627-3B9EEA362D5D}"/>
          </ac:inkMkLst>
        </pc:inkChg>
        <pc:inkChg chg="add">
          <ac:chgData name="" userId="242feb3c33a8e7bf" providerId="LiveId" clId="{39C24DAF-E20C-4507-9157-C96F2FA882D0}" dt="2023-03-28T14:48:41.512" v="368"/>
          <ac:inkMkLst>
            <pc:docMk/>
            <pc:sldMk cId="2141415106" sldId="260"/>
            <ac:inkMk id="378" creationId="{1861AAAE-B7BB-4B53-91CA-E7BA6DB084FB}"/>
          </ac:inkMkLst>
        </pc:inkChg>
        <pc:inkChg chg="add">
          <ac:chgData name="" userId="242feb3c33a8e7bf" providerId="LiveId" clId="{39C24DAF-E20C-4507-9157-C96F2FA882D0}" dt="2023-03-28T14:48:42.315" v="369"/>
          <ac:inkMkLst>
            <pc:docMk/>
            <pc:sldMk cId="2141415106" sldId="260"/>
            <ac:inkMk id="379" creationId="{D495BD3A-D84B-44F2-BDF2-FC5537F4A064}"/>
          </ac:inkMkLst>
        </pc:inkChg>
        <pc:inkChg chg="add del">
          <ac:chgData name="" userId="242feb3c33a8e7bf" providerId="LiveId" clId="{39C24DAF-E20C-4507-9157-C96F2FA882D0}" dt="2023-03-28T14:48:46.078" v="379"/>
          <ac:inkMkLst>
            <pc:docMk/>
            <pc:sldMk cId="2141415106" sldId="260"/>
            <ac:inkMk id="380" creationId="{86A50E27-568D-4F96-BD50-73D0D4A140B9}"/>
          </ac:inkMkLst>
        </pc:inkChg>
        <pc:inkChg chg="add del">
          <ac:chgData name="" userId="242feb3c33a8e7bf" providerId="LiveId" clId="{39C24DAF-E20C-4507-9157-C96F2FA882D0}" dt="2023-03-28T14:48:46.078" v="379"/>
          <ac:inkMkLst>
            <pc:docMk/>
            <pc:sldMk cId="2141415106" sldId="260"/>
            <ac:inkMk id="381" creationId="{CE1C4CAD-4CDA-4873-ABC4-CC97635898CA}"/>
          </ac:inkMkLst>
        </pc:inkChg>
        <pc:inkChg chg="add del">
          <ac:chgData name="" userId="242feb3c33a8e7bf" providerId="LiveId" clId="{39C24DAF-E20C-4507-9157-C96F2FA882D0}" dt="2023-03-28T14:48:46.078" v="379"/>
          <ac:inkMkLst>
            <pc:docMk/>
            <pc:sldMk cId="2141415106" sldId="260"/>
            <ac:inkMk id="382" creationId="{EF0AE674-F838-4029-8951-DF54DCFEC1CA}"/>
          </ac:inkMkLst>
        </pc:inkChg>
        <pc:inkChg chg="add del">
          <ac:chgData name="" userId="242feb3c33a8e7bf" providerId="LiveId" clId="{39C24DAF-E20C-4507-9157-C96F2FA882D0}" dt="2023-03-28T14:48:46.078" v="379"/>
          <ac:inkMkLst>
            <pc:docMk/>
            <pc:sldMk cId="2141415106" sldId="260"/>
            <ac:inkMk id="383" creationId="{5868F902-D4F5-434A-AD71-DC1BABEBA153}"/>
          </ac:inkMkLst>
        </pc:inkChg>
        <pc:inkChg chg="add del">
          <ac:chgData name="" userId="242feb3c33a8e7bf" providerId="LiveId" clId="{39C24DAF-E20C-4507-9157-C96F2FA882D0}" dt="2023-03-28T14:48:46.078" v="379"/>
          <ac:inkMkLst>
            <pc:docMk/>
            <pc:sldMk cId="2141415106" sldId="260"/>
            <ac:inkMk id="384" creationId="{5520DA32-AE63-4E5C-BEB0-1FF7F72F8F18}"/>
          </ac:inkMkLst>
        </pc:inkChg>
        <pc:inkChg chg="add del">
          <ac:chgData name="" userId="242feb3c33a8e7bf" providerId="LiveId" clId="{39C24DAF-E20C-4507-9157-C96F2FA882D0}" dt="2023-03-28T14:48:46.078" v="379"/>
          <ac:inkMkLst>
            <pc:docMk/>
            <pc:sldMk cId="2141415106" sldId="260"/>
            <ac:inkMk id="385" creationId="{F59E560F-2D33-4FE9-9270-0C1BDA91D404}"/>
          </ac:inkMkLst>
        </pc:inkChg>
        <pc:inkChg chg="add del">
          <ac:chgData name="" userId="242feb3c33a8e7bf" providerId="LiveId" clId="{39C24DAF-E20C-4507-9157-C96F2FA882D0}" dt="2023-03-28T14:48:46.078" v="379"/>
          <ac:inkMkLst>
            <pc:docMk/>
            <pc:sldMk cId="2141415106" sldId="260"/>
            <ac:inkMk id="386" creationId="{1E58EF6D-DED2-4C98-9138-18F66DEF64B4}"/>
          </ac:inkMkLst>
        </pc:inkChg>
        <pc:inkChg chg="add del">
          <ac:chgData name="" userId="242feb3c33a8e7bf" providerId="LiveId" clId="{39C24DAF-E20C-4507-9157-C96F2FA882D0}" dt="2023-03-28T14:48:46.078" v="379"/>
          <ac:inkMkLst>
            <pc:docMk/>
            <pc:sldMk cId="2141415106" sldId="260"/>
            <ac:inkMk id="387" creationId="{10DD6925-32E1-4480-8A58-3D2BB6F44FD5}"/>
          </ac:inkMkLst>
        </pc:inkChg>
        <pc:inkChg chg="add del">
          <ac:chgData name="" userId="242feb3c33a8e7bf" providerId="LiveId" clId="{39C24DAF-E20C-4507-9157-C96F2FA882D0}" dt="2023-03-28T14:48:46.078" v="379"/>
          <ac:inkMkLst>
            <pc:docMk/>
            <pc:sldMk cId="2141415106" sldId="260"/>
            <ac:inkMk id="388" creationId="{606DDAB0-DCD6-47DB-BEF5-4266AE1EFD5A}"/>
          </ac:inkMkLst>
        </pc:inkChg>
        <pc:inkChg chg="add del">
          <ac:chgData name="" userId="242feb3c33a8e7bf" providerId="LiveId" clId="{39C24DAF-E20C-4507-9157-C96F2FA882D0}" dt="2023-03-28T14:48:53.635" v="380"/>
          <ac:inkMkLst>
            <pc:docMk/>
            <pc:sldMk cId="2141415106" sldId="260"/>
            <ac:inkMk id="389" creationId="{AF2C8868-5853-4A98-B3B4-80E534815BE8}"/>
          </ac:inkMkLst>
        </pc:inkChg>
        <pc:inkChg chg="add del">
          <ac:chgData name="" userId="242feb3c33a8e7bf" providerId="LiveId" clId="{39C24DAF-E20C-4507-9157-C96F2FA882D0}" dt="2023-03-28T14:48:59.040" v="393"/>
          <ac:inkMkLst>
            <pc:docMk/>
            <pc:sldMk cId="2141415106" sldId="260"/>
            <ac:inkMk id="390" creationId="{CF0F4AE4-B016-40EC-BCF5-82F8D06F0FF1}"/>
          </ac:inkMkLst>
        </pc:inkChg>
        <pc:inkChg chg="add del">
          <ac:chgData name="" userId="242feb3c33a8e7bf" providerId="LiveId" clId="{39C24DAF-E20C-4507-9157-C96F2FA882D0}" dt="2023-03-28T14:48:59.040" v="393"/>
          <ac:inkMkLst>
            <pc:docMk/>
            <pc:sldMk cId="2141415106" sldId="260"/>
            <ac:inkMk id="391" creationId="{517ED2CB-AB5C-4BC1-B7B4-CBBDCBA6B8E6}"/>
          </ac:inkMkLst>
        </pc:inkChg>
        <pc:inkChg chg="add del">
          <ac:chgData name="" userId="242feb3c33a8e7bf" providerId="LiveId" clId="{39C24DAF-E20C-4507-9157-C96F2FA882D0}" dt="2023-03-28T14:48:59.040" v="393"/>
          <ac:inkMkLst>
            <pc:docMk/>
            <pc:sldMk cId="2141415106" sldId="260"/>
            <ac:inkMk id="392" creationId="{A4A0E2F0-BB2E-4D41-B5C9-184C44BD36F5}"/>
          </ac:inkMkLst>
        </pc:inkChg>
        <pc:inkChg chg="add del">
          <ac:chgData name="" userId="242feb3c33a8e7bf" providerId="LiveId" clId="{39C24DAF-E20C-4507-9157-C96F2FA882D0}" dt="2023-03-28T14:48:59.040" v="393"/>
          <ac:inkMkLst>
            <pc:docMk/>
            <pc:sldMk cId="2141415106" sldId="260"/>
            <ac:inkMk id="393" creationId="{AD4687F0-FEE8-4BAE-A141-4FA689C926A5}"/>
          </ac:inkMkLst>
        </pc:inkChg>
        <pc:inkChg chg="add del">
          <ac:chgData name="" userId="242feb3c33a8e7bf" providerId="LiveId" clId="{39C24DAF-E20C-4507-9157-C96F2FA882D0}" dt="2023-03-28T14:48:59.040" v="393"/>
          <ac:inkMkLst>
            <pc:docMk/>
            <pc:sldMk cId="2141415106" sldId="260"/>
            <ac:inkMk id="394" creationId="{4AC491C5-9490-4863-BE7D-3D2CB227A1DE}"/>
          </ac:inkMkLst>
        </pc:inkChg>
        <pc:inkChg chg="add del">
          <ac:chgData name="" userId="242feb3c33a8e7bf" providerId="LiveId" clId="{39C24DAF-E20C-4507-9157-C96F2FA882D0}" dt="2023-03-28T14:48:59.040" v="393"/>
          <ac:inkMkLst>
            <pc:docMk/>
            <pc:sldMk cId="2141415106" sldId="260"/>
            <ac:inkMk id="395" creationId="{6CA9CF7D-8FE0-4581-9207-E1F9BA4CE435}"/>
          </ac:inkMkLst>
        </pc:inkChg>
        <pc:inkChg chg="add del">
          <ac:chgData name="" userId="242feb3c33a8e7bf" providerId="LiveId" clId="{39C24DAF-E20C-4507-9157-C96F2FA882D0}" dt="2023-03-28T14:48:59.040" v="393"/>
          <ac:inkMkLst>
            <pc:docMk/>
            <pc:sldMk cId="2141415106" sldId="260"/>
            <ac:inkMk id="396" creationId="{845E3654-EDB4-4399-B0AF-2B2BCC57D763}"/>
          </ac:inkMkLst>
        </pc:inkChg>
        <pc:inkChg chg="add del">
          <ac:chgData name="" userId="242feb3c33a8e7bf" providerId="LiveId" clId="{39C24DAF-E20C-4507-9157-C96F2FA882D0}" dt="2023-03-28T14:48:59.040" v="393"/>
          <ac:inkMkLst>
            <pc:docMk/>
            <pc:sldMk cId="2141415106" sldId="260"/>
            <ac:inkMk id="397" creationId="{EAAF6C46-57D4-4A8F-8EA4-9A5DD8EC3D44}"/>
          </ac:inkMkLst>
        </pc:inkChg>
        <pc:inkChg chg="add del">
          <ac:chgData name="" userId="242feb3c33a8e7bf" providerId="LiveId" clId="{39C24DAF-E20C-4507-9157-C96F2FA882D0}" dt="2023-03-28T14:48:59.040" v="393"/>
          <ac:inkMkLst>
            <pc:docMk/>
            <pc:sldMk cId="2141415106" sldId="260"/>
            <ac:inkMk id="398" creationId="{6CB3645C-F1DC-4298-8E2D-2A3B37617A55}"/>
          </ac:inkMkLst>
        </pc:inkChg>
        <pc:inkChg chg="add del">
          <ac:chgData name="" userId="242feb3c33a8e7bf" providerId="LiveId" clId="{39C24DAF-E20C-4507-9157-C96F2FA882D0}" dt="2023-03-28T14:48:59.040" v="393"/>
          <ac:inkMkLst>
            <pc:docMk/>
            <pc:sldMk cId="2141415106" sldId="260"/>
            <ac:inkMk id="399" creationId="{4B62CAF0-D43E-47D8-B0C4-065BCC46A40C}"/>
          </ac:inkMkLst>
        </pc:inkChg>
        <pc:inkChg chg="add del">
          <ac:chgData name="" userId="242feb3c33a8e7bf" providerId="LiveId" clId="{39C24DAF-E20C-4507-9157-C96F2FA882D0}" dt="2023-03-28T14:48:59.040" v="393"/>
          <ac:inkMkLst>
            <pc:docMk/>
            <pc:sldMk cId="2141415106" sldId="260"/>
            <ac:inkMk id="400" creationId="{2D504AD4-DFE8-442F-9685-A963FA73ECE9}"/>
          </ac:inkMkLst>
        </pc:inkChg>
        <pc:inkChg chg="add del">
          <ac:chgData name="" userId="242feb3c33a8e7bf" providerId="LiveId" clId="{39C24DAF-E20C-4507-9157-C96F2FA882D0}" dt="2023-03-28T14:48:59.040" v="393"/>
          <ac:inkMkLst>
            <pc:docMk/>
            <pc:sldMk cId="2141415106" sldId="260"/>
            <ac:inkMk id="401" creationId="{7D91A1CF-311B-45C0-94C6-2D1904FE7914}"/>
          </ac:inkMkLst>
        </pc:inkChg>
        <pc:inkChg chg="add del">
          <ac:chgData name="" userId="242feb3c33a8e7bf" providerId="LiveId" clId="{39C24DAF-E20C-4507-9157-C96F2FA882D0}" dt="2023-03-28T14:49:05.043" v="407"/>
          <ac:inkMkLst>
            <pc:docMk/>
            <pc:sldMk cId="2141415106" sldId="260"/>
            <ac:inkMk id="402" creationId="{A7405E08-4110-4F67-8663-37266B54726C}"/>
          </ac:inkMkLst>
        </pc:inkChg>
        <pc:inkChg chg="add del">
          <ac:chgData name="" userId="242feb3c33a8e7bf" providerId="LiveId" clId="{39C24DAF-E20C-4507-9157-C96F2FA882D0}" dt="2023-03-28T14:49:05.043" v="407"/>
          <ac:inkMkLst>
            <pc:docMk/>
            <pc:sldMk cId="2141415106" sldId="260"/>
            <ac:inkMk id="403" creationId="{468E6E62-C6DD-477B-8AFA-E58AA6F33AE4}"/>
          </ac:inkMkLst>
        </pc:inkChg>
        <pc:inkChg chg="add del">
          <ac:chgData name="" userId="242feb3c33a8e7bf" providerId="LiveId" clId="{39C24DAF-E20C-4507-9157-C96F2FA882D0}" dt="2023-03-28T14:49:05.043" v="407"/>
          <ac:inkMkLst>
            <pc:docMk/>
            <pc:sldMk cId="2141415106" sldId="260"/>
            <ac:inkMk id="404" creationId="{3A745324-588A-47AC-A643-297EA0CC2B14}"/>
          </ac:inkMkLst>
        </pc:inkChg>
        <pc:inkChg chg="add del">
          <ac:chgData name="" userId="242feb3c33a8e7bf" providerId="LiveId" clId="{39C24DAF-E20C-4507-9157-C96F2FA882D0}" dt="2023-03-28T14:49:05.043" v="407"/>
          <ac:inkMkLst>
            <pc:docMk/>
            <pc:sldMk cId="2141415106" sldId="260"/>
            <ac:inkMk id="405" creationId="{F79626F7-888A-4B5A-BD41-0432C292BF81}"/>
          </ac:inkMkLst>
        </pc:inkChg>
        <pc:inkChg chg="add del">
          <ac:chgData name="" userId="242feb3c33a8e7bf" providerId="LiveId" clId="{39C24DAF-E20C-4507-9157-C96F2FA882D0}" dt="2023-03-28T14:49:05.043" v="407"/>
          <ac:inkMkLst>
            <pc:docMk/>
            <pc:sldMk cId="2141415106" sldId="260"/>
            <ac:inkMk id="406" creationId="{E4F0922D-F2E4-4421-AF19-B3817AE8CC45}"/>
          </ac:inkMkLst>
        </pc:inkChg>
        <pc:inkChg chg="add del">
          <ac:chgData name="" userId="242feb3c33a8e7bf" providerId="LiveId" clId="{39C24DAF-E20C-4507-9157-C96F2FA882D0}" dt="2023-03-28T14:49:05.043" v="407"/>
          <ac:inkMkLst>
            <pc:docMk/>
            <pc:sldMk cId="2141415106" sldId="260"/>
            <ac:inkMk id="407" creationId="{D71C9D99-55CC-4276-BF6C-1FF1679FFDB1}"/>
          </ac:inkMkLst>
        </pc:inkChg>
        <pc:inkChg chg="add del">
          <ac:chgData name="" userId="242feb3c33a8e7bf" providerId="LiveId" clId="{39C24DAF-E20C-4507-9157-C96F2FA882D0}" dt="2023-03-28T14:49:05.043" v="407"/>
          <ac:inkMkLst>
            <pc:docMk/>
            <pc:sldMk cId="2141415106" sldId="260"/>
            <ac:inkMk id="408" creationId="{EEBC233A-41C6-407E-B353-C7F3EDBF8AF4}"/>
          </ac:inkMkLst>
        </pc:inkChg>
        <pc:inkChg chg="add del">
          <ac:chgData name="" userId="242feb3c33a8e7bf" providerId="LiveId" clId="{39C24DAF-E20C-4507-9157-C96F2FA882D0}" dt="2023-03-28T14:49:05.043" v="407"/>
          <ac:inkMkLst>
            <pc:docMk/>
            <pc:sldMk cId="2141415106" sldId="260"/>
            <ac:inkMk id="409" creationId="{691066D8-5073-43AC-A3E6-FFDB4BE10AD6}"/>
          </ac:inkMkLst>
        </pc:inkChg>
        <pc:inkChg chg="add del">
          <ac:chgData name="" userId="242feb3c33a8e7bf" providerId="LiveId" clId="{39C24DAF-E20C-4507-9157-C96F2FA882D0}" dt="2023-03-28T14:49:05.043" v="407"/>
          <ac:inkMkLst>
            <pc:docMk/>
            <pc:sldMk cId="2141415106" sldId="260"/>
            <ac:inkMk id="410" creationId="{4F2FBCDD-ADEF-47FC-B1BB-C17D2B24C270}"/>
          </ac:inkMkLst>
        </pc:inkChg>
        <pc:inkChg chg="add del">
          <ac:chgData name="" userId="242feb3c33a8e7bf" providerId="LiveId" clId="{39C24DAF-E20C-4507-9157-C96F2FA882D0}" dt="2023-03-28T14:49:05.043" v="407"/>
          <ac:inkMkLst>
            <pc:docMk/>
            <pc:sldMk cId="2141415106" sldId="260"/>
            <ac:inkMk id="411" creationId="{F7D5EB90-2BA5-48FE-B31F-C65F54102B4B}"/>
          </ac:inkMkLst>
        </pc:inkChg>
        <pc:inkChg chg="add del">
          <ac:chgData name="" userId="242feb3c33a8e7bf" providerId="LiveId" clId="{39C24DAF-E20C-4507-9157-C96F2FA882D0}" dt="2023-03-28T14:49:05.043" v="407"/>
          <ac:inkMkLst>
            <pc:docMk/>
            <pc:sldMk cId="2141415106" sldId="260"/>
            <ac:inkMk id="412" creationId="{8FE936F0-8213-4CFC-AB2C-8A6023CB8569}"/>
          </ac:inkMkLst>
        </pc:inkChg>
        <pc:inkChg chg="add del">
          <ac:chgData name="" userId="242feb3c33a8e7bf" providerId="LiveId" clId="{39C24DAF-E20C-4507-9157-C96F2FA882D0}" dt="2023-03-28T14:49:05.043" v="407"/>
          <ac:inkMkLst>
            <pc:docMk/>
            <pc:sldMk cId="2141415106" sldId="260"/>
            <ac:inkMk id="413" creationId="{2510D957-852D-4546-8268-EA31049B1169}"/>
          </ac:inkMkLst>
        </pc:inkChg>
        <pc:inkChg chg="add del">
          <ac:chgData name="" userId="242feb3c33a8e7bf" providerId="LiveId" clId="{39C24DAF-E20C-4507-9157-C96F2FA882D0}" dt="2023-03-28T14:49:05.043" v="407"/>
          <ac:inkMkLst>
            <pc:docMk/>
            <pc:sldMk cId="2141415106" sldId="260"/>
            <ac:inkMk id="414" creationId="{112D6CC0-F874-41C9-8FD0-D231899C34C6}"/>
          </ac:inkMkLst>
        </pc:inkChg>
        <pc:inkChg chg="add del">
          <ac:chgData name="" userId="242feb3c33a8e7bf" providerId="LiveId" clId="{39C24DAF-E20C-4507-9157-C96F2FA882D0}" dt="2023-03-28T14:49:05.043" v="407"/>
          <ac:inkMkLst>
            <pc:docMk/>
            <pc:sldMk cId="2141415106" sldId="260"/>
            <ac:inkMk id="415" creationId="{3D4C2FDB-14F4-46C4-89D4-D8C55EDFD50C}"/>
          </ac:inkMkLst>
        </pc:inkChg>
        <pc:inkChg chg="add">
          <ac:chgData name="" userId="242feb3c33a8e7bf" providerId="LiveId" clId="{39C24DAF-E20C-4507-9157-C96F2FA882D0}" dt="2023-03-28T14:49:05.043" v="407"/>
          <ac:inkMkLst>
            <pc:docMk/>
            <pc:sldMk cId="2141415106" sldId="260"/>
            <ac:inkMk id="416" creationId="{427B48F1-1078-4171-9221-D8D62E9E62F0}"/>
          </ac:inkMkLst>
        </pc:inkChg>
        <pc:inkChg chg="add">
          <ac:chgData name="" userId="242feb3c33a8e7bf" providerId="LiveId" clId="{39C24DAF-E20C-4507-9157-C96F2FA882D0}" dt="2023-03-28T14:49:05.043" v="407"/>
          <ac:inkMkLst>
            <pc:docMk/>
            <pc:sldMk cId="2141415106" sldId="260"/>
            <ac:inkMk id="417" creationId="{DEE7B74A-2D19-45A4-81C5-2CB7DD58FC64}"/>
          </ac:inkMkLst>
        </pc:inkChg>
        <pc:inkChg chg="add del">
          <ac:chgData name="" userId="242feb3c33a8e7bf" providerId="LiveId" clId="{39C24DAF-E20C-4507-9157-C96F2FA882D0}" dt="2023-03-28T14:49:22.888" v="413"/>
          <ac:inkMkLst>
            <pc:docMk/>
            <pc:sldMk cId="2141415106" sldId="260"/>
            <ac:inkMk id="418" creationId="{282503D0-A495-4A07-B207-C90116DFE735}"/>
          </ac:inkMkLst>
        </pc:inkChg>
        <pc:inkChg chg="add del">
          <ac:chgData name="" userId="242feb3c33a8e7bf" providerId="LiveId" clId="{39C24DAF-E20C-4507-9157-C96F2FA882D0}" dt="2023-03-28T14:49:22.888" v="413"/>
          <ac:inkMkLst>
            <pc:docMk/>
            <pc:sldMk cId="2141415106" sldId="260"/>
            <ac:inkMk id="419" creationId="{4C5174BA-A5CE-430B-8315-62B590CABCF0}"/>
          </ac:inkMkLst>
        </pc:inkChg>
        <pc:inkChg chg="add del">
          <ac:chgData name="" userId="242feb3c33a8e7bf" providerId="LiveId" clId="{39C24DAF-E20C-4507-9157-C96F2FA882D0}" dt="2023-03-28T14:49:22.888" v="413"/>
          <ac:inkMkLst>
            <pc:docMk/>
            <pc:sldMk cId="2141415106" sldId="260"/>
            <ac:inkMk id="420" creationId="{3A9C1559-0FFB-4FCD-8A22-FE926EB2AEF0}"/>
          </ac:inkMkLst>
        </pc:inkChg>
        <pc:inkChg chg="add del">
          <ac:chgData name="" userId="242feb3c33a8e7bf" providerId="LiveId" clId="{39C24DAF-E20C-4507-9157-C96F2FA882D0}" dt="2023-03-28T14:49:22.888" v="413"/>
          <ac:inkMkLst>
            <pc:docMk/>
            <pc:sldMk cId="2141415106" sldId="260"/>
            <ac:inkMk id="421" creationId="{41821DF1-CBEB-444A-AF2F-BB218972F307}"/>
          </ac:inkMkLst>
        </pc:inkChg>
        <pc:inkChg chg="add del">
          <ac:chgData name="" userId="242feb3c33a8e7bf" providerId="LiveId" clId="{39C24DAF-E20C-4507-9157-C96F2FA882D0}" dt="2023-03-28T14:49:22.888" v="413"/>
          <ac:inkMkLst>
            <pc:docMk/>
            <pc:sldMk cId="2141415106" sldId="260"/>
            <ac:inkMk id="422" creationId="{07B620F4-F38A-48B4-967D-98FD254A3C71}"/>
          </ac:inkMkLst>
        </pc:inkChg>
        <pc:inkChg chg="add">
          <ac:chgData name="" userId="242feb3c33a8e7bf" providerId="LiveId" clId="{39C24DAF-E20C-4507-9157-C96F2FA882D0}" dt="2023-03-28T14:49:22.888" v="413"/>
          <ac:inkMkLst>
            <pc:docMk/>
            <pc:sldMk cId="2141415106" sldId="260"/>
            <ac:inkMk id="423" creationId="{744C87A5-6865-4A63-948C-BA99654C60CB}"/>
          </ac:inkMkLst>
        </pc:inkChg>
        <pc:inkChg chg="add">
          <ac:chgData name="" userId="242feb3c33a8e7bf" providerId="LiveId" clId="{39C24DAF-E20C-4507-9157-C96F2FA882D0}" dt="2023-03-28T14:49:23.675" v="414"/>
          <ac:inkMkLst>
            <pc:docMk/>
            <pc:sldMk cId="2141415106" sldId="260"/>
            <ac:inkMk id="424" creationId="{D2CAA76F-F5F2-47C0-A403-E96E5A3A1819}"/>
          </ac:inkMkLst>
        </pc:inkChg>
        <pc:inkChg chg="add">
          <ac:chgData name="" userId="242feb3c33a8e7bf" providerId="LiveId" clId="{39C24DAF-E20C-4507-9157-C96F2FA882D0}" dt="2023-03-28T14:49:24.131" v="415"/>
          <ac:inkMkLst>
            <pc:docMk/>
            <pc:sldMk cId="2141415106" sldId="260"/>
            <ac:inkMk id="425" creationId="{8DB832D1-F610-43F5-BFB3-D76011494A6C}"/>
          </ac:inkMkLst>
        </pc:inkChg>
        <pc:inkChg chg="add">
          <ac:chgData name="" userId="242feb3c33a8e7bf" providerId="LiveId" clId="{39C24DAF-E20C-4507-9157-C96F2FA882D0}" dt="2023-03-28T14:49:27.420" v="416"/>
          <ac:inkMkLst>
            <pc:docMk/>
            <pc:sldMk cId="2141415106" sldId="260"/>
            <ac:inkMk id="426" creationId="{B82B6706-E81D-4EE0-B46E-16D5B09027E8}"/>
          </ac:inkMkLst>
        </pc:inkChg>
        <pc:inkChg chg="add">
          <ac:chgData name="" userId="242feb3c33a8e7bf" providerId="LiveId" clId="{39C24DAF-E20C-4507-9157-C96F2FA882D0}" dt="2023-03-28T14:49:28.117" v="417"/>
          <ac:inkMkLst>
            <pc:docMk/>
            <pc:sldMk cId="2141415106" sldId="260"/>
            <ac:inkMk id="427" creationId="{704E65A2-A6BA-4118-8F1F-5F42590BDC67}"/>
          </ac:inkMkLst>
        </pc:inkChg>
        <pc:inkChg chg="add">
          <ac:chgData name="" userId="242feb3c33a8e7bf" providerId="LiveId" clId="{39C24DAF-E20C-4507-9157-C96F2FA882D0}" dt="2023-03-28T14:49:28.705" v="418"/>
          <ac:inkMkLst>
            <pc:docMk/>
            <pc:sldMk cId="2141415106" sldId="260"/>
            <ac:inkMk id="428" creationId="{C16E8B7F-F528-4FB9-A414-92BC3FB587ED}"/>
          </ac:inkMkLst>
        </pc:inkChg>
        <pc:inkChg chg="add">
          <ac:chgData name="" userId="242feb3c33a8e7bf" providerId="LiveId" clId="{39C24DAF-E20C-4507-9157-C96F2FA882D0}" dt="2023-03-28T14:49:30.482" v="419"/>
          <ac:inkMkLst>
            <pc:docMk/>
            <pc:sldMk cId="2141415106" sldId="260"/>
            <ac:inkMk id="429" creationId="{E0F0F0C6-51F3-4D74-81BD-A82211DDD260}"/>
          </ac:inkMkLst>
        </pc:inkChg>
        <pc:inkChg chg="add">
          <ac:chgData name="" userId="242feb3c33a8e7bf" providerId="LiveId" clId="{39C24DAF-E20C-4507-9157-C96F2FA882D0}" dt="2023-03-28T14:49:31.132" v="420"/>
          <ac:inkMkLst>
            <pc:docMk/>
            <pc:sldMk cId="2141415106" sldId="260"/>
            <ac:inkMk id="430" creationId="{FB2A5DBC-1D2A-4870-B7E1-CC332C450D3D}"/>
          </ac:inkMkLst>
        </pc:inkChg>
        <pc:inkChg chg="add">
          <ac:chgData name="" userId="242feb3c33a8e7bf" providerId="LiveId" clId="{39C24DAF-E20C-4507-9157-C96F2FA882D0}" dt="2023-03-28T14:49:32.976" v="421"/>
          <ac:inkMkLst>
            <pc:docMk/>
            <pc:sldMk cId="2141415106" sldId="260"/>
            <ac:inkMk id="431" creationId="{8327382B-A2EA-4409-9B59-8CC21A734A86}"/>
          </ac:inkMkLst>
        </pc:inkChg>
        <pc:inkChg chg="add">
          <ac:chgData name="" userId="242feb3c33a8e7bf" providerId="LiveId" clId="{39C24DAF-E20C-4507-9157-C96F2FA882D0}" dt="2023-03-28T14:49:33.897" v="422"/>
          <ac:inkMkLst>
            <pc:docMk/>
            <pc:sldMk cId="2141415106" sldId="260"/>
            <ac:inkMk id="432" creationId="{E691F41A-0214-4D35-A956-75E15538B944}"/>
          </ac:inkMkLst>
        </pc:inkChg>
        <pc:inkChg chg="add del">
          <ac:chgData name="" userId="242feb3c33a8e7bf" providerId="LiveId" clId="{39C24DAF-E20C-4507-9157-C96F2FA882D0}" dt="2023-03-28T14:49:39.474" v="428"/>
          <ac:inkMkLst>
            <pc:docMk/>
            <pc:sldMk cId="2141415106" sldId="260"/>
            <ac:inkMk id="433" creationId="{1537A4C7-9DE1-4D2D-B414-B402D6CDDAF5}"/>
          </ac:inkMkLst>
        </pc:inkChg>
        <pc:inkChg chg="add del">
          <ac:chgData name="" userId="242feb3c33a8e7bf" providerId="LiveId" clId="{39C24DAF-E20C-4507-9157-C96F2FA882D0}" dt="2023-03-28T14:49:39.474" v="428"/>
          <ac:inkMkLst>
            <pc:docMk/>
            <pc:sldMk cId="2141415106" sldId="260"/>
            <ac:inkMk id="434" creationId="{423BA092-69DC-471A-875C-67409B371AF9}"/>
          </ac:inkMkLst>
        </pc:inkChg>
        <pc:inkChg chg="add del">
          <ac:chgData name="" userId="242feb3c33a8e7bf" providerId="LiveId" clId="{39C24DAF-E20C-4507-9157-C96F2FA882D0}" dt="2023-03-28T14:49:39.474" v="428"/>
          <ac:inkMkLst>
            <pc:docMk/>
            <pc:sldMk cId="2141415106" sldId="260"/>
            <ac:inkMk id="435" creationId="{A506481B-8920-4117-B14F-E0A99A6E1DD6}"/>
          </ac:inkMkLst>
        </pc:inkChg>
        <pc:inkChg chg="add del">
          <ac:chgData name="" userId="242feb3c33a8e7bf" providerId="LiveId" clId="{39C24DAF-E20C-4507-9157-C96F2FA882D0}" dt="2023-03-28T14:49:39.474" v="428"/>
          <ac:inkMkLst>
            <pc:docMk/>
            <pc:sldMk cId="2141415106" sldId="260"/>
            <ac:inkMk id="436" creationId="{8C63EC1C-9431-4C12-8DAE-801705C788B3}"/>
          </ac:inkMkLst>
        </pc:inkChg>
        <pc:inkChg chg="add del">
          <ac:chgData name="" userId="242feb3c33a8e7bf" providerId="LiveId" clId="{39C24DAF-E20C-4507-9157-C96F2FA882D0}" dt="2023-03-28T14:49:39.474" v="428"/>
          <ac:inkMkLst>
            <pc:docMk/>
            <pc:sldMk cId="2141415106" sldId="260"/>
            <ac:inkMk id="437" creationId="{CE9A1F85-6793-4FE8-B712-7C2432E12CFA}"/>
          </ac:inkMkLst>
        </pc:inkChg>
        <pc:inkChg chg="add del">
          <ac:chgData name="" userId="242feb3c33a8e7bf" providerId="LiveId" clId="{39C24DAF-E20C-4507-9157-C96F2FA882D0}" dt="2023-03-28T14:49:44.296" v="440"/>
          <ac:inkMkLst>
            <pc:docMk/>
            <pc:sldMk cId="2141415106" sldId="260"/>
            <ac:inkMk id="438" creationId="{25683C24-2897-422F-AD85-EEF8FA34DC31}"/>
          </ac:inkMkLst>
        </pc:inkChg>
        <pc:inkChg chg="add del">
          <ac:chgData name="" userId="242feb3c33a8e7bf" providerId="LiveId" clId="{39C24DAF-E20C-4507-9157-C96F2FA882D0}" dt="2023-03-28T14:49:44.296" v="440"/>
          <ac:inkMkLst>
            <pc:docMk/>
            <pc:sldMk cId="2141415106" sldId="260"/>
            <ac:inkMk id="439" creationId="{22525314-D566-4B8E-82A3-FD0518B43F22}"/>
          </ac:inkMkLst>
        </pc:inkChg>
        <pc:inkChg chg="add del">
          <ac:chgData name="" userId="242feb3c33a8e7bf" providerId="LiveId" clId="{39C24DAF-E20C-4507-9157-C96F2FA882D0}" dt="2023-03-28T14:49:44.296" v="440"/>
          <ac:inkMkLst>
            <pc:docMk/>
            <pc:sldMk cId="2141415106" sldId="260"/>
            <ac:inkMk id="440" creationId="{E3D989FC-EE70-4DEF-AA6C-F1F57F932B34}"/>
          </ac:inkMkLst>
        </pc:inkChg>
        <pc:inkChg chg="add del">
          <ac:chgData name="" userId="242feb3c33a8e7bf" providerId="LiveId" clId="{39C24DAF-E20C-4507-9157-C96F2FA882D0}" dt="2023-03-28T14:49:44.296" v="440"/>
          <ac:inkMkLst>
            <pc:docMk/>
            <pc:sldMk cId="2141415106" sldId="260"/>
            <ac:inkMk id="441" creationId="{5B800F55-0F9B-453A-A01C-F9193A3CF7BF}"/>
          </ac:inkMkLst>
        </pc:inkChg>
        <pc:inkChg chg="add del">
          <ac:chgData name="" userId="242feb3c33a8e7bf" providerId="LiveId" clId="{39C24DAF-E20C-4507-9157-C96F2FA882D0}" dt="2023-03-28T14:49:44.296" v="440"/>
          <ac:inkMkLst>
            <pc:docMk/>
            <pc:sldMk cId="2141415106" sldId="260"/>
            <ac:inkMk id="442" creationId="{826D27F3-4F31-4C9C-901A-3BB72FA407F0}"/>
          </ac:inkMkLst>
        </pc:inkChg>
        <pc:inkChg chg="add del">
          <ac:chgData name="" userId="242feb3c33a8e7bf" providerId="LiveId" clId="{39C24DAF-E20C-4507-9157-C96F2FA882D0}" dt="2023-03-28T14:49:44.296" v="440"/>
          <ac:inkMkLst>
            <pc:docMk/>
            <pc:sldMk cId="2141415106" sldId="260"/>
            <ac:inkMk id="443" creationId="{E48F8A01-4936-4469-8E10-C8FF9C411F4C}"/>
          </ac:inkMkLst>
        </pc:inkChg>
        <pc:inkChg chg="add del">
          <ac:chgData name="" userId="242feb3c33a8e7bf" providerId="LiveId" clId="{39C24DAF-E20C-4507-9157-C96F2FA882D0}" dt="2023-03-28T14:49:44.296" v="440"/>
          <ac:inkMkLst>
            <pc:docMk/>
            <pc:sldMk cId="2141415106" sldId="260"/>
            <ac:inkMk id="444" creationId="{A80C1A67-A0EB-4991-84B8-91E249F93AE9}"/>
          </ac:inkMkLst>
        </pc:inkChg>
        <pc:inkChg chg="add del">
          <ac:chgData name="" userId="242feb3c33a8e7bf" providerId="LiveId" clId="{39C24DAF-E20C-4507-9157-C96F2FA882D0}" dt="2023-03-28T14:49:44.296" v="440"/>
          <ac:inkMkLst>
            <pc:docMk/>
            <pc:sldMk cId="2141415106" sldId="260"/>
            <ac:inkMk id="445" creationId="{EAD29FA6-3E0C-420D-942C-7F7D5E3F125F}"/>
          </ac:inkMkLst>
        </pc:inkChg>
        <pc:inkChg chg="add del">
          <ac:chgData name="" userId="242feb3c33a8e7bf" providerId="LiveId" clId="{39C24DAF-E20C-4507-9157-C96F2FA882D0}" dt="2023-03-28T14:49:44.296" v="440"/>
          <ac:inkMkLst>
            <pc:docMk/>
            <pc:sldMk cId="2141415106" sldId="260"/>
            <ac:inkMk id="446" creationId="{6F775BB3-8CE5-4917-9FDC-F4556E773DA4}"/>
          </ac:inkMkLst>
        </pc:inkChg>
        <pc:inkChg chg="add del">
          <ac:chgData name="" userId="242feb3c33a8e7bf" providerId="LiveId" clId="{39C24DAF-E20C-4507-9157-C96F2FA882D0}" dt="2023-03-28T14:49:44.296" v="440"/>
          <ac:inkMkLst>
            <pc:docMk/>
            <pc:sldMk cId="2141415106" sldId="260"/>
            <ac:inkMk id="447" creationId="{59084875-DB9B-4DBD-A77E-3E80872D7830}"/>
          </ac:inkMkLst>
        </pc:inkChg>
        <pc:inkChg chg="add del">
          <ac:chgData name="" userId="242feb3c33a8e7bf" providerId="LiveId" clId="{39C24DAF-E20C-4507-9157-C96F2FA882D0}" dt="2023-03-28T14:49:44.296" v="440"/>
          <ac:inkMkLst>
            <pc:docMk/>
            <pc:sldMk cId="2141415106" sldId="260"/>
            <ac:inkMk id="448" creationId="{E050E0F7-5F78-4EE7-A71D-271A07E37498}"/>
          </ac:inkMkLst>
        </pc:inkChg>
        <pc:inkChg chg="add del">
          <ac:chgData name="" userId="242feb3c33a8e7bf" providerId="LiveId" clId="{39C24DAF-E20C-4507-9157-C96F2FA882D0}" dt="2023-03-28T14:49:44.296" v="440"/>
          <ac:inkMkLst>
            <pc:docMk/>
            <pc:sldMk cId="2141415106" sldId="260"/>
            <ac:inkMk id="449" creationId="{071CE03D-0BB9-4273-B7D4-B3479143EF01}"/>
          </ac:inkMkLst>
        </pc:inkChg>
        <pc:inkChg chg="add">
          <ac:chgData name="" userId="242feb3c33a8e7bf" providerId="LiveId" clId="{39C24DAF-E20C-4507-9157-C96F2FA882D0}" dt="2023-03-28T14:49:44.296" v="440"/>
          <ac:inkMkLst>
            <pc:docMk/>
            <pc:sldMk cId="2141415106" sldId="260"/>
            <ac:inkMk id="450" creationId="{DC429FA6-F06A-4500-8D52-E5402DAF90CD}"/>
          </ac:inkMkLst>
        </pc:inkChg>
        <pc:inkChg chg="add">
          <ac:chgData name="" userId="242feb3c33a8e7bf" providerId="LiveId" clId="{39C24DAF-E20C-4507-9157-C96F2FA882D0}" dt="2023-03-28T14:49:44.296" v="440"/>
          <ac:inkMkLst>
            <pc:docMk/>
            <pc:sldMk cId="2141415106" sldId="260"/>
            <ac:inkMk id="451" creationId="{B94BD19F-157D-4FF5-A88D-50A987892302}"/>
          </ac:inkMkLst>
        </pc:inkChg>
        <pc:inkChg chg="add del">
          <ac:chgData name="" userId="242feb3c33a8e7bf" providerId="LiveId" clId="{39C24DAF-E20C-4507-9157-C96F2FA882D0}" dt="2023-03-28T14:49:51.200" v="443"/>
          <ac:inkMkLst>
            <pc:docMk/>
            <pc:sldMk cId="2141415106" sldId="260"/>
            <ac:inkMk id="452" creationId="{2700FA99-F69A-4B8C-A635-240915751B0A}"/>
          </ac:inkMkLst>
        </pc:inkChg>
        <pc:inkChg chg="add del">
          <ac:chgData name="" userId="242feb3c33a8e7bf" providerId="LiveId" clId="{39C24DAF-E20C-4507-9157-C96F2FA882D0}" dt="2023-03-28T14:49:51.200" v="443"/>
          <ac:inkMkLst>
            <pc:docMk/>
            <pc:sldMk cId="2141415106" sldId="260"/>
            <ac:inkMk id="453" creationId="{B915FF71-D5FE-4CC5-A165-B128DDDE54C3}"/>
          </ac:inkMkLst>
        </pc:inkChg>
        <pc:inkChg chg="add">
          <ac:chgData name="" userId="242feb3c33a8e7bf" providerId="LiveId" clId="{39C24DAF-E20C-4507-9157-C96F2FA882D0}" dt="2023-03-28T14:49:51.200" v="443"/>
          <ac:inkMkLst>
            <pc:docMk/>
            <pc:sldMk cId="2141415106" sldId="260"/>
            <ac:inkMk id="454" creationId="{5073A55E-8024-41BE-8C4A-22E0EB4791B7}"/>
          </ac:inkMkLst>
        </pc:inkChg>
        <pc:inkChg chg="add del">
          <ac:chgData name="" userId="242feb3c33a8e7bf" providerId="LiveId" clId="{39C24DAF-E20C-4507-9157-C96F2FA882D0}" dt="2023-03-28T14:49:54.085" v="446"/>
          <ac:inkMkLst>
            <pc:docMk/>
            <pc:sldMk cId="2141415106" sldId="260"/>
            <ac:inkMk id="455" creationId="{AB2E5CA3-610C-4481-BF4A-6B8D9F7CC783}"/>
          </ac:inkMkLst>
        </pc:inkChg>
        <pc:inkChg chg="add del">
          <ac:chgData name="" userId="242feb3c33a8e7bf" providerId="LiveId" clId="{39C24DAF-E20C-4507-9157-C96F2FA882D0}" dt="2023-03-28T14:49:54.085" v="446"/>
          <ac:inkMkLst>
            <pc:docMk/>
            <pc:sldMk cId="2141415106" sldId="260"/>
            <ac:inkMk id="456" creationId="{441999C3-B878-4C6C-9911-7A34B470B16C}"/>
          </ac:inkMkLst>
        </pc:inkChg>
        <pc:inkChg chg="add">
          <ac:chgData name="" userId="242feb3c33a8e7bf" providerId="LiveId" clId="{39C24DAF-E20C-4507-9157-C96F2FA882D0}" dt="2023-03-28T14:49:54.085" v="446"/>
          <ac:inkMkLst>
            <pc:docMk/>
            <pc:sldMk cId="2141415106" sldId="260"/>
            <ac:inkMk id="457" creationId="{A33A9C2A-6550-4040-B12D-A28F1FE2D9A3}"/>
          </ac:inkMkLst>
        </pc:inkChg>
        <pc:inkChg chg="add del">
          <ac:chgData name="" userId="242feb3c33a8e7bf" providerId="LiveId" clId="{39C24DAF-E20C-4507-9157-C96F2FA882D0}" dt="2023-03-28T14:49:55.365" v="449"/>
          <ac:inkMkLst>
            <pc:docMk/>
            <pc:sldMk cId="2141415106" sldId="260"/>
            <ac:inkMk id="458" creationId="{E89DA424-289C-4FDC-9411-DF84836E6848}"/>
          </ac:inkMkLst>
        </pc:inkChg>
        <pc:inkChg chg="add del">
          <ac:chgData name="" userId="242feb3c33a8e7bf" providerId="LiveId" clId="{39C24DAF-E20C-4507-9157-C96F2FA882D0}" dt="2023-03-28T14:49:55.365" v="449"/>
          <ac:inkMkLst>
            <pc:docMk/>
            <pc:sldMk cId="2141415106" sldId="260"/>
            <ac:inkMk id="459" creationId="{47E1BECA-1344-4C57-AE60-5DA953701237}"/>
          </ac:inkMkLst>
        </pc:inkChg>
        <pc:inkChg chg="add del">
          <ac:chgData name="" userId="242feb3c33a8e7bf" providerId="LiveId" clId="{39C24DAF-E20C-4507-9157-C96F2FA882D0}" dt="2023-03-28T14:49:56.737" v="452"/>
          <ac:inkMkLst>
            <pc:docMk/>
            <pc:sldMk cId="2141415106" sldId="260"/>
            <ac:inkMk id="460" creationId="{2949A30B-7057-401B-8323-8063C16E2829}"/>
          </ac:inkMkLst>
        </pc:inkChg>
        <pc:inkChg chg="add del">
          <ac:chgData name="" userId="242feb3c33a8e7bf" providerId="LiveId" clId="{39C24DAF-E20C-4507-9157-C96F2FA882D0}" dt="2023-03-28T14:49:56.737" v="452"/>
          <ac:inkMkLst>
            <pc:docMk/>
            <pc:sldMk cId="2141415106" sldId="260"/>
            <ac:inkMk id="461" creationId="{0670428B-DD03-4FB9-BFC4-D7BD57E35D14}"/>
          </ac:inkMkLst>
        </pc:inkChg>
        <pc:inkChg chg="add del">
          <ac:chgData name="" userId="242feb3c33a8e7bf" providerId="LiveId" clId="{39C24DAF-E20C-4507-9157-C96F2FA882D0}" dt="2023-03-28T14:49:56.737" v="452"/>
          <ac:inkMkLst>
            <pc:docMk/>
            <pc:sldMk cId="2141415106" sldId="260"/>
            <ac:inkMk id="462" creationId="{CDC9B45D-EEC1-4D33-B605-192CCB439E69}"/>
          </ac:inkMkLst>
        </pc:inkChg>
        <pc:inkChg chg="add">
          <ac:chgData name="" userId="242feb3c33a8e7bf" providerId="LiveId" clId="{39C24DAF-E20C-4507-9157-C96F2FA882D0}" dt="2023-03-28T14:49:56.737" v="452"/>
          <ac:inkMkLst>
            <pc:docMk/>
            <pc:sldMk cId="2141415106" sldId="260"/>
            <ac:inkMk id="463" creationId="{53C3339F-A0B4-424E-8725-AB75194450F2}"/>
          </ac:inkMkLst>
        </pc:inkChg>
        <pc:inkChg chg="add del">
          <ac:chgData name="" userId="242feb3c33a8e7bf" providerId="LiveId" clId="{39C24DAF-E20C-4507-9157-C96F2FA882D0}" dt="2023-03-28T14:50:01.246" v="460"/>
          <ac:inkMkLst>
            <pc:docMk/>
            <pc:sldMk cId="2141415106" sldId="260"/>
            <ac:inkMk id="464" creationId="{9098CB35-6390-4A90-821F-57FB2EA9C0AD}"/>
          </ac:inkMkLst>
        </pc:inkChg>
        <pc:inkChg chg="add del">
          <ac:chgData name="" userId="242feb3c33a8e7bf" providerId="LiveId" clId="{39C24DAF-E20C-4507-9157-C96F2FA882D0}" dt="2023-03-28T14:50:01.246" v="460"/>
          <ac:inkMkLst>
            <pc:docMk/>
            <pc:sldMk cId="2141415106" sldId="260"/>
            <ac:inkMk id="465" creationId="{84D60911-56E7-4379-A637-7D8D1E33E099}"/>
          </ac:inkMkLst>
        </pc:inkChg>
        <pc:inkChg chg="add del">
          <ac:chgData name="" userId="242feb3c33a8e7bf" providerId="LiveId" clId="{39C24DAF-E20C-4507-9157-C96F2FA882D0}" dt="2023-03-28T14:50:01.246" v="460"/>
          <ac:inkMkLst>
            <pc:docMk/>
            <pc:sldMk cId="2141415106" sldId="260"/>
            <ac:inkMk id="466" creationId="{5FA20F5A-398F-4389-B318-1EB82160D456}"/>
          </ac:inkMkLst>
        </pc:inkChg>
        <pc:inkChg chg="add del">
          <ac:chgData name="" userId="242feb3c33a8e7bf" providerId="LiveId" clId="{39C24DAF-E20C-4507-9157-C96F2FA882D0}" dt="2023-03-28T14:50:01.246" v="460"/>
          <ac:inkMkLst>
            <pc:docMk/>
            <pc:sldMk cId="2141415106" sldId="260"/>
            <ac:inkMk id="467" creationId="{B79BD077-0B1A-4854-A672-CFB79AAB621D}"/>
          </ac:inkMkLst>
        </pc:inkChg>
        <pc:inkChg chg="add del">
          <ac:chgData name="" userId="242feb3c33a8e7bf" providerId="LiveId" clId="{39C24DAF-E20C-4507-9157-C96F2FA882D0}" dt="2023-03-28T14:50:01.246" v="460"/>
          <ac:inkMkLst>
            <pc:docMk/>
            <pc:sldMk cId="2141415106" sldId="260"/>
            <ac:inkMk id="468" creationId="{040556AD-4858-47C0-AB95-3F1551C9F6DB}"/>
          </ac:inkMkLst>
        </pc:inkChg>
        <pc:inkChg chg="add del">
          <ac:chgData name="" userId="242feb3c33a8e7bf" providerId="LiveId" clId="{39C24DAF-E20C-4507-9157-C96F2FA882D0}" dt="2023-03-28T14:50:01.246" v="460"/>
          <ac:inkMkLst>
            <pc:docMk/>
            <pc:sldMk cId="2141415106" sldId="260"/>
            <ac:inkMk id="469" creationId="{CD28DD18-EECC-40AB-BA81-6CA5959FD22F}"/>
          </ac:inkMkLst>
        </pc:inkChg>
        <pc:inkChg chg="add del">
          <ac:chgData name="" userId="242feb3c33a8e7bf" providerId="LiveId" clId="{39C24DAF-E20C-4507-9157-C96F2FA882D0}" dt="2023-03-28T14:50:01.246" v="460"/>
          <ac:inkMkLst>
            <pc:docMk/>
            <pc:sldMk cId="2141415106" sldId="260"/>
            <ac:inkMk id="470" creationId="{FCCB8160-A600-4561-8B99-987EAB096535}"/>
          </ac:inkMkLst>
        </pc:inkChg>
        <pc:inkChg chg="add del">
          <ac:chgData name="" userId="242feb3c33a8e7bf" providerId="LiveId" clId="{39C24DAF-E20C-4507-9157-C96F2FA882D0}" dt="2023-03-28T14:50:02.583" v="463"/>
          <ac:inkMkLst>
            <pc:docMk/>
            <pc:sldMk cId="2141415106" sldId="260"/>
            <ac:inkMk id="471" creationId="{DEB948E1-6978-4688-943A-3E476EE6153B}"/>
          </ac:inkMkLst>
        </pc:inkChg>
        <pc:inkChg chg="add">
          <ac:chgData name="" userId="242feb3c33a8e7bf" providerId="LiveId" clId="{39C24DAF-E20C-4507-9157-C96F2FA882D0}" dt="2023-03-28T14:50:01.246" v="460"/>
          <ac:inkMkLst>
            <pc:docMk/>
            <pc:sldMk cId="2141415106" sldId="260"/>
            <ac:inkMk id="472" creationId="{F4E1EAEA-5248-4776-B9E0-E9F7F2962CC0}"/>
          </ac:inkMkLst>
        </pc:inkChg>
        <pc:inkChg chg="add del">
          <ac:chgData name="" userId="242feb3c33a8e7bf" providerId="LiveId" clId="{39C24DAF-E20C-4507-9157-C96F2FA882D0}" dt="2023-03-28T14:50:02.583" v="463"/>
          <ac:inkMkLst>
            <pc:docMk/>
            <pc:sldMk cId="2141415106" sldId="260"/>
            <ac:inkMk id="473" creationId="{FF4EB281-3AF0-47A0-927B-FD3F898A8176}"/>
          </ac:inkMkLst>
        </pc:inkChg>
        <pc:inkChg chg="add del">
          <ac:chgData name="" userId="242feb3c33a8e7bf" providerId="LiveId" clId="{39C24DAF-E20C-4507-9157-C96F2FA882D0}" dt="2023-03-28T14:50:02.583" v="463"/>
          <ac:inkMkLst>
            <pc:docMk/>
            <pc:sldMk cId="2141415106" sldId="260"/>
            <ac:inkMk id="474" creationId="{04E74A62-2238-46E7-B48A-7BFA80615EE6}"/>
          </ac:inkMkLst>
        </pc:inkChg>
        <pc:inkChg chg="add">
          <ac:chgData name="" userId="242feb3c33a8e7bf" providerId="LiveId" clId="{39C24DAF-E20C-4507-9157-C96F2FA882D0}" dt="2023-03-28T14:50:02.583" v="463"/>
          <ac:inkMkLst>
            <pc:docMk/>
            <pc:sldMk cId="2141415106" sldId="260"/>
            <ac:inkMk id="475" creationId="{E793FCF8-724E-4464-8951-9FA2EB84A2EC}"/>
          </ac:inkMkLst>
        </pc:inkChg>
        <pc:inkChg chg="add del">
          <ac:chgData name="" userId="242feb3c33a8e7bf" providerId="LiveId" clId="{39C24DAF-E20C-4507-9157-C96F2FA882D0}" dt="2023-03-28T14:50:07.461" v="472"/>
          <ac:inkMkLst>
            <pc:docMk/>
            <pc:sldMk cId="2141415106" sldId="260"/>
            <ac:inkMk id="476" creationId="{ABF86882-38C6-49AB-A870-ED79D0D09460}"/>
          </ac:inkMkLst>
        </pc:inkChg>
        <pc:inkChg chg="add del">
          <ac:chgData name="" userId="242feb3c33a8e7bf" providerId="LiveId" clId="{39C24DAF-E20C-4507-9157-C96F2FA882D0}" dt="2023-03-28T14:50:07.461" v="472"/>
          <ac:inkMkLst>
            <pc:docMk/>
            <pc:sldMk cId="2141415106" sldId="260"/>
            <ac:inkMk id="477" creationId="{37A40B97-34C2-4186-A775-395098559B5B}"/>
          </ac:inkMkLst>
        </pc:inkChg>
        <pc:inkChg chg="add del">
          <ac:chgData name="" userId="242feb3c33a8e7bf" providerId="LiveId" clId="{39C24DAF-E20C-4507-9157-C96F2FA882D0}" dt="2023-03-28T14:50:07.461" v="472"/>
          <ac:inkMkLst>
            <pc:docMk/>
            <pc:sldMk cId="2141415106" sldId="260"/>
            <ac:inkMk id="478" creationId="{97F88474-6C4A-4AA0-9662-A257C608EB1A}"/>
          </ac:inkMkLst>
        </pc:inkChg>
        <pc:inkChg chg="add del">
          <ac:chgData name="" userId="242feb3c33a8e7bf" providerId="LiveId" clId="{39C24DAF-E20C-4507-9157-C96F2FA882D0}" dt="2023-03-28T14:50:07.461" v="472"/>
          <ac:inkMkLst>
            <pc:docMk/>
            <pc:sldMk cId="2141415106" sldId="260"/>
            <ac:inkMk id="479" creationId="{F504D6D1-2354-497F-A80F-4C6C14CC2BCC}"/>
          </ac:inkMkLst>
        </pc:inkChg>
        <pc:inkChg chg="add del">
          <ac:chgData name="" userId="242feb3c33a8e7bf" providerId="LiveId" clId="{39C24DAF-E20C-4507-9157-C96F2FA882D0}" dt="2023-03-28T14:50:07.461" v="472"/>
          <ac:inkMkLst>
            <pc:docMk/>
            <pc:sldMk cId="2141415106" sldId="260"/>
            <ac:inkMk id="480" creationId="{D1E892F4-3B18-4D0C-B373-D35BB23BFB79}"/>
          </ac:inkMkLst>
        </pc:inkChg>
        <pc:inkChg chg="add del">
          <ac:chgData name="" userId="242feb3c33a8e7bf" providerId="LiveId" clId="{39C24DAF-E20C-4507-9157-C96F2FA882D0}" dt="2023-03-28T14:50:07.461" v="472"/>
          <ac:inkMkLst>
            <pc:docMk/>
            <pc:sldMk cId="2141415106" sldId="260"/>
            <ac:inkMk id="481" creationId="{D85CDC08-3F07-45F8-A7C1-67024F0DD85A}"/>
          </ac:inkMkLst>
        </pc:inkChg>
        <pc:inkChg chg="add del">
          <ac:chgData name="" userId="242feb3c33a8e7bf" providerId="LiveId" clId="{39C24DAF-E20C-4507-9157-C96F2FA882D0}" dt="2023-03-28T14:50:07.461" v="472"/>
          <ac:inkMkLst>
            <pc:docMk/>
            <pc:sldMk cId="2141415106" sldId="260"/>
            <ac:inkMk id="482" creationId="{C72F2AEF-97DE-43DA-9713-2D57878567F8}"/>
          </ac:inkMkLst>
        </pc:inkChg>
        <pc:inkChg chg="add del">
          <ac:chgData name="" userId="242feb3c33a8e7bf" providerId="LiveId" clId="{39C24DAF-E20C-4507-9157-C96F2FA882D0}" dt="2023-03-28T14:50:07.461" v="472"/>
          <ac:inkMkLst>
            <pc:docMk/>
            <pc:sldMk cId="2141415106" sldId="260"/>
            <ac:inkMk id="483" creationId="{F0D9503C-D5BE-4BD7-8B6E-279B104FC64E}"/>
          </ac:inkMkLst>
        </pc:inkChg>
        <pc:inkChg chg="add">
          <ac:chgData name="" userId="242feb3c33a8e7bf" providerId="LiveId" clId="{39C24DAF-E20C-4507-9157-C96F2FA882D0}" dt="2023-03-28T14:50:07.461" v="472"/>
          <ac:inkMkLst>
            <pc:docMk/>
            <pc:sldMk cId="2141415106" sldId="260"/>
            <ac:inkMk id="484" creationId="{6BE52352-B9BE-4394-A039-CC0B0F98D001}"/>
          </ac:inkMkLst>
        </pc:inkChg>
        <pc:inkChg chg="add">
          <ac:chgData name="" userId="242feb3c33a8e7bf" providerId="LiveId" clId="{39C24DAF-E20C-4507-9157-C96F2FA882D0}" dt="2023-03-28T14:50:13.454" v="473"/>
          <ac:inkMkLst>
            <pc:docMk/>
            <pc:sldMk cId="2141415106" sldId="260"/>
            <ac:inkMk id="485" creationId="{D0E51DAD-BBBF-48A6-A059-C615727FB456}"/>
          </ac:inkMkLst>
        </pc:inkChg>
        <pc:inkChg chg="add del">
          <ac:chgData name="" userId="242feb3c33a8e7bf" providerId="LiveId" clId="{39C24DAF-E20C-4507-9157-C96F2FA882D0}" dt="2023-03-28T14:50:16.914" v="478"/>
          <ac:inkMkLst>
            <pc:docMk/>
            <pc:sldMk cId="2141415106" sldId="260"/>
            <ac:inkMk id="486" creationId="{A08F587F-4861-4E0C-B552-4209608B4B93}"/>
          </ac:inkMkLst>
        </pc:inkChg>
        <pc:inkChg chg="add del">
          <ac:chgData name="" userId="242feb3c33a8e7bf" providerId="LiveId" clId="{39C24DAF-E20C-4507-9157-C96F2FA882D0}" dt="2023-03-28T14:50:16.914" v="478"/>
          <ac:inkMkLst>
            <pc:docMk/>
            <pc:sldMk cId="2141415106" sldId="260"/>
            <ac:inkMk id="487" creationId="{E3679695-6677-45D2-A40A-95B7E30C9B29}"/>
          </ac:inkMkLst>
        </pc:inkChg>
        <pc:inkChg chg="add">
          <ac:chgData name="" userId="242feb3c33a8e7bf" providerId="LiveId" clId="{39C24DAF-E20C-4507-9157-C96F2FA882D0}" dt="2023-03-28T14:50:15.018" v="476"/>
          <ac:inkMkLst>
            <pc:docMk/>
            <pc:sldMk cId="2141415106" sldId="260"/>
            <ac:inkMk id="488" creationId="{A85C5AB6-917A-4A46-9BC6-AAB4268F4010}"/>
          </ac:inkMkLst>
        </pc:inkChg>
        <pc:inkChg chg="add del">
          <ac:chgData name="" userId="242feb3c33a8e7bf" providerId="LiveId" clId="{39C24DAF-E20C-4507-9157-C96F2FA882D0}" dt="2023-03-28T14:50:17.762" v="479"/>
          <ac:inkMkLst>
            <pc:docMk/>
            <pc:sldMk cId="2141415106" sldId="260"/>
            <ac:inkMk id="489" creationId="{B5148D18-4761-4613-BE16-B090E2F58148}"/>
          </ac:inkMkLst>
        </pc:inkChg>
        <pc:inkChg chg="add">
          <ac:chgData name="" userId="242feb3c33a8e7bf" providerId="LiveId" clId="{39C24DAF-E20C-4507-9157-C96F2FA882D0}" dt="2023-03-28T14:50:16.914" v="478"/>
          <ac:inkMkLst>
            <pc:docMk/>
            <pc:sldMk cId="2141415106" sldId="260"/>
            <ac:inkMk id="490" creationId="{8FAC10B1-1B70-4031-A9AD-52A426FF8FB3}"/>
          </ac:inkMkLst>
        </pc:inkChg>
        <pc:inkChg chg="add del">
          <ac:chgData name="" userId="242feb3c33a8e7bf" providerId="LiveId" clId="{39C24DAF-E20C-4507-9157-C96F2FA882D0}" dt="2023-03-28T14:50:28.868" v="510"/>
          <ac:inkMkLst>
            <pc:docMk/>
            <pc:sldMk cId="2141415106" sldId="260"/>
            <ac:inkMk id="491" creationId="{7FD41CD3-7682-4720-8F53-4A3A7F79FE85}"/>
          </ac:inkMkLst>
        </pc:inkChg>
        <pc:inkChg chg="add del">
          <ac:chgData name="" userId="242feb3c33a8e7bf" providerId="LiveId" clId="{39C24DAF-E20C-4507-9157-C96F2FA882D0}" dt="2023-03-28T14:50:28.868" v="510"/>
          <ac:inkMkLst>
            <pc:docMk/>
            <pc:sldMk cId="2141415106" sldId="260"/>
            <ac:inkMk id="492" creationId="{22299DCB-7972-436F-995E-8CA3216E03E4}"/>
          </ac:inkMkLst>
        </pc:inkChg>
        <pc:inkChg chg="add del">
          <ac:chgData name="" userId="242feb3c33a8e7bf" providerId="LiveId" clId="{39C24DAF-E20C-4507-9157-C96F2FA882D0}" dt="2023-03-28T14:50:28.868" v="510"/>
          <ac:inkMkLst>
            <pc:docMk/>
            <pc:sldMk cId="2141415106" sldId="260"/>
            <ac:inkMk id="493" creationId="{BE7A5492-F7D4-4DDC-A7A8-D4D01612F290}"/>
          </ac:inkMkLst>
        </pc:inkChg>
        <pc:inkChg chg="add del">
          <ac:chgData name="" userId="242feb3c33a8e7bf" providerId="LiveId" clId="{39C24DAF-E20C-4507-9157-C96F2FA882D0}" dt="2023-03-28T14:50:28.868" v="510"/>
          <ac:inkMkLst>
            <pc:docMk/>
            <pc:sldMk cId="2141415106" sldId="260"/>
            <ac:inkMk id="494" creationId="{17C1F424-4272-47C7-B1DA-5990BD88E663}"/>
          </ac:inkMkLst>
        </pc:inkChg>
        <pc:inkChg chg="add del">
          <ac:chgData name="" userId="242feb3c33a8e7bf" providerId="LiveId" clId="{39C24DAF-E20C-4507-9157-C96F2FA882D0}" dt="2023-03-28T14:50:28.868" v="510"/>
          <ac:inkMkLst>
            <pc:docMk/>
            <pc:sldMk cId="2141415106" sldId="260"/>
            <ac:inkMk id="495" creationId="{F87B5D5A-EAD6-4A34-A5C9-41F6D64679B2}"/>
          </ac:inkMkLst>
        </pc:inkChg>
        <pc:inkChg chg="add del">
          <ac:chgData name="" userId="242feb3c33a8e7bf" providerId="LiveId" clId="{39C24DAF-E20C-4507-9157-C96F2FA882D0}" dt="2023-03-28T14:50:28.868" v="510"/>
          <ac:inkMkLst>
            <pc:docMk/>
            <pc:sldMk cId="2141415106" sldId="260"/>
            <ac:inkMk id="496" creationId="{0B9F2CB6-36E1-41E3-A4E6-44BE4AE2A061}"/>
          </ac:inkMkLst>
        </pc:inkChg>
        <pc:inkChg chg="add del">
          <ac:chgData name="" userId="242feb3c33a8e7bf" providerId="LiveId" clId="{39C24DAF-E20C-4507-9157-C96F2FA882D0}" dt="2023-03-28T14:50:28.868" v="510"/>
          <ac:inkMkLst>
            <pc:docMk/>
            <pc:sldMk cId="2141415106" sldId="260"/>
            <ac:inkMk id="497" creationId="{B2229F61-3419-4FBE-9A2A-5C0659C3C5B1}"/>
          </ac:inkMkLst>
        </pc:inkChg>
        <pc:inkChg chg="add del">
          <ac:chgData name="" userId="242feb3c33a8e7bf" providerId="LiveId" clId="{39C24DAF-E20C-4507-9157-C96F2FA882D0}" dt="2023-03-28T14:50:28.868" v="510"/>
          <ac:inkMkLst>
            <pc:docMk/>
            <pc:sldMk cId="2141415106" sldId="260"/>
            <ac:inkMk id="498" creationId="{DFBA40EC-01B9-4039-9A9F-6F224474F978}"/>
          </ac:inkMkLst>
        </pc:inkChg>
        <pc:inkChg chg="add del">
          <ac:chgData name="" userId="242feb3c33a8e7bf" providerId="LiveId" clId="{39C24DAF-E20C-4507-9157-C96F2FA882D0}" dt="2023-03-28T14:50:28.868" v="510"/>
          <ac:inkMkLst>
            <pc:docMk/>
            <pc:sldMk cId="2141415106" sldId="260"/>
            <ac:inkMk id="499" creationId="{3F291591-A195-4EDB-BDB8-AD761DE256FE}"/>
          </ac:inkMkLst>
        </pc:inkChg>
        <pc:inkChg chg="add del">
          <ac:chgData name="" userId="242feb3c33a8e7bf" providerId="LiveId" clId="{39C24DAF-E20C-4507-9157-C96F2FA882D0}" dt="2023-03-28T14:50:28.868" v="510"/>
          <ac:inkMkLst>
            <pc:docMk/>
            <pc:sldMk cId="2141415106" sldId="260"/>
            <ac:inkMk id="500" creationId="{D3FE2401-AA28-4640-9056-F3395FB89B0D}"/>
          </ac:inkMkLst>
        </pc:inkChg>
        <pc:inkChg chg="add del">
          <ac:chgData name="" userId="242feb3c33a8e7bf" providerId="LiveId" clId="{39C24DAF-E20C-4507-9157-C96F2FA882D0}" dt="2023-03-28T14:50:28.868" v="510"/>
          <ac:inkMkLst>
            <pc:docMk/>
            <pc:sldMk cId="2141415106" sldId="260"/>
            <ac:inkMk id="501" creationId="{6BC34330-B881-4D78-815F-5891377F4AFA}"/>
          </ac:inkMkLst>
        </pc:inkChg>
        <pc:inkChg chg="add del">
          <ac:chgData name="" userId="242feb3c33a8e7bf" providerId="LiveId" clId="{39C24DAF-E20C-4507-9157-C96F2FA882D0}" dt="2023-03-28T14:50:28.868" v="510"/>
          <ac:inkMkLst>
            <pc:docMk/>
            <pc:sldMk cId="2141415106" sldId="260"/>
            <ac:inkMk id="502" creationId="{D71AF21A-518D-41AF-93CE-95368C378439}"/>
          </ac:inkMkLst>
        </pc:inkChg>
        <pc:inkChg chg="add del">
          <ac:chgData name="" userId="242feb3c33a8e7bf" providerId="LiveId" clId="{39C24DAF-E20C-4507-9157-C96F2FA882D0}" dt="2023-03-28T14:50:28.868" v="510"/>
          <ac:inkMkLst>
            <pc:docMk/>
            <pc:sldMk cId="2141415106" sldId="260"/>
            <ac:inkMk id="503" creationId="{42C8379D-7996-43C4-A75C-7E79804F2D1C}"/>
          </ac:inkMkLst>
        </pc:inkChg>
        <pc:inkChg chg="add del">
          <ac:chgData name="" userId="242feb3c33a8e7bf" providerId="LiveId" clId="{39C24DAF-E20C-4507-9157-C96F2FA882D0}" dt="2023-03-28T14:50:28.868" v="510"/>
          <ac:inkMkLst>
            <pc:docMk/>
            <pc:sldMk cId="2141415106" sldId="260"/>
            <ac:inkMk id="504" creationId="{0B99C938-DCB1-4806-B4E4-0BBC06DD340E}"/>
          </ac:inkMkLst>
        </pc:inkChg>
        <pc:inkChg chg="add del">
          <ac:chgData name="" userId="242feb3c33a8e7bf" providerId="LiveId" clId="{39C24DAF-E20C-4507-9157-C96F2FA882D0}" dt="2023-03-28T14:50:28.868" v="510"/>
          <ac:inkMkLst>
            <pc:docMk/>
            <pc:sldMk cId="2141415106" sldId="260"/>
            <ac:inkMk id="505" creationId="{61E1054F-1FA3-4033-A3F9-4DD81F380C0F}"/>
          </ac:inkMkLst>
        </pc:inkChg>
        <pc:inkChg chg="add del">
          <ac:chgData name="" userId="242feb3c33a8e7bf" providerId="LiveId" clId="{39C24DAF-E20C-4507-9157-C96F2FA882D0}" dt="2023-03-28T14:50:28.868" v="510"/>
          <ac:inkMkLst>
            <pc:docMk/>
            <pc:sldMk cId="2141415106" sldId="260"/>
            <ac:inkMk id="506" creationId="{365DD5D4-AC44-4E4B-97C1-CEFDE0145608}"/>
          </ac:inkMkLst>
        </pc:inkChg>
        <pc:inkChg chg="add del">
          <ac:chgData name="" userId="242feb3c33a8e7bf" providerId="LiveId" clId="{39C24DAF-E20C-4507-9157-C96F2FA882D0}" dt="2023-03-28T14:50:28.868" v="510"/>
          <ac:inkMkLst>
            <pc:docMk/>
            <pc:sldMk cId="2141415106" sldId="260"/>
            <ac:inkMk id="507" creationId="{5B0477AC-29DB-4E27-A4CD-B1DAA5B26C87}"/>
          </ac:inkMkLst>
        </pc:inkChg>
        <pc:inkChg chg="add del">
          <ac:chgData name="" userId="242feb3c33a8e7bf" providerId="LiveId" clId="{39C24DAF-E20C-4507-9157-C96F2FA882D0}" dt="2023-03-28T14:50:28.868" v="510"/>
          <ac:inkMkLst>
            <pc:docMk/>
            <pc:sldMk cId="2141415106" sldId="260"/>
            <ac:inkMk id="508" creationId="{BD998343-E901-40D5-973C-430593320BAF}"/>
          </ac:inkMkLst>
        </pc:inkChg>
        <pc:inkChg chg="add del">
          <ac:chgData name="" userId="242feb3c33a8e7bf" providerId="LiveId" clId="{39C24DAF-E20C-4507-9157-C96F2FA882D0}" dt="2023-03-28T14:50:28.868" v="510"/>
          <ac:inkMkLst>
            <pc:docMk/>
            <pc:sldMk cId="2141415106" sldId="260"/>
            <ac:inkMk id="509" creationId="{FC5B281D-5AB6-45A5-B025-FA5F4C842211}"/>
          </ac:inkMkLst>
        </pc:inkChg>
        <pc:inkChg chg="add del">
          <ac:chgData name="" userId="242feb3c33a8e7bf" providerId="LiveId" clId="{39C24DAF-E20C-4507-9157-C96F2FA882D0}" dt="2023-03-28T14:50:28.868" v="510"/>
          <ac:inkMkLst>
            <pc:docMk/>
            <pc:sldMk cId="2141415106" sldId="260"/>
            <ac:inkMk id="510" creationId="{642C263C-075D-427A-A186-606FE0C5ED62}"/>
          </ac:inkMkLst>
        </pc:inkChg>
        <pc:inkChg chg="add del">
          <ac:chgData name="" userId="242feb3c33a8e7bf" providerId="LiveId" clId="{39C24DAF-E20C-4507-9157-C96F2FA882D0}" dt="2023-03-28T14:50:28.868" v="510"/>
          <ac:inkMkLst>
            <pc:docMk/>
            <pc:sldMk cId="2141415106" sldId="260"/>
            <ac:inkMk id="511" creationId="{A2E86C6D-06AA-4B06-9BBB-09B3646E4F8D}"/>
          </ac:inkMkLst>
        </pc:inkChg>
        <pc:inkChg chg="add del">
          <ac:chgData name="" userId="242feb3c33a8e7bf" providerId="LiveId" clId="{39C24DAF-E20C-4507-9157-C96F2FA882D0}" dt="2023-03-28T14:50:28.868" v="510"/>
          <ac:inkMkLst>
            <pc:docMk/>
            <pc:sldMk cId="2141415106" sldId="260"/>
            <ac:inkMk id="512" creationId="{499F9D2D-4F45-4247-887C-D19E81CF9283}"/>
          </ac:inkMkLst>
        </pc:inkChg>
        <pc:inkChg chg="add del">
          <ac:chgData name="" userId="242feb3c33a8e7bf" providerId="LiveId" clId="{39C24DAF-E20C-4507-9157-C96F2FA882D0}" dt="2023-03-28T14:50:28.868" v="510"/>
          <ac:inkMkLst>
            <pc:docMk/>
            <pc:sldMk cId="2141415106" sldId="260"/>
            <ac:inkMk id="513" creationId="{87EE4D2D-8DEC-49FD-8474-4E5ABA30A7BB}"/>
          </ac:inkMkLst>
        </pc:inkChg>
        <pc:inkChg chg="add del">
          <ac:chgData name="" userId="242feb3c33a8e7bf" providerId="LiveId" clId="{39C24DAF-E20C-4507-9157-C96F2FA882D0}" dt="2023-03-28T14:50:28.868" v="510"/>
          <ac:inkMkLst>
            <pc:docMk/>
            <pc:sldMk cId="2141415106" sldId="260"/>
            <ac:inkMk id="514" creationId="{8F5B88CA-DBEB-4170-861F-10AFC9F44E7F}"/>
          </ac:inkMkLst>
        </pc:inkChg>
        <pc:inkChg chg="add del">
          <ac:chgData name="" userId="242feb3c33a8e7bf" providerId="LiveId" clId="{39C24DAF-E20C-4507-9157-C96F2FA882D0}" dt="2023-03-28T14:50:28.868" v="510"/>
          <ac:inkMkLst>
            <pc:docMk/>
            <pc:sldMk cId="2141415106" sldId="260"/>
            <ac:inkMk id="515" creationId="{4E92656A-9C12-40C7-9B39-D9AD9262069B}"/>
          </ac:inkMkLst>
        </pc:inkChg>
        <pc:inkChg chg="add del">
          <ac:chgData name="" userId="242feb3c33a8e7bf" providerId="LiveId" clId="{39C24DAF-E20C-4507-9157-C96F2FA882D0}" dt="2023-03-28T14:50:28.868" v="510"/>
          <ac:inkMkLst>
            <pc:docMk/>
            <pc:sldMk cId="2141415106" sldId="260"/>
            <ac:inkMk id="516" creationId="{3A38F6AE-7C0A-43C7-8BAE-949CD66ABDFF}"/>
          </ac:inkMkLst>
        </pc:inkChg>
        <pc:inkChg chg="add del">
          <ac:chgData name="" userId="242feb3c33a8e7bf" providerId="LiveId" clId="{39C24DAF-E20C-4507-9157-C96F2FA882D0}" dt="2023-03-28T14:50:28.868" v="510"/>
          <ac:inkMkLst>
            <pc:docMk/>
            <pc:sldMk cId="2141415106" sldId="260"/>
            <ac:inkMk id="517" creationId="{270A1237-1F45-41C1-8C73-5A24DBFB4CCC}"/>
          </ac:inkMkLst>
        </pc:inkChg>
        <pc:inkChg chg="add del">
          <ac:chgData name="" userId="242feb3c33a8e7bf" providerId="LiveId" clId="{39C24DAF-E20C-4507-9157-C96F2FA882D0}" dt="2023-03-28T14:50:28.868" v="510"/>
          <ac:inkMkLst>
            <pc:docMk/>
            <pc:sldMk cId="2141415106" sldId="260"/>
            <ac:inkMk id="518" creationId="{CEB66B74-5953-450E-A839-475DF235F9FB}"/>
          </ac:inkMkLst>
        </pc:inkChg>
        <pc:inkChg chg="add del">
          <ac:chgData name="" userId="242feb3c33a8e7bf" providerId="LiveId" clId="{39C24DAF-E20C-4507-9157-C96F2FA882D0}" dt="2023-03-28T14:50:28.868" v="510"/>
          <ac:inkMkLst>
            <pc:docMk/>
            <pc:sldMk cId="2141415106" sldId="260"/>
            <ac:inkMk id="519" creationId="{3552D1E8-3FB3-4702-B709-34883E7F6DE8}"/>
          </ac:inkMkLst>
        </pc:inkChg>
        <pc:inkChg chg="add del">
          <ac:chgData name="" userId="242feb3c33a8e7bf" providerId="LiveId" clId="{39C24DAF-E20C-4507-9157-C96F2FA882D0}" dt="2023-03-28T14:50:28.868" v="510"/>
          <ac:inkMkLst>
            <pc:docMk/>
            <pc:sldMk cId="2141415106" sldId="260"/>
            <ac:inkMk id="520" creationId="{0255F6A4-9C09-4846-9A32-C97862261359}"/>
          </ac:inkMkLst>
        </pc:inkChg>
        <pc:inkChg chg="add">
          <ac:chgData name="" userId="242feb3c33a8e7bf" providerId="LiveId" clId="{39C24DAF-E20C-4507-9157-C96F2FA882D0}" dt="2023-03-28T14:50:28.868" v="510"/>
          <ac:inkMkLst>
            <pc:docMk/>
            <pc:sldMk cId="2141415106" sldId="260"/>
            <ac:inkMk id="521" creationId="{ACAE8C98-5A37-41AB-985C-7F7A41701A63}"/>
          </ac:inkMkLst>
        </pc:inkChg>
        <pc:inkChg chg="add">
          <ac:chgData name="" userId="242feb3c33a8e7bf" providerId="LiveId" clId="{39C24DAF-E20C-4507-9157-C96F2FA882D0}" dt="2023-03-28T14:50:28.868" v="510"/>
          <ac:inkMkLst>
            <pc:docMk/>
            <pc:sldMk cId="2141415106" sldId="260"/>
            <ac:inkMk id="522" creationId="{4AF24393-39BB-4AD9-8C64-3553A68AC3C8}"/>
          </ac:inkMkLst>
        </pc:inkChg>
        <pc:inkChg chg="add del">
          <ac:chgData name="" userId="242feb3c33a8e7bf" providerId="LiveId" clId="{39C24DAF-E20C-4507-9157-C96F2FA882D0}" dt="2023-03-28T14:50:37.060" v="515"/>
          <ac:inkMkLst>
            <pc:docMk/>
            <pc:sldMk cId="2141415106" sldId="260"/>
            <ac:inkMk id="523" creationId="{754477FB-6AF5-4C1B-BF17-1598691D18E8}"/>
          </ac:inkMkLst>
        </pc:inkChg>
        <pc:inkChg chg="add del">
          <ac:chgData name="" userId="242feb3c33a8e7bf" providerId="LiveId" clId="{39C24DAF-E20C-4507-9157-C96F2FA882D0}" dt="2023-03-28T14:50:37.059" v="514"/>
          <ac:inkMkLst>
            <pc:docMk/>
            <pc:sldMk cId="2141415106" sldId="260"/>
            <ac:inkMk id="524" creationId="{C7C6D73A-7DF8-4CC7-8C26-5EFCDE44B777}"/>
          </ac:inkMkLst>
        </pc:inkChg>
        <pc:inkChg chg="add del">
          <ac:chgData name="" userId="242feb3c33a8e7bf" providerId="LiveId" clId="{39C24DAF-E20C-4507-9157-C96F2FA882D0}" dt="2023-03-28T14:50:37.060" v="516"/>
          <ac:inkMkLst>
            <pc:docMk/>
            <pc:sldMk cId="2141415106" sldId="260"/>
            <ac:inkMk id="525" creationId="{C2A20D40-A52D-4821-A2CC-938962966F34}"/>
          </ac:inkMkLst>
        </pc:inkChg>
        <pc:inkChg chg="add del">
          <ac:chgData name="" userId="242feb3c33a8e7bf" providerId="LiveId" clId="{39C24DAF-E20C-4507-9157-C96F2FA882D0}" dt="2023-03-28T14:50:43.793" v="527"/>
          <ac:inkMkLst>
            <pc:docMk/>
            <pc:sldMk cId="2141415106" sldId="260"/>
            <ac:inkMk id="526" creationId="{09AD5068-EEC9-42A5-92D9-0EAC74E58A4F}"/>
          </ac:inkMkLst>
        </pc:inkChg>
        <pc:inkChg chg="add del">
          <ac:chgData name="" userId="242feb3c33a8e7bf" providerId="LiveId" clId="{39C24DAF-E20C-4507-9157-C96F2FA882D0}" dt="2023-03-28T14:50:43.793" v="527"/>
          <ac:inkMkLst>
            <pc:docMk/>
            <pc:sldMk cId="2141415106" sldId="260"/>
            <ac:inkMk id="527" creationId="{016CE8D8-357D-45B4-9ACD-B22DCFCBF629}"/>
          </ac:inkMkLst>
        </pc:inkChg>
        <pc:inkChg chg="add del">
          <ac:chgData name="" userId="242feb3c33a8e7bf" providerId="LiveId" clId="{39C24DAF-E20C-4507-9157-C96F2FA882D0}" dt="2023-03-28T14:50:43.793" v="527"/>
          <ac:inkMkLst>
            <pc:docMk/>
            <pc:sldMk cId="2141415106" sldId="260"/>
            <ac:inkMk id="528" creationId="{6C38D266-48B8-4E28-B03E-3571C0DB4B21}"/>
          </ac:inkMkLst>
        </pc:inkChg>
        <pc:inkChg chg="add del">
          <ac:chgData name="" userId="242feb3c33a8e7bf" providerId="LiveId" clId="{39C24DAF-E20C-4507-9157-C96F2FA882D0}" dt="2023-03-28T14:50:43.793" v="527"/>
          <ac:inkMkLst>
            <pc:docMk/>
            <pc:sldMk cId="2141415106" sldId="260"/>
            <ac:inkMk id="529" creationId="{502EAB4B-9076-480A-A11B-90C1D1643993}"/>
          </ac:inkMkLst>
        </pc:inkChg>
        <pc:inkChg chg="add del">
          <ac:chgData name="" userId="242feb3c33a8e7bf" providerId="LiveId" clId="{39C24DAF-E20C-4507-9157-C96F2FA882D0}" dt="2023-03-28T14:50:43.793" v="527"/>
          <ac:inkMkLst>
            <pc:docMk/>
            <pc:sldMk cId="2141415106" sldId="260"/>
            <ac:inkMk id="530" creationId="{6C078ACB-9E45-487C-833D-BCDCFCFB7352}"/>
          </ac:inkMkLst>
        </pc:inkChg>
        <pc:inkChg chg="add del">
          <ac:chgData name="" userId="242feb3c33a8e7bf" providerId="LiveId" clId="{39C24DAF-E20C-4507-9157-C96F2FA882D0}" dt="2023-03-28T14:50:43.793" v="527"/>
          <ac:inkMkLst>
            <pc:docMk/>
            <pc:sldMk cId="2141415106" sldId="260"/>
            <ac:inkMk id="531" creationId="{66721E95-7F83-4BF0-8DA3-F4B5012DA9A9}"/>
          </ac:inkMkLst>
        </pc:inkChg>
        <pc:inkChg chg="add del">
          <ac:chgData name="" userId="242feb3c33a8e7bf" providerId="LiveId" clId="{39C24DAF-E20C-4507-9157-C96F2FA882D0}" dt="2023-03-28T14:50:43.793" v="527"/>
          <ac:inkMkLst>
            <pc:docMk/>
            <pc:sldMk cId="2141415106" sldId="260"/>
            <ac:inkMk id="532" creationId="{9467F37F-E3EA-4912-A65F-0D70890E3500}"/>
          </ac:inkMkLst>
        </pc:inkChg>
        <pc:inkChg chg="add del">
          <ac:chgData name="" userId="242feb3c33a8e7bf" providerId="LiveId" clId="{39C24DAF-E20C-4507-9157-C96F2FA882D0}" dt="2023-03-28T14:50:43.793" v="527"/>
          <ac:inkMkLst>
            <pc:docMk/>
            <pc:sldMk cId="2141415106" sldId="260"/>
            <ac:inkMk id="533" creationId="{176F5310-C04A-4F51-91AE-C8F50DD30189}"/>
          </ac:inkMkLst>
        </pc:inkChg>
        <pc:inkChg chg="add del">
          <ac:chgData name="" userId="242feb3c33a8e7bf" providerId="LiveId" clId="{39C24DAF-E20C-4507-9157-C96F2FA882D0}" dt="2023-03-28T14:50:43.793" v="527"/>
          <ac:inkMkLst>
            <pc:docMk/>
            <pc:sldMk cId="2141415106" sldId="260"/>
            <ac:inkMk id="534" creationId="{218FD21E-BE8F-47C5-8F87-6D7C817C856C}"/>
          </ac:inkMkLst>
        </pc:inkChg>
        <pc:inkChg chg="add del">
          <ac:chgData name="" userId="242feb3c33a8e7bf" providerId="LiveId" clId="{39C24DAF-E20C-4507-9157-C96F2FA882D0}" dt="2023-03-28T14:50:43.793" v="527"/>
          <ac:inkMkLst>
            <pc:docMk/>
            <pc:sldMk cId="2141415106" sldId="260"/>
            <ac:inkMk id="535" creationId="{40765A47-5F98-4E43-8591-B6CBD5E0EC5E}"/>
          </ac:inkMkLst>
        </pc:inkChg>
        <pc:inkChg chg="add">
          <ac:chgData name="" userId="242feb3c33a8e7bf" providerId="LiveId" clId="{39C24DAF-E20C-4507-9157-C96F2FA882D0}" dt="2023-03-28T14:50:43.793" v="527"/>
          <ac:inkMkLst>
            <pc:docMk/>
            <pc:sldMk cId="2141415106" sldId="260"/>
            <ac:inkMk id="536" creationId="{30E44F65-B18F-448F-8D31-058AA728B209}"/>
          </ac:inkMkLst>
        </pc:inkChg>
        <pc:inkChg chg="add">
          <ac:chgData name="" userId="242feb3c33a8e7bf" providerId="LiveId" clId="{39C24DAF-E20C-4507-9157-C96F2FA882D0}" dt="2023-03-28T14:50:43.793" v="527"/>
          <ac:inkMkLst>
            <pc:docMk/>
            <pc:sldMk cId="2141415106" sldId="260"/>
            <ac:inkMk id="537" creationId="{594E875A-BEEA-4903-B82E-50C834EB725F}"/>
          </ac:inkMkLst>
        </pc:inkChg>
        <pc:inkChg chg="add del">
          <ac:chgData name="" userId="242feb3c33a8e7bf" providerId="LiveId" clId="{39C24DAF-E20C-4507-9157-C96F2FA882D0}" dt="2023-03-28T14:50:48.497" v="537"/>
          <ac:inkMkLst>
            <pc:docMk/>
            <pc:sldMk cId="2141415106" sldId="260"/>
            <ac:inkMk id="538" creationId="{7DFDDFA3-2479-4004-8479-E982CFE7B30E}"/>
          </ac:inkMkLst>
        </pc:inkChg>
        <pc:inkChg chg="add del">
          <ac:chgData name="" userId="242feb3c33a8e7bf" providerId="LiveId" clId="{39C24DAF-E20C-4507-9157-C96F2FA882D0}" dt="2023-03-28T14:50:48.497" v="537"/>
          <ac:inkMkLst>
            <pc:docMk/>
            <pc:sldMk cId="2141415106" sldId="260"/>
            <ac:inkMk id="539" creationId="{112E4EBC-CC0F-4FF5-9BD9-8809861E31CA}"/>
          </ac:inkMkLst>
        </pc:inkChg>
        <pc:inkChg chg="add del">
          <ac:chgData name="" userId="242feb3c33a8e7bf" providerId="LiveId" clId="{39C24DAF-E20C-4507-9157-C96F2FA882D0}" dt="2023-03-28T14:50:48.497" v="537"/>
          <ac:inkMkLst>
            <pc:docMk/>
            <pc:sldMk cId="2141415106" sldId="260"/>
            <ac:inkMk id="540" creationId="{E8DED27E-B6C9-4137-B24F-49E1B4856023}"/>
          </ac:inkMkLst>
        </pc:inkChg>
        <pc:inkChg chg="add del">
          <ac:chgData name="" userId="242feb3c33a8e7bf" providerId="LiveId" clId="{39C24DAF-E20C-4507-9157-C96F2FA882D0}" dt="2023-03-28T14:50:48.497" v="537"/>
          <ac:inkMkLst>
            <pc:docMk/>
            <pc:sldMk cId="2141415106" sldId="260"/>
            <ac:inkMk id="541" creationId="{03A09FFA-AD98-41DD-AE4C-F491B5EABC40}"/>
          </ac:inkMkLst>
        </pc:inkChg>
        <pc:inkChg chg="add del">
          <ac:chgData name="" userId="242feb3c33a8e7bf" providerId="LiveId" clId="{39C24DAF-E20C-4507-9157-C96F2FA882D0}" dt="2023-03-28T14:50:48.497" v="537"/>
          <ac:inkMkLst>
            <pc:docMk/>
            <pc:sldMk cId="2141415106" sldId="260"/>
            <ac:inkMk id="542" creationId="{55AA9007-8D15-4DE0-BB67-B3203AD0F8CB}"/>
          </ac:inkMkLst>
        </pc:inkChg>
        <pc:inkChg chg="add del">
          <ac:chgData name="" userId="242feb3c33a8e7bf" providerId="LiveId" clId="{39C24DAF-E20C-4507-9157-C96F2FA882D0}" dt="2023-03-28T14:50:48.497" v="537"/>
          <ac:inkMkLst>
            <pc:docMk/>
            <pc:sldMk cId="2141415106" sldId="260"/>
            <ac:inkMk id="543" creationId="{0EC0F90C-77F9-4E1A-A57B-A4F615EADD92}"/>
          </ac:inkMkLst>
        </pc:inkChg>
        <pc:inkChg chg="add del">
          <ac:chgData name="" userId="242feb3c33a8e7bf" providerId="LiveId" clId="{39C24DAF-E20C-4507-9157-C96F2FA882D0}" dt="2023-03-28T14:50:48.497" v="537"/>
          <ac:inkMkLst>
            <pc:docMk/>
            <pc:sldMk cId="2141415106" sldId="260"/>
            <ac:inkMk id="544" creationId="{87F02859-0442-4D11-902A-E639C25CA6D9}"/>
          </ac:inkMkLst>
        </pc:inkChg>
        <pc:inkChg chg="add del">
          <ac:chgData name="" userId="242feb3c33a8e7bf" providerId="LiveId" clId="{39C24DAF-E20C-4507-9157-C96F2FA882D0}" dt="2023-03-28T14:50:48.497" v="537"/>
          <ac:inkMkLst>
            <pc:docMk/>
            <pc:sldMk cId="2141415106" sldId="260"/>
            <ac:inkMk id="545" creationId="{3C7EE603-7AD5-4A83-AB55-F442DE91286C}"/>
          </ac:inkMkLst>
        </pc:inkChg>
        <pc:inkChg chg="add del">
          <ac:chgData name="" userId="242feb3c33a8e7bf" providerId="LiveId" clId="{39C24DAF-E20C-4507-9157-C96F2FA882D0}" dt="2023-03-28T14:50:48.497" v="537"/>
          <ac:inkMkLst>
            <pc:docMk/>
            <pc:sldMk cId="2141415106" sldId="260"/>
            <ac:inkMk id="546" creationId="{2A6963CC-5B80-471A-88D8-231B50CA3DB0}"/>
          </ac:inkMkLst>
        </pc:inkChg>
        <pc:inkChg chg="add del">
          <ac:chgData name="" userId="242feb3c33a8e7bf" providerId="LiveId" clId="{39C24DAF-E20C-4507-9157-C96F2FA882D0}" dt="2023-03-28T14:50:55.830" v="557"/>
          <ac:inkMkLst>
            <pc:docMk/>
            <pc:sldMk cId="2141415106" sldId="260"/>
            <ac:inkMk id="547" creationId="{EDF044CE-D2A0-4E86-8570-7E7E830504F2}"/>
          </ac:inkMkLst>
        </pc:inkChg>
        <pc:inkChg chg="add del">
          <ac:chgData name="" userId="242feb3c33a8e7bf" providerId="LiveId" clId="{39C24DAF-E20C-4507-9157-C96F2FA882D0}" dt="2023-03-28T14:50:55.830" v="557"/>
          <ac:inkMkLst>
            <pc:docMk/>
            <pc:sldMk cId="2141415106" sldId="260"/>
            <ac:inkMk id="548" creationId="{17664793-71B0-43E1-BB2C-EED67C92F67D}"/>
          </ac:inkMkLst>
        </pc:inkChg>
        <pc:inkChg chg="add del">
          <ac:chgData name="" userId="242feb3c33a8e7bf" providerId="LiveId" clId="{39C24DAF-E20C-4507-9157-C96F2FA882D0}" dt="2023-03-28T14:50:55.830" v="557"/>
          <ac:inkMkLst>
            <pc:docMk/>
            <pc:sldMk cId="2141415106" sldId="260"/>
            <ac:inkMk id="549" creationId="{F613BF12-076F-42A4-892B-EFB1663F6D93}"/>
          </ac:inkMkLst>
        </pc:inkChg>
        <pc:inkChg chg="add del">
          <ac:chgData name="" userId="242feb3c33a8e7bf" providerId="LiveId" clId="{39C24DAF-E20C-4507-9157-C96F2FA882D0}" dt="2023-03-28T14:50:55.830" v="557"/>
          <ac:inkMkLst>
            <pc:docMk/>
            <pc:sldMk cId="2141415106" sldId="260"/>
            <ac:inkMk id="550" creationId="{33D0C2A7-56BF-40AD-B136-FBD48AD50DC0}"/>
          </ac:inkMkLst>
        </pc:inkChg>
        <pc:inkChg chg="add del">
          <ac:chgData name="" userId="242feb3c33a8e7bf" providerId="LiveId" clId="{39C24DAF-E20C-4507-9157-C96F2FA882D0}" dt="2023-03-28T14:50:55.830" v="557"/>
          <ac:inkMkLst>
            <pc:docMk/>
            <pc:sldMk cId="2141415106" sldId="260"/>
            <ac:inkMk id="551" creationId="{2B7EC1C5-B8BE-4CFD-9BFC-E90A12259894}"/>
          </ac:inkMkLst>
        </pc:inkChg>
        <pc:inkChg chg="add del">
          <ac:chgData name="" userId="242feb3c33a8e7bf" providerId="LiveId" clId="{39C24DAF-E20C-4507-9157-C96F2FA882D0}" dt="2023-03-28T14:50:55.830" v="557"/>
          <ac:inkMkLst>
            <pc:docMk/>
            <pc:sldMk cId="2141415106" sldId="260"/>
            <ac:inkMk id="552" creationId="{080B5C80-A895-4160-9294-299556EFE70F}"/>
          </ac:inkMkLst>
        </pc:inkChg>
        <pc:inkChg chg="add del">
          <ac:chgData name="" userId="242feb3c33a8e7bf" providerId="LiveId" clId="{39C24DAF-E20C-4507-9157-C96F2FA882D0}" dt="2023-03-28T14:50:55.830" v="557"/>
          <ac:inkMkLst>
            <pc:docMk/>
            <pc:sldMk cId="2141415106" sldId="260"/>
            <ac:inkMk id="553" creationId="{484EFD04-05BC-486E-B7F7-66392F200BE3}"/>
          </ac:inkMkLst>
        </pc:inkChg>
        <pc:inkChg chg="add del">
          <ac:chgData name="" userId="242feb3c33a8e7bf" providerId="LiveId" clId="{39C24DAF-E20C-4507-9157-C96F2FA882D0}" dt="2023-03-28T14:50:55.830" v="557"/>
          <ac:inkMkLst>
            <pc:docMk/>
            <pc:sldMk cId="2141415106" sldId="260"/>
            <ac:inkMk id="554" creationId="{AAFD53E3-C6AA-485B-8515-15BEDD8F1065}"/>
          </ac:inkMkLst>
        </pc:inkChg>
        <pc:inkChg chg="add del">
          <ac:chgData name="" userId="242feb3c33a8e7bf" providerId="LiveId" clId="{39C24DAF-E20C-4507-9157-C96F2FA882D0}" dt="2023-03-28T14:50:55.830" v="557"/>
          <ac:inkMkLst>
            <pc:docMk/>
            <pc:sldMk cId="2141415106" sldId="260"/>
            <ac:inkMk id="555" creationId="{B70D874C-2C8A-46AE-9E5D-0C74E91CB5A0}"/>
          </ac:inkMkLst>
        </pc:inkChg>
        <pc:inkChg chg="add del">
          <ac:chgData name="" userId="242feb3c33a8e7bf" providerId="LiveId" clId="{39C24DAF-E20C-4507-9157-C96F2FA882D0}" dt="2023-03-28T14:50:55.830" v="557"/>
          <ac:inkMkLst>
            <pc:docMk/>
            <pc:sldMk cId="2141415106" sldId="260"/>
            <ac:inkMk id="556" creationId="{DE225B26-12DD-48C0-B5D6-B2127482CB59}"/>
          </ac:inkMkLst>
        </pc:inkChg>
        <pc:inkChg chg="add del">
          <ac:chgData name="" userId="242feb3c33a8e7bf" providerId="LiveId" clId="{39C24DAF-E20C-4507-9157-C96F2FA882D0}" dt="2023-03-28T14:50:55.830" v="557"/>
          <ac:inkMkLst>
            <pc:docMk/>
            <pc:sldMk cId="2141415106" sldId="260"/>
            <ac:inkMk id="557" creationId="{838076DF-25DB-47F5-AE76-B518E713E7DE}"/>
          </ac:inkMkLst>
        </pc:inkChg>
        <pc:inkChg chg="add del">
          <ac:chgData name="" userId="242feb3c33a8e7bf" providerId="LiveId" clId="{39C24DAF-E20C-4507-9157-C96F2FA882D0}" dt="2023-03-28T14:50:55.830" v="557"/>
          <ac:inkMkLst>
            <pc:docMk/>
            <pc:sldMk cId="2141415106" sldId="260"/>
            <ac:inkMk id="558" creationId="{EE437D84-1A84-473B-A1D1-1EFE4B93B2FB}"/>
          </ac:inkMkLst>
        </pc:inkChg>
        <pc:inkChg chg="add del">
          <ac:chgData name="" userId="242feb3c33a8e7bf" providerId="LiveId" clId="{39C24DAF-E20C-4507-9157-C96F2FA882D0}" dt="2023-03-28T14:50:55.830" v="557"/>
          <ac:inkMkLst>
            <pc:docMk/>
            <pc:sldMk cId="2141415106" sldId="260"/>
            <ac:inkMk id="559" creationId="{B19A728D-70BB-46B7-972F-17115585DD7A}"/>
          </ac:inkMkLst>
        </pc:inkChg>
        <pc:inkChg chg="add del">
          <ac:chgData name="" userId="242feb3c33a8e7bf" providerId="LiveId" clId="{39C24DAF-E20C-4507-9157-C96F2FA882D0}" dt="2023-03-28T14:50:55.830" v="557"/>
          <ac:inkMkLst>
            <pc:docMk/>
            <pc:sldMk cId="2141415106" sldId="260"/>
            <ac:inkMk id="560" creationId="{B5E1928B-AE17-4D8B-84C2-688C6174B7A5}"/>
          </ac:inkMkLst>
        </pc:inkChg>
        <pc:inkChg chg="add del">
          <ac:chgData name="" userId="242feb3c33a8e7bf" providerId="LiveId" clId="{39C24DAF-E20C-4507-9157-C96F2FA882D0}" dt="2023-03-28T14:50:55.830" v="557"/>
          <ac:inkMkLst>
            <pc:docMk/>
            <pc:sldMk cId="2141415106" sldId="260"/>
            <ac:inkMk id="561" creationId="{C315138E-388A-4E7F-9E7B-8B7E6C832AD0}"/>
          </ac:inkMkLst>
        </pc:inkChg>
        <pc:inkChg chg="add del">
          <ac:chgData name="" userId="242feb3c33a8e7bf" providerId="LiveId" clId="{39C24DAF-E20C-4507-9157-C96F2FA882D0}" dt="2023-03-28T14:50:55.830" v="557"/>
          <ac:inkMkLst>
            <pc:docMk/>
            <pc:sldMk cId="2141415106" sldId="260"/>
            <ac:inkMk id="562" creationId="{58F5020E-6FFE-468C-8E34-0CAA718077D5}"/>
          </ac:inkMkLst>
        </pc:inkChg>
        <pc:inkChg chg="add del">
          <ac:chgData name="" userId="242feb3c33a8e7bf" providerId="LiveId" clId="{39C24DAF-E20C-4507-9157-C96F2FA882D0}" dt="2023-03-28T14:50:55.830" v="557"/>
          <ac:inkMkLst>
            <pc:docMk/>
            <pc:sldMk cId="2141415106" sldId="260"/>
            <ac:inkMk id="563" creationId="{5211F438-D9F2-4A34-954C-15BA366706CA}"/>
          </ac:inkMkLst>
        </pc:inkChg>
        <pc:inkChg chg="add del">
          <ac:chgData name="" userId="242feb3c33a8e7bf" providerId="LiveId" clId="{39C24DAF-E20C-4507-9157-C96F2FA882D0}" dt="2023-03-28T14:50:55.830" v="557"/>
          <ac:inkMkLst>
            <pc:docMk/>
            <pc:sldMk cId="2141415106" sldId="260"/>
            <ac:inkMk id="564" creationId="{601D4702-A2AC-4DAD-83F5-26D130345A35}"/>
          </ac:inkMkLst>
        </pc:inkChg>
        <pc:inkChg chg="add del">
          <ac:chgData name="" userId="242feb3c33a8e7bf" providerId="LiveId" clId="{39C24DAF-E20C-4507-9157-C96F2FA882D0}" dt="2023-03-28T14:50:55.830" v="557"/>
          <ac:inkMkLst>
            <pc:docMk/>
            <pc:sldMk cId="2141415106" sldId="260"/>
            <ac:inkMk id="565" creationId="{95AD0BAB-0551-49D3-820D-B222A1E6791B}"/>
          </ac:inkMkLst>
        </pc:inkChg>
        <pc:inkChg chg="add del">
          <ac:chgData name="" userId="242feb3c33a8e7bf" providerId="LiveId" clId="{39C24DAF-E20C-4507-9157-C96F2FA882D0}" dt="2023-03-28T14:50:55.830" v="557"/>
          <ac:inkMkLst>
            <pc:docMk/>
            <pc:sldMk cId="2141415106" sldId="260"/>
            <ac:inkMk id="566" creationId="{0FACEF1E-480D-48DA-9644-01D57F53C8C2}"/>
          </ac:inkMkLst>
        </pc:inkChg>
        <pc:inkChg chg="add">
          <ac:chgData name="" userId="242feb3c33a8e7bf" providerId="LiveId" clId="{39C24DAF-E20C-4507-9157-C96F2FA882D0}" dt="2023-03-28T14:50:55.830" v="557"/>
          <ac:inkMkLst>
            <pc:docMk/>
            <pc:sldMk cId="2141415106" sldId="260"/>
            <ac:inkMk id="567" creationId="{1B8B5198-B173-4039-9C8B-C5BBED6DD2FA}"/>
          </ac:inkMkLst>
        </pc:inkChg>
        <pc:inkChg chg="add del">
          <ac:chgData name="" userId="242feb3c33a8e7bf" providerId="LiveId" clId="{39C24DAF-E20C-4507-9157-C96F2FA882D0}" dt="2023-03-28T14:51:12.748" v="574"/>
          <ac:inkMkLst>
            <pc:docMk/>
            <pc:sldMk cId="2141415106" sldId="260"/>
            <ac:inkMk id="568" creationId="{DA2153E5-83C6-4DBD-AB06-B2F0141E55FE}"/>
          </ac:inkMkLst>
        </pc:inkChg>
        <pc:inkChg chg="add del">
          <ac:chgData name="" userId="242feb3c33a8e7bf" providerId="LiveId" clId="{39C24DAF-E20C-4507-9157-C96F2FA882D0}" dt="2023-03-28T14:51:12.748" v="574"/>
          <ac:inkMkLst>
            <pc:docMk/>
            <pc:sldMk cId="2141415106" sldId="260"/>
            <ac:inkMk id="569" creationId="{B3DB1BDA-7978-4144-869D-6DA31A19BF4F}"/>
          </ac:inkMkLst>
        </pc:inkChg>
        <pc:inkChg chg="add del">
          <ac:chgData name="" userId="242feb3c33a8e7bf" providerId="LiveId" clId="{39C24DAF-E20C-4507-9157-C96F2FA882D0}" dt="2023-03-28T14:51:12.748" v="574"/>
          <ac:inkMkLst>
            <pc:docMk/>
            <pc:sldMk cId="2141415106" sldId="260"/>
            <ac:inkMk id="570" creationId="{D17C14A4-B37E-47DA-9291-C1B7023529E1}"/>
          </ac:inkMkLst>
        </pc:inkChg>
        <pc:inkChg chg="add del">
          <ac:chgData name="" userId="242feb3c33a8e7bf" providerId="LiveId" clId="{39C24DAF-E20C-4507-9157-C96F2FA882D0}" dt="2023-03-28T14:51:12.748" v="574"/>
          <ac:inkMkLst>
            <pc:docMk/>
            <pc:sldMk cId="2141415106" sldId="260"/>
            <ac:inkMk id="571" creationId="{47B932F5-F74C-469B-BBA1-4B39E96FBFD6}"/>
          </ac:inkMkLst>
        </pc:inkChg>
        <pc:inkChg chg="add del">
          <ac:chgData name="" userId="242feb3c33a8e7bf" providerId="LiveId" clId="{39C24DAF-E20C-4507-9157-C96F2FA882D0}" dt="2023-03-28T14:51:12.748" v="574"/>
          <ac:inkMkLst>
            <pc:docMk/>
            <pc:sldMk cId="2141415106" sldId="260"/>
            <ac:inkMk id="572" creationId="{82423FDD-0280-44CC-B174-4FEFFB568324}"/>
          </ac:inkMkLst>
        </pc:inkChg>
        <pc:inkChg chg="add del">
          <ac:chgData name="" userId="242feb3c33a8e7bf" providerId="LiveId" clId="{39C24DAF-E20C-4507-9157-C96F2FA882D0}" dt="2023-03-28T14:51:12.748" v="574"/>
          <ac:inkMkLst>
            <pc:docMk/>
            <pc:sldMk cId="2141415106" sldId="260"/>
            <ac:inkMk id="573" creationId="{DE6B0834-FBD9-4D49-8E1B-FF09D0C0D2A9}"/>
          </ac:inkMkLst>
        </pc:inkChg>
        <pc:inkChg chg="add del">
          <ac:chgData name="" userId="242feb3c33a8e7bf" providerId="LiveId" clId="{39C24DAF-E20C-4507-9157-C96F2FA882D0}" dt="2023-03-28T14:51:12.748" v="574"/>
          <ac:inkMkLst>
            <pc:docMk/>
            <pc:sldMk cId="2141415106" sldId="260"/>
            <ac:inkMk id="574" creationId="{18B3C369-DEE2-4245-A201-24DE5F9EF07C}"/>
          </ac:inkMkLst>
        </pc:inkChg>
        <pc:inkChg chg="add del">
          <ac:chgData name="" userId="242feb3c33a8e7bf" providerId="LiveId" clId="{39C24DAF-E20C-4507-9157-C96F2FA882D0}" dt="2023-03-28T14:51:12.748" v="574"/>
          <ac:inkMkLst>
            <pc:docMk/>
            <pc:sldMk cId="2141415106" sldId="260"/>
            <ac:inkMk id="575" creationId="{3067E7E4-1D49-4674-BE4B-CC21EB05D397}"/>
          </ac:inkMkLst>
        </pc:inkChg>
        <pc:inkChg chg="add del">
          <ac:chgData name="" userId="242feb3c33a8e7bf" providerId="LiveId" clId="{39C24DAF-E20C-4507-9157-C96F2FA882D0}" dt="2023-03-28T14:51:12.748" v="574"/>
          <ac:inkMkLst>
            <pc:docMk/>
            <pc:sldMk cId="2141415106" sldId="260"/>
            <ac:inkMk id="576" creationId="{11CAC669-3673-4883-B17F-93357BF5ADCC}"/>
          </ac:inkMkLst>
        </pc:inkChg>
        <pc:inkChg chg="add del">
          <ac:chgData name="" userId="242feb3c33a8e7bf" providerId="LiveId" clId="{39C24DAF-E20C-4507-9157-C96F2FA882D0}" dt="2023-03-28T14:51:12.748" v="574"/>
          <ac:inkMkLst>
            <pc:docMk/>
            <pc:sldMk cId="2141415106" sldId="260"/>
            <ac:inkMk id="577" creationId="{7F908604-1F7B-45B3-939D-A1C43F4B9A3F}"/>
          </ac:inkMkLst>
        </pc:inkChg>
        <pc:inkChg chg="add del">
          <ac:chgData name="" userId="242feb3c33a8e7bf" providerId="LiveId" clId="{39C24DAF-E20C-4507-9157-C96F2FA882D0}" dt="2023-03-28T14:51:12.748" v="574"/>
          <ac:inkMkLst>
            <pc:docMk/>
            <pc:sldMk cId="2141415106" sldId="260"/>
            <ac:inkMk id="578" creationId="{8DCA28F3-ADA6-4CC5-A811-411C22E1F484}"/>
          </ac:inkMkLst>
        </pc:inkChg>
        <pc:inkChg chg="add del">
          <ac:chgData name="" userId="242feb3c33a8e7bf" providerId="LiveId" clId="{39C24DAF-E20C-4507-9157-C96F2FA882D0}" dt="2023-03-28T14:51:12.748" v="574"/>
          <ac:inkMkLst>
            <pc:docMk/>
            <pc:sldMk cId="2141415106" sldId="260"/>
            <ac:inkMk id="579" creationId="{4427EBE5-336D-4A98-BE95-65A3546E3251}"/>
          </ac:inkMkLst>
        </pc:inkChg>
        <pc:inkChg chg="add del">
          <ac:chgData name="" userId="242feb3c33a8e7bf" providerId="LiveId" clId="{39C24DAF-E20C-4507-9157-C96F2FA882D0}" dt="2023-03-28T14:51:12.748" v="574"/>
          <ac:inkMkLst>
            <pc:docMk/>
            <pc:sldMk cId="2141415106" sldId="260"/>
            <ac:inkMk id="580" creationId="{29D67EC4-B793-484A-9C39-A0AA8C0C07CF}"/>
          </ac:inkMkLst>
        </pc:inkChg>
        <pc:inkChg chg="add del">
          <ac:chgData name="" userId="242feb3c33a8e7bf" providerId="LiveId" clId="{39C24DAF-E20C-4507-9157-C96F2FA882D0}" dt="2023-03-28T14:51:12.748" v="574"/>
          <ac:inkMkLst>
            <pc:docMk/>
            <pc:sldMk cId="2141415106" sldId="260"/>
            <ac:inkMk id="581" creationId="{9DE34115-34A2-48CB-A99B-3BE074F5DEC9}"/>
          </ac:inkMkLst>
        </pc:inkChg>
        <pc:inkChg chg="add del">
          <ac:chgData name="" userId="242feb3c33a8e7bf" providerId="LiveId" clId="{39C24DAF-E20C-4507-9157-C96F2FA882D0}" dt="2023-03-28T14:51:12.748" v="574"/>
          <ac:inkMkLst>
            <pc:docMk/>
            <pc:sldMk cId="2141415106" sldId="260"/>
            <ac:inkMk id="582" creationId="{3CD1B2FD-7A86-4230-9862-9B17898D4F5B}"/>
          </ac:inkMkLst>
        </pc:inkChg>
        <pc:inkChg chg="add del">
          <ac:chgData name="" userId="242feb3c33a8e7bf" providerId="LiveId" clId="{39C24DAF-E20C-4507-9157-C96F2FA882D0}" dt="2023-03-28T14:51:12.748" v="574"/>
          <ac:inkMkLst>
            <pc:docMk/>
            <pc:sldMk cId="2141415106" sldId="260"/>
            <ac:inkMk id="583" creationId="{FD8DBCDD-1724-4982-BFBB-AA6A789AC405}"/>
          </ac:inkMkLst>
        </pc:inkChg>
        <pc:inkChg chg="add del">
          <ac:chgData name="" userId="242feb3c33a8e7bf" providerId="LiveId" clId="{39C24DAF-E20C-4507-9157-C96F2FA882D0}" dt="2023-03-28T14:51:17.749" v="590"/>
          <ac:inkMkLst>
            <pc:docMk/>
            <pc:sldMk cId="2141415106" sldId="260"/>
            <ac:inkMk id="584" creationId="{8EF60897-0343-4434-9AE0-1D58B9CD2754}"/>
          </ac:inkMkLst>
        </pc:inkChg>
        <pc:inkChg chg="add del">
          <ac:chgData name="" userId="242feb3c33a8e7bf" providerId="LiveId" clId="{39C24DAF-E20C-4507-9157-C96F2FA882D0}" dt="2023-03-28T14:51:17.749" v="590"/>
          <ac:inkMkLst>
            <pc:docMk/>
            <pc:sldMk cId="2141415106" sldId="260"/>
            <ac:inkMk id="585" creationId="{CE31119B-E972-4785-8DD2-6606C8EB4B6E}"/>
          </ac:inkMkLst>
        </pc:inkChg>
        <pc:inkChg chg="add del">
          <ac:chgData name="" userId="242feb3c33a8e7bf" providerId="LiveId" clId="{39C24DAF-E20C-4507-9157-C96F2FA882D0}" dt="2023-03-28T14:51:17.749" v="590"/>
          <ac:inkMkLst>
            <pc:docMk/>
            <pc:sldMk cId="2141415106" sldId="260"/>
            <ac:inkMk id="586" creationId="{0A7A9713-DC60-47A1-BC90-DB1B594747C2}"/>
          </ac:inkMkLst>
        </pc:inkChg>
        <pc:inkChg chg="add del">
          <ac:chgData name="" userId="242feb3c33a8e7bf" providerId="LiveId" clId="{39C24DAF-E20C-4507-9157-C96F2FA882D0}" dt="2023-03-28T14:51:17.749" v="590"/>
          <ac:inkMkLst>
            <pc:docMk/>
            <pc:sldMk cId="2141415106" sldId="260"/>
            <ac:inkMk id="587" creationId="{AE8619EB-2412-4E3D-802D-8A1FC10C6DC7}"/>
          </ac:inkMkLst>
        </pc:inkChg>
        <pc:inkChg chg="add del">
          <ac:chgData name="" userId="242feb3c33a8e7bf" providerId="LiveId" clId="{39C24DAF-E20C-4507-9157-C96F2FA882D0}" dt="2023-03-28T14:51:17.749" v="590"/>
          <ac:inkMkLst>
            <pc:docMk/>
            <pc:sldMk cId="2141415106" sldId="260"/>
            <ac:inkMk id="588" creationId="{832DBC13-7F98-4B6F-BABA-70A72CAA9B25}"/>
          </ac:inkMkLst>
        </pc:inkChg>
        <pc:inkChg chg="add del">
          <ac:chgData name="" userId="242feb3c33a8e7bf" providerId="LiveId" clId="{39C24DAF-E20C-4507-9157-C96F2FA882D0}" dt="2023-03-28T14:51:17.749" v="590"/>
          <ac:inkMkLst>
            <pc:docMk/>
            <pc:sldMk cId="2141415106" sldId="260"/>
            <ac:inkMk id="589" creationId="{D52503A1-B957-4909-8474-E7B26131F06A}"/>
          </ac:inkMkLst>
        </pc:inkChg>
        <pc:inkChg chg="add del">
          <ac:chgData name="" userId="242feb3c33a8e7bf" providerId="LiveId" clId="{39C24DAF-E20C-4507-9157-C96F2FA882D0}" dt="2023-03-28T14:51:17.749" v="590"/>
          <ac:inkMkLst>
            <pc:docMk/>
            <pc:sldMk cId="2141415106" sldId="260"/>
            <ac:inkMk id="590" creationId="{581768B8-8CE0-40D1-8A42-B3B7C8EB0952}"/>
          </ac:inkMkLst>
        </pc:inkChg>
        <pc:inkChg chg="add del">
          <ac:chgData name="" userId="242feb3c33a8e7bf" providerId="LiveId" clId="{39C24DAF-E20C-4507-9157-C96F2FA882D0}" dt="2023-03-28T14:51:17.749" v="590"/>
          <ac:inkMkLst>
            <pc:docMk/>
            <pc:sldMk cId="2141415106" sldId="260"/>
            <ac:inkMk id="591" creationId="{5FA8DA88-D21A-481A-85FF-883AA76F1235}"/>
          </ac:inkMkLst>
        </pc:inkChg>
        <pc:inkChg chg="add del">
          <ac:chgData name="" userId="242feb3c33a8e7bf" providerId="LiveId" clId="{39C24DAF-E20C-4507-9157-C96F2FA882D0}" dt="2023-03-28T14:51:17.749" v="590"/>
          <ac:inkMkLst>
            <pc:docMk/>
            <pc:sldMk cId="2141415106" sldId="260"/>
            <ac:inkMk id="592" creationId="{0601DBFD-9971-4C65-AA98-19BE87C48788}"/>
          </ac:inkMkLst>
        </pc:inkChg>
        <pc:inkChg chg="add del">
          <ac:chgData name="" userId="242feb3c33a8e7bf" providerId="LiveId" clId="{39C24DAF-E20C-4507-9157-C96F2FA882D0}" dt="2023-03-28T14:51:17.749" v="590"/>
          <ac:inkMkLst>
            <pc:docMk/>
            <pc:sldMk cId="2141415106" sldId="260"/>
            <ac:inkMk id="593" creationId="{D81169A9-0129-4FFD-849E-DD0C84CF3BDE}"/>
          </ac:inkMkLst>
        </pc:inkChg>
        <pc:inkChg chg="add del">
          <ac:chgData name="" userId="242feb3c33a8e7bf" providerId="LiveId" clId="{39C24DAF-E20C-4507-9157-C96F2FA882D0}" dt="2023-03-28T14:51:17.749" v="590"/>
          <ac:inkMkLst>
            <pc:docMk/>
            <pc:sldMk cId="2141415106" sldId="260"/>
            <ac:inkMk id="594" creationId="{649E7430-7E09-4E07-93DF-13B51D112228}"/>
          </ac:inkMkLst>
        </pc:inkChg>
        <pc:inkChg chg="add del">
          <ac:chgData name="" userId="242feb3c33a8e7bf" providerId="LiveId" clId="{39C24DAF-E20C-4507-9157-C96F2FA882D0}" dt="2023-03-28T14:51:17.749" v="590"/>
          <ac:inkMkLst>
            <pc:docMk/>
            <pc:sldMk cId="2141415106" sldId="260"/>
            <ac:inkMk id="595" creationId="{F0C0B121-ABC6-4BA5-B8D5-3A0C3F8E877F}"/>
          </ac:inkMkLst>
        </pc:inkChg>
        <pc:inkChg chg="add del">
          <ac:chgData name="" userId="242feb3c33a8e7bf" providerId="LiveId" clId="{39C24DAF-E20C-4507-9157-C96F2FA882D0}" dt="2023-03-28T14:51:17.749" v="590"/>
          <ac:inkMkLst>
            <pc:docMk/>
            <pc:sldMk cId="2141415106" sldId="260"/>
            <ac:inkMk id="596" creationId="{03E04EBD-1C53-40BE-8DE0-80806FC058C6}"/>
          </ac:inkMkLst>
        </pc:inkChg>
        <pc:inkChg chg="add del">
          <ac:chgData name="" userId="242feb3c33a8e7bf" providerId="LiveId" clId="{39C24DAF-E20C-4507-9157-C96F2FA882D0}" dt="2023-03-28T14:51:17.749" v="590"/>
          <ac:inkMkLst>
            <pc:docMk/>
            <pc:sldMk cId="2141415106" sldId="260"/>
            <ac:inkMk id="597" creationId="{FF670567-D284-4144-AAF2-E388FCA3FCCF}"/>
          </ac:inkMkLst>
        </pc:inkChg>
        <pc:inkChg chg="add del">
          <ac:chgData name="" userId="242feb3c33a8e7bf" providerId="LiveId" clId="{39C24DAF-E20C-4507-9157-C96F2FA882D0}" dt="2023-03-28T14:51:17.749" v="590"/>
          <ac:inkMkLst>
            <pc:docMk/>
            <pc:sldMk cId="2141415106" sldId="260"/>
            <ac:inkMk id="598" creationId="{AF25A485-45CC-419C-93F6-6277C5177D29}"/>
          </ac:inkMkLst>
        </pc:inkChg>
        <pc:inkChg chg="add del">
          <ac:chgData name="" userId="242feb3c33a8e7bf" providerId="LiveId" clId="{39C24DAF-E20C-4507-9157-C96F2FA882D0}" dt="2023-03-28T14:51:17.749" v="590"/>
          <ac:inkMkLst>
            <pc:docMk/>
            <pc:sldMk cId="2141415106" sldId="260"/>
            <ac:inkMk id="599" creationId="{E9EAC221-4C62-4FFD-8278-6EE19BCFA83F}"/>
          </ac:inkMkLst>
        </pc:inkChg>
        <pc:inkChg chg="add">
          <ac:chgData name="" userId="242feb3c33a8e7bf" providerId="LiveId" clId="{39C24DAF-E20C-4507-9157-C96F2FA882D0}" dt="2023-03-28T14:51:17.749" v="590"/>
          <ac:inkMkLst>
            <pc:docMk/>
            <pc:sldMk cId="2141415106" sldId="260"/>
            <ac:inkMk id="600" creationId="{AB76DDFB-8878-403E-8EA5-B42ACE29132C}"/>
          </ac:inkMkLst>
        </pc:inkChg>
        <pc:inkChg chg="add del">
          <ac:chgData name="" userId="242feb3c33a8e7bf" providerId="LiveId" clId="{39C24DAF-E20C-4507-9157-C96F2FA882D0}" dt="2023-03-28T16:43:53.618" v="3364"/>
          <ac:inkMkLst>
            <pc:docMk/>
            <pc:sldMk cId="2141415106" sldId="260"/>
            <ac:inkMk id="601" creationId="{58407AD0-1847-4D3A-8543-6E95768FAFF9}"/>
          </ac:inkMkLst>
        </pc:inkChg>
        <pc:inkChg chg="add del">
          <ac:chgData name="" userId="242feb3c33a8e7bf" providerId="LiveId" clId="{39C24DAF-E20C-4507-9157-C96F2FA882D0}" dt="2023-03-28T16:43:53.618" v="3364"/>
          <ac:inkMkLst>
            <pc:docMk/>
            <pc:sldMk cId="2141415106" sldId="260"/>
            <ac:inkMk id="602" creationId="{A8F27E3C-DFC0-440D-B742-0A4BD8990F41}"/>
          </ac:inkMkLst>
        </pc:inkChg>
        <pc:inkChg chg="add del">
          <ac:chgData name="" userId="242feb3c33a8e7bf" providerId="LiveId" clId="{39C24DAF-E20C-4507-9157-C96F2FA882D0}" dt="2023-03-28T16:43:53.618" v="3364"/>
          <ac:inkMkLst>
            <pc:docMk/>
            <pc:sldMk cId="2141415106" sldId="260"/>
            <ac:inkMk id="603" creationId="{58F5035B-CC61-47A6-BF17-08C95CA9D68D}"/>
          </ac:inkMkLst>
        </pc:inkChg>
        <pc:inkChg chg="add del">
          <ac:chgData name="" userId="242feb3c33a8e7bf" providerId="LiveId" clId="{39C24DAF-E20C-4507-9157-C96F2FA882D0}" dt="2023-03-28T16:43:53.618" v="3364"/>
          <ac:inkMkLst>
            <pc:docMk/>
            <pc:sldMk cId="2141415106" sldId="260"/>
            <ac:inkMk id="604" creationId="{ADE39D5C-14F4-4175-A9D6-EE810BFF742B}"/>
          </ac:inkMkLst>
        </pc:inkChg>
        <pc:inkChg chg="add del">
          <ac:chgData name="" userId="242feb3c33a8e7bf" providerId="LiveId" clId="{39C24DAF-E20C-4507-9157-C96F2FA882D0}" dt="2023-03-28T16:43:53.618" v="3364"/>
          <ac:inkMkLst>
            <pc:docMk/>
            <pc:sldMk cId="2141415106" sldId="260"/>
            <ac:inkMk id="605" creationId="{EADF65EF-4782-4655-8FB1-42489BBB6A78}"/>
          </ac:inkMkLst>
        </pc:inkChg>
        <pc:inkChg chg="add del">
          <ac:chgData name="" userId="242feb3c33a8e7bf" providerId="LiveId" clId="{39C24DAF-E20C-4507-9157-C96F2FA882D0}" dt="2023-03-28T16:43:53.618" v="3364"/>
          <ac:inkMkLst>
            <pc:docMk/>
            <pc:sldMk cId="2141415106" sldId="260"/>
            <ac:inkMk id="606" creationId="{35ED92C2-75AA-435E-81C4-FBDCA31B7066}"/>
          </ac:inkMkLst>
        </pc:inkChg>
        <pc:inkChg chg="add del">
          <ac:chgData name="" userId="242feb3c33a8e7bf" providerId="LiveId" clId="{39C24DAF-E20C-4507-9157-C96F2FA882D0}" dt="2023-03-28T16:44:10.095" v="3399"/>
          <ac:inkMkLst>
            <pc:docMk/>
            <pc:sldMk cId="2141415106" sldId="260"/>
            <ac:inkMk id="607" creationId="{9452F1D1-AAEA-4815-905C-7E3865CE2533}"/>
          </ac:inkMkLst>
        </pc:inkChg>
        <pc:inkChg chg="add del">
          <ac:chgData name="" userId="242feb3c33a8e7bf" providerId="LiveId" clId="{39C24DAF-E20C-4507-9157-C96F2FA882D0}" dt="2023-03-28T16:44:10.094" v="3398"/>
          <ac:inkMkLst>
            <pc:docMk/>
            <pc:sldMk cId="2141415106" sldId="260"/>
            <ac:inkMk id="608" creationId="{C5430DAF-A4F4-4CA6-9795-B028A1D702AD}"/>
          </ac:inkMkLst>
        </pc:inkChg>
        <pc:inkChg chg="add del">
          <ac:chgData name="" userId="242feb3c33a8e7bf" providerId="LiveId" clId="{39C24DAF-E20C-4507-9157-C96F2FA882D0}" dt="2023-03-28T16:44:07.883" v="3397"/>
          <ac:inkMkLst>
            <pc:docMk/>
            <pc:sldMk cId="2141415106" sldId="260"/>
            <ac:inkMk id="609" creationId="{04322172-8CBC-45BB-86A9-2BF4A94C4829}"/>
          </ac:inkMkLst>
        </pc:inkChg>
        <pc:inkChg chg="add del">
          <ac:chgData name="" userId="242feb3c33a8e7bf" providerId="LiveId" clId="{39C24DAF-E20C-4507-9157-C96F2FA882D0}" dt="2023-03-28T16:44:07.883" v="3397"/>
          <ac:inkMkLst>
            <pc:docMk/>
            <pc:sldMk cId="2141415106" sldId="260"/>
            <ac:inkMk id="610" creationId="{02621621-651B-4B9A-95C0-C6ED0BBF247F}"/>
          </ac:inkMkLst>
        </pc:inkChg>
        <pc:inkChg chg="add del">
          <ac:chgData name="" userId="242feb3c33a8e7bf" providerId="LiveId" clId="{39C24DAF-E20C-4507-9157-C96F2FA882D0}" dt="2023-03-28T16:44:07.883" v="3397"/>
          <ac:inkMkLst>
            <pc:docMk/>
            <pc:sldMk cId="2141415106" sldId="260"/>
            <ac:inkMk id="611" creationId="{31583AC0-B0FC-4C90-971A-196EAED6A13A}"/>
          </ac:inkMkLst>
        </pc:inkChg>
        <pc:inkChg chg="add del">
          <ac:chgData name="" userId="242feb3c33a8e7bf" providerId="LiveId" clId="{39C24DAF-E20C-4507-9157-C96F2FA882D0}" dt="2023-03-28T16:44:07.883" v="3397"/>
          <ac:inkMkLst>
            <pc:docMk/>
            <pc:sldMk cId="2141415106" sldId="260"/>
            <ac:inkMk id="612" creationId="{364172F0-DEF9-4BFC-88D5-2AA08848A13E}"/>
          </ac:inkMkLst>
        </pc:inkChg>
        <pc:inkChg chg="add del">
          <ac:chgData name="" userId="242feb3c33a8e7bf" providerId="LiveId" clId="{39C24DAF-E20C-4507-9157-C96F2FA882D0}" dt="2023-03-28T16:44:07.883" v="3397"/>
          <ac:inkMkLst>
            <pc:docMk/>
            <pc:sldMk cId="2141415106" sldId="260"/>
            <ac:inkMk id="613" creationId="{C325C67F-514E-487E-BBC5-23DFE37A18FA}"/>
          </ac:inkMkLst>
        </pc:inkChg>
        <pc:inkChg chg="add del">
          <ac:chgData name="" userId="242feb3c33a8e7bf" providerId="LiveId" clId="{39C24DAF-E20C-4507-9157-C96F2FA882D0}" dt="2023-03-28T16:44:07.883" v="3397"/>
          <ac:inkMkLst>
            <pc:docMk/>
            <pc:sldMk cId="2141415106" sldId="260"/>
            <ac:inkMk id="614" creationId="{FA7627F6-87A1-4689-8BD6-68983C165D93}"/>
          </ac:inkMkLst>
        </pc:inkChg>
        <pc:inkChg chg="add del">
          <ac:chgData name="" userId="242feb3c33a8e7bf" providerId="LiveId" clId="{39C24DAF-E20C-4507-9157-C96F2FA882D0}" dt="2023-03-28T16:44:07.883" v="3397"/>
          <ac:inkMkLst>
            <pc:docMk/>
            <pc:sldMk cId="2141415106" sldId="260"/>
            <ac:inkMk id="615" creationId="{644BCAF3-F56A-48B0-A978-B7A35438ECB6}"/>
          </ac:inkMkLst>
        </pc:inkChg>
        <pc:inkChg chg="add del">
          <ac:chgData name="" userId="242feb3c33a8e7bf" providerId="LiveId" clId="{39C24DAF-E20C-4507-9157-C96F2FA882D0}" dt="2023-03-28T16:44:07.883" v="3397"/>
          <ac:inkMkLst>
            <pc:docMk/>
            <pc:sldMk cId="2141415106" sldId="260"/>
            <ac:inkMk id="616" creationId="{A4F348CF-FD06-4049-AC1A-5824886F58F1}"/>
          </ac:inkMkLst>
        </pc:inkChg>
        <pc:inkChg chg="add del">
          <ac:chgData name="" userId="242feb3c33a8e7bf" providerId="LiveId" clId="{39C24DAF-E20C-4507-9157-C96F2FA882D0}" dt="2023-03-28T16:44:07.883" v="3397"/>
          <ac:inkMkLst>
            <pc:docMk/>
            <pc:sldMk cId="2141415106" sldId="260"/>
            <ac:inkMk id="617" creationId="{C0C0DEB6-B3FF-4A1A-9C7A-D502D60F5484}"/>
          </ac:inkMkLst>
        </pc:inkChg>
        <pc:inkChg chg="add del">
          <ac:chgData name="" userId="242feb3c33a8e7bf" providerId="LiveId" clId="{39C24DAF-E20C-4507-9157-C96F2FA882D0}" dt="2023-03-28T16:44:07.883" v="3397"/>
          <ac:inkMkLst>
            <pc:docMk/>
            <pc:sldMk cId="2141415106" sldId="260"/>
            <ac:inkMk id="618" creationId="{B0E09DBE-917C-45BF-A0A5-9E14035D8D36}"/>
          </ac:inkMkLst>
        </pc:inkChg>
        <pc:inkChg chg="add del">
          <ac:chgData name="" userId="242feb3c33a8e7bf" providerId="LiveId" clId="{39C24DAF-E20C-4507-9157-C96F2FA882D0}" dt="2023-03-28T16:44:07.883" v="3397"/>
          <ac:inkMkLst>
            <pc:docMk/>
            <pc:sldMk cId="2141415106" sldId="260"/>
            <ac:inkMk id="619" creationId="{58A26700-6FE7-4521-83DA-BBC0EA29C7BE}"/>
          </ac:inkMkLst>
        </pc:inkChg>
        <pc:inkChg chg="add del">
          <ac:chgData name="" userId="242feb3c33a8e7bf" providerId="LiveId" clId="{39C24DAF-E20C-4507-9157-C96F2FA882D0}" dt="2023-03-28T16:44:07.883" v="3397"/>
          <ac:inkMkLst>
            <pc:docMk/>
            <pc:sldMk cId="2141415106" sldId="260"/>
            <ac:inkMk id="620" creationId="{E14306B2-AC21-4DF9-AC23-D2EFDDBAC677}"/>
          </ac:inkMkLst>
        </pc:inkChg>
        <pc:inkChg chg="add del">
          <ac:chgData name="" userId="242feb3c33a8e7bf" providerId="LiveId" clId="{39C24DAF-E20C-4507-9157-C96F2FA882D0}" dt="2023-03-28T16:44:07.883" v="3397"/>
          <ac:inkMkLst>
            <pc:docMk/>
            <pc:sldMk cId="2141415106" sldId="260"/>
            <ac:inkMk id="621" creationId="{A5C64A2D-DD8D-49E5-8FCF-0AB15103C724}"/>
          </ac:inkMkLst>
        </pc:inkChg>
        <pc:inkChg chg="add del">
          <ac:chgData name="" userId="242feb3c33a8e7bf" providerId="LiveId" clId="{39C24DAF-E20C-4507-9157-C96F2FA882D0}" dt="2023-03-28T16:44:07.883" v="3397"/>
          <ac:inkMkLst>
            <pc:docMk/>
            <pc:sldMk cId="2141415106" sldId="260"/>
            <ac:inkMk id="622" creationId="{53C89917-F026-4513-BA6E-A761D3608AAD}"/>
          </ac:inkMkLst>
        </pc:inkChg>
        <pc:inkChg chg="add del">
          <ac:chgData name="" userId="242feb3c33a8e7bf" providerId="LiveId" clId="{39C24DAF-E20C-4507-9157-C96F2FA882D0}" dt="2023-03-28T16:44:07.883" v="3397"/>
          <ac:inkMkLst>
            <pc:docMk/>
            <pc:sldMk cId="2141415106" sldId="260"/>
            <ac:inkMk id="623" creationId="{3C0AD262-688D-43E2-81E2-4D6E63D09648}"/>
          </ac:inkMkLst>
        </pc:inkChg>
        <pc:inkChg chg="add del">
          <ac:chgData name="" userId="242feb3c33a8e7bf" providerId="LiveId" clId="{39C24DAF-E20C-4507-9157-C96F2FA882D0}" dt="2023-03-28T16:44:07.883" v="3397"/>
          <ac:inkMkLst>
            <pc:docMk/>
            <pc:sldMk cId="2141415106" sldId="260"/>
            <ac:inkMk id="624" creationId="{E39FA98B-D010-42E6-BFAE-A0EA3A87E87E}"/>
          </ac:inkMkLst>
        </pc:inkChg>
        <pc:inkChg chg="add del">
          <ac:chgData name="" userId="242feb3c33a8e7bf" providerId="LiveId" clId="{39C24DAF-E20C-4507-9157-C96F2FA882D0}" dt="2023-03-28T16:44:07.883" v="3397"/>
          <ac:inkMkLst>
            <pc:docMk/>
            <pc:sldMk cId="2141415106" sldId="260"/>
            <ac:inkMk id="625" creationId="{B56AE65D-5AEF-4B03-8E1B-0241FD3E0F6F}"/>
          </ac:inkMkLst>
        </pc:inkChg>
        <pc:inkChg chg="add del">
          <ac:chgData name="" userId="242feb3c33a8e7bf" providerId="LiveId" clId="{39C24DAF-E20C-4507-9157-C96F2FA882D0}" dt="2023-03-28T16:44:07.883" v="3397"/>
          <ac:inkMkLst>
            <pc:docMk/>
            <pc:sldMk cId="2141415106" sldId="260"/>
            <ac:inkMk id="626" creationId="{D1FC52DE-F150-4088-A40D-4B0FEA27A709}"/>
          </ac:inkMkLst>
        </pc:inkChg>
        <pc:inkChg chg="add del">
          <ac:chgData name="" userId="242feb3c33a8e7bf" providerId="LiveId" clId="{39C24DAF-E20C-4507-9157-C96F2FA882D0}" dt="2023-03-28T16:44:07.883" v="3397"/>
          <ac:inkMkLst>
            <pc:docMk/>
            <pc:sldMk cId="2141415106" sldId="260"/>
            <ac:inkMk id="627" creationId="{6C4A162D-ACC6-4A31-818F-51FF672B2FDC}"/>
          </ac:inkMkLst>
        </pc:inkChg>
        <pc:inkChg chg="add del">
          <ac:chgData name="" userId="242feb3c33a8e7bf" providerId="LiveId" clId="{39C24DAF-E20C-4507-9157-C96F2FA882D0}" dt="2023-03-28T16:44:07.883" v="3397"/>
          <ac:inkMkLst>
            <pc:docMk/>
            <pc:sldMk cId="2141415106" sldId="260"/>
            <ac:inkMk id="628" creationId="{05236C8F-A19D-4DED-BDE8-5C3DFAE9ABF3}"/>
          </ac:inkMkLst>
        </pc:inkChg>
        <pc:inkChg chg="add del">
          <ac:chgData name="" userId="242feb3c33a8e7bf" providerId="LiveId" clId="{39C24DAF-E20C-4507-9157-C96F2FA882D0}" dt="2023-03-28T16:44:07.883" v="3397"/>
          <ac:inkMkLst>
            <pc:docMk/>
            <pc:sldMk cId="2141415106" sldId="260"/>
            <ac:inkMk id="629" creationId="{FA72B658-A2FA-4ED1-AB37-D413661C4A28}"/>
          </ac:inkMkLst>
        </pc:inkChg>
        <pc:inkChg chg="add del">
          <ac:chgData name="" userId="242feb3c33a8e7bf" providerId="LiveId" clId="{39C24DAF-E20C-4507-9157-C96F2FA882D0}" dt="2023-03-28T16:44:07.883" v="3397"/>
          <ac:inkMkLst>
            <pc:docMk/>
            <pc:sldMk cId="2141415106" sldId="260"/>
            <ac:inkMk id="630" creationId="{488A77C1-0851-4C50-9A58-8ABAF62BE8F2}"/>
          </ac:inkMkLst>
        </pc:inkChg>
        <pc:inkChg chg="add del">
          <ac:chgData name="" userId="242feb3c33a8e7bf" providerId="LiveId" clId="{39C24DAF-E20C-4507-9157-C96F2FA882D0}" dt="2023-03-28T16:44:07.883" v="3397"/>
          <ac:inkMkLst>
            <pc:docMk/>
            <pc:sldMk cId="2141415106" sldId="260"/>
            <ac:inkMk id="631" creationId="{E2707A22-50D5-4E82-A271-ACDB1114A011}"/>
          </ac:inkMkLst>
        </pc:inkChg>
        <pc:inkChg chg="add del">
          <ac:chgData name="" userId="242feb3c33a8e7bf" providerId="LiveId" clId="{39C24DAF-E20C-4507-9157-C96F2FA882D0}" dt="2023-03-28T16:44:07.883" v="3397"/>
          <ac:inkMkLst>
            <pc:docMk/>
            <pc:sldMk cId="2141415106" sldId="260"/>
            <ac:inkMk id="632" creationId="{E7058022-DCB4-4081-9CB0-F954B0DBDDDC}"/>
          </ac:inkMkLst>
        </pc:inkChg>
        <pc:inkChg chg="add del">
          <ac:chgData name="" userId="242feb3c33a8e7bf" providerId="LiveId" clId="{39C24DAF-E20C-4507-9157-C96F2FA882D0}" dt="2023-03-28T16:44:07.883" v="3397"/>
          <ac:inkMkLst>
            <pc:docMk/>
            <pc:sldMk cId="2141415106" sldId="260"/>
            <ac:inkMk id="633" creationId="{717DC185-5821-42C4-805F-EB3FFACA5D94}"/>
          </ac:inkMkLst>
        </pc:inkChg>
        <pc:inkChg chg="add del">
          <ac:chgData name="" userId="242feb3c33a8e7bf" providerId="LiveId" clId="{39C24DAF-E20C-4507-9157-C96F2FA882D0}" dt="2023-03-28T16:44:07.883" v="3397"/>
          <ac:inkMkLst>
            <pc:docMk/>
            <pc:sldMk cId="2141415106" sldId="260"/>
            <ac:inkMk id="634" creationId="{4A91E370-AD41-4650-ACC0-60C2FB9D07FE}"/>
          </ac:inkMkLst>
        </pc:inkChg>
        <pc:inkChg chg="add del">
          <ac:chgData name="" userId="242feb3c33a8e7bf" providerId="LiveId" clId="{39C24DAF-E20C-4507-9157-C96F2FA882D0}" dt="2023-03-28T16:44:07.883" v="3397"/>
          <ac:inkMkLst>
            <pc:docMk/>
            <pc:sldMk cId="2141415106" sldId="260"/>
            <ac:inkMk id="635" creationId="{C3455D4E-C008-4296-8CE0-725F61BD3BF3}"/>
          </ac:inkMkLst>
        </pc:inkChg>
        <pc:inkChg chg="add del">
          <ac:chgData name="" userId="242feb3c33a8e7bf" providerId="LiveId" clId="{39C24DAF-E20C-4507-9157-C96F2FA882D0}" dt="2023-03-28T16:44:07.883" v="3397"/>
          <ac:inkMkLst>
            <pc:docMk/>
            <pc:sldMk cId="2141415106" sldId="260"/>
            <ac:inkMk id="636" creationId="{971F100C-F5C8-406E-BAA3-0419E21D223A}"/>
          </ac:inkMkLst>
        </pc:inkChg>
        <pc:inkChg chg="add del">
          <ac:chgData name="" userId="242feb3c33a8e7bf" providerId="LiveId" clId="{39C24DAF-E20C-4507-9157-C96F2FA882D0}" dt="2023-03-28T16:44:07.883" v="3397"/>
          <ac:inkMkLst>
            <pc:docMk/>
            <pc:sldMk cId="2141415106" sldId="260"/>
            <ac:inkMk id="637" creationId="{5C4AE7F5-5CFE-4A1C-82DD-B1B870FDA244}"/>
          </ac:inkMkLst>
        </pc:inkChg>
        <pc:inkChg chg="add del">
          <ac:chgData name="" userId="242feb3c33a8e7bf" providerId="LiveId" clId="{39C24DAF-E20C-4507-9157-C96F2FA882D0}" dt="2023-03-28T16:44:07.883" v="3397"/>
          <ac:inkMkLst>
            <pc:docMk/>
            <pc:sldMk cId="2141415106" sldId="260"/>
            <ac:inkMk id="638" creationId="{27525EB3-08DB-42BD-B691-C878158A3D10}"/>
          </ac:inkMkLst>
        </pc:inkChg>
        <pc:inkChg chg="add del">
          <ac:chgData name="" userId="242feb3c33a8e7bf" providerId="LiveId" clId="{39C24DAF-E20C-4507-9157-C96F2FA882D0}" dt="2023-03-28T16:44:07.883" v="3397"/>
          <ac:inkMkLst>
            <pc:docMk/>
            <pc:sldMk cId="2141415106" sldId="260"/>
            <ac:inkMk id="639" creationId="{690022E7-08AF-4588-AEF7-236BF90C6216}"/>
          </ac:inkMkLst>
        </pc:inkChg>
        <pc:inkChg chg="add">
          <ac:chgData name="" userId="242feb3c33a8e7bf" providerId="LiveId" clId="{39C24DAF-E20C-4507-9157-C96F2FA882D0}" dt="2023-03-28T16:44:07.883" v="3397"/>
          <ac:inkMkLst>
            <pc:docMk/>
            <pc:sldMk cId="2141415106" sldId="260"/>
            <ac:inkMk id="640" creationId="{2D68E048-09AC-4A92-8BAC-7F5E2257ACC0}"/>
          </ac:inkMkLst>
        </pc:inkChg>
        <pc:inkChg chg="add">
          <ac:chgData name="" userId="242feb3c33a8e7bf" providerId="LiveId" clId="{39C24DAF-E20C-4507-9157-C96F2FA882D0}" dt="2023-03-28T16:44:07.883" v="3397"/>
          <ac:inkMkLst>
            <pc:docMk/>
            <pc:sldMk cId="2141415106" sldId="260"/>
            <ac:inkMk id="641" creationId="{83EBFC1C-C3CF-49FF-9EE0-284AE387248F}"/>
          </ac:inkMkLst>
        </pc:inkChg>
        <pc:inkChg chg="add del">
          <ac:chgData name="" userId="242feb3c33a8e7bf" providerId="LiveId" clId="{39C24DAF-E20C-4507-9157-C96F2FA882D0}" dt="2023-03-28T16:44:07.883" v="3397"/>
          <ac:inkMkLst>
            <pc:docMk/>
            <pc:sldMk cId="2141415106" sldId="260"/>
            <ac:inkMk id="642" creationId="{5FC58553-D510-4BA8-B32B-BD65AFF28330}"/>
          </ac:inkMkLst>
        </pc:inkChg>
        <pc:inkChg chg="add">
          <ac:chgData name="" userId="242feb3c33a8e7bf" providerId="LiveId" clId="{39C24DAF-E20C-4507-9157-C96F2FA882D0}" dt="2023-03-28T16:44:07.883" v="3397"/>
          <ac:inkMkLst>
            <pc:docMk/>
            <pc:sldMk cId="2141415106" sldId="260"/>
            <ac:inkMk id="643" creationId="{7FCA74D2-CE0B-46A4-8D2D-F0B6C15CB1B5}"/>
          </ac:inkMkLst>
        </pc:inkChg>
        <pc:inkChg chg="add">
          <ac:chgData name="" userId="242feb3c33a8e7bf" providerId="LiveId" clId="{39C24DAF-E20C-4507-9157-C96F2FA882D0}" dt="2023-03-28T16:44:11.934" v="3400"/>
          <ac:inkMkLst>
            <pc:docMk/>
            <pc:sldMk cId="2141415106" sldId="260"/>
            <ac:inkMk id="644" creationId="{7B844DD4-5A5B-436D-A87E-83FF0D04C447}"/>
          </ac:inkMkLst>
        </pc:inkChg>
      </pc:sldChg>
      <pc:sldChg chg="addSp delSp modSp">
        <pc:chgData name="" userId="242feb3c33a8e7bf" providerId="LiveId" clId="{39C24DAF-E20C-4507-9157-C96F2FA882D0}" dt="2023-03-28T16:45:29.686" v="3516"/>
        <pc:sldMkLst>
          <pc:docMk/>
          <pc:sldMk cId="2607278515" sldId="261"/>
        </pc:sldMkLst>
        <pc:spChg chg="mod">
          <ac:chgData name="" userId="242feb3c33a8e7bf" providerId="LiveId" clId="{39C24DAF-E20C-4507-9157-C96F2FA882D0}" dt="2023-03-28T15:11:56.853" v="906" actId="207"/>
          <ac:spMkLst>
            <pc:docMk/>
            <pc:sldMk cId="2607278515" sldId="261"/>
            <ac:spMk id="3" creationId="{BAFBE066-8EE1-4231-B96A-4D7C2ED68895}"/>
          </ac:spMkLst>
        </pc:spChg>
        <pc:inkChg chg="add del">
          <ac:chgData name="" userId="242feb3c33a8e7bf" providerId="LiveId" clId="{39C24DAF-E20C-4507-9157-C96F2FA882D0}" dt="2023-03-28T14:51:41.060" v="610"/>
          <ac:inkMkLst>
            <pc:docMk/>
            <pc:sldMk cId="2607278515" sldId="261"/>
            <ac:inkMk id="2" creationId="{AD3D308D-15FC-4657-800E-8445B1938722}"/>
          </ac:inkMkLst>
        </pc:inkChg>
        <pc:inkChg chg="add del">
          <ac:chgData name="" userId="242feb3c33a8e7bf" providerId="LiveId" clId="{39C24DAF-E20C-4507-9157-C96F2FA882D0}" dt="2023-03-28T14:51:41.060" v="610"/>
          <ac:inkMkLst>
            <pc:docMk/>
            <pc:sldMk cId="2607278515" sldId="261"/>
            <ac:inkMk id="4" creationId="{6DFA9C66-608A-4A8B-85D5-3DE55BA338D5}"/>
          </ac:inkMkLst>
        </pc:inkChg>
        <pc:inkChg chg="add del">
          <ac:chgData name="" userId="242feb3c33a8e7bf" providerId="LiveId" clId="{39C24DAF-E20C-4507-9157-C96F2FA882D0}" dt="2023-03-28T14:51:41.060" v="610"/>
          <ac:inkMkLst>
            <pc:docMk/>
            <pc:sldMk cId="2607278515" sldId="261"/>
            <ac:inkMk id="5" creationId="{516D61AD-415E-471C-A808-491E259500F2}"/>
          </ac:inkMkLst>
        </pc:inkChg>
        <pc:inkChg chg="add del">
          <ac:chgData name="" userId="242feb3c33a8e7bf" providerId="LiveId" clId="{39C24DAF-E20C-4507-9157-C96F2FA882D0}" dt="2023-03-28T14:51:41.060" v="610"/>
          <ac:inkMkLst>
            <pc:docMk/>
            <pc:sldMk cId="2607278515" sldId="261"/>
            <ac:inkMk id="6" creationId="{C60658F7-C810-4E28-8938-BEAD6A5AEB71}"/>
          </ac:inkMkLst>
        </pc:inkChg>
        <pc:inkChg chg="add del">
          <ac:chgData name="" userId="242feb3c33a8e7bf" providerId="LiveId" clId="{39C24DAF-E20C-4507-9157-C96F2FA882D0}" dt="2023-03-28T14:51:41.060" v="610"/>
          <ac:inkMkLst>
            <pc:docMk/>
            <pc:sldMk cId="2607278515" sldId="261"/>
            <ac:inkMk id="7" creationId="{5B8E8B88-2BF7-43F0-AFB8-4FAA00BBDDAF}"/>
          </ac:inkMkLst>
        </pc:inkChg>
        <pc:inkChg chg="add del">
          <ac:chgData name="" userId="242feb3c33a8e7bf" providerId="LiveId" clId="{39C24DAF-E20C-4507-9157-C96F2FA882D0}" dt="2023-03-28T14:51:41.060" v="610"/>
          <ac:inkMkLst>
            <pc:docMk/>
            <pc:sldMk cId="2607278515" sldId="261"/>
            <ac:inkMk id="8" creationId="{4741093E-325E-43DB-82BA-06F9E83D7A40}"/>
          </ac:inkMkLst>
        </pc:inkChg>
        <pc:inkChg chg="add del">
          <ac:chgData name="" userId="242feb3c33a8e7bf" providerId="LiveId" clId="{39C24DAF-E20C-4507-9157-C96F2FA882D0}" dt="2023-03-28T14:51:41.060" v="610"/>
          <ac:inkMkLst>
            <pc:docMk/>
            <pc:sldMk cId="2607278515" sldId="261"/>
            <ac:inkMk id="9" creationId="{231D8CE5-04D5-4A89-A632-FD2FEC1BCA94}"/>
          </ac:inkMkLst>
        </pc:inkChg>
        <pc:inkChg chg="add del">
          <ac:chgData name="" userId="242feb3c33a8e7bf" providerId="LiveId" clId="{39C24DAF-E20C-4507-9157-C96F2FA882D0}" dt="2023-03-28T14:51:41.060" v="610"/>
          <ac:inkMkLst>
            <pc:docMk/>
            <pc:sldMk cId="2607278515" sldId="261"/>
            <ac:inkMk id="10" creationId="{A03514B0-4D8B-4E23-9B3E-EBFC07C010A6}"/>
          </ac:inkMkLst>
        </pc:inkChg>
        <pc:inkChg chg="add del">
          <ac:chgData name="" userId="242feb3c33a8e7bf" providerId="LiveId" clId="{39C24DAF-E20C-4507-9157-C96F2FA882D0}" dt="2023-03-28T14:51:41.060" v="610"/>
          <ac:inkMkLst>
            <pc:docMk/>
            <pc:sldMk cId="2607278515" sldId="261"/>
            <ac:inkMk id="11" creationId="{733DEDD4-9037-40DA-B2B2-CA8E8B778BD2}"/>
          </ac:inkMkLst>
        </pc:inkChg>
        <pc:inkChg chg="add del">
          <ac:chgData name="" userId="242feb3c33a8e7bf" providerId="LiveId" clId="{39C24DAF-E20C-4507-9157-C96F2FA882D0}" dt="2023-03-28T14:51:41.060" v="610"/>
          <ac:inkMkLst>
            <pc:docMk/>
            <pc:sldMk cId="2607278515" sldId="261"/>
            <ac:inkMk id="12" creationId="{243361E8-5847-4FC3-8D4A-48E1C472829C}"/>
          </ac:inkMkLst>
        </pc:inkChg>
        <pc:inkChg chg="add del">
          <ac:chgData name="" userId="242feb3c33a8e7bf" providerId="LiveId" clId="{39C24DAF-E20C-4507-9157-C96F2FA882D0}" dt="2023-03-28T14:51:41.060" v="610"/>
          <ac:inkMkLst>
            <pc:docMk/>
            <pc:sldMk cId="2607278515" sldId="261"/>
            <ac:inkMk id="13" creationId="{693FA050-EAF5-44D6-91A0-1E2B6C39D01E}"/>
          </ac:inkMkLst>
        </pc:inkChg>
        <pc:inkChg chg="add del">
          <ac:chgData name="" userId="242feb3c33a8e7bf" providerId="LiveId" clId="{39C24DAF-E20C-4507-9157-C96F2FA882D0}" dt="2023-03-28T14:51:41.060" v="610"/>
          <ac:inkMkLst>
            <pc:docMk/>
            <pc:sldMk cId="2607278515" sldId="261"/>
            <ac:inkMk id="14" creationId="{71E7A2D1-50F6-4897-848C-090C7B84756F}"/>
          </ac:inkMkLst>
        </pc:inkChg>
        <pc:inkChg chg="add del">
          <ac:chgData name="" userId="242feb3c33a8e7bf" providerId="LiveId" clId="{39C24DAF-E20C-4507-9157-C96F2FA882D0}" dt="2023-03-28T14:51:41.060" v="610"/>
          <ac:inkMkLst>
            <pc:docMk/>
            <pc:sldMk cId="2607278515" sldId="261"/>
            <ac:inkMk id="15" creationId="{2F4B30EB-AB11-4287-B2B8-EE028E374E5B}"/>
          </ac:inkMkLst>
        </pc:inkChg>
        <pc:inkChg chg="add del">
          <ac:chgData name="" userId="242feb3c33a8e7bf" providerId="LiveId" clId="{39C24DAF-E20C-4507-9157-C96F2FA882D0}" dt="2023-03-28T14:51:41.060" v="610"/>
          <ac:inkMkLst>
            <pc:docMk/>
            <pc:sldMk cId="2607278515" sldId="261"/>
            <ac:inkMk id="16" creationId="{CF2C8FBB-F4A9-4136-B010-180857F01AE2}"/>
          </ac:inkMkLst>
        </pc:inkChg>
        <pc:inkChg chg="add del">
          <ac:chgData name="" userId="242feb3c33a8e7bf" providerId="LiveId" clId="{39C24DAF-E20C-4507-9157-C96F2FA882D0}" dt="2023-03-28T14:51:41.060" v="610"/>
          <ac:inkMkLst>
            <pc:docMk/>
            <pc:sldMk cId="2607278515" sldId="261"/>
            <ac:inkMk id="17" creationId="{3DE6EE61-663A-45D0-9DD3-B9E8F28DA564}"/>
          </ac:inkMkLst>
        </pc:inkChg>
        <pc:inkChg chg="add del">
          <ac:chgData name="" userId="242feb3c33a8e7bf" providerId="LiveId" clId="{39C24DAF-E20C-4507-9157-C96F2FA882D0}" dt="2023-03-28T14:51:41.060" v="610"/>
          <ac:inkMkLst>
            <pc:docMk/>
            <pc:sldMk cId="2607278515" sldId="261"/>
            <ac:inkMk id="18" creationId="{146E3825-9B46-4EED-AE57-418F9B627353}"/>
          </ac:inkMkLst>
        </pc:inkChg>
        <pc:inkChg chg="add del">
          <ac:chgData name="" userId="242feb3c33a8e7bf" providerId="LiveId" clId="{39C24DAF-E20C-4507-9157-C96F2FA882D0}" dt="2023-03-28T14:51:41.060" v="610"/>
          <ac:inkMkLst>
            <pc:docMk/>
            <pc:sldMk cId="2607278515" sldId="261"/>
            <ac:inkMk id="19" creationId="{3840B79D-BD0F-4EE4-9694-3DBD82A0422C}"/>
          </ac:inkMkLst>
        </pc:inkChg>
        <pc:inkChg chg="add del">
          <ac:chgData name="" userId="242feb3c33a8e7bf" providerId="LiveId" clId="{39C24DAF-E20C-4507-9157-C96F2FA882D0}" dt="2023-03-28T14:51:41.060" v="610"/>
          <ac:inkMkLst>
            <pc:docMk/>
            <pc:sldMk cId="2607278515" sldId="261"/>
            <ac:inkMk id="20" creationId="{C4B2F259-8C16-4F21-ADAF-1430169F5FA3}"/>
          </ac:inkMkLst>
        </pc:inkChg>
        <pc:inkChg chg="add">
          <ac:chgData name="" userId="242feb3c33a8e7bf" providerId="LiveId" clId="{39C24DAF-E20C-4507-9157-C96F2FA882D0}" dt="2023-03-28T14:51:41.060" v="610"/>
          <ac:inkMkLst>
            <pc:docMk/>
            <pc:sldMk cId="2607278515" sldId="261"/>
            <ac:inkMk id="21" creationId="{A2CCE98F-7C3A-4DA8-BD44-A893CA94B0E5}"/>
          </ac:inkMkLst>
        </pc:inkChg>
        <pc:inkChg chg="add">
          <ac:chgData name="" userId="242feb3c33a8e7bf" providerId="LiveId" clId="{39C24DAF-E20C-4507-9157-C96F2FA882D0}" dt="2023-03-28T14:51:41.060" v="610"/>
          <ac:inkMkLst>
            <pc:docMk/>
            <pc:sldMk cId="2607278515" sldId="261"/>
            <ac:inkMk id="23" creationId="{A8A68071-1A42-4B72-8BF5-E0F230828CDC}"/>
          </ac:inkMkLst>
        </pc:inkChg>
        <pc:inkChg chg="add del">
          <ac:chgData name="" userId="242feb3c33a8e7bf" providerId="LiveId" clId="{39C24DAF-E20C-4507-9157-C96F2FA882D0}" dt="2023-03-28T14:51:52.528" v="640"/>
          <ac:inkMkLst>
            <pc:docMk/>
            <pc:sldMk cId="2607278515" sldId="261"/>
            <ac:inkMk id="24" creationId="{23BBC643-06A8-40A5-BBB1-0536CC109116}"/>
          </ac:inkMkLst>
        </pc:inkChg>
        <pc:inkChg chg="add del">
          <ac:chgData name="" userId="242feb3c33a8e7bf" providerId="LiveId" clId="{39C24DAF-E20C-4507-9157-C96F2FA882D0}" dt="2023-03-28T14:51:52.528" v="640"/>
          <ac:inkMkLst>
            <pc:docMk/>
            <pc:sldMk cId="2607278515" sldId="261"/>
            <ac:inkMk id="25" creationId="{F8CF3274-EB1C-4165-9FE6-188834521E68}"/>
          </ac:inkMkLst>
        </pc:inkChg>
        <pc:inkChg chg="add del">
          <ac:chgData name="" userId="242feb3c33a8e7bf" providerId="LiveId" clId="{39C24DAF-E20C-4507-9157-C96F2FA882D0}" dt="2023-03-28T14:51:52.528" v="640"/>
          <ac:inkMkLst>
            <pc:docMk/>
            <pc:sldMk cId="2607278515" sldId="261"/>
            <ac:inkMk id="26" creationId="{59F33DF3-6A06-4AD7-AF65-7F67A15C944D}"/>
          </ac:inkMkLst>
        </pc:inkChg>
        <pc:inkChg chg="add del">
          <ac:chgData name="" userId="242feb3c33a8e7bf" providerId="LiveId" clId="{39C24DAF-E20C-4507-9157-C96F2FA882D0}" dt="2023-03-28T14:51:52.528" v="640"/>
          <ac:inkMkLst>
            <pc:docMk/>
            <pc:sldMk cId="2607278515" sldId="261"/>
            <ac:inkMk id="27" creationId="{FDDCA6A2-6FBA-4FD7-8FC8-15311EEADA88}"/>
          </ac:inkMkLst>
        </pc:inkChg>
        <pc:inkChg chg="add del">
          <ac:chgData name="" userId="242feb3c33a8e7bf" providerId="LiveId" clId="{39C24DAF-E20C-4507-9157-C96F2FA882D0}" dt="2023-03-28T14:51:52.528" v="640"/>
          <ac:inkMkLst>
            <pc:docMk/>
            <pc:sldMk cId="2607278515" sldId="261"/>
            <ac:inkMk id="28" creationId="{DAC6A1F6-5864-4307-B01D-664B93E80E3C}"/>
          </ac:inkMkLst>
        </pc:inkChg>
        <pc:inkChg chg="add del">
          <ac:chgData name="" userId="242feb3c33a8e7bf" providerId="LiveId" clId="{39C24DAF-E20C-4507-9157-C96F2FA882D0}" dt="2023-03-28T14:51:52.528" v="640"/>
          <ac:inkMkLst>
            <pc:docMk/>
            <pc:sldMk cId="2607278515" sldId="261"/>
            <ac:inkMk id="31" creationId="{115A7099-AA16-45D3-BD63-8747CF80182E}"/>
          </ac:inkMkLst>
        </pc:inkChg>
        <pc:inkChg chg="add del">
          <ac:chgData name="" userId="242feb3c33a8e7bf" providerId="LiveId" clId="{39C24DAF-E20C-4507-9157-C96F2FA882D0}" dt="2023-03-28T14:51:52.528" v="640"/>
          <ac:inkMkLst>
            <pc:docMk/>
            <pc:sldMk cId="2607278515" sldId="261"/>
            <ac:inkMk id="32" creationId="{240C9C94-F5F5-42A6-AD87-B16D7F23C8CA}"/>
          </ac:inkMkLst>
        </pc:inkChg>
        <pc:inkChg chg="add del">
          <ac:chgData name="" userId="242feb3c33a8e7bf" providerId="LiveId" clId="{39C24DAF-E20C-4507-9157-C96F2FA882D0}" dt="2023-03-28T14:51:52.528" v="640"/>
          <ac:inkMkLst>
            <pc:docMk/>
            <pc:sldMk cId="2607278515" sldId="261"/>
            <ac:inkMk id="34" creationId="{883C53EF-4D3F-4484-8F05-F7E021CD7435}"/>
          </ac:inkMkLst>
        </pc:inkChg>
        <pc:inkChg chg="add del">
          <ac:chgData name="" userId="242feb3c33a8e7bf" providerId="LiveId" clId="{39C24DAF-E20C-4507-9157-C96F2FA882D0}" dt="2023-03-28T14:51:52.528" v="640"/>
          <ac:inkMkLst>
            <pc:docMk/>
            <pc:sldMk cId="2607278515" sldId="261"/>
            <ac:inkMk id="35" creationId="{15E984AB-43C1-47FA-A16C-12D8AE885B42}"/>
          </ac:inkMkLst>
        </pc:inkChg>
        <pc:inkChg chg="add del">
          <ac:chgData name="" userId="242feb3c33a8e7bf" providerId="LiveId" clId="{39C24DAF-E20C-4507-9157-C96F2FA882D0}" dt="2023-03-28T14:51:52.528" v="640"/>
          <ac:inkMkLst>
            <pc:docMk/>
            <pc:sldMk cId="2607278515" sldId="261"/>
            <ac:inkMk id="36" creationId="{05633808-8F8B-4142-9B74-BC2A7AC8FF16}"/>
          </ac:inkMkLst>
        </pc:inkChg>
        <pc:inkChg chg="add del">
          <ac:chgData name="" userId="242feb3c33a8e7bf" providerId="LiveId" clId="{39C24DAF-E20C-4507-9157-C96F2FA882D0}" dt="2023-03-28T14:51:52.528" v="640"/>
          <ac:inkMkLst>
            <pc:docMk/>
            <pc:sldMk cId="2607278515" sldId="261"/>
            <ac:inkMk id="37" creationId="{E631C610-63A5-4E64-A454-DFFB43950930}"/>
          </ac:inkMkLst>
        </pc:inkChg>
        <pc:inkChg chg="add del">
          <ac:chgData name="" userId="242feb3c33a8e7bf" providerId="LiveId" clId="{39C24DAF-E20C-4507-9157-C96F2FA882D0}" dt="2023-03-28T14:51:52.528" v="640"/>
          <ac:inkMkLst>
            <pc:docMk/>
            <pc:sldMk cId="2607278515" sldId="261"/>
            <ac:inkMk id="38" creationId="{E99DFD94-66BB-4110-BAC4-EA3D0FD18CF3}"/>
          </ac:inkMkLst>
        </pc:inkChg>
        <pc:inkChg chg="add del">
          <ac:chgData name="" userId="242feb3c33a8e7bf" providerId="LiveId" clId="{39C24DAF-E20C-4507-9157-C96F2FA882D0}" dt="2023-03-28T14:51:52.528" v="640"/>
          <ac:inkMkLst>
            <pc:docMk/>
            <pc:sldMk cId="2607278515" sldId="261"/>
            <ac:inkMk id="39" creationId="{7330984E-9510-4E4D-8411-7803302D3074}"/>
          </ac:inkMkLst>
        </pc:inkChg>
        <pc:inkChg chg="add del">
          <ac:chgData name="" userId="242feb3c33a8e7bf" providerId="LiveId" clId="{39C24DAF-E20C-4507-9157-C96F2FA882D0}" dt="2023-03-28T14:51:52.528" v="640"/>
          <ac:inkMkLst>
            <pc:docMk/>
            <pc:sldMk cId="2607278515" sldId="261"/>
            <ac:inkMk id="42" creationId="{C862E80C-43A2-416E-8D53-1118157F52F0}"/>
          </ac:inkMkLst>
        </pc:inkChg>
        <pc:inkChg chg="add del">
          <ac:chgData name="" userId="242feb3c33a8e7bf" providerId="LiveId" clId="{39C24DAF-E20C-4507-9157-C96F2FA882D0}" dt="2023-03-28T14:51:52.528" v="640"/>
          <ac:inkMkLst>
            <pc:docMk/>
            <pc:sldMk cId="2607278515" sldId="261"/>
            <ac:inkMk id="43" creationId="{4DC0DED4-EF23-411C-9D58-A2A369D6B2AF}"/>
          </ac:inkMkLst>
        </pc:inkChg>
        <pc:inkChg chg="add del">
          <ac:chgData name="" userId="242feb3c33a8e7bf" providerId="LiveId" clId="{39C24DAF-E20C-4507-9157-C96F2FA882D0}" dt="2023-03-28T14:51:52.528" v="640"/>
          <ac:inkMkLst>
            <pc:docMk/>
            <pc:sldMk cId="2607278515" sldId="261"/>
            <ac:inkMk id="44" creationId="{02A05851-16F6-499B-90D9-46213F7FE27D}"/>
          </ac:inkMkLst>
        </pc:inkChg>
        <pc:inkChg chg="add del">
          <ac:chgData name="" userId="242feb3c33a8e7bf" providerId="LiveId" clId="{39C24DAF-E20C-4507-9157-C96F2FA882D0}" dt="2023-03-28T14:51:52.528" v="640"/>
          <ac:inkMkLst>
            <pc:docMk/>
            <pc:sldMk cId="2607278515" sldId="261"/>
            <ac:inkMk id="45" creationId="{703928CB-67D3-46C3-9A42-2BEF6484CFBF}"/>
          </ac:inkMkLst>
        </pc:inkChg>
        <pc:inkChg chg="add del">
          <ac:chgData name="" userId="242feb3c33a8e7bf" providerId="LiveId" clId="{39C24DAF-E20C-4507-9157-C96F2FA882D0}" dt="2023-03-28T14:51:52.528" v="640"/>
          <ac:inkMkLst>
            <pc:docMk/>
            <pc:sldMk cId="2607278515" sldId="261"/>
            <ac:inkMk id="46" creationId="{ED9086F1-88D8-4932-9F6A-D3532A93622C}"/>
          </ac:inkMkLst>
        </pc:inkChg>
        <pc:inkChg chg="add del">
          <ac:chgData name="" userId="242feb3c33a8e7bf" providerId="LiveId" clId="{39C24DAF-E20C-4507-9157-C96F2FA882D0}" dt="2023-03-28T14:51:52.528" v="640"/>
          <ac:inkMkLst>
            <pc:docMk/>
            <pc:sldMk cId="2607278515" sldId="261"/>
            <ac:inkMk id="47" creationId="{AAEC7A89-A1AE-4296-9236-F5DE0D2A5696}"/>
          </ac:inkMkLst>
        </pc:inkChg>
        <pc:inkChg chg="add del">
          <ac:chgData name="" userId="242feb3c33a8e7bf" providerId="LiveId" clId="{39C24DAF-E20C-4507-9157-C96F2FA882D0}" dt="2023-03-28T14:51:52.528" v="640"/>
          <ac:inkMkLst>
            <pc:docMk/>
            <pc:sldMk cId="2607278515" sldId="261"/>
            <ac:inkMk id="48" creationId="{DD22309F-3928-4C65-B832-3F32245E4490}"/>
          </ac:inkMkLst>
        </pc:inkChg>
        <pc:inkChg chg="add del">
          <ac:chgData name="" userId="242feb3c33a8e7bf" providerId="LiveId" clId="{39C24DAF-E20C-4507-9157-C96F2FA882D0}" dt="2023-03-28T14:51:52.528" v="640"/>
          <ac:inkMkLst>
            <pc:docMk/>
            <pc:sldMk cId="2607278515" sldId="261"/>
            <ac:inkMk id="49" creationId="{837A8437-A1EE-4883-B33E-3D644FBFBBF9}"/>
          </ac:inkMkLst>
        </pc:inkChg>
        <pc:inkChg chg="add del">
          <ac:chgData name="" userId="242feb3c33a8e7bf" providerId="LiveId" clId="{39C24DAF-E20C-4507-9157-C96F2FA882D0}" dt="2023-03-28T14:51:52.528" v="640"/>
          <ac:inkMkLst>
            <pc:docMk/>
            <pc:sldMk cId="2607278515" sldId="261"/>
            <ac:inkMk id="52" creationId="{47CB9F46-4D2A-454B-A1B3-9A78B1BDB57C}"/>
          </ac:inkMkLst>
        </pc:inkChg>
        <pc:inkChg chg="add del">
          <ac:chgData name="" userId="242feb3c33a8e7bf" providerId="LiveId" clId="{39C24DAF-E20C-4507-9157-C96F2FA882D0}" dt="2023-03-28T14:51:52.528" v="640"/>
          <ac:inkMkLst>
            <pc:docMk/>
            <pc:sldMk cId="2607278515" sldId="261"/>
            <ac:inkMk id="53" creationId="{FBD9B072-80A7-4F75-9372-DBD30F58A9C8}"/>
          </ac:inkMkLst>
        </pc:inkChg>
        <pc:inkChg chg="add del">
          <ac:chgData name="" userId="242feb3c33a8e7bf" providerId="LiveId" clId="{39C24DAF-E20C-4507-9157-C96F2FA882D0}" dt="2023-03-28T14:51:52.528" v="640"/>
          <ac:inkMkLst>
            <pc:docMk/>
            <pc:sldMk cId="2607278515" sldId="261"/>
            <ac:inkMk id="54" creationId="{63175805-36D9-4BC4-8FB3-8AA6CB591EF0}"/>
          </ac:inkMkLst>
        </pc:inkChg>
        <pc:inkChg chg="add del">
          <ac:chgData name="" userId="242feb3c33a8e7bf" providerId="LiveId" clId="{39C24DAF-E20C-4507-9157-C96F2FA882D0}" dt="2023-03-28T14:51:52.528" v="640"/>
          <ac:inkMkLst>
            <pc:docMk/>
            <pc:sldMk cId="2607278515" sldId="261"/>
            <ac:inkMk id="55" creationId="{45BF0E2E-5AB9-4E55-B3B3-451FAC328F70}"/>
          </ac:inkMkLst>
        </pc:inkChg>
        <pc:inkChg chg="add del">
          <ac:chgData name="" userId="242feb3c33a8e7bf" providerId="LiveId" clId="{39C24DAF-E20C-4507-9157-C96F2FA882D0}" dt="2023-03-28T14:51:52.528" v="640"/>
          <ac:inkMkLst>
            <pc:docMk/>
            <pc:sldMk cId="2607278515" sldId="261"/>
            <ac:inkMk id="56" creationId="{F9C4203B-C86E-40BB-9B5F-AF3D9E66B33C}"/>
          </ac:inkMkLst>
        </pc:inkChg>
        <pc:inkChg chg="add del">
          <ac:chgData name="" userId="242feb3c33a8e7bf" providerId="LiveId" clId="{39C24DAF-E20C-4507-9157-C96F2FA882D0}" dt="2023-03-28T14:51:52.528" v="640"/>
          <ac:inkMkLst>
            <pc:docMk/>
            <pc:sldMk cId="2607278515" sldId="261"/>
            <ac:inkMk id="59" creationId="{A21711B8-6374-433B-BCBD-F49F8218FFC2}"/>
          </ac:inkMkLst>
        </pc:inkChg>
        <pc:inkChg chg="add del">
          <ac:chgData name="" userId="242feb3c33a8e7bf" providerId="LiveId" clId="{39C24DAF-E20C-4507-9157-C96F2FA882D0}" dt="2023-03-28T14:51:52.528" v="640"/>
          <ac:inkMkLst>
            <pc:docMk/>
            <pc:sldMk cId="2607278515" sldId="261"/>
            <ac:inkMk id="60" creationId="{4B9212F2-3877-45B2-8429-CBE440AF2707}"/>
          </ac:inkMkLst>
        </pc:inkChg>
        <pc:inkChg chg="add del">
          <ac:chgData name="" userId="242feb3c33a8e7bf" providerId="LiveId" clId="{39C24DAF-E20C-4507-9157-C96F2FA882D0}" dt="2023-03-28T14:51:52.528" v="640"/>
          <ac:inkMkLst>
            <pc:docMk/>
            <pc:sldMk cId="2607278515" sldId="261"/>
            <ac:inkMk id="62" creationId="{CC7FF0F6-0EAF-4182-AC0C-663242A190B3}"/>
          </ac:inkMkLst>
        </pc:inkChg>
        <pc:inkChg chg="add">
          <ac:chgData name="" userId="242feb3c33a8e7bf" providerId="LiveId" clId="{39C24DAF-E20C-4507-9157-C96F2FA882D0}" dt="2023-03-28T14:51:52.528" v="640"/>
          <ac:inkMkLst>
            <pc:docMk/>
            <pc:sldMk cId="2607278515" sldId="261"/>
            <ac:inkMk id="63" creationId="{13AD5251-7229-40B3-9752-6BFEA40F1290}"/>
          </ac:inkMkLst>
        </pc:inkChg>
        <pc:inkChg chg="add">
          <ac:chgData name="" userId="242feb3c33a8e7bf" providerId="LiveId" clId="{39C24DAF-E20C-4507-9157-C96F2FA882D0}" dt="2023-03-28T14:51:52.528" v="640"/>
          <ac:inkMkLst>
            <pc:docMk/>
            <pc:sldMk cId="2607278515" sldId="261"/>
            <ac:inkMk id="64" creationId="{609ED1A0-FA1E-42FE-93D9-829013BA4FD9}"/>
          </ac:inkMkLst>
        </pc:inkChg>
        <pc:inkChg chg="add">
          <ac:chgData name="" userId="242feb3c33a8e7bf" providerId="LiveId" clId="{39C24DAF-E20C-4507-9157-C96F2FA882D0}" dt="2023-03-28T14:51:52.528" v="640"/>
          <ac:inkMkLst>
            <pc:docMk/>
            <pc:sldMk cId="2607278515" sldId="261"/>
            <ac:inkMk id="65" creationId="{C099FCD5-238A-44EB-8117-034EB22B7956}"/>
          </ac:inkMkLst>
        </pc:inkChg>
        <pc:inkChg chg="add">
          <ac:chgData name="" userId="242feb3c33a8e7bf" providerId="LiveId" clId="{39C24DAF-E20C-4507-9157-C96F2FA882D0}" dt="2023-03-28T14:51:52.528" v="640"/>
          <ac:inkMkLst>
            <pc:docMk/>
            <pc:sldMk cId="2607278515" sldId="261"/>
            <ac:inkMk id="66" creationId="{B185C50D-9499-47D2-9533-762228D38A95}"/>
          </ac:inkMkLst>
        </pc:inkChg>
        <pc:inkChg chg="add del">
          <ac:chgData name="" userId="242feb3c33a8e7bf" providerId="LiveId" clId="{39C24DAF-E20C-4507-9157-C96F2FA882D0}" dt="2023-03-28T14:52:15.184" v="643"/>
          <ac:inkMkLst>
            <pc:docMk/>
            <pc:sldMk cId="2607278515" sldId="261"/>
            <ac:inkMk id="67" creationId="{FD1524C7-03D0-48FC-B81C-99F63558F0F1}"/>
          </ac:inkMkLst>
        </pc:inkChg>
        <pc:inkChg chg="add del">
          <ac:chgData name="" userId="242feb3c33a8e7bf" providerId="LiveId" clId="{39C24DAF-E20C-4507-9157-C96F2FA882D0}" dt="2023-03-28T14:52:15.184" v="643"/>
          <ac:inkMkLst>
            <pc:docMk/>
            <pc:sldMk cId="2607278515" sldId="261"/>
            <ac:inkMk id="68" creationId="{7A0EB113-7E60-48B5-9598-9CE0A01E332F}"/>
          </ac:inkMkLst>
        </pc:inkChg>
        <pc:inkChg chg="add del">
          <ac:chgData name="" userId="242feb3c33a8e7bf" providerId="LiveId" clId="{39C24DAF-E20C-4507-9157-C96F2FA882D0}" dt="2023-03-28T14:52:17.739" v="648"/>
          <ac:inkMkLst>
            <pc:docMk/>
            <pc:sldMk cId="2607278515" sldId="261"/>
            <ac:inkMk id="69" creationId="{F92CCC86-D415-44F4-99C8-D49AA030062C}"/>
          </ac:inkMkLst>
        </pc:inkChg>
        <pc:inkChg chg="add del">
          <ac:chgData name="" userId="242feb3c33a8e7bf" providerId="LiveId" clId="{39C24DAF-E20C-4507-9157-C96F2FA882D0}" dt="2023-03-28T14:52:17.739" v="648"/>
          <ac:inkMkLst>
            <pc:docMk/>
            <pc:sldMk cId="2607278515" sldId="261"/>
            <ac:inkMk id="70" creationId="{DE0C8C96-30E1-4483-88C4-AFC40C9EBB44}"/>
          </ac:inkMkLst>
        </pc:inkChg>
        <pc:inkChg chg="add del">
          <ac:chgData name="" userId="242feb3c33a8e7bf" providerId="LiveId" clId="{39C24DAF-E20C-4507-9157-C96F2FA882D0}" dt="2023-03-28T14:52:17.739" v="648"/>
          <ac:inkMkLst>
            <pc:docMk/>
            <pc:sldMk cId="2607278515" sldId="261"/>
            <ac:inkMk id="71" creationId="{713B2077-E69F-42A3-9133-0D5F4A38561E}"/>
          </ac:inkMkLst>
        </pc:inkChg>
        <pc:inkChg chg="add del">
          <ac:chgData name="" userId="242feb3c33a8e7bf" providerId="LiveId" clId="{39C24DAF-E20C-4507-9157-C96F2FA882D0}" dt="2023-03-28T14:52:17.739" v="648"/>
          <ac:inkMkLst>
            <pc:docMk/>
            <pc:sldMk cId="2607278515" sldId="261"/>
            <ac:inkMk id="72" creationId="{30EA7462-0081-44FA-AA53-2CF9F15D222F}"/>
          </ac:inkMkLst>
        </pc:inkChg>
        <pc:inkChg chg="add del">
          <ac:chgData name="" userId="242feb3c33a8e7bf" providerId="LiveId" clId="{39C24DAF-E20C-4507-9157-C96F2FA882D0}" dt="2023-03-28T14:52:17.739" v="648"/>
          <ac:inkMkLst>
            <pc:docMk/>
            <pc:sldMk cId="2607278515" sldId="261"/>
            <ac:inkMk id="73" creationId="{ADFEA95A-6AAD-45DC-8290-AFF007232FA0}"/>
          </ac:inkMkLst>
        </pc:inkChg>
        <pc:inkChg chg="add">
          <ac:chgData name="" userId="242feb3c33a8e7bf" providerId="LiveId" clId="{39C24DAF-E20C-4507-9157-C96F2FA882D0}" dt="2023-03-28T14:52:17.739" v="648"/>
          <ac:inkMkLst>
            <pc:docMk/>
            <pc:sldMk cId="2607278515" sldId="261"/>
            <ac:inkMk id="74" creationId="{EA553021-9629-4611-BC79-9C61C632A288}"/>
          </ac:inkMkLst>
        </pc:inkChg>
        <pc:inkChg chg="add del">
          <ac:chgData name="" userId="242feb3c33a8e7bf" providerId="LiveId" clId="{39C24DAF-E20C-4507-9157-C96F2FA882D0}" dt="2023-03-28T14:52:23.938" v="656"/>
          <ac:inkMkLst>
            <pc:docMk/>
            <pc:sldMk cId="2607278515" sldId="261"/>
            <ac:inkMk id="75" creationId="{D996C236-2648-4444-9385-4D4F4F4625FA}"/>
          </ac:inkMkLst>
        </pc:inkChg>
        <pc:inkChg chg="add del">
          <ac:chgData name="" userId="242feb3c33a8e7bf" providerId="LiveId" clId="{39C24DAF-E20C-4507-9157-C96F2FA882D0}" dt="2023-03-28T14:52:21.435" v="653"/>
          <ac:inkMkLst>
            <pc:docMk/>
            <pc:sldMk cId="2607278515" sldId="261"/>
            <ac:inkMk id="76" creationId="{D1F9007E-13A5-4DCC-A13C-156E54C57C26}"/>
          </ac:inkMkLst>
        </pc:inkChg>
        <pc:inkChg chg="add del">
          <ac:chgData name="" userId="242feb3c33a8e7bf" providerId="LiveId" clId="{39C24DAF-E20C-4507-9157-C96F2FA882D0}" dt="2023-03-28T14:52:21.435" v="653"/>
          <ac:inkMkLst>
            <pc:docMk/>
            <pc:sldMk cId="2607278515" sldId="261"/>
            <ac:inkMk id="77" creationId="{0EC541EF-5041-4AA9-8117-C4B0098D0047}"/>
          </ac:inkMkLst>
        </pc:inkChg>
        <pc:inkChg chg="add del">
          <ac:chgData name="" userId="242feb3c33a8e7bf" providerId="LiveId" clId="{39C24DAF-E20C-4507-9157-C96F2FA882D0}" dt="2023-03-28T14:52:21.435" v="653"/>
          <ac:inkMkLst>
            <pc:docMk/>
            <pc:sldMk cId="2607278515" sldId="261"/>
            <ac:inkMk id="78" creationId="{A06A6BD1-61F1-4717-BD78-4B404FDAD2AA}"/>
          </ac:inkMkLst>
        </pc:inkChg>
        <pc:inkChg chg="add del">
          <ac:chgData name="" userId="242feb3c33a8e7bf" providerId="LiveId" clId="{39C24DAF-E20C-4507-9157-C96F2FA882D0}" dt="2023-03-28T14:52:23.938" v="656"/>
          <ac:inkMkLst>
            <pc:docMk/>
            <pc:sldMk cId="2607278515" sldId="261"/>
            <ac:inkMk id="79" creationId="{E362AD2D-E4EF-40F5-94BC-0D8021F86E12}"/>
          </ac:inkMkLst>
        </pc:inkChg>
        <pc:inkChg chg="add del">
          <ac:chgData name="" userId="242feb3c33a8e7bf" providerId="LiveId" clId="{39C24DAF-E20C-4507-9157-C96F2FA882D0}" dt="2023-03-28T14:52:23.938" v="656"/>
          <ac:inkMkLst>
            <pc:docMk/>
            <pc:sldMk cId="2607278515" sldId="261"/>
            <ac:inkMk id="80" creationId="{F2138BFC-7204-40EC-BE43-865CFAD91DA9}"/>
          </ac:inkMkLst>
        </pc:inkChg>
        <pc:inkChg chg="add del">
          <ac:chgData name="" userId="242feb3c33a8e7bf" providerId="LiveId" clId="{39C24DAF-E20C-4507-9157-C96F2FA882D0}" dt="2023-03-28T14:52:23.938" v="656"/>
          <ac:inkMkLst>
            <pc:docMk/>
            <pc:sldMk cId="2607278515" sldId="261"/>
            <ac:inkMk id="81" creationId="{5CE40C81-4602-400E-AD51-293BF12992AC}"/>
          </ac:inkMkLst>
        </pc:inkChg>
        <pc:inkChg chg="add del">
          <ac:chgData name="" userId="242feb3c33a8e7bf" providerId="LiveId" clId="{39C24DAF-E20C-4507-9157-C96F2FA882D0}" dt="2023-03-28T14:52:26.662" v="660"/>
          <ac:inkMkLst>
            <pc:docMk/>
            <pc:sldMk cId="2607278515" sldId="261"/>
            <ac:inkMk id="82" creationId="{DA88AA8F-BFC4-456F-BE59-F0416036C487}"/>
          </ac:inkMkLst>
        </pc:inkChg>
        <pc:inkChg chg="add del">
          <ac:chgData name="" userId="242feb3c33a8e7bf" providerId="LiveId" clId="{39C24DAF-E20C-4507-9157-C96F2FA882D0}" dt="2023-03-28T14:52:26.662" v="660"/>
          <ac:inkMkLst>
            <pc:docMk/>
            <pc:sldMk cId="2607278515" sldId="261"/>
            <ac:inkMk id="83" creationId="{B2F91C17-6732-43A9-8966-C9736800504E}"/>
          </ac:inkMkLst>
        </pc:inkChg>
        <pc:inkChg chg="add del">
          <ac:chgData name="" userId="242feb3c33a8e7bf" providerId="LiveId" clId="{39C24DAF-E20C-4507-9157-C96F2FA882D0}" dt="2023-03-28T14:52:26.662" v="660"/>
          <ac:inkMkLst>
            <pc:docMk/>
            <pc:sldMk cId="2607278515" sldId="261"/>
            <ac:inkMk id="84" creationId="{75C28F5B-7DA7-44B2-9C83-8B57C45008F9}"/>
          </ac:inkMkLst>
        </pc:inkChg>
        <pc:inkChg chg="add del">
          <ac:chgData name="" userId="242feb3c33a8e7bf" providerId="LiveId" clId="{39C24DAF-E20C-4507-9157-C96F2FA882D0}" dt="2023-03-28T14:52:26.662" v="660"/>
          <ac:inkMkLst>
            <pc:docMk/>
            <pc:sldMk cId="2607278515" sldId="261"/>
            <ac:inkMk id="85" creationId="{528810FB-10CF-4283-B5FB-541CC1ADD131}"/>
          </ac:inkMkLst>
        </pc:inkChg>
        <pc:inkChg chg="add del">
          <ac:chgData name="" userId="242feb3c33a8e7bf" providerId="LiveId" clId="{39C24DAF-E20C-4507-9157-C96F2FA882D0}" dt="2023-03-28T14:52:29.507" v="665"/>
          <ac:inkMkLst>
            <pc:docMk/>
            <pc:sldMk cId="2607278515" sldId="261"/>
            <ac:inkMk id="86" creationId="{99BDE172-B8E3-4080-BEFE-8C2C5B351499}"/>
          </ac:inkMkLst>
        </pc:inkChg>
        <pc:inkChg chg="add del">
          <ac:chgData name="" userId="242feb3c33a8e7bf" providerId="LiveId" clId="{39C24DAF-E20C-4507-9157-C96F2FA882D0}" dt="2023-03-28T14:52:29.507" v="665"/>
          <ac:inkMkLst>
            <pc:docMk/>
            <pc:sldMk cId="2607278515" sldId="261"/>
            <ac:inkMk id="87" creationId="{5811979B-4B79-46CE-9DE0-BEDEFB2D07EF}"/>
          </ac:inkMkLst>
        </pc:inkChg>
        <pc:inkChg chg="add del">
          <ac:chgData name="" userId="242feb3c33a8e7bf" providerId="LiveId" clId="{39C24DAF-E20C-4507-9157-C96F2FA882D0}" dt="2023-03-28T14:52:29.507" v="665"/>
          <ac:inkMkLst>
            <pc:docMk/>
            <pc:sldMk cId="2607278515" sldId="261"/>
            <ac:inkMk id="88" creationId="{9D511CB4-529D-4F4A-A9D5-B27008BCDEE4}"/>
          </ac:inkMkLst>
        </pc:inkChg>
        <pc:inkChg chg="add del">
          <ac:chgData name="" userId="242feb3c33a8e7bf" providerId="LiveId" clId="{39C24DAF-E20C-4507-9157-C96F2FA882D0}" dt="2023-03-28T14:52:29.507" v="665"/>
          <ac:inkMkLst>
            <pc:docMk/>
            <pc:sldMk cId="2607278515" sldId="261"/>
            <ac:inkMk id="89" creationId="{1FED935A-E93A-4CD6-9F03-BB391CD9BD4E}"/>
          </ac:inkMkLst>
        </pc:inkChg>
        <pc:inkChg chg="add del">
          <ac:chgData name="" userId="242feb3c33a8e7bf" providerId="LiveId" clId="{39C24DAF-E20C-4507-9157-C96F2FA882D0}" dt="2023-03-28T14:52:29.507" v="665"/>
          <ac:inkMkLst>
            <pc:docMk/>
            <pc:sldMk cId="2607278515" sldId="261"/>
            <ac:inkMk id="90" creationId="{5516F267-FEA6-4F73-A28D-EB10F1F65222}"/>
          </ac:inkMkLst>
        </pc:inkChg>
        <pc:inkChg chg="add del">
          <ac:chgData name="" userId="242feb3c33a8e7bf" providerId="LiveId" clId="{39C24DAF-E20C-4507-9157-C96F2FA882D0}" dt="2023-03-28T14:52:32.365" v="669"/>
          <ac:inkMkLst>
            <pc:docMk/>
            <pc:sldMk cId="2607278515" sldId="261"/>
            <ac:inkMk id="91" creationId="{0D136389-DCC2-463A-8211-891150323BA5}"/>
          </ac:inkMkLst>
        </pc:inkChg>
        <pc:inkChg chg="add del">
          <ac:chgData name="" userId="242feb3c33a8e7bf" providerId="LiveId" clId="{39C24DAF-E20C-4507-9157-C96F2FA882D0}" dt="2023-03-28T14:52:32.365" v="669"/>
          <ac:inkMkLst>
            <pc:docMk/>
            <pc:sldMk cId="2607278515" sldId="261"/>
            <ac:inkMk id="92" creationId="{31D8BE41-B073-4220-A834-A79F322E59A7}"/>
          </ac:inkMkLst>
        </pc:inkChg>
        <pc:inkChg chg="add del">
          <ac:chgData name="" userId="242feb3c33a8e7bf" providerId="LiveId" clId="{39C24DAF-E20C-4507-9157-C96F2FA882D0}" dt="2023-03-28T14:52:32.365" v="669"/>
          <ac:inkMkLst>
            <pc:docMk/>
            <pc:sldMk cId="2607278515" sldId="261"/>
            <ac:inkMk id="93" creationId="{F19C6EBE-676C-4740-B52D-06AE988B7E11}"/>
          </ac:inkMkLst>
        </pc:inkChg>
        <pc:inkChg chg="add del">
          <ac:chgData name="" userId="242feb3c33a8e7bf" providerId="LiveId" clId="{39C24DAF-E20C-4507-9157-C96F2FA882D0}" dt="2023-03-28T14:52:32.365" v="669"/>
          <ac:inkMkLst>
            <pc:docMk/>
            <pc:sldMk cId="2607278515" sldId="261"/>
            <ac:inkMk id="94" creationId="{9F48EE95-BC8C-492E-BE94-FDC3803666B8}"/>
          </ac:inkMkLst>
        </pc:inkChg>
        <pc:inkChg chg="add del">
          <ac:chgData name="" userId="242feb3c33a8e7bf" providerId="LiveId" clId="{39C24DAF-E20C-4507-9157-C96F2FA882D0}" dt="2023-03-28T14:52:34.028" v="672"/>
          <ac:inkMkLst>
            <pc:docMk/>
            <pc:sldMk cId="2607278515" sldId="261"/>
            <ac:inkMk id="95" creationId="{F5833042-E6F9-48D4-B69D-8F6E342C9B3A}"/>
          </ac:inkMkLst>
        </pc:inkChg>
        <pc:inkChg chg="add del">
          <ac:chgData name="" userId="242feb3c33a8e7bf" providerId="LiveId" clId="{39C24DAF-E20C-4507-9157-C96F2FA882D0}" dt="2023-03-28T14:52:34.028" v="672"/>
          <ac:inkMkLst>
            <pc:docMk/>
            <pc:sldMk cId="2607278515" sldId="261"/>
            <ac:inkMk id="96" creationId="{E0B0792D-AD93-4983-8332-38A0DC20DDFD}"/>
          </ac:inkMkLst>
        </pc:inkChg>
        <pc:inkChg chg="add del">
          <ac:chgData name="" userId="242feb3c33a8e7bf" providerId="LiveId" clId="{39C24DAF-E20C-4507-9157-C96F2FA882D0}" dt="2023-03-28T14:52:34.028" v="672"/>
          <ac:inkMkLst>
            <pc:docMk/>
            <pc:sldMk cId="2607278515" sldId="261"/>
            <ac:inkMk id="97" creationId="{19C67020-5052-4381-8594-255766E80959}"/>
          </ac:inkMkLst>
        </pc:inkChg>
        <pc:inkChg chg="add">
          <ac:chgData name="" userId="242feb3c33a8e7bf" providerId="LiveId" clId="{39C24DAF-E20C-4507-9157-C96F2FA882D0}" dt="2023-03-28T14:52:34.028" v="672"/>
          <ac:inkMkLst>
            <pc:docMk/>
            <pc:sldMk cId="2607278515" sldId="261"/>
            <ac:inkMk id="98" creationId="{1D484E2F-40C6-4A73-8920-2F9815F87A5F}"/>
          </ac:inkMkLst>
        </pc:inkChg>
        <pc:inkChg chg="add del">
          <ac:chgData name="" userId="242feb3c33a8e7bf" providerId="LiveId" clId="{39C24DAF-E20C-4507-9157-C96F2FA882D0}" dt="2023-03-28T14:52:40.191" v="687"/>
          <ac:inkMkLst>
            <pc:docMk/>
            <pc:sldMk cId="2607278515" sldId="261"/>
            <ac:inkMk id="99" creationId="{960C7A5C-3024-4646-A480-C9EB50C9365D}"/>
          </ac:inkMkLst>
        </pc:inkChg>
        <pc:inkChg chg="add del">
          <ac:chgData name="" userId="242feb3c33a8e7bf" providerId="LiveId" clId="{39C24DAF-E20C-4507-9157-C96F2FA882D0}" dt="2023-03-28T14:52:40.191" v="687"/>
          <ac:inkMkLst>
            <pc:docMk/>
            <pc:sldMk cId="2607278515" sldId="261"/>
            <ac:inkMk id="100" creationId="{EB39B18D-1B17-4D7C-82F0-36DDE2BBFEAC}"/>
          </ac:inkMkLst>
        </pc:inkChg>
        <pc:inkChg chg="add del">
          <ac:chgData name="" userId="242feb3c33a8e7bf" providerId="LiveId" clId="{39C24DAF-E20C-4507-9157-C96F2FA882D0}" dt="2023-03-28T14:52:40.191" v="687"/>
          <ac:inkMkLst>
            <pc:docMk/>
            <pc:sldMk cId="2607278515" sldId="261"/>
            <ac:inkMk id="101" creationId="{6FB9E737-88C4-4DEC-856A-A374E46214BF}"/>
          </ac:inkMkLst>
        </pc:inkChg>
        <pc:inkChg chg="add del">
          <ac:chgData name="" userId="242feb3c33a8e7bf" providerId="LiveId" clId="{39C24DAF-E20C-4507-9157-C96F2FA882D0}" dt="2023-03-28T14:52:40.191" v="687"/>
          <ac:inkMkLst>
            <pc:docMk/>
            <pc:sldMk cId="2607278515" sldId="261"/>
            <ac:inkMk id="102" creationId="{FA9FB6FF-954E-42F6-8867-ECA8D61FA3C8}"/>
          </ac:inkMkLst>
        </pc:inkChg>
        <pc:inkChg chg="add del">
          <ac:chgData name="" userId="242feb3c33a8e7bf" providerId="LiveId" clId="{39C24DAF-E20C-4507-9157-C96F2FA882D0}" dt="2023-03-28T14:52:40.191" v="687"/>
          <ac:inkMkLst>
            <pc:docMk/>
            <pc:sldMk cId="2607278515" sldId="261"/>
            <ac:inkMk id="103" creationId="{058C807C-1DC1-49CA-9B33-43241936AB54}"/>
          </ac:inkMkLst>
        </pc:inkChg>
        <pc:inkChg chg="add del">
          <ac:chgData name="" userId="242feb3c33a8e7bf" providerId="LiveId" clId="{39C24DAF-E20C-4507-9157-C96F2FA882D0}" dt="2023-03-28T14:52:40.191" v="687"/>
          <ac:inkMkLst>
            <pc:docMk/>
            <pc:sldMk cId="2607278515" sldId="261"/>
            <ac:inkMk id="104" creationId="{90FCBFEE-9ABC-45D2-8123-4E72F7F6FADB}"/>
          </ac:inkMkLst>
        </pc:inkChg>
        <pc:inkChg chg="add del">
          <ac:chgData name="" userId="242feb3c33a8e7bf" providerId="LiveId" clId="{39C24DAF-E20C-4507-9157-C96F2FA882D0}" dt="2023-03-28T14:52:40.191" v="687"/>
          <ac:inkMkLst>
            <pc:docMk/>
            <pc:sldMk cId="2607278515" sldId="261"/>
            <ac:inkMk id="105" creationId="{58A2FEF2-06BE-4FAF-8E73-45E4B447DCA2}"/>
          </ac:inkMkLst>
        </pc:inkChg>
        <pc:inkChg chg="add del">
          <ac:chgData name="" userId="242feb3c33a8e7bf" providerId="LiveId" clId="{39C24DAF-E20C-4507-9157-C96F2FA882D0}" dt="2023-03-28T14:52:40.191" v="687"/>
          <ac:inkMkLst>
            <pc:docMk/>
            <pc:sldMk cId="2607278515" sldId="261"/>
            <ac:inkMk id="106" creationId="{63F78862-2393-4AB8-87DF-BE0F6EAA5430}"/>
          </ac:inkMkLst>
        </pc:inkChg>
        <pc:inkChg chg="add del">
          <ac:chgData name="" userId="242feb3c33a8e7bf" providerId="LiveId" clId="{39C24DAF-E20C-4507-9157-C96F2FA882D0}" dt="2023-03-28T14:52:40.191" v="687"/>
          <ac:inkMkLst>
            <pc:docMk/>
            <pc:sldMk cId="2607278515" sldId="261"/>
            <ac:inkMk id="107" creationId="{BE873350-BF8D-4AE9-810F-33F463565F86}"/>
          </ac:inkMkLst>
        </pc:inkChg>
        <pc:inkChg chg="add del">
          <ac:chgData name="" userId="242feb3c33a8e7bf" providerId="LiveId" clId="{39C24DAF-E20C-4507-9157-C96F2FA882D0}" dt="2023-03-28T14:52:40.191" v="687"/>
          <ac:inkMkLst>
            <pc:docMk/>
            <pc:sldMk cId="2607278515" sldId="261"/>
            <ac:inkMk id="108" creationId="{AB261995-B0BD-47DC-8D96-54EB6165A978}"/>
          </ac:inkMkLst>
        </pc:inkChg>
        <pc:inkChg chg="add del">
          <ac:chgData name="" userId="242feb3c33a8e7bf" providerId="LiveId" clId="{39C24DAF-E20C-4507-9157-C96F2FA882D0}" dt="2023-03-28T14:52:40.191" v="687"/>
          <ac:inkMkLst>
            <pc:docMk/>
            <pc:sldMk cId="2607278515" sldId="261"/>
            <ac:inkMk id="109" creationId="{5F037D90-8EC8-4180-90F1-A3591EEA545D}"/>
          </ac:inkMkLst>
        </pc:inkChg>
        <pc:inkChg chg="add del">
          <ac:chgData name="" userId="242feb3c33a8e7bf" providerId="LiveId" clId="{39C24DAF-E20C-4507-9157-C96F2FA882D0}" dt="2023-03-28T14:52:40.191" v="687"/>
          <ac:inkMkLst>
            <pc:docMk/>
            <pc:sldMk cId="2607278515" sldId="261"/>
            <ac:inkMk id="110" creationId="{9ECE30C3-A57A-4827-99CE-D21405E4C758}"/>
          </ac:inkMkLst>
        </pc:inkChg>
        <pc:inkChg chg="add del">
          <ac:chgData name="" userId="242feb3c33a8e7bf" providerId="LiveId" clId="{39C24DAF-E20C-4507-9157-C96F2FA882D0}" dt="2023-03-28T14:52:40.191" v="687"/>
          <ac:inkMkLst>
            <pc:docMk/>
            <pc:sldMk cId="2607278515" sldId="261"/>
            <ac:inkMk id="111" creationId="{F3E38F9E-1519-4339-94BA-4B7BE88154E4}"/>
          </ac:inkMkLst>
        </pc:inkChg>
        <pc:inkChg chg="add del">
          <ac:chgData name="" userId="242feb3c33a8e7bf" providerId="LiveId" clId="{39C24DAF-E20C-4507-9157-C96F2FA882D0}" dt="2023-03-28T14:52:40.191" v="687"/>
          <ac:inkMkLst>
            <pc:docMk/>
            <pc:sldMk cId="2607278515" sldId="261"/>
            <ac:inkMk id="112" creationId="{7100F7AE-B88A-47E6-9F07-F9D48A087A0F}"/>
          </ac:inkMkLst>
        </pc:inkChg>
        <pc:inkChg chg="add">
          <ac:chgData name="" userId="242feb3c33a8e7bf" providerId="LiveId" clId="{39C24DAF-E20C-4507-9157-C96F2FA882D0}" dt="2023-03-28T14:52:40.191" v="687"/>
          <ac:inkMkLst>
            <pc:docMk/>
            <pc:sldMk cId="2607278515" sldId="261"/>
            <ac:inkMk id="113" creationId="{1FBC33C6-D3D9-4F5E-BD98-3BD4537672D6}"/>
          </ac:inkMkLst>
        </pc:inkChg>
        <pc:inkChg chg="add">
          <ac:chgData name="" userId="242feb3c33a8e7bf" providerId="LiveId" clId="{39C24DAF-E20C-4507-9157-C96F2FA882D0}" dt="2023-03-28T14:52:40.191" v="687"/>
          <ac:inkMkLst>
            <pc:docMk/>
            <pc:sldMk cId="2607278515" sldId="261"/>
            <ac:inkMk id="114" creationId="{97E0A90B-EE9C-4900-A10E-43C37EAF667C}"/>
          </ac:inkMkLst>
        </pc:inkChg>
        <pc:inkChg chg="add">
          <ac:chgData name="" userId="242feb3c33a8e7bf" providerId="LiveId" clId="{39C24DAF-E20C-4507-9157-C96F2FA882D0}" dt="2023-03-28T14:52:40.191" v="687"/>
          <ac:inkMkLst>
            <pc:docMk/>
            <pc:sldMk cId="2607278515" sldId="261"/>
            <ac:inkMk id="115" creationId="{33A01370-ECE2-4954-982E-BD6967F135D1}"/>
          </ac:inkMkLst>
        </pc:inkChg>
        <pc:inkChg chg="add del">
          <ac:chgData name="" userId="242feb3c33a8e7bf" providerId="LiveId" clId="{39C24DAF-E20C-4507-9157-C96F2FA882D0}" dt="2023-03-28T14:52:58.781" v="697"/>
          <ac:inkMkLst>
            <pc:docMk/>
            <pc:sldMk cId="2607278515" sldId="261"/>
            <ac:inkMk id="116" creationId="{2CE5C2E4-9F2E-4389-A8F4-36CA04401418}"/>
          </ac:inkMkLst>
        </pc:inkChg>
        <pc:inkChg chg="add del">
          <ac:chgData name="" userId="242feb3c33a8e7bf" providerId="LiveId" clId="{39C24DAF-E20C-4507-9157-C96F2FA882D0}" dt="2023-03-28T14:52:58.781" v="697"/>
          <ac:inkMkLst>
            <pc:docMk/>
            <pc:sldMk cId="2607278515" sldId="261"/>
            <ac:inkMk id="117" creationId="{B0628B2E-A404-42CC-93F2-66AB72402C07}"/>
          </ac:inkMkLst>
        </pc:inkChg>
        <pc:inkChg chg="add del">
          <ac:chgData name="" userId="242feb3c33a8e7bf" providerId="LiveId" clId="{39C24DAF-E20C-4507-9157-C96F2FA882D0}" dt="2023-03-28T14:52:58.781" v="697"/>
          <ac:inkMkLst>
            <pc:docMk/>
            <pc:sldMk cId="2607278515" sldId="261"/>
            <ac:inkMk id="118" creationId="{A5BA5C5A-145B-4DE3-B89D-4A84044C3A55}"/>
          </ac:inkMkLst>
        </pc:inkChg>
        <pc:inkChg chg="add del">
          <ac:chgData name="" userId="242feb3c33a8e7bf" providerId="LiveId" clId="{39C24DAF-E20C-4507-9157-C96F2FA882D0}" dt="2023-03-28T14:52:58.781" v="697"/>
          <ac:inkMkLst>
            <pc:docMk/>
            <pc:sldMk cId="2607278515" sldId="261"/>
            <ac:inkMk id="119" creationId="{24EA2FD6-9B31-4D32-AF86-2DFA215B5E57}"/>
          </ac:inkMkLst>
        </pc:inkChg>
        <pc:inkChg chg="add del">
          <ac:chgData name="" userId="242feb3c33a8e7bf" providerId="LiveId" clId="{39C24DAF-E20C-4507-9157-C96F2FA882D0}" dt="2023-03-28T14:52:58.781" v="697"/>
          <ac:inkMkLst>
            <pc:docMk/>
            <pc:sldMk cId="2607278515" sldId="261"/>
            <ac:inkMk id="120" creationId="{70F53B0F-2918-444D-B82A-86663E948AE7}"/>
          </ac:inkMkLst>
        </pc:inkChg>
        <pc:inkChg chg="add del">
          <ac:chgData name="" userId="242feb3c33a8e7bf" providerId="LiveId" clId="{39C24DAF-E20C-4507-9157-C96F2FA882D0}" dt="2023-03-28T14:52:58.781" v="697"/>
          <ac:inkMkLst>
            <pc:docMk/>
            <pc:sldMk cId="2607278515" sldId="261"/>
            <ac:inkMk id="121" creationId="{EC77B61C-8C72-4730-B7F0-868FA05938EC}"/>
          </ac:inkMkLst>
        </pc:inkChg>
        <pc:inkChg chg="add">
          <ac:chgData name="" userId="242feb3c33a8e7bf" providerId="LiveId" clId="{39C24DAF-E20C-4507-9157-C96F2FA882D0}" dt="2023-03-28T14:52:58.781" v="697"/>
          <ac:inkMkLst>
            <pc:docMk/>
            <pc:sldMk cId="2607278515" sldId="261"/>
            <ac:inkMk id="122" creationId="{C5CCF182-4C65-43AE-9CE2-FF80263753C0}"/>
          </ac:inkMkLst>
        </pc:inkChg>
        <pc:inkChg chg="add del">
          <ac:chgData name="" userId="242feb3c33a8e7bf" providerId="LiveId" clId="{39C24DAF-E20C-4507-9157-C96F2FA882D0}" dt="2023-03-28T14:53:07.371" v="710"/>
          <ac:inkMkLst>
            <pc:docMk/>
            <pc:sldMk cId="2607278515" sldId="261"/>
            <ac:inkMk id="123" creationId="{79337764-037D-40AA-9868-762C73A80460}"/>
          </ac:inkMkLst>
        </pc:inkChg>
        <pc:inkChg chg="add del">
          <ac:chgData name="" userId="242feb3c33a8e7bf" providerId="LiveId" clId="{39C24DAF-E20C-4507-9157-C96F2FA882D0}" dt="2023-03-28T14:53:07.371" v="710"/>
          <ac:inkMkLst>
            <pc:docMk/>
            <pc:sldMk cId="2607278515" sldId="261"/>
            <ac:inkMk id="124" creationId="{1536D834-4D81-4A77-96E6-A5EE16D5368A}"/>
          </ac:inkMkLst>
        </pc:inkChg>
        <pc:inkChg chg="add del">
          <ac:chgData name="" userId="242feb3c33a8e7bf" providerId="LiveId" clId="{39C24DAF-E20C-4507-9157-C96F2FA882D0}" dt="2023-03-28T14:53:07.371" v="710"/>
          <ac:inkMkLst>
            <pc:docMk/>
            <pc:sldMk cId="2607278515" sldId="261"/>
            <ac:inkMk id="125" creationId="{28202CBF-863B-413B-89BB-233B70C674EC}"/>
          </ac:inkMkLst>
        </pc:inkChg>
        <pc:inkChg chg="add del">
          <ac:chgData name="" userId="242feb3c33a8e7bf" providerId="LiveId" clId="{39C24DAF-E20C-4507-9157-C96F2FA882D0}" dt="2023-03-28T14:53:07.371" v="710"/>
          <ac:inkMkLst>
            <pc:docMk/>
            <pc:sldMk cId="2607278515" sldId="261"/>
            <ac:inkMk id="126" creationId="{94D962EB-E567-4E49-BBB2-C0B00AD70EE0}"/>
          </ac:inkMkLst>
        </pc:inkChg>
        <pc:inkChg chg="add del">
          <ac:chgData name="" userId="242feb3c33a8e7bf" providerId="LiveId" clId="{39C24DAF-E20C-4507-9157-C96F2FA882D0}" dt="2023-03-28T14:53:07.371" v="710"/>
          <ac:inkMkLst>
            <pc:docMk/>
            <pc:sldMk cId="2607278515" sldId="261"/>
            <ac:inkMk id="127" creationId="{0C6C38A7-6913-46A8-A16B-447C961877C7}"/>
          </ac:inkMkLst>
        </pc:inkChg>
        <pc:inkChg chg="add del">
          <ac:chgData name="" userId="242feb3c33a8e7bf" providerId="LiveId" clId="{39C24DAF-E20C-4507-9157-C96F2FA882D0}" dt="2023-03-28T14:53:07.371" v="710"/>
          <ac:inkMkLst>
            <pc:docMk/>
            <pc:sldMk cId="2607278515" sldId="261"/>
            <ac:inkMk id="128" creationId="{A7E840FC-36C2-40BA-9331-DE07F75BD55F}"/>
          </ac:inkMkLst>
        </pc:inkChg>
        <pc:inkChg chg="add del">
          <ac:chgData name="" userId="242feb3c33a8e7bf" providerId="LiveId" clId="{39C24DAF-E20C-4507-9157-C96F2FA882D0}" dt="2023-03-28T14:53:07.371" v="710"/>
          <ac:inkMkLst>
            <pc:docMk/>
            <pc:sldMk cId="2607278515" sldId="261"/>
            <ac:inkMk id="129" creationId="{E8C9EC0E-92D6-485E-868B-D7C4BDBE285D}"/>
          </ac:inkMkLst>
        </pc:inkChg>
        <pc:inkChg chg="add del">
          <ac:chgData name="" userId="242feb3c33a8e7bf" providerId="LiveId" clId="{39C24DAF-E20C-4507-9157-C96F2FA882D0}" dt="2023-03-28T14:53:07.371" v="710"/>
          <ac:inkMkLst>
            <pc:docMk/>
            <pc:sldMk cId="2607278515" sldId="261"/>
            <ac:inkMk id="130" creationId="{FC4150F2-66CF-4D30-AA44-793C6243CB84}"/>
          </ac:inkMkLst>
        </pc:inkChg>
        <pc:inkChg chg="add del">
          <ac:chgData name="" userId="242feb3c33a8e7bf" providerId="LiveId" clId="{39C24DAF-E20C-4507-9157-C96F2FA882D0}" dt="2023-03-28T14:53:07.371" v="710"/>
          <ac:inkMkLst>
            <pc:docMk/>
            <pc:sldMk cId="2607278515" sldId="261"/>
            <ac:inkMk id="131" creationId="{88DE6A2F-B151-4F7D-A321-C26B14DD1AF8}"/>
          </ac:inkMkLst>
        </pc:inkChg>
        <pc:inkChg chg="add del">
          <ac:chgData name="" userId="242feb3c33a8e7bf" providerId="LiveId" clId="{39C24DAF-E20C-4507-9157-C96F2FA882D0}" dt="2023-03-28T14:53:07.371" v="710"/>
          <ac:inkMkLst>
            <pc:docMk/>
            <pc:sldMk cId="2607278515" sldId="261"/>
            <ac:inkMk id="132" creationId="{7784A725-A2EA-4D2D-BDB7-E6E320B0DF7C}"/>
          </ac:inkMkLst>
        </pc:inkChg>
        <pc:inkChg chg="add del">
          <ac:chgData name="" userId="242feb3c33a8e7bf" providerId="LiveId" clId="{39C24DAF-E20C-4507-9157-C96F2FA882D0}" dt="2023-03-28T14:53:07.371" v="710"/>
          <ac:inkMkLst>
            <pc:docMk/>
            <pc:sldMk cId="2607278515" sldId="261"/>
            <ac:inkMk id="133" creationId="{0CCD641B-AF2E-49BB-8380-2B5BBBEABC13}"/>
          </ac:inkMkLst>
        </pc:inkChg>
        <pc:inkChg chg="add del">
          <ac:chgData name="" userId="242feb3c33a8e7bf" providerId="LiveId" clId="{39C24DAF-E20C-4507-9157-C96F2FA882D0}" dt="2023-03-28T14:53:07.371" v="710"/>
          <ac:inkMkLst>
            <pc:docMk/>
            <pc:sldMk cId="2607278515" sldId="261"/>
            <ac:inkMk id="134" creationId="{81F9E086-D6AE-47F8-8120-774F7110E4A9}"/>
          </ac:inkMkLst>
        </pc:inkChg>
        <pc:inkChg chg="add del">
          <ac:chgData name="" userId="242feb3c33a8e7bf" providerId="LiveId" clId="{39C24DAF-E20C-4507-9157-C96F2FA882D0}" dt="2023-03-28T14:53:14.245" v="721"/>
          <ac:inkMkLst>
            <pc:docMk/>
            <pc:sldMk cId="2607278515" sldId="261"/>
            <ac:inkMk id="135" creationId="{85461593-41D6-4D8C-A9C1-FE9464F152FF}"/>
          </ac:inkMkLst>
        </pc:inkChg>
        <pc:inkChg chg="add">
          <ac:chgData name="" userId="242feb3c33a8e7bf" providerId="LiveId" clId="{39C24DAF-E20C-4507-9157-C96F2FA882D0}" dt="2023-03-28T14:53:07.371" v="710"/>
          <ac:inkMkLst>
            <pc:docMk/>
            <pc:sldMk cId="2607278515" sldId="261"/>
            <ac:inkMk id="136" creationId="{64D7589F-3A4B-4D62-89A9-28EF78DA1CDC}"/>
          </ac:inkMkLst>
        </pc:inkChg>
        <pc:inkChg chg="add del">
          <ac:chgData name="" userId="242feb3c33a8e7bf" providerId="LiveId" clId="{39C24DAF-E20C-4507-9157-C96F2FA882D0}" dt="2023-03-28T14:53:14.245" v="721"/>
          <ac:inkMkLst>
            <pc:docMk/>
            <pc:sldMk cId="2607278515" sldId="261"/>
            <ac:inkMk id="137" creationId="{57451D25-4B51-4DA5-A559-8CB580E9390F}"/>
          </ac:inkMkLst>
        </pc:inkChg>
        <pc:inkChg chg="add del">
          <ac:chgData name="" userId="242feb3c33a8e7bf" providerId="LiveId" clId="{39C24DAF-E20C-4507-9157-C96F2FA882D0}" dt="2023-03-28T14:53:14.245" v="721"/>
          <ac:inkMkLst>
            <pc:docMk/>
            <pc:sldMk cId="2607278515" sldId="261"/>
            <ac:inkMk id="138" creationId="{BA73F84A-EFAA-4307-9DA5-9F7A28D6F120}"/>
          </ac:inkMkLst>
        </pc:inkChg>
        <pc:inkChg chg="add del">
          <ac:chgData name="" userId="242feb3c33a8e7bf" providerId="LiveId" clId="{39C24DAF-E20C-4507-9157-C96F2FA882D0}" dt="2023-03-28T14:53:14.245" v="721"/>
          <ac:inkMkLst>
            <pc:docMk/>
            <pc:sldMk cId="2607278515" sldId="261"/>
            <ac:inkMk id="139" creationId="{54847FE0-5FAF-4119-8C05-2DAF5F4B4891}"/>
          </ac:inkMkLst>
        </pc:inkChg>
        <pc:inkChg chg="add del">
          <ac:chgData name="" userId="242feb3c33a8e7bf" providerId="LiveId" clId="{39C24DAF-E20C-4507-9157-C96F2FA882D0}" dt="2023-03-28T14:53:14.245" v="721"/>
          <ac:inkMkLst>
            <pc:docMk/>
            <pc:sldMk cId="2607278515" sldId="261"/>
            <ac:inkMk id="140" creationId="{9BEB4686-867E-4956-BFA4-981A21F8045D}"/>
          </ac:inkMkLst>
        </pc:inkChg>
        <pc:inkChg chg="add del">
          <ac:chgData name="" userId="242feb3c33a8e7bf" providerId="LiveId" clId="{39C24DAF-E20C-4507-9157-C96F2FA882D0}" dt="2023-03-28T14:53:14.245" v="721"/>
          <ac:inkMkLst>
            <pc:docMk/>
            <pc:sldMk cId="2607278515" sldId="261"/>
            <ac:inkMk id="141" creationId="{24EA0626-15EE-465B-895C-FA729BA61C50}"/>
          </ac:inkMkLst>
        </pc:inkChg>
        <pc:inkChg chg="add del">
          <ac:chgData name="" userId="242feb3c33a8e7bf" providerId="LiveId" clId="{39C24DAF-E20C-4507-9157-C96F2FA882D0}" dt="2023-03-28T14:53:14.245" v="721"/>
          <ac:inkMkLst>
            <pc:docMk/>
            <pc:sldMk cId="2607278515" sldId="261"/>
            <ac:inkMk id="142" creationId="{B673BCB9-0FC6-42C5-9B21-2CA3F8835E26}"/>
          </ac:inkMkLst>
        </pc:inkChg>
        <pc:inkChg chg="add del">
          <ac:chgData name="" userId="242feb3c33a8e7bf" providerId="LiveId" clId="{39C24DAF-E20C-4507-9157-C96F2FA882D0}" dt="2023-03-28T14:53:14.245" v="721"/>
          <ac:inkMkLst>
            <pc:docMk/>
            <pc:sldMk cId="2607278515" sldId="261"/>
            <ac:inkMk id="143" creationId="{FD813744-3AA8-4007-910F-6D18850A0685}"/>
          </ac:inkMkLst>
        </pc:inkChg>
        <pc:inkChg chg="add del">
          <ac:chgData name="" userId="242feb3c33a8e7bf" providerId="LiveId" clId="{39C24DAF-E20C-4507-9157-C96F2FA882D0}" dt="2023-03-28T14:53:14.245" v="721"/>
          <ac:inkMkLst>
            <pc:docMk/>
            <pc:sldMk cId="2607278515" sldId="261"/>
            <ac:inkMk id="144" creationId="{93B01DBD-A3C3-4CE0-963B-22A4A26A1395}"/>
          </ac:inkMkLst>
        </pc:inkChg>
        <pc:inkChg chg="add del">
          <ac:chgData name="" userId="242feb3c33a8e7bf" providerId="LiveId" clId="{39C24DAF-E20C-4507-9157-C96F2FA882D0}" dt="2023-03-28T14:53:14.245" v="721"/>
          <ac:inkMkLst>
            <pc:docMk/>
            <pc:sldMk cId="2607278515" sldId="261"/>
            <ac:inkMk id="145" creationId="{73E761ED-17E0-4EA8-B30C-B774BF355524}"/>
          </ac:inkMkLst>
        </pc:inkChg>
        <pc:inkChg chg="add del">
          <ac:chgData name="" userId="242feb3c33a8e7bf" providerId="LiveId" clId="{39C24DAF-E20C-4507-9157-C96F2FA882D0}" dt="2023-03-28T14:53:14.245" v="721"/>
          <ac:inkMkLst>
            <pc:docMk/>
            <pc:sldMk cId="2607278515" sldId="261"/>
            <ac:inkMk id="146" creationId="{CD2AB326-6429-4182-AAFF-5953C217371C}"/>
          </ac:inkMkLst>
        </pc:inkChg>
        <pc:inkChg chg="add del">
          <ac:chgData name="" userId="242feb3c33a8e7bf" providerId="LiveId" clId="{39C24DAF-E20C-4507-9157-C96F2FA882D0}" dt="2023-03-28T14:53:18.340" v="724"/>
          <ac:inkMkLst>
            <pc:docMk/>
            <pc:sldMk cId="2607278515" sldId="261"/>
            <ac:inkMk id="147" creationId="{194FA279-4F9F-42A0-9EB7-8C076E92D357}"/>
          </ac:inkMkLst>
        </pc:inkChg>
        <pc:inkChg chg="add del">
          <ac:chgData name="" userId="242feb3c33a8e7bf" providerId="LiveId" clId="{39C24DAF-E20C-4507-9157-C96F2FA882D0}" dt="2023-03-28T14:53:17.444" v="723"/>
          <ac:inkMkLst>
            <pc:docMk/>
            <pc:sldMk cId="2607278515" sldId="261"/>
            <ac:inkMk id="148" creationId="{A78F1BBA-887F-47D3-B273-96E86108CAEF}"/>
          </ac:inkMkLst>
        </pc:inkChg>
        <pc:inkChg chg="add del">
          <ac:chgData name="" userId="242feb3c33a8e7bf" providerId="LiveId" clId="{39C24DAF-E20C-4507-9157-C96F2FA882D0}" dt="2023-03-28T14:53:17.444" v="723"/>
          <ac:inkMkLst>
            <pc:docMk/>
            <pc:sldMk cId="2607278515" sldId="261"/>
            <ac:inkMk id="149" creationId="{D7C135C8-0FC8-4664-9DC8-616FDC509E82}"/>
          </ac:inkMkLst>
        </pc:inkChg>
        <pc:inkChg chg="add">
          <ac:chgData name="" userId="242feb3c33a8e7bf" providerId="LiveId" clId="{39C24DAF-E20C-4507-9157-C96F2FA882D0}" dt="2023-03-28T14:53:17.444" v="723"/>
          <ac:inkMkLst>
            <pc:docMk/>
            <pc:sldMk cId="2607278515" sldId="261"/>
            <ac:inkMk id="150" creationId="{E374EF2D-45AE-4298-BDBF-D492E62DE471}"/>
          </ac:inkMkLst>
        </pc:inkChg>
        <pc:inkChg chg="add del">
          <ac:chgData name="" userId="242feb3c33a8e7bf" providerId="LiveId" clId="{39C24DAF-E20C-4507-9157-C96F2FA882D0}" dt="2023-03-28T14:53:23.133" v="735"/>
          <ac:inkMkLst>
            <pc:docMk/>
            <pc:sldMk cId="2607278515" sldId="261"/>
            <ac:inkMk id="151" creationId="{FACB16D8-E8F7-4F43-8F7A-063A28C0D06A}"/>
          </ac:inkMkLst>
        </pc:inkChg>
        <pc:inkChg chg="add del">
          <ac:chgData name="" userId="242feb3c33a8e7bf" providerId="LiveId" clId="{39C24DAF-E20C-4507-9157-C96F2FA882D0}" dt="2023-03-28T14:53:23.133" v="735"/>
          <ac:inkMkLst>
            <pc:docMk/>
            <pc:sldMk cId="2607278515" sldId="261"/>
            <ac:inkMk id="152" creationId="{D13D9B8D-6D1C-49AB-AF37-BAD0E0A66F1E}"/>
          </ac:inkMkLst>
        </pc:inkChg>
        <pc:inkChg chg="add del">
          <ac:chgData name="" userId="242feb3c33a8e7bf" providerId="LiveId" clId="{39C24DAF-E20C-4507-9157-C96F2FA882D0}" dt="2023-03-28T14:53:23.133" v="735"/>
          <ac:inkMkLst>
            <pc:docMk/>
            <pc:sldMk cId="2607278515" sldId="261"/>
            <ac:inkMk id="153" creationId="{44415296-A616-4C5C-A78F-55E121740EA1}"/>
          </ac:inkMkLst>
        </pc:inkChg>
        <pc:inkChg chg="add del">
          <ac:chgData name="" userId="242feb3c33a8e7bf" providerId="LiveId" clId="{39C24DAF-E20C-4507-9157-C96F2FA882D0}" dt="2023-03-28T14:53:23.133" v="735"/>
          <ac:inkMkLst>
            <pc:docMk/>
            <pc:sldMk cId="2607278515" sldId="261"/>
            <ac:inkMk id="154" creationId="{1D6D5B39-CF5E-43AC-B3DD-3EBE78030871}"/>
          </ac:inkMkLst>
        </pc:inkChg>
        <pc:inkChg chg="add del">
          <ac:chgData name="" userId="242feb3c33a8e7bf" providerId="LiveId" clId="{39C24DAF-E20C-4507-9157-C96F2FA882D0}" dt="2023-03-28T14:53:23.133" v="735"/>
          <ac:inkMkLst>
            <pc:docMk/>
            <pc:sldMk cId="2607278515" sldId="261"/>
            <ac:inkMk id="155" creationId="{848D2916-28FC-432B-B603-B19B6AD941A6}"/>
          </ac:inkMkLst>
        </pc:inkChg>
        <pc:inkChg chg="add del">
          <ac:chgData name="" userId="242feb3c33a8e7bf" providerId="LiveId" clId="{39C24DAF-E20C-4507-9157-C96F2FA882D0}" dt="2023-03-28T14:53:23.133" v="735"/>
          <ac:inkMkLst>
            <pc:docMk/>
            <pc:sldMk cId="2607278515" sldId="261"/>
            <ac:inkMk id="156" creationId="{460250D5-2FDD-41F1-926A-D016A9932EDE}"/>
          </ac:inkMkLst>
        </pc:inkChg>
        <pc:inkChg chg="add del">
          <ac:chgData name="" userId="242feb3c33a8e7bf" providerId="LiveId" clId="{39C24DAF-E20C-4507-9157-C96F2FA882D0}" dt="2023-03-28T14:53:23.133" v="735"/>
          <ac:inkMkLst>
            <pc:docMk/>
            <pc:sldMk cId="2607278515" sldId="261"/>
            <ac:inkMk id="157" creationId="{5E4AB2F6-1DA3-4A9A-8E10-25982D74872C}"/>
          </ac:inkMkLst>
        </pc:inkChg>
        <pc:inkChg chg="add del">
          <ac:chgData name="" userId="242feb3c33a8e7bf" providerId="LiveId" clId="{39C24DAF-E20C-4507-9157-C96F2FA882D0}" dt="2023-03-28T14:53:23.133" v="735"/>
          <ac:inkMkLst>
            <pc:docMk/>
            <pc:sldMk cId="2607278515" sldId="261"/>
            <ac:inkMk id="158" creationId="{A7DF1538-529C-4DCD-849A-A361E06D1064}"/>
          </ac:inkMkLst>
        </pc:inkChg>
        <pc:inkChg chg="add del">
          <ac:chgData name="" userId="242feb3c33a8e7bf" providerId="LiveId" clId="{39C24DAF-E20C-4507-9157-C96F2FA882D0}" dt="2023-03-28T14:53:23.133" v="735"/>
          <ac:inkMkLst>
            <pc:docMk/>
            <pc:sldMk cId="2607278515" sldId="261"/>
            <ac:inkMk id="159" creationId="{4F952717-C2EE-4749-B09A-C99FEBE74507}"/>
          </ac:inkMkLst>
        </pc:inkChg>
        <pc:inkChg chg="add del">
          <ac:chgData name="" userId="242feb3c33a8e7bf" providerId="LiveId" clId="{39C24DAF-E20C-4507-9157-C96F2FA882D0}" dt="2023-03-28T14:53:23.133" v="735"/>
          <ac:inkMkLst>
            <pc:docMk/>
            <pc:sldMk cId="2607278515" sldId="261"/>
            <ac:inkMk id="160" creationId="{F7F54C75-E44A-4FDF-AF3C-D40B540F76BB}"/>
          </ac:inkMkLst>
        </pc:inkChg>
        <pc:inkChg chg="add">
          <ac:chgData name="" userId="242feb3c33a8e7bf" providerId="LiveId" clId="{39C24DAF-E20C-4507-9157-C96F2FA882D0}" dt="2023-03-28T14:53:23.133" v="735"/>
          <ac:inkMkLst>
            <pc:docMk/>
            <pc:sldMk cId="2607278515" sldId="261"/>
            <ac:inkMk id="161" creationId="{70018A56-D5D7-4FF1-BDDF-BBAD5BD3F43D}"/>
          </ac:inkMkLst>
        </pc:inkChg>
        <pc:inkChg chg="add del">
          <ac:chgData name="" userId="242feb3c33a8e7bf" providerId="LiveId" clId="{39C24DAF-E20C-4507-9157-C96F2FA882D0}" dt="2023-03-28T14:53:27.613" v="747"/>
          <ac:inkMkLst>
            <pc:docMk/>
            <pc:sldMk cId="2607278515" sldId="261"/>
            <ac:inkMk id="162" creationId="{059277B6-0320-46A8-9104-5129460518AC}"/>
          </ac:inkMkLst>
        </pc:inkChg>
        <pc:inkChg chg="add del">
          <ac:chgData name="" userId="242feb3c33a8e7bf" providerId="LiveId" clId="{39C24DAF-E20C-4507-9157-C96F2FA882D0}" dt="2023-03-28T14:53:27.613" v="747"/>
          <ac:inkMkLst>
            <pc:docMk/>
            <pc:sldMk cId="2607278515" sldId="261"/>
            <ac:inkMk id="163" creationId="{0C1DFE68-2A83-42D1-B7C9-72520F373AA7}"/>
          </ac:inkMkLst>
        </pc:inkChg>
        <pc:inkChg chg="add del">
          <ac:chgData name="" userId="242feb3c33a8e7bf" providerId="LiveId" clId="{39C24DAF-E20C-4507-9157-C96F2FA882D0}" dt="2023-03-28T14:53:27.613" v="747"/>
          <ac:inkMkLst>
            <pc:docMk/>
            <pc:sldMk cId="2607278515" sldId="261"/>
            <ac:inkMk id="164" creationId="{8DF9404D-453D-403C-895F-1DC1A7C16606}"/>
          </ac:inkMkLst>
        </pc:inkChg>
        <pc:inkChg chg="add del">
          <ac:chgData name="" userId="242feb3c33a8e7bf" providerId="LiveId" clId="{39C24DAF-E20C-4507-9157-C96F2FA882D0}" dt="2023-03-28T14:53:27.613" v="747"/>
          <ac:inkMkLst>
            <pc:docMk/>
            <pc:sldMk cId="2607278515" sldId="261"/>
            <ac:inkMk id="165" creationId="{64AAE98D-E772-40CF-AF19-9FA117470F10}"/>
          </ac:inkMkLst>
        </pc:inkChg>
        <pc:inkChg chg="add del">
          <ac:chgData name="" userId="242feb3c33a8e7bf" providerId="LiveId" clId="{39C24DAF-E20C-4507-9157-C96F2FA882D0}" dt="2023-03-28T14:53:27.613" v="747"/>
          <ac:inkMkLst>
            <pc:docMk/>
            <pc:sldMk cId="2607278515" sldId="261"/>
            <ac:inkMk id="166" creationId="{D2857704-C376-4EE4-B427-E79870078AA1}"/>
          </ac:inkMkLst>
        </pc:inkChg>
        <pc:inkChg chg="add del">
          <ac:chgData name="" userId="242feb3c33a8e7bf" providerId="LiveId" clId="{39C24DAF-E20C-4507-9157-C96F2FA882D0}" dt="2023-03-28T14:53:27.613" v="747"/>
          <ac:inkMkLst>
            <pc:docMk/>
            <pc:sldMk cId="2607278515" sldId="261"/>
            <ac:inkMk id="167" creationId="{A9336A4C-DC95-4827-AD7B-8C123F9BADC8}"/>
          </ac:inkMkLst>
        </pc:inkChg>
        <pc:inkChg chg="add del">
          <ac:chgData name="" userId="242feb3c33a8e7bf" providerId="LiveId" clId="{39C24DAF-E20C-4507-9157-C96F2FA882D0}" dt="2023-03-28T14:53:27.613" v="747"/>
          <ac:inkMkLst>
            <pc:docMk/>
            <pc:sldMk cId="2607278515" sldId="261"/>
            <ac:inkMk id="168" creationId="{424DDD74-4CCC-4B37-B47D-AE8A32065F5F}"/>
          </ac:inkMkLst>
        </pc:inkChg>
        <pc:inkChg chg="add del">
          <ac:chgData name="" userId="242feb3c33a8e7bf" providerId="LiveId" clId="{39C24DAF-E20C-4507-9157-C96F2FA882D0}" dt="2023-03-28T14:53:27.613" v="747"/>
          <ac:inkMkLst>
            <pc:docMk/>
            <pc:sldMk cId="2607278515" sldId="261"/>
            <ac:inkMk id="169" creationId="{482340EA-4929-4FD7-81BD-8A775C202E69}"/>
          </ac:inkMkLst>
        </pc:inkChg>
        <pc:inkChg chg="add del">
          <ac:chgData name="" userId="242feb3c33a8e7bf" providerId="LiveId" clId="{39C24DAF-E20C-4507-9157-C96F2FA882D0}" dt="2023-03-28T14:53:27.613" v="747"/>
          <ac:inkMkLst>
            <pc:docMk/>
            <pc:sldMk cId="2607278515" sldId="261"/>
            <ac:inkMk id="170" creationId="{C77BA75D-C4BC-487D-A464-B83A89915EBC}"/>
          </ac:inkMkLst>
        </pc:inkChg>
        <pc:inkChg chg="add del">
          <ac:chgData name="" userId="242feb3c33a8e7bf" providerId="LiveId" clId="{39C24DAF-E20C-4507-9157-C96F2FA882D0}" dt="2023-03-28T14:53:27.613" v="747"/>
          <ac:inkMkLst>
            <pc:docMk/>
            <pc:sldMk cId="2607278515" sldId="261"/>
            <ac:inkMk id="171" creationId="{63D71399-9F88-4003-803C-F8D38BC78350}"/>
          </ac:inkMkLst>
        </pc:inkChg>
        <pc:inkChg chg="add del">
          <ac:chgData name="" userId="242feb3c33a8e7bf" providerId="LiveId" clId="{39C24DAF-E20C-4507-9157-C96F2FA882D0}" dt="2023-03-28T14:53:27.613" v="747"/>
          <ac:inkMkLst>
            <pc:docMk/>
            <pc:sldMk cId="2607278515" sldId="261"/>
            <ac:inkMk id="172" creationId="{FB262EB3-9245-4A4B-81C5-7C0A177E5D28}"/>
          </ac:inkMkLst>
        </pc:inkChg>
        <pc:inkChg chg="add">
          <ac:chgData name="" userId="242feb3c33a8e7bf" providerId="LiveId" clId="{39C24DAF-E20C-4507-9157-C96F2FA882D0}" dt="2023-03-28T14:53:27.613" v="747"/>
          <ac:inkMkLst>
            <pc:docMk/>
            <pc:sldMk cId="2607278515" sldId="261"/>
            <ac:inkMk id="173" creationId="{D6F95B25-CF23-4A87-881E-0A9411F36854}"/>
          </ac:inkMkLst>
        </pc:inkChg>
        <pc:inkChg chg="add">
          <ac:chgData name="" userId="242feb3c33a8e7bf" providerId="LiveId" clId="{39C24DAF-E20C-4507-9157-C96F2FA882D0}" dt="2023-03-28T14:53:27.613" v="747"/>
          <ac:inkMkLst>
            <pc:docMk/>
            <pc:sldMk cId="2607278515" sldId="261"/>
            <ac:inkMk id="174" creationId="{99FD497E-A3F6-4767-A1DE-72D67B0FA5F6}"/>
          </ac:inkMkLst>
        </pc:inkChg>
        <pc:inkChg chg="add">
          <ac:chgData name="" userId="242feb3c33a8e7bf" providerId="LiveId" clId="{39C24DAF-E20C-4507-9157-C96F2FA882D0}" dt="2023-03-28T14:53:27.613" v="747"/>
          <ac:inkMkLst>
            <pc:docMk/>
            <pc:sldMk cId="2607278515" sldId="261"/>
            <ac:inkMk id="175" creationId="{6A29F057-EA78-4033-A6AC-E444CA21BCFC}"/>
          </ac:inkMkLst>
        </pc:inkChg>
        <pc:inkChg chg="add del">
          <ac:chgData name="" userId="242feb3c33a8e7bf" providerId="LiveId" clId="{39C24DAF-E20C-4507-9157-C96F2FA882D0}" dt="2023-03-28T14:53:35.174" v="757"/>
          <ac:inkMkLst>
            <pc:docMk/>
            <pc:sldMk cId="2607278515" sldId="261"/>
            <ac:inkMk id="176" creationId="{3B03F4D2-774E-4624-9A20-21BEF61D31BE}"/>
          </ac:inkMkLst>
        </pc:inkChg>
        <pc:inkChg chg="add del">
          <ac:chgData name="" userId="242feb3c33a8e7bf" providerId="LiveId" clId="{39C24DAF-E20C-4507-9157-C96F2FA882D0}" dt="2023-03-28T14:53:35.174" v="757"/>
          <ac:inkMkLst>
            <pc:docMk/>
            <pc:sldMk cId="2607278515" sldId="261"/>
            <ac:inkMk id="177" creationId="{B0B2C0A6-257F-43D8-A526-8263393E79AF}"/>
          </ac:inkMkLst>
        </pc:inkChg>
        <pc:inkChg chg="add del">
          <ac:chgData name="" userId="242feb3c33a8e7bf" providerId="LiveId" clId="{39C24DAF-E20C-4507-9157-C96F2FA882D0}" dt="2023-03-28T14:53:35.174" v="757"/>
          <ac:inkMkLst>
            <pc:docMk/>
            <pc:sldMk cId="2607278515" sldId="261"/>
            <ac:inkMk id="178" creationId="{16ED45E0-365A-4292-ABC2-0684E5D9FAE8}"/>
          </ac:inkMkLst>
        </pc:inkChg>
        <pc:inkChg chg="add del">
          <ac:chgData name="" userId="242feb3c33a8e7bf" providerId="LiveId" clId="{39C24DAF-E20C-4507-9157-C96F2FA882D0}" dt="2023-03-28T14:53:35.174" v="757"/>
          <ac:inkMkLst>
            <pc:docMk/>
            <pc:sldMk cId="2607278515" sldId="261"/>
            <ac:inkMk id="179" creationId="{93B6C839-64CF-4E87-941C-6AF055E710C5}"/>
          </ac:inkMkLst>
        </pc:inkChg>
        <pc:inkChg chg="add del">
          <ac:chgData name="" userId="242feb3c33a8e7bf" providerId="LiveId" clId="{39C24DAF-E20C-4507-9157-C96F2FA882D0}" dt="2023-03-28T14:53:35.174" v="757"/>
          <ac:inkMkLst>
            <pc:docMk/>
            <pc:sldMk cId="2607278515" sldId="261"/>
            <ac:inkMk id="180" creationId="{D36736A4-4A6C-45F0-B168-CA000820B844}"/>
          </ac:inkMkLst>
        </pc:inkChg>
        <pc:inkChg chg="add del">
          <ac:chgData name="" userId="242feb3c33a8e7bf" providerId="LiveId" clId="{39C24DAF-E20C-4507-9157-C96F2FA882D0}" dt="2023-03-28T14:53:35.174" v="757"/>
          <ac:inkMkLst>
            <pc:docMk/>
            <pc:sldMk cId="2607278515" sldId="261"/>
            <ac:inkMk id="181" creationId="{DF0474B2-7383-4769-AE25-8F69DB45065E}"/>
          </ac:inkMkLst>
        </pc:inkChg>
        <pc:inkChg chg="add del">
          <ac:chgData name="" userId="242feb3c33a8e7bf" providerId="LiveId" clId="{39C24DAF-E20C-4507-9157-C96F2FA882D0}" dt="2023-03-28T14:53:35.174" v="757"/>
          <ac:inkMkLst>
            <pc:docMk/>
            <pc:sldMk cId="2607278515" sldId="261"/>
            <ac:inkMk id="182" creationId="{ED8045E1-3563-4566-B7BB-6F0A30CC5C50}"/>
          </ac:inkMkLst>
        </pc:inkChg>
        <pc:inkChg chg="add">
          <ac:chgData name="" userId="242feb3c33a8e7bf" providerId="LiveId" clId="{39C24DAF-E20C-4507-9157-C96F2FA882D0}" dt="2023-03-28T14:53:35.174" v="757"/>
          <ac:inkMkLst>
            <pc:docMk/>
            <pc:sldMk cId="2607278515" sldId="261"/>
            <ac:inkMk id="183" creationId="{B90985EF-E899-4B9C-8ECC-DDDDEA5309AB}"/>
          </ac:inkMkLst>
        </pc:inkChg>
        <pc:inkChg chg="add del">
          <ac:chgData name="" userId="242feb3c33a8e7bf" providerId="LiveId" clId="{39C24DAF-E20C-4507-9157-C96F2FA882D0}" dt="2023-03-28T14:53:39.811" v="769"/>
          <ac:inkMkLst>
            <pc:docMk/>
            <pc:sldMk cId="2607278515" sldId="261"/>
            <ac:inkMk id="184" creationId="{FF188166-850F-4DF9-A36E-F910CDDF41A7}"/>
          </ac:inkMkLst>
        </pc:inkChg>
        <pc:inkChg chg="add del">
          <ac:chgData name="" userId="242feb3c33a8e7bf" providerId="LiveId" clId="{39C24DAF-E20C-4507-9157-C96F2FA882D0}" dt="2023-03-28T14:53:39.811" v="769"/>
          <ac:inkMkLst>
            <pc:docMk/>
            <pc:sldMk cId="2607278515" sldId="261"/>
            <ac:inkMk id="185" creationId="{5D69A912-F33D-4240-838F-0A5D54EF6274}"/>
          </ac:inkMkLst>
        </pc:inkChg>
        <pc:inkChg chg="add del">
          <ac:chgData name="" userId="242feb3c33a8e7bf" providerId="LiveId" clId="{39C24DAF-E20C-4507-9157-C96F2FA882D0}" dt="2023-03-28T14:53:39.811" v="769"/>
          <ac:inkMkLst>
            <pc:docMk/>
            <pc:sldMk cId="2607278515" sldId="261"/>
            <ac:inkMk id="186" creationId="{49205DC0-51DB-4AA8-9055-844D59F3BA46}"/>
          </ac:inkMkLst>
        </pc:inkChg>
        <pc:inkChg chg="add del">
          <ac:chgData name="" userId="242feb3c33a8e7bf" providerId="LiveId" clId="{39C24DAF-E20C-4507-9157-C96F2FA882D0}" dt="2023-03-28T14:53:39.811" v="769"/>
          <ac:inkMkLst>
            <pc:docMk/>
            <pc:sldMk cId="2607278515" sldId="261"/>
            <ac:inkMk id="187" creationId="{71CDD115-3581-4D8F-B24E-8BFF8ACDA8AB}"/>
          </ac:inkMkLst>
        </pc:inkChg>
        <pc:inkChg chg="add del">
          <ac:chgData name="" userId="242feb3c33a8e7bf" providerId="LiveId" clId="{39C24DAF-E20C-4507-9157-C96F2FA882D0}" dt="2023-03-28T14:53:39.811" v="769"/>
          <ac:inkMkLst>
            <pc:docMk/>
            <pc:sldMk cId="2607278515" sldId="261"/>
            <ac:inkMk id="188" creationId="{7C9E0ED1-9ABD-4254-8AD1-3757AB1B5264}"/>
          </ac:inkMkLst>
        </pc:inkChg>
        <pc:inkChg chg="add del">
          <ac:chgData name="" userId="242feb3c33a8e7bf" providerId="LiveId" clId="{39C24DAF-E20C-4507-9157-C96F2FA882D0}" dt="2023-03-28T14:53:39.811" v="769"/>
          <ac:inkMkLst>
            <pc:docMk/>
            <pc:sldMk cId="2607278515" sldId="261"/>
            <ac:inkMk id="189" creationId="{E2262540-EEA8-463D-905A-0A523784EE47}"/>
          </ac:inkMkLst>
        </pc:inkChg>
        <pc:inkChg chg="add del">
          <ac:chgData name="" userId="242feb3c33a8e7bf" providerId="LiveId" clId="{39C24DAF-E20C-4507-9157-C96F2FA882D0}" dt="2023-03-28T14:53:39.811" v="769"/>
          <ac:inkMkLst>
            <pc:docMk/>
            <pc:sldMk cId="2607278515" sldId="261"/>
            <ac:inkMk id="190" creationId="{66D4EE1D-1A5A-494A-9F6F-0C58062D5C75}"/>
          </ac:inkMkLst>
        </pc:inkChg>
        <pc:inkChg chg="add del">
          <ac:chgData name="" userId="242feb3c33a8e7bf" providerId="LiveId" clId="{39C24DAF-E20C-4507-9157-C96F2FA882D0}" dt="2023-03-28T14:53:39.811" v="769"/>
          <ac:inkMkLst>
            <pc:docMk/>
            <pc:sldMk cId="2607278515" sldId="261"/>
            <ac:inkMk id="191" creationId="{B90A8449-6B17-45CA-B752-4C4E1FF7A8D1}"/>
          </ac:inkMkLst>
        </pc:inkChg>
        <pc:inkChg chg="add del">
          <ac:chgData name="" userId="242feb3c33a8e7bf" providerId="LiveId" clId="{39C24DAF-E20C-4507-9157-C96F2FA882D0}" dt="2023-03-28T14:53:39.811" v="769"/>
          <ac:inkMkLst>
            <pc:docMk/>
            <pc:sldMk cId="2607278515" sldId="261"/>
            <ac:inkMk id="192" creationId="{F3E02374-2834-443D-A4B6-699159573812}"/>
          </ac:inkMkLst>
        </pc:inkChg>
        <pc:inkChg chg="add del">
          <ac:chgData name="" userId="242feb3c33a8e7bf" providerId="LiveId" clId="{39C24DAF-E20C-4507-9157-C96F2FA882D0}" dt="2023-03-28T14:53:39.811" v="769"/>
          <ac:inkMkLst>
            <pc:docMk/>
            <pc:sldMk cId="2607278515" sldId="261"/>
            <ac:inkMk id="193" creationId="{B0893081-2508-46F2-B0AC-02350849C459}"/>
          </ac:inkMkLst>
        </pc:inkChg>
        <pc:inkChg chg="add del">
          <ac:chgData name="" userId="242feb3c33a8e7bf" providerId="LiveId" clId="{39C24DAF-E20C-4507-9157-C96F2FA882D0}" dt="2023-03-28T14:53:39.811" v="769"/>
          <ac:inkMkLst>
            <pc:docMk/>
            <pc:sldMk cId="2607278515" sldId="261"/>
            <ac:inkMk id="194" creationId="{5F34A820-E527-47FE-8197-7FA2225AEE7B}"/>
          </ac:inkMkLst>
        </pc:inkChg>
        <pc:inkChg chg="add">
          <ac:chgData name="" userId="242feb3c33a8e7bf" providerId="LiveId" clId="{39C24DAF-E20C-4507-9157-C96F2FA882D0}" dt="2023-03-28T14:53:39.811" v="769"/>
          <ac:inkMkLst>
            <pc:docMk/>
            <pc:sldMk cId="2607278515" sldId="261"/>
            <ac:inkMk id="195" creationId="{C47B3638-1886-4F6C-898C-74FE3AB34EAD}"/>
          </ac:inkMkLst>
        </pc:inkChg>
        <pc:inkChg chg="add">
          <ac:chgData name="" userId="242feb3c33a8e7bf" providerId="LiveId" clId="{39C24DAF-E20C-4507-9157-C96F2FA882D0}" dt="2023-03-28T14:53:39.811" v="769"/>
          <ac:inkMkLst>
            <pc:docMk/>
            <pc:sldMk cId="2607278515" sldId="261"/>
            <ac:inkMk id="196" creationId="{51B64F2F-380D-4FF1-B319-0C60CF3F5A0E}"/>
          </ac:inkMkLst>
        </pc:inkChg>
        <pc:inkChg chg="add del">
          <ac:chgData name="" userId="242feb3c33a8e7bf" providerId="LiveId" clId="{39C24DAF-E20C-4507-9157-C96F2FA882D0}" dt="2023-03-28T14:53:44.963" v="781"/>
          <ac:inkMkLst>
            <pc:docMk/>
            <pc:sldMk cId="2607278515" sldId="261"/>
            <ac:inkMk id="197" creationId="{50899FEB-2A88-44BD-8AE4-CBA9E724A97C}"/>
          </ac:inkMkLst>
        </pc:inkChg>
        <pc:inkChg chg="add del">
          <ac:chgData name="" userId="242feb3c33a8e7bf" providerId="LiveId" clId="{39C24DAF-E20C-4507-9157-C96F2FA882D0}" dt="2023-03-28T14:53:44.963" v="781"/>
          <ac:inkMkLst>
            <pc:docMk/>
            <pc:sldMk cId="2607278515" sldId="261"/>
            <ac:inkMk id="198" creationId="{F6202588-D410-45C0-B1DD-D3C3580618BA}"/>
          </ac:inkMkLst>
        </pc:inkChg>
        <pc:inkChg chg="add del">
          <ac:chgData name="" userId="242feb3c33a8e7bf" providerId="LiveId" clId="{39C24DAF-E20C-4507-9157-C96F2FA882D0}" dt="2023-03-28T14:53:44.963" v="781"/>
          <ac:inkMkLst>
            <pc:docMk/>
            <pc:sldMk cId="2607278515" sldId="261"/>
            <ac:inkMk id="199" creationId="{63DA4E00-31E8-47C1-8546-AEBB106AE11D}"/>
          </ac:inkMkLst>
        </pc:inkChg>
        <pc:inkChg chg="add del">
          <ac:chgData name="" userId="242feb3c33a8e7bf" providerId="LiveId" clId="{39C24DAF-E20C-4507-9157-C96F2FA882D0}" dt="2023-03-28T14:53:44.963" v="781"/>
          <ac:inkMkLst>
            <pc:docMk/>
            <pc:sldMk cId="2607278515" sldId="261"/>
            <ac:inkMk id="200" creationId="{40A8CA2C-85C8-4022-8F83-00423B5FE372}"/>
          </ac:inkMkLst>
        </pc:inkChg>
        <pc:inkChg chg="add del">
          <ac:chgData name="" userId="242feb3c33a8e7bf" providerId="LiveId" clId="{39C24DAF-E20C-4507-9157-C96F2FA882D0}" dt="2023-03-28T14:53:44.963" v="781"/>
          <ac:inkMkLst>
            <pc:docMk/>
            <pc:sldMk cId="2607278515" sldId="261"/>
            <ac:inkMk id="201" creationId="{992C4F3E-95C0-43A9-8EF5-3D27BCB6AB73}"/>
          </ac:inkMkLst>
        </pc:inkChg>
        <pc:inkChg chg="add del">
          <ac:chgData name="" userId="242feb3c33a8e7bf" providerId="LiveId" clId="{39C24DAF-E20C-4507-9157-C96F2FA882D0}" dt="2023-03-28T14:53:44.963" v="781"/>
          <ac:inkMkLst>
            <pc:docMk/>
            <pc:sldMk cId="2607278515" sldId="261"/>
            <ac:inkMk id="202" creationId="{596726A5-BB3C-4D34-BBE2-F589F30A0F8B}"/>
          </ac:inkMkLst>
        </pc:inkChg>
        <pc:inkChg chg="add del">
          <ac:chgData name="" userId="242feb3c33a8e7bf" providerId="LiveId" clId="{39C24DAF-E20C-4507-9157-C96F2FA882D0}" dt="2023-03-28T14:53:44.963" v="781"/>
          <ac:inkMkLst>
            <pc:docMk/>
            <pc:sldMk cId="2607278515" sldId="261"/>
            <ac:inkMk id="203" creationId="{A9E0A0B8-44E8-41B8-9015-B746F7A80123}"/>
          </ac:inkMkLst>
        </pc:inkChg>
        <pc:inkChg chg="add del">
          <ac:chgData name="" userId="242feb3c33a8e7bf" providerId="LiveId" clId="{39C24DAF-E20C-4507-9157-C96F2FA882D0}" dt="2023-03-28T14:53:44.963" v="781"/>
          <ac:inkMkLst>
            <pc:docMk/>
            <pc:sldMk cId="2607278515" sldId="261"/>
            <ac:inkMk id="204" creationId="{98935ECB-8FB1-45F8-829D-DD89CBB44C68}"/>
          </ac:inkMkLst>
        </pc:inkChg>
        <pc:inkChg chg="add del">
          <ac:chgData name="" userId="242feb3c33a8e7bf" providerId="LiveId" clId="{39C24DAF-E20C-4507-9157-C96F2FA882D0}" dt="2023-03-28T14:53:44.963" v="781"/>
          <ac:inkMkLst>
            <pc:docMk/>
            <pc:sldMk cId="2607278515" sldId="261"/>
            <ac:inkMk id="205" creationId="{D9475511-9344-4C0C-B848-172D01154642}"/>
          </ac:inkMkLst>
        </pc:inkChg>
        <pc:inkChg chg="add del">
          <ac:chgData name="" userId="242feb3c33a8e7bf" providerId="LiveId" clId="{39C24DAF-E20C-4507-9157-C96F2FA882D0}" dt="2023-03-28T14:53:44.963" v="781"/>
          <ac:inkMkLst>
            <pc:docMk/>
            <pc:sldMk cId="2607278515" sldId="261"/>
            <ac:inkMk id="206" creationId="{5ABD5C56-6FB4-41A7-BEF3-93F01DAB865F}"/>
          </ac:inkMkLst>
        </pc:inkChg>
        <pc:inkChg chg="add del">
          <ac:chgData name="" userId="242feb3c33a8e7bf" providerId="LiveId" clId="{39C24DAF-E20C-4507-9157-C96F2FA882D0}" dt="2023-03-28T14:53:44.963" v="781"/>
          <ac:inkMkLst>
            <pc:docMk/>
            <pc:sldMk cId="2607278515" sldId="261"/>
            <ac:inkMk id="207" creationId="{C23F458C-EA95-4DD1-B84D-9F7D122C580A}"/>
          </ac:inkMkLst>
        </pc:inkChg>
        <pc:inkChg chg="add">
          <ac:chgData name="" userId="242feb3c33a8e7bf" providerId="LiveId" clId="{39C24DAF-E20C-4507-9157-C96F2FA882D0}" dt="2023-03-28T14:53:44.963" v="781"/>
          <ac:inkMkLst>
            <pc:docMk/>
            <pc:sldMk cId="2607278515" sldId="261"/>
            <ac:inkMk id="208" creationId="{6A6A6146-61D8-4AE9-9484-9AB48942EA3F}"/>
          </ac:inkMkLst>
        </pc:inkChg>
        <pc:inkChg chg="add del">
          <ac:chgData name="" userId="242feb3c33a8e7bf" providerId="LiveId" clId="{39C24DAF-E20C-4507-9157-C96F2FA882D0}" dt="2023-03-28T14:53:50.566" v="789"/>
          <ac:inkMkLst>
            <pc:docMk/>
            <pc:sldMk cId="2607278515" sldId="261"/>
            <ac:inkMk id="209" creationId="{79B79CD5-3867-4D73-A615-7D97FFA54E65}"/>
          </ac:inkMkLst>
        </pc:inkChg>
        <pc:inkChg chg="add del">
          <ac:chgData name="" userId="242feb3c33a8e7bf" providerId="LiveId" clId="{39C24DAF-E20C-4507-9157-C96F2FA882D0}" dt="2023-03-28T14:53:50.566" v="789"/>
          <ac:inkMkLst>
            <pc:docMk/>
            <pc:sldMk cId="2607278515" sldId="261"/>
            <ac:inkMk id="210" creationId="{614CCA75-9F8B-48F3-B8CC-1938AFEE9121}"/>
          </ac:inkMkLst>
        </pc:inkChg>
        <pc:inkChg chg="add del">
          <ac:chgData name="" userId="242feb3c33a8e7bf" providerId="LiveId" clId="{39C24DAF-E20C-4507-9157-C96F2FA882D0}" dt="2023-03-28T14:53:50.566" v="789"/>
          <ac:inkMkLst>
            <pc:docMk/>
            <pc:sldMk cId="2607278515" sldId="261"/>
            <ac:inkMk id="211" creationId="{971FA931-FB8C-45C2-823E-DC78C52FDB3B}"/>
          </ac:inkMkLst>
        </pc:inkChg>
        <pc:inkChg chg="add del">
          <ac:chgData name="" userId="242feb3c33a8e7bf" providerId="LiveId" clId="{39C24DAF-E20C-4507-9157-C96F2FA882D0}" dt="2023-03-28T14:53:50.566" v="789"/>
          <ac:inkMkLst>
            <pc:docMk/>
            <pc:sldMk cId="2607278515" sldId="261"/>
            <ac:inkMk id="212" creationId="{E6E14E14-5F2D-40FE-80E2-582A5B86EBC6}"/>
          </ac:inkMkLst>
        </pc:inkChg>
        <pc:inkChg chg="add del">
          <ac:chgData name="" userId="242feb3c33a8e7bf" providerId="LiveId" clId="{39C24DAF-E20C-4507-9157-C96F2FA882D0}" dt="2023-03-28T14:53:50.566" v="789"/>
          <ac:inkMkLst>
            <pc:docMk/>
            <pc:sldMk cId="2607278515" sldId="261"/>
            <ac:inkMk id="213" creationId="{2B3B5052-43C4-4134-8ED6-ED68599CB7AC}"/>
          </ac:inkMkLst>
        </pc:inkChg>
        <pc:inkChg chg="add del">
          <ac:chgData name="" userId="242feb3c33a8e7bf" providerId="LiveId" clId="{39C24DAF-E20C-4507-9157-C96F2FA882D0}" dt="2023-03-28T14:53:50.566" v="789"/>
          <ac:inkMkLst>
            <pc:docMk/>
            <pc:sldMk cId="2607278515" sldId="261"/>
            <ac:inkMk id="214" creationId="{F08A993B-29C3-486F-BBA2-AF817FB9E396}"/>
          </ac:inkMkLst>
        </pc:inkChg>
        <pc:inkChg chg="add del">
          <ac:chgData name="" userId="242feb3c33a8e7bf" providerId="LiveId" clId="{39C24DAF-E20C-4507-9157-C96F2FA882D0}" dt="2023-03-28T14:53:50.566" v="789"/>
          <ac:inkMkLst>
            <pc:docMk/>
            <pc:sldMk cId="2607278515" sldId="261"/>
            <ac:inkMk id="215" creationId="{49D160AC-2EE7-4748-A71F-4ADB9CDCFE96}"/>
          </ac:inkMkLst>
        </pc:inkChg>
        <pc:inkChg chg="add del">
          <ac:chgData name="" userId="242feb3c33a8e7bf" providerId="LiveId" clId="{39C24DAF-E20C-4507-9157-C96F2FA882D0}" dt="2023-03-28T14:53:52.333" v="790"/>
          <ac:inkMkLst>
            <pc:docMk/>
            <pc:sldMk cId="2607278515" sldId="261"/>
            <ac:inkMk id="216" creationId="{990B7857-76F5-4752-80BC-2268A6E4FB8E}"/>
          </ac:inkMkLst>
        </pc:inkChg>
        <pc:inkChg chg="add">
          <ac:chgData name="" userId="242feb3c33a8e7bf" providerId="LiveId" clId="{39C24DAF-E20C-4507-9157-C96F2FA882D0}" dt="2023-03-28T14:53:54.473" v="791"/>
          <ac:inkMkLst>
            <pc:docMk/>
            <pc:sldMk cId="2607278515" sldId="261"/>
            <ac:inkMk id="217" creationId="{D272E114-B92A-4F24-A7A7-A6F8FA4F2F40}"/>
          </ac:inkMkLst>
        </pc:inkChg>
        <pc:inkChg chg="add del">
          <ac:chgData name="" userId="242feb3c33a8e7bf" providerId="LiveId" clId="{39C24DAF-E20C-4507-9157-C96F2FA882D0}" dt="2023-03-28T14:54:00.510" v="797"/>
          <ac:inkMkLst>
            <pc:docMk/>
            <pc:sldMk cId="2607278515" sldId="261"/>
            <ac:inkMk id="218" creationId="{BA310A1E-FB89-467C-9668-CDAC6BBE9068}"/>
          </ac:inkMkLst>
        </pc:inkChg>
        <pc:inkChg chg="add del">
          <ac:chgData name="" userId="242feb3c33a8e7bf" providerId="LiveId" clId="{39C24DAF-E20C-4507-9157-C96F2FA882D0}" dt="2023-03-28T14:54:00.510" v="797"/>
          <ac:inkMkLst>
            <pc:docMk/>
            <pc:sldMk cId="2607278515" sldId="261"/>
            <ac:inkMk id="219" creationId="{CF37A570-3E85-4101-BF6E-EA67261DAF9D}"/>
          </ac:inkMkLst>
        </pc:inkChg>
        <pc:inkChg chg="add del">
          <ac:chgData name="" userId="242feb3c33a8e7bf" providerId="LiveId" clId="{39C24DAF-E20C-4507-9157-C96F2FA882D0}" dt="2023-03-28T14:54:00.510" v="797"/>
          <ac:inkMkLst>
            <pc:docMk/>
            <pc:sldMk cId="2607278515" sldId="261"/>
            <ac:inkMk id="220" creationId="{85D6E93A-F376-4A55-A259-D7027CD14085}"/>
          </ac:inkMkLst>
        </pc:inkChg>
        <pc:inkChg chg="add del">
          <ac:chgData name="" userId="242feb3c33a8e7bf" providerId="LiveId" clId="{39C24DAF-E20C-4507-9157-C96F2FA882D0}" dt="2023-03-28T14:54:00.510" v="797"/>
          <ac:inkMkLst>
            <pc:docMk/>
            <pc:sldMk cId="2607278515" sldId="261"/>
            <ac:inkMk id="221" creationId="{9B11DAA2-ED72-4D19-8673-6594BC8AF4CD}"/>
          </ac:inkMkLst>
        </pc:inkChg>
        <pc:inkChg chg="add del">
          <ac:chgData name="" userId="242feb3c33a8e7bf" providerId="LiveId" clId="{39C24DAF-E20C-4507-9157-C96F2FA882D0}" dt="2023-03-28T14:54:00.510" v="797"/>
          <ac:inkMkLst>
            <pc:docMk/>
            <pc:sldMk cId="2607278515" sldId="261"/>
            <ac:inkMk id="222" creationId="{B3D6F893-9B95-4AC9-A4B9-21E43B5F3D6D}"/>
          </ac:inkMkLst>
        </pc:inkChg>
        <pc:inkChg chg="add">
          <ac:chgData name="" userId="242feb3c33a8e7bf" providerId="LiveId" clId="{39C24DAF-E20C-4507-9157-C96F2FA882D0}" dt="2023-03-28T14:54:00.510" v="797"/>
          <ac:inkMkLst>
            <pc:docMk/>
            <pc:sldMk cId="2607278515" sldId="261"/>
            <ac:inkMk id="223" creationId="{39D72390-FA7A-4EE3-A41F-18E79343C014}"/>
          </ac:inkMkLst>
        </pc:inkChg>
        <pc:inkChg chg="add">
          <ac:chgData name="" userId="242feb3c33a8e7bf" providerId="LiveId" clId="{39C24DAF-E20C-4507-9157-C96F2FA882D0}" dt="2023-03-28T14:54:00.510" v="797"/>
          <ac:inkMkLst>
            <pc:docMk/>
            <pc:sldMk cId="2607278515" sldId="261"/>
            <ac:inkMk id="224" creationId="{83158004-FE67-473D-B225-5A9DD4B8F18A}"/>
          </ac:inkMkLst>
        </pc:inkChg>
        <pc:inkChg chg="add del">
          <ac:chgData name="" userId="242feb3c33a8e7bf" providerId="LiveId" clId="{39C24DAF-E20C-4507-9157-C96F2FA882D0}" dt="2023-03-28T14:54:03.172" v="802"/>
          <ac:inkMkLst>
            <pc:docMk/>
            <pc:sldMk cId="2607278515" sldId="261"/>
            <ac:inkMk id="225" creationId="{0FC7DF5F-64A1-4D15-AB60-ED4B958D9330}"/>
          </ac:inkMkLst>
        </pc:inkChg>
        <pc:inkChg chg="add del">
          <ac:chgData name="" userId="242feb3c33a8e7bf" providerId="LiveId" clId="{39C24DAF-E20C-4507-9157-C96F2FA882D0}" dt="2023-03-28T14:54:03.172" v="802"/>
          <ac:inkMkLst>
            <pc:docMk/>
            <pc:sldMk cId="2607278515" sldId="261"/>
            <ac:inkMk id="226" creationId="{89FC29DE-E8C6-43C0-964A-2E754DA03D9A}"/>
          </ac:inkMkLst>
        </pc:inkChg>
        <pc:inkChg chg="add del">
          <ac:chgData name="" userId="242feb3c33a8e7bf" providerId="LiveId" clId="{39C24DAF-E20C-4507-9157-C96F2FA882D0}" dt="2023-03-28T14:54:03.172" v="802"/>
          <ac:inkMkLst>
            <pc:docMk/>
            <pc:sldMk cId="2607278515" sldId="261"/>
            <ac:inkMk id="227" creationId="{4645F8B1-E854-41E4-8320-F972A4A5D2BE}"/>
          </ac:inkMkLst>
        </pc:inkChg>
        <pc:inkChg chg="add del">
          <ac:chgData name="" userId="242feb3c33a8e7bf" providerId="LiveId" clId="{39C24DAF-E20C-4507-9157-C96F2FA882D0}" dt="2023-03-28T14:54:03.172" v="802"/>
          <ac:inkMkLst>
            <pc:docMk/>
            <pc:sldMk cId="2607278515" sldId="261"/>
            <ac:inkMk id="228" creationId="{94172B77-0083-4F91-BBF4-13AFC6C3656F}"/>
          </ac:inkMkLst>
        </pc:inkChg>
        <pc:inkChg chg="add">
          <ac:chgData name="" userId="242feb3c33a8e7bf" providerId="LiveId" clId="{39C24DAF-E20C-4507-9157-C96F2FA882D0}" dt="2023-03-28T14:54:03.172" v="802"/>
          <ac:inkMkLst>
            <pc:docMk/>
            <pc:sldMk cId="2607278515" sldId="261"/>
            <ac:inkMk id="229" creationId="{EA54999B-1D07-40A2-BB3C-AAAABE9FB3A2}"/>
          </ac:inkMkLst>
        </pc:inkChg>
        <pc:inkChg chg="add">
          <ac:chgData name="" userId="242feb3c33a8e7bf" providerId="LiveId" clId="{39C24DAF-E20C-4507-9157-C96F2FA882D0}" dt="2023-03-28T14:54:04.928" v="803"/>
          <ac:inkMkLst>
            <pc:docMk/>
            <pc:sldMk cId="2607278515" sldId="261"/>
            <ac:inkMk id="230" creationId="{5D7E1DAC-44FB-4DCA-A39B-B61A72C93D80}"/>
          </ac:inkMkLst>
        </pc:inkChg>
        <pc:inkChg chg="add">
          <ac:chgData name="" userId="242feb3c33a8e7bf" providerId="LiveId" clId="{39C24DAF-E20C-4507-9157-C96F2FA882D0}" dt="2023-03-28T14:54:07.506" v="804"/>
          <ac:inkMkLst>
            <pc:docMk/>
            <pc:sldMk cId="2607278515" sldId="261"/>
            <ac:inkMk id="231" creationId="{890CE797-03AB-4E08-A58C-E215E745E3BC}"/>
          </ac:inkMkLst>
        </pc:inkChg>
        <pc:inkChg chg="add del">
          <ac:chgData name="" userId="242feb3c33a8e7bf" providerId="LiveId" clId="{39C24DAF-E20C-4507-9157-C96F2FA882D0}" dt="2023-03-28T14:54:12.402" v="807"/>
          <ac:inkMkLst>
            <pc:docMk/>
            <pc:sldMk cId="2607278515" sldId="261"/>
            <ac:inkMk id="232" creationId="{E1E38493-A97F-4BD8-8AD8-FACA4B6CB5C6}"/>
          </ac:inkMkLst>
        </pc:inkChg>
        <pc:inkChg chg="add del">
          <ac:chgData name="" userId="242feb3c33a8e7bf" providerId="LiveId" clId="{39C24DAF-E20C-4507-9157-C96F2FA882D0}" dt="2023-03-28T14:54:12.402" v="807"/>
          <ac:inkMkLst>
            <pc:docMk/>
            <pc:sldMk cId="2607278515" sldId="261"/>
            <ac:inkMk id="233" creationId="{6E67B591-3D8B-4B68-8B7E-EDE641B54E12}"/>
          </ac:inkMkLst>
        </pc:inkChg>
        <pc:inkChg chg="add del">
          <ac:chgData name="" userId="242feb3c33a8e7bf" providerId="LiveId" clId="{39C24DAF-E20C-4507-9157-C96F2FA882D0}" dt="2023-03-28T14:54:13.268" v="808"/>
          <ac:inkMkLst>
            <pc:docMk/>
            <pc:sldMk cId="2607278515" sldId="261"/>
            <ac:inkMk id="234" creationId="{AD9507E6-6054-460C-A4D6-5DB68E53C3EB}"/>
          </ac:inkMkLst>
        </pc:inkChg>
        <pc:inkChg chg="add">
          <ac:chgData name="" userId="242feb3c33a8e7bf" providerId="LiveId" clId="{39C24DAF-E20C-4507-9157-C96F2FA882D0}" dt="2023-03-28T14:54:14.926" v="809"/>
          <ac:inkMkLst>
            <pc:docMk/>
            <pc:sldMk cId="2607278515" sldId="261"/>
            <ac:inkMk id="235" creationId="{F25217F4-F538-4E8E-81C1-426C83D0BFF3}"/>
          </ac:inkMkLst>
        </pc:inkChg>
        <pc:inkChg chg="add del">
          <ac:chgData name="" userId="242feb3c33a8e7bf" providerId="LiveId" clId="{39C24DAF-E20C-4507-9157-C96F2FA882D0}" dt="2023-03-28T14:54:29.110" v="828"/>
          <ac:inkMkLst>
            <pc:docMk/>
            <pc:sldMk cId="2607278515" sldId="261"/>
            <ac:inkMk id="236" creationId="{41E1E2CB-ACE2-461E-8888-315DF5571F30}"/>
          </ac:inkMkLst>
        </pc:inkChg>
        <pc:inkChg chg="add del">
          <ac:chgData name="" userId="242feb3c33a8e7bf" providerId="LiveId" clId="{39C24DAF-E20C-4507-9157-C96F2FA882D0}" dt="2023-03-28T14:54:29.110" v="828"/>
          <ac:inkMkLst>
            <pc:docMk/>
            <pc:sldMk cId="2607278515" sldId="261"/>
            <ac:inkMk id="237" creationId="{DBE3A5FE-6521-4432-9DED-E2A2910DDA2A}"/>
          </ac:inkMkLst>
        </pc:inkChg>
        <pc:inkChg chg="add del">
          <ac:chgData name="" userId="242feb3c33a8e7bf" providerId="LiveId" clId="{39C24DAF-E20C-4507-9157-C96F2FA882D0}" dt="2023-03-28T14:54:29.110" v="828"/>
          <ac:inkMkLst>
            <pc:docMk/>
            <pc:sldMk cId="2607278515" sldId="261"/>
            <ac:inkMk id="238" creationId="{C2892B57-72F3-47CE-8F71-355392A01000}"/>
          </ac:inkMkLst>
        </pc:inkChg>
        <pc:inkChg chg="add del">
          <ac:chgData name="" userId="242feb3c33a8e7bf" providerId="LiveId" clId="{39C24DAF-E20C-4507-9157-C96F2FA882D0}" dt="2023-03-28T14:54:29.110" v="828"/>
          <ac:inkMkLst>
            <pc:docMk/>
            <pc:sldMk cId="2607278515" sldId="261"/>
            <ac:inkMk id="239" creationId="{FA9E2379-DEB3-46F8-BBDB-8E019A4A72B5}"/>
          </ac:inkMkLst>
        </pc:inkChg>
        <pc:inkChg chg="add del">
          <ac:chgData name="" userId="242feb3c33a8e7bf" providerId="LiveId" clId="{39C24DAF-E20C-4507-9157-C96F2FA882D0}" dt="2023-03-28T14:54:29.110" v="828"/>
          <ac:inkMkLst>
            <pc:docMk/>
            <pc:sldMk cId="2607278515" sldId="261"/>
            <ac:inkMk id="240" creationId="{A1DEB145-E45B-440C-9E60-7CA0329A99DA}"/>
          </ac:inkMkLst>
        </pc:inkChg>
        <pc:inkChg chg="add del">
          <ac:chgData name="" userId="242feb3c33a8e7bf" providerId="LiveId" clId="{39C24DAF-E20C-4507-9157-C96F2FA882D0}" dt="2023-03-28T14:54:29.110" v="828"/>
          <ac:inkMkLst>
            <pc:docMk/>
            <pc:sldMk cId="2607278515" sldId="261"/>
            <ac:inkMk id="241" creationId="{85A514EC-26F0-4D52-B28B-6F5055597A91}"/>
          </ac:inkMkLst>
        </pc:inkChg>
        <pc:inkChg chg="add del">
          <ac:chgData name="" userId="242feb3c33a8e7bf" providerId="LiveId" clId="{39C24DAF-E20C-4507-9157-C96F2FA882D0}" dt="2023-03-28T14:54:29.110" v="828"/>
          <ac:inkMkLst>
            <pc:docMk/>
            <pc:sldMk cId="2607278515" sldId="261"/>
            <ac:inkMk id="242" creationId="{44DAD4A7-2873-4425-836A-D9D02E7D955E}"/>
          </ac:inkMkLst>
        </pc:inkChg>
        <pc:inkChg chg="add del">
          <ac:chgData name="" userId="242feb3c33a8e7bf" providerId="LiveId" clId="{39C24DAF-E20C-4507-9157-C96F2FA882D0}" dt="2023-03-28T14:54:29.110" v="828"/>
          <ac:inkMkLst>
            <pc:docMk/>
            <pc:sldMk cId="2607278515" sldId="261"/>
            <ac:inkMk id="243" creationId="{FC797804-402D-484C-81BE-25288EF24FC8}"/>
          </ac:inkMkLst>
        </pc:inkChg>
        <pc:inkChg chg="add del">
          <ac:chgData name="" userId="242feb3c33a8e7bf" providerId="LiveId" clId="{39C24DAF-E20C-4507-9157-C96F2FA882D0}" dt="2023-03-28T14:54:29.110" v="828"/>
          <ac:inkMkLst>
            <pc:docMk/>
            <pc:sldMk cId="2607278515" sldId="261"/>
            <ac:inkMk id="244" creationId="{80E184A4-0AC5-4E00-B38E-0A44F38CFFDA}"/>
          </ac:inkMkLst>
        </pc:inkChg>
        <pc:inkChg chg="add del">
          <ac:chgData name="" userId="242feb3c33a8e7bf" providerId="LiveId" clId="{39C24DAF-E20C-4507-9157-C96F2FA882D0}" dt="2023-03-28T14:54:29.110" v="828"/>
          <ac:inkMkLst>
            <pc:docMk/>
            <pc:sldMk cId="2607278515" sldId="261"/>
            <ac:inkMk id="245" creationId="{2126B065-58BB-4AF0-A4FC-D908E3E697A2}"/>
          </ac:inkMkLst>
        </pc:inkChg>
        <pc:inkChg chg="add del">
          <ac:chgData name="" userId="242feb3c33a8e7bf" providerId="LiveId" clId="{39C24DAF-E20C-4507-9157-C96F2FA882D0}" dt="2023-03-28T14:54:29.110" v="828"/>
          <ac:inkMkLst>
            <pc:docMk/>
            <pc:sldMk cId="2607278515" sldId="261"/>
            <ac:inkMk id="246" creationId="{C0B01252-688B-4C9F-9A75-E486F81BD358}"/>
          </ac:inkMkLst>
        </pc:inkChg>
        <pc:inkChg chg="add del">
          <ac:chgData name="" userId="242feb3c33a8e7bf" providerId="LiveId" clId="{39C24DAF-E20C-4507-9157-C96F2FA882D0}" dt="2023-03-28T14:54:29.110" v="828"/>
          <ac:inkMkLst>
            <pc:docMk/>
            <pc:sldMk cId="2607278515" sldId="261"/>
            <ac:inkMk id="247" creationId="{C7502BB2-DF7A-4F9E-A461-CE47E0548D28}"/>
          </ac:inkMkLst>
        </pc:inkChg>
        <pc:inkChg chg="add del">
          <ac:chgData name="" userId="242feb3c33a8e7bf" providerId="LiveId" clId="{39C24DAF-E20C-4507-9157-C96F2FA882D0}" dt="2023-03-28T14:54:29.110" v="828"/>
          <ac:inkMkLst>
            <pc:docMk/>
            <pc:sldMk cId="2607278515" sldId="261"/>
            <ac:inkMk id="248" creationId="{2E5B46BD-CC9E-4B7F-A0EC-75AEF48273E1}"/>
          </ac:inkMkLst>
        </pc:inkChg>
        <pc:inkChg chg="add del">
          <ac:chgData name="" userId="242feb3c33a8e7bf" providerId="LiveId" clId="{39C24DAF-E20C-4507-9157-C96F2FA882D0}" dt="2023-03-28T14:54:29.110" v="828"/>
          <ac:inkMkLst>
            <pc:docMk/>
            <pc:sldMk cId="2607278515" sldId="261"/>
            <ac:inkMk id="249" creationId="{3B06E586-15C6-4330-B39D-C144FAE0B174}"/>
          </ac:inkMkLst>
        </pc:inkChg>
        <pc:inkChg chg="add del">
          <ac:chgData name="" userId="242feb3c33a8e7bf" providerId="LiveId" clId="{39C24DAF-E20C-4507-9157-C96F2FA882D0}" dt="2023-03-28T14:54:29.110" v="828"/>
          <ac:inkMkLst>
            <pc:docMk/>
            <pc:sldMk cId="2607278515" sldId="261"/>
            <ac:inkMk id="250" creationId="{A9DF7E27-60FB-443A-85E3-860D0934B917}"/>
          </ac:inkMkLst>
        </pc:inkChg>
        <pc:inkChg chg="add del">
          <ac:chgData name="" userId="242feb3c33a8e7bf" providerId="LiveId" clId="{39C24DAF-E20C-4507-9157-C96F2FA882D0}" dt="2023-03-28T14:54:29.110" v="828"/>
          <ac:inkMkLst>
            <pc:docMk/>
            <pc:sldMk cId="2607278515" sldId="261"/>
            <ac:inkMk id="251" creationId="{A7C43727-3054-4459-B8D4-AF8A90A2C402}"/>
          </ac:inkMkLst>
        </pc:inkChg>
        <pc:inkChg chg="add del">
          <ac:chgData name="" userId="242feb3c33a8e7bf" providerId="LiveId" clId="{39C24DAF-E20C-4507-9157-C96F2FA882D0}" dt="2023-03-28T14:54:29.110" v="828"/>
          <ac:inkMkLst>
            <pc:docMk/>
            <pc:sldMk cId="2607278515" sldId="261"/>
            <ac:inkMk id="252" creationId="{6FAEA9A4-A09A-474D-A4A5-6D8DF49A7E31}"/>
          </ac:inkMkLst>
        </pc:inkChg>
        <pc:inkChg chg="add del">
          <ac:chgData name="" userId="242feb3c33a8e7bf" providerId="LiveId" clId="{39C24DAF-E20C-4507-9157-C96F2FA882D0}" dt="2023-03-28T14:54:29.110" v="828"/>
          <ac:inkMkLst>
            <pc:docMk/>
            <pc:sldMk cId="2607278515" sldId="261"/>
            <ac:inkMk id="253" creationId="{D97DEA1C-B076-487A-8A34-7390AAC6BF76}"/>
          </ac:inkMkLst>
        </pc:inkChg>
        <pc:inkChg chg="add">
          <ac:chgData name="" userId="242feb3c33a8e7bf" providerId="LiveId" clId="{39C24DAF-E20C-4507-9157-C96F2FA882D0}" dt="2023-03-28T14:54:29.110" v="828"/>
          <ac:inkMkLst>
            <pc:docMk/>
            <pc:sldMk cId="2607278515" sldId="261"/>
            <ac:inkMk id="254" creationId="{67BBB41F-75C8-4AB7-BA04-7F09A31DFC85}"/>
          </ac:inkMkLst>
        </pc:inkChg>
        <pc:inkChg chg="add">
          <ac:chgData name="" userId="242feb3c33a8e7bf" providerId="LiveId" clId="{39C24DAF-E20C-4507-9157-C96F2FA882D0}" dt="2023-03-28T14:54:29.110" v="828"/>
          <ac:inkMkLst>
            <pc:docMk/>
            <pc:sldMk cId="2607278515" sldId="261"/>
            <ac:inkMk id="255" creationId="{62684A07-D66B-4695-BCC2-3331D74C0B28}"/>
          </ac:inkMkLst>
        </pc:inkChg>
        <pc:inkChg chg="add del">
          <ac:chgData name="" userId="242feb3c33a8e7bf" providerId="LiveId" clId="{39C24DAF-E20C-4507-9157-C96F2FA882D0}" dt="2023-03-28T14:54:41.013" v="843"/>
          <ac:inkMkLst>
            <pc:docMk/>
            <pc:sldMk cId="2607278515" sldId="261"/>
            <ac:inkMk id="256" creationId="{3B822EBE-EC04-4441-848F-61BEA8914295}"/>
          </ac:inkMkLst>
        </pc:inkChg>
        <pc:inkChg chg="add del">
          <ac:chgData name="" userId="242feb3c33a8e7bf" providerId="LiveId" clId="{39C24DAF-E20C-4507-9157-C96F2FA882D0}" dt="2023-03-28T14:54:41.013" v="843"/>
          <ac:inkMkLst>
            <pc:docMk/>
            <pc:sldMk cId="2607278515" sldId="261"/>
            <ac:inkMk id="257" creationId="{DBB62FD0-C8EC-4B32-B380-797C8C9C795E}"/>
          </ac:inkMkLst>
        </pc:inkChg>
        <pc:inkChg chg="add del">
          <ac:chgData name="" userId="242feb3c33a8e7bf" providerId="LiveId" clId="{39C24DAF-E20C-4507-9157-C96F2FA882D0}" dt="2023-03-28T14:54:41.013" v="843"/>
          <ac:inkMkLst>
            <pc:docMk/>
            <pc:sldMk cId="2607278515" sldId="261"/>
            <ac:inkMk id="258" creationId="{2D07EDE2-E229-4885-8B6B-BB2E3FD888E6}"/>
          </ac:inkMkLst>
        </pc:inkChg>
        <pc:inkChg chg="add del">
          <ac:chgData name="" userId="242feb3c33a8e7bf" providerId="LiveId" clId="{39C24DAF-E20C-4507-9157-C96F2FA882D0}" dt="2023-03-28T14:54:41.013" v="843"/>
          <ac:inkMkLst>
            <pc:docMk/>
            <pc:sldMk cId="2607278515" sldId="261"/>
            <ac:inkMk id="259" creationId="{571B5C44-8A72-441A-AE86-5BC0792A2429}"/>
          </ac:inkMkLst>
        </pc:inkChg>
        <pc:inkChg chg="add del">
          <ac:chgData name="" userId="242feb3c33a8e7bf" providerId="LiveId" clId="{39C24DAF-E20C-4507-9157-C96F2FA882D0}" dt="2023-03-28T14:54:41.013" v="843"/>
          <ac:inkMkLst>
            <pc:docMk/>
            <pc:sldMk cId="2607278515" sldId="261"/>
            <ac:inkMk id="260" creationId="{195F57CC-74AC-4731-B6B7-6835BA95BAC2}"/>
          </ac:inkMkLst>
        </pc:inkChg>
        <pc:inkChg chg="add del">
          <ac:chgData name="" userId="242feb3c33a8e7bf" providerId="LiveId" clId="{39C24DAF-E20C-4507-9157-C96F2FA882D0}" dt="2023-03-28T14:54:41.013" v="843"/>
          <ac:inkMkLst>
            <pc:docMk/>
            <pc:sldMk cId="2607278515" sldId="261"/>
            <ac:inkMk id="261" creationId="{144B2AF3-58FB-4EAE-9958-83DE7C0811A7}"/>
          </ac:inkMkLst>
        </pc:inkChg>
        <pc:inkChg chg="add del">
          <ac:chgData name="" userId="242feb3c33a8e7bf" providerId="LiveId" clId="{39C24DAF-E20C-4507-9157-C96F2FA882D0}" dt="2023-03-28T14:54:41.013" v="843"/>
          <ac:inkMkLst>
            <pc:docMk/>
            <pc:sldMk cId="2607278515" sldId="261"/>
            <ac:inkMk id="262" creationId="{8E92EED0-AD06-4D9A-A1B6-D41464133D23}"/>
          </ac:inkMkLst>
        </pc:inkChg>
        <pc:inkChg chg="add del">
          <ac:chgData name="" userId="242feb3c33a8e7bf" providerId="LiveId" clId="{39C24DAF-E20C-4507-9157-C96F2FA882D0}" dt="2023-03-28T14:54:41.013" v="843"/>
          <ac:inkMkLst>
            <pc:docMk/>
            <pc:sldMk cId="2607278515" sldId="261"/>
            <ac:inkMk id="263" creationId="{C1511936-B100-48CB-A553-E7042F5BA05C}"/>
          </ac:inkMkLst>
        </pc:inkChg>
        <pc:inkChg chg="add del">
          <ac:chgData name="" userId="242feb3c33a8e7bf" providerId="LiveId" clId="{39C24DAF-E20C-4507-9157-C96F2FA882D0}" dt="2023-03-28T14:54:41.013" v="843"/>
          <ac:inkMkLst>
            <pc:docMk/>
            <pc:sldMk cId="2607278515" sldId="261"/>
            <ac:inkMk id="264" creationId="{BE7720E6-B429-4692-B574-3ADCDDC65A01}"/>
          </ac:inkMkLst>
        </pc:inkChg>
        <pc:inkChg chg="add del">
          <ac:chgData name="" userId="242feb3c33a8e7bf" providerId="LiveId" clId="{39C24DAF-E20C-4507-9157-C96F2FA882D0}" dt="2023-03-28T14:54:41.013" v="843"/>
          <ac:inkMkLst>
            <pc:docMk/>
            <pc:sldMk cId="2607278515" sldId="261"/>
            <ac:inkMk id="265" creationId="{2F8BBE30-C8DA-4A73-BFFA-017B2EC33B3B}"/>
          </ac:inkMkLst>
        </pc:inkChg>
        <pc:inkChg chg="add del">
          <ac:chgData name="" userId="242feb3c33a8e7bf" providerId="LiveId" clId="{39C24DAF-E20C-4507-9157-C96F2FA882D0}" dt="2023-03-28T14:54:41.013" v="843"/>
          <ac:inkMkLst>
            <pc:docMk/>
            <pc:sldMk cId="2607278515" sldId="261"/>
            <ac:inkMk id="266" creationId="{30827B39-1CAB-4656-BC36-E62FE63A6E42}"/>
          </ac:inkMkLst>
        </pc:inkChg>
        <pc:inkChg chg="add del">
          <ac:chgData name="" userId="242feb3c33a8e7bf" providerId="LiveId" clId="{39C24DAF-E20C-4507-9157-C96F2FA882D0}" dt="2023-03-28T14:54:41.013" v="843"/>
          <ac:inkMkLst>
            <pc:docMk/>
            <pc:sldMk cId="2607278515" sldId="261"/>
            <ac:inkMk id="267" creationId="{739CE72A-9204-494C-B4B9-9DABA6AD8C5E}"/>
          </ac:inkMkLst>
        </pc:inkChg>
        <pc:inkChg chg="add del">
          <ac:chgData name="" userId="242feb3c33a8e7bf" providerId="LiveId" clId="{39C24DAF-E20C-4507-9157-C96F2FA882D0}" dt="2023-03-28T14:54:41.013" v="843"/>
          <ac:inkMkLst>
            <pc:docMk/>
            <pc:sldMk cId="2607278515" sldId="261"/>
            <ac:inkMk id="268" creationId="{75A6EB80-3ADB-4A97-B3A0-00398E75EAF4}"/>
          </ac:inkMkLst>
        </pc:inkChg>
        <pc:inkChg chg="add del">
          <ac:chgData name="" userId="242feb3c33a8e7bf" providerId="LiveId" clId="{39C24DAF-E20C-4507-9157-C96F2FA882D0}" dt="2023-03-28T14:54:41.013" v="843"/>
          <ac:inkMkLst>
            <pc:docMk/>
            <pc:sldMk cId="2607278515" sldId="261"/>
            <ac:inkMk id="269" creationId="{B2A5A898-E910-435F-8235-D04F302D30C2}"/>
          </ac:inkMkLst>
        </pc:inkChg>
        <pc:inkChg chg="add">
          <ac:chgData name="" userId="242feb3c33a8e7bf" providerId="LiveId" clId="{39C24DAF-E20C-4507-9157-C96F2FA882D0}" dt="2023-03-28T14:54:41.013" v="843"/>
          <ac:inkMkLst>
            <pc:docMk/>
            <pc:sldMk cId="2607278515" sldId="261"/>
            <ac:inkMk id="270" creationId="{BC7099B2-4E6C-4DF1-9D46-1402CF6C2079}"/>
          </ac:inkMkLst>
        </pc:inkChg>
        <pc:inkChg chg="add">
          <ac:chgData name="" userId="242feb3c33a8e7bf" providerId="LiveId" clId="{39C24DAF-E20C-4507-9157-C96F2FA882D0}" dt="2023-03-28T14:54:41.013" v="843"/>
          <ac:inkMkLst>
            <pc:docMk/>
            <pc:sldMk cId="2607278515" sldId="261"/>
            <ac:inkMk id="271" creationId="{B517356C-9999-47AA-B589-C134670F3B96}"/>
          </ac:inkMkLst>
        </pc:inkChg>
        <pc:inkChg chg="add">
          <ac:chgData name="" userId="242feb3c33a8e7bf" providerId="LiveId" clId="{39C24DAF-E20C-4507-9157-C96F2FA882D0}" dt="2023-03-28T14:54:41.013" v="843"/>
          <ac:inkMkLst>
            <pc:docMk/>
            <pc:sldMk cId="2607278515" sldId="261"/>
            <ac:inkMk id="272" creationId="{1871ACD2-02F4-458E-A340-6AAF8E87A808}"/>
          </ac:inkMkLst>
        </pc:inkChg>
        <pc:inkChg chg="add">
          <ac:chgData name="" userId="242feb3c33a8e7bf" providerId="LiveId" clId="{39C24DAF-E20C-4507-9157-C96F2FA882D0}" dt="2023-03-28T14:54:41.013" v="843"/>
          <ac:inkMkLst>
            <pc:docMk/>
            <pc:sldMk cId="2607278515" sldId="261"/>
            <ac:inkMk id="273" creationId="{6BAF8A55-217C-4B15-9A88-BDDEA4C099AD}"/>
          </ac:inkMkLst>
        </pc:inkChg>
        <pc:inkChg chg="add">
          <ac:chgData name="" userId="242feb3c33a8e7bf" providerId="LiveId" clId="{39C24DAF-E20C-4507-9157-C96F2FA882D0}" dt="2023-03-28T14:54:41.013" v="843"/>
          <ac:inkMkLst>
            <pc:docMk/>
            <pc:sldMk cId="2607278515" sldId="261"/>
            <ac:inkMk id="274" creationId="{380801E2-BA5C-4CA0-B2CF-AD06735C1B1A}"/>
          </ac:inkMkLst>
        </pc:inkChg>
        <pc:inkChg chg="add del">
          <ac:chgData name="" userId="242feb3c33a8e7bf" providerId="LiveId" clId="{39C24DAF-E20C-4507-9157-C96F2FA882D0}" dt="2023-03-28T14:54:47.672" v="847"/>
          <ac:inkMkLst>
            <pc:docMk/>
            <pc:sldMk cId="2607278515" sldId="261"/>
            <ac:inkMk id="275" creationId="{DBD44E54-0B4A-4E3F-96B8-FA95E3E3E444}"/>
          </ac:inkMkLst>
        </pc:inkChg>
        <pc:inkChg chg="add del">
          <ac:chgData name="" userId="242feb3c33a8e7bf" providerId="LiveId" clId="{39C24DAF-E20C-4507-9157-C96F2FA882D0}" dt="2023-03-28T14:54:47.672" v="847"/>
          <ac:inkMkLst>
            <pc:docMk/>
            <pc:sldMk cId="2607278515" sldId="261"/>
            <ac:inkMk id="276" creationId="{CFBD4C1E-1B86-40C9-9F56-982C95620F8B}"/>
          </ac:inkMkLst>
        </pc:inkChg>
        <pc:inkChg chg="add del">
          <ac:chgData name="" userId="242feb3c33a8e7bf" providerId="LiveId" clId="{39C24DAF-E20C-4507-9157-C96F2FA882D0}" dt="2023-03-28T14:54:47.672" v="847"/>
          <ac:inkMkLst>
            <pc:docMk/>
            <pc:sldMk cId="2607278515" sldId="261"/>
            <ac:inkMk id="277" creationId="{308DCB7C-D1AF-4E8A-886D-6A737943F7AE}"/>
          </ac:inkMkLst>
        </pc:inkChg>
        <pc:inkChg chg="add del">
          <ac:chgData name="" userId="242feb3c33a8e7bf" providerId="LiveId" clId="{39C24DAF-E20C-4507-9157-C96F2FA882D0}" dt="2023-03-28T14:54:52.446" v="850"/>
          <ac:inkMkLst>
            <pc:docMk/>
            <pc:sldMk cId="2607278515" sldId="261"/>
            <ac:inkMk id="278" creationId="{953E029C-D09E-4EB5-8A1F-FDE5CECBFEAF}"/>
          </ac:inkMkLst>
        </pc:inkChg>
        <pc:inkChg chg="add del">
          <ac:chgData name="" userId="242feb3c33a8e7bf" providerId="LiveId" clId="{39C24DAF-E20C-4507-9157-C96F2FA882D0}" dt="2023-03-28T14:54:52.446" v="850"/>
          <ac:inkMkLst>
            <pc:docMk/>
            <pc:sldMk cId="2607278515" sldId="261"/>
            <ac:inkMk id="279" creationId="{12EAA92F-3896-40AC-9456-D5389BCF5EDF}"/>
          </ac:inkMkLst>
        </pc:inkChg>
        <pc:inkChg chg="add del">
          <ac:chgData name="" userId="242feb3c33a8e7bf" providerId="LiveId" clId="{39C24DAF-E20C-4507-9157-C96F2FA882D0}" dt="2023-03-28T14:54:52.446" v="850"/>
          <ac:inkMkLst>
            <pc:docMk/>
            <pc:sldMk cId="2607278515" sldId="261"/>
            <ac:inkMk id="280" creationId="{AEB64F51-8A33-4FD9-BC86-82F625EB6964}"/>
          </ac:inkMkLst>
        </pc:inkChg>
        <pc:inkChg chg="add">
          <ac:chgData name="" userId="242feb3c33a8e7bf" providerId="LiveId" clId="{39C24DAF-E20C-4507-9157-C96F2FA882D0}" dt="2023-03-28T14:54:52.446" v="850"/>
          <ac:inkMkLst>
            <pc:docMk/>
            <pc:sldMk cId="2607278515" sldId="261"/>
            <ac:inkMk id="281" creationId="{A7650CB0-1B07-47A6-A9A3-90066E32EEED}"/>
          </ac:inkMkLst>
        </pc:inkChg>
        <pc:inkChg chg="add del">
          <ac:chgData name="" userId="242feb3c33a8e7bf" providerId="LiveId" clId="{39C24DAF-E20C-4507-9157-C96F2FA882D0}" dt="2023-03-28T14:55:34.368" v="854"/>
          <ac:inkMkLst>
            <pc:docMk/>
            <pc:sldMk cId="2607278515" sldId="261"/>
            <ac:inkMk id="282" creationId="{0DFB2010-3F73-47D8-9408-F01CD59E2A31}"/>
          </ac:inkMkLst>
        </pc:inkChg>
        <pc:inkChg chg="add del">
          <ac:chgData name="" userId="242feb3c33a8e7bf" providerId="LiveId" clId="{39C24DAF-E20C-4507-9157-C96F2FA882D0}" dt="2023-03-28T14:55:34.368" v="854"/>
          <ac:inkMkLst>
            <pc:docMk/>
            <pc:sldMk cId="2607278515" sldId="261"/>
            <ac:inkMk id="283" creationId="{7D4E9DE4-C547-4423-BAA4-B6F54A3A3342}"/>
          </ac:inkMkLst>
        </pc:inkChg>
        <pc:inkChg chg="add del">
          <ac:chgData name="" userId="242feb3c33a8e7bf" providerId="LiveId" clId="{39C24DAF-E20C-4507-9157-C96F2FA882D0}" dt="2023-03-28T14:55:34.368" v="854"/>
          <ac:inkMkLst>
            <pc:docMk/>
            <pc:sldMk cId="2607278515" sldId="261"/>
            <ac:inkMk id="284" creationId="{7B7E0CB1-7B73-46A8-863D-7F6FC24C024B}"/>
          </ac:inkMkLst>
        </pc:inkChg>
        <pc:inkChg chg="add del">
          <ac:chgData name="" userId="242feb3c33a8e7bf" providerId="LiveId" clId="{39C24DAF-E20C-4507-9157-C96F2FA882D0}" dt="2023-03-28T14:55:35.850" v="857"/>
          <ac:inkMkLst>
            <pc:docMk/>
            <pc:sldMk cId="2607278515" sldId="261"/>
            <ac:inkMk id="285" creationId="{DD9FFD4E-403A-40DF-9CEA-8947052F5E41}"/>
          </ac:inkMkLst>
        </pc:inkChg>
        <pc:inkChg chg="add del">
          <ac:chgData name="" userId="242feb3c33a8e7bf" providerId="LiveId" clId="{39C24DAF-E20C-4507-9157-C96F2FA882D0}" dt="2023-03-28T14:55:35.850" v="857"/>
          <ac:inkMkLst>
            <pc:docMk/>
            <pc:sldMk cId="2607278515" sldId="261"/>
            <ac:inkMk id="286" creationId="{7B9EFCCA-2DDA-4142-B416-CB9B3C627F8A}"/>
          </ac:inkMkLst>
        </pc:inkChg>
        <pc:inkChg chg="add">
          <ac:chgData name="" userId="242feb3c33a8e7bf" providerId="LiveId" clId="{39C24DAF-E20C-4507-9157-C96F2FA882D0}" dt="2023-03-28T14:55:35.194" v="856"/>
          <ac:inkMkLst>
            <pc:docMk/>
            <pc:sldMk cId="2607278515" sldId="261"/>
            <ac:inkMk id="287" creationId="{5DB12E26-39F7-4C67-85A2-6D123F67DAFB}"/>
          </ac:inkMkLst>
        </pc:inkChg>
        <pc:inkChg chg="add">
          <ac:chgData name="" userId="242feb3c33a8e7bf" providerId="LiveId" clId="{39C24DAF-E20C-4507-9157-C96F2FA882D0}" dt="2023-03-28T14:55:35.850" v="857"/>
          <ac:inkMkLst>
            <pc:docMk/>
            <pc:sldMk cId="2607278515" sldId="261"/>
            <ac:inkMk id="288" creationId="{505F4BEC-41CB-4082-8584-BA5E080D6876}"/>
          </ac:inkMkLst>
        </pc:inkChg>
        <pc:inkChg chg="add del">
          <ac:chgData name="" userId="242feb3c33a8e7bf" providerId="LiveId" clId="{39C24DAF-E20C-4507-9157-C96F2FA882D0}" dt="2023-03-28T14:55:41.588" v="860"/>
          <ac:inkMkLst>
            <pc:docMk/>
            <pc:sldMk cId="2607278515" sldId="261"/>
            <ac:inkMk id="289" creationId="{D11B9688-5A61-4AFC-ADBA-8E4759E0436F}"/>
          </ac:inkMkLst>
        </pc:inkChg>
        <pc:inkChg chg="add del">
          <ac:chgData name="" userId="242feb3c33a8e7bf" providerId="LiveId" clId="{39C24DAF-E20C-4507-9157-C96F2FA882D0}" dt="2023-03-28T14:55:41.588" v="860"/>
          <ac:inkMkLst>
            <pc:docMk/>
            <pc:sldMk cId="2607278515" sldId="261"/>
            <ac:inkMk id="290" creationId="{55166003-2B22-4F4A-BAAF-D042E2B884D7}"/>
          </ac:inkMkLst>
        </pc:inkChg>
        <pc:inkChg chg="add del">
          <ac:chgData name="" userId="242feb3c33a8e7bf" providerId="LiveId" clId="{39C24DAF-E20C-4507-9157-C96F2FA882D0}" dt="2023-03-28T14:56:14.216" v="866"/>
          <ac:inkMkLst>
            <pc:docMk/>
            <pc:sldMk cId="2607278515" sldId="261"/>
            <ac:inkMk id="291" creationId="{3056F803-E62E-4835-B221-68AB36E54261}"/>
          </ac:inkMkLst>
        </pc:inkChg>
        <pc:inkChg chg="add del">
          <ac:chgData name="" userId="242feb3c33a8e7bf" providerId="LiveId" clId="{39C24DAF-E20C-4507-9157-C96F2FA882D0}" dt="2023-03-28T14:55:43.660" v="864"/>
          <ac:inkMkLst>
            <pc:docMk/>
            <pc:sldMk cId="2607278515" sldId="261"/>
            <ac:inkMk id="292" creationId="{02DD715C-0C75-435F-A153-E54F4D14EBAA}"/>
          </ac:inkMkLst>
        </pc:inkChg>
        <pc:inkChg chg="add del">
          <ac:chgData name="" userId="242feb3c33a8e7bf" providerId="LiveId" clId="{39C24DAF-E20C-4507-9157-C96F2FA882D0}" dt="2023-03-28T14:55:43.660" v="864"/>
          <ac:inkMkLst>
            <pc:docMk/>
            <pc:sldMk cId="2607278515" sldId="261"/>
            <ac:inkMk id="293" creationId="{A29B559E-9684-4415-97C2-B7E18422F1BE}"/>
          </ac:inkMkLst>
        </pc:inkChg>
        <pc:inkChg chg="add del">
          <ac:chgData name="" userId="242feb3c33a8e7bf" providerId="LiveId" clId="{39C24DAF-E20C-4507-9157-C96F2FA882D0}" dt="2023-03-28T14:55:43.660" v="864"/>
          <ac:inkMkLst>
            <pc:docMk/>
            <pc:sldMk cId="2607278515" sldId="261"/>
            <ac:inkMk id="294" creationId="{2E0356B5-26A0-4D9B-B27E-E6D257860687}"/>
          </ac:inkMkLst>
        </pc:inkChg>
        <pc:inkChg chg="add del">
          <ac:chgData name="" userId="242feb3c33a8e7bf" providerId="LiveId" clId="{39C24DAF-E20C-4507-9157-C96F2FA882D0}" dt="2023-03-28T14:56:14.214" v="865"/>
          <ac:inkMkLst>
            <pc:docMk/>
            <pc:sldMk cId="2607278515" sldId="261"/>
            <ac:inkMk id="295" creationId="{5B687BF6-D777-4962-9122-5EF860E18144}"/>
          </ac:inkMkLst>
        </pc:inkChg>
        <pc:inkChg chg="add del">
          <ac:chgData name="" userId="242feb3c33a8e7bf" providerId="LiveId" clId="{39C24DAF-E20C-4507-9157-C96F2FA882D0}" dt="2023-03-28T14:56:19.213" v="872"/>
          <ac:inkMkLst>
            <pc:docMk/>
            <pc:sldMk cId="2607278515" sldId="261"/>
            <ac:inkMk id="296" creationId="{1B811EEE-DDCF-4800-8971-51F0288B1DDD}"/>
          </ac:inkMkLst>
        </pc:inkChg>
        <pc:inkChg chg="add del">
          <ac:chgData name="" userId="242feb3c33a8e7bf" providerId="LiveId" clId="{39C24DAF-E20C-4507-9157-C96F2FA882D0}" dt="2023-03-28T14:56:19.213" v="872"/>
          <ac:inkMkLst>
            <pc:docMk/>
            <pc:sldMk cId="2607278515" sldId="261"/>
            <ac:inkMk id="297" creationId="{2F0342CF-11E5-4E88-888F-B5683BB6F657}"/>
          </ac:inkMkLst>
        </pc:inkChg>
        <pc:inkChg chg="add del">
          <ac:chgData name="" userId="242feb3c33a8e7bf" providerId="LiveId" clId="{39C24DAF-E20C-4507-9157-C96F2FA882D0}" dt="2023-03-28T14:56:19.213" v="872"/>
          <ac:inkMkLst>
            <pc:docMk/>
            <pc:sldMk cId="2607278515" sldId="261"/>
            <ac:inkMk id="298" creationId="{1396ECD0-06AF-4E1D-A5EA-0FF2CA979D1D}"/>
          </ac:inkMkLst>
        </pc:inkChg>
        <pc:inkChg chg="add del">
          <ac:chgData name="" userId="242feb3c33a8e7bf" providerId="LiveId" clId="{39C24DAF-E20C-4507-9157-C96F2FA882D0}" dt="2023-03-28T14:56:19.213" v="872"/>
          <ac:inkMkLst>
            <pc:docMk/>
            <pc:sldMk cId="2607278515" sldId="261"/>
            <ac:inkMk id="299" creationId="{F720F8E9-8DD3-4DB5-96F2-72950A760809}"/>
          </ac:inkMkLst>
        </pc:inkChg>
        <pc:inkChg chg="add del">
          <ac:chgData name="" userId="242feb3c33a8e7bf" providerId="LiveId" clId="{39C24DAF-E20C-4507-9157-C96F2FA882D0}" dt="2023-03-28T14:56:19.213" v="872"/>
          <ac:inkMkLst>
            <pc:docMk/>
            <pc:sldMk cId="2607278515" sldId="261"/>
            <ac:inkMk id="300" creationId="{C016C3C8-C893-4E81-A4A0-4D454BE58A62}"/>
          </ac:inkMkLst>
        </pc:inkChg>
        <pc:inkChg chg="add del">
          <ac:chgData name="" userId="242feb3c33a8e7bf" providerId="LiveId" clId="{39C24DAF-E20C-4507-9157-C96F2FA882D0}" dt="2023-03-28T15:11:20.232" v="889"/>
          <ac:inkMkLst>
            <pc:docMk/>
            <pc:sldMk cId="2607278515" sldId="261"/>
            <ac:inkMk id="301" creationId="{6FE8DEEF-F9C1-40F6-9D05-4CE5237EC74C}"/>
          </ac:inkMkLst>
        </pc:inkChg>
        <pc:inkChg chg="add">
          <ac:chgData name="" userId="242feb3c33a8e7bf" providerId="LiveId" clId="{39C24DAF-E20C-4507-9157-C96F2FA882D0}" dt="2023-03-28T14:56:19.213" v="872"/>
          <ac:inkMkLst>
            <pc:docMk/>
            <pc:sldMk cId="2607278515" sldId="261"/>
            <ac:inkMk id="302" creationId="{BE09027C-6A78-4204-B882-4D9B2E4A1C62}"/>
          </ac:inkMkLst>
        </pc:inkChg>
        <pc:inkChg chg="add del">
          <ac:chgData name="" userId="242feb3c33a8e7bf" providerId="LiveId" clId="{39C24DAF-E20C-4507-9157-C96F2FA882D0}" dt="2023-03-28T14:56:23.152" v="875"/>
          <ac:inkMkLst>
            <pc:docMk/>
            <pc:sldMk cId="2607278515" sldId="261"/>
            <ac:inkMk id="303" creationId="{20EA028B-C177-44CD-B521-C4B886CD5F07}"/>
          </ac:inkMkLst>
        </pc:inkChg>
        <pc:inkChg chg="add del">
          <ac:chgData name="" userId="242feb3c33a8e7bf" providerId="LiveId" clId="{39C24DAF-E20C-4507-9157-C96F2FA882D0}" dt="2023-03-28T14:56:23.152" v="875"/>
          <ac:inkMkLst>
            <pc:docMk/>
            <pc:sldMk cId="2607278515" sldId="261"/>
            <ac:inkMk id="304" creationId="{AB853B11-A0A4-4B3F-855A-1ED8F76FADC0}"/>
          </ac:inkMkLst>
        </pc:inkChg>
        <pc:inkChg chg="add">
          <ac:chgData name="" userId="242feb3c33a8e7bf" providerId="LiveId" clId="{39C24DAF-E20C-4507-9157-C96F2FA882D0}" dt="2023-03-28T14:56:23.152" v="875"/>
          <ac:inkMkLst>
            <pc:docMk/>
            <pc:sldMk cId="2607278515" sldId="261"/>
            <ac:inkMk id="305" creationId="{9DC71F80-5947-456E-8147-303B84F08D88}"/>
          </ac:inkMkLst>
        </pc:inkChg>
        <pc:inkChg chg="add del">
          <ac:chgData name="" userId="242feb3c33a8e7bf" providerId="LiveId" clId="{39C24DAF-E20C-4507-9157-C96F2FA882D0}" dt="2023-03-28T14:56:31.262" v="888"/>
          <ac:inkMkLst>
            <pc:docMk/>
            <pc:sldMk cId="2607278515" sldId="261"/>
            <ac:inkMk id="306" creationId="{37216413-E5AB-4122-B87B-D4CFD6E0CECE}"/>
          </ac:inkMkLst>
        </pc:inkChg>
        <pc:inkChg chg="add del">
          <ac:chgData name="" userId="242feb3c33a8e7bf" providerId="LiveId" clId="{39C24DAF-E20C-4507-9157-C96F2FA882D0}" dt="2023-03-28T14:56:31.262" v="888"/>
          <ac:inkMkLst>
            <pc:docMk/>
            <pc:sldMk cId="2607278515" sldId="261"/>
            <ac:inkMk id="307" creationId="{373C501C-0201-4441-936E-18661578A251}"/>
          </ac:inkMkLst>
        </pc:inkChg>
        <pc:inkChg chg="add">
          <ac:chgData name="" userId="242feb3c33a8e7bf" providerId="LiveId" clId="{39C24DAF-E20C-4507-9157-C96F2FA882D0}" dt="2023-03-28T14:56:25.365" v="878"/>
          <ac:inkMkLst>
            <pc:docMk/>
            <pc:sldMk cId="2607278515" sldId="261"/>
            <ac:inkMk id="308" creationId="{AA5B2AF3-429B-4B8E-9F97-5147563653B1}"/>
          </ac:inkMkLst>
        </pc:inkChg>
        <pc:inkChg chg="add">
          <ac:chgData name="" userId="242feb3c33a8e7bf" providerId="LiveId" clId="{39C24DAF-E20C-4507-9157-C96F2FA882D0}" dt="2023-03-28T14:56:25.878" v="879"/>
          <ac:inkMkLst>
            <pc:docMk/>
            <pc:sldMk cId="2607278515" sldId="261"/>
            <ac:inkMk id="309" creationId="{61F40F5A-9AF6-4A98-BBF8-AA5B2BFAE472}"/>
          </ac:inkMkLst>
        </pc:inkChg>
        <pc:inkChg chg="add">
          <ac:chgData name="" userId="242feb3c33a8e7bf" providerId="LiveId" clId="{39C24DAF-E20C-4507-9157-C96F2FA882D0}" dt="2023-03-28T14:56:26.311" v="880"/>
          <ac:inkMkLst>
            <pc:docMk/>
            <pc:sldMk cId="2607278515" sldId="261"/>
            <ac:inkMk id="310" creationId="{53DEDB04-D543-4B67-A7BC-53CB87096901}"/>
          </ac:inkMkLst>
        </pc:inkChg>
        <pc:inkChg chg="add del">
          <ac:chgData name="" userId="242feb3c33a8e7bf" providerId="LiveId" clId="{39C24DAF-E20C-4507-9157-C96F2FA882D0}" dt="2023-03-28T14:56:31.262" v="888"/>
          <ac:inkMkLst>
            <pc:docMk/>
            <pc:sldMk cId="2607278515" sldId="261"/>
            <ac:inkMk id="311" creationId="{EDEC80B8-BB13-4936-B64E-095974807598}"/>
          </ac:inkMkLst>
        </pc:inkChg>
        <pc:inkChg chg="add del">
          <ac:chgData name="" userId="242feb3c33a8e7bf" providerId="LiveId" clId="{39C24DAF-E20C-4507-9157-C96F2FA882D0}" dt="2023-03-28T14:56:31.262" v="888"/>
          <ac:inkMkLst>
            <pc:docMk/>
            <pc:sldMk cId="2607278515" sldId="261"/>
            <ac:inkMk id="312" creationId="{2B371902-028D-45E1-9D67-A2828783A3B8}"/>
          </ac:inkMkLst>
        </pc:inkChg>
        <pc:inkChg chg="add del">
          <ac:chgData name="" userId="242feb3c33a8e7bf" providerId="LiveId" clId="{39C24DAF-E20C-4507-9157-C96F2FA882D0}" dt="2023-03-28T14:56:31.262" v="888"/>
          <ac:inkMkLst>
            <pc:docMk/>
            <pc:sldMk cId="2607278515" sldId="261"/>
            <ac:inkMk id="313" creationId="{EF34D2AC-C41E-42F9-8646-C560A3D6E3DA}"/>
          </ac:inkMkLst>
        </pc:inkChg>
        <pc:inkChg chg="add del">
          <ac:chgData name="" userId="242feb3c33a8e7bf" providerId="LiveId" clId="{39C24DAF-E20C-4507-9157-C96F2FA882D0}" dt="2023-03-28T14:56:31.262" v="888"/>
          <ac:inkMkLst>
            <pc:docMk/>
            <pc:sldMk cId="2607278515" sldId="261"/>
            <ac:inkMk id="314" creationId="{49BF3DF0-4A98-4933-96D2-DDCF3D2CA67D}"/>
          </ac:inkMkLst>
        </pc:inkChg>
        <pc:inkChg chg="add">
          <ac:chgData name="" userId="242feb3c33a8e7bf" providerId="LiveId" clId="{39C24DAF-E20C-4507-9157-C96F2FA882D0}" dt="2023-03-28T14:56:29.581" v="885"/>
          <ac:inkMkLst>
            <pc:docMk/>
            <pc:sldMk cId="2607278515" sldId="261"/>
            <ac:inkMk id="315" creationId="{4CCD4912-F838-487C-896C-E38225DC4CD1}"/>
          </ac:inkMkLst>
        </pc:inkChg>
        <pc:inkChg chg="add del">
          <ac:chgData name="" userId="242feb3c33a8e7bf" providerId="LiveId" clId="{39C24DAF-E20C-4507-9157-C96F2FA882D0}" dt="2023-03-28T14:56:31.262" v="888"/>
          <ac:inkMkLst>
            <pc:docMk/>
            <pc:sldMk cId="2607278515" sldId="261"/>
            <ac:inkMk id="316" creationId="{6D70090F-F17B-46D6-8F05-5783DE087B49}"/>
          </ac:inkMkLst>
        </pc:inkChg>
        <pc:inkChg chg="add del">
          <ac:chgData name="" userId="242feb3c33a8e7bf" providerId="LiveId" clId="{39C24DAF-E20C-4507-9157-C96F2FA882D0}" dt="2023-03-28T14:56:31.262" v="888"/>
          <ac:inkMkLst>
            <pc:docMk/>
            <pc:sldMk cId="2607278515" sldId="261"/>
            <ac:inkMk id="317" creationId="{411EDD53-D2CB-4A99-B5C8-E7AA585A9E1A}"/>
          </ac:inkMkLst>
        </pc:inkChg>
        <pc:inkChg chg="add">
          <ac:chgData name="" userId="242feb3c33a8e7bf" providerId="LiveId" clId="{39C24DAF-E20C-4507-9157-C96F2FA882D0}" dt="2023-03-28T14:56:31.262" v="888"/>
          <ac:inkMkLst>
            <pc:docMk/>
            <pc:sldMk cId="2607278515" sldId="261"/>
            <ac:inkMk id="318" creationId="{E5EF26C7-FA85-4441-90D6-32E0313E5E11}"/>
          </ac:inkMkLst>
        </pc:inkChg>
        <pc:inkChg chg="add">
          <ac:chgData name="" userId="242feb3c33a8e7bf" providerId="LiveId" clId="{39C24DAF-E20C-4507-9157-C96F2FA882D0}" dt="2023-03-28T14:56:31.262" v="888"/>
          <ac:inkMkLst>
            <pc:docMk/>
            <pc:sldMk cId="2607278515" sldId="261"/>
            <ac:inkMk id="319" creationId="{4C8645C9-7000-4D04-B4E0-9B6637446035}"/>
          </ac:inkMkLst>
        </pc:inkChg>
        <pc:inkChg chg="add">
          <ac:chgData name="" userId="242feb3c33a8e7bf" providerId="LiveId" clId="{39C24DAF-E20C-4507-9157-C96F2FA882D0}" dt="2023-03-28T14:56:31.262" v="888"/>
          <ac:inkMkLst>
            <pc:docMk/>
            <pc:sldMk cId="2607278515" sldId="261"/>
            <ac:inkMk id="320" creationId="{A4B6B600-1B85-4962-B309-2F192818183E}"/>
          </ac:inkMkLst>
        </pc:inkChg>
        <pc:inkChg chg="add">
          <ac:chgData name="" userId="242feb3c33a8e7bf" providerId="LiveId" clId="{39C24DAF-E20C-4507-9157-C96F2FA882D0}" dt="2023-03-28T14:56:31.262" v="888"/>
          <ac:inkMkLst>
            <pc:docMk/>
            <pc:sldMk cId="2607278515" sldId="261"/>
            <ac:inkMk id="321" creationId="{88BC4F99-F9EE-4171-836C-CA2E6D6E6331}"/>
          </ac:inkMkLst>
        </pc:inkChg>
        <pc:inkChg chg="add del">
          <ac:chgData name="" userId="242feb3c33a8e7bf" providerId="LiveId" clId="{39C24DAF-E20C-4507-9157-C96F2FA882D0}" dt="2023-03-28T15:11:25.446" v="893"/>
          <ac:inkMkLst>
            <pc:docMk/>
            <pc:sldMk cId="2607278515" sldId="261"/>
            <ac:inkMk id="322" creationId="{0324DF0D-2210-4DFC-B42E-F6AD67723642}"/>
          </ac:inkMkLst>
        </pc:inkChg>
        <pc:inkChg chg="add del">
          <ac:chgData name="" userId="242feb3c33a8e7bf" providerId="LiveId" clId="{39C24DAF-E20C-4507-9157-C96F2FA882D0}" dt="2023-03-28T15:11:25.446" v="893"/>
          <ac:inkMkLst>
            <pc:docMk/>
            <pc:sldMk cId="2607278515" sldId="261"/>
            <ac:inkMk id="323" creationId="{B947390A-919F-45FB-9661-D651B1D11A3D}"/>
          </ac:inkMkLst>
        </pc:inkChg>
        <pc:inkChg chg="add del">
          <ac:chgData name="" userId="242feb3c33a8e7bf" providerId="LiveId" clId="{39C24DAF-E20C-4507-9157-C96F2FA882D0}" dt="2023-03-28T15:11:25.446" v="893"/>
          <ac:inkMkLst>
            <pc:docMk/>
            <pc:sldMk cId="2607278515" sldId="261"/>
            <ac:inkMk id="324" creationId="{3C3A760C-A1E9-4D18-A250-49412040E35D}"/>
          </ac:inkMkLst>
        </pc:inkChg>
        <pc:inkChg chg="add">
          <ac:chgData name="" userId="242feb3c33a8e7bf" providerId="LiveId" clId="{39C24DAF-E20C-4507-9157-C96F2FA882D0}" dt="2023-03-28T15:11:25.446" v="893"/>
          <ac:inkMkLst>
            <pc:docMk/>
            <pc:sldMk cId="2607278515" sldId="261"/>
            <ac:inkMk id="325" creationId="{1FAB89B0-7BEA-4DDE-BA0E-197F672B33C9}"/>
          </ac:inkMkLst>
        </pc:inkChg>
        <pc:inkChg chg="add">
          <ac:chgData name="" userId="242feb3c33a8e7bf" providerId="LiveId" clId="{39C24DAF-E20C-4507-9157-C96F2FA882D0}" dt="2023-03-28T16:44:17.110" v="3401"/>
          <ac:inkMkLst>
            <pc:docMk/>
            <pc:sldMk cId="2607278515" sldId="261"/>
            <ac:inkMk id="326" creationId="{6B8AE368-2CFB-4975-827C-E65BA6388949}"/>
          </ac:inkMkLst>
        </pc:inkChg>
        <pc:inkChg chg="add del">
          <ac:chgData name="" userId="242feb3c33a8e7bf" providerId="LiveId" clId="{39C24DAF-E20C-4507-9157-C96F2FA882D0}" dt="2023-03-28T16:44:22.142" v="3417"/>
          <ac:inkMkLst>
            <pc:docMk/>
            <pc:sldMk cId="2607278515" sldId="261"/>
            <ac:inkMk id="327" creationId="{9F40F03E-019B-4216-8D20-9518311E3A4D}"/>
          </ac:inkMkLst>
        </pc:inkChg>
        <pc:inkChg chg="add del">
          <ac:chgData name="" userId="242feb3c33a8e7bf" providerId="LiveId" clId="{39C24DAF-E20C-4507-9157-C96F2FA882D0}" dt="2023-03-28T16:44:22.142" v="3417"/>
          <ac:inkMkLst>
            <pc:docMk/>
            <pc:sldMk cId="2607278515" sldId="261"/>
            <ac:inkMk id="328" creationId="{3178519C-2459-4D11-A90D-BABC721ACACA}"/>
          </ac:inkMkLst>
        </pc:inkChg>
        <pc:inkChg chg="add del">
          <ac:chgData name="" userId="242feb3c33a8e7bf" providerId="LiveId" clId="{39C24DAF-E20C-4507-9157-C96F2FA882D0}" dt="2023-03-28T16:44:22.142" v="3417"/>
          <ac:inkMkLst>
            <pc:docMk/>
            <pc:sldMk cId="2607278515" sldId="261"/>
            <ac:inkMk id="329" creationId="{8D5A322F-B488-4D63-89FC-7494C5234AC0}"/>
          </ac:inkMkLst>
        </pc:inkChg>
        <pc:inkChg chg="add del">
          <ac:chgData name="" userId="242feb3c33a8e7bf" providerId="LiveId" clId="{39C24DAF-E20C-4507-9157-C96F2FA882D0}" dt="2023-03-28T16:44:22.142" v="3417"/>
          <ac:inkMkLst>
            <pc:docMk/>
            <pc:sldMk cId="2607278515" sldId="261"/>
            <ac:inkMk id="330" creationId="{8E17B46F-9028-4CFE-BCE4-552EA155E889}"/>
          </ac:inkMkLst>
        </pc:inkChg>
        <pc:inkChg chg="add del">
          <ac:chgData name="" userId="242feb3c33a8e7bf" providerId="LiveId" clId="{39C24DAF-E20C-4507-9157-C96F2FA882D0}" dt="2023-03-28T16:44:22.142" v="3417"/>
          <ac:inkMkLst>
            <pc:docMk/>
            <pc:sldMk cId="2607278515" sldId="261"/>
            <ac:inkMk id="331" creationId="{3DB6F30F-9DFD-40DB-874A-0B0F80958AE8}"/>
          </ac:inkMkLst>
        </pc:inkChg>
        <pc:inkChg chg="add del">
          <ac:chgData name="" userId="242feb3c33a8e7bf" providerId="LiveId" clId="{39C24DAF-E20C-4507-9157-C96F2FA882D0}" dt="2023-03-28T16:44:22.142" v="3417"/>
          <ac:inkMkLst>
            <pc:docMk/>
            <pc:sldMk cId="2607278515" sldId="261"/>
            <ac:inkMk id="332" creationId="{40868E9C-D072-4074-99EB-AD83EC517E83}"/>
          </ac:inkMkLst>
        </pc:inkChg>
        <pc:inkChg chg="add del">
          <ac:chgData name="" userId="242feb3c33a8e7bf" providerId="LiveId" clId="{39C24DAF-E20C-4507-9157-C96F2FA882D0}" dt="2023-03-28T16:44:22.142" v="3417"/>
          <ac:inkMkLst>
            <pc:docMk/>
            <pc:sldMk cId="2607278515" sldId="261"/>
            <ac:inkMk id="333" creationId="{9683A8FF-7EE5-49D3-BED7-3B4AABC34886}"/>
          </ac:inkMkLst>
        </pc:inkChg>
        <pc:inkChg chg="add del">
          <ac:chgData name="" userId="242feb3c33a8e7bf" providerId="LiveId" clId="{39C24DAF-E20C-4507-9157-C96F2FA882D0}" dt="2023-03-28T16:44:22.142" v="3417"/>
          <ac:inkMkLst>
            <pc:docMk/>
            <pc:sldMk cId="2607278515" sldId="261"/>
            <ac:inkMk id="334" creationId="{E79352CF-9CC3-4482-9AEC-7D5022BA7C6D}"/>
          </ac:inkMkLst>
        </pc:inkChg>
        <pc:inkChg chg="add del">
          <ac:chgData name="" userId="242feb3c33a8e7bf" providerId="LiveId" clId="{39C24DAF-E20C-4507-9157-C96F2FA882D0}" dt="2023-03-28T16:44:22.142" v="3417"/>
          <ac:inkMkLst>
            <pc:docMk/>
            <pc:sldMk cId="2607278515" sldId="261"/>
            <ac:inkMk id="335" creationId="{979DBB61-77D5-4157-A2F2-191FBC28FEE0}"/>
          </ac:inkMkLst>
        </pc:inkChg>
        <pc:inkChg chg="add del">
          <ac:chgData name="" userId="242feb3c33a8e7bf" providerId="LiveId" clId="{39C24DAF-E20C-4507-9157-C96F2FA882D0}" dt="2023-03-28T16:44:22.142" v="3417"/>
          <ac:inkMkLst>
            <pc:docMk/>
            <pc:sldMk cId="2607278515" sldId="261"/>
            <ac:inkMk id="336" creationId="{882CB4ED-2464-411F-A5FB-F14E5F99EEAD}"/>
          </ac:inkMkLst>
        </pc:inkChg>
        <pc:inkChg chg="add del">
          <ac:chgData name="" userId="242feb3c33a8e7bf" providerId="LiveId" clId="{39C24DAF-E20C-4507-9157-C96F2FA882D0}" dt="2023-03-28T16:44:22.142" v="3417"/>
          <ac:inkMkLst>
            <pc:docMk/>
            <pc:sldMk cId="2607278515" sldId="261"/>
            <ac:inkMk id="337" creationId="{F30897A7-BF8A-43C1-8192-2D7E756BB936}"/>
          </ac:inkMkLst>
        </pc:inkChg>
        <pc:inkChg chg="add del">
          <ac:chgData name="" userId="242feb3c33a8e7bf" providerId="LiveId" clId="{39C24DAF-E20C-4507-9157-C96F2FA882D0}" dt="2023-03-28T16:44:22.142" v="3417"/>
          <ac:inkMkLst>
            <pc:docMk/>
            <pc:sldMk cId="2607278515" sldId="261"/>
            <ac:inkMk id="338" creationId="{6D04F878-D622-4EB5-8BA9-7C45FE89D52B}"/>
          </ac:inkMkLst>
        </pc:inkChg>
        <pc:inkChg chg="add del">
          <ac:chgData name="" userId="242feb3c33a8e7bf" providerId="LiveId" clId="{39C24DAF-E20C-4507-9157-C96F2FA882D0}" dt="2023-03-28T16:44:22.142" v="3417"/>
          <ac:inkMkLst>
            <pc:docMk/>
            <pc:sldMk cId="2607278515" sldId="261"/>
            <ac:inkMk id="339" creationId="{3D0314EC-E028-4831-AF57-BB2803308D1E}"/>
          </ac:inkMkLst>
        </pc:inkChg>
        <pc:inkChg chg="add del">
          <ac:chgData name="" userId="242feb3c33a8e7bf" providerId="LiveId" clId="{39C24DAF-E20C-4507-9157-C96F2FA882D0}" dt="2023-03-28T16:44:22.142" v="3417"/>
          <ac:inkMkLst>
            <pc:docMk/>
            <pc:sldMk cId="2607278515" sldId="261"/>
            <ac:inkMk id="340" creationId="{3B35ADFB-AAD7-439A-8A2D-7DA47F1F5589}"/>
          </ac:inkMkLst>
        </pc:inkChg>
        <pc:inkChg chg="add del">
          <ac:chgData name="" userId="242feb3c33a8e7bf" providerId="LiveId" clId="{39C24DAF-E20C-4507-9157-C96F2FA882D0}" dt="2023-03-28T16:44:22.142" v="3417"/>
          <ac:inkMkLst>
            <pc:docMk/>
            <pc:sldMk cId="2607278515" sldId="261"/>
            <ac:inkMk id="341" creationId="{87A34D4F-0DBA-49CE-AC0D-C560E2513E58}"/>
          </ac:inkMkLst>
        </pc:inkChg>
        <pc:inkChg chg="add del">
          <ac:chgData name="" userId="242feb3c33a8e7bf" providerId="LiveId" clId="{39C24DAF-E20C-4507-9157-C96F2FA882D0}" dt="2023-03-28T16:45:29.686" v="3516"/>
          <ac:inkMkLst>
            <pc:docMk/>
            <pc:sldMk cId="2607278515" sldId="261"/>
            <ac:inkMk id="342" creationId="{0D67FD50-4034-4DAC-8E7C-11787206CCB7}"/>
          </ac:inkMkLst>
        </pc:inkChg>
        <pc:inkChg chg="add del">
          <ac:chgData name="" userId="242feb3c33a8e7bf" providerId="LiveId" clId="{39C24DAF-E20C-4507-9157-C96F2FA882D0}" dt="2023-03-28T16:45:29.686" v="3516"/>
          <ac:inkMkLst>
            <pc:docMk/>
            <pc:sldMk cId="2607278515" sldId="261"/>
            <ac:inkMk id="343" creationId="{8FA1C3C5-EB5D-4A71-AE3D-195997A970DF}"/>
          </ac:inkMkLst>
        </pc:inkChg>
        <pc:inkChg chg="add del">
          <ac:chgData name="" userId="242feb3c33a8e7bf" providerId="LiveId" clId="{39C24DAF-E20C-4507-9157-C96F2FA882D0}" dt="2023-03-28T16:45:29.686" v="3516"/>
          <ac:inkMkLst>
            <pc:docMk/>
            <pc:sldMk cId="2607278515" sldId="261"/>
            <ac:inkMk id="344" creationId="{378DC0C9-1331-4C3B-8279-0FDDA540A9B2}"/>
          </ac:inkMkLst>
        </pc:inkChg>
        <pc:inkChg chg="add del">
          <ac:chgData name="" userId="242feb3c33a8e7bf" providerId="LiveId" clId="{39C24DAF-E20C-4507-9157-C96F2FA882D0}" dt="2023-03-28T16:45:29.686" v="3516"/>
          <ac:inkMkLst>
            <pc:docMk/>
            <pc:sldMk cId="2607278515" sldId="261"/>
            <ac:inkMk id="345" creationId="{083A2F40-A641-4DB3-80E9-46DC7769478B}"/>
          </ac:inkMkLst>
        </pc:inkChg>
        <pc:inkChg chg="add del">
          <ac:chgData name="" userId="242feb3c33a8e7bf" providerId="LiveId" clId="{39C24DAF-E20C-4507-9157-C96F2FA882D0}" dt="2023-03-28T16:45:29.686" v="3516"/>
          <ac:inkMkLst>
            <pc:docMk/>
            <pc:sldMk cId="2607278515" sldId="261"/>
            <ac:inkMk id="346" creationId="{C8C45E26-4F24-4129-81A4-7241588C73CB}"/>
          </ac:inkMkLst>
        </pc:inkChg>
        <pc:inkChg chg="add">
          <ac:chgData name="" userId="242feb3c33a8e7bf" providerId="LiveId" clId="{39C24DAF-E20C-4507-9157-C96F2FA882D0}" dt="2023-03-28T16:45:29.686" v="3516"/>
          <ac:inkMkLst>
            <pc:docMk/>
            <pc:sldMk cId="2607278515" sldId="261"/>
            <ac:inkMk id="347" creationId="{98DAD37D-F210-4F61-8C40-CB3591407B6F}"/>
          </ac:inkMkLst>
        </pc:inkChg>
      </pc:sldChg>
      <pc:sldChg chg="addSp delSp modSp">
        <pc:chgData name="" userId="242feb3c33a8e7bf" providerId="LiveId" clId="{39C24DAF-E20C-4507-9157-C96F2FA882D0}" dt="2023-03-28T16:44:36.973" v="3436"/>
        <pc:sldMkLst>
          <pc:docMk/>
          <pc:sldMk cId="4095713827" sldId="262"/>
        </pc:sldMkLst>
        <pc:spChg chg="mod">
          <ac:chgData name="" userId="242feb3c33a8e7bf" providerId="LiveId" clId="{39C24DAF-E20C-4507-9157-C96F2FA882D0}" dt="2023-03-28T15:12:54.109" v="907" actId="14100"/>
          <ac:spMkLst>
            <pc:docMk/>
            <pc:sldMk cId="4095713827" sldId="262"/>
            <ac:spMk id="3" creationId="{6F25C899-5EED-4FA1-80B4-A2DCDD5E9955}"/>
          </ac:spMkLst>
        </pc:spChg>
        <pc:inkChg chg="add del">
          <ac:chgData name="" userId="242feb3c33a8e7bf" providerId="LiveId" clId="{39C24DAF-E20C-4507-9157-C96F2FA882D0}" dt="2023-03-28T15:13:01.648" v="924"/>
          <ac:inkMkLst>
            <pc:docMk/>
            <pc:sldMk cId="4095713827" sldId="262"/>
            <ac:inkMk id="2" creationId="{52C3AA2B-0CA9-415A-B0CB-F4A85A85DBFF}"/>
          </ac:inkMkLst>
        </pc:inkChg>
        <pc:inkChg chg="add del">
          <ac:chgData name="" userId="242feb3c33a8e7bf" providerId="LiveId" clId="{39C24DAF-E20C-4507-9157-C96F2FA882D0}" dt="2023-03-28T15:13:01.648" v="924"/>
          <ac:inkMkLst>
            <pc:docMk/>
            <pc:sldMk cId="4095713827" sldId="262"/>
            <ac:inkMk id="4" creationId="{30D813AA-993A-4BD5-A60E-EC1BE0B3E3BE}"/>
          </ac:inkMkLst>
        </pc:inkChg>
        <pc:inkChg chg="add del">
          <ac:chgData name="" userId="242feb3c33a8e7bf" providerId="LiveId" clId="{39C24DAF-E20C-4507-9157-C96F2FA882D0}" dt="2023-03-28T15:13:01.648" v="924"/>
          <ac:inkMkLst>
            <pc:docMk/>
            <pc:sldMk cId="4095713827" sldId="262"/>
            <ac:inkMk id="5" creationId="{0C020EBE-DA21-4544-B545-3FD9EC352D35}"/>
          </ac:inkMkLst>
        </pc:inkChg>
        <pc:inkChg chg="add del">
          <ac:chgData name="" userId="242feb3c33a8e7bf" providerId="LiveId" clId="{39C24DAF-E20C-4507-9157-C96F2FA882D0}" dt="2023-03-28T15:13:01.648" v="924"/>
          <ac:inkMkLst>
            <pc:docMk/>
            <pc:sldMk cId="4095713827" sldId="262"/>
            <ac:inkMk id="6" creationId="{DEBF11CC-D6A1-4A7D-A139-DE4951DCA1A4}"/>
          </ac:inkMkLst>
        </pc:inkChg>
        <pc:inkChg chg="add del">
          <ac:chgData name="" userId="242feb3c33a8e7bf" providerId="LiveId" clId="{39C24DAF-E20C-4507-9157-C96F2FA882D0}" dt="2023-03-28T15:13:01.648" v="924"/>
          <ac:inkMkLst>
            <pc:docMk/>
            <pc:sldMk cId="4095713827" sldId="262"/>
            <ac:inkMk id="7" creationId="{303E0DEA-761A-45BB-973F-59BD40D21F2E}"/>
          </ac:inkMkLst>
        </pc:inkChg>
        <pc:inkChg chg="add del">
          <ac:chgData name="" userId="242feb3c33a8e7bf" providerId="LiveId" clId="{39C24DAF-E20C-4507-9157-C96F2FA882D0}" dt="2023-03-28T15:13:01.648" v="924"/>
          <ac:inkMkLst>
            <pc:docMk/>
            <pc:sldMk cId="4095713827" sldId="262"/>
            <ac:inkMk id="8" creationId="{B986069C-A78F-4EE6-BE9E-CFC5F7E81B03}"/>
          </ac:inkMkLst>
        </pc:inkChg>
        <pc:inkChg chg="add del">
          <ac:chgData name="" userId="242feb3c33a8e7bf" providerId="LiveId" clId="{39C24DAF-E20C-4507-9157-C96F2FA882D0}" dt="2023-03-28T15:13:01.648" v="924"/>
          <ac:inkMkLst>
            <pc:docMk/>
            <pc:sldMk cId="4095713827" sldId="262"/>
            <ac:inkMk id="10" creationId="{0906BE90-F50E-4D63-8981-D9D1B25FD2BD}"/>
          </ac:inkMkLst>
        </pc:inkChg>
        <pc:inkChg chg="add del">
          <ac:chgData name="" userId="242feb3c33a8e7bf" providerId="LiveId" clId="{39C24DAF-E20C-4507-9157-C96F2FA882D0}" dt="2023-03-28T15:13:01.648" v="924"/>
          <ac:inkMkLst>
            <pc:docMk/>
            <pc:sldMk cId="4095713827" sldId="262"/>
            <ac:inkMk id="11" creationId="{747DEBD3-F0EF-421C-8380-7503CF66DB19}"/>
          </ac:inkMkLst>
        </pc:inkChg>
        <pc:inkChg chg="add del">
          <ac:chgData name="" userId="242feb3c33a8e7bf" providerId="LiveId" clId="{39C24DAF-E20C-4507-9157-C96F2FA882D0}" dt="2023-03-28T15:13:01.648" v="924"/>
          <ac:inkMkLst>
            <pc:docMk/>
            <pc:sldMk cId="4095713827" sldId="262"/>
            <ac:inkMk id="12" creationId="{8E1596C6-5F8C-4C65-BB4F-4D58366FCD19}"/>
          </ac:inkMkLst>
        </pc:inkChg>
        <pc:inkChg chg="add del">
          <ac:chgData name="" userId="242feb3c33a8e7bf" providerId="LiveId" clId="{39C24DAF-E20C-4507-9157-C96F2FA882D0}" dt="2023-03-28T15:13:01.648" v="924"/>
          <ac:inkMkLst>
            <pc:docMk/>
            <pc:sldMk cId="4095713827" sldId="262"/>
            <ac:inkMk id="13" creationId="{48CB5CA3-215A-4247-8803-8F9ADDF3E2AC}"/>
          </ac:inkMkLst>
        </pc:inkChg>
        <pc:inkChg chg="add del">
          <ac:chgData name="" userId="242feb3c33a8e7bf" providerId="LiveId" clId="{39C24DAF-E20C-4507-9157-C96F2FA882D0}" dt="2023-03-28T15:13:01.648" v="924"/>
          <ac:inkMkLst>
            <pc:docMk/>
            <pc:sldMk cId="4095713827" sldId="262"/>
            <ac:inkMk id="14" creationId="{17E4B038-361F-439C-A513-E9BC7B4A626B}"/>
          </ac:inkMkLst>
        </pc:inkChg>
        <pc:inkChg chg="add del">
          <ac:chgData name="" userId="242feb3c33a8e7bf" providerId="LiveId" clId="{39C24DAF-E20C-4507-9157-C96F2FA882D0}" dt="2023-03-28T15:13:01.648" v="924"/>
          <ac:inkMkLst>
            <pc:docMk/>
            <pc:sldMk cId="4095713827" sldId="262"/>
            <ac:inkMk id="15" creationId="{E0D8CEA5-BB66-4014-AD77-FEA94639E180}"/>
          </ac:inkMkLst>
        </pc:inkChg>
        <pc:inkChg chg="add del">
          <ac:chgData name="" userId="242feb3c33a8e7bf" providerId="LiveId" clId="{39C24DAF-E20C-4507-9157-C96F2FA882D0}" dt="2023-03-28T15:13:01.648" v="924"/>
          <ac:inkMkLst>
            <pc:docMk/>
            <pc:sldMk cId="4095713827" sldId="262"/>
            <ac:inkMk id="16" creationId="{536E921C-0777-4FD4-AE88-A012CFA45E96}"/>
          </ac:inkMkLst>
        </pc:inkChg>
        <pc:inkChg chg="add del">
          <ac:chgData name="" userId="242feb3c33a8e7bf" providerId="LiveId" clId="{39C24DAF-E20C-4507-9157-C96F2FA882D0}" dt="2023-03-28T15:13:01.648" v="924"/>
          <ac:inkMkLst>
            <pc:docMk/>
            <pc:sldMk cId="4095713827" sldId="262"/>
            <ac:inkMk id="17" creationId="{DC69B4FC-909A-4B79-A33F-DA7395E1F06C}"/>
          </ac:inkMkLst>
        </pc:inkChg>
        <pc:inkChg chg="add del">
          <ac:chgData name="" userId="242feb3c33a8e7bf" providerId="LiveId" clId="{39C24DAF-E20C-4507-9157-C96F2FA882D0}" dt="2023-03-28T15:13:01.648" v="924"/>
          <ac:inkMkLst>
            <pc:docMk/>
            <pc:sldMk cId="4095713827" sldId="262"/>
            <ac:inkMk id="19" creationId="{4BCFC5E0-F360-43A3-897C-DCC9A73FF6C4}"/>
          </ac:inkMkLst>
        </pc:inkChg>
        <pc:inkChg chg="add del">
          <ac:chgData name="" userId="242feb3c33a8e7bf" providerId="LiveId" clId="{39C24DAF-E20C-4507-9157-C96F2FA882D0}" dt="2023-03-28T15:13:01.648" v="924"/>
          <ac:inkMkLst>
            <pc:docMk/>
            <pc:sldMk cId="4095713827" sldId="262"/>
            <ac:inkMk id="20" creationId="{8549EC18-9559-45B6-AAD6-87F35E7CBBD9}"/>
          </ac:inkMkLst>
        </pc:inkChg>
        <pc:inkChg chg="add">
          <ac:chgData name="" userId="242feb3c33a8e7bf" providerId="LiveId" clId="{39C24DAF-E20C-4507-9157-C96F2FA882D0}" dt="2023-03-28T15:13:01.648" v="924"/>
          <ac:inkMkLst>
            <pc:docMk/>
            <pc:sldMk cId="4095713827" sldId="262"/>
            <ac:inkMk id="23" creationId="{8C2C853C-B67A-47EC-9285-ADE48A996FC2}"/>
          </ac:inkMkLst>
        </pc:inkChg>
        <pc:inkChg chg="add del">
          <ac:chgData name="" userId="242feb3c33a8e7bf" providerId="LiveId" clId="{39C24DAF-E20C-4507-9157-C96F2FA882D0}" dt="2023-03-28T15:13:12.369" v="951"/>
          <ac:inkMkLst>
            <pc:docMk/>
            <pc:sldMk cId="4095713827" sldId="262"/>
            <ac:inkMk id="24" creationId="{177B4551-D0A2-4056-B99A-9C2A09A8FE3D}"/>
          </ac:inkMkLst>
        </pc:inkChg>
        <pc:inkChg chg="add del">
          <ac:chgData name="" userId="242feb3c33a8e7bf" providerId="LiveId" clId="{39C24DAF-E20C-4507-9157-C96F2FA882D0}" dt="2023-03-28T15:13:12.369" v="951"/>
          <ac:inkMkLst>
            <pc:docMk/>
            <pc:sldMk cId="4095713827" sldId="262"/>
            <ac:inkMk id="25" creationId="{F9DBE0C4-50E0-44C4-ACFE-39FD3B5FFD6A}"/>
          </ac:inkMkLst>
        </pc:inkChg>
        <pc:inkChg chg="add del">
          <ac:chgData name="" userId="242feb3c33a8e7bf" providerId="LiveId" clId="{39C24DAF-E20C-4507-9157-C96F2FA882D0}" dt="2023-03-28T15:13:12.369" v="951"/>
          <ac:inkMkLst>
            <pc:docMk/>
            <pc:sldMk cId="4095713827" sldId="262"/>
            <ac:inkMk id="26" creationId="{94AD0300-E9ED-4F7C-A090-5B2BDF764CBB}"/>
          </ac:inkMkLst>
        </pc:inkChg>
        <pc:inkChg chg="add del">
          <ac:chgData name="" userId="242feb3c33a8e7bf" providerId="LiveId" clId="{39C24DAF-E20C-4507-9157-C96F2FA882D0}" dt="2023-03-28T15:13:12.369" v="951"/>
          <ac:inkMkLst>
            <pc:docMk/>
            <pc:sldMk cId="4095713827" sldId="262"/>
            <ac:inkMk id="29" creationId="{5655FFE5-B5B1-48DE-8608-3F811A06E6BE}"/>
          </ac:inkMkLst>
        </pc:inkChg>
        <pc:inkChg chg="add del">
          <ac:chgData name="" userId="242feb3c33a8e7bf" providerId="LiveId" clId="{39C24DAF-E20C-4507-9157-C96F2FA882D0}" dt="2023-03-28T15:13:12.369" v="951"/>
          <ac:inkMkLst>
            <pc:docMk/>
            <pc:sldMk cId="4095713827" sldId="262"/>
            <ac:inkMk id="30" creationId="{B4CEA547-1A7A-4BB9-9170-0AFE59E37019}"/>
          </ac:inkMkLst>
        </pc:inkChg>
        <pc:inkChg chg="add del">
          <ac:chgData name="" userId="242feb3c33a8e7bf" providerId="LiveId" clId="{39C24DAF-E20C-4507-9157-C96F2FA882D0}" dt="2023-03-28T15:13:12.369" v="951"/>
          <ac:inkMkLst>
            <pc:docMk/>
            <pc:sldMk cId="4095713827" sldId="262"/>
            <ac:inkMk id="33" creationId="{2F56FE3D-5E2F-4826-AD55-0DE928F0C56F}"/>
          </ac:inkMkLst>
        </pc:inkChg>
        <pc:inkChg chg="add del">
          <ac:chgData name="" userId="242feb3c33a8e7bf" providerId="LiveId" clId="{39C24DAF-E20C-4507-9157-C96F2FA882D0}" dt="2023-03-28T15:13:12.369" v="951"/>
          <ac:inkMkLst>
            <pc:docMk/>
            <pc:sldMk cId="4095713827" sldId="262"/>
            <ac:inkMk id="34" creationId="{E6FC9D20-B42F-4385-8561-CDC3F463E14D}"/>
          </ac:inkMkLst>
        </pc:inkChg>
        <pc:inkChg chg="add del">
          <ac:chgData name="" userId="242feb3c33a8e7bf" providerId="LiveId" clId="{39C24DAF-E20C-4507-9157-C96F2FA882D0}" dt="2023-03-28T15:13:12.369" v="951"/>
          <ac:inkMkLst>
            <pc:docMk/>
            <pc:sldMk cId="4095713827" sldId="262"/>
            <ac:inkMk id="35" creationId="{21227B46-A9BC-44B9-B764-2BB018D7EA43}"/>
          </ac:inkMkLst>
        </pc:inkChg>
        <pc:inkChg chg="add del">
          <ac:chgData name="" userId="242feb3c33a8e7bf" providerId="LiveId" clId="{39C24DAF-E20C-4507-9157-C96F2FA882D0}" dt="2023-03-28T15:13:12.369" v="951"/>
          <ac:inkMkLst>
            <pc:docMk/>
            <pc:sldMk cId="4095713827" sldId="262"/>
            <ac:inkMk id="36" creationId="{0837A484-7D9A-4A5A-A8E2-52BFDC654DEA}"/>
          </ac:inkMkLst>
        </pc:inkChg>
        <pc:inkChg chg="add del">
          <ac:chgData name="" userId="242feb3c33a8e7bf" providerId="LiveId" clId="{39C24DAF-E20C-4507-9157-C96F2FA882D0}" dt="2023-03-28T15:13:12.369" v="951"/>
          <ac:inkMkLst>
            <pc:docMk/>
            <pc:sldMk cId="4095713827" sldId="262"/>
            <ac:inkMk id="38" creationId="{7EEE0C31-E7F4-4957-B96A-98AC13946FDE}"/>
          </ac:inkMkLst>
        </pc:inkChg>
        <pc:inkChg chg="add del">
          <ac:chgData name="" userId="242feb3c33a8e7bf" providerId="LiveId" clId="{39C24DAF-E20C-4507-9157-C96F2FA882D0}" dt="2023-03-28T15:13:12.369" v="951"/>
          <ac:inkMkLst>
            <pc:docMk/>
            <pc:sldMk cId="4095713827" sldId="262"/>
            <ac:inkMk id="39" creationId="{FDC3DFB2-C80C-495E-AFBC-891E63B63EEF}"/>
          </ac:inkMkLst>
        </pc:inkChg>
        <pc:inkChg chg="add del">
          <ac:chgData name="" userId="242feb3c33a8e7bf" providerId="LiveId" clId="{39C24DAF-E20C-4507-9157-C96F2FA882D0}" dt="2023-03-28T15:13:12.369" v="951"/>
          <ac:inkMkLst>
            <pc:docMk/>
            <pc:sldMk cId="4095713827" sldId="262"/>
            <ac:inkMk id="40" creationId="{0A605D02-0AF7-4AC7-AD0F-39526ADC01B3}"/>
          </ac:inkMkLst>
        </pc:inkChg>
        <pc:inkChg chg="add del">
          <ac:chgData name="" userId="242feb3c33a8e7bf" providerId="LiveId" clId="{39C24DAF-E20C-4507-9157-C96F2FA882D0}" dt="2023-03-28T15:13:12.369" v="951"/>
          <ac:inkMkLst>
            <pc:docMk/>
            <pc:sldMk cId="4095713827" sldId="262"/>
            <ac:inkMk id="42" creationId="{AD5E68DE-9A2E-4BF0-8AEB-322F9AAADCB2}"/>
          </ac:inkMkLst>
        </pc:inkChg>
        <pc:inkChg chg="add del">
          <ac:chgData name="" userId="242feb3c33a8e7bf" providerId="LiveId" clId="{39C24DAF-E20C-4507-9157-C96F2FA882D0}" dt="2023-03-28T15:13:12.369" v="951"/>
          <ac:inkMkLst>
            <pc:docMk/>
            <pc:sldMk cId="4095713827" sldId="262"/>
            <ac:inkMk id="43" creationId="{F260C6D9-CEE4-4F37-B184-B4A13AF6F42F}"/>
          </ac:inkMkLst>
        </pc:inkChg>
        <pc:inkChg chg="add del">
          <ac:chgData name="" userId="242feb3c33a8e7bf" providerId="LiveId" clId="{39C24DAF-E20C-4507-9157-C96F2FA882D0}" dt="2023-03-28T15:13:12.369" v="951"/>
          <ac:inkMkLst>
            <pc:docMk/>
            <pc:sldMk cId="4095713827" sldId="262"/>
            <ac:inkMk id="44" creationId="{AB9FB46E-4D74-40B8-B8A2-9824EBD4F290}"/>
          </ac:inkMkLst>
        </pc:inkChg>
        <pc:inkChg chg="add del">
          <ac:chgData name="" userId="242feb3c33a8e7bf" providerId="LiveId" clId="{39C24DAF-E20C-4507-9157-C96F2FA882D0}" dt="2023-03-28T15:13:12.369" v="951"/>
          <ac:inkMkLst>
            <pc:docMk/>
            <pc:sldMk cId="4095713827" sldId="262"/>
            <ac:inkMk id="45" creationId="{3D0017CF-A303-43E1-87C2-9122556E62DE}"/>
          </ac:inkMkLst>
        </pc:inkChg>
        <pc:inkChg chg="add del">
          <ac:chgData name="" userId="242feb3c33a8e7bf" providerId="LiveId" clId="{39C24DAF-E20C-4507-9157-C96F2FA882D0}" dt="2023-03-28T15:13:12.369" v="951"/>
          <ac:inkMkLst>
            <pc:docMk/>
            <pc:sldMk cId="4095713827" sldId="262"/>
            <ac:inkMk id="46" creationId="{62064A10-AE82-44A4-9DFE-8717E7AE191A}"/>
          </ac:inkMkLst>
        </pc:inkChg>
        <pc:inkChg chg="add del">
          <ac:chgData name="" userId="242feb3c33a8e7bf" providerId="LiveId" clId="{39C24DAF-E20C-4507-9157-C96F2FA882D0}" dt="2023-03-28T15:13:12.369" v="951"/>
          <ac:inkMkLst>
            <pc:docMk/>
            <pc:sldMk cId="4095713827" sldId="262"/>
            <ac:inkMk id="47" creationId="{5D46CCFC-1190-4BE6-8859-C252CDA9CE83}"/>
          </ac:inkMkLst>
        </pc:inkChg>
        <pc:inkChg chg="add del">
          <ac:chgData name="" userId="242feb3c33a8e7bf" providerId="LiveId" clId="{39C24DAF-E20C-4507-9157-C96F2FA882D0}" dt="2023-03-28T15:13:12.369" v="951"/>
          <ac:inkMkLst>
            <pc:docMk/>
            <pc:sldMk cId="4095713827" sldId="262"/>
            <ac:inkMk id="48" creationId="{162E9C30-32B6-4BBF-955F-A1E03A7C42B5}"/>
          </ac:inkMkLst>
        </pc:inkChg>
        <pc:inkChg chg="add del">
          <ac:chgData name="" userId="242feb3c33a8e7bf" providerId="LiveId" clId="{39C24DAF-E20C-4507-9157-C96F2FA882D0}" dt="2023-03-28T15:13:12.369" v="951"/>
          <ac:inkMkLst>
            <pc:docMk/>
            <pc:sldMk cId="4095713827" sldId="262"/>
            <ac:inkMk id="49" creationId="{196A7A41-6F3B-4787-901F-2051BE3D482A}"/>
          </ac:inkMkLst>
        </pc:inkChg>
        <pc:inkChg chg="add del">
          <ac:chgData name="" userId="242feb3c33a8e7bf" providerId="LiveId" clId="{39C24DAF-E20C-4507-9157-C96F2FA882D0}" dt="2023-03-28T15:13:12.369" v="951"/>
          <ac:inkMkLst>
            <pc:docMk/>
            <pc:sldMk cId="4095713827" sldId="262"/>
            <ac:inkMk id="50" creationId="{0269550D-EE7C-4EC4-BD47-B84214ED6F31}"/>
          </ac:inkMkLst>
        </pc:inkChg>
        <pc:inkChg chg="add del">
          <ac:chgData name="" userId="242feb3c33a8e7bf" providerId="LiveId" clId="{39C24DAF-E20C-4507-9157-C96F2FA882D0}" dt="2023-03-28T15:13:12.369" v="951"/>
          <ac:inkMkLst>
            <pc:docMk/>
            <pc:sldMk cId="4095713827" sldId="262"/>
            <ac:inkMk id="51" creationId="{73C40CDB-7C4D-4769-BEA6-509DFCE183A7}"/>
          </ac:inkMkLst>
        </pc:inkChg>
        <pc:inkChg chg="add del">
          <ac:chgData name="" userId="242feb3c33a8e7bf" providerId="LiveId" clId="{39C24DAF-E20C-4507-9157-C96F2FA882D0}" dt="2023-03-28T15:13:12.369" v="951"/>
          <ac:inkMkLst>
            <pc:docMk/>
            <pc:sldMk cId="4095713827" sldId="262"/>
            <ac:inkMk id="52" creationId="{D063EAA0-5634-4B8F-B5D1-EA5BEE02B7B5}"/>
          </ac:inkMkLst>
        </pc:inkChg>
        <pc:inkChg chg="add del">
          <ac:chgData name="" userId="242feb3c33a8e7bf" providerId="LiveId" clId="{39C24DAF-E20C-4507-9157-C96F2FA882D0}" dt="2023-03-28T15:13:12.369" v="951"/>
          <ac:inkMkLst>
            <pc:docMk/>
            <pc:sldMk cId="4095713827" sldId="262"/>
            <ac:inkMk id="53" creationId="{5B2DFB0E-9460-4412-8426-F8BB7D6BFDCD}"/>
          </ac:inkMkLst>
        </pc:inkChg>
        <pc:inkChg chg="add del">
          <ac:chgData name="" userId="242feb3c33a8e7bf" providerId="LiveId" clId="{39C24DAF-E20C-4507-9157-C96F2FA882D0}" dt="2023-03-28T15:13:12.369" v="951"/>
          <ac:inkMkLst>
            <pc:docMk/>
            <pc:sldMk cId="4095713827" sldId="262"/>
            <ac:inkMk id="54" creationId="{446A358B-2C10-4BC0-9FB3-33C21EBC5F00}"/>
          </ac:inkMkLst>
        </pc:inkChg>
        <pc:inkChg chg="add del">
          <ac:chgData name="" userId="242feb3c33a8e7bf" providerId="LiveId" clId="{39C24DAF-E20C-4507-9157-C96F2FA882D0}" dt="2023-03-28T15:13:12.369" v="951"/>
          <ac:inkMkLst>
            <pc:docMk/>
            <pc:sldMk cId="4095713827" sldId="262"/>
            <ac:inkMk id="55" creationId="{0437E9DD-8E21-42B5-B917-782F74A9E09E}"/>
          </ac:inkMkLst>
        </pc:inkChg>
        <pc:inkChg chg="add">
          <ac:chgData name="" userId="242feb3c33a8e7bf" providerId="LiveId" clId="{39C24DAF-E20C-4507-9157-C96F2FA882D0}" dt="2023-03-28T15:13:12.369" v="951"/>
          <ac:inkMkLst>
            <pc:docMk/>
            <pc:sldMk cId="4095713827" sldId="262"/>
            <ac:inkMk id="57" creationId="{B6CF9CAB-AC56-405A-91BC-249AD0A7D926}"/>
          </ac:inkMkLst>
        </pc:inkChg>
        <pc:inkChg chg="add del">
          <ac:chgData name="" userId="242feb3c33a8e7bf" providerId="LiveId" clId="{39C24DAF-E20C-4507-9157-C96F2FA882D0}" dt="2023-03-28T15:13:23.138" v="976"/>
          <ac:inkMkLst>
            <pc:docMk/>
            <pc:sldMk cId="4095713827" sldId="262"/>
            <ac:inkMk id="59" creationId="{95D0E0D1-3D5D-49D9-8BB5-927DC7B94D0F}"/>
          </ac:inkMkLst>
        </pc:inkChg>
        <pc:inkChg chg="add del">
          <ac:chgData name="" userId="242feb3c33a8e7bf" providerId="LiveId" clId="{39C24DAF-E20C-4507-9157-C96F2FA882D0}" dt="2023-03-28T15:13:15.283" v="957"/>
          <ac:inkMkLst>
            <pc:docMk/>
            <pc:sldMk cId="4095713827" sldId="262"/>
            <ac:inkMk id="60" creationId="{1B1A989B-04F8-4B02-960A-7465BB205AAC}"/>
          </ac:inkMkLst>
        </pc:inkChg>
        <pc:inkChg chg="add del">
          <ac:chgData name="" userId="242feb3c33a8e7bf" providerId="LiveId" clId="{39C24DAF-E20C-4507-9157-C96F2FA882D0}" dt="2023-03-28T15:13:15.283" v="957"/>
          <ac:inkMkLst>
            <pc:docMk/>
            <pc:sldMk cId="4095713827" sldId="262"/>
            <ac:inkMk id="61" creationId="{3546CA8A-B3DB-4177-A5B0-EF32BCE50E4C}"/>
          </ac:inkMkLst>
        </pc:inkChg>
        <pc:inkChg chg="add del">
          <ac:chgData name="" userId="242feb3c33a8e7bf" providerId="LiveId" clId="{39C24DAF-E20C-4507-9157-C96F2FA882D0}" dt="2023-03-28T15:13:15.283" v="957"/>
          <ac:inkMkLst>
            <pc:docMk/>
            <pc:sldMk cId="4095713827" sldId="262"/>
            <ac:inkMk id="62" creationId="{C6342B54-D115-4AC4-829E-017833011E6C}"/>
          </ac:inkMkLst>
        </pc:inkChg>
        <pc:inkChg chg="add del">
          <ac:chgData name="" userId="242feb3c33a8e7bf" providerId="LiveId" clId="{39C24DAF-E20C-4507-9157-C96F2FA882D0}" dt="2023-03-28T15:13:15.283" v="957"/>
          <ac:inkMkLst>
            <pc:docMk/>
            <pc:sldMk cId="4095713827" sldId="262"/>
            <ac:inkMk id="63" creationId="{E22B1347-6E0E-4F18-86AA-1B7CC083A4D2}"/>
          </ac:inkMkLst>
        </pc:inkChg>
        <pc:inkChg chg="add del">
          <ac:chgData name="" userId="242feb3c33a8e7bf" providerId="LiveId" clId="{39C24DAF-E20C-4507-9157-C96F2FA882D0}" dt="2023-03-28T15:13:15.283" v="957"/>
          <ac:inkMkLst>
            <pc:docMk/>
            <pc:sldMk cId="4095713827" sldId="262"/>
            <ac:inkMk id="64" creationId="{84AE00A2-2D3C-44F1-A45A-657F30E2B6C3}"/>
          </ac:inkMkLst>
        </pc:inkChg>
        <pc:inkChg chg="add del">
          <ac:chgData name="" userId="242feb3c33a8e7bf" providerId="LiveId" clId="{39C24DAF-E20C-4507-9157-C96F2FA882D0}" dt="2023-03-28T15:13:18.262" v="967"/>
          <ac:inkMkLst>
            <pc:docMk/>
            <pc:sldMk cId="4095713827" sldId="262"/>
            <ac:inkMk id="65" creationId="{E48A1D68-757C-482D-A9D3-CA9832886859}"/>
          </ac:inkMkLst>
        </pc:inkChg>
        <pc:inkChg chg="add">
          <ac:chgData name="" userId="242feb3c33a8e7bf" providerId="LiveId" clId="{39C24DAF-E20C-4507-9157-C96F2FA882D0}" dt="2023-03-28T15:13:15.283" v="957"/>
          <ac:inkMkLst>
            <pc:docMk/>
            <pc:sldMk cId="4095713827" sldId="262"/>
            <ac:inkMk id="66" creationId="{44A465DB-C036-4AFA-9CBF-3414A6BD2880}"/>
          </ac:inkMkLst>
        </pc:inkChg>
        <pc:inkChg chg="add del">
          <ac:chgData name="" userId="242feb3c33a8e7bf" providerId="LiveId" clId="{39C24DAF-E20C-4507-9157-C96F2FA882D0}" dt="2023-03-28T15:13:18.262" v="967"/>
          <ac:inkMkLst>
            <pc:docMk/>
            <pc:sldMk cId="4095713827" sldId="262"/>
            <ac:inkMk id="67" creationId="{2E70D27C-3753-4CE9-8A1D-AF692352B325}"/>
          </ac:inkMkLst>
        </pc:inkChg>
        <pc:inkChg chg="add del">
          <ac:chgData name="" userId="242feb3c33a8e7bf" providerId="LiveId" clId="{39C24DAF-E20C-4507-9157-C96F2FA882D0}" dt="2023-03-28T15:13:18.262" v="967"/>
          <ac:inkMkLst>
            <pc:docMk/>
            <pc:sldMk cId="4095713827" sldId="262"/>
            <ac:inkMk id="68" creationId="{F46BF962-D5D3-477F-81CB-EF2F7B734EDA}"/>
          </ac:inkMkLst>
        </pc:inkChg>
        <pc:inkChg chg="add del">
          <ac:chgData name="" userId="242feb3c33a8e7bf" providerId="LiveId" clId="{39C24DAF-E20C-4507-9157-C96F2FA882D0}" dt="2023-03-28T15:13:18.262" v="967"/>
          <ac:inkMkLst>
            <pc:docMk/>
            <pc:sldMk cId="4095713827" sldId="262"/>
            <ac:inkMk id="69" creationId="{2B15BB04-6811-4CD1-9DCD-D41D1077B59D}"/>
          </ac:inkMkLst>
        </pc:inkChg>
        <pc:inkChg chg="add del">
          <ac:chgData name="" userId="242feb3c33a8e7bf" providerId="LiveId" clId="{39C24DAF-E20C-4507-9157-C96F2FA882D0}" dt="2023-03-28T15:13:18.262" v="967"/>
          <ac:inkMkLst>
            <pc:docMk/>
            <pc:sldMk cId="4095713827" sldId="262"/>
            <ac:inkMk id="70" creationId="{2085A4E0-E218-417C-B981-F5D5F427B73F}"/>
          </ac:inkMkLst>
        </pc:inkChg>
        <pc:inkChg chg="add del">
          <ac:chgData name="" userId="242feb3c33a8e7bf" providerId="LiveId" clId="{39C24DAF-E20C-4507-9157-C96F2FA882D0}" dt="2023-03-28T15:13:18.262" v="967"/>
          <ac:inkMkLst>
            <pc:docMk/>
            <pc:sldMk cId="4095713827" sldId="262"/>
            <ac:inkMk id="71" creationId="{B92A8F14-FE8B-43B9-85D9-06967B830BDB}"/>
          </ac:inkMkLst>
        </pc:inkChg>
        <pc:inkChg chg="add del">
          <ac:chgData name="" userId="242feb3c33a8e7bf" providerId="LiveId" clId="{39C24DAF-E20C-4507-9157-C96F2FA882D0}" dt="2023-03-28T15:13:18.262" v="967"/>
          <ac:inkMkLst>
            <pc:docMk/>
            <pc:sldMk cId="4095713827" sldId="262"/>
            <ac:inkMk id="72" creationId="{C12DCE46-3A88-49B6-B660-BC5DE215CF66}"/>
          </ac:inkMkLst>
        </pc:inkChg>
        <pc:inkChg chg="add del">
          <ac:chgData name="" userId="242feb3c33a8e7bf" providerId="LiveId" clId="{39C24DAF-E20C-4507-9157-C96F2FA882D0}" dt="2023-03-28T15:13:18.262" v="967"/>
          <ac:inkMkLst>
            <pc:docMk/>
            <pc:sldMk cId="4095713827" sldId="262"/>
            <ac:inkMk id="73" creationId="{A5C8CAD7-B272-4AB0-81B7-6B6C59AD5C6E}"/>
          </ac:inkMkLst>
        </pc:inkChg>
        <pc:inkChg chg="add del">
          <ac:chgData name="" userId="242feb3c33a8e7bf" providerId="LiveId" clId="{39C24DAF-E20C-4507-9157-C96F2FA882D0}" dt="2023-03-28T15:13:18.262" v="967"/>
          <ac:inkMkLst>
            <pc:docMk/>
            <pc:sldMk cId="4095713827" sldId="262"/>
            <ac:inkMk id="74" creationId="{17425487-B393-4021-87B1-D185AE1A86D1}"/>
          </ac:inkMkLst>
        </pc:inkChg>
        <pc:inkChg chg="add del">
          <ac:chgData name="" userId="242feb3c33a8e7bf" providerId="LiveId" clId="{39C24DAF-E20C-4507-9157-C96F2FA882D0}" dt="2023-03-28T15:13:18.262" v="967"/>
          <ac:inkMkLst>
            <pc:docMk/>
            <pc:sldMk cId="4095713827" sldId="262"/>
            <ac:inkMk id="75" creationId="{C4D2E0A1-3207-4887-B415-118B16CF4507}"/>
          </ac:inkMkLst>
        </pc:inkChg>
        <pc:inkChg chg="add">
          <ac:chgData name="" userId="242feb3c33a8e7bf" providerId="LiveId" clId="{39C24DAF-E20C-4507-9157-C96F2FA882D0}" dt="2023-03-28T15:13:18.262" v="967"/>
          <ac:inkMkLst>
            <pc:docMk/>
            <pc:sldMk cId="4095713827" sldId="262"/>
            <ac:inkMk id="76" creationId="{014B582C-BCF3-47C0-BEAA-A1C2127B060C}"/>
          </ac:inkMkLst>
        </pc:inkChg>
        <pc:inkChg chg="add">
          <ac:chgData name="" userId="242feb3c33a8e7bf" providerId="LiveId" clId="{39C24DAF-E20C-4507-9157-C96F2FA882D0}" dt="2023-03-28T15:13:18.262" v="967"/>
          <ac:inkMkLst>
            <pc:docMk/>
            <pc:sldMk cId="4095713827" sldId="262"/>
            <ac:inkMk id="77" creationId="{1823357D-E157-4E3E-A573-0BCCEBD04573}"/>
          </ac:inkMkLst>
        </pc:inkChg>
        <pc:inkChg chg="add del">
          <ac:chgData name="" userId="242feb3c33a8e7bf" providerId="LiveId" clId="{39C24DAF-E20C-4507-9157-C96F2FA882D0}" dt="2023-03-28T15:13:23.138" v="976"/>
          <ac:inkMkLst>
            <pc:docMk/>
            <pc:sldMk cId="4095713827" sldId="262"/>
            <ac:inkMk id="78" creationId="{A804DEAA-C7F3-47FF-8890-8062F512E1DF}"/>
          </ac:inkMkLst>
        </pc:inkChg>
        <pc:inkChg chg="add del">
          <ac:chgData name="" userId="242feb3c33a8e7bf" providerId="LiveId" clId="{39C24DAF-E20C-4507-9157-C96F2FA882D0}" dt="2023-03-28T15:13:23.138" v="976"/>
          <ac:inkMkLst>
            <pc:docMk/>
            <pc:sldMk cId="4095713827" sldId="262"/>
            <ac:inkMk id="79" creationId="{D295872D-2B2A-454D-B406-9EC8854E3A21}"/>
          </ac:inkMkLst>
        </pc:inkChg>
        <pc:inkChg chg="add del">
          <ac:chgData name="" userId="242feb3c33a8e7bf" providerId="LiveId" clId="{39C24DAF-E20C-4507-9157-C96F2FA882D0}" dt="2023-03-28T15:13:23.138" v="976"/>
          <ac:inkMkLst>
            <pc:docMk/>
            <pc:sldMk cId="4095713827" sldId="262"/>
            <ac:inkMk id="80" creationId="{0169C69C-5CC8-452C-B167-D99F425AF62F}"/>
          </ac:inkMkLst>
        </pc:inkChg>
        <pc:inkChg chg="add del">
          <ac:chgData name="" userId="242feb3c33a8e7bf" providerId="LiveId" clId="{39C24DAF-E20C-4507-9157-C96F2FA882D0}" dt="2023-03-28T15:13:23.138" v="976"/>
          <ac:inkMkLst>
            <pc:docMk/>
            <pc:sldMk cId="4095713827" sldId="262"/>
            <ac:inkMk id="81" creationId="{EDC34E79-ECEE-4FE7-ADA6-324F12AAF169}"/>
          </ac:inkMkLst>
        </pc:inkChg>
        <pc:inkChg chg="add del">
          <ac:chgData name="" userId="242feb3c33a8e7bf" providerId="LiveId" clId="{39C24DAF-E20C-4507-9157-C96F2FA882D0}" dt="2023-03-28T15:13:23.138" v="976"/>
          <ac:inkMkLst>
            <pc:docMk/>
            <pc:sldMk cId="4095713827" sldId="262"/>
            <ac:inkMk id="82" creationId="{9C4EB588-EE6D-42C4-A6FA-20551BC94C5F}"/>
          </ac:inkMkLst>
        </pc:inkChg>
        <pc:inkChg chg="add del">
          <ac:chgData name="" userId="242feb3c33a8e7bf" providerId="LiveId" clId="{39C24DAF-E20C-4507-9157-C96F2FA882D0}" dt="2023-03-28T15:13:23.138" v="976"/>
          <ac:inkMkLst>
            <pc:docMk/>
            <pc:sldMk cId="4095713827" sldId="262"/>
            <ac:inkMk id="83" creationId="{5AE1A260-396C-4FE4-B613-272F3946AEFA}"/>
          </ac:inkMkLst>
        </pc:inkChg>
        <pc:inkChg chg="add del">
          <ac:chgData name="" userId="242feb3c33a8e7bf" providerId="LiveId" clId="{39C24DAF-E20C-4507-9157-C96F2FA882D0}" dt="2023-03-28T15:13:23.138" v="976"/>
          <ac:inkMkLst>
            <pc:docMk/>
            <pc:sldMk cId="4095713827" sldId="262"/>
            <ac:inkMk id="84" creationId="{451985D0-6E28-4E46-8130-C291413D3769}"/>
          </ac:inkMkLst>
        </pc:inkChg>
        <pc:inkChg chg="add del">
          <ac:chgData name="" userId="242feb3c33a8e7bf" providerId="LiveId" clId="{39C24DAF-E20C-4507-9157-C96F2FA882D0}" dt="2023-03-28T15:13:23.138" v="976"/>
          <ac:inkMkLst>
            <pc:docMk/>
            <pc:sldMk cId="4095713827" sldId="262"/>
            <ac:inkMk id="85" creationId="{074879A1-8C59-47B3-A4B2-33530F58CCB2}"/>
          </ac:inkMkLst>
        </pc:inkChg>
        <pc:inkChg chg="add del">
          <ac:chgData name="" userId="242feb3c33a8e7bf" providerId="LiveId" clId="{39C24DAF-E20C-4507-9157-C96F2FA882D0}" dt="2023-03-28T15:13:23.138" v="976"/>
          <ac:inkMkLst>
            <pc:docMk/>
            <pc:sldMk cId="4095713827" sldId="262"/>
            <ac:inkMk id="86" creationId="{D614EE79-363F-4B76-B9D5-36297642B28C}"/>
          </ac:inkMkLst>
        </pc:inkChg>
        <pc:inkChg chg="add del">
          <ac:chgData name="" userId="242feb3c33a8e7bf" providerId="LiveId" clId="{39C24DAF-E20C-4507-9157-C96F2FA882D0}" dt="2023-03-28T15:13:26.464" v="984"/>
          <ac:inkMkLst>
            <pc:docMk/>
            <pc:sldMk cId="4095713827" sldId="262"/>
            <ac:inkMk id="87" creationId="{F677CADE-E890-4078-A144-64D70A28662B}"/>
          </ac:inkMkLst>
        </pc:inkChg>
        <pc:inkChg chg="add del">
          <ac:chgData name="" userId="242feb3c33a8e7bf" providerId="LiveId" clId="{39C24DAF-E20C-4507-9157-C96F2FA882D0}" dt="2023-03-28T15:13:26.464" v="984"/>
          <ac:inkMkLst>
            <pc:docMk/>
            <pc:sldMk cId="4095713827" sldId="262"/>
            <ac:inkMk id="88" creationId="{887CE6AD-DDCB-4780-B68C-1DF02C5FFEC4}"/>
          </ac:inkMkLst>
        </pc:inkChg>
        <pc:inkChg chg="add del">
          <ac:chgData name="" userId="242feb3c33a8e7bf" providerId="LiveId" clId="{39C24DAF-E20C-4507-9157-C96F2FA882D0}" dt="2023-03-28T15:13:26.464" v="984"/>
          <ac:inkMkLst>
            <pc:docMk/>
            <pc:sldMk cId="4095713827" sldId="262"/>
            <ac:inkMk id="89" creationId="{51705CEA-DA5C-45EF-92F3-0021C7E3F131}"/>
          </ac:inkMkLst>
        </pc:inkChg>
        <pc:inkChg chg="add del">
          <ac:chgData name="" userId="242feb3c33a8e7bf" providerId="LiveId" clId="{39C24DAF-E20C-4507-9157-C96F2FA882D0}" dt="2023-03-28T15:13:26.464" v="984"/>
          <ac:inkMkLst>
            <pc:docMk/>
            <pc:sldMk cId="4095713827" sldId="262"/>
            <ac:inkMk id="90" creationId="{E7D6AC53-5235-4164-85A6-0F0D20AAB2C9}"/>
          </ac:inkMkLst>
        </pc:inkChg>
        <pc:inkChg chg="add del">
          <ac:chgData name="" userId="242feb3c33a8e7bf" providerId="LiveId" clId="{39C24DAF-E20C-4507-9157-C96F2FA882D0}" dt="2023-03-28T15:13:26.464" v="984"/>
          <ac:inkMkLst>
            <pc:docMk/>
            <pc:sldMk cId="4095713827" sldId="262"/>
            <ac:inkMk id="91" creationId="{5879A0C3-2CDC-4FB5-BFB8-72F039189E3D}"/>
          </ac:inkMkLst>
        </pc:inkChg>
        <pc:inkChg chg="add del">
          <ac:chgData name="" userId="242feb3c33a8e7bf" providerId="LiveId" clId="{39C24DAF-E20C-4507-9157-C96F2FA882D0}" dt="2023-03-28T15:13:26.464" v="984"/>
          <ac:inkMkLst>
            <pc:docMk/>
            <pc:sldMk cId="4095713827" sldId="262"/>
            <ac:inkMk id="92" creationId="{F1774470-FB77-4F02-87B7-CBFF49A90D8D}"/>
          </ac:inkMkLst>
        </pc:inkChg>
        <pc:inkChg chg="add del">
          <ac:chgData name="" userId="242feb3c33a8e7bf" providerId="LiveId" clId="{39C24DAF-E20C-4507-9157-C96F2FA882D0}" dt="2023-03-28T15:13:26.464" v="984"/>
          <ac:inkMkLst>
            <pc:docMk/>
            <pc:sldMk cId="4095713827" sldId="262"/>
            <ac:inkMk id="93" creationId="{EC64E576-140D-4C4F-B802-F7EF3917F636}"/>
          </ac:inkMkLst>
        </pc:inkChg>
        <pc:inkChg chg="add del">
          <ac:chgData name="" userId="242feb3c33a8e7bf" providerId="LiveId" clId="{39C24DAF-E20C-4507-9157-C96F2FA882D0}" dt="2023-03-28T15:13:26.464" v="984"/>
          <ac:inkMkLst>
            <pc:docMk/>
            <pc:sldMk cId="4095713827" sldId="262"/>
            <ac:inkMk id="94" creationId="{2518E306-5799-4B2C-863B-E53C92C74FEF}"/>
          </ac:inkMkLst>
        </pc:inkChg>
        <pc:inkChg chg="add">
          <ac:chgData name="" userId="242feb3c33a8e7bf" providerId="LiveId" clId="{39C24DAF-E20C-4507-9157-C96F2FA882D0}" dt="2023-03-28T15:13:26.464" v="984"/>
          <ac:inkMkLst>
            <pc:docMk/>
            <pc:sldMk cId="4095713827" sldId="262"/>
            <ac:inkMk id="95" creationId="{C896698E-BCBB-46A2-936D-94F8F268233C}"/>
          </ac:inkMkLst>
        </pc:inkChg>
        <pc:inkChg chg="add del">
          <ac:chgData name="" userId="242feb3c33a8e7bf" providerId="LiveId" clId="{39C24DAF-E20C-4507-9157-C96F2FA882D0}" dt="2023-03-28T16:09:16.952" v="989"/>
          <ac:inkMkLst>
            <pc:docMk/>
            <pc:sldMk cId="4095713827" sldId="262"/>
            <ac:inkMk id="96" creationId="{9B31BF55-3D27-4E29-9DA9-95C321D9E78A}"/>
          </ac:inkMkLst>
        </pc:inkChg>
        <pc:inkChg chg="add del">
          <ac:chgData name="" userId="242feb3c33a8e7bf" providerId="LiveId" clId="{39C24DAF-E20C-4507-9157-C96F2FA882D0}" dt="2023-03-28T16:09:16.952" v="989"/>
          <ac:inkMkLst>
            <pc:docMk/>
            <pc:sldMk cId="4095713827" sldId="262"/>
            <ac:inkMk id="97" creationId="{870788E1-073D-4C8F-91C3-9B7ACDFA00D6}"/>
          </ac:inkMkLst>
        </pc:inkChg>
        <pc:inkChg chg="add del">
          <ac:chgData name="" userId="242feb3c33a8e7bf" providerId="LiveId" clId="{39C24DAF-E20C-4507-9157-C96F2FA882D0}" dt="2023-03-28T16:09:16.952" v="989"/>
          <ac:inkMkLst>
            <pc:docMk/>
            <pc:sldMk cId="4095713827" sldId="262"/>
            <ac:inkMk id="98" creationId="{956C4726-84E9-4367-8B69-9EE505AE577F}"/>
          </ac:inkMkLst>
        </pc:inkChg>
        <pc:inkChg chg="add del">
          <ac:chgData name="" userId="242feb3c33a8e7bf" providerId="LiveId" clId="{39C24DAF-E20C-4507-9157-C96F2FA882D0}" dt="2023-03-28T16:09:16.952" v="989"/>
          <ac:inkMkLst>
            <pc:docMk/>
            <pc:sldMk cId="4095713827" sldId="262"/>
            <ac:inkMk id="99" creationId="{C495BD40-C76A-48B1-9CDC-2C492BB15605}"/>
          </ac:inkMkLst>
        </pc:inkChg>
        <pc:inkChg chg="add del">
          <ac:chgData name="" userId="242feb3c33a8e7bf" providerId="LiveId" clId="{39C24DAF-E20C-4507-9157-C96F2FA882D0}" dt="2023-03-28T16:09:24.140" v="998"/>
          <ac:inkMkLst>
            <pc:docMk/>
            <pc:sldMk cId="4095713827" sldId="262"/>
            <ac:inkMk id="100" creationId="{8ABE16A2-F4B4-4DE6-B1D1-139BCA400387}"/>
          </ac:inkMkLst>
        </pc:inkChg>
        <pc:inkChg chg="add del">
          <ac:chgData name="" userId="242feb3c33a8e7bf" providerId="LiveId" clId="{39C24DAF-E20C-4507-9157-C96F2FA882D0}" dt="2023-03-28T16:09:19.911" v="996"/>
          <ac:inkMkLst>
            <pc:docMk/>
            <pc:sldMk cId="4095713827" sldId="262"/>
            <ac:inkMk id="101" creationId="{852F3107-1974-4220-ABED-9C8755D7E5C0}"/>
          </ac:inkMkLst>
        </pc:inkChg>
        <pc:inkChg chg="add del">
          <ac:chgData name="" userId="242feb3c33a8e7bf" providerId="LiveId" clId="{39C24DAF-E20C-4507-9157-C96F2FA882D0}" dt="2023-03-28T16:09:19.911" v="996"/>
          <ac:inkMkLst>
            <pc:docMk/>
            <pc:sldMk cId="4095713827" sldId="262"/>
            <ac:inkMk id="102" creationId="{6CEC8DA9-45D6-477D-BC3C-0BACB24DA837}"/>
          </ac:inkMkLst>
        </pc:inkChg>
        <pc:inkChg chg="add del">
          <ac:chgData name="" userId="242feb3c33a8e7bf" providerId="LiveId" clId="{39C24DAF-E20C-4507-9157-C96F2FA882D0}" dt="2023-03-28T16:09:19.911" v="996"/>
          <ac:inkMkLst>
            <pc:docMk/>
            <pc:sldMk cId="4095713827" sldId="262"/>
            <ac:inkMk id="103" creationId="{ED74A864-94B9-4B01-BD41-E62ECE955D0F}"/>
          </ac:inkMkLst>
        </pc:inkChg>
        <pc:inkChg chg="add del">
          <ac:chgData name="" userId="242feb3c33a8e7bf" providerId="LiveId" clId="{39C24DAF-E20C-4507-9157-C96F2FA882D0}" dt="2023-03-28T16:09:19.911" v="996"/>
          <ac:inkMkLst>
            <pc:docMk/>
            <pc:sldMk cId="4095713827" sldId="262"/>
            <ac:inkMk id="104" creationId="{F0AF241F-AEED-45C5-9ECA-67B5B9CB26FE}"/>
          </ac:inkMkLst>
        </pc:inkChg>
        <pc:inkChg chg="add del">
          <ac:chgData name="" userId="242feb3c33a8e7bf" providerId="LiveId" clId="{39C24DAF-E20C-4507-9157-C96F2FA882D0}" dt="2023-03-28T16:09:19.911" v="996"/>
          <ac:inkMkLst>
            <pc:docMk/>
            <pc:sldMk cId="4095713827" sldId="262"/>
            <ac:inkMk id="105" creationId="{3A733581-6485-4029-AFA2-91CB6B0E50CC}"/>
          </ac:inkMkLst>
        </pc:inkChg>
        <pc:inkChg chg="add del">
          <ac:chgData name="" userId="242feb3c33a8e7bf" providerId="LiveId" clId="{39C24DAF-E20C-4507-9157-C96F2FA882D0}" dt="2023-03-28T16:09:19.911" v="996"/>
          <ac:inkMkLst>
            <pc:docMk/>
            <pc:sldMk cId="4095713827" sldId="262"/>
            <ac:inkMk id="106" creationId="{41B31069-57AB-4E6B-86FA-FD14739FB9AD}"/>
          </ac:inkMkLst>
        </pc:inkChg>
        <pc:inkChg chg="add del">
          <ac:chgData name="" userId="242feb3c33a8e7bf" providerId="LiveId" clId="{39C24DAF-E20C-4507-9157-C96F2FA882D0}" dt="2023-03-28T16:09:24.140" v="997"/>
          <ac:inkMkLst>
            <pc:docMk/>
            <pc:sldMk cId="4095713827" sldId="262"/>
            <ac:inkMk id="107" creationId="{6EC551AF-9431-47B5-99BB-18011BF39B5E}"/>
          </ac:inkMkLst>
        </pc:inkChg>
        <pc:inkChg chg="add del">
          <ac:chgData name="" userId="242feb3c33a8e7bf" providerId="LiveId" clId="{39C24DAF-E20C-4507-9157-C96F2FA882D0}" dt="2023-03-28T16:09:27.177" v="1001"/>
          <ac:inkMkLst>
            <pc:docMk/>
            <pc:sldMk cId="4095713827" sldId="262"/>
            <ac:inkMk id="108" creationId="{5ACADF72-E84E-40A5-B4BD-C8B811A1B272}"/>
          </ac:inkMkLst>
        </pc:inkChg>
        <pc:inkChg chg="add del">
          <ac:chgData name="" userId="242feb3c33a8e7bf" providerId="LiveId" clId="{39C24DAF-E20C-4507-9157-C96F2FA882D0}" dt="2023-03-28T16:09:27.177" v="1001"/>
          <ac:inkMkLst>
            <pc:docMk/>
            <pc:sldMk cId="4095713827" sldId="262"/>
            <ac:inkMk id="109" creationId="{3D7F362B-2FD4-4E53-8AD3-A6435F2A41FD}"/>
          </ac:inkMkLst>
        </pc:inkChg>
        <pc:inkChg chg="add del">
          <ac:chgData name="" userId="242feb3c33a8e7bf" providerId="LiveId" clId="{39C24DAF-E20C-4507-9157-C96F2FA882D0}" dt="2023-03-28T16:09:29.310" v="1004"/>
          <ac:inkMkLst>
            <pc:docMk/>
            <pc:sldMk cId="4095713827" sldId="262"/>
            <ac:inkMk id="110" creationId="{544B0708-CB7D-4A8E-B7C4-F318C13F10FE}"/>
          </ac:inkMkLst>
        </pc:inkChg>
        <pc:inkChg chg="add del">
          <ac:chgData name="" userId="242feb3c33a8e7bf" providerId="LiveId" clId="{39C24DAF-E20C-4507-9157-C96F2FA882D0}" dt="2023-03-28T16:09:29.310" v="1004"/>
          <ac:inkMkLst>
            <pc:docMk/>
            <pc:sldMk cId="4095713827" sldId="262"/>
            <ac:inkMk id="111" creationId="{936F7E45-CC4C-4060-AB6C-DD4866CE9EF4}"/>
          </ac:inkMkLst>
        </pc:inkChg>
        <pc:inkChg chg="add del">
          <ac:chgData name="" userId="242feb3c33a8e7bf" providerId="LiveId" clId="{39C24DAF-E20C-4507-9157-C96F2FA882D0}" dt="2023-03-28T16:09:29.310" v="1004"/>
          <ac:inkMkLst>
            <pc:docMk/>
            <pc:sldMk cId="4095713827" sldId="262"/>
            <ac:inkMk id="112" creationId="{5DFA453B-83C6-4632-AD9F-FA1A10598A3E}"/>
          </ac:inkMkLst>
        </pc:inkChg>
        <pc:inkChg chg="add">
          <ac:chgData name="" userId="242feb3c33a8e7bf" providerId="LiveId" clId="{39C24DAF-E20C-4507-9157-C96F2FA882D0}" dt="2023-03-28T16:09:29.310" v="1004"/>
          <ac:inkMkLst>
            <pc:docMk/>
            <pc:sldMk cId="4095713827" sldId="262"/>
            <ac:inkMk id="113" creationId="{91D701B3-77BE-4A7C-95B4-91381DDE520C}"/>
          </ac:inkMkLst>
        </pc:inkChg>
        <pc:inkChg chg="add">
          <ac:chgData name="" userId="242feb3c33a8e7bf" providerId="LiveId" clId="{39C24DAF-E20C-4507-9157-C96F2FA882D0}" dt="2023-03-28T16:09:29.683" v="1005"/>
          <ac:inkMkLst>
            <pc:docMk/>
            <pc:sldMk cId="4095713827" sldId="262"/>
            <ac:inkMk id="114" creationId="{8CF7D8E6-94D7-4FFD-BFEC-C42926896E70}"/>
          </ac:inkMkLst>
        </pc:inkChg>
        <pc:inkChg chg="add del">
          <ac:chgData name="" userId="242feb3c33a8e7bf" providerId="LiveId" clId="{39C24DAF-E20C-4507-9157-C96F2FA882D0}" dt="2023-03-28T16:09:32.260" v="1011"/>
          <ac:inkMkLst>
            <pc:docMk/>
            <pc:sldMk cId="4095713827" sldId="262"/>
            <ac:inkMk id="115" creationId="{EAC713BE-D3A3-496C-BF15-62A6979F0BAD}"/>
          </ac:inkMkLst>
        </pc:inkChg>
        <pc:inkChg chg="add del">
          <ac:chgData name="" userId="242feb3c33a8e7bf" providerId="LiveId" clId="{39C24DAF-E20C-4507-9157-C96F2FA882D0}" dt="2023-03-28T16:09:32.260" v="1011"/>
          <ac:inkMkLst>
            <pc:docMk/>
            <pc:sldMk cId="4095713827" sldId="262"/>
            <ac:inkMk id="116" creationId="{9CD026BA-3B3A-409E-8088-1BC7B26897AC}"/>
          </ac:inkMkLst>
        </pc:inkChg>
        <pc:inkChg chg="add del">
          <ac:chgData name="" userId="242feb3c33a8e7bf" providerId="LiveId" clId="{39C24DAF-E20C-4507-9157-C96F2FA882D0}" dt="2023-03-28T16:09:32.260" v="1011"/>
          <ac:inkMkLst>
            <pc:docMk/>
            <pc:sldMk cId="4095713827" sldId="262"/>
            <ac:inkMk id="117" creationId="{486CBACE-0F24-43F7-8BC6-A582E1D3D70D}"/>
          </ac:inkMkLst>
        </pc:inkChg>
        <pc:inkChg chg="add del">
          <ac:chgData name="" userId="242feb3c33a8e7bf" providerId="LiveId" clId="{39C24DAF-E20C-4507-9157-C96F2FA882D0}" dt="2023-03-28T16:09:32.260" v="1011"/>
          <ac:inkMkLst>
            <pc:docMk/>
            <pc:sldMk cId="4095713827" sldId="262"/>
            <ac:inkMk id="118" creationId="{FBD8DB66-220A-42D5-A78B-51F01B0FEF7D}"/>
          </ac:inkMkLst>
        </pc:inkChg>
        <pc:inkChg chg="add del">
          <ac:chgData name="" userId="242feb3c33a8e7bf" providerId="LiveId" clId="{39C24DAF-E20C-4507-9157-C96F2FA882D0}" dt="2023-03-28T16:09:32.260" v="1011"/>
          <ac:inkMkLst>
            <pc:docMk/>
            <pc:sldMk cId="4095713827" sldId="262"/>
            <ac:inkMk id="119" creationId="{3BA860A8-FAAF-457A-B449-90BB902677EC}"/>
          </ac:inkMkLst>
        </pc:inkChg>
        <pc:inkChg chg="add">
          <ac:chgData name="" userId="242feb3c33a8e7bf" providerId="LiveId" clId="{39C24DAF-E20C-4507-9157-C96F2FA882D0}" dt="2023-03-28T16:09:32.260" v="1011"/>
          <ac:inkMkLst>
            <pc:docMk/>
            <pc:sldMk cId="4095713827" sldId="262"/>
            <ac:inkMk id="120" creationId="{6F672067-7837-41B5-8704-ADD598B6D3D4}"/>
          </ac:inkMkLst>
        </pc:inkChg>
        <pc:inkChg chg="add del">
          <ac:chgData name="" userId="242feb3c33a8e7bf" providerId="LiveId" clId="{39C24DAF-E20C-4507-9157-C96F2FA882D0}" dt="2023-03-28T16:09:58.757" v="1032"/>
          <ac:inkMkLst>
            <pc:docMk/>
            <pc:sldMk cId="4095713827" sldId="262"/>
            <ac:inkMk id="121" creationId="{886F8CB4-11EE-47BB-BBCD-CE58736B070E}"/>
          </ac:inkMkLst>
        </pc:inkChg>
        <pc:inkChg chg="add del">
          <ac:chgData name="" userId="242feb3c33a8e7bf" providerId="LiveId" clId="{39C24DAF-E20C-4507-9157-C96F2FA882D0}" dt="2023-03-28T16:09:58.757" v="1032"/>
          <ac:inkMkLst>
            <pc:docMk/>
            <pc:sldMk cId="4095713827" sldId="262"/>
            <ac:inkMk id="122" creationId="{AF47DF36-F7A4-4C94-97F3-40813C542BEB}"/>
          </ac:inkMkLst>
        </pc:inkChg>
        <pc:inkChg chg="add del">
          <ac:chgData name="" userId="242feb3c33a8e7bf" providerId="LiveId" clId="{39C24DAF-E20C-4507-9157-C96F2FA882D0}" dt="2023-03-28T16:09:58.757" v="1032"/>
          <ac:inkMkLst>
            <pc:docMk/>
            <pc:sldMk cId="4095713827" sldId="262"/>
            <ac:inkMk id="123" creationId="{FDD9D4BC-7519-4B55-90C8-AC096032783B}"/>
          </ac:inkMkLst>
        </pc:inkChg>
        <pc:inkChg chg="add del">
          <ac:chgData name="" userId="242feb3c33a8e7bf" providerId="LiveId" clId="{39C24DAF-E20C-4507-9157-C96F2FA882D0}" dt="2023-03-28T16:09:58.757" v="1032"/>
          <ac:inkMkLst>
            <pc:docMk/>
            <pc:sldMk cId="4095713827" sldId="262"/>
            <ac:inkMk id="124" creationId="{48BC5988-A9E8-4058-8174-20171BF745F7}"/>
          </ac:inkMkLst>
        </pc:inkChg>
        <pc:inkChg chg="add del">
          <ac:chgData name="" userId="242feb3c33a8e7bf" providerId="LiveId" clId="{39C24DAF-E20C-4507-9157-C96F2FA882D0}" dt="2023-03-28T16:09:58.757" v="1032"/>
          <ac:inkMkLst>
            <pc:docMk/>
            <pc:sldMk cId="4095713827" sldId="262"/>
            <ac:inkMk id="125" creationId="{7CF5D3B5-5255-4BB5-AA7E-1E8BA5011F37}"/>
          </ac:inkMkLst>
        </pc:inkChg>
        <pc:inkChg chg="add del">
          <ac:chgData name="" userId="242feb3c33a8e7bf" providerId="LiveId" clId="{39C24DAF-E20C-4507-9157-C96F2FA882D0}" dt="2023-03-28T16:09:58.757" v="1032"/>
          <ac:inkMkLst>
            <pc:docMk/>
            <pc:sldMk cId="4095713827" sldId="262"/>
            <ac:inkMk id="126" creationId="{92E2451C-A9B5-45DE-A4DD-4977463D9ABE}"/>
          </ac:inkMkLst>
        </pc:inkChg>
        <pc:inkChg chg="add del">
          <ac:chgData name="" userId="242feb3c33a8e7bf" providerId="LiveId" clId="{39C24DAF-E20C-4507-9157-C96F2FA882D0}" dt="2023-03-28T16:09:58.757" v="1032"/>
          <ac:inkMkLst>
            <pc:docMk/>
            <pc:sldMk cId="4095713827" sldId="262"/>
            <ac:inkMk id="127" creationId="{A8057DC8-F4C7-43CF-B70B-BD767294893C}"/>
          </ac:inkMkLst>
        </pc:inkChg>
        <pc:inkChg chg="add del">
          <ac:chgData name="" userId="242feb3c33a8e7bf" providerId="LiveId" clId="{39C24DAF-E20C-4507-9157-C96F2FA882D0}" dt="2023-03-28T16:09:58.757" v="1032"/>
          <ac:inkMkLst>
            <pc:docMk/>
            <pc:sldMk cId="4095713827" sldId="262"/>
            <ac:inkMk id="128" creationId="{E93C18E3-9041-49CF-81F4-A25961D28AAF}"/>
          </ac:inkMkLst>
        </pc:inkChg>
        <pc:inkChg chg="add del">
          <ac:chgData name="" userId="242feb3c33a8e7bf" providerId="LiveId" clId="{39C24DAF-E20C-4507-9157-C96F2FA882D0}" dt="2023-03-28T16:09:58.757" v="1032"/>
          <ac:inkMkLst>
            <pc:docMk/>
            <pc:sldMk cId="4095713827" sldId="262"/>
            <ac:inkMk id="129" creationId="{13C81EE8-FEAA-41A5-B46C-B9AB11FDCAE8}"/>
          </ac:inkMkLst>
        </pc:inkChg>
        <pc:inkChg chg="add del">
          <ac:chgData name="" userId="242feb3c33a8e7bf" providerId="LiveId" clId="{39C24DAF-E20C-4507-9157-C96F2FA882D0}" dt="2023-03-28T16:09:58.757" v="1032"/>
          <ac:inkMkLst>
            <pc:docMk/>
            <pc:sldMk cId="4095713827" sldId="262"/>
            <ac:inkMk id="130" creationId="{9EA7CD3A-2C48-4991-9E08-B4A5899AB800}"/>
          </ac:inkMkLst>
        </pc:inkChg>
        <pc:inkChg chg="add del">
          <ac:chgData name="" userId="242feb3c33a8e7bf" providerId="LiveId" clId="{39C24DAF-E20C-4507-9157-C96F2FA882D0}" dt="2023-03-28T16:09:58.757" v="1032"/>
          <ac:inkMkLst>
            <pc:docMk/>
            <pc:sldMk cId="4095713827" sldId="262"/>
            <ac:inkMk id="131" creationId="{A8ECF70C-3EAE-4386-BBC9-DF599FBFB2D2}"/>
          </ac:inkMkLst>
        </pc:inkChg>
        <pc:inkChg chg="add del">
          <ac:chgData name="" userId="242feb3c33a8e7bf" providerId="LiveId" clId="{39C24DAF-E20C-4507-9157-C96F2FA882D0}" dt="2023-03-28T16:09:58.757" v="1032"/>
          <ac:inkMkLst>
            <pc:docMk/>
            <pc:sldMk cId="4095713827" sldId="262"/>
            <ac:inkMk id="132" creationId="{80439069-ACCF-4AC2-8E33-C834B0533141}"/>
          </ac:inkMkLst>
        </pc:inkChg>
        <pc:inkChg chg="add del">
          <ac:chgData name="" userId="242feb3c33a8e7bf" providerId="LiveId" clId="{39C24DAF-E20C-4507-9157-C96F2FA882D0}" dt="2023-03-28T16:09:58.757" v="1032"/>
          <ac:inkMkLst>
            <pc:docMk/>
            <pc:sldMk cId="4095713827" sldId="262"/>
            <ac:inkMk id="133" creationId="{CCF30907-B89E-4EBF-9E96-2B681FDF681D}"/>
          </ac:inkMkLst>
        </pc:inkChg>
        <pc:inkChg chg="add del">
          <ac:chgData name="" userId="242feb3c33a8e7bf" providerId="LiveId" clId="{39C24DAF-E20C-4507-9157-C96F2FA882D0}" dt="2023-03-28T16:09:58.757" v="1032"/>
          <ac:inkMkLst>
            <pc:docMk/>
            <pc:sldMk cId="4095713827" sldId="262"/>
            <ac:inkMk id="134" creationId="{79CC42E5-F67A-4A8F-8224-9A101E6F9991}"/>
          </ac:inkMkLst>
        </pc:inkChg>
        <pc:inkChg chg="add del">
          <ac:chgData name="" userId="242feb3c33a8e7bf" providerId="LiveId" clId="{39C24DAF-E20C-4507-9157-C96F2FA882D0}" dt="2023-03-28T16:09:58.757" v="1032"/>
          <ac:inkMkLst>
            <pc:docMk/>
            <pc:sldMk cId="4095713827" sldId="262"/>
            <ac:inkMk id="135" creationId="{DA87C0C6-03F5-4A34-9553-DA557F4662F6}"/>
          </ac:inkMkLst>
        </pc:inkChg>
        <pc:inkChg chg="add del">
          <ac:chgData name="" userId="242feb3c33a8e7bf" providerId="LiveId" clId="{39C24DAF-E20C-4507-9157-C96F2FA882D0}" dt="2023-03-28T16:09:58.757" v="1032"/>
          <ac:inkMkLst>
            <pc:docMk/>
            <pc:sldMk cId="4095713827" sldId="262"/>
            <ac:inkMk id="136" creationId="{72B2A97A-D555-4EFC-866F-16660E4A1B00}"/>
          </ac:inkMkLst>
        </pc:inkChg>
        <pc:inkChg chg="add del">
          <ac:chgData name="" userId="242feb3c33a8e7bf" providerId="LiveId" clId="{39C24DAF-E20C-4507-9157-C96F2FA882D0}" dt="2023-03-28T16:09:58.757" v="1032"/>
          <ac:inkMkLst>
            <pc:docMk/>
            <pc:sldMk cId="4095713827" sldId="262"/>
            <ac:inkMk id="137" creationId="{0B1CD572-EA16-4656-BB17-81D00B4EAE08}"/>
          </ac:inkMkLst>
        </pc:inkChg>
        <pc:inkChg chg="add del">
          <ac:chgData name="" userId="242feb3c33a8e7bf" providerId="LiveId" clId="{39C24DAF-E20C-4507-9157-C96F2FA882D0}" dt="2023-03-28T16:09:58.757" v="1032"/>
          <ac:inkMkLst>
            <pc:docMk/>
            <pc:sldMk cId="4095713827" sldId="262"/>
            <ac:inkMk id="138" creationId="{AF6B324E-649C-4665-AC99-E7FADFD0A5A1}"/>
          </ac:inkMkLst>
        </pc:inkChg>
        <pc:inkChg chg="add del">
          <ac:chgData name="" userId="242feb3c33a8e7bf" providerId="LiveId" clId="{39C24DAF-E20C-4507-9157-C96F2FA882D0}" dt="2023-03-28T16:09:58.757" v="1032"/>
          <ac:inkMkLst>
            <pc:docMk/>
            <pc:sldMk cId="4095713827" sldId="262"/>
            <ac:inkMk id="139" creationId="{B179C43D-3D8F-40C7-910C-D2DE407EED79}"/>
          </ac:inkMkLst>
        </pc:inkChg>
        <pc:inkChg chg="add del">
          <ac:chgData name="" userId="242feb3c33a8e7bf" providerId="LiveId" clId="{39C24DAF-E20C-4507-9157-C96F2FA882D0}" dt="2023-03-28T16:09:58.757" v="1032"/>
          <ac:inkMkLst>
            <pc:docMk/>
            <pc:sldMk cId="4095713827" sldId="262"/>
            <ac:inkMk id="140" creationId="{937100FE-FCCE-47CA-866D-03B13091F9FD}"/>
          </ac:inkMkLst>
        </pc:inkChg>
        <pc:inkChg chg="add">
          <ac:chgData name="" userId="242feb3c33a8e7bf" providerId="LiveId" clId="{39C24DAF-E20C-4507-9157-C96F2FA882D0}" dt="2023-03-28T16:09:58.757" v="1032"/>
          <ac:inkMkLst>
            <pc:docMk/>
            <pc:sldMk cId="4095713827" sldId="262"/>
            <ac:inkMk id="141" creationId="{B4A3C8B6-EFA3-457B-AD31-C2AF62497722}"/>
          </ac:inkMkLst>
        </pc:inkChg>
        <pc:inkChg chg="add del">
          <ac:chgData name="" userId="242feb3c33a8e7bf" providerId="LiveId" clId="{39C24DAF-E20C-4507-9157-C96F2FA882D0}" dt="2023-03-28T16:09:58.757" v="1032"/>
          <ac:inkMkLst>
            <pc:docMk/>
            <pc:sldMk cId="4095713827" sldId="262"/>
            <ac:inkMk id="142" creationId="{B35FCAD3-82F8-4193-BBAD-53EEA91C632C}"/>
          </ac:inkMkLst>
        </pc:inkChg>
        <pc:inkChg chg="add">
          <ac:chgData name="" userId="242feb3c33a8e7bf" providerId="LiveId" clId="{39C24DAF-E20C-4507-9157-C96F2FA882D0}" dt="2023-03-28T16:09:58.757" v="1032"/>
          <ac:inkMkLst>
            <pc:docMk/>
            <pc:sldMk cId="4095713827" sldId="262"/>
            <ac:inkMk id="143" creationId="{458BF622-5B6A-4E5E-826E-B2A042EF8FC2}"/>
          </ac:inkMkLst>
        </pc:inkChg>
        <pc:inkChg chg="add del">
          <ac:chgData name="" userId="242feb3c33a8e7bf" providerId="LiveId" clId="{39C24DAF-E20C-4507-9157-C96F2FA882D0}" dt="2023-03-28T16:10:12.629" v="1043"/>
          <ac:inkMkLst>
            <pc:docMk/>
            <pc:sldMk cId="4095713827" sldId="262"/>
            <ac:inkMk id="144" creationId="{2AD42A09-0EDF-40DF-B04F-771BDB76CDCB}"/>
          </ac:inkMkLst>
        </pc:inkChg>
        <pc:inkChg chg="add del">
          <ac:chgData name="" userId="242feb3c33a8e7bf" providerId="LiveId" clId="{39C24DAF-E20C-4507-9157-C96F2FA882D0}" dt="2023-03-28T16:10:12.629" v="1043"/>
          <ac:inkMkLst>
            <pc:docMk/>
            <pc:sldMk cId="4095713827" sldId="262"/>
            <ac:inkMk id="145" creationId="{5B5969ED-87D6-4B7C-8647-7FD33F5B9EF3}"/>
          </ac:inkMkLst>
        </pc:inkChg>
        <pc:inkChg chg="add del">
          <ac:chgData name="" userId="242feb3c33a8e7bf" providerId="LiveId" clId="{39C24DAF-E20C-4507-9157-C96F2FA882D0}" dt="2023-03-28T16:10:12.629" v="1043"/>
          <ac:inkMkLst>
            <pc:docMk/>
            <pc:sldMk cId="4095713827" sldId="262"/>
            <ac:inkMk id="146" creationId="{6C1FE1A8-4983-4E62-90E7-5393683F7CB8}"/>
          </ac:inkMkLst>
        </pc:inkChg>
        <pc:inkChg chg="add del">
          <ac:chgData name="" userId="242feb3c33a8e7bf" providerId="LiveId" clId="{39C24DAF-E20C-4507-9157-C96F2FA882D0}" dt="2023-03-28T16:10:12.629" v="1043"/>
          <ac:inkMkLst>
            <pc:docMk/>
            <pc:sldMk cId="4095713827" sldId="262"/>
            <ac:inkMk id="147" creationId="{60FC8CD6-994C-425D-A4B3-756C1D3F100B}"/>
          </ac:inkMkLst>
        </pc:inkChg>
        <pc:inkChg chg="add">
          <ac:chgData name="" userId="242feb3c33a8e7bf" providerId="LiveId" clId="{39C24DAF-E20C-4507-9157-C96F2FA882D0}" dt="2023-03-28T16:10:10.191" v="1037"/>
          <ac:inkMkLst>
            <pc:docMk/>
            <pc:sldMk cId="4095713827" sldId="262"/>
            <ac:inkMk id="148" creationId="{90B20339-0B68-4014-8B71-CA3C0C6E6D94}"/>
          </ac:inkMkLst>
        </pc:inkChg>
        <pc:inkChg chg="add del">
          <ac:chgData name="" userId="242feb3c33a8e7bf" providerId="LiveId" clId="{39C24DAF-E20C-4507-9157-C96F2FA882D0}" dt="2023-03-28T16:10:12.629" v="1043"/>
          <ac:inkMkLst>
            <pc:docMk/>
            <pc:sldMk cId="4095713827" sldId="262"/>
            <ac:inkMk id="149" creationId="{9B2947CE-E8F5-4B5B-A2E8-CCEAC916480B}"/>
          </ac:inkMkLst>
        </pc:inkChg>
        <pc:inkChg chg="add del">
          <ac:chgData name="" userId="242feb3c33a8e7bf" providerId="LiveId" clId="{39C24DAF-E20C-4507-9157-C96F2FA882D0}" dt="2023-03-28T16:10:12.629" v="1043"/>
          <ac:inkMkLst>
            <pc:docMk/>
            <pc:sldMk cId="4095713827" sldId="262"/>
            <ac:inkMk id="150" creationId="{B7BE8915-B967-4F2C-987A-CF14CA877232}"/>
          </ac:inkMkLst>
        </pc:inkChg>
        <pc:inkChg chg="add del">
          <ac:chgData name="" userId="242feb3c33a8e7bf" providerId="LiveId" clId="{39C24DAF-E20C-4507-9157-C96F2FA882D0}" dt="2023-03-28T16:10:12.629" v="1043"/>
          <ac:inkMkLst>
            <pc:docMk/>
            <pc:sldMk cId="4095713827" sldId="262"/>
            <ac:inkMk id="151" creationId="{32BDF8E1-ACC4-4B58-901A-10D62CE1748E}"/>
          </ac:inkMkLst>
        </pc:inkChg>
        <pc:inkChg chg="add del">
          <ac:chgData name="" userId="242feb3c33a8e7bf" providerId="LiveId" clId="{39C24DAF-E20C-4507-9157-C96F2FA882D0}" dt="2023-03-28T16:10:12.629" v="1043"/>
          <ac:inkMkLst>
            <pc:docMk/>
            <pc:sldMk cId="4095713827" sldId="262"/>
            <ac:inkMk id="152" creationId="{DF38C108-1AA4-4F79-9668-CB2A79E5DBB6}"/>
          </ac:inkMkLst>
        </pc:inkChg>
        <pc:inkChg chg="add del">
          <ac:chgData name="" userId="242feb3c33a8e7bf" providerId="LiveId" clId="{39C24DAF-E20C-4507-9157-C96F2FA882D0}" dt="2023-03-28T16:10:12.629" v="1043"/>
          <ac:inkMkLst>
            <pc:docMk/>
            <pc:sldMk cId="4095713827" sldId="262"/>
            <ac:inkMk id="153" creationId="{2BAD97EC-5A2F-4166-97EB-9F6AEF88AD61}"/>
          </ac:inkMkLst>
        </pc:inkChg>
        <pc:inkChg chg="add del">
          <ac:chgData name="" userId="242feb3c33a8e7bf" providerId="LiveId" clId="{39C24DAF-E20C-4507-9157-C96F2FA882D0}" dt="2023-03-28T16:10:20.559" v="1058"/>
          <ac:inkMkLst>
            <pc:docMk/>
            <pc:sldMk cId="4095713827" sldId="262"/>
            <ac:inkMk id="154" creationId="{121CBD2E-CB78-4183-BDD6-B55C4D65E60B}"/>
          </ac:inkMkLst>
        </pc:inkChg>
        <pc:inkChg chg="add">
          <ac:chgData name="" userId="242feb3c33a8e7bf" providerId="LiveId" clId="{39C24DAF-E20C-4507-9157-C96F2FA882D0}" dt="2023-03-28T16:10:12.629" v="1043"/>
          <ac:inkMkLst>
            <pc:docMk/>
            <pc:sldMk cId="4095713827" sldId="262"/>
            <ac:inkMk id="155" creationId="{3295FE2D-3BFE-437F-BBAB-6767349C041B}"/>
          </ac:inkMkLst>
        </pc:inkChg>
        <pc:inkChg chg="add del">
          <ac:chgData name="" userId="242feb3c33a8e7bf" providerId="LiveId" clId="{39C24DAF-E20C-4507-9157-C96F2FA882D0}" dt="2023-03-28T16:10:20.559" v="1058"/>
          <ac:inkMkLst>
            <pc:docMk/>
            <pc:sldMk cId="4095713827" sldId="262"/>
            <ac:inkMk id="156" creationId="{90CCE8C0-231E-4286-BF1E-CBE450E1E1D2}"/>
          </ac:inkMkLst>
        </pc:inkChg>
        <pc:inkChg chg="add del">
          <ac:chgData name="" userId="242feb3c33a8e7bf" providerId="LiveId" clId="{39C24DAF-E20C-4507-9157-C96F2FA882D0}" dt="2023-03-28T16:10:20.559" v="1058"/>
          <ac:inkMkLst>
            <pc:docMk/>
            <pc:sldMk cId="4095713827" sldId="262"/>
            <ac:inkMk id="157" creationId="{2DA975D6-6585-48AD-8D20-BCFD82BC5D2F}"/>
          </ac:inkMkLst>
        </pc:inkChg>
        <pc:inkChg chg="add del">
          <ac:chgData name="" userId="242feb3c33a8e7bf" providerId="LiveId" clId="{39C24DAF-E20C-4507-9157-C96F2FA882D0}" dt="2023-03-28T16:10:20.559" v="1058"/>
          <ac:inkMkLst>
            <pc:docMk/>
            <pc:sldMk cId="4095713827" sldId="262"/>
            <ac:inkMk id="158" creationId="{31F562AA-F49E-499E-A5AD-0945891CA287}"/>
          </ac:inkMkLst>
        </pc:inkChg>
        <pc:inkChg chg="add del">
          <ac:chgData name="" userId="242feb3c33a8e7bf" providerId="LiveId" clId="{39C24DAF-E20C-4507-9157-C96F2FA882D0}" dt="2023-03-28T16:10:20.559" v="1058"/>
          <ac:inkMkLst>
            <pc:docMk/>
            <pc:sldMk cId="4095713827" sldId="262"/>
            <ac:inkMk id="159" creationId="{25C008A8-C9A4-4CB0-8992-44CAD1EF69D5}"/>
          </ac:inkMkLst>
        </pc:inkChg>
        <pc:inkChg chg="add del">
          <ac:chgData name="" userId="242feb3c33a8e7bf" providerId="LiveId" clId="{39C24DAF-E20C-4507-9157-C96F2FA882D0}" dt="2023-03-28T16:10:20.559" v="1058"/>
          <ac:inkMkLst>
            <pc:docMk/>
            <pc:sldMk cId="4095713827" sldId="262"/>
            <ac:inkMk id="160" creationId="{2AEE9B09-AA00-498C-9503-ECB4AD346CD1}"/>
          </ac:inkMkLst>
        </pc:inkChg>
        <pc:inkChg chg="add del">
          <ac:chgData name="" userId="242feb3c33a8e7bf" providerId="LiveId" clId="{39C24DAF-E20C-4507-9157-C96F2FA882D0}" dt="2023-03-28T16:10:20.559" v="1058"/>
          <ac:inkMkLst>
            <pc:docMk/>
            <pc:sldMk cId="4095713827" sldId="262"/>
            <ac:inkMk id="161" creationId="{A4FE7895-AA3D-45AD-94F3-AC95987AF22F}"/>
          </ac:inkMkLst>
        </pc:inkChg>
        <pc:inkChg chg="add del">
          <ac:chgData name="" userId="242feb3c33a8e7bf" providerId="LiveId" clId="{39C24DAF-E20C-4507-9157-C96F2FA882D0}" dt="2023-03-28T16:10:20.559" v="1058"/>
          <ac:inkMkLst>
            <pc:docMk/>
            <pc:sldMk cId="4095713827" sldId="262"/>
            <ac:inkMk id="162" creationId="{9705212D-0A83-4330-B2C8-DB831609B240}"/>
          </ac:inkMkLst>
        </pc:inkChg>
        <pc:inkChg chg="add del">
          <ac:chgData name="" userId="242feb3c33a8e7bf" providerId="LiveId" clId="{39C24DAF-E20C-4507-9157-C96F2FA882D0}" dt="2023-03-28T16:10:20.559" v="1058"/>
          <ac:inkMkLst>
            <pc:docMk/>
            <pc:sldMk cId="4095713827" sldId="262"/>
            <ac:inkMk id="163" creationId="{B0B26F0F-C0D9-46EC-A0B1-233085B2471E}"/>
          </ac:inkMkLst>
        </pc:inkChg>
        <pc:inkChg chg="add del">
          <ac:chgData name="" userId="242feb3c33a8e7bf" providerId="LiveId" clId="{39C24DAF-E20C-4507-9157-C96F2FA882D0}" dt="2023-03-28T16:10:20.559" v="1058"/>
          <ac:inkMkLst>
            <pc:docMk/>
            <pc:sldMk cId="4095713827" sldId="262"/>
            <ac:inkMk id="164" creationId="{1B93C3F8-A730-4C9F-B59F-08C068382EA6}"/>
          </ac:inkMkLst>
        </pc:inkChg>
        <pc:inkChg chg="add del">
          <ac:chgData name="" userId="242feb3c33a8e7bf" providerId="LiveId" clId="{39C24DAF-E20C-4507-9157-C96F2FA882D0}" dt="2023-03-28T16:10:20.559" v="1058"/>
          <ac:inkMkLst>
            <pc:docMk/>
            <pc:sldMk cId="4095713827" sldId="262"/>
            <ac:inkMk id="165" creationId="{11314E17-5DD0-4E3B-9F32-61BFFFB5A979}"/>
          </ac:inkMkLst>
        </pc:inkChg>
        <pc:inkChg chg="add del">
          <ac:chgData name="" userId="242feb3c33a8e7bf" providerId="LiveId" clId="{39C24DAF-E20C-4507-9157-C96F2FA882D0}" dt="2023-03-28T16:10:20.559" v="1058"/>
          <ac:inkMkLst>
            <pc:docMk/>
            <pc:sldMk cId="4095713827" sldId="262"/>
            <ac:inkMk id="166" creationId="{DF158D7A-E9EC-4ED0-B709-3EA17133D9F8}"/>
          </ac:inkMkLst>
        </pc:inkChg>
        <pc:inkChg chg="add del">
          <ac:chgData name="" userId="242feb3c33a8e7bf" providerId="LiveId" clId="{39C24DAF-E20C-4507-9157-C96F2FA882D0}" dt="2023-03-28T16:10:20.559" v="1058"/>
          <ac:inkMkLst>
            <pc:docMk/>
            <pc:sldMk cId="4095713827" sldId="262"/>
            <ac:inkMk id="167" creationId="{08691E00-269A-4476-A822-7E266F966B12}"/>
          </ac:inkMkLst>
        </pc:inkChg>
        <pc:inkChg chg="add del">
          <ac:chgData name="" userId="242feb3c33a8e7bf" providerId="LiveId" clId="{39C24DAF-E20C-4507-9157-C96F2FA882D0}" dt="2023-03-28T16:10:20.559" v="1058"/>
          <ac:inkMkLst>
            <pc:docMk/>
            <pc:sldMk cId="4095713827" sldId="262"/>
            <ac:inkMk id="168" creationId="{9509A486-A012-416F-A426-F9A77FD6AF34}"/>
          </ac:inkMkLst>
        </pc:inkChg>
        <pc:inkChg chg="add del">
          <ac:chgData name="" userId="242feb3c33a8e7bf" providerId="LiveId" clId="{39C24DAF-E20C-4507-9157-C96F2FA882D0}" dt="2023-03-28T16:10:20.559" v="1058"/>
          <ac:inkMkLst>
            <pc:docMk/>
            <pc:sldMk cId="4095713827" sldId="262"/>
            <ac:inkMk id="169" creationId="{72B7F898-EC7F-48CE-9FA7-F28650EED6F0}"/>
          </ac:inkMkLst>
        </pc:inkChg>
        <pc:inkChg chg="add">
          <ac:chgData name="" userId="242feb3c33a8e7bf" providerId="LiveId" clId="{39C24DAF-E20C-4507-9157-C96F2FA882D0}" dt="2023-03-28T16:10:20.559" v="1058"/>
          <ac:inkMkLst>
            <pc:docMk/>
            <pc:sldMk cId="4095713827" sldId="262"/>
            <ac:inkMk id="170" creationId="{A2A9EF3E-4053-4CD3-BBAF-0225B0F1EC6A}"/>
          </ac:inkMkLst>
        </pc:inkChg>
        <pc:inkChg chg="add">
          <ac:chgData name="" userId="242feb3c33a8e7bf" providerId="LiveId" clId="{39C24DAF-E20C-4507-9157-C96F2FA882D0}" dt="2023-03-28T16:10:20.559" v="1058"/>
          <ac:inkMkLst>
            <pc:docMk/>
            <pc:sldMk cId="4095713827" sldId="262"/>
            <ac:inkMk id="171" creationId="{50AE153C-4E01-4B32-BA3C-0F3A5C333E6A}"/>
          </ac:inkMkLst>
        </pc:inkChg>
        <pc:inkChg chg="add">
          <ac:chgData name="" userId="242feb3c33a8e7bf" providerId="LiveId" clId="{39C24DAF-E20C-4507-9157-C96F2FA882D0}" dt="2023-03-28T16:10:20.559" v="1058"/>
          <ac:inkMkLst>
            <pc:docMk/>
            <pc:sldMk cId="4095713827" sldId="262"/>
            <ac:inkMk id="172" creationId="{0EF1419F-1210-4FB6-8A8B-B80159CDB878}"/>
          </ac:inkMkLst>
        </pc:inkChg>
        <pc:inkChg chg="add del">
          <ac:chgData name="" userId="242feb3c33a8e7bf" providerId="LiveId" clId="{39C24DAF-E20C-4507-9157-C96F2FA882D0}" dt="2023-03-28T16:10:33.947" v="1074"/>
          <ac:inkMkLst>
            <pc:docMk/>
            <pc:sldMk cId="4095713827" sldId="262"/>
            <ac:inkMk id="173" creationId="{1BD1D629-AABD-4D0F-9542-F70AB9831616}"/>
          </ac:inkMkLst>
        </pc:inkChg>
        <pc:inkChg chg="add del">
          <ac:chgData name="" userId="242feb3c33a8e7bf" providerId="LiveId" clId="{39C24DAF-E20C-4507-9157-C96F2FA882D0}" dt="2023-03-28T16:10:33.947" v="1074"/>
          <ac:inkMkLst>
            <pc:docMk/>
            <pc:sldMk cId="4095713827" sldId="262"/>
            <ac:inkMk id="174" creationId="{DE63390A-B919-4E4B-BD4F-CF8369D64161}"/>
          </ac:inkMkLst>
        </pc:inkChg>
        <pc:inkChg chg="add del">
          <ac:chgData name="" userId="242feb3c33a8e7bf" providerId="LiveId" clId="{39C24DAF-E20C-4507-9157-C96F2FA882D0}" dt="2023-03-28T16:10:33.947" v="1074"/>
          <ac:inkMkLst>
            <pc:docMk/>
            <pc:sldMk cId="4095713827" sldId="262"/>
            <ac:inkMk id="175" creationId="{249B2DD8-0075-48B3-BE74-0DD35998E71A}"/>
          </ac:inkMkLst>
        </pc:inkChg>
        <pc:inkChg chg="add del">
          <ac:chgData name="" userId="242feb3c33a8e7bf" providerId="LiveId" clId="{39C24DAF-E20C-4507-9157-C96F2FA882D0}" dt="2023-03-28T16:10:33.947" v="1074"/>
          <ac:inkMkLst>
            <pc:docMk/>
            <pc:sldMk cId="4095713827" sldId="262"/>
            <ac:inkMk id="176" creationId="{1EF52A1C-3135-44BF-AF02-90F2C977CC28}"/>
          </ac:inkMkLst>
        </pc:inkChg>
        <pc:inkChg chg="add del">
          <ac:chgData name="" userId="242feb3c33a8e7bf" providerId="LiveId" clId="{39C24DAF-E20C-4507-9157-C96F2FA882D0}" dt="2023-03-28T16:10:33.947" v="1074"/>
          <ac:inkMkLst>
            <pc:docMk/>
            <pc:sldMk cId="4095713827" sldId="262"/>
            <ac:inkMk id="177" creationId="{37D64EB7-9194-4D92-BC57-4672C0FC1E68}"/>
          </ac:inkMkLst>
        </pc:inkChg>
        <pc:inkChg chg="add del">
          <ac:chgData name="" userId="242feb3c33a8e7bf" providerId="LiveId" clId="{39C24DAF-E20C-4507-9157-C96F2FA882D0}" dt="2023-03-28T16:10:33.947" v="1074"/>
          <ac:inkMkLst>
            <pc:docMk/>
            <pc:sldMk cId="4095713827" sldId="262"/>
            <ac:inkMk id="178" creationId="{CC0482A8-2FCE-4D58-89D5-8EF6F7E04BF7}"/>
          </ac:inkMkLst>
        </pc:inkChg>
        <pc:inkChg chg="add del">
          <ac:chgData name="" userId="242feb3c33a8e7bf" providerId="LiveId" clId="{39C24DAF-E20C-4507-9157-C96F2FA882D0}" dt="2023-03-28T16:10:33.947" v="1074"/>
          <ac:inkMkLst>
            <pc:docMk/>
            <pc:sldMk cId="4095713827" sldId="262"/>
            <ac:inkMk id="179" creationId="{690D7FA2-1357-4AD6-8B78-37F22DD5704F}"/>
          </ac:inkMkLst>
        </pc:inkChg>
        <pc:inkChg chg="add del">
          <ac:chgData name="" userId="242feb3c33a8e7bf" providerId="LiveId" clId="{39C24DAF-E20C-4507-9157-C96F2FA882D0}" dt="2023-03-28T16:10:33.947" v="1074"/>
          <ac:inkMkLst>
            <pc:docMk/>
            <pc:sldMk cId="4095713827" sldId="262"/>
            <ac:inkMk id="180" creationId="{B96A885D-37C8-425D-8820-B42A399DB9BB}"/>
          </ac:inkMkLst>
        </pc:inkChg>
        <pc:inkChg chg="add del">
          <ac:chgData name="" userId="242feb3c33a8e7bf" providerId="LiveId" clId="{39C24DAF-E20C-4507-9157-C96F2FA882D0}" dt="2023-03-28T16:10:33.947" v="1074"/>
          <ac:inkMkLst>
            <pc:docMk/>
            <pc:sldMk cId="4095713827" sldId="262"/>
            <ac:inkMk id="181" creationId="{1CE7ECF8-C708-45C4-B7B5-67E0E238EAA3}"/>
          </ac:inkMkLst>
        </pc:inkChg>
        <pc:inkChg chg="add del">
          <ac:chgData name="" userId="242feb3c33a8e7bf" providerId="LiveId" clId="{39C24DAF-E20C-4507-9157-C96F2FA882D0}" dt="2023-03-28T16:10:33.947" v="1074"/>
          <ac:inkMkLst>
            <pc:docMk/>
            <pc:sldMk cId="4095713827" sldId="262"/>
            <ac:inkMk id="182" creationId="{9FB39DC0-5BD5-458B-98CF-1181D4C024B8}"/>
          </ac:inkMkLst>
        </pc:inkChg>
        <pc:inkChg chg="add del">
          <ac:chgData name="" userId="242feb3c33a8e7bf" providerId="LiveId" clId="{39C24DAF-E20C-4507-9157-C96F2FA882D0}" dt="2023-03-28T16:10:33.947" v="1074"/>
          <ac:inkMkLst>
            <pc:docMk/>
            <pc:sldMk cId="4095713827" sldId="262"/>
            <ac:inkMk id="183" creationId="{4F3E6FE9-B304-435E-B59D-439C829834BA}"/>
          </ac:inkMkLst>
        </pc:inkChg>
        <pc:inkChg chg="add del">
          <ac:chgData name="" userId="242feb3c33a8e7bf" providerId="LiveId" clId="{39C24DAF-E20C-4507-9157-C96F2FA882D0}" dt="2023-03-28T16:10:33.947" v="1074"/>
          <ac:inkMkLst>
            <pc:docMk/>
            <pc:sldMk cId="4095713827" sldId="262"/>
            <ac:inkMk id="184" creationId="{180E64F0-1F59-417A-9099-92562C293288}"/>
          </ac:inkMkLst>
        </pc:inkChg>
        <pc:inkChg chg="add del">
          <ac:chgData name="" userId="242feb3c33a8e7bf" providerId="LiveId" clId="{39C24DAF-E20C-4507-9157-C96F2FA882D0}" dt="2023-03-28T16:10:33.947" v="1074"/>
          <ac:inkMkLst>
            <pc:docMk/>
            <pc:sldMk cId="4095713827" sldId="262"/>
            <ac:inkMk id="185" creationId="{0C84BC1B-38C2-43CC-89E5-7E5250A39CB5}"/>
          </ac:inkMkLst>
        </pc:inkChg>
        <pc:inkChg chg="add del">
          <ac:chgData name="" userId="242feb3c33a8e7bf" providerId="LiveId" clId="{39C24DAF-E20C-4507-9157-C96F2FA882D0}" dt="2023-03-28T16:10:33.947" v="1074"/>
          <ac:inkMkLst>
            <pc:docMk/>
            <pc:sldMk cId="4095713827" sldId="262"/>
            <ac:inkMk id="186" creationId="{25B96560-077F-442B-BF5E-1EC94258A2E0}"/>
          </ac:inkMkLst>
        </pc:inkChg>
        <pc:inkChg chg="add del">
          <ac:chgData name="" userId="242feb3c33a8e7bf" providerId="LiveId" clId="{39C24DAF-E20C-4507-9157-C96F2FA882D0}" dt="2023-03-28T16:10:33.947" v="1074"/>
          <ac:inkMkLst>
            <pc:docMk/>
            <pc:sldMk cId="4095713827" sldId="262"/>
            <ac:inkMk id="187" creationId="{8AD7ED42-EFEF-4655-B2BB-E0E6E4A3EBFF}"/>
          </ac:inkMkLst>
        </pc:inkChg>
        <pc:inkChg chg="add">
          <ac:chgData name="" userId="242feb3c33a8e7bf" providerId="LiveId" clId="{39C24DAF-E20C-4507-9157-C96F2FA882D0}" dt="2023-03-28T16:10:33.947" v="1074"/>
          <ac:inkMkLst>
            <pc:docMk/>
            <pc:sldMk cId="4095713827" sldId="262"/>
            <ac:inkMk id="188" creationId="{4BC31710-CF7B-4F3A-9BBC-978B12DC1A53}"/>
          </ac:inkMkLst>
        </pc:inkChg>
        <pc:inkChg chg="add">
          <ac:chgData name="" userId="242feb3c33a8e7bf" providerId="LiveId" clId="{39C24DAF-E20C-4507-9157-C96F2FA882D0}" dt="2023-03-28T16:10:33.947" v="1074"/>
          <ac:inkMkLst>
            <pc:docMk/>
            <pc:sldMk cId="4095713827" sldId="262"/>
            <ac:inkMk id="189" creationId="{F2D075FB-62D2-4644-A795-1B27BD39A9F1}"/>
          </ac:inkMkLst>
        </pc:inkChg>
        <pc:inkChg chg="add">
          <ac:chgData name="" userId="242feb3c33a8e7bf" providerId="LiveId" clId="{39C24DAF-E20C-4507-9157-C96F2FA882D0}" dt="2023-03-28T16:10:33.947" v="1074"/>
          <ac:inkMkLst>
            <pc:docMk/>
            <pc:sldMk cId="4095713827" sldId="262"/>
            <ac:inkMk id="190" creationId="{72BBB7BE-FB10-4BB3-B493-85C66F73A1F3}"/>
          </ac:inkMkLst>
        </pc:inkChg>
        <pc:inkChg chg="add del">
          <ac:chgData name="" userId="242feb3c33a8e7bf" providerId="LiveId" clId="{39C24DAF-E20C-4507-9157-C96F2FA882D0}" dt="2023-03-28T16:10:43.200" v="1087"/>
          <ac:inkMkLst>
            <pc:docMk/>
            <pc:sldMk cId="4095713827" sldId="262"/>
            <ac:inkMk id="191" creationId="{76E08978-D3E4-4818-8B5E-E4FAB0BFB188}"/>
          </ac:inkMkLst>
        </pc:inkChg>
        <pc:inkChg chg="add del">
          <ac:chgData name="" userId="242feb3c33a8e7bf" providerId="LiveId" clId="{39C24DAF-E20C-4507-9157-C96F2FA882D0}" dt="2023-03-28T16:10:43.200" v="1087"/>
          <ac:inkMkLst>
            <pc:docMk/>
            <pc:sldMk cId="4095713827" sldId="262"/>
            <ac:inkMk id="192" creationId="{487EF528-2A6A-4D1F-9CB3-79B266269982}"/>
          </ac:inkMkLst>
        </pc:inkChg>
        <pc:inkChg chg="add del">
          <ac:chgData name="" userId="242feb3c33a8e7bf" providerId="LiveId" clId="{39C24DAF-E20C-4507-9157-C96F2FA882D0}" dt="2023-03-28T16:10:43.200" v="1087"/>
          <ac:inkMkLst>
            <pc:docMk/>
            <pc:sldMk cId="4095713827" sldId="262"/>
            <ac:inkMk id="193" creationId="{9F126AAA-4A33-433F-8793-D23B2027CC3E}"/>
          </ac:inkMkLst>
        </pc:inkChg>
        <pc:inkChg chg="add del">
          <ac:chgData name="" userId="242feb3c33a8e7bf" providerId="LiveId" clId="{39C24DAF-E20C-4507-9157-C96F2FA882D0}" dt="2023-03-28T16:10:43.200" v="1087"/>
          <ac:inkMkLst>
            <pc:docMk/>
            <pc:sldMk cId="4095713827" sldId="262"/>
            <ac:inkMk id="194" creationId="{B1F8C9AA-1AF3-4457-844B-661B6C2AAB8B}"/>
          </ac:inkMkLst>
        </pc:inkChg>
        <pc:inkChg chg="add del">
          <ac:chgData name="" userId="242feb3c33a8e7bf" providerId="LiveId" clId="{39C24DAF-E20C-4507-9157-C96F2FA882D0}" dt="2023-03-28T16:10:43.200" v="1087"/>
          <ac:inkMkLst>
            <pc:docMk/>
            <pc:sldMk cId="4095713827" sldId="262"/>
            <ac:inkMk id="195" creationId="{A4086244-73C6-463A-B99C-DD986C1ECA4C}"/>
          </ac:inkMkLst>
        </pc:inkChg>
        <pc:inkChg chg="add del">
          <ac:chgData name="" userId="242feb3c33a8e7bf" providerId="LiveId" clId="{39C24DAF-E20C-4507-9157-C96F2FA882D0}" dt="2023-03-28T16:10:43.200" v="1087"/>
          <ac:inkMkLst>
            <pc:docMk/>
            <pc:sldMk cId="4095713827" sldId="262"/>
            <ac:inkMk id="196" creationId="{67531E1F-ECE6-400E-8E10-3C679209CE0D}"/>
          </ac:inkMkLst>
        </pc:inkChg>
        <pc:inkChg chg="add del">
          <ac:chgData name="" userId="242feb3c33a8e7bf" providerId="LiveId" clId="{39C24DAF-E20C-4507-9157-C96F2FA882D0}" dt="2023-03-28T16:10:43.200" v="1087"/>
          <ac:inkMkLst>
            <pc:docMk/>
            <pc:sldMk cId="4095713827" sldId="262"/>
            <ac:inkMk id="197" creationId="{A9D6D0ED-B9A2-429A-A4F9-DD2F94CA9C49}"/>
          </ac:inkMkLst>
        </pc:inkChg>
        <pc:inkChg chg="add del">
          <ac:chgData name="" userId="242feb3c33a8e7bf" providerId="LiveId" clId="{39C24DAF-E20C-4507-9157-C96F2FA882D0}" dt="2023-03-28T16:10:43.200" v="1087"/>
          <ac:inkMkLst>
            <pc:docMk/>
            <pc:sldMk cId="4095713827" sldId="262"/>
            <ac:inkMk id="198" creationId="{FDD3BF24-1911-4090-9CD9-E0EB4D950BE9}"/>
          </ac:inkMkLst>
        </pc:inkChg>
        <pc:inkChg chg="add del">
          <ac:chgData name="" userId="242feb3c33a8e7bf" providerId="LiveId" clId="{39C24DAF-E20C-4507-9157-C96F2FA882D0}" dt="2023-03-28T16:10:43.200" v="1087"/>
          <ac:inkMkLst>
            <pc:docMk/>
            <pc:sldMk cId="4095713827" sldId="262"/>
            <ac:inkMk id="199" creationId="{E882323B-4494-464A-B61A-1B40D572B6D1}"/>
          </ac:inkMkLst>
        </pc:inkChg>
        <pc:inkChg chg="add del">
          <ac:chgData name="" userId="242feb3c33a8e7bf" providerId="LiveId" clId="{39C24DAF-E20C-4507-9157-C96F2FA882D0}" dt="2023-03-28T16:10:43.200" v="1087"/>
          <ac:inkMkLst>
            <pc:docMk/>
            <pc:sldMk cId="4095713827" sldId="262"/>
            <ac:inkMk id="200" creationId="{D913D148-D59E-4E00-8CCA-081CE6E0068F}"/>
          </ac:inkMkLst>
        </pc:inkChg>
        <pc:inkChg chg="add del">
          <ac:chgData name="" userId="242feb3c33a8e7bf" providerId="LiveId" clId="{39C24DAF-E20C-4507-9157-C96F2FA882D0}" dt="2023-03-28T16:10:43.200" v="1087"/>
          <ac:inkMkLst>
            <pc:docMk/>
            <pc:sldMk cId="4095713827" sldId="262"/>
            <ac:inkMk id="201" creationId="{C8C52B0A-99B4-4252-845C-2E9AFAE5FF56}"/>
          </ac:inkMkLst>
        </pc:inkChg>
        <pc:inkChg chg="add del">
          <ac:chgData name="" userId="242feb3c33a8e7bf" providerId="LiveId" clId="{39C24DAF-E20C-4507-9157-C96F2FA882D0}" dt="2023-03-28T16:10:43.200" v="1087"/>
          <ac:inkMkLst>
            <pc:docMk/>
            <pc:sldMk cId="4095713827" sldId="262"/>
            <ac:inkMk id="202" creationId="{73E6D83A-513F-4A85-A172-0F5976A85187}"/>
          </ac:inkMkLst>
        </pc:inkChg>
        <pc:inkChg chg="add">
          <ac:chgData name="" userId="242feb3c33a8e7bf" providerId="LiveId" clId="{39C24DAF-E20C-4507-9157-C96F2FA882D0}" dt="2023-03-28T16:10:43.200" v="1087"/>
          <ac:inkMkLst>
            <pc:docMk/>
            <pc:sldMk cId="4095713827" sldId="262"/>
            <ac:inkMk id="203" creationId="{38608F91-FFD2-45E5-9B55-447C11C6582E}"/>
          </ac:inkMkLst>
        </pc:inkChg>
        <pc:inkChg chg="add">
          <ac:chgData name="" userId="242feb3c33a8e7bf" providerId="LiveId" clId="{39C24DAF-E20C-4507-9157-C96F2FA882D0}" dt="2023-03-28T16:10:43.200" v="1087"/>
          <ac:inkMkLst>
            <pc:docMk/>
            <pc:sldMk cId="4095713827" sldId="262"/>
            <ac:inkMk id="204" creationId="{14AA1EC3-6BDA-4A14-AF14-8B4B7EA1ADFC}"/>
          </ac:inkMkLst>
        </pc:inkChg>
        <pc:inkChg chg="add del">
          <ac:chgData name="" userId="242feb3c33a8e7bf" providerId="LiveId" clId="{39C24DAF-E20C-4507-9157-C96F2FA882D0}" dt="2023-03-28T16:10:52.871" v="1090"/>
          <ac:inkMkLst>
            <pc:docMk/>
            <pc:sldMk cId="4095713827" sldId="262"/>
            <ac:inkMk id="205" creationId="{7C21495C-9D23-4210-A282-91E246AC4A20}"/>
          </ac:inkMkLst>
        </pc:inkChg>
        <pc:inkChg chg="add del">
          <ac:chgData name="" userId="242feb3c33a8e7bf" providerId="LiveId" clId="{39C24DAF-E20C-4507-9157-C96F2FA882D0}" dt="2023-03-28T16:10:52.871" v="1090"/>
          <ac:inkMkLst>
            <pc:docMk/>
            <pc:sldMk cId="4095713827" sldId="262"/>
            <ac:inkMk id="206" creationId="{95208E01-40FF-467C-8184-D6DCE123ABA5}"/>
          </ac:inkMkLst>
        </pc:inkChg>
        <pc:inkChg chg="add">
          <ac:chgData name="" userId="242feb3c33a8e7bf" providerId="LiveId" clId="{39C24DAF-E20C-4507-9157-C96F2FA882D0}" dt="2023-03-28T16:10:52.871" v="1090"/>
          <ac:inkMkLst>
            <pc:docMk/>
            <pc:sldMk cId="4095713827" sldId="262"/>
            <ac:inkMk id="207" creationId="{175D0323-DDB2-45D1-9A92-EC5C6ABBB50F}"/>
          </ac:inkMkLst>
        </pc:inkChg>
        <pc:inkChg chg="add del">
          <ac:chgData name="" userId="242feb3c33a8e7bf" providerId="LiveId" clId="{39C24DAF-E20C-4507-9157-C96F2FA882D0}" dt="2023-03-28T16:10:54.670" v="1093"/>
          <ac:inkMkLst>
            <pc:docMk/>
            <pc:sldMk cId="4095713827" sldId="262"/>
            <ac:inkMk id="208" creationId="{71DA2E45-99EB-4477-AA94-97816972D63D}"/>
          </ac:inkMkLst>
        </pc:inkChg>
        <pc:inkChg chg="add del">
          <ac:chgData name="" userId="242feb3c33a8e7bf" providerId="LiveId" clId="{39C24DAF-E20C-4507-9157-C96F2FA882D0}" dt="2023-03-28T16:10:54.670" v="1093"/>
          <ac:inkMkLst>
            <pc:docMk/>
            <pc:sldMk cId="4095713827" sldId="262"/>
            <ac:inkMk id="209" creationId="{4361FC3F-1B6C-48D6-BC50-4693DE00E2AD}"/>
          </ac:inkMkLst>
        </pc:inkChg>
        <pc:inkChg chg="add">
          <ac:chgData name="" userId="242feb3c33a8e7bf" providerId="LiveId" clId="{39C24DAF-E20C-4507-9157-C96F2FA882D0}" dt="2023-03-28T16:10:54.670" v="1093"/>
          <ac:inkMkLst>
            <pc:docMk/>
            <pc:sldMk cId="4095713827" sldId="262"/>
            <ac:inkMk id="210" creationId="{8EE5D71E-E25D-4C91-9C23-19A1C18EA0FC}"/>
          </ac:inkMkLst>
        </pc:inkChg>
        <pc:inkChg chg="add del">
          <ac:chgData name="" userId="242feb3c33a8e7bf" providerId="LiveId" clId="{39C24DAF-E20C-4507-9157-C96F2FA882D0}" dt="2023-03-28T16:10:57.527" v="1096"/>
          <ac:inkMkLst>
            <pc:docMk/>
            <pc:sldMk cId="4095713827" sldId="262"/>
            <ac:inkMk id="211" creationId="{1BAD6CD2-D94E-45A3-87D3-965BFF09DF37}"/>
          </ac:inkMkLst>
        </pc:inkChg>
        <pc:inkChg chg="add del">
          <ac:chgData name="" userId="242feb3c33a8e7bf" providerId="LiveId" clId="{39C24DAF-E20C-4507-9157-C96F2FA882D0}" dt="2023-03-28T16:10:57.527" v="1096"/>
          <ac:inkMkLst>
            <pc:docMk/>
            <pc:sldMk cId="4095713827" sldId="262"/>
            <ac:inkMk id="212" creationId="{E749BBC4-781E-4768-8F3F-1166789FE471}"/>
          </ac:inkMkLst>
        </pc:inkChg>
        <pc:inkChg chg="add">
          <ac:chgData name="" userId="242feb3c33a8e7bf" providerId="LiveId" clId="{39C24DAF-E20C-4507-9157-C96F2FA882D0}" dt="2023-03-28T16:10:57.527" v="1096"/>
          <ac:inkMkLst>
            <pc:docMk/>
            <pc:sldMk cId="4095713827" sldId="262"/>
            <ac:inkMk id="213" creationId="{2F829923-51CD-449D-A02C-DF192028EF29}"/>
          </ac:inkMkLst>
        </pc:inkChg>
        <pc:inkChg chg="add del">
          <ac:chgData name="" userId="242feb3c33a8e7bf" providerId="LiveId" clId="{39C24DAF-E20C-4507-9157-C96F2FA882D0}" dt="2023-03-28T16:11:01.791" v="1099"/>
          <ac:inkMkLst>
            <pc:docMk/>
            <pc:sldMk cId="4095713827" sldId="262"/>
            <ac:inkMk id="214" creationId="{9AB8D2F5-11EB-4499-A1D8-298272EB5EAC}"/>
          </ac:inkMkLst>
        </pc:inkChg>
        <pc:inkChg chg="add del">
          <ac:chgData name="" userId="242feb3c33a8e7bf" providerId="LiveId" clId="{39C24DAF-E20C-4507-9157-C96F2FA882D0}" dt="2023-03-28T16:11:01.791" v="1099"/>
          <ac:inkMkLst>
            <pc:docMk/>
            <pc:sldMk cId="4095713827" sldId="262"/>
            <ac:inkMk id="215" creationId="{C9760300-DFE0-40AB-9FF3-C02A9DD87B04}"/>
          </ac:inkMkLst>
        </pc:inkChg>
        <pc:inkChg chg="add">
          <ac:chgData name="" userId="242feb3c33a8e7bf" providerId="LiveId" clId="{39C24DAF-E20C-4507-9157-C96F2FA882D0}" dt="2023-03-28T16:11:01.791" v="1099"/>
          <ac:inkMkLst>
            <pc:docMk/>
            <pc:sldMk cId="4095713827" sldId="262"/>
            <ac:inkMk id="216" creationId="{8AC9DD73-3481-46CA-9EAA-9384CB323D5D}"/>
          </ac:inkMkLst>
        </pc:inkChg>
        <pc:inkChg chg="add del">
          <ac:chgData name="" userId="242feb3c33a8e7bf" providerId="LiveId" clId="{39C24DAF-E20C-4507-9157-C96F2FA882D0}" dt="2023-03-28T16:11:05.230" v="1102"/>
          <ac:inkMkLst>
            <pc:docMk/>
            <pc:sldMk cId="4095713827" sldId="262"/>
            <ac:inkMk id="217" creationId="{456C1F0B-4DE9-4C60-B205-4C2CE9533213}"/>
          </ac:inkMkLst>
        </pc:inkChg>
        <pc:inkChg chg="add del">
          <ac:chgData name="" userId="242feb3c33a8e7bf" providerId="LiveId" clId="{39C24DAF-E20C-4507-9157-C96F2FA882D0}" dt="2023-03-28T16:11:05.230" v="1102"/>
          <ac:inkMkLst>
            <pc:docMk/>
            <pc:sldMk cId="4095713827" sldId="262"/>
            <ac:inkMk id="218" creationId="{7567E93F-E9EE-4065-AF0E-6E2B33CD4627}"/>
          </ac:inkMkLst>
        </pc:inkChg>
        <pc:inkChg chg="add">
          <ac:chgData name="" userId="242feb3c33a8e7bf" providerId="LiveId" clId="{39C24DAF-E20C-4507-9157-C96F2FA882D0}" dt="2023-03-28T16:11:05.230" v="1102"/>
          <ac:inkMkLst>
            <pc:docMk/>
            <pc:sldMk cId="4095713827" sldId="262"/>
            <ac:inkMk id="219" creationId="{3C7DB7B0-8781-479B-920E-93A7DD9844BC}"/>
          </ac:inkMkLst>
        </pc:inkChg>
        <pc:inkChg chg="add del">
          <ac:chgData name="" userId="242feb3c33a8e7bf" providerId="LiveId" clId="{39C24DAF-E20C-4507-9157-C96F2FA882D0}" dt="2023-03-28T16:11:08.234" v="1105"/>
          <ac:inkMkLst>
            <pc:docMk/>
            <pc:sldMk cId="4095713827" sldId="262"/>
            <ac:inkMk id="220" creationId="{754DE065-C35C-435D-8BE8-70F1F1E99BC6}"/>
          </ac:inkMkLst>
        </pc:inkChg>
        <pc:inkChg chg="add del">
          <ac:chgData name="" userId="242feb3c33a8e7bf" providerId="LiveId" clId="{39C24DAF-E20C-4507-9157-C96F2FA882D0}" dt="2023-03-28T16:11:08.234" v="1105"/>
          <ac:inkMkLst>
            <pc:docMk/>
            <pc:sldMk cId="4095713827" sldId="262"/>
            <ac:inkMk id="221" creationId="{FAA6BF45-977D-48B0-9611-E8E5EB271D9B}"/>
          </ac:inkMkLst>
        </pc:inkChg>
        <pc:inkChg chg="add">
          <ac:chgData name="" userId="242feb3c33a8e7bf" providerId="LiveId" clId="{39C24DAF-E20C-4507-9157-C96F2FA882D0}" dt="2023-03-28T16:11:08.234" v="1105"/>
          <ac:inkMkLst>
            <pc:docMk/>
            <pc:sldMk cId="4095713827" sldId="262"/>
            <ac:inkMk id="222" creationId="{851EF073-BBF0-44CA-B9E2-18242902F8C2}"/>
          </ac:inkMkLst>
        </pc:inkChg>
        <pc:inkChg chg="add del">
          <ac:chgData name="" userId="242feb3c33a8e7bf" providerId="LiveId" clId="{39C24DAF-E20C-4507-9157-C96F2FA882D0}" dt="2023-03-28T16:11:09.782" v="1108"/>
          <ac:inkMkLst>
            <pc:docMk/>
            <pc:sldMk cId="4095713827" sldId="262"/>
            <ac:inkMk id="223" creationId="{AA08FC15-FA2E-4375-A31B-C74A11D2F12E}"/>
          </ac:inkMkLst>
        </pc:inkChg>
        <pc:inkChg chg="add del">
          <ac:chgData name="" userId="242feb3c33a8e7bf" providerId="LiveId" clId="{39C24DAF-E20C-4507-9157-C96F2FA882D0}" dt="2023-03-28T16:11:09.782" v="1108"/>
          <ac:inkMkLst>
            <pc:docMk/>
            <pc:sldMk cId="4095713827" sldId="262"/>
            <ac:inkMk id="224" creationId="{618C9AFD-16F3-475E-8D79-398A71F90857}"/>
          </ac:inkMkLst>
        </pc:inkChg>
        <pc:inkChg chg="add">
          <ac:chgData name="" userId="242feb3c33a8e7bf" providerId="LiveId" clId="{39C24DAF-E20C-4507-9157-C96F2FA882D0}" dt="2023-03-28T16:11:09.782" v="1108"/>
          <ac:inkMkLst>
            <pc:docMk/>
            <pc:sldMk cId="4095713827" sldId="262"/>
            <ac:inkMk id="225" creationId="{0BB2874F-C4F0-4688-83E0-6A141EB5B8CA}"/>
          </ac:inkMkLst>
        </pc:inkChg>
        <pc:inkChg chg="add del">
          <ac:chgData name="" userId="242feb3c33a8e7bf" providerId="LiveId" clId="{39C24DAF-E20C-4507-9157-C96F2FA882D0}" dt="2023-03-28T16:11:12.332" v="1111"/>
          <ac:inkMkLst>
            <pc:docMk/>
            <pc:sldMk cId="4095713827" sldId="262"/>
            <ac:inkMk id="226" creationId="{E62EEFD0-667C-40DA-A71B-56CFF2A75E2F}"/>
          </ac:inkMkLst>
        </pc:inkChg>
        <pc:inkChg chg="add del">
          <ac:chgData name="" userId="242feb3c33a8e7bf" providerId="LiveId" clId="{39C24DAF-E20C-4507-9157-C96F2FA882D0}" dt="2023-03-28T16:11:12.332" v="1111"/>
          <ac:inkMkLst>
            <pc:docMk/>
            <pc:sldMk cId="4095713827" sldId="262"/>
            <ac:inkMk id="227" creationId="{D991179B-19D5-4F2D-A306-F0D4E8B72E07}"/>
          </ac:inkMkLst>
        </pc:inkChg>
        <pc:inkChg chg="add">
          <ac:chgData name="" userId="242feb3c33a8e7bf" providerId="LiveId" clId="{39C24DAF-E20C-4507-9157-C96F2FA882D0}" dt="2023-03-28T16:11:12.332" v="1111"/>
          <ac:inkMkLst>
            <pc:docMk/>
            <pc:sldMk cId="4095713827" sldId="262"/>
            <ac:inkMk id="228" creationId="{DFB4F7DB-F61B-4829-9B72-EE71DECB5B5C}"/>
          </ac:inkMkLst>
        </pc:inkChg>
        <pc:inkChg chg="add del">
          <ac:chgData name="" userId="242feb3c33a8e7bf" providerId="LiveId" clId="{39C24DAF-E20C-4507-9157-C96F2FA882D0}" dt="2023-03-28T16:11:16.956" v="1116"/>
          <ac:inkMkLst>
            <pc:docMk/>
            <pc:sldMk cId="4095713827" sldId="262"/>
            <ac:inkMk id="229" creationId="{C7A053A2-6E42-4392-80DC-97027817A3BB}"/>
          </ac:inkMkLst>
        </pc:inkChg>
        <pc:inkChg chg="add del">
          <ac:chgData name="" userId="242feb3c33a8e7bf" providerId="LiveId" clId="{39C24DAF-E20C-4507-9157-C96F2FA882D0}" dt="2023-03-28T16:11:16.956" v="1116"/>
          <ac:inkMkLst>
            <pc:docMk/>
            <pc:sldMk cId="4095713827" sldId="262"/>
            <ac:inkMk id="230" creationId="{E07A6AC0-FAE3-4306-A343-564D9D57CB58}"/>
          </ac:inkMkLst>
        </pc:inkChg>
        <pc:inkChg chg="add del">
          <ac:chgData name="" userId="242feb3c33a8e7bf" providerId="LiveId" clId="{39C24DAF-E20C-4507-9157-C96F2FA882D0}" dt="2023-03-28T16:11:16.956" v="1116"/>
          <ac:inkMkLst>
            <pc:docMk/>
            <pc:sldMk cId="4095713827" sldId="262"/>
            <ac:inkMk id="231" creationId="{42D2F2F7-3997-4903-9664-2426A77D65F2}"/>
          </ac:inkMkLst>
        </pc:inkChg>
        <pc:inkChg chg="add del">
          <ac:chgData name="" userId="242feb3c33a8e7bf" providerId="LiveId" clId="{39C24DAF-E20C-4507-9157-C96F2FA882D0}" dt="2023-03-28T16:11:16.956" v="1116"/>
          <ac:inkMkLst>
            <pc:docMk/>
            <pc:sldMk cId="4095713827" sldId="262"/>
            <ac:inkMk id="232" creationId="{997B0ED0-4A7F-4485-8E04-4A415D8B4972}"/>
          </ac:inkMkLst>
        </pc:inkChg>
        <pc:inkChg chg="add">
          <ac:chgData name="" userId="242feb3c33a8e7bf" providerId="LiveId" clId="{39C24DAF-E20C-4507-9157-C96F2FA882D0}" dt="2023-03-28T16:11:16.956" v="1116"/>
          <ac:inkMkLst>
            <pc:docMk/>
            <pc:sldMk cId="4095713827" sldId="262"/>
            <ac:inkMk id="233" creationId="{596CD66B-7A29-4378-9F41-730659A973A2}"/>
          </ac:inkMkLst>
        </pc:inkChg>
        <pc:inkChg chg="add del">
          <ac:chgData name="" userId="242feb3c33a8e7bf" providerId="LiveId" clId="{39C24DAF-E20C-4507-9157-C96F2FA882D0}" dt="2023-03-28T16:11:23.122" v="1130"/>
          <ac:inkMkLst>
            <pc:docMk/>
            <pc:sldMk cId="4095713827" sldId="262"/>
            <ac:inkMk id="234" creationId="{135E334F-1871-4D0B-AAFD-3BD6D6FDFFCC}"/>
          </ac:inkMkLst>
        </pc:inkChg>
        <pc:inkChg chg="add del">
          <ac:chgData name="" userId="242feb3c33a8e7bf" providerId="LiveId" clId="{39C24DAF-E20C-4507-9157-C96F2FA882D0}" dt="2023-03-28T16:11:23.122" v="1130"/>
          <ac:inkMkLst>
            <pc:docMk/>
            <pc:sldMk cId="4095713827" sldId="262"/>
            <ac:inkMk id="235" creationId="{37E51157-072D-4240-86B0-1CB066519704}"/>
          </ac:inkMkLst>
        </pc:inkChg>
        <pc:inkChg chg="add del">
          <ac:chgData name="" userId="242feb3c33a8e7bf" providerId="LiveId" clId="{39C24DAF-E20C-4507-9157-C96F2FA882D0}" dt="2023-03-28T16:11:23.122" v="1130"/>
          <ac:inkMkLst>
            <pc:docMk/>
            <pc:sldMk cId="4095713827" sldId="262"/>
            <ac:inkMk id="236" creationId="{5CFD175C-9504-4DB2-94DB-11C304C61A5B}"/>
          </ac:inkMkLst>
        </pc:inkChg>
        <pc:inkChg chg="add del">
          <ac:chgData name="" userId="242feb3c33a8e7bf" providerId="LiveId" clId="{39C24DAF-E20C-4507-9157-C96F2FA882D0}" dt="2023-03-28T16:11:23.122" v="1130"/>
          <ac:inkMkLst>
            <pc:docMk/>
            <pc:sldMk cId="4095713827" sldId="262"/>
            <ac:inkMk id="237" creationId="{3BB06E38-4252-48FF-AF74-87BB9E1F74C8}"/>
          </ac:inkMkLst>
        </pc:inkChg>
        <pc:inkChg chg="add del">
          <ac:chgData name="" userId="242feb3c33a8e7bf" providerId="LiveId" clId="{39C24DAF-E20C-4507-9157-C96F2FA882D0}" dt="2023-03-28T16:11:23.122" v="1130"/>
          <ac:inkMkLst>
            <pc:docMk/>
            <pc:sldMk cId="4095713827" sldId="262"/>
            <ac:inkMk id="238" creationId="{09E473F2-FF7B-443D-8DDE-382BE933B55A}"/>
          </ac:inkMkLst>
        </pc:inkChg>
        <pc:inkChg chg="add del">
          <ac:chgData name="" userId="242feb3c33a8e7bf" providerId="LiveId" clId="{39C24DAF-E20C-4507-9157-C96F2FA882D0}" dt="2023-03-28T16:11:23.122" v="1130"/>
          <ac:inkMkLst>
            <pc:docMk/>
            <pc:sldMk cId="4095713827" sldId="262"/>
            <ac:inkMk id="239" creationId="{7A315CDA-9301-42B8-8D6C-B7304429200C}"/>
          </ac:inkMkLst>
        </pc:inkChg>
        <pc:inkChg chg="add del">
          <ac:chgData name="" userId="242feb3c33a8e7bf" providerId="LiveId" clId="{39C24DAF-E20C-4507-9157-C96F2FA882D0}" dt="2023-03-28T16:11:23.122" v="1130"/>
          <ac:inkMkLst>
            <pc:docMk/>
            <pc:sldMk cId="4095713827" sldId="262"/>
            <ac:inkMk id="240" creationId="{DAE54CA6-D640-454B-A2F1-A2CCEF74664C}"/>
          </ac:inkMkLst>
        </pc:inkChg>
        <pc:inkChg chg="add del">
          <ac:chgData name="" userId="242feb3c33a8e7bf" providerId="LiveId" clId="{39C24DAF-E20C-4507-9157-C96F2FA882D0}" dt="2023-03-28T16:11:23.122" v="1130"/>
          <ac:inkMkLst>
            <pc:docMk/>
            <pc:sldMk cId="4095713827" sldId="262"/>
            <ac:inkMk id="241" creationId="{56F30F9C-7E16-4092-B1BB-365EF9D1C068}"/>
          </ac:inkMkLst>
        </pc:inkChg>
        <pc:inkChg chg="add del">
          <ac:chgData name="" userId="242feb3c33a8e7bf" providerId="LiveId" clId="{39C24DAF-E20C-4507-9157-C96F2FA882D0}" dt="2023-03-28T16:11:23.122" v="1130"/>
          <ac:inkMkLst>
            <pc:docMk/>
            <pc:sldMk cId="4095713827" sldId="262"/>
            <ac:inkMk id="242" creationId="{8EBEF53D-3C14-4BA2-B044-66C9F8E53985}"/>
          </ac:inkMkLst>
        </pc:inkChg>
        <pc:inkChg chg="add del">
          <ac:chgData name="" userId="242feb3c33a8e7bf" providerId="LiveId" clId="{39C24DAF-E20C-4507-9157-C96F2FA882D0}" dt="2023-03-28T16:11:23.122" v="1130"/>
          <ac:inkMkLst>
            <pc:docMk/>
            <pc:sldMk cId="4095713827" sldId="262"/>
            <ac:inkMk id="243" creationId="{80585DE4-05A4-4502-BBCA-5E230B378A09}"/>
          </ac:inkMkLst>
        </pc:inkChg>
        <pc:inkChg chg="add del">
          <ac:chgData name="" userId="242feb3c33a8e7bf" providerId="LiveId" clId="{39C24DAF-E20C-4507-9157-C96F2FA882D0}" dt="2023-03-28T16:11:23.122" v="1130"/>
          <ac:inkMkLst>
            <pc:docMk/>
            <pc:sldMk cId="4095713827" sldId="262"/>
            <ac:inkMk id="244" creationId="{FC87A9AF-F619-48B1-A275-66E24DDEB0FD}"/>
          </ac:inkMkLst>
        </pc:inkChg>
        <pc:inkChg chg="add del">
          <ac:chgData name="" userId="242feb3c33a8e7bf" providerId="LiveId" clId="{39C24DAF-E20C-4507-9157-C96F2FA882D0}" dt="2023-03-28T16:11:23.122" v="1130"/>
          <ac:inkMkLst>
            <pc:docMk/>
            <pc:sldMk cId="4095713827" sldId="262"/>
            <ac:inkMk id="245" creationId="{28F4FA17-FE27-4DFB-8E90-67F7D033E256}"/>
          </ac:inkMkLst>
        </pc:inkChg>
        <pc:inkChg chg="add del">
          <ac:chgData name="" userId="242feb3c33a8e7bf" providerId="LiveId" clId="{39C24DAF-E20C-4507-9157-C96F2FA882D0}" dt="2023-03-28T16:11:23.122" v="1130"/>
          <ac:inkMkLst>
            <pc:docMk/>
            <pc:sldMk cId="4095713827" sldId="262"/>
            <ac:inkMk id="246" creationId="{9C9E7017-6D22-4593-87D4-7F1A18AFE796}"/>
          </ac:inkMkLst>
        </pc:inkChg>
        <pc:inkChg chg="add del">
          <ac:chgData name="" userId="242feb3c33a8e7bf" providerId="LiveId" clId="{39C24DAF-E20C-4507-9157-C96F2FA882D0}" dt="2023-03-28T16:11:25.610" v="1137"/>
          <ac:inkMkLst>
            <pc:docMk/>
            <pc:sldMk cId="4095713827" sldId="262"/>
            <ac:inkMk id="247" creationId="{92D4413F-44DA-47A5-AC68-0D3DF91B2579}"/>
          </ac:inkMkLst>
        </pc:inkChg>
        <pc:inkChg chg="add">
          <ac:chgData name="" userId="242feb3c33a8e7bf" providerId="LiveId" clId="{39C24DAF-E20C-4507-9157-C96F2FA882D0}" dt="2023-03-28T16:11:23.122" v="1130"/>
          <ac:inkMkLst>
            <pc:docMk/>
            <pc:sldMk cId="4095713827" sldId="262"/>
            <ac:inkMk id="248" creationId="{96458A0C-E7DC-484F-AA7C-DD2B53DC7C1C}"/>
          </ac:inkMkLst>
        </pc:inkChg>
        <pc:inkChg chg="add del">
          <ac:chgData name="" userId="242feb3c33a8e7bf" providerId="LiveId" clId="{39C24DAF-E20C-4507-9157-C96F2FA882D0}" dt="2023-03-28T16:11:25.610" v="1137"/>
          <ac:inkMkLst>
            <pc:docMk/>
            <pc:sldMk cId="4095713827" sldId="262"/>
            <ac:inkMk id="249" creationId="{6D2A379D-EA01-43A9-9F9D-6CA1E286811E}"/>
          </ac:inkMkLst>
        </pc:inkChg>
        <pc:inkChg chg="add del">
          <ac:chgData name="" userId="242feb3c33a8e7bf" providerId="LiveId" clId="{39C24DAF-E20C-4507-9157-C96F2FA882D0}" dt="2023-03-28T16:11:25.610" v="1137"/>
          <ac:inkMkLst>
            <pc:docMk/>
            <pc:sldMk cId="4095713827" sldId="262"/>
            <ac:inkMk id="250" creationId="{4E57E48F-7D87-41C2-B9BA-0F6866F392A8}"/>
          </ac:inkMkLst>
        </pc:inkChg>
        <pc:inkChg chg="add del">
          <ac:chgData name="" userId="242feb3c33a8e7bf" providerId="LiveId" clId="{39C24DAF-E20C-4507-9157-C96F2FA882D0}" dt="2023-03-28T16:11:25.610" v="1137"/>
          <ac:inkMkLst>
            <pc:docMk/>
            <pc:sldMk cId="4095713827" sldId="262"/>
            <ac:inkMk id="251" creationId="{E0EE5821-B546-4640-991D-A9C132E76074}"/>
          </ac:inkMkLst>
        </pc:inkChg>
        <pc:inkChg chg="add del">
          <ac:chgData name="" userId="242feb3c33a8e7bf" providerId="LiveId" clId="{39C24DAF-E20C-4507-9157-C96F2FA882D0}" dt="2023-03-28T16:11:25.610" v="1137"/>
          <ac:inkMkLst>
            <pc:docMk/>
            <pc:sldMk cId="4095713827" sldId="262"/>
            <ac:inkMk id="252" creationId="{F32819C5-613B-43CC-A43C-2CB27D322542}"/>
          </ac:inkMkLst>
        </pc:inkChg>
        <pc:inkChg chg="add del">
          <ac:chgData name="" userId="242feb3c33a8e7bf" providerId="LiveId" clId="{39C24DAF-E20C-4507-9157-C96F2FA882D0}" dt="2023-03-28T16:11:25.610" v="1137"/>
          <ac:inkMkLst>
            <pc:docMk/>
            <pc:sldMk cId="4095713827" sldId="262"/>
            <ac:inkMk id="253" creationId="{692BB739-29A6-41D8-B0AE-F79C5D546CEE}"/>
          </ac:inkMkLst>
        </pc:inkChg>
        <pc:inkChg chg="add del">
          <ac:chgData name="" userId="242feb3c33a8e7bf" providerId="LiveId" clId="{39C24DAF-E20C-4507-9157-C96F2FA882D0}" dt="2023-03-28T16:11:25.610" v="1137"/>
          <ac:inkMkLst>
            <pc:docMk/>
            <pc:sldMk cId="4095713827" sldId="262"/>
            <ac:inkMk id="254" creationId="{E1CC431D-62C2-4287-92DD-0050A16BAEC7}"/>
          </ac:inkMkLst>
        </pc:inkChg>
        <pc:inkChg chg="add">
          <ac:chgData name="" userId="242feb3c33a8e7bf" providerId="LiveId" clId="{39C24DAF-E20C-4507-9157-C96F2FA882D0}" dt="2023-03-28T16:11:25.610" v="1137"/>
          <ac:inkMkLst>
            <pc:docMk/>
            <pc:sldMk cId="4095713827" sldId="262"/>
            <ac:inkMk id="255" creationId="{D83CA42E-CE0F-451E-BA6C-C9CA9BD1D813}"/>
          </ac:inkMkLst>
        </pc:inkChg>
        <pc:inkChg chg="add del">
          <ac:chgData name="" userId="242feb3c33a8e7bf" providerId="LiveId" clId="{39C24DAF-E20C-4507-9157-C96F2FA882D0}" dt="2023-03-28T16:11:42.242" v="1168"/>
          <ac:inkMkLst>
            <pc:docMk/>
            <pc:sldMk cId="4095713827" sldId="262"/>
            <ac:inkMk id="256" creationId="{B746339F-552A-40E0-BD40-A5CE30BAD0FA}"/>
          </ac:inkMkLst>
        </pc:inkChg>
        <pc:inkChg chg="add del">
          <ac:chgData name="" userId="242feb3c33a8e7bf" providerId="LiveId" clId="{39C24DAF-E20C-4507-9157-C96F2FA882D0}" dt="2023-03-28T16:11:42.242" v="1168"/>
          <ac:inkMkLst>
            <pc:docMk/>
            <pc:sldMk cId="4095713827" sldId="262"/>
            <ac:inkMk id="257" creationId="{AFD26F23-EA6E-4AE6-ABA0-3537C98279B4}"/>
          </ac:inkMkLst>
        </pc:inkChg>
        <pc:inkChg chg="add del">
          <ac:chgData name="" userId="242feb3c33a8e7bf" providerId="LiveId" clId="{39C24DAF-E20C-4507-9157-C96F2FA882D0}" dt="2023-03-28T16:11:42.242" v="1168"/>
          <ac:inkMkLst>
            <pc:docMk/>
            <pc:sldMk cId="4095713827" sldId="262"/>
            <ac:inkMk id="258" creationId="{C4160E08-A810-462A-9B9F-A5B7CDFFF8CF}"/>
          </ac:inkMkLst>
        </pc:inkChg>
        <pc:inkChg chg="add del">
          <ac:chgData name="" userId="242feb3c33a8e7bf" providerId="LiveId" clId="{39C24DAF-E20C-4507-9157-C96F2FA882D0}" dt="2023-03-28T16:11:42.242" v="1168"/>
          <ac:inkMkLst>
            <pc:docMk/>
            <pc:sldMk cId="4095713827" sldId="262"/>
            <ac:inkMk id="259" creationId="{2BC7D5A9-544B-406A-93EC-2F0334A487F8}"/>
          </ac:inkMkLst>
        </pc:inkChg>
        <pc:inkChg chg="add del">
          <ac:chgData name="" userId="242feb3c33a8e7bf" providerId="LiveId" clId="{39C24DAF-E20C-4507-9157-C96F2FA882D0}" dt="2023-03-28T16:11:42.242" v="1168"/>
          <ac:inkMkLst>
            <pc:docMk/>
            <pc:sldMk cId="4095713827" sldId="262"/>
            <ac:inkMk id="260" creationId="{B43A4367-548E-4D62-948E-AF2EF4AF5F08}"/>
          </ac:inkMkLst>
        </pc:inkChg>
        <pc:inkChg chg="add del">
          <ac:chgData name="" userId="242feb3c33a8e7bf" providerId="LiveId" clId="{39C24DAF-E20C-4507-9157-C96F2FA882D0}" dt="2023-03-28T16:11:42.242" v="1168"/>
          <ac:inkMkLst>
            <pc:docMk/>
            <pc:sldMk cId="4095713827" sldId="262"/>
            <ac:inkMk id="261" creationId="{67F2B28B-4A3B-4C5D-90B7-712DC57E2062}"/>
          </ac:inkMkLst>
        </pc:inkChg>
        <pc:inkChg chg="add del">
          <ac:chgData name="" userId="242feb3c33a8e7bf" providerId="LiveId" clId="{39C24DAF-E20C-4507-9157-C96F2FA882D0}" dt="2023-03-28T16:11:42.242" v="1168"/>
          <ac:inkMkLst>
            <pc:docMk/>
            <pc:sldMk cId="4095713827" sldId="262"/>
            <ac:inkMk id="262" creationId="{2A2037F6-9EB9-492C-98C0-9756EB778375}"/>
          </ac:inkMkLst>
        </pc:inkChg>
        <pc:inkChg chg="add del">
          <ac:chgData name="" userId="242feb3c33a8e7bf" providerId="LiveId" clId="{39C24DAF-E20C-4507-9157-C96F2FA882D0}" dt="2023-03-28T16:11:42.242" v="1168"/>
          <ac:inkMkLst>
            <pc:docMk/>
            <pc:sldMk cId="4095713827" sldId="262"/>
            <ac:inkMk id="263" creationId="{47FB56DD-460E-42ED-A51C-6E4F72D4D1D2}"/>
          </ac:inkMkLst>
        </pc:inkChg>
        <pc:inkChg chg="add del">
          <ac:chgData name="" userId="242feb3c33a8e7bf" providerId="LiveId" clId="{39C24DAF-E20C-4507-9157-C96F2FA882D0}" dt="2023-03-28T16:11:42.242" v="1168"/>
          <ac:inkMkLst>
            <pc:docMk/>
            <pc:sldMk cId="4095713827" sldId="262"/>
            <ac:inkMk id="264" creationId="{B1DD2744-CD18-4F40-B8DE-2492ACC89555}"/>
          </ac:inkMkLst>
        </pc:inkChg>
        <pc:inkChg chg="add del">
          <ac:chgData name="" userId="242feb3c33a8e7bf" providerId="LiveId" clId="{39C24DAF-E20C-4507-9157-C96F2FA882D0}" dt="2023-03-28T16:11:42.242" v="1168"/>
          <ac:inkMkLst>
            <pc:docMk/>
            <pc:sldMk cId="4095713827" sldId="262"/>
            <ac:inkMk id="265" creationId="{CC4D48F1-4803-4719-BE70-3C9F7407EA08}"/>
          </ac:inkMkLst>
        </pc:inkChg>
        <pc:inkChg chg="add del">
          <ac:chgData name="" userId="242feb3c33a8e7bf" providerId="LiveId" clId="{39C24DAF-E20C-4507-9157-C96F2FA882D0}" dt="2023-03-28T16:11:42.242" v="1168"/>
          <ac:inkMkLst>
            <pc:docMk/>
            <pc:sldMk cId="4095713827" sldId="262"/>
            <ac:inkMk id="266" creationId="{CDDA0D92-B65E-4B3F-9C30-FD95B7EFECB3}"/>
          </ac:inkMkLst>
        </pc:inkChg>
        <pc:inkChg chg="add del">
          <ac:chgData name="" userId="242feb3c33a8e7bf" providerId="LiveId" clId="{39C24DAF-E20C-4507-9157-C96F2FA882D0}" dt="2023-03-28T16:11:42.242" v="1168"/>
          <ac:inkMkLst>
            <pc:docMk/>
            <pc:sldMk cId="4095713827" sldId="262"/>
            <ac:inkMk id="267" creationId="{362BB77F-BF26-4AF5-B07F-7DC70CE27865}"/>
          </ac:inkMkLst>
        </pc:inkChg>
        <pc:inkChg chg="add del">
          <ac:chgData name="" userId="242feb3c33a8e7bf" providerId="LiveId" clId="{39C24DAF-E20C-4507-9157-C96F2FA882D0}" dt="2023-03-28T16:11:42.242" v="1168"/>
          <ac:inkMkLst>
            <pc:docMk/>
            <pc:sldMk cId="4095713827" sldId="262"/>
            <ac:inkMk id="268" creationId="{A72A9068-7FAE-4028-8FB8-0A1846B78178}"/>
          </ac:inkMkLst>
        </pc:inkChg>
        <pc:inkChg chg="add del">
          <ac:chgData name="" userId="242feb3c33a8e7bf" providerId="LiveId" clId="{39C24DAF-E20C-4507-9157-C96F2FA882D0}" dt="2023-03-28T16:11:42.242" v="1168"/>
          <ac:inkMkLst>
            <pc:docMk/>
            <pc:sldMk cId="4095713827" sldId="262"/>
            <ac:inkMk id="269" creationId="{03F052C3-AD38-4788-B7D8-105ECDBA39D4}"/>
          </ac:inkMkLst>
        </pc:inkChg>
        <pc:inkChg chg="add del">
          <ac:chgData name="" userId="242feb3c33a8e7bf" providerId="LiveId" clId="{39C24DAF-E20C-4507-9157-C96F2FA882D0}" dt="2023-03-28T16:11:42.242" v="1168"/>
          <ac:inkMkLst>
            <pc:docMk/>
            <pc:sldMk cId="4095713827" sldId="262"/>
            <ac:inkMk id="270" creationId="{19B822B9-D66C-476D-A7D3-4F0C0C7380EC}"/>
          </ac:inkMkLst>
        </pc:inkChg>
        <pc:inkChg chg="add del">
          <ac:chgData name="" userId="242feb3c33a8e7bf" providerId="LiveId" clId="{39C24DAF-E20C-4507-9157-C96F2FA882D0}" dt="2023-03-28T16:11:42.242" v="1168"/>
          <ac:inkMkLst>
            <pc:docMk/>
            <pc:sldMk cId="4095713827" sldId="262"/>
            <ac:inkMk id="271" creationId="{D91A4B42-C136-4571-9C6D-FC19DB9F9214}"/>
          </ac:inkMkLst>
        </pc:inkChg>
        <pc:inkChg chg="add del">
          <ac:chgData name="" userId="242feb3c33a8e7bf" providerId="LiveId" clId="{39C24DAF-E20C-4507-9157-C96F2FA882D0}" dt="2023-03-28T16:11:42.242" v="1168"/>
          <ac:inkMkLst>
            <pc:docMk/>
            <pc:sldMk cId="4095713827" sldId="262"/>
            <ac:inkMk id="272" creationId="{F1B824A2-2C86-4496-9334-8A740BCD9028}"/>
          </ac:inkMkLst>
        </pc:inkChg>
        <pc:inkChg chg="add del">
          <ac:chgData name="" userId="242feb3c33a8e7bf" providerId="LiveId" clId="{39C24DAF-E20C-4507-9157-C96F2FA882D0}" dt="2023-03-28T16:11:42.242" v="1168"/>
          <ac:inkMkLst>
            <pc:docMk/>
            <pc:sldMk cId="4095713827" sldId="262"/>
            <ac:inkMk id="273" creationId="{91F8D8C6-1328-4291-AF68-7966A098E8D3}"/>
          </ac:inkMkLst>
        </pc:inkChg>
        <pc:inkChg chg="add del">
          <ac:chgData name="" userId="242feb3c33a8e7bf" providerId="LiveId" clId="{39C24DAF-E20C-4507-9157-C96F2FA882D0}" dt="2023-03-28T16:11:42.242" v="1168"/>
          <ac:inkMkLst>
            <pc:docMk/>
            <pc:sldMk cId="4095713827" sldId="262"/>
            <ac:inkMk id="274" creationId="{0DB1B266-7B7E-4AF4-A315-44D565C3E420}"/>
          </ac:inkMkLst>
        </pc:inkChg>
        <pc:inkChg chg="add del">
          <ac:chgData name="" userId="242feb3c33a8e7bf" providerId="LiveId" clId="{39C24DAF-E20C-4507-9157-C96F2FA882D0}" dt="2023-03-28T16:11:42.242" v="1168"/>
          <ac:inkMkLst>
            <pc:docMk/>
            <pc:sldMk cId="4095713827" sldId="262"/>
            <ac:inkMk id="275" creationId="{203072A8-A878-423F-9A60-0A9FD2B52BEE}"/>
          </ac:inkMkLst>
        </pc:inkChg>
        <pc:inkChg chg="add del">
          <ac:chgData name="" userId="242feb3c33a8e7bf" providerId="LiveId" clId="{39C24DAF-E20C-4507-9157-C96F2FA882D0}" dt="2023-03-28T16:11:42.242" v="1168"/>
          <ac:inkMkLst>
            <pc:docMk/>
            <pc:sldMk cId="4095713827" sldId="262"/>
            <ac:inkMk id="276" creationId="{1AED9810-40BF-4BD4-A1B0-325B0A0AB5EC}"/>
          </ac:inkMkLst>
        </pc:inkChg>
        <pc:inkChg chg="add del">
          <ac:chgData name="" userId="242feb3c33a8e7bf" providerId="LiveId" clId="{39C24DAF-E20C-4507-9157-C96F2FA882D0}" dt="2023-03-28T16:11:42.242" v="1168"/>
          <ac:inkMkLst>
            <pc:docMk/>
            <pc:sldMk cId="4095713827" sldId="262"/>
            <ac:inkMk id="277" creationId="{D56F91B0-61A3-409C-BC65-22F3A5A944E9}"/>
          </ac:inkMkLst>
        </pc:inkChg>
        <pc:inkChg chg="add del">
          <ac:chgData name="" userId="242feb3c33a8e7bf" providerId="LiveId" clId="{39C24DAF-E20C-4507-9157-C96F2FA882D0}" dt="2023-03-28T16:11:42.242" v="1168"/>
          <ac:inkMkLst>
            <pc:docMk/>
            <pc:sldMk cId="4095713827" sldId="262"/>
            <ac:inkMk id="278" creationId="{B814A309-3C22-4DF9-A4F6-305628091DED}"/>
          </ac:inkMkLst>
        </pc:inkChg>
        <pc:inkChg chg="add del">
          <ac:chgData name="" userId="242feb3c33a8e7bf" providerId="LiveId" clId="{39C24DAF-E20C-4507-9157-C96F2FA882D0}" dt="2023-03-28T16:11:42.242" v="1168"/>
          <ac:inkMkLst>
            <pc:docMk/>
            <pc:sldMk cId="4095713827" sldId="262"/>
            <ac:inkMk id="279" creationId="{A679ADBC-A27A-47B8-AFD7-A413D9DF408F}"/>
          </ac:inkMkLst>
        </pc:inkChg>
        <pc:inkChg chg="add del">
          <ac:chgData name="" userId="242feb3c33a8e7bf" providerId="LiveId" clId="{39C24DAF-E20C-4507-9157-C96F2FA882D0}" dt="2023-03-28T16:11:42.242" v="1168"/>
          <ac:inkMkLst>
            <pc:docMk/>
            <pc:sldMk cId="4095713827" sldId="262"/>
            <ac:inkMk id="280" creationId="{36E60D3C-80FD-4D02-B539-2AB5DE0F2E8F}"/>
          </ac:inkMkLst>
        </pc:inkChg>
        <pc:inkChg chg="add del">
          <ac:chgData name="" userId="242feb3c33a8e7bf" providerId="LiveId" clId="{39C24DAF-E20C-4507-9157-C96F2FA882D0}" dt="2023-03-28T16:11:42.242" v="1168"/>
          <ac:inkMkLst>
            <pc:docMk/>
            <pc:sldMk cId="4095713827" sldId="262"/>
            <ac:inkMk id="281" creationId="{878B796D-FCAD-4A16-B614-4A30922E977F}"/>
          </ac:inkMkLst>
        </pc:inkChg>
        <pc:inkChg chg="add del">
          <ac:chgData name="" userId="242feb3c33a8e7bf" providerId="LiveId" clId="{39C24DAF-E20C-4507-9157-C96F2FA882D0}" dt="2023-03-28T16:11:42.242" v="1168"/>
          <ac:inkMkLst>
            <pc:docMk/>
            <pc:sldMk cId="4095713827" sldId="262"/>
            <ac:inkMk id="282" creationId="{5412D9C1-11B8-444B-A0FD-5DFF8430F03C}"/>
          </ac:inkMkLst>
        </pc:inkChg>
        <pc:inkChg chg="add del">
          <ac:chgData name="" userId="242feb3c33a8e7bf" providerId="LiveId" clId="{39C24DAF-E20C-4507-9157-C96F2FA882D0}" dt="2023-03-28T16:11:42.242" v="1168"/>
          <ac:inkMkLst>
            <pc:docMk/>
            <pc:sldMk cId="4095713827" sldId="262"/>
            <ac:inkMk id="283" creationId="{A6E8A18E-010C-4D19-8559-040C357C0EBD}"/>
          </ac:inkMkLst>
        </pc:inkChg>
        <pc:inkChg chg="add del">
          <ac:chgData name="" userId="242feb3c33a8e7bf" providerId="LiveId" clId="{39C24DAF-E20C-4507-9157-C96F2FA882D0}" dt="2023-03-28T16:11:42.242" v="1168"/>
          <ac:inkMkLst>
            <pc:docMk/>
            <pc:sldMk cId="4095713827" sldId="262"/>
            <ac:inkMk id="284" creationId="{E4A05C23-7C6F-48F4-BC2E-82C4D0A210CC}"/>
          </ac:inkMkLst>
        </pc:inkChg>
        <pc:inkChg chg="add del">
          <ac:chgData name="" userId="242feb3c33a8e7bf" providerId="LiveId" clId="{39C24DAF-E20C-4507-9157-C96F2FA882D0}" dt="2023-03-28T16:11:42.242" v="1168"/>
          <ac:inkMkLst>
            <pc:docMk/>
            <pc:sldMk cId="4095713827" sldId="262"/>
            <ac:inkMk id="285" creationId="{4547FE46-9703-4876-9ABE-E8BE8C1DA97D}"/>
          </ac:inkMkLst>
        </pc:inkChg>
        <pc:inkChg chg="add del">
          <ac:chgData name="" userId="242feb3c33a8e7bf" providerId="LiveId" clId="{39C24DAF-E20C-4507-9157-C96F2FA882D0}" dt="2023-03-28T16:11:46.239" v="1173"/>
          <ac:inkMkLst>
            <pc:docMk/>
            <pc:sldMk cId="4095713827" sldId="262"/>
            <ac:inkMk id="286" creationId="{8DBD3A47-C2C1-4386-9160-094B6195C870}"/>
          </ac:inkMkLst>
        </pc:inkChg>
        <pc:inkChg chg="add">
          <ac:chgData name="" userId="242feb3c33a8e7bf" providerId="LiveId" clId="{39C24DAF-E20C-4507-9157-C96F2FA882D0}" dt="2023-03-28T16:11:42.242" v="1168"/>
          <ac:inkMkLst>
            <pc:docMk/>
            <pc:sldMk cId="4095713827" sldId="262"/>
            <ac:inkMk id="287" creationId="{F3460FD2-1421-497D-B67D-3920DE923B7C}"/>
          </ac:inkMkLst>
        </pc:inkChg>
        <pc:inkChg chg="add">
          <ac:chgData name="" userId="242feb3c33a8e7bf" providerId="LiveId" clId="{39C24DAF-E20C-4507-9157-C96F2FA882D0}" dt="2023-03-28T16:11:42.242" v="1168"/>
          <ac:inkMkLst>
            <pc:docMk/>
            <pc:sldMk cId="4095713827" sldId="262"/>
            <ac:inkMk id="288" creationId="{462990B1-38DC-40A2-B0BA-852E33412454}"/>
          </ac:inkMkLst>
        </pc:inkChg>
        <pc:inkChg chg="add">
          <ac:chgData name="" userId="242feb3c33a8e7bf" providerId="LiveId" clId="{39C24DAF-E20C-4507-9157-C96F2FA882D0}" dt="2023-03-28T16:11:42.242" v="1168"/>
          <ac:inkMkLst>
            <pc:docMk/>
            <pc:sldMk cId="4095713827" sldId="262"/>
            <ac:inkMk id="289" creationId="{31096E9C-3261-4CD0-AE96-9B3C2C75365D}"/>
          </ac:inkMkLst>
        </pc:inkChg>
        <pc:inkChg chg="add">
          <ac:chgData name="" userId="242feb3c33a8e7bf" providerId="LiveId" clId="{39C24DAF-E20C-4507-9157-C96F2FA882D0}" dt="2023-03-28T16:11:42.242" v="1168"/>
          <ac:inkMkLst>
            <pc:docMk/>
            <pc:sldMk cId="4095713827" sldId="262"/>
            <ac:inkMk id="290" creationId="{A32CDB7B-EB78-435C-A535-7A8A2102AC9A}"/>
          </ac:inkMkLst>
        </pc:inkChg>
        <pc:inkChg chg="add del">
          <ac:chgData name="" userId="242feb3c33a8e7bf" providerId="LiveId" clId="{39C24DAF-E20C-4507-9157-C96F2FA882D0}" dt="2023-03-28T16:11:46.239" v="1173"/>
          <ac:inkMkLst>
            <pc:docMk/>
            <pc:sldMk cId="4095713827" sldId="262"/>
            <ac:inkMk id="291" creationId="{5AD45AEF-F646-4F69-A065-ED9522F62606}"/>
          </ac:inkMkLst>
        </pc:inkChg>
        <pc:inkChg chg="add del">
          <ac:chgData name="" userId="242feb3c33a8e7bf" providerId="LiveId" clId="{39C24DAF-E20C-4507-9157-C96F2FA882D0}" dt="2023-03-28T16:11:46.239" v="1173"/>
          <ac:inkMkLst>
            <pc:docMk/>
            <pc:sldMk cId="4095713827" sldId="262"/>
            <ac:inkMk id="292" creationId="{45B2792F-DB5A-4DC3-9725-489DEAD7F6D9}"/>
          </ac:inkMkLst>
        </pc:inkChg>
        <pc:inkChg chg="add del">
          <ac:chgData name="" userId="242feb3c33a8e7bf" providerId="LiveId" clId="{39C24DAF-E20C-4507-9157-C96F2FA882D0}" dt="2023-03-28T16:11:46.239" v="1173"/>
          <ac:inkMkLst>
            <pc:docMk/>
            <pc:sldMk cId="4095713827" sldId="262"/>
            <ac:inkMk id="293" creationId="{9EDC16F3-FD95-4C3C-9E8F-6C22DBE86929}"/>
          </ac:inkMkLst>
        </pc:inkChg>
        <pc:inkChg chg="add del">
          <ac:chgData name="" userId="242feb3c33a8e7bf" providerId="LiveId" clId="{39C24DAF-E20C-4507-9157-C96F2FA882D0}" dt="2023-03-28T16:11:46.239" v="1173"/>
          <ac:inkMkLst>
            <pc:docMk/>
            <pc:sldMk cId="4095713827" sldId="262"/>
            <ac:inkMk id="294" creationId="{F78799A8-B327-4C71-8B18-014FA126D6E9}"/>
          </ac:inkMkLst>
        </pc:inkChg>
        <pc:inkChg chg="add">
          <ac:chgData name="" userId="242feb3c33a8e7bf" providerId="LiveId" clId="{39C24DAF-E20C-4507-9157-C96F2FA882D0}" dt="2023-03-28T16:11:46.239" v="1173"/>
          <ac:inkMkLst>
            <pc:docMk/>
            <pc:sldMk cId="4095713827" sldId="262"/>
            <ac:inkMk id="295" creationId="{66BE2512-6849-4F9B-AE73-1F4126BCBE57}"/>
          </ac:inkMkLst>
        </pc:inkChg>
        <pc:inkChg chg="add del">
          <ac:chgData name="" userId="242feb3c33a8e7bf" providerId="LiveId" clId="{39C24DAF-E20C-4507-9157-C96F2FA882D0}" dt="2023-03-28T16:11:49.075" v="1176"/>
          <ac:inkMkLst>
            <pc:docMk/>
            <pc:sldMk cId="4095713827" sldId="262"/>
            <ac:inkMk id="296" creationId="{84BEFD0B-6D5E-49B3-8ADB-93D13F7D3D91}"/>
          </ac:inkMkLst>
        </pc:inkChg>
        <pc:inkChg chg="add del">
          <ac:chgData name="" userId="242feb3c33a8e7bf" providerId="LiveId" clId="{39C24DAF-E20C-4507-9157-C96F2FA882D0}" dt="2023-03-28T16:11:49.075" v="1176"/>
          <ac:inkMkLst>
            <pc:docMk/>
            <pc:sldMk cId="4095713827" sldId="262"/>
            <ac:inkMk id="297" creationId="{016DCA58-CB5B-46CE-9151-E195CAE81092}"/>
          </ac:inkMkLst>
        </pc:inkChg>
        <pc:inkChg chg="add">
          <ac:chgData name="" userId="242feb3c33a8e7bf" providerId="LiveId" clId="{39C24DAF-E20C-4507-9157-C96F2FA882D0}" dt="2023-03-28T16:11:49.075" v="1176"/>
          <ac:inkMkLst>
            <pc:docMk/>
            <pc:sldMk cId="4095713827" sldId="262"/>
            <ac:inkMk id="298" creationId="{8AA93F40-D319-4F65-BEEC-A012CEE41F11}"/>
          </ac:inkMkLst>
        </pc:inkChg>
        <pc:inkChg chg="add del">
          <ac:chgData name="" userId="242feb3c33a8e7bf" providerId="LiveId" clId="{39C24DAF-E20C-4507-9157-C96F2FA882D0}" dt="2023-03-28T16:11:58.150" v="1196"/>
          <ac:inkMkLst>
            <pc:docMk/>
            <pc:sldMk cId="4095713827" sldId="262"/>
            <ac:inkMk id="299" creationId="{F9526087-FB98-4BA7-8D7A-FCA782CAACD7}"/>
          </ac:inkMkLst>
        </pc:inkChg>
        <pc:inkChg chg="add del">
          <ac:chgData name="" userId="242feb3c33a8e7bf" providerId="LiveId" clId="{39C24DAF-E20C-4507-9157-C96F2FA882D0}" dt="2023-03-28T16:11:58.150" v="1196"/>
          <ac:inkMkLst>
            <pc:docMk/>
            <pc:sldMk cId="4095713827" sldId="262"/>
            <ac:inkMk id="300" creationId="{6AD77704-2AA7-4CF1-A3CC-420C0B1092F2}"/>
          </ac:inkMkLst>
        </pc:inkChg>
        <pc:inkChg chg="add del">
          <ac:chgData name="" userId="242feb3c33a8e7bf" providerId="LiveId" clId="{39C24DAF-E20C-4507-9157-C96F2FA882D0}" dt="2023-03-28T16:11:58.150" v="1196"/>
          <ac:inkMkLst>
            <pc:docMk/>
            <pc:sldMk cId="4095713827" sldId="262"/>
            <ac:inkMk id="301" creationId="{A9EC1A1D-20B7-47BD-8ED8-ABF62B710CFF}"/>
          </ac:inkMkLst>
        </pc:inkChg>
        <pc:inkChg chg="add del">
          <ac:chgData name="" userId="242feb3c33a8e7bf" providerId="LiveId" clId="{39C24DAF-E20C-4507-9157-C96F2FA882D0}" dt="2023-03-28T16:11:58.150" v="1196"/>
          <ac:inkMkLst>
            <pc:docMk/>
            <pc:sldMk cId="4095713827" sldId="262"/>
            <ac:inkMk id="302" creationId="{136F5D3B-188B-4A87-BC72-C737F9ACFF31}"/>
          </ac:inkMkLst>
        </pc:inkChg>
        <pc:inkChg chg="add del">
          <ac:chgData name="" userId="242feb3c33a8e7bf" providerId="LiveId" clId="{39C24DAF-E20C-4507-9157-C96F2FA882D0}" dt="2023-03-28T16:11:58.150" v="1196"/>
          <ac:inkMkLst>
            <pc:docMk/>
            <pc:sldMk cId="4095713827" sldId="262"/>
            <ac:inkMk id="303" creationId="{01DFC3DC-7906-4F64-8BB2-6C75CC5BF638}"/>
          </ac:inkMkLst>
        </pc:inkChg>
        <pc:inkChg chg="add del">
          <ac:chgData name="" userId="242feb3c33a8e7bf" providerId="LiveId" clId="{39C24DAF-E20C-4507-9157-C96F2FA882D0}" dt="2023-03-28T16:11:58.150" v="1196"/>
          <ac:inkMkLst>
            <pc:docMk/>
            <pc:sldMk cId="4095713827" sldId="262"/>
            <ac:inkMk id="304" creationId="{7D0C9326-F5D5-4F0F-85E3-213DEB1A0254}"/>
          </ac:inkMkLst>
        </pc:inkChg>
        <pc:inkChg chg="add del">
          <ac:chgData name="" userId="242feb3c33a8e7bf" providerId="LiveId" clId="{39C24DAF-E20C-4507-9157-C96F2FA882D0}" dt="2023-03-28T16:11:58.150" v="1196"/>
          <ac:inkMkLst>
            <pc:docMk/>
            <pc:sldMk cId="4095713827" sldId="262"/>
            <ac:inkMk id="305" creationId="{0506FD8D-1AD2-410C-825A-A45460BF1811}"/>
          </ac:inkMkLst>
        </pc:inkChg>
        <pc:inkChg chg="add del">
          <ac:chgData name="" userId="242feb3c33a8e7bf" providerId="LiveId" clId="{39C24DAF-E20C-4507-9157-C96F2FA882D0}" dt="2023-03-28T16:11:58.150" v="1196"/>
          <ac:inkMkLst>
            <pc:docMk/>
            <pc:sldMk cId="4095713827" sldId="262"/>
            <ac:inkMk id="306" creationId="{F063085F-A7AF-44F1-A109-6534E590025A}"/>
          </ac:inkMkLst>
        </pc:inkChg>
        <pc:inkChg chg="add del">
          <ac:chgData name="" userId="242feb3c33a8e7bf" providerId="LiveId" clId="{39C24DAF-E20C-4507-9157-C96F2FA882D0}" dt="2023-03-28T16:11:58.150" v="1196"/>
          <ac:inkMkLst>
            <pc:docMk/>
            <pc:sldMk cId="4095713827" sldId="262"/>
            <ac:inkMk id="307" creationId="{E7AE5B20-EF87-4123-8BA0-D5BE5984C172}"/>
          </ac:inkMkLst>
        </pc:inkChg>
        <pc:inkChg chg="add del">
          <ac:chgData name="" userId="242feb3c33a8e7bf" providerId="LiveId" clId="{39C24DAF-E20C-4507-9157-C96F2FA882D0}" dt="2023-03-28T16:11:58.150" v="1196"/>
          <ac:inkMkLst>
            <pc:docMk/>
            <pc:sldMk cId="4095713827" sldId="262"/>
            <ac:inkMk id="308" creationId="{AEB92511-1E89-435C-8720-01FA6500FF17}"/>
          </ac:inkMkLst>
        </pc:inkChg>
        <pc:inkChg chg="add del">
          <ac:chgData name="" userId="242feb3c33a8e7bf" providerId="LiveId" clId="{39C24DAF-E20C-4507-9157-C96F2FA882D0}" dt="2023-03-28T16:11:58.150" v="1196"/>
          <ac:inkMkLst>
            <pc:docMk/>
            <pc:sldMk cId="4095713827" sldId="262"/>
            <ac:inkMk id="309" creationId="{570AAC08-CE11-48AB-841C-36A019B52CCB}"/>
          </ac:inkMkLst>
        </pc:inkChg>
        <pc:inkChg chg="add del">
          <ac:chgData name="" userId="242feb3c33a8e7bf" providerId="LiveId" clId="{39C24DAF-E20C-4507-9157-C96F2FA882D0}" dt="2023-03-28T16:11:58.150" v="1196"/>
          <ac:inkMkLst>
            <pc:docMk/>
            <pc:sldMk cId="4095713827" sldId="262"/>
            <ac:inkMk id="310" creationId="{ACC1D92B-61C6-4E21-9EFB-3A955E099C20}"/>
          </ac:inkMkLst>
        </pc:inkChg>
        <pc:inkChg chg="add del">
          <ac:chgData name="" userId="242feb3c33a8e7bf" providerId="LiveId" clId="{39C24DAF-E20C-4507-9157-C96F2FA882D0}" dt="2023-03-28T16:11:58.150" v="1196"/>
          <ac:inkMkLst>
            <pc:docMk/>
            <pc:sldMk cId="4095713827" sldId="262"/>
            <ac:inkMk id="311" creationId="{C1AF39B7-D5F2-46FA-85AD-821CECA16955}"/>
          </ac:inkMkLst>
        </pc:inkChg>
        <pc:inkChg chg="add del">
          <ac:chgData name="" userId="242feb3c33a8e7bf" providerId="LiveId" clId="{39C24DAF-E20C-4507-9157-C96F2FA882D0}" dt="2023-03-28T16:11:58.150" v="1196"/>
          <ac:inkMkLst>
            <pc:docMk/>
            <pc:sldMk cId="4095713827" sldId="262"/>
            <ac:inkMk id="312" creationId="{35D3BB9D-7816-47DA-891A-E6CEDF46E037}"/>
          </ac:inkMkLst>
        </pc:inkChg>
        <pc:inkChg chg="add del">
          <ac:chgData name="" userId="242feb3c33a8e7bf" providerId="LiveId" clId="{39C24DAF-E20C-4507-9157-C96F2FA882D0}" dt="2023-03-28T16:11:58.150" v="1196"/>
          <ac:inkMkLst>
            <pc:docMk/>
            <pc:sldMk cId="4095713827" sldId="262"/>
            <ac:inkMk id="313" creationId="{2B7ED807-4521-4740-ABDC-37067F5BA054}"/>
          </ac:inkMkLst>
        </pc:inkChg>
        <pc:inkChg chg="add del">
          <ac:chgData name="" userId="242feb3c33a8e7bf" providerId="LiveId" clId="{39C24DAF-E20C-4507-9157-C96F2FA882D0}" dt="2023-03-28T16:11:58.150" v="1196"/>
          <ac:inkMkLst>
            <pc:docMk/>
            <pc:sldMk cId="4095713827" sldId="262"/>
            <ac:inkMk id="314" creationId="{1C9A71EB-E501-430B-9187-5A2CA0E36504}"/>
          </ac:inkMkLst>
        </pc:inkChg>
        <pc:inkChg chg="add del">
          <ac:chgData name="" userId="242feb3c33a8e7bf" providerId="LiveId" clId="{39C24DAF-E20C-4507-9157-C96F2FA882D0}" dt="2023-03-28T16:11:58.150" v="1196"/>
          <ac:inkMkLst>
            <pc:docMk/>
            <pc:sldMk cId="4095713827" sldId="262"/>
            <ac:inkMk id="315" creationId="{CC30977A-C26F-4EC2-BA9C-481FF6EE7028}"/>
          </ac:inkMkLst>
        </pc:inkChg>
        <pc:inkChg chg="add del">
          <ac:chgData name="" userId="242feb3c33a8e7bf" providerId="LiveId" clId="{39C24DAF-E20C-4507-9157-C96F2FA882D0}" dt="2023-03-28T16:11:58.150" v="1196"/>
          <ac:inkMkLst>
            <pc:docMk/>
            <pc:sldMk cId="4095713827" sldId="262"/>
            <ac:inkMk id="316" creationId="{75709CA5-B9B0-4371-9FDF-A4C5E6684C08}"/>
          </ac:inkMkLst>
        </pc:inkChg>
        <pc:inkChg chg="add del">
          <ac:chgData name="" userId="242feb3c33a8e7bf" providerId="LiveId" clId="{39C24DAF-E20C-4507-9157-C96F2FA882D0}" dt="2023-03-28T16:11:58.150" v="1196"/>
          <ac:inkMkLst>
            <pc:docMk/>
            <pc:sldMk cId="4095713827" sldId="262"/>
            <ac:inkMk id="317" creationId="{477C996A-8FF1-4D39-8BE8-00D82821996D}"/>
          </ac:inkMkLst>
        </pc:inkChg>
        <pc:inkChg chg="add">
          <ac:chgData name="" userId="242feb3c33a8e7bf" providerId="LiveId" clId="{39C24DAF-E20C-4507-9157-C96F2FA882D0}" dt="2023-03-28T16:11:58.150" v="1196"/>
          <ac:inkMkLst>
            <pc:docMk/>
            <pc:sldMk cId="4095713827" sldId="262"/>
            <ac:inkMk id="318" creationId="{A08F93BF-EA26-4047-B79F-B8C7CDBAAFDA}"/>
          </ac:inkMkLst>
        </pc:inkChg>
        <pc:inkChg chg="add">
          <ac:chgData name="" userId="242feb3c33a8e7bf" providerId="LiveId" clId="{39C24DAF-E20C-4507-9157-C96F2FA882D0}" dt="2023-03-28T16:11:58.150" v="1196"/>
          <ac:inkMkLst>
            <pc:docMk/>
            <pc:sldMk cId="4095713827" sldId="262"/>
            <ac:inkMk id="319" creationId="{401EFA41-BC4D-464E-A051-889596ADF786}"/>
          </ac:inkMkLst>
        </pc:inkChg>
        <pc:inkChg chg="add">
          <ac:chgData name="" userId="242feb3c33a8e7bf" providerId="LiveId" clId="{39C24DAF-E20C-4507-9157-C96F2FA882D0}" dt="2023-03-28T16:11:58.150" v="1196"/>
          <ac:inkMkLst>
            <pc:docMk/>
            <pc:sldMk cId="4095713827" sldId="262"/>
            <ac:inkMk id="320" creationId="{EE090F1D-7C47-4D28-A5C6-DBBB041ACEFD}"/>
          </ac:inkMkLst>
        </pc:inkChg>
        <pc:inkChg chg="add">
          <ac:chgData name="" userId="242feb3c33a8e7bf" providerId="LiveId" clId="{39C24DAF-E20C-4507-9157-C96F2FA882D0}" dt="2023-03-28T16:11:58.150" v="1196"/>
          <ac:inkMkLst>
            <pc:docMk/>
            <pc:sldMk cId="4095713827" sldId="262"/>
            <ac:inkMk id="321" creationId="{884BCC35-96FF-4528-AA91-8FE4B54989A8}"/>
          </ac:inkMkLst>
        </pc:inkChg>
        <pc:inkChg chg="add">
          <ac:chgData name="" userId="242feb3c33a8e7bf" providerId="LiveId" clId="{39C24DAF-E20C-4507-9157-C96F2FA882D0}" dt="2023-03-28T16:11:58.150" v="1196"/>
          <ac:inkMkLst>
            <pc:docMk/>
            <pc:sldMk cId="4095713827" sldId="262"/>
            <ac:inkMk id="322" creationId="{2171AE90-D790-44BD-9AFA-2EE97EF449FA}"/>
          </ac:inkMkLst>
        </pc:inkChg>
        <pc:inkChg chg="add">
          <ac:chgData name="" userId="242feb3c33a8e7bf" providerId="LiveId" clId="{39C24DAF-E20C-4507-9157-C96F2FA882D0}" dt="2023-03-28T16:12:05.021" v="1197"/>
          <ac:inkMkLst>
            <pc:docMk/>
            <pc:sldMk cId="4095713827" sldId="262"/>
            <ac:inkMk id="323" creationId="{91288B01-740B-40B9-B8FB-EA396879737D}"/>
          </ac:inkMkLst>
        </pc:inkChg>
        <pc:inkChg chg="add del">
          <ac:chgData name="" userId="242feb3c33a8e7bf" providerId="LiveId" clId="{39C24DAF-E20C-4507-9157-C96F2FA882D0}" dt="2023-03-28T16:12:09.460" v="1205"/>
          <ac:inkMkLst>
            <pc:docMk/>
            <pc:sldMk cId="4095713827" sldId="262"/>
            <ac:inkMk id="324" creationId="{7CFF2CD0-D0BF-480D-A3E5-8C2C21739249}"/>
          </ac:inkMkLst>
        </pc:inkChg>
        <pc:inkChg chg="add del">
          <ac:chgData name="" userId="242feb3c33a8e7bf" providerId="LiveId" clId="{39C24DAF-E20C-4507-9157-C96F2FA882D0}" dt="2023-03-28T16:12:09.460" v="1205"/>
          <ac:inkMkLst>
            <pc:docMk/>
            <pc:sldMk cId="4095713827" sldId="262"/>
            <ac:inkMk id="325" creationId="{03EB18AB-0800-4A11-B462-51F06670AC6A}"/>
          </ac:inkMkLst>
        </pc:inkChg>
        <pc:inkChg chg="add del">
          <ac:chgData name="" userId="242feb3c33a8e7bf" providerId="LiveId" clId="{39C24DAF-E20C-4507-9157-C96F2FA882D0}" dt="2023-03-28T16:12:09.460" v="1205"/>
          <ac:inkMkLst>
            <pc:docMk/>
            <pc:sldMk cId="4095713827" sldId="262"/>
            <ac:inkMk id="326" creationId="{0AC2EE75-6D19-4C4E-8BEC-3C0A7A83D2C8}"/>
          </ac:inkMkLst>
        </pc:inkChg>
        <pc:inkChg chg="add del">
          <ac:chgData name="" userId="242feb3c33a8e7bf" providerId="LiveId" clId="{39C24DAF-E20C-4507-9157-C96F2FA882D0}" dt="2023-03-28T16:12:09.460" v="1205"/>
          <ac:inkMkLst>
            <pc:docMk/>
            <pc:sldMk cId="4095713827" sldId="262"/>
            <ac:inkMk id="327" creationId="{C6E9A388-585A-4A92-8101-44EA60492228}"/>
          </ac:inkMkLst>
        </pc:inkChg>
        <pc:inkChg chg="add del">
          <ac:chgData name="" userId="242feb3c33a8e7bf" providerId="LiveId" clId="{39C24DAF-E20C-4507-9157-C96F2FA882D0}" dt="2023-03-28T16:12:09.460" v="1205"/>
          <ac:inkMkLst>
            <pc:docMk/>
            <pc:sldMk cId="4095713827" sldId="262"/>
            <ac:inkMk id="328" creationId="{7403D5BA-19BE-4E7F-8CEA-1F66843BE7C5}"/>
          </ac:inkMkLst>
        </pc:inkChg>
        <pc:inkChg chg="add del">
          <ac:chgData name="" userId="242feb3c33a8e7bf" providerId="LiveId" clId="{39C24DAF-E20C-4507-9157-C96F2FA882D0}" dt="2023-03-28T16:12:09.460" v="1205"/>
          <ac:inkMkLst>
            <pc:docMk/>
            <pc:sldMk cId="4095713827" sldId="262"/>
            <ac:inkMk id="329" creationId="{5DF54DEA-2990-4A9E-96FC-2FF7F4DF72D5}"/>
          </ac:inkMkLst>
        </pc:inkChg>
        <pc:inkChg chg="add del">
          <ac:chgData name="" userId="242feb3c33a8e7bf" providerId="LiveId" clId="{39C24DAF-E20C-4507-9157-C96F2FA882D0}" dt="2023-03-28T16:12:09.460" v="1205"/>
          <ac:inkMkLst>
            <pc:docMk/>
            <pc:sldMk cId="4095713827" sldId="262"/>
            <ac:inkMk id="330" creationId="{6C4A76C8-CB32-4D07-A42F-A543E85A8EDE}"/>
          </ac:inkMkLst>
        </pc:inkChg>
        <pc:inkChg chg="add">
          <ac:chgData name="" userId="242feb3c33a8e7bf" providerId="LiveId" clId="{39C24DAF-E20C-4507-9157-C96F2FA882D0}" dt="2023-03-28T16:12:09.460" v="1205"/>
          <ac:inkMkLst>
            <pc:docMk/>
            <pc:sldMk cId="4095713827" sldId="262"/>
            <ac:inkMk id="331" creationId="{F2AC0721-BB69-446C-8BCB-47C301D3809C}"/>
          </ac:inkMkLst>
        </pc:inkChg>
        <pc:inkChg chg="add">
          <ac:chgData name="" userId="242feb3c33a8e7bf" providerId="LiveId" clId="{39C24DAF-E20C-4507-9157-C96F2FA882D0}" dt="2023-03-28T16:12:09.460" v="1205"/>
          <ac:inkMkLst>
            <pc:docMk/>
            <pc:sldMk cId="4095713827" sldId="262"/>
            <ac:inkMk id="332" creationId="{B24B6582-43BD-4A91-9509-1C8758F590EB}"/>
          </ac:inkMkLst>
        </pc:inkChg>
        <pc:inkChg chg="add">
          <ac:chgData name="" userId="242feb3c33a8e7bf" providerId="LiveId" clId="{39C24DAF-E20C-4507-9157-C96F2FA882D0}" dt="2023-03-28T16:12:09.971" v="1206"/>
          <ac:inkMkLst>
            <pc:docMk/>
            <pc:sldMk cId="4095713827" sldId="262"/>
            <ac:inkMk id="333" creationId="{B2305549-0162-41DB-A359-EAF39FD07C37}"/>
          </ac:inkMkLst>
        </pc:inkChg>
        <pc:inkChg chg="add del">
          <ac:chgData name="" userId="242feb3c33a8e7bf" providerId="LiveId" clId="{39C24DAF-E20C-4507-9157-C96F2FA882D0}" dt="2023-03-28T16:12:16.910" v="1214"/>
          <ac:inkMkLst>
            <pc:docMk/>
            <pc:sldMk cId="4095713827" sldId="262"/>
            <ac:inkMk id="334" creationId="{F480F4EA-2762-4B3B-A049-86980FD46A65}"/>
          </ac:inkMkLst>
        </pc:inkChg>
        <pc:inkChg chg="add del">
          <ac:chgData name="" userId="242feb3c33a8e7bf" providerId="LiveId" clId="{39C24DAF-E20C-4507-9157-C96F2FA882D0}" dt="2023-03-28T16:12:16.910" v="1214"/>
          <ac:inkMkLst>
            <pc:docMk/>
            <pc:sldMk cId="4095713827" sldId="262"/>
            <ac:inkMk id="335" creationId="{A82C9A21-4835-470B-A8DB-9B0E14215A4F}"/>
          </ac:inkMkLst>
        </pc:inkChg>
        <pc:inkChg chg="add del">
          <ac:chgData name="" userId="242feb3c33a8e7bf" providerId="LiveId" clId="{39C24DAF-E20C-4507-9157-C96F2FA882D0}" dt="2023-03-28T16:12:16.910" v="1214"/>
          <ac:inkMkLst>
            <pc:docMk/>
            <pc:sldMk cId="4095713827" sldId="262"/>
            <ac:inkMk id="336" creationId="{12894990-FE8D-4111-889C-CD3D5853BB99}"/>
          </ac:inkMkLst>
        </pc:inkChg>
        <pc:inkChg chg="add del">
          <ac:chgData name="" userId="242feb3c33a8e7bf" providerId="LiveId" clId="{39C24DAF-E20C-4507-9157-C96F2FA882D0}" dt="2023-03-28T16:12:16.910" v="1214"/>
          <ac:inkMkLst>
            <pc:docMk/>
            <pc:sldMk cId="4095713827" sldId="262"/>
            <ac:inkMk id="337" creationId="{AA56BB04-AF73-493A-ADD5-E67E64BDD43A}"/>
          </ac:inkMkLst>
        </pc:inkChg>
        <pc:inkChg chg="add del">
          <ac:chgData name="" userId="242feb3c33a8e7bf" providerId="LiveId" clId="{39C24DAF-E20C-4507-9157-C96F2FA882D0}" dt="2023-03-28T16:13:32.910" v="1294"/>
          <ac:inkMkLst>
            <pc:docMk/>
            <pc:sldMk cId="4095713827" sldId="262"/>
            <ac:inkMk id="338" creationId="{C2D54B86-F389-4E9E-97DD-2B2246B9625C}"/>
          </ac:inkMkLst>
        </pc:inkChg>
        <pc:inkChg chg="add del">
          <ac:chgData name="" userId="242feb3c33a8e7bf" providerId="LiveId" clId="{39C24DAF-E20C-4507-9157-C96F2FA882D0}" dt="2023-03-28T16:12:16.910" v="1214"/>
          <ac:inkMkLst>
            <pc:docMk/>
            <pc:sldMk cId="4095713827" sldId="262"/>
            <ac:inkMk id="339" creationId="{5D571399-9B88-45B7-A2C1-9E7C1FA84FAE}"/>
          </ac:inkMkLst>
        </pc:inkChg>
        <pc:inkChg chg="add del">
          <ac:chgData name="" userId="242feb3c33a8e7bf" providerId="LiveId" clId="{39C24DAF-E20C-4507-9157-C96F2FA882D0}" dt="2023-03-28T16:12:16.910" v="1214"/>
          <ac:inkMkLst>
            <pc:docMk/>
            <pc:sldMk cId="4095713827" sldId="262"/>
            <ac:inkMk id="340" creationId="{C24D5991-ADC5-4202-8EFE-C82477274D42}"/>
          </ac:inkMkLst>
        </pc:inkChg>
        <pc:inkChg chg="add del">
          <ac:chgData name="" userId="242feb3c33a8e7bf" providerId="LiveId" clId="{39C24DAF-E20C-4507-9157-C96F2FA882D0}" dt="2023-03-28T16:12:19.100" v="1215"/>
          <ac:inkMkLst>
            <pc:docMk/>
            <pc:sldMk cId="4095713827" sldId="262"/>
            <ac:inkMk id="341" creationId="{39D323A1-8CC9-4A48-9988-08D309FFA23F}"/>
          </ac:inkMkLst>
        </pc:inkChg>
        <pc:inkChg chg="add">
          <ac:chgData name="" userId="242feb3c33a8e7bf" providerId="LiveId" clId="{39C24DAF-E20C-4507-9157-C96F2FA882D0}" dt="2023-03-28T16:12:16.910" v="1214"/>
          <ac:inkMkLst>
            <pc:docMk/>
            <pc:sldMk cId="4095713827" sldId="262"/>
            <ac:inkMk id="342" creationId="{75E5F83A-E97D-4D3E-8FAC-709B578CE0B5}"/>
          </ac:inkMkLst>
        </pc:inkChg>
        <pc:inkChg chg="add del">
          <ac:chgData name="" userId="242feb3c33a8e7bf" providerId="LiveId" clId="{39C24DAF-E20C-4507-9157-C96F2FA882D0}" dt="2023-03-28T16:12:24.795" v="1221"/>
          <ac:inkMkLst>
            <pc:docMk/>
            <pc:sldMk cId="4095713827" sldId="262"/>
            <ac:inkMk id="343" creationId="{25E197CD-D4AB-468C-B897-4BA867FBA3B0}"/>
          </ac:inkMkLst>
        </pc:inkChg>
        <pc:inkChg chg="add del">
          <ac:chgData name="" userId="242feb3c33a8e7bf" providerId="LiveId" clId="{39C24DAF-E20C-4507-9157-C96F2FA882D0}" dt="2023-03-28T16:12:24.795" v="1221"/>
          <ac:inkMkLst>
            <pc:docMk/>
            <pc:sldMk cId="4095713827" sldId="262"/>
            <ac:inkMk id="344" creationId="{32980480-4153-4A51-80D2-2F03F9662ADE}"/>
          </ac:inkMkLst>
        </pc:inkChg>
        <pc:inkChg chg="add del">
          <ac:chgData name="" userId="242feb3c33a8e7bf" providerId="LiveId" clId="{39C24DAF-E20C-4507-9157-C96F2FA882D0}" dt="2023-03-28T16:12:24.795" v="1221"/>
          <ac:inkMkLst>
            <pc:docMk/>
            <pc:sldMk cId="4095713827" sldId="262"/>
            <ac:inkMk id="345" creationId="{5B40D9B8-D02A-45B7-82C2-2B005735F5F5}"/>
          </ac:inkMkLst>
        </pc:inkChg>
        <pc:inkChg chg="add del">
          <ac:chgData name="" userId="242feb3c33a8e7bf" providerId="LiveId" clId="{39C24DAF-E20C-4507-9157-C96F2FA882D0}" dt="2023-03-28T16:12:24.795" v="1221"/>
          <ac:inkMkLst>
            <pc:docMk/>
            <pc:sldMk cId="4095713827" sldId="262"/>
            <ac:inkMk id="346" creationId="{73A6C0C7-23A2-4BDE-9F17-6BAF293AF798}"/>
          </ac:inkMkLst>
        </pc:inkChg>
        <pc:inkChg chg="add del">
          <ac:chgData name="" userId="242feb3c33a8e7bf" providerId="LiveId" clId="{39C24DAF-E20C-4507-9157-C96F2FA882D0}" dt="2023-03-28T16:12:24.795" v="1221"/>
          <ac:inkMkLst>
            <pc:docMk/>
            <pc:sldMk cId="4095713827" sldId="262"/>
            <ac:inkMk id="347" creationId="{95A6632D-3C53-4796-B731-0ACC306B3111}"/>
          </ac:inkMkLst>
        </pc:inkChg>
        <pc:inkChg chg="add del">
          <ac:chgData name="" userId="242feb3c33a8e7bf" providerId="LiveId" clId="{39C24DAF-E20C-4507-9157-C96F2FA882D0}" dt="2023-03-28T16:12:25.777" v="1223"/>
          <ac:inkMkLst>
            <pc:docMk/>
            <pc:sldMk cId="4095713827" sldId="262"/>
            <ac:inkMk id="348" creationId="{D78B91BE-8F87-4320-9209-A4BB39AB7415}"/>
          </ac:inkMkLst>
        </pc:inkChg>
        <pc:inkChg chg="add del">
          <ac:chgData name="" userId="242feb3c33a8e7bf" providerId="LiveId" clId="{39C24DAF-E20C-4507-9157-C96F2FA882D0}" dt="2023-03-28T16:12:25.777" v="1223"/>
          <ac:inkMkLst>
            <pc:docMk/>
            <pc:sldMk cId="4095713827" sldId="262"/>
            <ac:inkMk id="349" creationId="{AB2AD832-AB60-409E-9F91-2FFBCE88498A}"/>
          </ac:inkMkLst>
        </pc:inkChg>
        <pc:inkChg chg="add del">
          <ac:chgData name="" userId="242feb3c33a8e7bf" providerId="LiveId" clId="{39C24DAF-E20C-4507-9157-C96F2FA882D0}" dt="2023-03-28T16:13:32.910" v="1294"/>
          <ac:inkMkLst>
            <pc:docMk/>
            <pc:sldMk cId="4095713827" sldId="262"/>
            <ac:inkMk id="350" creationId="{7ABCADDB-05F9-49D5-94D1-47B2FE75DD59}"/>
          </ac:inkMkLst>
        </pc:inkChg>
        <pc:inkChg chg="add del">
          <ac:chgData name="" userId="242feb3c33a8e7bf" providerId="LiveId" clId="{39C24DAF-E20C-4507-9157-C96F2FA882D0}" dt="2023-03-28T16:12:40.946" v="1226"/>
          <ac:inkMkLst>
            <pc:docMk/>
            <pc:sldMk cId="4095713827" sldId="262"/>
            <ac:inkMk id="351" creationId="{AFA81C0F-0723-4E81-B7DB-ABE3B19D98B9}"/>
          </ac:inkMkLst>
        </pc:inkChg>
        <pc:inkChg chg="add del">
          <ac:chgData name="" userId="242feb3c33a8e7bf" providerId="LiveId" clId="{39C24DAF-E20C-4507-9157-C96F2FA882D0}" dt="2023-03-28T16:12:40.946" v="1226"/>
          <ac:inkMkLst>
            <pc:docMk/>
            <pc:sldMk cId="4095713827" sldId="262"/>
            <ac:inkMk id="352" creationId="{9C2A29D1-D8E8-46D1-A788-5BB9297FB07E}"/>
          </ac:inkMkLst>
        </pc:inkChg>
        <pc:inkChg chg="add">
          <ac:chgData name="" userId="242feb3c33a8e7bf" providerId="LiveId" clId="{39C24DAF-E20C-4507-9157-C96F2FA882D0}" dt="2023-03-28T16:12:40.946" v="1226"/>
          <ac:inkMkLst>
            <pc:docMk/>
            <pc:sldMk cId="4095713827" sldId="262"/>
            <ac:inkMk id="353" creationId="{5112FF8D-1213-4A9D-8185-7ED7C3A52AA0}"/>
          </ac:inkMkLst>
        </pc:inkChg>
        <pc:inkChg chg="add del">
          <ac:chgData name="" userId="242feb3c33a8e7bf" providerId="LiveId" clId="{39C24DAF-E20C-4507-9157-C96F2FA882D0}" dt="2023-03-28T16:12:42.287" v="1229"/>
          <ac:inkMkLst>
            <pc:docMk/>
            <pc:sldMk cId="4095713827" sldId="262"/>
            <ac:inkMk id="354" creationId="{89B6C6C0-349D-4F2B-9518-28985437876B}"/>
          </ac:inkMkLst>
        </pc:inkChg>
        <pc:inkChg chg="add del">
          <ac:chgData name="" userId="242feb3c33a8e7bf" providerId="LiveId" clId="{39C24DAF-E20C-4507-9157-C96F2FA882D0}" dt="2023-03-28T16:12:42.287" v="1229"/>
          <ac:inkMkLst>
            <pc:docMk/>
            <pc:sldMk cId="4095713827" sldId="262"/>
            <ac:inkMk id="355" creationId="{B66A5219-1CFA-40B4-8AFB-06F1ABA23B26}"/>
          </ac:inkMkLst>
        </pc:inkChg>
        <pc:inkChg chg="add">
          <ac:chgData name="" userId="242feb3c33a8e7bf" providerId="LiveId" clId="{39C24DAF-E20C-4507-9157-C96F2FA882D0}" dt="2023-03-28T16:12:42.287" v="1229"/>
          <ac:inkMkLst>
            <pc:docMk/>
            <pc:sldMk cId="4095713827" sldId="262"/>
            <ac:inkMk id="356" creationId="{0F25504F-51EC-4817-9FDD-E8B6107D221C}"/>
          </ac:inkMkLst>
        </pc:inkChg>
        <pc:inkChg chg="add">
          <ac:chgData name="" userId="242feb3c33a8e7bf" providerId="LiveId" clId="{39C24DAF-E20C-4507-9157-C96F2FA882D0}" dt="2023-03-28T16:12:46.458" v="1230"/>
          <ac:inkMkLst>
            <pc:docMk/>
            <pc:sldMk cId="4095713827" sldId="262"/>
            <ac:inkMk id="357" creationId="{4FFF5EE6-BF71-481C-AD54-7A6C88555D3E}"/>
          </ac:inkMkLst>
        </pc:inkChg>
        <pc:inkChg chg="add">
          <ac:chgData name="" userId="242feb3c33a8e7bf" providerId="LiveId" clId="{39C24DAF-E20C-4507-9157-C96F2FA882D0}" dt="2023-03-28T16:12:52.004" v="1231"/>
          <ac:inkMkLst>
            <pc:docMk/>
            <pc:sldMk cId="4095713827" sldId="262"/>
            <ac:inkMk id="358" creationId="{AD32ABB7-AE64-490E-A313-CCD82EF0DD1D}"/>
          </ac:inkMkLst>
        </pc:inkChg>
        <pc:inkChg chg="add">
          <ac:chgData name="" userId="242feb3c33a8e7bf" providerId="LiveId" clId="{39C24DAF-E20C-4507-9157-C96F2FA882D0}" dt="2023-03-28T16:12:52.676" v="1232"/>
          <ac:inkMkLst>
            <pc:docMk/>
            <pc:sldMk cId="4095713827" sldId="262"/>
            <ac:inkMk id="359" creationId="{BD5BE9CB-EC72-4958-91B4-7BAE6134C0D7}"/>
          </ac:inkMkLst>
        </pc:inkChg>
        <pc:inkChg chg="add">
          <ac:chgData name="" userId="242feb3c33a8e7bf" providerId="LiveId" clId="{39C24DAF-E20C-4507-9157-C96F2FA882D0}" dt="2023-03-28T16:12:53.148" v="1233"/>
          <ac:inkMkLst>
            <pc:docMk/>
            <pc:sldMk cId="4095713827" sldId="262"/>
            <ac:inkMk id="360" creationId="{5EB045E1-F931-4265-8F9C-7091A3FAA809}"/>
          </ac:inkMkLst>
        </pc:inkChg>
        <pc:inkChg chg="add">
          <ac:chgData name="" userId="242feb3c33a8e7bf" providerId="LiveId" clId="{39C24DAF-E20C-4507-9157-C96F2FA882D0}" dt="2023-03-28T16:12:59.300" v="1234"/>
          <ac:inkMkLst>
            <pc:docMk/>
            <pc:sldMk cId="4095713827" sldId="262"/>
            <ac:inkMk id="361" creationId="{A59E7704-59E6-48C1-AA33-E9590EE8E030}"/>
          </ac:inkMkLst>
        </pc:inkChg>
        <pc:inkChg chg="add del">
          <ac:chgData name="" userId="242feb3c33a8e7bf" providerId="LiveId" clId="{39C24DAF-E20C-4507-9157-C96F2FA882D0}" dt="2023-03-28T16:13:10.342" v="1239"/>
          <ac:inkMkLst>
            <pc:docMk/>
            <pc:sldMk cId="4095713827" sldId="262"/>
            <ac:inkMk id="362" creationId="{D515B80F-5067-4CE0-8A72-C451D2BA8F29}"/>
          </ac:inkMkLst>
        </pc:inkChg>
        <pc:inkChg chg="add del">
          <ac:chgData name="" userId="242feb3c33a8e7bf" providerId="LiveId" clId="{39C24DAF-E20C-4507-9157-C96F2FA882D0}" dt="2023-03-28T16:13:10.342" v="1239"/>
          <ac:inkMkLst>
            <pc:docMk/>
            <pc:sldMk cId="4095713827" sldId="262"/>
            <ac:inkMk id="363" creationId="{73E781FC-5ED2-4F3D-92BF-4C96C8CBE438}"/>
          </ac:inkMkLst>
        </pc:inkChg>
        <pc:inkChg chg="add del">
          <ac:chgData name="" userId="242feb3c33a8e7bf" providerId="LiveId" clId="{39C24DAF-E20C-4507-9157-C96F2FA882D0}" dt="2023-03-28T16:13:10.342" v="1239"/>
          <ac:inkMkLst>
            <pc:docMk/>
            <pc:sldMk cId="4095713827" sldId="262"/>
            <ac:inkMk id="364" creationId="{283817EC-3383-4DE4-B7FF-4408D8267C96}"/>
          </ac:inkMkLst>
        </pc:inkChg>
        <pc:inkChg chg="add del">
          <ac:chgData name="" userId="242feb3c33a8e7bf" providerId="LiveId" clId="{39C24DAF-E20C-4507-9157-C96F2FA882D0}" dt="2023-03-28T16:13:10.342" v="1239"/>
          <ac:inkMkLst>
            <pc:docMk/>
            <pc:sldMk cId="4095713827" sldId="262"/>
            <ac:inkMk id="365" creationId="{8DB75394-4B5D-4CBE-869E-0462DF61634D}"/>
          </ac:inkMkLst>
        </pc:inkChg>
        <pc:inkChg chg="add">
          <ac:chgData name="" userId="242feb3c33a8e7bf" providerId="LiveId" clId="{39C24DAF-E20C-4507-9157-C96F2FA882D0}" dt="2023-03-28T16:13:10.342" v="1239"/>
          <ac:inkMkLst>
            <pc:docMk/>
            <pc:sldMk cId="4095713827" sldId="262"/>
            <ac:inkMk id="366" creationId="{ECE37AE6-9BBC-4118-9CA7-834D4415E048}"/>
          </ac:inkMkLst>
        </pc:inkChg>
        <pc:inkChg chg="add del">
          <ac:chgData name="" userId="242feb3c33a8e7bf" providerId="LiveId" clId="{39C24DAF-E20C-4507-9157-C96F2FA882D0}" dt="2023-03-28T16:13:29.875" v="1288"/>
          <ac:inkMkLst>
            <pc:docMk/>
            <pc:sldMk cId="4095713827" sldId="262"/>
            <ac:inkMk id="367" creationId="{A39DE5AB-36AE-4792-86F3-C673EA9FFC7A}"/>
          </ac:inkMkLst>
        </pc:inkChg>
        <pc:inkChg chg="add del">
          <ac:chgData name="" userId="242feb3c33a8e7bf" providerId="LiveId" clId="{39C24DAF-E20C-4507-9157-C96F2FA882D0}" dt="2023-03-28T16:13:29.875" v="1288"/>
          <ac:inkMkLst>
            <pc:docMk/>
            <pc:sldMk cId="4095713827" sldId="262"/>
            <ac:inkMk id="368" creationId="{B10D2562-1B4E-4F56-980B-43242D1A46A9}"/>
          </ac:inkMkLst>
        </pc:inkChg>
        <pc:inkChg chg="add del">
          <ac:chgData name="" userId="242feb3c33a8e7bf" providerId="LiveId" clId="{39C24DAF-E20C-4507-9157-C96F2FA882D0}" dt="2023-03-28T16:13:29.875" v="1288"/>
          <ac:inkMkLst>
            <pc:docMk/>
            <pc:sldMk cId="4095713827" sldId="262"/>
            <ac:inkMk id="369" creationId="{488A6DAF-AD65-49B1-ADFD-B7665B0EC539}"/>
          </ac:inkMkLst>
        </pc:inkChg>
        <pc:inkChg chg="add del">
          <ac:chgData name="" userId="242feb3c33a8e7bf" providerId="LiveId" clId="{39C24DAF-E20C-4507-9157-C96F2FA882D0}" dt="2023-03-28T16:13:29.875" v="1288"/>
          <ac:inkMkLst>
            <pc:docMk/>
            <pc:sldMk cId="4095713827" sldId="262"/>
            <ac:inkMk id="370" creationId="{4AA66914-297C-4020-9622-5F3646A6BB28}"/>
          </ac:inkMkLst>
        </pc:inkChg>
        <pc:inkChg chg="add del">
          <ac:chgData name="" userId="242feb3c33a8e7bf" providerId="LiveId" clId="{39C24DAF-E20C-4507-9157-C96F2FA882D0}" dt="2023-03-28T16:13:29.875" v="1288"/>
          <ac:inkMkLst>
            <pc:docMk/>
            <pc:sldMk cId="4095713827" sldId="262"/>
            <ac:inkMk id="371" creationId="{17FE10E1-A0AA-4B9D-8B9F-7CF3125FB4BE}"/>
          </ac:inkMkLst>
        </pc:inkChg>
        <pc:inkChg chg="add del">
          <ac:chgData name="" userId="242feb3c33a8e7bf" providerId="LiveId" clId="{39C24DAF-E20C-4507-9157-C96F2FA882D0}" dt="2023-03-28T16:13:29.875" v="1288"/>
          <ac:inkMkLst>
            <pc:docMk/>
            <pc:sldMk cId="4095713827" sldId="262"/>
            <ac:inkMk id="372" creationId="{888256C3-FB6A-4DD1-811C-B6A0B0938002}"/>
          </ac:inkMkLst>
        </pc:inkChg>
        <pc:inkChg chg="add del">
          <ac:chgData name="" userId="242feb3c33a8e7bf" providerId="LiveId" clId="{39C24DAF-E20C-4507-9157-C96F2FA882D0}" dt="2023-03-28T16:13:29.875" v="1288"/>
          <ac:inkMkLst>
            <pc:docMk/>
            <pc:sldMk cId="4095713827" sldId="262"/>
            <ac:inkMk id="373" creationId="{541E1241-4177-4558-9DF2-49BD6D4A5D84}"/>
          </ac:inkMkLst>
        </pc:inkChg>
        <pc:inkChg chg="add del">
          <ac:chgData name="" userId="242feb3c33a8e7bf" providerId="LiveId" clId="{39C24DAF-E20C-4507-9157-C96F2FA882D0}" dt="2023-03-28T16:13:29.875" v="1288"/>
          <ac:inkMkLst>
            <pc:docMk/>
            <pc:sldMk cId="4095713827" sldId="262"/>
            <ac:inkMk id="374" creationId="{E2D80A2C-53AD-4341-B4EB-629B62E31C7A}"/>
          </ac:inkMkLst>
        </pc:inkChg>
        <pc:inkChg chg="add del">
          <ac:chgData name="" userId="242feb3c33a8e7bf" providerId="LiveId" clId="{39C24DAF-E20C-4507-9157-C96F2FA882D0}" dt="2023-03-28T16:13:29.875" v="1288"/>
          <ac:inkMkLst>
            <pc:docMk/>
            <pc:sldMk cId="4095713827" sldId="262"/>
            <ac:inkMk id="375" creationId="{370B7299-26DC-4D9C-ABC9-D72BF10CE8A1}"/>
          </ac:inkMkLst>
        </pc:inkChg>
        <pc:inkChg chg="add del">
          <ac:chgData name="" userId="242feb3c33a8e7bf" providerId="LiveId" clId="{39C24DAF-E20C-4507-9157-C96F2FA882D0}" dt="2023-03-28T16:13:29.875" v="1288"/>
          <ac:inkMkLst>
            <pc:docMk/>
            <pc:sldMk cId="4095713827" sldId="262"/>
            <ac:inkMk id="376" creationId="{CF6D504E-9691-4D80-8AEC-50576C63943D}"/>
          </ac:inkMkLst>
        </pc:inkChg>
        <pc:inkChg chg="add del">
          <ac:chgData name="" userId="242feb3c33a8e7bf" providerId="LiveId" clId="{39C24DAF-E20C-4507-9157-C96F2FA882D0}" dt="2023-03-28T16:13:29.875" v="1288"/>
          <ac:inkMkLst>
            <pc:docMk/>
            <pc:sldMk cId="4095713827" sldId="262"/>
            <ac:inkMk id="377" creationId="{64611FB2-DBF8-402B-A1AA-AA176F50018E}"/>
          </ac:inkMkLst>
        </pc:inkChg>
        <pc:inkChg chg="add del">
          <ac:chgData name="" userId="242feb3c33a8e7bf" providerId="LiveId" clId="{39C24DAF-E20C-4507-9157-C96F2FA882D0}" dt="2023-03-28T16:13:29.875" v="1288"/>
          <ac:inkMkLst>
            <pc:docMk/>
            <pc:sldMk cId="4095713827" sldId="262"/>
            <ac:inkMk id="378" creationId="{871987CD-0B46-4540-8525-8AC55F99AEE0}"/>
          </ac:inkMkLst>
        </pc:inkChg>
        <pc:inkChg chg="add del">
          <ac:chgData name="" userId="242feb3c33a8e7bf" providerId="LiveId" clId="{39C24DAF-E20C-4507-9157-C96F2FA882D0}" dt="2023-03-28T16:13:29.875" v="1288"/>
          <ac:inkMkLst>
            <pc:docMk/>
            <pc:sldMk cId="4095713827" sldId="262"/>
            <ac:inkMk id="379" creationId="{761B2ED7-7A05-4AFD-A02F-1F1ABF06399D}"/>
          </ac:inkMkLst>
        </pc:inkChg>
        <pc:inkChg chg="add del">
          <ac:chgData name="" userId="242feb3c33a8e7bf" providerId="LiveId" clId="{39C24DAF-E20C-4507-9157-C96F2FA882D0}" dt="2023-03-28T16:13:29.875" v="1288"/>
          <ac:inkMkLst>
            <pc:docMk/>
            <pc:sldMk cId="4095713827" sldId="262"/>
            <ac:inkMk id="380" creationId="{18AE7831-1C16-4F33-A172-608FBBFED928}"/>
          </ac:inkMkLst>
        </pc:inkChg>
        <pc:inkChg chg="add del">
          <ac:chgData name="" userId="242feb3c33a8e7bf" providerId="LiveId" clId="{39C24DAF-E20C-4507-9157-C96F2FA882D0}" dt="2023-03-28T16:13:29.875" v="1288"/>
          <ac:inkMkLst>
            <pc:docMk/>
            <pc:sldMk cId="4095713827" sldId="262"/>
            <ac:inkMk id="381" creationId="{D0FDC8FD-83EB-40A0-B20C-04D5E253308C}"/>
          </ac:inkMkLst>
        </pc:inkChg>
        <pc:inkChg chg="add del">
          <ac:chgData name="" userId="242feb3c33a8e7bf" providerId="LiveId" clId="{39C24DAF-E20C-4507-9157-C96F2FA882D0}" dt="2023-03-28T16:13:29.875" v="1288"/>
          <ac:inkMkLst>
            <pc:docMk/>
            <pc:sldMk cId="4095713827" sldId="262"/>
            <ac:inkMk id="382" creationId="{B651C5E3-F2D9-4976-9A25-2F194416E65A}"/>
          </ac:inkMkLst>
        </pc:inkChg>
        <pc:inkChg chg="add del">
          <ac:chgData name="" userId="242feb3c33a8e7bf" providerId="LiveId" clId="{39C24DAF-E20C-4507-9157-C96F2FA882D0}" dt="2023-03-28T16:13:29.875" v="1288"/>
          <ac:inkMkLst>
            <pc:docMk/>
            <pc:sldMk cId="4095713827" sldId="262"/>
            <ac:inkMk id="383" creationId="{E411A324-94FB-42AF-9722-D98E95749915}"/>
          </ac:inkMkLst>
        </pc:inkChg>
        <pc:inkChg chg="add del">
          <ac:chgData name="" userId="242feb3c33a8e7bf" providerId="LiveId" clId="{39C24DAF-E20C-4507-9157-C96F2FA882D0}" dt="2023-03-28T16:13:29.875" v="1288"/>
          <ac:inkMkLst>
            <pc:docMk/>
            <pc:sldMk cId="4095713827" sldId="262"/>
            <ac:inkMk id="384" creationId="{C309D069-1157-4B42-A6C8-1C450749B0BA}"/>
          </ac:inkMkLst>
        </pc:inkChg>
        <pc:inkChg chg="add del">
          <ac:chgData name="" userId="242feb3c33a8e7bf" providerId="LiveId" clId="{39C24DAF-E20C-4507-9157-C96F2FA882D0}" dt="2023-03-28T16:13:29.875" v="1288"/>
          <ac:inkMkLst>
            <pc:docMk/>
            <pc:sldMk cId="4095713827" sldId="262"/>
            <ac:inkMk id="385" creationId="{F3D5DC1C-477F-424D-88E6-A20F1B85014D}"/>
          </ac:inkMkLst>
        </pc:inkChg>
        <pc:inkChg chg="add del">
          <ac:chgData name="" userId="242feb3c33a8e7bf" providerId="LiveId" clId="{39C24DAF-E20C-4507-9157-C96F2FA882D0}" dt="2023-03-28T16:13:29.875" v="1288"/>
          <ac:inkMkLst>
            <pc:docMk/>
            <pc:sldMk cId="4095713827" sldId="262"/>
            <ac:inkMk id="386" creationId="{9F35FA54-FB76-4B14-AE64-7543A97CE30D}"/>
          </ac:inkMkLst>
        </pc:inkChg>
        <pc:inkChg chg="add del">
          <ac:chgData name="" userId="242feb3c33a8e7bf" providerId="LiveId" clId="{39C24DAF-E20C-4507-9157-C96F2FA882D0}" dt="2023-03-28T16:13:29.875" v="1288"/>
          <ac:inkMkLst>
            <pc:docMk/>
            <pc:sldMk cId="4095713827" sldId="262"/>
            <ac:inkMk id="387" creationId="{43107C20-655E-4DDE-98EC-BF3A2364FF25}"/>
          </ac:inkMkLst>
        </pc:inkChg>
        <pc:inkChg chg="add del">
          <ac:chgData name="" userId="242feb3c33a8e7bf" providerId="LiveId" clId="{39C24DAF-E20C-4507-9157-C96F2FA882D0}" dt="2023-03-28T16:13:29.875" v="1288"/>
          <ac:inkMkLst>
            <pc:docMk/>
            <pc:sldMk cId="4095713827" sldId="262"/>
            <ac:inkMk id="388" creationId="{BC3635D9-B37E-453D-9567-A0830F1701E2}"/>
          </ac:inkMkLst>
        </pc:inkChg>
        <pc:inkChg chg="add del">
          <ac:chgData name="" userId="242feb3c33a8e7bf" providerId="LiveId" clId="{39C24DAF-E20C-4507-9157-C96F2FA882D0}" dt="2023-03-28T16:13:29.875" v="1288"/>
          <ac:inkMkLst>
            <pc:docMk/>
            <pc:sldMk cId="4095713827" sldId="262"/>
            <ac:inkMk id="389" creationId="{10DC668A-C835-43A4-B015-621510E0D1D2}"/>
          </ac:inkMkLst>
        </pc:inkChg>
        <pc:inkChg chg="add del">
          <ac:chgData name="" userId="242feb3c33a8e7bf" providerId="LiveId" clId="{39C24DAF-E20C-4507-9157-C96F2FA882D0}" dt="2023-03-28T16:13:29.875" v="1288"/>
          <ac:inkMkLst>
            <pc:docMk/>
            <pc:sldMk cId="4095713827" sldId="262"/>
            <ac:inkMk id="390" creationId="{476D64F2-0C57-4B5E-BE61-9FABC6D03743}"/>
          </ac:inkMkLst>
        </pc:inkChg>
        <pc:inkChg chg="add del">
          <ac:chgData name="" userId="242feb3c33a8e7bf" providerId="LiveId" clId="{39C24DAF-E20C-4507-9157-C96F2FA882D0}" dt="2023-03-28T16:13:29.875" v="1288"/>
          <ac:inkMkLst>
            <pc:docMk/>
            <pc:sldMk cId="4095713827" sldId="262"/>
            <ac:inkMk id="391" creationId="{662B250B-17CB-4140-833A-F7BC7773F93D}"/>
          </ac:inkMkLst>
        </pc:inkChg>
        <pc:inkChg chg="add del">
          <ac:chgData name="" userId="242feb3c33a8e7bf" providerId="LiveId" clId="{39C24DAF-E20C-4507-9157-C96F2FA882D0}" dt="2023-03-28T16:13:29.875" v="1288"/>
          <ac:inkMkLst>
            <pc:docMk/>
            <pc:sldMk cId="4095713827" sldId="262"/>
            <ac:inkMk id="392" creationId="{9BEEC6EE-E284-45E9-853D-47E1F4BB0EBE}"/>
          </ac:inkMkLst>
        </pc:inkChg>
        <pc:inkChg chg="add del">
          <ac:chgData name="" userId="242feb3c33a8e7bf" providerId="LiveId" clId="{39C24DAF-E20C-4507-9157-C96F2FA882D0}" dt="2023-03-28T16:13:29.875" v="1288"/>
          <ac:inkMkLst>
            <pc:docMk/>
            <pc:sldMk cId="4095713827" sldId="262"/>
            <ac:inkMk id="393" creationId="{DD7C8457-8F32-4969-BB3D-06EC6E03F084}"/>
          </ac:inkMkLst>
        </pc:inkChg>
        <pc:inkChg chg="add del">
          <ac:chgData name="" userId="242feb3c33a8e7bf" providerId="LiveId" clId="{39C24DAF-E20C-4507-9157-C96F2FA882D0}" dt="2023-03-28T16:13:29.875" v="1288"/>
          <ac:inkMkLst>
            <pc:docMk/>
            <pc:sldMk cId="4095713827" sldId="262"/>
            <ac:inkMk id="394" creationId="{4DC1BF04-6992-46E9-A3A3-23A8B77F4892}"/>
          </ac:inkMkLst>
        </pc:inkChg>
        <pc:inkChg chg="add del">
          <ac:chgData name="" userId="242feb3c33a8e7bf" providerId="LiveId" clId="{39C24DAF-E20C-4507-9157-C96F2FA882D0}" dt="2023-03-28T16:13:29.875" v="1288"/>
          <ac:inkMkLst>
            <pc:docMk/>
            <pc:sldMk cId="4095713827" sldId="262"/>
            <ac:inkMk id="395" creationId="{0478FBAB-3E1B-418F-81FA-8D4E7B445104}"/>
          </ac:inkMkLst>
        </pc:inkChg>
        <pc:inkChg chg="add del">
          <ac:chgData name="" userId="242feb3c33a8e7bf" providerId="LiveId" clId="{39C24DAF-E20C-4507-9157-C96F2FA882D0}" dt="2023-03-28T16:13:29.875" v="1288"/>
          <ac:inkMkLst>
            <pc:docMk/>
            <pc:sldMk cId="4095713827" sldId="262"/>
            <ac:inkMk id="396" creationId="{6D062431-493B-48B1-AE89-D416012F3294}"/>
          </ac:inkMkLst>
        </pc:inkChg>
        <pc:inkChg chg="add del">
          <ac:chgData name="" userId="242feb3c33a8e7bf" providerId="LiveId" clId="{39C24DAF-E20C-4507-9157-C96F2FA882D0}" dt="2023-03-28T16:13:29.875" v="1288"/>
          <ac:inkMkLst>
            <pc:docMk/>
            <pc:sldMk cId="4095713827" sldId="262"/>
            <ac:inkMk id="397" creationId="{E9466885-721B-4329-A24F-C71A8EFE6180}"/>
          </ac:inkMkLst>
        </pc:inkChg>
        <pc:inkChg chg="add del">
          <ac:chgData name="" userId="242feb3c33a8e7bf" providerId="LiveId" clId="{39C24DAF-E20C-4507-9157-C96F2FA882D0}" dt="2023-03-28T16:13:29.875" v="1288"/>
          <ac:inkMkLst>
            <pc:docMk/>
            <pc:sldMk cId="4095713827" sldId="262"/>
            <ac:inkMk id="398" creationId="{A5CA8526-BA34-433D-B7BB-3BE256D7A4F8}"/>
          </ac:inkMkLst>
        </pc:inkChg>
        <pc:inkChg chg="add del">
          <ac:chgData name="" userId="242feb3c33a8e7bf" providerId="LiveId" clId="{39C24DAF-E20C-4507-9157-C96F2FA882D0}" dt="2023-03-28T16:13:29.875" v="1288"/>
          <ac:inkMkLst>
            <pc:docMk/>
            <pc:sldMk cId="4095713827" sldId="262"/>
            <ac:inkMk id="399" creationId="{4E1D6979-C6B6-4A3D-8523-F4EF45BA8AC0}"/>
          </ac:inkMkLst>
        </pc:inkChg>
        <pc:inkChg chg="add del">
          <ac:chgData name="" userId="242feb3c33a8e7bf" providerId="LiveId" clId="{39C24DAF-E20C-4507-9157-C96F2FA882D0}" dt="2023-03-28T16:13:29.875" v="1288"/>
          <ac:inkMkLst>
            <pc:docMk/>
            <pc:sldMk cId="4095713827" sldId="262"/>
            <ac:inkMk id="400" creationId="{14513A8F-007F-48BC-96FB-9C422A7E3AC5}"/>
          </ac:inkMkLst>
        </pc:inkChg>
        <pc:inkChg chg="add del">
          <ac:chgData name="" userId="242feb3c33a8e7bf" providerId="LiveId" clId="{39C24DAF-E20C-4507-9157-C96F2FA882D0}" dt="2023-03-28T16:13:29.875" v="1288"/>
          <ac:inkMkLst>
            <pc:docMk/>
            <pc:sldMk cId="4095713827" sldId="262"/>
            <ac:inkMk id="401" creationId="{22487F7B-3E4F-4678-8EB4-5828E35742C9}"/>
          </ac:inkMkLst>
        </pc:inkChg>
        <pc:inkChg chg="add del">
          <ac:chgData name="" userId="242feb3c33a8e7bf" providerId="LiveId" clId="{39C24DAF-E20C-4507-9157-C96F2FA882D0}" dt="2023-03-28T16:13:29.875" v="1288"/>
          <ac:inkMkLst>
            <pc:docMk/>
            <pc:sldMk cId="4095713827" sldId="262"/>
            <ac:inkMk id="402" creationId="{09632B33-4260-4A73-939F-A38138B1D37F}"/>
          </ac:inkMkLst>
        </pc:inkChg>
        <pc:inkChg chg="add del">
          <ac:chgData name="" userId="242feb3c33a8e7bf" providerId="LiveId" clId="{39C24DAF-E20C-4507-9157-C96F2FA882D0}" dt="2023-03-28T16:13:29.875" v="1288"/>
          <ac:inkMkLst>
            <pc:docMk/>
            <pc:sldMk cId="4095713827" sldId="262"/>
            <ac:inkMk id="403" creationId="{922AE258-0901-4C3B-823D-1FD4F5FA264E}"/>
          </ac:inkMkLst>
        </pc:inkChg>
        <pc:inkChg chg="add del">
          <ac:chgData name="" userId="242feb3c33a8e7bf" providerId="LiveId" clId="{39C24DAF-E20C-4507-9157-C96F2FA882D0}" dt="2023-03-28T16:13:29.875" v="1288"/>
          <ac:inkMkLst>
            <pc:docMk/>
            <pc:sldMk cId="4095713827" sldId="262"/>
            <ac:inkMk id="404" creationId="{B6401557-E6F1-43A4-A769-B42671FA94D4}"/>
          </ac:inkMkLst>
        </pc:inkChg>
        <pc:inkChg chg="add del">
          <ac:chgData name="" userId="242feb3c33a8e7bf" providerId="LiveId" clId="{39C24DAF-E20C-4507-9157-C96F2FA882D0}" dt="2023-03-28T16:13:29.875" v="1288"/>
          <ac:inkMkLst>
            <pc:docMk/>
            <pc:sldMk cId="4095713827" sldId="262"/>
            <ac:inkMk id="405" creationId="{58706876-70F0-4016-91A5-A5A6775B20A6}"/>
          </ac:inkMkLst>
        </pc:inkChg>
        <pc:inkChg chg="add del">
          <ac:chgData name="" userId="242feb3c33a8e7bf" providerId="LiveId" clId="{39C24DAF-E20C-4507-9157-C96F2FA882D0}" dt="2023-03-28T16:13:29.875" v="1288"/>
          <ac:inkMkLst>
            <pc:docMk/>
            <pc:sldMk cId="4095713827" sldId="262"/>
            <ac:inkMk id="406" creationId="{C2826E0E-53D8-4441-97BE-ED215017E10D}"/>
          </ac:inkMkLst>
        </pc:inkChg>
        <pc:inkChg chg="add del">
          <ac:chgData name="" userId="242feb3c33a8e7bf" providerId="LiveId" clId="{39C24DAF-E20C-4507-9157-C96F2FA882D0}" dt="2023-03-28T16:13:29.875" v="1288"/>
          <ac:inkMkLst>
            <pc:docMk/>
            <pc:sldMk cId="4095713827" sldId="262"/>
            <ac:inkMk id="407" creationId="{E4E73AB3-70E5-4447-8F89-CCB078A228C6}"/>
          </ac:inkMkLst>
        </pc:inkChg>
        <pc:inkChg chg="add del">
          <ac:chgData name="" userId="242feb3c33a8e7bf" providerId="LiveId" clId="{39C24DAF-E20C-4507-9157-C96F2FA882D0}" dt="2023-03-28T16:13:29.875" v="1288"/>
          <ac:inkMkLst>
            <pc:docMk/>
            <pc:sldMk cId="4095713827" sldId="262"/>
            <ac:inkMk id="408" creationId="{E14BE15D-266C-4C5D-AD2B-FC17ADF23583}"/>
          </ac:inkMkLst>
        </pc:inkChg>
        <pc:inkChg chg="add del">
          <ac:chgData name="" userId="242feb3c33a8e7bf" providerId="LiveId" clId="{39C24DAF-E20C-4507-9157-C96F2FA882D0}" dt="2023-03-28T16:13:29.875" v="1288"/>
          <ac:inkMkLst>
            <pc:docMk/>
            <pc:sldMk cId="4095713827" sldId="262"/>
            <ac:inkMk id="409" creationId="{30F2E59C-1933-4E80-9F45-FBC754489602}"/>
          </ac:inkMkLst>
        </pc:inkChg>
        <pc:inkChg chg="add del">
          <ac:chgData name="" userId="242feb3c33a8e7bf" providerId="LiveId" clId="{39C24DAF-E20C-4507-9157-C96F2FA882D0}" dt="2023-03-28T16:13:29.875" v="1288"/>
          <ac:inkMkLst>
            <pc:docMk/>
            <pc:sldMk cId="4095713827" sldId="262"/>
            <ac:inkMk id="410" creationId="{FED2F7C7-7BF5-4A40-A664-A7D993AC50FA}"/>
          </ac:inkMkLst>
        </pc:inkChg>
        <pc:inkChg chg="add del">
          <ac:chgData name="" userId="242feb3c33a8e7bf" providerId="LiveId" clId="{39C24DAF-E20C-4507-9157-C96F2FA882D0}" dt="2023-03-28T16:13:29.875" v="1288"/>
          <ac:inkMkLst>
            <pc:docMk/>
            <pc:sldMk cId="4095713827" sldId="262"/>
            <ac:inkMk id="411" creationId="{8D01E148-FD36-4D7D-9295-B2A33B16E1B4}"/>
          </ac:inkMkLst>
        </pc:inkChg>
        <pc:inkChg chg="add del">
          <ac:chgData name="" userId="242feb3c33a8e7bf" providerId="LiveId" clId="{39C24DAF-E20C-4507-9157-C96F2FA882D0}" dt="2023-03-28T16:13:29.875" v="1288"/>
          <ac:inkMkLst>
            <pc:docMk/>
            <pc:sldMk cId="4095713827" sldId="262"/>
            <ac:inkMk id="412" creationId="{2DE3A7F6-BAC0-4835-B043-FBF49CBA4A16}"/>
          </ac:inkMkLst>
        </pc:inkChg>
        <pc:inkChg chg="add del">
          <ac:chgData name="" userId="242feb3c33a8e7bf" providerId="LiveId" clId="{39C24DAF-E20C-4507-9157-C96F2FA882D0}" dt="2023-03-28T16:13:29.875" v="1288"/>
          <ac:inkMkLst>
            <pc:docMk/>
            <pc:sldMk cId="4095713827" sldId="262"/>
            <ac:inkMk id="413" creationId="{07B6FC28-C80C-40F9-A8C3-5B024BDE82F9}"/>
          </ac:inkMkLst>
        </pc:inkChg>
        <pc:inkChg chg="add del">
          <ac:chgData name="" userId="242feb3c33a8e7bf" providerId="LiveId" clId="{39C24DAF-E20C-4507-9157-C96F2FA882D0}" dt="2023-03-28T16:13:29.875" v="1288"/>
          <ac:inkMkLst>
            <pc:docMk/>
            <pc:sldMk cId="4095713827" sldId="262"/>
            <ac:inkMk id="414" creationId="{C3FE415A-BA0F-492A-809D-639F514C386E}"/>
          </ac:inkMkLst>
        </pc:inkChg>
        <pc:inkChg chg="add del">
          <ac:chgData name="" userId="242feb3c33a8e7bf" providerId="LiveId" clId="{39C24DAF-E20C-4507-9157-C96F2FA882D0}" dt="2023-03-28T16:13:32.910" v="1294"/>
          <ac:inkMkLst>
            <pc:docMk/>
            <pc:sldMk cId="4095713827" sldId="262"/>
            <ac:inkMk id="415" creationId="{F4E5BE60-A606-4CFF-ADB0-3A6C8BF6056D}"/>
          </ac:inkMkLst>
        </pc:inkChg>
        <pc:inkChg chg="add del">
          <ac:chgData name="" userId="242feb3c33a8e7bf" providerId="LiveId" clId="{39C24DAF-E20C-4507-9157-C96F2FA882D0}" dt="2023-03-28T16:13:31.316" v="1291"/>
          <ac:inkMkLst>
            <pc:docMk/>
            <pc:sldMk cId="4095713827" sldId="262"/>
            <ac:inkMk id="416" creationId="{23608F6A-70BC-4E9D-B393-0830735BCD1A}"/>
          </ac:inkMkLst>
        </pc:inkChg>
        <pc:inkChg chg="add del">
          <ac:chgData name="" userId="242feb3c33a8e7bf" providerId="LiveId" clId="{39C24DAF-E20C-4507-9157-C96F2FA882D0}" dt="2023-03-28T16:13:31.316" v="1291"/>
          <ac:inkMkLst>
            <pc:docMk/>
            <pc:sldMk cId="4095713827" sldId="262"/>
            <ac:inkMk id="417" creationId="{5F88DD5D-3948-4E65-800A-17D55BEAB4E4}"/>
          </ac:inkMkLst>
        </pc:inkChg>
        <pc:inkChg chg="add del">
          <ac:chgData name="" userId="242feb3c33a8e7bf" providerId="LiveId" clId="{39C24DAF-E20C-4507-9157-C96F2FA882D0}" dt="2023-03-28T16:13:31.316" v="1291"/>
          <ac:inkMkLst>
            <pc:docMk/>
            <pc:sldMk cId="4095713827" sldId="262"/>
            <ac:inkMk id="418" creationId="{A6990D51-8C06-4FF6-B30F-A9F31CDA6A1F}"/>
          </ac:inkMkLst>
        </pc:inkChg>
        <pc:inkChg chg="add del">
          <ac:chgData name="" userId="242feb3c33a8e7bf" providerId="LiveId" clId="{39C24DAF-E20C-4507-9157-C96F2FA882D0}" dt="2023-03-28T16:13:32.910" v="1294"/>
          <ac:inkMkLst>
            <pc:docMk/>
            <pc:sldMk cId="4095713827" sldId="262"/>
            <ac:inkMk id="419" creationId="{55610B97-FBB9-4F8D-9DC6-4E154FC7C22A}"/>
          </ac:inkMkLst>
        </pc:inkChg>
        <pc:inkChg chg="add del">
          <ac:chgData name="" userId="242feb3c33a8e7bf" providerId="LiveId" clId="{39C24DAF-E20C-4507-9157-C96F2FA882D0}" dt="2023-03-28T16:13:32.910" v="1294"/>
          <ac:inkMkLst>
            <pc:docMk/>
            <pc:sldMk cId="4095713827" sldId="262"/>
            <ac:inkMk id="420" creationId="{E572614F-313C-4D9F-BC56-4E503B1690E5}"/>
          </ac:inkMkLst>
        </pc:inkChg>
        <pc:inkChg chg="add del">
          <ac:chgData name="" userId="242feb3c33a8e7bf" providerId="LiveId" clId="{39C24DAF-E20C-4507-9157-C96F2FA882D0}" dt="2023-03-28T16:13:32.910" v="1294"/>
          <ac:inkMkLst>
            <pc:docMk/>
            <pc:sldMk cId="4095713827" sldId="262"/>
            <ac:inkMk id="421" creationId="{4C737E3D-96EE-46D9-BDEC-1A9EDBF116CD}"/>
          </ac:inkMkLst>
        </pc:inkChg>
        <pc:inkChg chg="add">
          <ac:chgData name="" userId="242feb3c33a8e7bf" providerId="LiveId" clId="{39C24DAF-E20C-4507-9157-C96F2FA882D0}" dt="2023-03-28T16:13:32.910" v="1294"/>
          <ac:inkMkLst>
            <pc:docMk/>
            <pc:sldMk cId="4095713827" sldId="262"/>
            <ac:inkMk id="422" creationId="{F3FEDC1B-D066-4AED-9AB1-AABDEE728405}"/>
          </ac:inkMkLst>
        </pc:inkChg>
        <pc:inkChg chg="add">
          <ac:chgData name="" userId="242feb3c33a8e7bf" providerId="LiveId" clId="{39C24DAF-E20C-4507-9157-C96F2FA882D0}" dt="2023-03-28T16:13:39.027" v="1295"/>
          <ac:inkMkLst>
            <pc:docMk/>
            <pc:sldMk cId="4095713827" sldId="262"/>
            <ac:inkMk id="423" creationId="{27CACC33-86EB-4DE3-B9BC-337368E05C74}"/>
          </ac:inkMkLst>
        </pc:inkChg>
        <pc:inkChg chg="add">
          <ac:chgData name="" userId="242feb3c33a8e7bf" providerId="LiveId" clId="{39C24DAF-E20C-4507-9157-C96F2FA882D0}" dt="2023-03-28T16:13:39.789" v="1296"/>
          <ac:inkMkLst>
            <pc:docMk/>
            <pc:sldMk cId="4095713827" sldId="262"/>
            <ac:inkMk id="424" creationId="{8251A1AA-F964-4E23-BE57-C70D8FD936BA}"/>
          </ac:inkMkLst>
        </pc:inkChg>
        <pc:inkChg chg="add del">
          <ac:chgData name="" userId="242feb3c33a8e7bf" providerId="LiveId" clId="{39C24DAF-E20C-4507-9157-C96F2FA882D0}" dt="2023-03-28T16:13:45.506" v="1306"/>
          <ac:inkMkLst>
            <pc:docMk/>
            <pc:sldMk cId="4095713827" sldId="262"/>
            <ac:inkMk id="425" creationId="{706B6111-38A6-4294-BC73-F84CCF275970}"/>
          </ac:inkMkLst>
        </pc:inkChg>
        <pc:inkChg chg="add del">
          <ac:chgData name="" userId="242feb3c33a8e7bf" providerId="LiveId" clId="{39C24DAF-E20C-4507-9157-C96F2FA882D0}" dt="2023-03-28T16:13:45.506" v="1306"/>
          <ac:inkMkLst>
            <pc:docMk/>
            <pc:sldMk cId="4095713827" sldId="262"/>
            <ac:inkMk id="426" creationId="{0D0C4737-33C1-42D2-BEC0-53B8607D2729}"/>
          </ac:inkMkLst>
        </pc:inkChg>
        <pc:inkChg chg="add del">
          <ac:chgData name="" userId="242feb3c33a8e7bf" providerId="LiveId" clId="{39C24DAF-E20C-4507-9157-C96F2FA882D0}" dt="2023-03-28T16:13:45.506" v="1306"/>
          <ac:inkMkLst>
            <pc:docMk/>
            <pc:sldMk cId="4095713827" sldId="262"/>
            <ac:inkMk id="427" creationId="{D5E6B7F4-96AB-4B7F-B405-EFAC43FC04B3}"/>
          </ac:inkMkLst>
        </pc:inkChg>
        <pc:inkChg chg="add del">
          <ac:chgData name="" userId="242feb3c33a8e7bf" providerId="LiveId" clId="{39C24DAF-E20C-4507-9157-C96F2FA882D0}" dt="2023-03-28T16:13:45.506" v="1306"/>
          <ac:inkMkLst>
            <pc:docMk/>
            <pc:sldMk cId="4095713827" sldId="262"/>
            <ac:inkMk id="428" creationId="{BAF84670-6736-4E37-9E72-CFE005EF1376}"/>
          </ac:inkMkLst>
        </pc:inkChg>
        <pc:inkChg chg="add del">
          <ac:chgData name="" userId="242feb3c33a8e7bf" providerId="LiveId" clId="{39C24DAF-E20C-4507-9157-C96F2FA882D0}" dt="2023-03-28T16:13:45.506" v="1306"/>
          <ac:inkMkLst>
            <pc:docMk/>
            <pc:sldMk cId="4095713827" sldId="262"/>
            <ac:inkMk id="429" creationId="{BE343D8C-0046-4527-83A9-AFA95003CA23}"/>
          </ac:inkMkLst>
        </pc:inkChg>
        <pc:inkChg chg="add del">
          <ac:chgData name="" userId="242feb3c33a8e7bf" providerId="LiveId" clId="{39C24DAF-E20C-4507-9157-C96F2FA882D0}" dt="2023-03-28T16:13:45.506" v="1306"/>
          <ac:inkMkLst>
            <pc:docMk/>
            <pc:sldMk cId="4095713827" sldId="262"/>
            <ac:inkMk id="430" creationId="{B633B65B-43B9-4FE4-A64F-82D4A47B2916}"/>
          </ac:inkMkLst>
        </pc:inkChg>
        <pc:inkChg chg="add del">
          <ac:chgData name="" userId="242feb3c33a8e7bf" providerId="LiveId" clId="{39C24DAF-E20C-4507-9157-C96F2FA882D0}" dt="2023-03-28T16:13:45.506" v="1306"/>
          <ac:inkMkLst>
            <pc:docMk/>
            <pc:sldMk cId="4095713827" sldId="262"/>
            <ac:inkMk id="431" creationId="{986C336A-5902-4510-909A-5BAE7A422FEC}"/>
          </ac:inkMkLst>
        </pc:inkChg>
        <pc:inkChg chg="add del">
          <ac:chgData name="" userId="242feb3c33a8e7bf" providerId="LiveId" clId="{39C24DAF-E20C-4507-9157-C96F2FA882D0}" dt="2023-03-28T16:13:45.506" v="1306"/>
          <ac:inkMkLst>
            <pc:docMk/>
            <pc:sldMk cId="4095713827" sldId="262"/>
            <ac:inkMk id="432" creationId="{01CC255B-28A5-4CD0-BE6B-318AEC0672ED}"/>
          </ac:inkMkLst>
        </pc:inkChg>
        <pc:inkChg chg="add del">
          <ac:chgData name="" userId="242feb3c33a8e7bf" providerId="LiveId" clId="{39C24DAF-E20C-4507-9157-C96F2FA882D0}" dt="2023-03-28T16:13:46.652" v="1310"/>
          <ac:inkMkLst>
            <pc:docMk/>
            <pc:sldMk cId="4095713827" sldId="262"/>
            <ac:inkMk id="433" creationId="{A1939052-30AC-4DF3-B3A9-89FCDE26E51B}"/>
          </ac:inkMkLst>
        </pc:inkChg>
        <pc:inkChg chg="add">
          <ac:chgData name="" userId="242feb3c33a8e7bf" providerId="LiveId" clId="{39C24DAF-E20C-4507-9157-C96F2FA882D0}" dt="2023-03-28T16:13:45.506" v="1306"/>
          <ac:inkMkLst>
            <pc:docMk/>
            <pc:sldMk cId="4095713827" sldId="262"/>
            <ac:inkMk id="434" creationId="{7EF0F52D-ACE5-4358-A26F-4E03E3D0C7BB}"/>
          </ac:inkMkLst>
        </pc:inkChg>
        <pc:inkChg chg="add">
          <ac:chgData name="" userId="242feb3c33a8e7bf" providerId="LiveId" clId="{39C24DAF-E20C-4507-9157-C96F2FA882D0}" dt="2023-03-28T16:13:45.506" v="1306"/>
          <ac:inkMkLst>
            <pc:docMk/>
            <pc:sldMk cId="4095713827" sldId="262"/>
            <ac:inkMk id="435" creationId="{88CD4D1F-62CD-4B45-BF26-A35CE61E467E}"/>
          </ac:inkMkLst>
        </pc:inkChg>
        <pc:inkChg chg="add">
          <ac:chgData name="" userId="242feb3c33a8e7bf" providerId="LiveId" clId="{39C24DAF-E20C-4507-9157-C96F2FA882D0}" dt="2023-03-28T16:13:45.506" v="1306"/>
          <ac:inkMkLst>
            <pc:docMk/>
            <pc:sldMk cId="4095713827" sldId="262"/>
            <ac:inkMk id="436" creationId="{0075CC68-EE9B-40EA-BBF0-418F8AA01C5C}"/>
          </ac:inkMkLst>
        </pc:inkChg>
        <pc:inkChg chg="add del">
          <ac:chgData name="" userId="242feb3c33a8e7bf" providerId="LiveId" clId="{39C24DAF-E20C-4507-9157-C96F2FA882D0}" dt="2023-03-28T16:13:46.652" v="1310"/>
          <ac:inkMkLst>
            <pc:docMk/>
            <pc:sldMk cId="4095713827" sldId="262"/>
            <ac:inkMk id="437" creationId="{EDB1FD07-3B9F-4003-A24E-F65E8142DD1C}"/>
          </ac:inkMkLst>
        </pc:inkChg>
        <pc:inkChg chg="add del">
          <ac:chgData name="" userId="242feb3c33a8e7bf" providerId="LiveId" clId="{39C24DAF-E20C-4507-9157-C96F2FA882D0}" dt="2023-03-28T16:13:46.652" v="1310"/>
          <ac:inkMkLst>
            <pc:docMk/>
            <pc:sldMk cId="4095713827" sldId="262"/>
            <ac:inkMk id="438" creationId="{9F57B6D4-DF65-44DF-90C5-96BFB17CD99F}"/>
          </ac:inkMkLst>
        </pc:inkChg>
        <pc:inkChg chg="add del">
          <ac:chgData name="" userId="242feb3c33a8e7bf" providerId="LiveId" clId="{39C24DAF-E20C-4507-9157-C96F2FA882D0}" dt="2023-03-28T16:13:46.652" v="1310"/>
          <ac:inkMkLst>
            <pc:docMk/>
            <pc:sldMk cId="4095713827" sldId="262"/>
            <ac:inkMk id="439" creationId="{9671E354-74C2-4059-BC75-08BA7040E671}"/>
          </ac:inkMkLst>
        </pc:inkChg>
        <pc:inkChg chg="add">
          <ac:chgData name="" userId="242feb3c33a8e7bf" providerId="LiveId" clId="{39C24DAF-E20C-4507-9157-C96F2FA882D0}" dt="2023-03-28T16:13:46.652" v="1310"/>
          <ac:inkMkLst>
            <pc:docMk/>
            <pc:sldMk cId="4095713827" sldId="262"/>
            <ac:inkMk id="440" creationId="{59659F29-C77C-405B-94CF-D7BB3189FC49}"/>
          </ac:inkMkLst>
        </pc:inkChg>
        <pc:inkChg chg="add del">
          <ac:chgData name="" userId="242feb3c33a8e7bf" providerId="LiveId" clId="{39C24DAF-E20C-4507-9157-C96F2FA882D0}" dt="2023-03-28T16:14:01.345" v="1330"/>
          <ac:inkMkLst>
            <pc:docMk/>
            <pc:sldMk cId="4095713827" sldId="262"/>
            <ac:inkMk id="441" creationId="{2A59A7C7-9F15-4092-8C2B-3783C47FDB52}"/>
          </ac:inkMkLst>
        </pc:inkChg>
        <pc:inkChg chg="add del">
          <ac:chgData name="" userId="242feb3c33a8e7bf" providerId="LiveId" clId="{39C24DAF-E20C-4507-9157-C96F2FA882D0}" dt="2023-03-28T16:13:56.497" v="1328"/>
          <ac:inkMkLst>
            <pc:docMk/>
            <pc:sldMk cId="4095713827" sldId="262"/>
            <ac:inkMk id="442" creationId="{6E6A9F4D-DE82-4055-8E44-774076E777F5}"/>
          </ac:inkMkLst>
        </pc:inkChg>
        <pc:inkChg chg="add del">
          <ac:chgData name="" userId="242feb3c33a8e7bf" providerId="LiveId" clId="{39C24DAF-E20C-4507-9157-C96F2FA882D0}" dt="2023-03-28T16:13:56.497" v="1328"/>
          <ac:inkMkLst>
            <pc:docMk/>
            <pc:sldMk cId="4095713827" sldId="262"/>
            <ac:inkMk id="443" creationId="{B5C7315F-A1A9-46C4-97C0-C4D21C7314FC}"/>
          </ac:inkMkLst>
        </pc:inkChg>
        <pc:inkChg chg="add del">
          <ac:chgData name="" userId="242feb3c33a8e7bf" providerId="LiveId" clId="{39C24DAF-E20C-4507-9157-C96F2FA882D0}" dt="2023-03-28T16:13:56.497" v="1328"/>
          <ac:inkMkLst>
            <pc:docMk/>
            <pc:sldMk cId="4095713827" sldId="262"/>
            <ac:inkMk id="444" creationId="{0DF59B3C-6537-460F-908D-1222891DCF80}"/>
          </ac:inkMkLst>
        </pc:inkChg>
        <pc:inkChg chg="add del">
          <ac:chgData name="" userId="242feb3c33a8e7bf" providerId="LiveId" clId="{39C24DAF-E20C-4507-9157-C96F2FA882D0}" dt="2023-03-28T16:13:56.497" v="1328"/>
          <ac:inkMkLst>
            <pc:docMk/>
            <pc:sldMk cId="4095713827" sldId="262"/>
            <ac:inkMk id="445" creationId="{E0DFC0DF-43FB-4172-BA00-F1A3936A6AA8}"/>
          </ac:inkMkLst>
        </pc:inkChg>
        <pc:inkChg chg="add del">
          <ac:chgData name="" userId="242feb3c33a8e7bf" providerId="LiveId" clId="{39C24DAF-E20C-4507-9157-C96F2FA882D0}" dt="2023-03-28T16:13:56.497" v="1328"/>
          <ac:inkMkLst>
            <pc:docMk/>
            <pc:sldMk cId="4095713827" sldId="262"/>
            <ac:inkMk id="446" creationId="{6A0BC832-2D2E-4873-ACF3-32618931EC4E}"/>
          </ac:inkMkLst>
        </pc:inkChg>
        <pc:inkChg chg="add del">
          <ac:chgData name="" userId="242feb3c33a8e7bf" providerId="LiveId" clId="{39C24DAF-E20C-4507-9157-C96F2FA882D0}" dt="2023-03-28T16:13:56.497" v="1328"/>
          <ac:inkMkLst>
            <pc:docMk/>
            <pc:sldMk cId="4095713827" sldId="262"/>
            <ac:inkMk id="447" creationId="{39573953-DED1-48B1-92D8-E4AB6BB0AA4D}"/>
          </ac:inkMkLst>
        </pc:inkChg>
        <pc:inkChg chg="add del">
          <ac:chgData name="" userId="242feb3c33a8e7bf" providerId="LiveId" clId="{39C24DAF-E20C-4507-9157-C96F2FA882D0}" dt="2023-03-28T16:13:56.497" v="1328"/>
          <ac:inkMkLst>
            <pc:docMk/>
            <pc:sldMk cId="4095713827" sldId="262"/>
            <ac:inkMk id="448" creationId="{B10A5087-7F54-46D8-82EF-C1CED9D21F9D}"/>
          </ac:inkMkLst>
        </pc:inkChg>
        <pc:inkChg chg="add del">
          <ac:chgData name="" userId="242feb3c33a8e7bf" providerId="LiveId" clId="{39C24DAF-E20C-4507-9157-C96F2FA882D0}" dt="2023-03-28T16:13:56.497" v="1328"/>
          <ac:inkMkLst>
            <pc:docMk/>
            <pc:sldMk cId="4095713827" sldId="262"/>
            <ac:inkMk id="449" creationId="{013FB48F-14E4-4BB0-8610-5CB905743625}"/>
          </ac:inkMkLst>
        </pc:inkChg>
        <pc:inkChg chg="add del">
          <ac:chgData name="" userId="242feb3c33a8e7bf" providerId="LiveId" clId="{39C24DAF-E20C-4507-9157-C96F2FA882D0}" dt="2023-03-28T16:13:56.497" v="1328"/>
          <ac:inkMkLst>
            <pc:docMk/>
            <pc:sldMk cId="4095713827" sldId="262"/>
            <ac:inkMk id="450" creationId="{9E5C5BFE-5589-405D-BC18-47927F04D4D8}"/>
          </ac:inkMkLst>
        </pc:inkChg>
        <pc:inkChg chg="add del">
          <ac:chgData name="" userId="242feb3c33a8e7bf" providerId="LiveId" clId="{39C24DAF-E20C-4507-9157-C96F2FA882D0}" dt="2023-03-28T16:13:56.497" v="1328"/>
          <ac:inkMkLst>
            <pc:docMk/>
            <pc:sldMk cId="4095713827" sldId="262"/>
            <ac:inkMk id="451" creationId="{8EC78D8A-CE8E-4814-85FC-31511B888E3A}"/>
          </ac:inkMkLst>
        </pc:inkChg>
        <pc:inkChg chg="add del">
          <ac:chgData name="" userId="242feb3c33a8e7bf" providerId="LiveId" clId="{39C24DAF-E20C-4507-9157-C96F2FA882D0}" dt="2023-03-28T16:13:56.497" v="1328"/>
          <ac:inkMkLst>
            <pc:docMk/>
            <pc:sldMk cId="4095713827" sldId="262"/>
            <ac:inkMk id="452" creationId="{CD394912-79CB-4922-A482-A09691895CE3}"/>
          </ac:inkMkLst>
        </pc:inkChg>
        <pc:inkChg chg="add del">
          <ac:chgData name="" userId="242feb3c33a8e7bf" providerId="LiveId" clId="{39C24DAF-E20C-4507-9157-C96F2FA882D0}" dt="2023-03-28T16:13:56.497" v="1328"/>
          <ac:inkMkLst>
            <pc:docMk/>
            <pc:sldMk cId="4095713827" sldId="262"/>
            <ac:inkMk id="453" creationId="{C2E30CD4-C730-44D6-8A6D-CBA5EBB18602}"/>
          </ac:inkMkLst>
        </pc:inkChg>
        <pc:inkChg chg="add del">
          <ac:chgData name="" userId="242feb3c33a8e7bf" providerId="LiveId" clId="{39C24DAF-E20C-4507-9157-C96F2FA882D0}" dt="2023-03-28T16:13:56.497" v="1328"/>
          <ac:inkMkLst>
            <pc:docMk/>
            <pc:sldMk cId="4095713827" sldId="262"/>
            <ac:inkMk id="454" creationId="{A508F1EB-DF38-4004-B516-CA79D866DAF1}"/>
          </ac:inkMkLst>
        </pc:inkChg>
        <pc:inkChg chg="add del">
          <ac:chgData name="" userId="242feb3c33a8e7bf" providerId="LiveId" clId="{39C24DAF-E20C-4507-9157-C96F2FA882D0}" dt="2023-03-28T16:13:56.497" v="1328"/>
          <ac:inkMkLst>
            <pc:docMk/>
            <pc:sldMk cId="4095713827" sldId="262"/>
            <ac:inkMk id="455" creationId="{0E7D1412-270C-462C-AE27-1BBDBC82792B}"/>
          </ac:inkMkLst>
        </pc:inkChg>
        <pc:inkChg chg="add del">
          <ac:chgData name="" userId="242feb3c33a8e7bf" providerId="LiveId" clId="{39C24DAF-E20C-4507-9157-C96F2FA882D0}" dt="2023-03-28T16:13:56.497" v="1328"/>
          <ac:inkMkLst>
            <pc:docMk/>
            <pc:sldMk cId="4095713827" sldId="262"/>
            <ac:inkMk id="456" creationId="{895E4E24-BF41-472F-91FB-10B6ACAA35C4}"/>
          </ac:inkMkLst>
        </pc:inkChg>
        <pc:inkChg chg="add del">
          <ac:chgData name="" userId="242feb3c33a8e7bf" providerId="LiveId" clId="{39C24DAF-E20C-4507-9157-C96F2FA882D0}" dt="2023-03-28T16:13:56.497" v="1328"/>
          <ac:inkMkLst>
            <pc:docMk/>
            <pc:sldMk cId="4095713827" sldId="262"/>
            <ac:inkMk id="457" creationId="{A1F4891A-B5F8-4C27-A9E9-9D1B015461F2}"/>
          </ac:inkMkLst>
        </pc:inkChg>
        <pc:inkChg chg="add del">
          <ac:chgData name="" userId="242feb3c33a8e7bf" providerId="LiveId" clId="{39C24DAF-E20C-4507-9157-C96F2FA882D0}" dt="2023-03-28T16:14:01.345" v="1331"/>
          <ac:inkMkLst>
            <pc:docMk/>
            <pc:sldMk cId="4095713827" sldId="262"/>
            <ac:inkMk id="458" creationId="{02D9A697-E15B-4762-B029-2118D8328E9E}"/>
          </ac:inkMkLst>
        </pc:inkChg>
        <pc:inkChg chg="add del">
          <ac:chgData name="" userId="242feb3c33a8e7bf" providerId="LiveId" clId="{39C24DAF-E20C-4507-9157-C96F2FA882D0}" dt="2023-03-28T16:14:01.345" v="1329"/>
          <ac:inkMkLst>
            <pc:docMk/>
            <pc:sldMk cId="4095713827" sldId="262"/>
            <ac:inkMk id="459" creationId="{802D43E5-DE6B-45EE-A549-68FE351B357A}"/>
          </ac:inkMkLst>
        </pc:inkChg>
        <pc:inkChg chg="add del">
          <ac:chgData name="" userId="242feb3c33a8e7bf" providerId="LiveId" clId="{39C24DAF-E20C-4507-9157-C96F2FA882D0}" dt="2023-03-28T16:14:08.372" v="1344"/>
          <ac:inkMkLst>
            <pc:docMk/>
            <pc:sldMk cId="4095713827" sldId="262"/>
            <ac:inkMk id="460" creationId="{912B7D6C-2742-49F2-8094-FD3967A784C1}"/>
          </ac:inkMkLst>
        </pc:inkChg>
        <pc:inkChg chg="add del">
          <ac:chgData name="" userId="242feb3c33a8e7bf" providerId="LiveId" clId="{39C24DAF-E20C-4507-9157-C96F2FA882D0}" dt="2023-03-28T16:14:08.372" v="1344"/>
          <ac:inkMkLst>
            <pc:docMk/>
            <pc:sldMk cId="4095713827" sldId="262"/>
            <ac:inkMk id="461" creationId="{BDFA2E65-AFCC-4651-8AAE-475FDFEF9AB6}"/>
          </ac:inkMkLst>
        </pc:inkChg>
        <pc:inkChg chg="add del">
          <ac:chgData name="" userId="242feb3c33a8e7bf" providerId="LiveId" clId="{39C24DAF-E20C-4507-9157-C96F2FA882D0}" dt="2023-03-28T16:14:08.372" v="1344"/>
          <ac:inkMkLst>
            <pc:docMk/>
            <pc:sldMk cId="4095713827" sldId="262"/>
            <ac:inkMk id="462" creationId="{171D8E58-6353-4F28-8211-DF5AD7E857E2}"/>
          </ac:inkMkLst>
        </pc:inkChg>
        <pc:inkChg chg="add del">
          <ac:chgData name="" userId="242feb3c33a8e7bf" providerId="LiveId" clId="{39C24DAF-E20C-4507-9157-C96F2FA882D0}" dt="2023-03-28T16:14:08.372" v="1344"/>
          <ac:inkMkLst>
            <pc:docMk/>
            <pc:sldMk cId="4095713827" sldId="262"/>
            <ac:inkMk id="463" creationId="{98D5C4A1-B003-4199-B453-D9D0D87AC7BC}"/>
          </ac:inkMkLst>
        </pc:inkChg>
        <pc:inkChg chg="add del">
          <ac:chgData name="" userId="242feb3c33a8e7bf" providerId="LiveId" clId="{39C24DAF-E20C-4507-9157-C96F2FA882D0}" dt="2023-03-28T16:14:08.372" v="1344"/>
          <ac:inkMkLst>
            <pc:docMk/>
            <pc:sldMk cId="4095713827" sldId="262"/>
            <ac:inkMk id="464" creationId="{27BA1735-65F2-4F57-8EB1-7F0FD3F72D64}"/>
          </ac:inkMkLst>
        </pc:inkChg>
        <pc:inkChg chg="add del">
          <ac:chgData name="" userId="242feb3c33a8e7bf" providerId="LiveId" clId="{39C24DAF-E20C-4507-9157-C96F2FA882D0}" dt="2023-03-28T16:14:08.372" v="1344"/>
          <ac:inkMkLst>
            <pc:docMk/>
            <pc:sldMk cId="4095713827" sldId="262"/>
            <ac:inkMk id="465" creationId="{F5AD3161-7622-4972-B289-343A4F807C98}"/>
          </ac:inkMkLst>
        </pc:inkChg>
        <pc:inkChg chg="add del">
          <ac:chgData name="" userId="242feb3c33a8e7bf" providerId="LiveId" clId="{39C24DAF-E20C-4507-9157-C96F2FA882D0}" dt="2023-03-28T16:14:08.372" v="1344"/>
          <ac:inkMkLst>
            <pc:docMk/>
            <pc:sldMk cId="4095713827" sldId="262"/>
            <ac:inkMk id="466" creationId="{DA987A65-507B-4810-9821-BE98A5946399}"/>
          </ac:inkMkLst>
        </pc:inkChg>
        <pc:inkChg chg="add del">
          <ac:chgData name="" userId="242feb3c33a8e7bf" providerId="LiveId" clId="{39C24DAF-E20C-4507-9157-C96F2FA882D0}" dt="2023-03-28T16:14:08.372" v="1344"/>
          <ac:inkMkLst>
            <pc:docMk/>
            <pc:sldMk cId="4095713827" sldId="262"/>
            <ac:inkMk id="467" creationId="{4EF218E0-9AE7-477A-B614-B1A3BEA18D56}"/>
          </ac:inkMkLst>
        </pc:inkChg>
        <pc:inkChg chg="add del">
          <ac:chgData name="" userId="242feb3c33a8e7bf" providerId="LiveId" clId="{39C24DAF-E20C-4507-9157-C96F2FA882D0}" dt="2023-03-28T16:14:08.372" v="1344"/>
          <ac:inkMkLst>
            <pc:docMk/>
            <pc:sldMk cId="4095713827" sldId="262"/>
            <ac:inkMk id="468" creationId="{D62B993C-F154-4E2C-BB44-2D6D6B9C9F42}"/>
          </ac:inkMkLst>
        </pc:inkChg>
        <pc:inkChg chg="add del">
          <ac:chgData name="" userId="242feb3c33a8e7bf" providerId="LiveId" clId="{39C24DAF-E20C-4507-9157-C96F2FA882D0}" dt="2023-03-28T16:14:08.372" v="1344"/>
          <ac:inkMkLst>
            <pc:docMk/>
            <pc:sldMk cId="4095713827" sldId="262"/>
            <ac:inkMk id="469" creationId="{B596CE8E-8B53-4401-9614-4E80DE5FDD5C}"/>
          </ac:inkMkLst>
        </pc:inkChg>
        <pc:inkChg chg="add del">
          <ac:chgData name="" userId="242feb3c33a8e7bf" providerId="LiveId" clId="{39C24DAF-E20C-4507-9157-C96F2FA882D0}" dt="2023-03-28T16:14:08.372" v="1344"/>
          <ac:inkMkLst>
            <pc:docMk/>
            <pc:sldMk cId="4095713827" sldId="262"/>
            <ac:inkMk id="470" creationId="{755C4D35-5314-4418-81BE-AB4726175137}"/>
          </ac:inkMkLst>
        </pc:inkChg>
        <pc:inkChg chg="add del">
          <ac:chgData name="" userId="242feb3c33a8e7bf" providerId="LiveId" clId="{39C24DAF-E20C-4507-9157-C96F2FA882D0}" dt="2023-03-28T16:14:08.372" v="1344"/>
          <ac:inkMkLst>
            <pc:docMk/>
            <pc:sldMk cId="4095713827" sldId="262"/>
            <ac:inkMk id="471" creationId="{D13D1B9D-2C32-4EE5-BD36-82AEC36E80F3}"/>
          </ac:inkMkLst>
        </pc:inkChg>
        <pc:inkChg chg="add">
          <ac:chgData name="" userId="242feb3c33a8e7bf" providerId="LiveId" clId="{39C24DAF-E20C-4507-9157-C96F2FA882D0}" dt="2023-03-28T16:14:08.372" v="1344"/>
          <ac:inkMkLst>
            <pc:docMk/>
            <pc:sldMk cId="4095713827" sldId="262"/>
            <ac:inkMk id="472" creationId="{02D75DC8-36D4-44E8-9B38-85B9D19AFA3D}"/>
          </ac:inkMkLst>
        </pc:inkChg>
        <pc:inkChg chg="add">
          <ac:chgData name="" userId="242feb3c33a8e7bf" providerId="LiveId" clId="{39C24DAF-E20C-4507-9157-C96F2FA882D0}" dt="2023-03-28T16:14:08.372" v="1344"/>
          <ac:inkMkLst>
            <pc:docMk/>
            <pc:sldMk cId="4095713827" sldId="262"/>
            <ac:inkMk id="473" creationId="{5910F1CF-14A1-428E-A61B-0013DF6CC8A2}"/>
          </ac:inkMkLst>
        </pc:inkChg>
        <pc:inkChg chg="add">
          <ac:chgData name="" userId="242feb3c33a8e7bf" providerId="LiveId" clId="{39C24DAF-E20C-4507-9157-C96F2FA882D0}" dt="2023-03-28T16:14:17.869" v="1345"/>
          <ac:inkMkLst>
            <pc:docMk/>
            <pc:sldMk cId="4095713827" sldId="262"/>
            <ac:inkMk id="474" creationId="{3B0D4C3E-8D0F-4196-8F5F-11A7E2A6FE41}"/>
          </ac:inkMkLst>
        </pc:inkChg>
        <pc:inkChg chg="add del">
          <ac:chgData name="" userId="242feb3c33a8e7bf" providerId="LiveId" clId="{39C24DAF-E20C-4507-9157-C96F2FA882D0}" dt="2023-03-28T16:14:21.079" v="1347"/>
          <ac:inkMkLst>
            <pc:docMk/>
            <pc:sldMk cId="4095713827" sldId="262"/>
            <ac:inkMk id="475" creationId="{68A567C5-C709-4EA0-88DF-2B53A9D83C2B}"/>
          </ac:inkMkLst>
        </pc:inkChg>
        <pc:inkChg chg="add">
          <ac:chgData name="" userId="242feb3c33a8e7bf" providerId="LiveId" clId="{39C24DAF-E20C-4507-9157-C96F2FA882D0}" dt="2023-03-28T16:14:23.225" v="1348"/>
          <ac:inkMkLst>
            <pc:docMk/>
            <pc:sldMk cId="4095713827" sldId="262"/>
            <ac:inkMk id="476" creationId="{C2631B6D-4823-487A-8B7E-B781477A35BF}"/>
          </ac:inkMkLst>
        </pc:inkChg>
        <pc:inkChg chg="add">
          <ac:chgData name="" userId="242feb3c33a8e7bf" providerId="LiveId" clId="{39C24DAF-E20C-4507-9157-C96F2FA882D0}" dt="2023-03-28T16:14:25.825" v="1349"/>
          <ac:inkMkLst>
            <pc:docMk/>
            <pc:sldMk cId="4095713827" sldId="262"/>
            <ac:inkMk id="477" creationId="{4B8B8E82-6B38-4EBE-8DFB-E5BE645E5CB4}"/>
          </ac:inkMkLst>
        </pc:inkChg>
        <pc:inkChg chg="add del">
          <ac:chgData name="" userId="242feb3c33a8e7bf" providerId="LiveId" clId="{39C24DAF-E20C-4507-9157-C96F2FA882D0}" dt="2023-03-28T16:14:35.171" v="1351"/>
          <ac:inkMkLst>
            <pc:docMk/>
            <pc:sldMk cId="4095713827" sldId="262"/>
            <ac:inkMk id="478" creationId="{EC7512C9-683D-42EC-968A-27131D8A12C8}"/>
          </ac:inkMkLst>
        </pc:inkChg>
        <pc:inkChg chg="add">
          <ac:chgData name="" userId="242feb3c33a8e7bf" providerId="LiveId" clId="{39C24DAF-E20C-4507-9157-C96F2FA882D0}" dt="2023-03-28T16:14:38.153" v="1352"/>
          <ac:inkMkLst>
            <pc:docMk/>
            <pc:sldMk cId="4095713827" sldId="262"/>
            <ac:inkMk id="479" creationId="{5F3A41B2-05EA-4E46-897A-2C7A7DDD6423}"/>
          </ac:inkMkLst>
        </pc:inkChg>
        <pc:inkChg chg="add del">
          <ac:chgData name="" userId="242feb3c33a8e7bf" providerId="LiveId" clId="{39C24DAF-E20C-4507-9157-C96F2FA882D0}" dt="2023-03-28T16:14:41.258" v="1355"/>
          <ac:inkMkLst>
            <pc:docMk/>
            <pc:sldMk cId="4095713827" sldId="262"/>
            <ac:inkMk id="480" creationId="{19D3A42F-1547-44C7-8E1A-547F56D58976}"/>
          </ac:inkMkLst>
        </pc:inkChg>
        <pc:inkChg chg="add del">
          <ac:chgData name="" userId="242feb3c33a8e7bf" providerId="LiveId" clId="{39C24DAF-E20C-4507-9157-C96F2FA882D0}" dt="2023-03-28T16:14:41.258" v="1355"/>
          <ac:inkMkLst>
            <pc:docMk/>
            <pc:sldMk cId="4095713827" sldId="262"/>
            <ac:inkMk id="481" creationId="{0D9A23DD-2184-407B-B346-37C49670AD78}"/>
          </ac:inkMkLst>
        </pc:inkChg>
        <pc:inkChg chg="add">
          <ac:chgData name="" userId="242feb3c33a8e7bf" providerId="LiveId" clId="{39C24DAF-E20C-4507-9157-C96F2FA882D0}" dt="2023-03-28T16:14:41.258" v="1355"/>
          <ac:inkMkLst>
            <pc:docMk/>
            <pc:sldMk cId="4095713827" sldId="262"/>
            <ac:inkMk id="482" creationId="{D2B29857-C60B-488C-BBF4-399B58D9C39A}"/>
          </ac:inkMkLst>
        </pc:inkChg>
        <pc:inkChg chg="add">
          <ac:chgData name="" userId="242feb3c33a8e7bf" providerId="LiveId" clId="{39C24DAF-E20C-4507-9157-C96F2FA882D0}" dt="2023-03-28T16:14:45.394" v="1356"/>
          <ac:inkMkLst>
            <pc:docMk/>
            <pc:sldMk cId="4095713827" sldId="262"/>
            <ac:inkMk id="483" creationId="{AF141758-4895-4BAD-A1FF-C53039C40998}"/>
          </ac:inkMkLst>
        </pc:inkChg>
        <pc:inkChg chg="add">
          <ac:chgData name="" userId="242feb3c33a8e7bf" providerId="LiveId" clId="{39C24DAF-E20C-4507-9157-C96F2FA882D0}" dt="2023-03-28T16:14:52.468" v="1357"/>
          <ac:inkMkLst>
            <pc:docMk/>
            <pc:sldMk cId="4095713827" sldId="262"/>
            <ac:inkMk id="484" creationId="{8A78C6FE-8851-4B8B-8189-559307E10F8E}"/>
          </ac:inkMkLst>
        </pc:inkChg>
        <pc:inkChg chg="add del">
          <ac:chgData name="" userId="242feb3c33a8e7bf" providerId="LiveId" clId="{39C24DAF-E20C-4507-9157-C96F2FA882D0}" dt="2023-03-28T16:14:58.436" v="1373"/>
          <ac:inkMkLst>
            <pc:docMk/>
            <pc:sldMk cId="4095713827" sldId="262"/>
            <ac:inkMk id="485" creationId="{6CD5DBEA-13C9-455F-8FFB-6F4EBB075328}"/>
          </ac:inkMkLst>
        </pc:inkChg>
        <pc:inkChg chg="add del">
          <ac:chgData name="" userId="242feb3c33a8e7bf" providerId="LiveId" clId="{39C24DAF-E20C-4507-9157-C96F2FA882D0}" dt="2023-03-28T16:14:58.436" v="1373"/>
          <ac:inkMkLst>
            <pc:docMk/>
            <pc:sldMk cId="4095713827" sldId="262"/>
            <ac:inkMk id="486" creationId="{BE3596B4-E260-4694-90BD-01399F4273A7}"/>
          </ac:inkMkLst>
        </pc:inkChg>
        <pc:inkChg chg="add del">
          <ac:chgData name="" userId="242feb3c33a8e7bf" providerId="LiveId" clId="{39C24DAF-E20C-4507-9157-C96F2FA882D0}" dt="2023-03-28T16:14:58.436" v="1373"/>
          <ac:inkMkLst>
            <pc:docMk/>
            <pc:sldMk cId="4095713827" sldId="262"/>
            <ac:inkMk id="487" creationId="{C377B9E9-D1A6-43DB-966C-EC36EF8AFEC2}"/>
          </ac:inkMkLst>
        </pc:inkChg>
        <pc:inkChg chg="add del">
          <ac:chgData name="" userId="242feb3c33a8e7bf" providerId="LiveId" clId="{39C24DAF-E20C-4507-9157-C96F2FA882D0}" dt="2023-03-28T16:14:58.436" v="1373"/>
          <ac:inkMkLst>
            <pc:docMk/>
            <pc:sldMk cId="4095713827" sldId="262"/>
            <ac:inkMk id="488" creationId="{57EAAF97-7029-406F-AAC9-1C8442BC7F99}"/>
          </ac:inkMkLst>
        </pc:inkChg>
        <pc:inkChg chg="add del">
          <ac:chgData name="" userId="242feb3c33a8e7bf" providerId="LiveId" clId="{39C24DAF-E20C-4507-9157-C96F2FA882D0}" dt="2023-03-28T16:14:58.436" v="1373"/>
          <ac:inkMkLst>
            <pc:docMk/>
            <pc:sldMk cId="4095713827" sldId="262"/>
            <ac:inkMk id="489" creationId="{EA729BEE-7FCD-4C6D-ADD0-E96886296F37}"/>
          </ac:inkMkLst>
        </pc:inkChg>
        <pc:inkChg chg="add del">
          <ac:chgData name="" userId="242feb3c33a8e7bf" providerId="LiveId" clId="{39C24DAF-E20C-4507-9157-C96F2FA882D0}" dt="2023-03-28T16:14:58.436" v="1373"/>
          <ac:inkMkLst>
            <pc:docMk/>
            <pc:sldMk cId="4095713827" sldId="262"/>
            <ac:inkMk id="490" creationId="{E1EC2025-7C97-4A06-BDC7-D39C78040D91}"/>
          </ac:inkMkLst>
        </pc:inkChg>
        <pc:inkChg chg="add del">
          <ac:chgData name="" userId="242feb3c33a8e7bf" providerId="LiveId" clId="{39C24DAF-E20C-4507-9157-C96F2FA882D0}" dt="2023-03-28T16:14:58.436" v="1373"/>
          <ac:inkMkLst>
            <pc:docMk/>
            <pc:sldMk cId="4095713827" sldId="262"/>
            <ac:inkMk id="491" creationId="{A498EDF2-30FA-4068-8EB0-47772F53D70C}"/>
          </ac:inkMkLst>
        </pc:inkChg>
        <pc:inkChg chg="add del">
          <ac:chgData name="" userId="242feb3c33a8e7bf" providerId="LiveId" clId="{39C24DAF-E20C-4507-9157-C96F2FA882D0}" dt="2023-03-28T16:14:58.436" v="1373"/>
          <ac:inkMkLst>
            <pc:docMk/>
            <pc:sldMk cId="4095713827" sldId="262"/>
            <ac:inkMk id="492" creationId="{52497C98-B5E9-437E-B876-7CEAE4BF4559}"/>
          </ac:inkMkLst>
        </pc:inkChg>
        <pc:inkChg chg="add">
          <ac:chgData name="" userId="242feb3c33a8e7bf" providerId="LiveId" clId="{39C24DAF-E20C-4507-9157-C96F2FA882D0}" dt="2023-03-28T16:14:55.959" v="1366"/>
          <ac:inkMkLst>
            <pc:docMk/>
            <pc:sldMk cId="4095713827" sldId="262"/>
            <ac:inkMk id="493" creationId="{3872AA3D-C49A-463F-BDFC-8A17DC2EDAD0}"/>
          </ac:inkMkLst>
        </pc:inkChg>
        <pc:inkChg chg="add del">
          <ac:chgData name="" userId="242feb3c33a8e7bf" providerId="LiveId" clId="{39C24DAF-E20C-4507-9157-C96F2FA882D0}" dt="2023-03-28T16:14:58.436" v="1373"/>
          <ac:inkMkLst>
            <pc:docMk/>
            <pc:sldMk cId="4095713827" sldId="262"/>
            <ac:inkMk id="494" creationId="{397EAA83-9D61-48D7-99A3-3953F9BFDDC7}"/>
          </ac:inkMkLst>
        </pc:inkChg>
        <pc:inkChg chg="add del">
          <ac:chgData name="" userId="242feb3c33a8e7bf" providerId="LiveId" clId="{39C24DAF-E20C-4507-9157-C96F2FA882D0}" dt="2023-03-28T16:14:58.436" v="1373"/>
          <ac:inkMkLst>
            <pc:docMk/>
            <pc:sldMk cId="4095713827" sldId="262"/>
            <ac:inkMk id="495" creationId="{93143879-77D7-4798-957C-6D5C2F5A8E9D}"/>
          </ac:inkMkLst>
        </pc:inkChg>
        <pc:inkChg chg="add del">
          <ac:chgData name="" userId="242feb3c33a8e7bf" providerId="LiveId" clId="{39C24DAF-E20C-4507-9157-C96F2FA882D0}" dt="2023-03-28T16:14:58.436" v="1373"/>
          <ac:inkMkLst>
            <pc:docMk/>
            <pc:sldMk cId="4095713827" sldId="262"/>
            <ac:inkMk id="496" creationId="{96CAF0A8-0B61-4F01-B69E-050B1C80A632}"/>
          </ac:inkMkLst>
        </pc:inkChg>
        <pc:inkChg chg="add del">
          <ac:chgData name="" userId="242feb3c33a8e7bf" providerId="LiveId" clId="{39C24DAF-E20C-4507-9157-C96F2FA882D0}" dt="2023-03-28T16:14:58.436" v="1373"/>
          <ac:inkMkLst>
            <pc:docMk/>
            <pc:sldMk cId="4095713827" sldId="262"/>
            <ac:inkMk id="497" creationId="{12EE4213-E272-4FFB-AF9E-7D7B7307DAF3}"/>
          </ac:inkMkLst>
        </pc:inkChg>
        <pc:inkChg chg="add del">
          <ac:chgData name="" userId="242feb3c33a8e7bf" providerId="LiveId" clId="{39C24DAF-E20C-4507-9157-C96F2FA882D0}" dt="2023-03-28T16:14:58.436" v="1373"/>
          <ac:inkMkLst>
            <pc:docMk/>
            <pc:sldMk cId="4095713827" sldId="262"/>
            <ac:inkMk id="498" creationId="{8A564A09-401F-4B73-A4CA-2D67F3AD7D75}"/>
          </ac:inkMkLst>
        </pc:inkChg>
        <pc:inkChg chg="add del">
          <ac:chgData name="" userId="242feb3c33a8e7bf" providerId="LiveId" clId="{39C24DAF-E20C-4507-9157-C96F2FA882D0}" dt="2023-03-28T16:14:58.436" v="1373"/>
          <ac:inkMkLst>
            <pc:docMk/>
            <pc:sldMk cId="4095713827" sldId="262"/>
            <ac:inkMk id="499" creationId="{5919573C-C839-4554-BB23-CD44B5547B90}"/>
          </ac:inkMkLst>
        </pc:inkChg>
        <pc:inkChg chg="add">
          <ac:chgData name="" userId="242feb3c33a8e7bf" providerId="LiveId" clId="{39C24DAF-E20C-4507-9157-C96F2FA882D0}" dt="2023-03-28T16:14:58.436" v="1373"/>
          <ac:inkMkLst>
            <pc:docMk/>
            <pc:sldMk cId="4095713827" sldId="262"/>
            <ac:inkMk id="500" creationId="{A458C655-380D-4BC5-AAC7-50386EE79BE7}"/>
          </ac:inkMkLst>
        </pc:inkChg>
        <pc:inkChg chg="add">
          <ac:chgData name="" userId="242feb3c33a8e7bf" providerId="LiveId" clId="{39C24DAF-E20C-4507-9157-C96F2FA882D0}" dt="2023-03-28T16:14:58.436" v="1373"/>
          <ac:inkMkLst>
            <pc:docMk/>
            <pc:sldMk cId="4095713827" sldId="262"/>
            <ac:inkMk id="501" creationId="{43F8F1F7-59A7-442C-B0BE-EB634FB7D408}"/>
          </ac:inkMkLst>
        </pc:inkChg>
        <pc:inkChg chg="add">
          <ac:chgData name="" userId="242feb3c33a8e7bf" providerId="LiveId" clId="{39C24DAF-E20C-4507-9157-C96F2FA882D0}" dt="2023-03-28T16:14:58.436" v="1373"/>
          <ac:inkMkLst>
            <pc:docMk/>
            <pc:sldMk cId="4095713827" sldId="262"/>
            <ac:inkMk id="502" creationId="{D0FE7E4D-DA06-4820-8937-945001DF41F6}"/>
          </ac:inkMkLst>
        </pc:inkChg>
        <pc:inkChg chg="add del">
          <ac:chgData name="" userId="242feb3c33a8e7bf" providerId="LiveId" clId="{39C24DAF-E20C-4507-9157-C96F2FA882D0}" dt="2023-03-28T16:15:01.068" v="1378"/>
          <ac:inkMkLst>
            <pc:docMk/>
            <pc:sldMk cId="4095713827" sldId="262"/>
            <ac:inkMk id="503" creationId="{9CA4F1C2-6D1C-43FC-9107-6061D85B6DC3}"/>
          </ac:inkMkLst>
        </pc:inkChg>
        <pc:inkChg chg="add del">
          <ac:chgData name="" userId="242feb3c33a8e7bf" providerId="LiveId" clId="{39C24DAF-E20C-4507-9157-C96F2FA882D0}" dt="2023-03-28T16:15:01.068" v="1378"/>
          <ac:inkMkLst>
            <pc:docMk/>
            <pc:sldMk cId="4095713827" sldId="262"/>
            <ac:inkMk id="504" creationId="{916DA437-F83E-47A9-B2AB-1E8770341FB7}"/>
          </ac:inkMkLst>
        </pc:inkChg>
        <pc:inkChg chg="add del">
          <ac:chgData name="" userId="242feb3c33a8e7bf" providerId="LiveId" clId="{39C24DAF-E20C-4507-9157-C96F2FA882D0}" dt="2023-03-28T16:15:01.068" v="1378"/>
          <ac:inkMkLst>
            <pc:docMk/>
            <pc:sldMk cId="4095713827" sldId="262"/>
            <ac:inkMk id="505" creationId="{C1840FD4-9A17-4EB0-A64F-9BED53EBF689}"/>
          </ac:inkMkLst>
        </pc:inkChg>
        <pc:inkChg chg="add del">
          <ac:chgData name="" userId="242feb3c33a8e7bf" providerId="LiveId" clId="{39C24DAF-E20C-4507-9157-C96F2FA882D0}" dt="2023-03-28T16:15:01.068" v="1378"/>
          <ac:inkMkLst>
            <pc:docMk/>
            <pc:sldMk cId="4095713827" sldId="262"/>
            <ac:inkMk id="506" creationId="{6CE2615A-907E-4CB6-B9A7-1A28375E04C0}"/>
          </ac:inkMkLst>
        </pc:inkChg>
        <pc:inkChg chg="add">
          <ac:chgData name="" userId="242feb3c33a8e7bf" providerId="LiveId" clId="{39C24DAF-E20C-4507-9157-C96F2FA882D0}" dt="2023-03-28T16:15:01.068" v="1378"/>
          <ac:inkMkLst>
            <pc:docMk/>
            <pc:sldMk cId="4095713827" sldId="262"/>
            <ac:inkMk id="507" creationId="{F41F6FA4-1FC7-4CF4-A134-9A0C17772193}"/>
          </ac:inkMkLst>
        </pc:inkChg>
        <pc:inkChg chg="add del">
          <ac:chgData name="" userId="242feb3c33a8e7bf" providerId="LiveId" clId="{39C24DAF-E20C-4507-9157-C96F2FA882D0}" dt="2023-03-28T16:15:05.743" v="1392"/>
          <ac:inkMkLst>
            <pc:docMk/>
            <pc:sldMk cId="4095713827" sldId="262"/>
            <ac:inkMk id="508" creationId="{5DF1A6E8-7EF4-43FB-9593-59A5AA32952F}"/>
          </ac:inkMkLst>
        </pc:inkChg>
        <pc:inkChg chg="add del">
          <ac:chgData name="" userId="242feb3c33a8e7bf" providerId="LiveId" clId="{39C24DAF-E20C-4507-9157-C96F2FA882D0}" dt="2023-03-28T16:15:05.743" v="1392"/>
          <ac:inkMkLst>
            <pc:docMk/>
            <pc:sldMk cId="4095713827" sldId="262"/>
            <ac:inkMk id="509" creationId="{E9079DA1-0A72-4017-B246-FC93F75C3525}"/>
          </ac:inkMkLst>
        </pc:inkChg>
        <pc:inkChg chg="add del">
          <ac:chgData name="" userId="242feb3c33a8e7bf" providerId="LiveId" clId="{39C24DAF-E20C-4507-9157-C96F2FA882D0}" dt="2023-03-28T16:15:05.743" v="1392"/>
          <ac:inkMkLst>
            <pc:docMk/>
            <pc:sldMk cId="4095713827" sldId="262"/>
            <ac:inkMk id="510" creationId="{A66BE52A-11F4-44F9-A95B-07E807E0049A}"/>
          </ac:inkMkLst>
        </pc:inkChg>
        <pc:inkChg chg="add del">
          <ac:chgData name="" userId="242feb3c33a8e7bf" providerId="LiveId" clId="{39C24DAF-E20C-4507-9157-C96F2FA882D0}" dt="2023-03-28T16:15:05.743" v="1392"/>
          <ac:inkMkLst>
            <pc:docMk/>
            <pc:sldMk cId="4095713827" sldId="262"/>
            <ac:inkMk id="511" creationId="{8289403E-30F0-483D-87F1-D4C6211268FD}"/>
          </ac:inkMkLst>
        </pc:inkChg>
        <pc:inkChg chg="add del">
          <ac:chgData name="" userId="242feb3c33a8e7bf" providerId="LiveId" clId="{39C24DAF-E20C-4507-9157-C96F2FA882D0}" dt="2023-03-28T16:15:05.743" v="1392"/>
          <ac:inkMkLst>
            <pc:docMk/>
            <pc:sldMk cId="4095713827" sldId="262"/>
            <ac:inkMk id="512" creationId="{E7908A62-5752-4E29-9E08-7CCB47E98588}"/>
          </ac:inkMkLst>
        </pc:inkChg>
        <pc:inkChg chg="add del">
          <ac:chgData name="" userId="242feb3c33a8e7bf" providerId="LiveId" clId="{39C24DAF-E20C-4507-9157-C96F2FA882D0}" dt="2023-03-28T16:15:05.743" v="1392"/>
          <ac:inkMkLst>
            <pc:docMk/>
            <pc:sldMk cId="4095713827" sldId="262"/>
            <ac:inkMk id="513" creationId="{B1ADF383-3062-4A40-870E-848740EFEF29}"/>
          </ac:inkMkLst>
        </pc:inkChg>
        <pc:inkChg chg="add del">
          <ac:chgData name="" userId="242feb3c33a8e7bf" providerId="LiveId" clId="{39C24DAF-E20C-4507-9157-C96F2FA882D0}" dt="2023-03-28T16:15:05.743" v="1392"/>
          <ac:inkMkLst>
            <pc:docMk/>
            <pc:sldMk cId="4095713827" sldId="262"/>
            <ac:inkMk id="514" creationId="{21A5F5E7-D2BE-4CE6-9ED1-2E05B695F314}"/>
          </ac:inkMkLst>
        </pc:inkChg>
        <pc:inkChg chg="add del">
          <ac:chgData name="" userId="242feb3c33a8e7bf" providerId="LiveId" clId="{39C24DAF-E20C-4507-9157-C96F2FA882D0}" dt="2023-03-28T16:15:05.743" v="1392"/>
          <ac:inkMkLst>
            <pc:docMk/>
            <pc:sldMk cId="4095713827" sldId="262"/>
            <ac:inkMk id="515" creationId="{96159026-73A8-4C19-B57A-E44AA60C73A5}"/>
          </ac:inkMkLst>
        </pc:inkChg>
        <pc:inkChg chg="add del">
          <ac:chgData name="" userId="242feb3c33a8e7bf" providerId="LiveId" clId="{39C24DAF-E20C-4507-9157-C96F2FA882D0}" dt="2023-03-28T16:15:05.743" v="1392"/>
          <ac:inkMkLst>
            <pc:docMk/>
            <pc:sldMk cId="4095713827" sldId="262"/>
            <ac:inkMk id="516" creationId="{C819E0F9-59FC-4CA4-8F9D-94011E1C2AB7}"/>
          </ac:inkMkLst>
        </pc:inkChg>
        <pc:inkChg chg="add del">
          <ac:chgData name="" userId="242feb3c33a8e7bf" providerId="LiveId" clId="{39C24DAF-E20C-4507-9157-C96F2FA882D0}" dt="2023-03-28T16:15:05.743" v="1392"/>
          <ac:inkMkLst>
            <pc:docMk/>
            <pc:sldMk cId="4095713827" sldId="262"/>
            <ac:inkMk id="517" creationId="{853BFA05-2B7F-4285-A6DD-0B7FB7DF6993}"/>
          </ac:inkMkLst>
        </pc:inkChg>
        <pc:inkChg chg="add del">
          <ac:chgData name="" userId="242feb3c33a8e7bf" providerId="LiveId" clId="{39C24DAF-E20C-4507-9157-C96F2FA882D0}" dt="2023-03-28T16:15:05.743" v="1392"/>
          <ac:inkMkLst>
            <pc:docMk/>
            <pc:sldMk cId="4095713827" sldId="262"/>
            <ac:inkMk id="518" creationId="{89533EA3-2338-479E-9402-F9F13CFC749A}"/>
          </ac:inkMkLst>
        </pc:inkChg>
        <pc:inkChg chg="add del">
          <ac:chgData name="" userId="242feb3c33a8e7bf" providerId="LiveId" clId="{39C24DAF-E20C-4507-9157-C96F2FA882D0}" dt="2023-03-28T16:15:05.743" v="1392"/>
          <ac:inkMkLst>
            <pc:docMk/>
            <pc:sldMk cId="4095713827" sldId="262"/>
            <ac:inkMk id="519" creationId="{F516C0AD-105E-472C-A80E-0D526331B4FB}"/>
          </ac:inkMkLst>
        </pc:inkChg>
        <pc:inkChg chg="add del">
          <ac:chgData name="" userId="242feb3c33a8e7bf" providerId="LiveId" clId="{39C24DAF-E20C-4507-9157-C96F2FA882D0}" dt="2023-03-28T16:15:05.743" v="1392"/>
          <ac:inkMkLst>
            <pc:docMk/>
            <pc:sldMk cId="4095713827" sldId="262"/>
            <ac:inkMk id="520" creationId="{DB576C4A-31E5-4F7F-A735-F1866ECE38F4}"/>
          </ac:inkMkLst>
        </pc:inkChg>
        <pc:inkChg chg="add">
          <ac:chgData name="" userId="242feb3c33a8e7bf" providerId="LiveId" clId="{39C24DAF-E20C-4507-9157-C96F2FA882D0}" dt="2023-03-28T16:15:05.743" v="1392"/>
          <ac:inkMkLst>
            <pc:docMk/>
            <pc:sldMk cId="4095713827" sldId="262"/>
            <ac:inkMk id="521" creationId="{B4C2096E-A34A-4DD3-AADB-404C44702BFE}"/>
          </ac:inkMkLst>
        </pc:inkChg>
        <pc:inkChg chg="add del">
          <ac:chgData name="" userId="242feb3c33a8e7bf" providerId="LiveId" clId="{39C24DAF-E20C-4507-9157-C96F2FA882D0}" dt="2023-03-28T16:15:29.409" v="1420"/>
          <ac:inkMkLst>
            <pc:docMk/>
            <pc:sldMk cId="4095713827" sldId="262"/>
            <ac:inkMk id="522" creationId="{1D6B3857-9603-48EC-9BBE-47D7D2A17AA0}"/>
          </ac:inkMkLst>
        </pc:inkChg>
        <pc:inkChg chg="add del">
          <ac:chgData name="" userId="242feb3c33a8e7bf" providerId="LiveId" clId="{39C24DAF-E20C-4507-9157-C96F2FA882D0}" dt="2023-03-28T16:15:29.409" v="1420"/>
          <ac:inkMkLst>
            <pc:docMk/>
            <pc:sldMk cId="4095713827" sldId="262"/>
            <ac:inkMk id="523" creationId="{C1A586ED-B63B-4127-AC5D-99578CBB82D4}"/>
          </ac:inkMkLst>
        </pc:inkChg>
        <pc:inkChg chg="add del">
          <ac:chgData name="" userId="242feb3c33a8e7bf" providerId="LiveId" clId="{39C24DAF-E20C-4507-9157-C96F2FA882D0}" dt="2023-03-28T16:15:12.905" v="1398"/>
          <ac:inkMkLst>
            <pc:docMk/>
            <pc:sldMk cId="4095713827" sldId="262"/>
            <ac:inkMk id="524" creationId="{A8F0DA0C-15E9-4FC5-B39F-3A5D90228FA1}"/>
          </ac:inkMkLst>
        </pc:inkChg>
        <pc:inkChg chg="add del">
          <ac:chgData name="" userId="242feb3c33a8e7bf" providerId="LiveId" clId="{39C24DAF-E20C-4507-9157-C96F2FA882D0}" dt="2023-03-28T16:15:12.905" v="1398"/>
          <ac:inkMkLst>
            <pc:docMk/>
            <pc:sldMk cId="4095713827" sldId="262"/>
            <ac:inkMk id="525" creationId="{61F10B2B-C788-40C8-9DBC-AEA85A5F6D12}"/>
          </ac:inkMkLst>
        </pc:inkChg>
        <pc:inkChg chg="add del">
          <ac:chgData name="" userId="242feb3c33a8e7bf" providerId="LiveId" clId="{39C24DAF-E20C-4507-9157-C96F2FA882D0}" dt="2023-03-28T16:15:12.905" v="1398"/>
          <ac:inkMkLst>
            <pc:docMk/>
            <pc:sldMk cId="4095713827" sldId="262"/>
            <ac:inkMk id="526" creationId="{DB071771-813D-4915-9E4B-49CEF4AF2BC4}"/>
          </ac:inkMkLst>
        </pc:inkChg>
        <pc:inkChg chg="add">
          <ac:chgData name="" userId="242feb3c33a8e7bf" providerId="LiveId" clId="{39C24DAF-E20C-4507-9157-C96F2FA882D0}" dt="2023-03-28T16:15:12.905" v="1398"/>
          <ac:inkMkLst>
            <pc:docMk/>
            <pc:sldMk cId="4095713827" sldId="262"/>
            <ac:inkMk id="527" creationId="{2E7EF311-1FC5-49C5-A632-7A85D7627FA9}"/>
          </ac:inkMkLst>
        </pc:inkChg>
        <pc:inkChg chg="add">
          <ac:chgData name="" userId="242feb3c33a8e7bf" providerId="LiveId" clId="{39C24DAF-E20C-4507-9157-C96F2FA882D0}" dt="2023-03-28T16:15:13.511" v="1399"/>
          <ac:inkMkLst>
            <pc:docMk/>
            <pc:sldMk cId="4095713827" sldId="262"/>
            <ac:inkMk id="528" creationId="{1493967D-F5EB-4EE2-8558-FDD9CD40A270}"/>
          </ac:inkMkLst>
        </pc:inkChg>
        <pc:inkChg chg="add">
          <ac:chgData name="" userId="242feb3c33a8e7bf" providerId="LiveId" clId="{39C24DAF-E20C-4507-9157-C96F2FA882D0}" dt="2023-03-28T16:15:13.779" v="1400"/>
          <ac:inkMkLst>
            <pc:docMk/>
            <pc:sldMk cId="4095713827" sldId="262"/>
            <ac:inkMk id="529" creationId="{0E0A1483-8BD4-4A9A-8D40-6945AD1BD7FE}"/>
          </ac:inkMkLst>
        </pc:inkChg>
        <pc:inkChg chg="add del">
          <ac:chgData name="" userId="242feb3c33a8e7bf" providerId="LiveId" clId="{39C24DAF-E20C-4507-9157-C96F2FA882D0}" dt="2023-03-28T16:15:17.978" v="1408"/>
          <ac:inkMkLst>
            <pc:docMk/>
            <pc:sldMk cId="4095713827" sldId="262"/>
            <ac:inkMk id="530" creationId="{4A7090C3-B32E-42F9-9F20-547219DB0A0B}"/>
          </ac:inkMkLst>
        </pc:inkChg>
        <pc:inkChg chg="add del">
          <ac:chgData name="" userId="242feb3c33a8e7bf" providerId="LiveId" clId="{39C24DAF-E20C-4507-9157-C96F2FA882D0}" dt="2023-03-28T16:15:17.978" v="1408"/>
          <ac:inkMkLst>
            <pc:docMk/>
            <pc:sldMk cId="4095713827" sldId="262"/>
            <ac:inkMk id="531" creationId="{11381AB9-CBBE-488D-9920-4C291B9F7945}"/>
          </ac:inkMkLst>
        </pc:inkChg>
        <pc:inkChg chg="add del">
          <ac:chgData name="" userId="242feb3c33a8e7bf" providerId="LiveId" clId="{39C24DAF-E20C-4507-9157-C96F2FA882D0}" dt="2023-03-28T16:15:17.978" v="1408"/>
          <ac:inkMkLst>
            <pc:docMk/>
            <pc:sldMk cId="4095713827" sldId="262"/>
            <ac:inkMk id="532" creationId="{B829E81C-8C30-4709-8E31-378D83A5EC95}"/>
          </ac:inkMkLst>
        </pc:inkChg>
        <pc:inkChg chg="add del">
          <ac:chgData name="" userId="242feb3c33a8e7bf" providerId="LiveId" clId="{39C24DAF-E20C-4507-9157-C96F2FA882D0}" dt="2023-03-28T16:15:17.978" v="1408"/>
          <ac:inkMkLst>
            <pc:docMk/>
            <pc:sldMk cId="4095713827" sldId="262"/>
            <ac:inkMk id="533" creationId="{33F8AEC0-82D6-44E6-BC59-36E886BC62CE}"/>
          </ac:inkMkLst>
        </pc:inkChg>
        <pc:inkChg chg="add del">
          <ac:chgData name="" userId="242feb3c33a8e7bf" providerId="LiveId" clId="{39C24DAF-E20C-4507-9157-C96F2FA882D0}" dt="2023-03-28T16:15:17.978" v="1408"/>
          <ac:inkMkLst>
            <pc:docMk/>
            <pc:sldMk cId="4095713827" sldId="262"/>
            <ac:inkMk id="534" creationId="{0E7ABDDF-7795-4D69-B667-8C5AD99D8EC2}"/>
          </ac:inkMkLst>
        </pc:inkChg>
        <pc:inkChg chg="add">
          <ac:chgData name="" userId="242feb3c33a8e7bf" providerId="LiveId" clId="{39C24DAF-E20C-4507-9157-C96F2FA882D0}" dt="2023-03-28T16:15:17.074" v="1406"/>
          <ac:inkMkLst>
            <pc:docMk/>
            <pc:sldMk cId="4095713827" sldId="262"/>
            <ac:inkMk id="535" creationId="{4E242F84-1BF2-46F5-AF9C-4521B19704CC}"/>
          </ac:inkMkLst>
        </pc:inkChg>
        <pc:inkChg chg="add">
          <ac:chgData name="" userId="242feb3c33a8e7bf" providerId="LiveId" clId="{39C24DAF-E20C-4507-9157-C96F2FA882D0}" dt="2023-03-28T16:15:17.328" v="1407"/>
          <ac:inkMkLst>
            <pc:docMk/>
            <pc:sldMk cId="4095713827" sldId="262"/>
            <ac:inkMk id="536" creationId="{030AE0E2-383D-447E-9D44-42025E730D4A}"/>
          </ac:inkMkLst>
        </pc:inkChg>
        <pc:inkChg chg="add">
          <ac:chgData name="" userId="242feb3c33a8e7bf" providerId="LiveId" clId="{39C24DAF-E20C-4507-9157-C96F2FA882D0}" dt="2023-03-28T16:15:17.978" v="1408"/>
          <ac:inkMkLst>
            <pc:docMk/>
            <pc:sldMk cId="4095713827" sldId="262"/>
            <ac:inkMk id="537" creationId="{F150287B-7949-4307-ADBC-0C65905990DE}"/>
          </ac:inkMkLst>
        </pc:inkChg>
        <pc:inkChg chg="add">
          <ac:chgData name="" userId="242feb3c33a8e7bf" providerId="LiveId" clId="{39C24DAF-E20C-4507-9157-C96F2FA882D0}" dt="2023-03-28T16:15:17.978" v="1408"/>
          <ac:inkMkLst>
            <pc:docMk/>
            <pc:sldMk cId="4095713827" sldId="262"/>
            <ac:inkMk id="538" creationId="{996A9314-2DD6-40BF-93B8-691BBC994519}"/>
          </ac:inkMkLst>
        </pc:inkChg>
        <pc:inkChg chg="add del">
          <ac:chgData name="" userId="242feb3c33a8e7bf" providerId="LiveId" clId="{39C24DAF-E20C-4507-9157-C96F2FA882D0}" dt="2023-03-28T16:15:21.977" v="1416"/>
          <ac:inkMkLst>
            <pc:docMk/>
            <pc:sldMk cId="4095713827" sldId="262"/>
            <ac:inkMk id="539" creationId="{B59AEB6E-091B-4ADE-B657-FB1E7EEE19F6}"/>
          </ac:inkMkLst>
        </pc:inkChg>
        <pc:inkChg chg="add del">
          <ac:chgData name="" userId="242feb3c33a8e7bf" providerId="LiveId" clId="{39C24DAF-E20C-4507-9157-C96F2FA882D0}" dt="2023-03-28T16:15:21.977" v="1416"/>
          <ac:inkMkLst>
            <pc:docMk/>
            <pc:sldMk cId="4095713827" sldId="262"/>
            <ac:inkMk id="540" creationId="{9ACA11DB-3BFA-458B-9C3D-ECC4DE76DC77}"/>
          </ac:inkMkLst>
        </pc:inkChg>
        <pc:inkChg chg="add del">
          <ac:chgData name="" userId="242feb3c33a8e7bf" providerId="LiveId" clId="{39C24DAF-E20C-4507-9157-C96F2FA882D0}" dt="2023-03-28T16:15:21.977" v="1416"/>
          <ac:inkMkLst>
            <pc:docMk/>
            <pc:sldMk cId="4095713827" sldId="262"/>
            <ac:inkMk id="541" creationId="{688B88F0-89DE-4175-B514-C8507878E53C}"/>
          </ac:inkMkLst>
        </pc:inkChg>
        <pc:inkChg chg="add del">
          <ac:chgData name="" userId="242feb3c33a8e7bf" providerId="LiveId" clId="{39C24DAF-E20C-4507-9157-C96F2FA882D0}" dt="2023-03-28T16:15:21.977" v="1416"/>
          <ac:inkMkLst>
            <pc:docMk/>
            <pc:sldMk cId="4095713827" sldId="262"/>
            <ac:inkMk id="542" creationId="{5B393C1C-8C70-41E9-85DE-5AE6EAB0099D}"/>
          </ac:inkMkLst>
        </pc:inkChg>
        <pc:inkChg chg="add del">
          <ac:chgData name="" userId="242feb3c33a8e7bf" providerId="LiveId" clId="{39C24DAF-E20C-4507-9157-C96F2FA882D0}" dt="2023-03-28T16:15:21.977" v="1416"/>
          <ac:inkMkLst>
            <pc:docMk/>
            <pc:sldMk cId="4095713827" sldId="262"/>
            <ac:inkMk id="543" creationId="{AA2ABDEC-9680-40B9-AD8E-C2624CC5818A}"/>
          </ac:inkMkLst>
        </pc:inkChg>
        <pc:inkChg chg="add del">
          <ac:chgData name="" userId="242feb3c33a8e7bf" providerId="LiveId" clId="{39C24DAF-E20C-4507-9157-C96F2FA882D0}" dt="2023-03-28T16:15:21.977" v="1416"/>
          <ac:inkMkLst>
            <pc:docMk/>
            <pc:sldMk cId="4095713827" sldId="262"/>
            <ac:inkMk id="544" creationId="{969F0AF5-9B14-4702-8948-7A042B5E53D2}"/>
          </ac:inkMkLst>
        </pc:inkChg>
        <pc:inkChg chg="add del">
          <ac:chgData name="" userId="242feb3c33a8e7bf" providerId="LiveId" clId="{39C24DAF-E20C-4507-9157-C96F2FA882D0}" dt="2023-03-28T16:15:21.977" v="1416"/>
          <ac:inkMkLst>
            <pc:docMk/>
            <pc:sldMk cId="4095713827" sldId="262"/>
            <ac:inkMk id="545" creationId="{B8063A19-4999-4EC4-AE8F-8EC03F42C498}"/>
          </ac:inkMkLst>
        </pc:inkChg>
        <pc:inkChg chg="add">
          <ac:chgData name="" userId="242feb3c33a8e7bf" providerId="LiveId" clId="{39C24DAF-E20C-4507-9157-C96F2FA882D0}" dt="2023-03-28T16:15:21.977" v="1416"/>
          <ac:inkMkLst>
            <pc:docMk/>
            <pc:sldMk cId="4095713827" sldId="262"/>
            <ac:inkMk id="546" creationId="{1923D63D-7ED0-4950-AF40-D7D2F28E8C4B}"/>
          </ac:inkMkLst>
        </pc:inkChg>
        <pc:inkChg chg="add del">
          <ac:chgData name="" userId="242feb3c33a8e7bf" providerId="LiveId" clId="{39C24DAF-E20C-4507-9157-C96F2FA882D0}" dt="2023-03-28T16:15:29.409" v="1420"/>
          <ac:inkMkLst>
            <pc:docMk/>
            <pc:sldMk cId="4095713827" sldId="262"/>
            <ac:inkMk id="547" creationId="{B7C87CDD-AF08-4F57-A2A0-7F9C8964DAD4}"/>
          </ac:inkMkLst>
        </pc:inkChg>
        <pc:inkChg chg="add del">
          <ac:chgData name="" userId="242feb3c33a8e7bf" providerId="LiveId" clId="{39C24DAF-E20C-4507-9157-C96F2FA882D0}" dt="2023-03-28T16:15:29.409" v="1420"/>
          <ac:inkMkLst>
            <pc:docMk/>
            <pc:sldMk cId="4095713827" sldId="262"/>
            <ac:inkMk id="548" creationId="{CD6C1048-B526-43C3-BE9B-C3AD12B86262}"/>
          </ac:inkMkLst>
        </pc:inkChg>
        <pc:inkChg chg="add del">
          <ac:chgData name="" userId="242feb3c33a8e7bf" providerId="LiveId" clId="{39C24DAF-E20C-4507-9157-C96F2FA882D0}" dt="2023-03-28T16:15:29.409" v="1420"/>
          <ac:inkMkLst>
            <pc:docMk/>
            <pc:sldMk cId="4095713827" sldId="262"/>
            <ac:inkMk id="549" creationId="{44141081-3374-4CC7-80C7-B0ABE4EB04E3}"/>
          </ac:inkMkLst>
        </pc:inkChg>
        <pc:inkChg chg="add">
          <ac:chgData name="" userId="242feb3c33a8e7bf" providerId="LiveId" clId="{39C24DAF-E20C-4507-9157-C96F2FA882D0}" dt="2023-03-28T16:15:29.409" v="1420"/>
          <ac:inkMkLst>
            <pc:docMk/>
            <pc:sldMk cId="4095713827" sldId="262"/>
            <ac:inkMk id="550" creationId="{565639CD-C7A3-4DC3-AFCB-52605C7AB438}"/>
          </ac:inkMkLst>
        </pc:inkChg>
        <pc:inkChg chg="add">
          <ac:chgData name="" userId="242feb3c33a8e7bf" providerId="LiveId" clId="{39C24DAF-E20C-4507-9157-C96F2FA882D0}" dt="2023-03-28T16:15:29.409" v="1420"/>
          <ac:inkMkLst>
            <pc:docMk/>
            <pc:sldMk cId="4095713827" sldId="262"/>
            <ac:inkMk id="551" creationId="{5D313F3C-E1DA-4250-A807-D1AB9877B2B8}"/>
          </ac:inkMkLst>
        </pc:inkChg>
        <pc:inkChg chg="add">
          <ac:chgData name="" userId="242feb3c33a8e7bf" providerId="LiveId" clId="{39C24DAF-E20C-4507-9157-C96F2FA882D0}" dt="2023-03-28T16:44:25.769" v="3418"/>
          <ac:inkMkLst>
            <pc:docMk/>
            <pc:sldMk cId="4095713827" sldId="262"/>
            <ac:inkMk id="552" creationId="{6C4A467C-DFAC-4526-99A5-654109B838E2}"/>
          </ac:inkMkLst>
        </pc:inkChg>
        <pc:inkChg chg="add del">
          <ac:chgData name="" userId="242feb3c33a8e7bf" providerId="LiveId" clId="{39C24DAF-E20C-4507-9157-C96F2FA882D0}" dt="2023-03-28T16:44:36.973" v="3436"/>
          <ac:inkMkLst>
            <pc:docMk/>
            <pc:sldMk cId="4095713827" sldId="262"/>
            <ac:inkMk id="553" creationId="{5203AC3A-8C33-430D-A625-116478D11B65}"/>
          </ac:inkMkLst>
        </pc:inkChg>
        <pc:inkChg chg="add del">
          <ac:chgData name="" userId="242feb3c33a8e7bf" providerId="LiveId" clId="{39C24DAF-E20C-4507-9157-C96F2FA882D0}" dt="2023-03-28T16:44:36.973" v="3436"/>
          <ac:inkMkLst>
            <pc:docMk/>
            <pc:sldMk cId="4095713827" sldId="262"/>
            <ac:inkMk id="554" creationId="{F13BFF2C-7826-4863-AE6D-C584B4ADC2A9}"/>
          </ac:inkMkLst>
        </pc:inkChg>
        <pc:inkChg chg="add del">
          <ac:chgData name="" userId="242feb3c33a8e7bf" providerId="LiveId" clId="{39C24DAF-E20C-4507-9157-C96F2FA882D0}" dt="2023-03-28T16:44:36.973" v="3436"/>
          <ac:inkMkLst>
            <pc:docMk/>
            <pc:sldMk cId="4095713827" sldId="262"/>
            <ac:inkMk id="555" creationId="{8B69C0AD-59C7-40D4-AB76-ED930E88E897}"/>
          </ac:inkMkLst>
        </pc:inkChg>
        <pc:inkChg chg="add del">
          <ac:chgData name="" userId="242feb3c33a8e7bf" providerId="LiveId" clId="{39C24DAF-E20C-4507-9157-C96F2FA882D0}" dt="2023-03-28T16:44:36.973" v="3436"/>
          <ac:inkMkLst>
            <pc:docMk/>
            <pc:sldMk cId="4095713827" sldId="262"/>
            <ac:inkMk id="556" creationId="{B95B2CE7-7879-41EF-B1AB-9800CA655505}"/>
          </ac:inkMkLst>
        </pc:inkChg>
        <pc:inkChg chg="add del">
          <ac:chgData name="" userId="242feb3c33a8e7bf" providerId="LiveId" clId="{39C24DAF-E20C-4507-9157-C96F2FA882D0}" dt="2023-03-28T16:44:36.973" v="3436"/>
          <ac:inkMkLst>
            <pc:docMk/>
            <pc:sldMk cId="4095713827" sldId="262"/>
            <ac:inkMk id="557" creationId="{1B6BF501-EAE5-4986-8805-38F2241E6825}"/>
          </ac:inkMkLst>
        </pc:inkChg>
        <pc:inkChg chg="add del">
          <ac:chgData name="" userId="242feb3c33a8e7bf" providerId="LiveId" clId="{39C24DAF-E20C-4507-9157-C96F2FA882D0}" dt="2023-03-28T16:44:36.973" v="3436"/>
          <ac:inkMkLst>
            <pc:docMk/>
            <pc:sldMk cId="4095713827" sldId="262"/>
            <ac:inkMk id="558" creationId="{67944E5F-6CCE-4DBF-89CB-C328091E2D4F}"/>
          </ac:inkMkLst>
        </pc:inkChg>
        <pc:inkChg chg="add del">
          <ac:chgData name="" userId="242feb3c33a8e7bf" providerId="LiveId" clId="{39C24DAF-E20C-4507-9157-C96F2FA882D0}" dt="2023-03-28T16:44:36.973" v="3436"/>
          <ac:inkMkLst>
            <pc:docMk/>
            <pc:sldMk cId="4095713827" sldId="262"/>
            <ac:inkMk id="559" creationId="{BDAB4B6A-0980-45DD-8B34-2AF33022DBEB}"/>
          </ac:inkMkLst>
        </pc:inkChg>
        <pc:inkChg chg="add del">
          <ac:chgData name="" userId="242feb3c33a8e7bf" providerId="LiveId" clId="{39C24DAF-E20C-4507-9157-C96F2FA882D0}" dt="2023-03-28T16:44:36.973" v="3436"/>
          <ac:inkMkLst>
            <pc:docMk/>
            <pc:sldMk cId="4095713827" sldId="262"/>
            <ac:inkMk id="560" creationId="{480A52FC-75F3-403D-9C33-BCA45323F32D}"/>
          </ac:inkMkLst>
        </pc:inkChg>
        <pc:inkChg chg="add del">
          <ac:chgData name="" userId="242feb3c33a8e7bf" providerId="LiveId" clId="{39C24DAF-E20C-4507-9157-C96F2FA882D0}" dt="2023-03-28T16:44:36.973" v="3436"/>
          <ac:inkMkLst>
            <pc:docMk/>
            <pc:sldMk cId="4095713827" sldId="262"/>
            <ac:inkMk id="561" creationId="{3BA9D65D-1FA7-4B0F-BA0F-4441792BDEF3}"/>
          </ac:inkMkLst>
        </pc:inkChg>
        <pc:inkChg chg="add del">
          <ac:chgData name="" userId="242feb3c33a8e7bf" providerId="LiveId" clId="{39C24DAF-E20C-4507-9157-C96F2FA882D0}" dt="2023-03-28T16:44:36.973" v="3436"/>
          <ac:inkMkLst>
            <pc:docMk/>
            <pc:sldMk cId="4095713827" sldId="262"/>
            <ac:inkMk id="562" creationId="{016D4124-7F42-4F9E-88A4-67830E1DF8EE}"/>
          </ac:inkMkLst>
        </pc:inkChg>
        <pc:inkChg chg="add del">
          <ac:chgData name="" userId="242feb3c33a8e7bf" providerId="LiveId" clId="{39C24DAF-E20C-4507-9157-C96F2FA882D0}" dt="2023-03-28T16:44:36.973" v="3436"/>
          <ac:inkMkLst>
            <pc:docMk/>
            <pc:sldMk cId="4095713827" sldId="262"/>
            <ac:inkMk id="563" creationId="{41FEBD22-AD3E-420B-819E-7ED0805A58DF}"/>
          </ac:inkMkLst>
        </pc:inkChg>
        <pc:inkChg chg="add del">
          <ac:chgData name="" userId="242feb3c33a8e7bf" providerId="LiveId" clId="{39C24DAF-E20C-4507-9157-C96F2FA882D0}" dt="2023-03-28T16:44:36.973" v="3436"/>
          <ac:inkMkLst>
            <pc:docMk/>
            <pc:sldMk cId="4095713827" sldId="262"/>
            <ac:inkMk id="564" creationId="{29C41ADD-813F-4616-AA68-7D3D578934C1}"/>
          </ac:inkMkLst>
        </pc:inkChg>
        <pc:inkChg chg="add del">
          <ac:chgData name="" userId="242feb3c33a8e7bf" providerId="LiveId" clId="{39C24DAF-E20C-4507-9157-C96F2FA882D0}" dt="2023-03-28T16:44:36.973" v="3436"/>
          <ac:inkMkLst>
            <pc:docMk/>
            <pc:sldMk cId="4095713827" sldId="262"/>
            <ac:inkMk id="565" creationId="{B25A0607-90F9-4886-92DE-F6C5E3CFD643}"/>
          </ac:inkMkLst>
        </pc:inkChg>
        <pc:inkChg chg="add del">
          <ac:chgData name="" userId="242feb3c33a8e7bf" providerId="LiveId" clId="{39C24DAF-E20C-4507-9157-C96F2FA882D0}" dt="2023-03-28T16:44:36.973" v="3436"/>
          <ac:inkMkLst>
            <pc:docMk/>
            <pc:sldMk cId="4095713827" sldId="262"/>
            <ac:inkMk id="566" creationId="{D1EA031C-2E85-4A06-97DA-35E541156005}"/>
          </ac:inkMkLst>
        </pc:inkChg>
        <pc:inkChg chg="add del">
          <ac:chgData name="" userId="242feb3c33a8e7bf" providerId="LiveId" clId="{39C24DAF-E20C-4507-9157-C96F2FA882D0}" dt="2023-03-28T16:44:36.973" v="3436"/>
          <ac:inkMkLst>
            <pc:docMk/>
            <pc:sldMk cId="4095713827" sldId="262"/>
            <ac:inkMk id="567" creationId="{99BDEAC4-AFD9-44F9-8F2A-9865D3E29944}"/>
          </ac:inkMkLst>
        </pc:inkChg>
        <pc:inkChg chg="add del">
          <ac:chgData name="" userId="242feb3c33a8e7bf" providerId="LiveId" clId="{39C24DAF-E20C-4507-9157-C96F2FA882D0}" dt="2023-03-28T16:44:36.973" v="3436"/>
          <ac:inkMkLst>
            <pc:docMk/>
            <pc:sldMk cId="4095713827" sldId="262"/>
            <ac:inkMk id="568" creationId="{D29A3DD3-FBC5-4D7C-848B-08B5ABEF2AB3}"/>
          </ac:inkMkLst>
        </pc:inkChg>
        <pc:inkChg chg="add del">
          <ac:chgData name="" userId="242feb3c33a8e7bf" providerId="LiveId" clId="{39C24DAF-E20C-4507-9157-C96F2FA882D0}" dt="2023-03-28T16:44:36.973" v="3436"/>
          <ac:inkMkLst>
            <pc:docMk/>
            <pc:sldMk cId="4095713827" sldId="262"/>
            <ac:inkMk id="569" creationId="{4B496A5E-C41C-46A0-8F2A-29DC6DF8D4C6}"/>
          </ac:inkMkLst>
        </pc:inkChg>
        <pc:inkChg chg="add">
          <ac:chgData name="" userId="242feb3c33a8e7bf" providerId="LiveId" clId="{39C24DAF-E20C-4507-9157-C96F2FA882D0}" dt="2023-03-28T16:44:36.973" v="3436"/>
          <ac:inkMkLst>
            <pc:docMk/>
            <pc:sldMk cId="4095713827" sldId="262"/>
            <ac:inkMk id="570" creationId="{254566BB-A35B-46C7-AB2F-AD2121F036D7}"/>
          </ac:inkMkLst>
        </pc:inkChg>
      </pc:sldChg>
      <pc:sldChg chg="addSp delSp modSp">
        <pc:chgData name="" userId="242feb3c33a8e7bf" providerId="LiveId" clId="{39C24DAF-E20C-4507-9157-C96F2FA882D0}" dt="2023-03-28T16:45:38.560" v="3522"/>
        <pc:sldMkLst>
          <pc:docMk/>
          <pc:sldMk cId="2546658784" sldId="263"/>
        </pc:sldMkLst>
        <pc:spChg chg="mod">
          <ac:chgData name="" userId="242feb3c33a8e7bf" providerId="LiveId" clId="{39C24DAF-E20C-4507-9157-C96F2FA882D0}" dt="2023-03-28T16:15:53.531" v="1422" actId="14100"/>
          <ac:spMkLst>
            <pc:docMk/>
            <pc:sldMk cId="2546658784" sldId="263"/>
            <ac:spMk id="3" creationId="{6305E3D8-D6BD-4FC9-A6FB-2FBA5CE877D8}"/>
          </ac:spMkLst>
        </pc:spChg>
        <pc:inkChg chg="add del">
          <ac:chgData name="" userId="242feb3c33a8e7bf" providerId="LiveId" clId="{39C24DAF-E20C-4507-9157-C96F2FA882D0}" dt="2023-03-28T16:19:03.783" v="1727"/>
          <ac:inkMkLst>
            <pc:docMk/>
            <pc:sldMk cId="2546658784" sldId="263"/>
            <ac:inkMk id="2" creationId="{2AEFC798-FFD8-4EA2-AD0E-42EFF0567E5B}"/>
          </ac:inkMkLst>
        </pc:inkChg>
        <pc:inkChg chg="add del">
          <ac:chgData name="" userId="242feb3c33a8e7bf" providerId="LiveId" clId="{39C24DAF-E20C-4507-9157-C96F2FA882D0}" dt="2023-03-28T16:16:00.972" v="1439"/>
          <ac:inkMkLst>
            <pc:docMk/>
            <pc:sldMk cId="2546658784" sldId="263"/>
            <ac:inkMk id="5" creationId="{056AA23E-2B13-4BB1-B705-AA9A274BD292}"/>
          </ac:inkMkLst>
        </pc:inkChg>
        <pc:inkChg chg="add del">
          <ac:chgData name="" userId="242feb3c33a8e7bf" providerId="LiveId" clId="{39C24DAF-E20C-4507-9157-C96F2FA882D0}" dt="2023-03-28T16:16:00.972" v="1439"/>
          <ac:inkMkLst>
            <pc:docMk/>
            <pc:sldMk cId="2546658784" sldId="263"/>
            <ac:inkMk id="6" creationId="{CE310726-67C8-4DB2-82C2-88345B1AB743}"/>
          </ac:inkMkLst>
        </pc:inkChg>
        <pc:inkChg chg="add del">
          <ac:chgData name="" userId="242feb3c33a8e7bf" providerId="LiveId" clId="{39C24DAF-E20C-4507-9157-C96F2FA882D0}" dt="2023-03-28T16:16:00.972" v="1439"/>
          <ac:inkMkLst>
            <pc:docMk/>
            <pc:sldMk cId="2546658784" sldId="263"/>
            <ac:inkMk id="7" creationId="{13479843-0D09-47B3-AE3B-9982DC2F0B8E}"/>
          </ac:inkMkLst>
        </pc:inkChg>
        <pc:inkChg chg="add del">
          <ac:chgData name="" userId="242feb3c33a8e7bf" providerId="LiveId" clId="{39C24DAF-E20C-4507-9157-C96F2FA882D0}" dt="2023-03-28T16:16:00.972" v="1439"/>
          <ac:inkMkLst>
            <pc:docMk/>
            <pc:sldMk cId="2546658784" sldId="263"/>
            <ac:inkMk id="8" creationId="{EB35BB76-796D-4367-9CA5-74E9D983EEAE}"/>
          </ac:inkMkLst>
        </pc:inkChg>
        <pc:inkChg chg="add del">
          <ac:chgData name="" userId="242feb3c33a8e7bf" providerId="LiveId" clId="{39C24DAF-E20C-4507-9157-C96F2FA882D0}" dt="2023-03-28T16:16:00.972" v="1439"/>
          <ac:inkMkLst>
            <pc:docMk/>
            <pc:sldMk cId="2546658784" sldId="263"/>
            <ac:inkMk id="11" creationId="{1A414560-DAAA-4BC7-9472-2D898123CC09}"/>
          </ac:inkMkLst>
        </pc:inkChg>
        <pc:inkChg chg="add del">
          <ac:chgData name="" userId="242feb3c33a8e7bf" providerId="LiveId" clId="{39C24DAF-E20C-4507-9157-C96F2FA882D0}" dt="2023-03-28T16:16:00.972" v="1439"/>
          <ac:inkMkLst>
            <pc:docMk/>
            <pc:sldMk cId="2546658784" sldId="263"/>
            <ac:inkMk id="12" creationId="{20B2A887-793B-4FE3-819A-B36B0070B0DA}"/>
          </ac:inkMkLst>
        </pc:inkChg>
        <pc:inkChg chg="add del">
          <ac:chgData name="" userId="242feb3c33a8e7bf" providerId="LiveId" clId="{39C24DAF-E20C-4507-9157-C96F2FA882D0}" dt="2023-03-28T16:16:00.972" v="1439"/>
          <ac:inkMkLst>
            <pc:docMk/>
            <pc:sldMk cId="2546658784" sldId="263"/>
            <ac:inkMk id="13" creationId="{85DB14C6-7A50-45E6-81A6-D74A9A455952}"/>
          </ac:inkMkLst>
        </pc:inkChg>
        <pc:inkChg chg="add del">
          <ac:chgData name="" userId="242feb3c33a8e7bf" providerId="LiveId" clId="{39C24DAF-E20C-4507-9157-C96F2FA882D0}" dt="2023-03-28T16:16:00.972" v="1439"/>
          <ac:inkMkLst>
            <pc:docMk/>
            <pc:sldMk cId="2546658784" sldId="263"/>
            <ac:inkMk id="14" creationId="{A23356D9-90C5-4716-BF19-0BB8A0DC3BDD}"/>
          </ac:inkMkLst>
        </pc:inkChg>
        <pc:inkChg chg="add del">
          <ac:chgData name="" userId="242feb3c33a8e7bf" providerId="LiveId" clId="{39C24DAF-E20C-4507-9157-C96F2FA882D0}" dt="2023-03-28T16:16:00.972" v="1439"/>
          <ac:inkMkLst>
            <pc:docMk/>
            <pc:sldMk cId="2546658784" sldId="263"/>
            <ac:inkMk id="15" creationId="{3836631C-4EEB-4A98-BAF4-283B464EC725}"/>
          </ac:inkMkLst>
        </pc:inkChg>
        <pc:inkChg chg="add del">
          <ac:chgData name="" userId="242feb3c33a8e7bf" providerId="LiveId" clId="{39C24DAF-E20C-4507-9157-C96F2FA882D0}" dt="2023-03-28T16:16:00.972" v="1439"/>
          <ac:inkMkLst>
            <pc:docMk/>
            <pc:sldMk cId="2546658784" sldId="263"/>
            <ac:inkMk id="16" creationId="{02318C46-B34A-4D2E-A992-A1385D83C9C9}"/>
          </ac:inkMkLst>
        </pc:inkChg>
        <pc:inkChg chg="add del">
          <ac:chgData name="" userId="242feb3c33a8e7bf" providerId="LiveId" clId="{39C24DAF-E20C-4507-9157-C96F2FA882D0}" dt="2023-03-28T16:16:00.972" v="1439"/>
          <ac:inkMkLst>
            <pc:docMk/>
            <pc:sldMk cId="2546658784" sldId="263"/>
            <ac:inkMk id="17" creationId="{F154C78F-E123-4B93-8CDC-216F980E5029}"/>
          </ac:inkMkLst>
        </pc:inkChg>
        <pc:inkChg chg="add del">
          <ac:chgData name="" userId="242feb3c33a8e7bf" providerId="LiveId" clId="{39C24DAF-E20C-4507-9157-C96F2FA882D0}" dt="2023-03-28T16:16:00.972" v="1439"/>
          <ac:inkMkLst>
            <pc:docMk/>
            <pc:sldMk cId="2546658784" sldId="263"/>
            <ac:inkMk id="18" creationId="{FBA5EF73-59FF-4AC4-B945-26AC191B0418}"/>
          </ac:inkMkLst>
        </pc:inkChg>
        <pc:inkChg chg="add del">
          <ac:chgData name="" userId="242feb3c33a8e7bf" providerId="LiveId" clId="{39C24DAF-E20C-4507-9157-C96F2FA882D0}" dt="2023-03-28T16:16:00.972" v="1439"/>
          <ac:inkMkLst>
            <pc:docMk/>
            <pc:sldMk cId="2546658784" sldId="263"/>
            <ac:inkMk id="19" creationId="{D74B95FD-E9AA-4EDB-82C8-08F1A368B8D3}"/>
          </ac:inkMkLst>
        </pc:inkChg>
        <pc:inkChg chg="add del">
          <ac:chgData name="" userId="242feb3c33a8e7bf" providerId="LiveId" clId="{39C24DAF-E20C-4507-9157-C96F2FA882D0}" dt="2023-03-28T16:16:00.972" v="1439"/>
          <ac:inkMkLst>
            <pc:docMk/>
            <pc:sldMk cId="2546658784" sldId="263"/>
            <ac:inkMk id="20" creationId="{31B3442E-3A5B-4F82-8A3E-F334F2A1FE15}"/>
          </ac:inkMkLst>
        </pc:inkChg>
        <pc:inkChg chg="add del">
          <ac:chgData name="" userId="242feb3c33a8e7bf" providerId="LiveId" clId="{39C24DAF-E20C-4507-9157-C96F2FA882D0}" dt="2023-03-28T16:16:00.972" v="1439"/>
          <ac:inkMkLst>
            <pc:docMk/>
            <pc:sldMk cId="2546658784" sldId="263"/>
            <ac:inkMk id="21" creationId="{019A1161-10F3-4AB4-9871-2AFCC9666C7A}"/>
          </ac:inkMkLst>
        </pc:inkChg>
        <pc:inkChg chg="add del">
          <ac:chgData name="" userId="242feb3c33a8e7bf" providerId="LiveId" clId="{39C24DAF-E20C-4507-9157-C96F2FA882D0}" dt="2023-03-28T16:16:00.972" v="1439"/>
          <ac:inkMkLst>
            <pc:docMk/>
            <pc:sldMk cId="2546658784" sldId="263"/>
            <ac:inkMk id="22" creationId="{C3499D04-A401-48CA-BB82-2E3D80A15AB8}"/>
          </ac:inkMkLst>
        </pc:inkChg>
        <pc:inkChg chg="add">
          <ac:chgData name="" userId="242feb3c33a8e7bf" providerId="LiveId" clId="{39C24DAF-E20C-4507-9157-C96F2FA882D0}" dt="2023-03-28T16:16:00.972" v="1439"/>
          <ac:inkMkLst>
            <pc:docMk/>
            <pc:sldMk cId="2546658784" sldId="263"/>
            <ac:inkMk id="24" creationId="{0D685FCC-6E05-47AA-A7BF-87B00844C823}"/>
          </ac:inkMkLst>
        </pc:inkChg>
        <pc:inkChg chg="add del">
          <ac:chgData name="" userId="242feb3c33a8e7bf" providerId="LiveId" clId="{39C24DAF-E20C-4507-9157-C96F2FA882D0}" dt="2023-03-28T16:16:11.188" v="1456"/>
          <ac:inkMkLst>
            <pc:docMk/>
            <pc:sldMk cId="2546658784" sldId="263"/>
            <ac:inkMk id="25" creationId="{A721D3C8-0AF7-46DB-BD0E-E8F6905F474B}"/>
          </ac:inkMkLst>
        </pc:inkChg>
        <pc:inkChg chg="add del">
          <ac:chgData name="" userId="242feb3c33a8e7bf" providerId="LiveId" clId="{39C24DAF-E20C-4507-9157-C96F2FA882D0}" dt="2023-03-28T16:16:11.188" v="1456"/>
          <ac:inkMkLst>
            <pc:docMk/>
            <pc:sldMk cId="2546658784" sldId="263"/>
            <ac:inkMk id="28" creationId="{4E91453B-3720-49C8-AFFD-4AA9D974B21F}"/>
          </ac:inkMkLst>
        </pc:inkChg>
        <pc:inkChg chg="add del">
          <ac:chgData name="" userId="242feb3c33a8e7bf" providerId="LiveId" clId="{39C24DAF-E20C-4507-9157-C96F2FA882D0}" dt="2023-03-28T16:16:11.188" v="1456"/>
          <ac:inkMkLst>
            <pc:docMk/>
            <pc:sldMk cId="2546658784" sldId="263"/>
            <ac:inkMk id="30" creationId="{5D14BD8C-43A0-4EEC-ACE8-10C9067786A9}"/>
          </ac:inkMkLst>
        </pc:inkChg>
        <pc:inkChg chg="add del">
          <ac:chgData name="" userId="242feb3c33a8e7bf" providerId="LiveId" clId="{39C24DAF-E20C-4507-9157-C96F2FA882D0}" dt="2023-03-28T16:16:11.188" v="1456"/>
          <ac:inkMkLst>
            <pc:docMk/>
            <pc:sldMk cId="2546658784" sldId="263"/>
            <ac:inkMk id="31" creationId="{C8AA307B-3EAE-4742-8398-4A1FAB7594D3}"/>
          </ac:inkMkLst>
        </pc:inkChg>
        <pc:inkChg chg="add del">
          <ac:chgData name="" userId="242feb3c33a8e7bf" providerId="LiveId" clId="{39C24DAF-E20C-4507-9157-C96F2FA882D0}" dt="2023-03-28T16:16:11.188" v="1456"/>
          <ac:inkMkLst>
            <pc:docMk/>
            <pc:sldMk cId="2546658784" sldId="263"/>
            <ac:inkMk id="32" creationId="{E537F00A-6613-449A-A1F3-80643201ED03}"/>
          </ac:inkMkLst>
        </pc:inkChg>
        <pc:inkChg chg="add del">
          <ac:chgData name="" userId="242feb3c33a8e7bf" providerId="LiveId" clId="{39C24DAF-E20C-4507-9157-C96F2FA882D0}" dt="2023-03-28T16:16:11.188" v="1456"/>
          <ac:inkMkLst>
            <pc:docMk/>
            <pc:sldMk cId="2546658784" sldId="263"/>
            <ac:inkMk id="33" creationId="{DBCE40CE-2E7D-47B3-8582-FDE7956C02BC}"/>
          </ac:inkMkLst>
        </pc:inkChg>
        <pc:inkChg chg="add del">
          <ac:chgData name="" userId="242feb3c33a8e7bf" providerId="LiveId" clId="{39C24DAF-E20C-4507-9157-C96F2FA882D0}" dt="2023-03-28T16:16:11.188" v="1456"/>
          <ac:inkMkLst>
            <pc:docMk/>
            <pc:sldMk cId="2546658784" sldId="263"/>
            <ac:inkMk id="34" creationId="{E6F41B26-102C-41F4-A15D-4F2ABFB426FE}"/>
          </ac:inkMkLst>
        </pc:inkChg>
        <pc:inkChg chg="add del">
          <ac:chgData name="" userId="242feb3c33a8e7bf" providerId="LiveId" clId="{39C24DAF-E20C-4507-9157-C96F2FA882D0}" dt="2023-03-28T16:16:11.188" v="1456"/>
          <ac:inkMkLst>
            <pc:docMk/>
            <pc:sldMk cId="2546658784" sldId="263"/>
            <ac:inkMk id="36" creationId="{84101069-697D-45C6-A99A-877A90D3FB2D}"/>
          </ac:inkMkLst>
        </pc:inkChg>
        <pc:inkChg chg="add del">
          <ac:chgData name="" userId="242feb3c33a8e7bf" providerId="LiveId" clId="{39C24DAF-E20C-4507-9157-C96F2FA882D0}" dt="2023-03-28T16:16:11.188" v="1456"/>
          <ac:inkMkLst>
            <pc:docMk/>
            <pc:sldMk cId="2546658784" sldId="263"/>
            <ac:inkMk id="37" creationId="{C09D2297-85DA-43D4-9855-3CFF65276E64}"/>
          </ac:inkMkLst>
        </pc:inkChg>
        <pc:inkChg chg="add del">
          <ac:chgData name="" userId="242feb3c33a8e7bf" providerId="LiveId" clId="{39C24DAF-E20C-4507-9157-C96F2FA882D0}" dt="2023-03-28T16:16:11.188" v="1456"/>
          <ac:inkMkLst>
            <pc:docMk/>
            <pc:sldMk cId="2546658784" sldId="263"/>
            <ac:inkMk id="38" creationId="{A88415C6-5CD8-420C-BF4F-6D25A2C2F6BF}"/>
          </ac:inkMkLst>
        </pc:inkChg>
        <pc:inkChg chg="add del">
          <ac:chgData name="" userId="242feb3c33a8e7bf" providerId="LiveId" clId="{39C24DAF-E20C-4507-9157-C96F2FA882D0}" dt="2023-03-28T16:16:11.188" v="1456"/>
          <ac:inkMkLst>
            <pc:docMk/>
            <pc:sldMk cId="2546658784" sldId="263"/>
            <ac:inkMk id="40" creationId="{FCF91F2A-4B50-4DC3-B102-9F9329B1E299}"/>
          </ac:inkMkLst>
        </pc:inkChg>
        <pc:inkChg chg="add del">
          <ac:chgData name="" userId="242feb3c33a8e7bf" providerId="LiveId" clId="{39C24DAF-E20C-4507-9157-C96F2FA882D0}" dt="2023-03-28T16:16:11.188" v="1456"/>
          <ac:inkMkLst>
            <pc:docMk/>
            <pc:sldMk cId="2546658784" sldId="263"/>
            <ac:inkMk id="41" creationId="{A3F483CF-4D9B-4C07-82EA-956215C9790D}"/>
          </ac:inkMkLst>
        </pc:inkChg>
        <pc:inkChg chg="add del">
          <ac:chgData name="" userId="242feb3c33a8e7bf" providerId="LiveId" clId="{39C24DAF-E20C-4507-9157-C96F2FA882D0}" dt="2023-03-28T16:16:11.188" v="1456"/>
          <ac:inkMkLst>
            <pc:docMk/>
            <pc:sldMk cId="2546658784" sldId="263"/>
            <ac:inkMk id="42" creationId="{C655F29C-00A2-4BCA-BFC9-7EAF2D3D5BBD}"/>
          </ac:inkMkLst>
        </pc:inkChg>
        <pc:inkChg chg="add del">
          <ac:chgData name="" userId="242feb3c33a8e7bf" providerId="LiveId" clId="{39C24DAF-E20C-4507-9157-C96F2FA882D0}" dt="2023-03-28T16:16:11.188" v="1456"/>
          <ac:inkMkLst>
            <pc:docMk/>
            <pc:sldMk cId="2546658784" sldId="263"/>
            <ac:inkMk id="44" creationId="{F5B382F9-DAF9-4465-BE92-0F11D9E8BF1D}"/>
          </ac:inkMkLst>
        </pc:inkChg>
        <pc:inkChg chg="add del">
          <ac:chgData name="" userId="242feb3c33a8e7bf" providerId="LiveId" clId="{39C24DAF-E20C-4507-9157-C96F2FA882D0}" dt="2023-03-28T16:16:11.188" v="1456"/>
          <ac:inkMkLst>
            <pc:docMk/>
            <pc:sldMk cId="2546658784" sldId="263"/>
            <ac:inkMk id="45" creationId="{18E6DD91-34EB-4D61-98DA-74887A1E166D}"/>
          </ac:inkMkLst>
        </pc:inkChg>
        <pc:inkChg chg="add del">
          <ac:chgData name="" userId="242feb3c33a8e7bf" providerId="LiveId" clId="{39C24DAF-E20C-4507-9157-C96F2FA882D0}" dt="2023-03-28T16:16:11.188" v="1456"/>
          <ac:inkMkLst>
            <pc:docMk/>
            <pc:sldMk cId="2546658784" sldId="263"/>
            <ac:inkMk id="46" creationId="{04563093-80A2-405A-8771-3B61BD858B37}"/>
          </ac:inkMkLst>
        </pc:inkChg>
        <pc:inkChg chg="add">
          <ac:chgData name="" userId="242feb3c33a8e7bf" providerId="LiveId" clId="{39C24DAF-E20C-4507-9157-C96F2FA882D0}" dt="2023-03-28T16:16:11.188" v="1456"/>
          <ac:inkMkLst>
            <pc:docMk/>
            <pc:sldMk cId="2546658784" sldId="263"/>
            <ac:inkMk id="47" creationId="{666B740F-CD05-43C2-B34E-15B3098C8386}"/>
          </ac:inkMkLst>
        </pc:inkChg>
        <pc:inkChg chg="add">
          <ac:chgData name="" userId="242feb3c33a8e7bf" providerId="LiveId" clId="{39C24DAF-E20C-4507-9157-C96F2FA882D0}" dt="2023-03-28T16:16:11.188" v="1456"/>
          <ac:inkMkLst>
            <pc:docMk/>
            <pc:sldMk cId="2546658784" sldId="263"/>
            <ac:inkMk id="48" creationId="{1C24A275-D09B-4051-9CDE-3CC8693BA863}"/>
          </ac:inkMkLst>
        </pc:inkChg>
        <pc:inkChg chg="add del">
          <ac:chgData name="" userId="242feb3c33a8e7bf" providerId="LiveId" clId="{39C24DAF-E20C-4507-9157-C96F2FA882D0}" dt="2023-03-28T16:16:16.440" v="1466"/>
          <ac:inkMkLst>
            <pc:docMk/>
            <pc:sldMk cId="2546658784" sldId="263"/>
            <ac:inkMk id="49" creationId="{1E095ADA-BEE4-44FD-9C6C-71D9B8FABA04}"/>
          </ac:inkMkLst>
        </pc:inkChg>
        <pc:inkChg chg="add del">
          <ac:chgData name="" userId="242feb3c33a8e7bf" providerId="LiveId" clId="{39C24DAF-E20C-4507-9157-C96F2FA882D0}" dt="2023-03-28T16:16:16.440" v="1466"/>
          <ac:inkMkLst>
            <pc:docMk/>
            <pc:sldMk cId="2546658784" sldId="263"/>
            <ac:inkMk id="50" creationId="{4987E72B-B331-478D-B5B3-FEC65442EB98}"/>
          </ac:inkMkLst>
        </pc:inkChg>
        <pc:inkChg chg="add del">
          <ac:chgData name="" userId="242feb3c33a8e7bf" providerId="LiveId" clId="{39C24DAF-E20C-4507-9157-C96F2FA882D0}" dt="2023-03-28T16:16:16.440" v="1466"/>
          <ac:inkMkLst>
            <pc:docMk/>
            <pc:sldMk cId="2546658784" sldId="263"/>
            <ac:inkMk id="51" creationId="{05207152-4238-4144-BA8F-C629F3E5A998}"/>
          </ac:inkMkLst>
        </pc:inkChg>
        <pc:inkChg chg="add del">
          <ac:chgData name="" userId="242feb3c33a8e7bf" providerId="LiveId" clId="{39C24DAF-E20C-4507-9157-C96F2FA882D0}" dt="2023-03-28T16:16:16.440" v="1466"/>
          <ac:inkMkLst>
            <pc:docMk/>
            <pc:sldMk cId="2546658784" sldId="263"/>
            <ac:inkMk id="52" creationId="{19096FF5-7ACF-4C97-B0C8-3F14616DE886}"/>
          </ac:inkMkLst>
        </pc:inkChg>
        <pc:inkChg chg="add del">
          <ac:chgData name="" userId="242feb3c33a8e7bf" providerId="LiveId" clId="{39C24DAF-E20C-4507-9157-C96F2FA882D0}" dt="2023-03-28T16:16:16.440" v="1466"/>
          <ac:inkMkLst>
            <pc:docMk/>
            <pc:sldMk cId="2546658784" sldId="263"/>
            <ac:inkMk id="53" creationId="{2013C1ED-EF4C-47AA-9352-D37F0FC6ED52}"/>
          </ac:inkMkLst>
        </pc:inkChg>
        <pc:inkChg chg="add del">
          <ac:chgData name="" userId="242feb3c33a8e7bf" providerId="LiveId" clId="{39C24DAF-E20C-4507-9157-C96F2FA882D0}" dt="2023-03-28T16:16:16.440" v="1466"/>
          <ac:inkMkLst>
            <pc:docMk/>
            <pc:sldMk cId="2546658784" sldId="263"/>
            <ac:inkMk id="54" creationId="{BE39D809-54C6-4DB9-AA0A-B2D4A191B239}"/>
          </ac:inkMkLst>
        </pc:inkChg>
        <pc:inkChg chg="add del">
          <ac:chgData name="" userId="242feb3c33a8e7bf" providerId="LiveId" clId="{39C24DAF-E20C-4507-9157-C96F2FA882D0}" dt="2023-03-28T16:16:16.440" v="1466"/>
          <ac:inkMkLst>
            <pc:docMk/>
            <pc:sldMk cId="2546658784" sldId="263"/>
            <ac:inkMk id="55" creationId="{8DCA9BFB-BE77-40C2-831E-9F82B12CED18}"/>
          </ac:inkMkLst>
        </pc:inkChg>
        <pc:inkChg chg="add del">
          <ac:chgData name="" userId="242feb3c33a8e7bf" providerId="LiveId" clId="{39C24DAF-E20C-4507-9157-C96F2FA882D0}" dt="2023-03-28T16:16:16.440" v="1466"/>
          <ac:inkMkLst>
            <pc:docMk/>
            <pc:sldMk cId="2546658784" sldId="263"/>
            <ac:inkMk id="56" creationId="{581A4D92-F573-4263-B009-3ED8EE04C30A}"/>
          </ac:inkMkLst>
        </pc:inkChg>
        <pc:inkChg chg="add del">
          <ac:chgData name="" userId="242feb3c33a8e7bf" providerId="LiveId" clId="{39C24DAF-E20C-4507-9157-C96F2FA882D0}" dt="2023-03-28T16:16:16.440" v="1466"/>
          <ac:inkMkLst>
            <pc:docMk/>
            <pc:sldMk cId="2546658784" sldId="263"/>
            <ac:inkMk id="57" creationId="{D0C9B148-321C-4B52-957F-D8E6973243E6}"/>
          </ac:inkMkLst>
        </pc:inkChg>
        <pc:inkChg chg="add del">
          <ac:chgData name="" userId="242feb3c33a8e7bf" providerId="LiveId" clId="{39C24DAF-E20C-4507-9157-C96F2FA882D0}" dt="2023-03-28T16:16:19.148" v="1467"/>
          <ac:inkMkLst>
            <pc:docMk/>
            <pc:sldMk cId="2546658784" sldId="263"/>
            <ac:inkMk id="58" creationId="{858933B2-2F10-4AF8-A2D7-CF7FEDBBCA7E}"/>
          </ac:inkMkLst>
        </pc:inkChg>
        <pc:inkChg chg="add del">
          <ac:chgData name="" userId="242feb3c33a8e7bf" providerId="LiveId" clId="{39C24DAF-E20C-4507-9157-C96F2FA882D0}" dt="2023-03-28T16:16:19.148" v="1468"/>
          <ac:inkMkLst>
            <pc:docMk/>
            <pc:sldMk cId="2546658784" sldId="263"/>
            <ac:inkMk id="59" creationId="{03EDBF35-F585-4B17-95BA-9269774DC6A7}"/>
          </ac:inkMkLst>
        </pc:inkChg>
        <pc:inkChg chg="add del">
          <ac:chgData name="" userId="242feb3c33a8e7bf" providerId="LiveId" clId="{39C24DAF-E20C-4507-9157-C96F2FA882D0}" dt="2023-03-28T16:16:23.401" v="1473"/>
          <ac:inkMkLst>
            <pc:docMk/>
            <pc:sldMk cId="2546658784" sldId="263"/>
            <ac:inkMk id="60" creationId="{50E90B78-19D8-4AB0-B210-F144091770B4}"/>
          </ac:inkMkLst>
        </pc:inkChg>
        <pc:inkChg chg="add del">
          <ac:chgData name="" userId="242feb3c33a8e7bf" providerId="LiveId" clId="{39C24DAF-E20C-4507-9157-C96F2FA882D0}" dt="2023-03-28T16:16:23.401" v="1473"/>
          <ac:inkMkLst>
            <pc:docMk/>
            <pc:sldMk cId="2546658784" sldId="263"/>
            <ac:inkMk id="61" creationId="{B0D02C7F-5CE9-46A1-A7C3-8EEC58E991CF}"/>
          </ac:inkMkLst>
        </pc:inkChg>
        <pc:inkChg chg="add del">
          <ac:chgData name="" userId="242feb3c33a8e7bf" providerId="LiveId" clId="{39C24DAF-E20C-4507-9157-C96F2FA882D0}" dt="2023-03-28T16:16:23.401" v="1473"/>
          <ac:inkMkLst>
            <pc:docMk/>
            <pc:sldMk cId="2546658784" sldId="263"/>
            <ac:inkMk id="62" creationId="{0ACD3027-174A-4B71-81BE-CD988A214FC4}"/>
          </ac:inkMkLst>
        </pc:inkChg>
        <pc:inkChg chg="add del">
          <ac:chgData name="" userId="242feb3c33a8e7bf" providerId="LiveId" clId="{39C24DAF-E20C-4507-9157-C96F2FA882D0}" dt="2023-03-28T16:16:23.401" v="1473"/>
          <ac:inkMkLst>
            <pc:docMk/>
            <pc:sldMk cId="2546658784" sldId="263"/>
            <ac:inkMk id="63" creationId="{57204DDC-051C-4097-9BCC-BD0C93B8E470}"/>
          </ac:inkMkLst>
        </pc:inkChg>
        <pc:inkChg chg="add">
          <ac:chgData name="" userId="242feb3c33a8e7bf" providerId="LiveId" clId="{39C24DAF-E20C-4507-9157-C96F2FA882D0}" dt="2023-03-28T16:16:23.401" v="1473"/>
          <ac:inkMkLst>
            <pc:docMk/>
            <pc:sldMk cId="2546658784" sldId="263"/>
            <ac:inkMk id="64" creationId="{CCFDD96E-70BE-40DE-9862-03E17421FC04}"/>
          </ac:inkMkLst>
        </pc:inkChg>
        <pc:inkChg chg="add">
          <ac:chgData name="" userId="242feb3c33a8e7bf" providerId="LiveId" clId="{39C24DAF-E20C-4507-9157-C96F2FA882D0}" dt="2023-03-28T16:16:23.401" v="1473"/>
          <ac:inkMkLst>
            <pc:docMk/>
            <pc:sldMk cId="2546658784" sldId="263"/>
            <ac:inkMk id="65" creationId="{0FC04494-385C-49F4-A3BA-58E4349EC996}"/>
          </ac:inkMkLst>
        </pc:inkChg>
        <pc:inkChg chg="add del">
          <ac:chgData name="" userId="242feb3c33a8e7bf" providerId="LiveId" clId="{39C24DAF-E20C-4507-9157-C96F2FA882D0}" dt="2023-03-28T16:16:31.375" v="1488"/>
          <ac:inkMkLst>
            <pc:docMk/>
            <pc:sldMk cId="2546658784" sldId="263"/>
            <ac:inkMk id="66" creationId="{75C9F0DD-BD5C-4564-858D-3FCC94585595}"/>
          </ac:inkMkLst>
        </pc:inkChg>
        <pc:inkChg chg="add del">
          <ac:chgData name="" userId="242feb3c33a8e7bf" providerId="LiveId" clId="{39C24DAF-E20C-4507-9157-C96F2FA882D0}" dt="2023-03-28T16:16:31.375" v="1488"/>
          <ac:inkMkLst>
            <pc:docMk/>
            <pc:sldMk cId="2546658784" sldId="263"/>
            <ac:inkMk id="67" creationId="{412F1EF3-853F-4361-87B3-1529CD647195}"/>
          </ac:inkMkLst>
        </pc:inkChg>
        <pc:inkChg chg="add del">
          <ac:chgData name="" userId="242feb3c33a8e7bf" providerId="LiveId" clId="{39C24DAF-E20C-4507-9157-C96F2FA882D0}" dt="2023-03-28T16:16:31.375" v="1488"/>
          <ac:inkMkLst>
            <pc:docMk/>
            <pc:sldMk cId="2546658784" sldId="263"/>
            <ac:inkMk id="68" creationId="{1E246F60-8129-4303-BA19-45689C66C193}"/>
          </ac:inkMkLst>
        </pc:inkChg>
        <pc:inkChg chg="add del">
          <ac:chgData name="" userId="242feb3c33a8e7bf" providerId="LiveId" clId="{39C24DAF-E20C-4507-9157-C96F2FA882D0}" dt="2023-03-28T16:16:31.375" v="1488"/>
          <ac:inkMkLst>
            <pc:docMk/>
            <pc:sldMk cId="2546658784" sldId="263"/>
            <ac:inkMk id="69" creationId="{459C3141-88EE-44A2-8691-11DC516D4721}"/>
          </ac:inkMkLst>
        </pc:inkChg>
        <pc:inkChg chg="add del">
          <ac:chgData name="" userId="242feb3c33a8e7bf" providerId="LiveId" clId="{39C24DAF-E20C-4507-9157-C96F2FA882D0}" dt="2023-03-28T16:16:31.375" v="1488"/>
          <ac:inkMkLst>
            <pc:docMk/>
            <pc:sldMk cId="2546658784" sldId="263"/>
            <ac:inkMk id="70" creationId="{286DE102-E7AF-4AF7-A463-AD99B70FC755}"/>
          </ac:inkMkLst>
        </pc:inkChg>
        <pc:inkChg chg="add del">
          <ac:chgData name="" userId="242feb3c33a8e7bf" providerId="LiveId" clId="{39C24DAF-E20C-4507-9157-C96F2FA882D0}" dt="2023-03-28T16:16:31.375" v="1488"/>
          <ac:inkMkLst>
            <pc:docMk/>
            <pc:sldMk cId="2546658784" sldId="263"/>
            <ac:inkMk id="71" creationId="{AEF565E3-F6A7-48BB-94AB-46844AA35E29}"/>
          </ac:inkMkLst>
        </pc:inkChg>
        <pc:inkChg chg="add del">
          <ac:chgData name="" userId="242feb3c33a8e7bf" providerId="LiveId" clId="{39C24DAF-E20C-4507-9157-C96F2FA882D0}" dt="2023-03-28T16:16:31.375" v="1488"/>
          <ac:inkMkLst>
            <pc:docMk/>
            <pc:sldMk cId="2546658784" sldId="263"/>
            <ac:inkMk id="72" creationId="{FD1802A9-4CBD-459F-9B2E-F0EBB0A13658}"/>
          </ac:inkMkLst>
        </pc:inkChg>
        <pc:inkChg chg="add del">
          <ac:chgData name="" userId="242feb3c33a8e7bf" providerId="LiveId" clId="{39C24DAF-E20C-4507-9157-C96F2FA882D0}" dt="2023-03-28T16:16:31.375" v="1488"/>
          <ac:inkMkLst>
            <pc:docMk/>
            <pc:sldMk cId="2546658784" sldId="263"/>
            <ac:inkMk id="73" creationId="{6591C8F0-94E5-461A-B129-39D8346EDFFC}"/>
          </ac:inkMkLst>
        </pc:inkChg>
        <pc:inkChg chg="add del">
          <ac:chgData name="" userId="242feb3c33a8e7bf" providerId="LiveId" clId="{39C24DAF-E20C-4507-9157-C96F2FA882D0}" dt="2023-03-28T16:16:31.375" v="1488"/>
          <ac:inkMkLst>
            <pc:docMk/>
            <pc:sldMk cId="2546658784" sldId="263"/>
            <ac:inkMk id="74" creationId="{2484577A-5C9A-4428-9046-A415AF999923}"/>
          </ac:inkMkLst>
        </pc:inkChg>
        <pc:inkChg chg="add del">
          <ac:chgData name="" userId="242feb3c33a8e7bf" providerId="LiveId" clId="{39C24DAF-E20C-4507-9157-C96F2FA882D0}" dt="2023-03-28T16:16:31.375" v="1488"/>
          <ac:inkMkLst>
            <pc:docMk/>
            <pc:sldMk cId="2546658784" sldId="263"/>
            <ac:inkMk id="75" creationId="{5A1B25BA-EBD8-4CE3-8B7A-842DD337BFEE}"/>
          </ac:inkMkLst>
        </pc:inkChg>
        <pc:inkChg chg="add del">
          <ac:chgData name="" userId="242feb3c33a8e7bf" providerId="LiveId" clId="{39C24DAF-E20C-4507-9157-C96F2FA882D0}" dt="2023-03-28T16:16:31.375" v="1488"/>
          <ac:inkMkLst>
            <pc:docMk/>
            <pc:sldMk cId="2546658784" sldId="263"/>
            <ac:inkMk id="76" creationId="{C752B341-2B5B-44D8-87CE-8B94F35114C6}"/>
          </ac:inkMkLst>
        </pc:inkChg>
        <pc:inkChg chg="add del">
          <ac:chgData name="" userId="242feb3c33a8e7bf" providerId="LiveId" clId="{39C24DAF-E20C-4507-9157-C96F2FA882D0}" dt="2023-03-28T16:16:31.375" v="1488"/>
          <ac:inkMkLst>
            <pc:docMk/>
            <pc:sldMk cId="2546658784" sldId="263"/>
            <ac:inkMk id="77" creationId="{BDA37F68-EDDD-4F35-A7E7-5B7548925890}"/>
          </ac:inkMkLst>
        </pc:inkChg>
        <pc:inkChg chg="add del">
          <ac:chgData name="" userId="242feb3c33a8e7bf" providerId="LiveId" clId="{39C24DAF-E20C-4507-9157-C96F2FA882D0}" dt="2023-03-28T16:16:31.375" v="1488"/>
          <ac:inkMkLst>
            <pc:docMk/>
            <pc:sldMk cId="2546658784" sldId="263"/>
            <ac:inkMk id="78" creationId="{396DE45B-974C-49BF-A418-1A7780F5126F}"/>
          </ac:inkMkLst>
        </pc:inkChg>
        <pc:inkChg chg="add del">
          <ac:chgData name="" userId="242feb3c33a8e7bf" providerId="LiveId" clId="{39C24DAF-E20C-4507-9157-C96F2FA882D0}" dt="2023-03-28T16:16:31.375" v="1488"/>
          <ac:inkMkLst>
            <pc:docMk/>
            <pc:sldMk cId="2546658784" sldId="263"/>
            <ac:inkMk id="79" creationId="{C4145A49-475D-49C9-913C-821A08CE0A02}"/>
          </ac:inkMkLst>
        </pc:inkChg>
        <pc:inkChg chg="add">
          <ac:chgData name="" userId="242feb3c33a8e7bf" providerId="LiveId" clId="{39C24DAF-E20C-4507-9157-C96F2FA882D0}" dt="2023-03-28T16:16:31.375" v="1488"/>
          <ac:inkMkLst>
            <pc:docMk/>
            <pc:sldMk cId="2546658784" sldId="263"/>
            <ac:inkMk id="80" creationId="{4E0F949D-D9F5-4622-AF7E-1F16485A40AA}"/>
          </ac:inkMkLst>
        </pc:inkChg>
        <pc:inkChg chg="add">
          <ac:chgData name="" userId="242feb3c33a8e7bf" providerId="LiveId" clId="{39C24DAF-E20C-4507-9157-C96F2FA882D0}" dt="2023-03-28T16:16:31.375" v="1488"/>
          <ac:inkMkLst>
            <pc:docMk/>
            <pc:sldMk cId="2546658784" sldId="263"/>
            <ac:inkMk id="81" creationId="{23F80944-385E-4DA6-9CC4-0557C8ECA9F9}"/>
          </ac:inkMkLst>
        </pc:inkChg>
        <pc:inkChg chg="add">
          <ac:chgData name="" userId="242feb3c33a8e7bf" providerId="LiveId" clId="{39C24DAF-E20C-4507-9157-C96F2FA882D0}" dt="2023-03-28T16:16:31.375" v="1488"/>
          <ac:inkMkLst>
            <pc:docMk/>
            <pc:sldMk cId="2546658784" sldId="263"/>
            <ac:inkMk id="82" creationId="{198176E8-FC85-4C08-8D03-968149F8E4E6}"/>
          </ac:inkMkLst>
        </pc:inkChg>
        <pc:inkChg chg="add del">
          <ac:chgData name="" userId="242feb3c33a8e7bf" providerId="LiveId" clId="{39C24DAF-E20C-4507-9157-C96F2FA882D0}" dt="2023-03-28T16:16:40.235" v="1498"/>
          <ac:inkMkLst>
            <pc:docMk/>
            <pc:sldMk cId="2546658784" sldId="263"/>
            <ac:inkMk id="83" creationId="{72F10EF9-6280-41ED-AFF6-21FBAD70964E}"/>
          </ac:inkMkLst>
        </pc:inkChg>
        <pc:inkChg chg="add del">
          <ac:chgData name="" userId="242feb3c33a8e7bf" providerId="LiveId" clId="{39C24DAF-E20C-4507-9157-C96F2FA882D0}" dt="2023-03-28T16:16:40.235" v="1498"/>
          <ac:inkMkLst>
            <pc:docMk/>
            <pc:sldMk cId="2546658784" sldId="263"/>
            <ac:inkMk id="84" creationId="{8E5CF78A-9DB2-497D-93FD-BFE47BC5AA90}"/>
          </ac:inkMkLst>
        </pc:inkChg>
        <pc:inkChg chg="add del">
          <ac:chgData name="" userId="242feb3c33a8e7bf" providerId="LiveId" clId="{39C24DAF-E20C-4507-9157-C96F2FA882D0}" dt="2023-03-28T16:16:40.235" v="1498"/>
          <ac:inkMkLst>
            <pc:docMk/>
            <pc:sldMk cId="2546658784" sldId="263"/>
            <ac:inkMk id="85" creationId="{9386D6D7-D029-4EFD-AA8A-EFE1E7E56FE4}"/>
          </ac:inkMkLst>
        </pc:inkChg>
        <pc:inkChg chg="add del">
          <ac:chgData name="" userId="242feb3c33a8e7bf" providerId="LiveId" clId="{39C24DAF-E20C-4507-9157-C96F2FA882D0}" dt="2023-03-28T16:16:40.235" v="1498"/>
          <ac:inkMkLst>
            <pc:docMk/>
            <pc:sldMk cId="2546658784" sldId="263"/>
            <ac:inkMk id="86" creationId="{5E0457EE-6CCE-4252-8156-F46B335D5983}"/>
          </ac:inkMkLst>
        </pc:inkChg>
        <pc:inkChg chg="add del">
          <ac:chgData name="" userId="242feb3c33a8e7bf" providerId="LiveId" clId="{39C24DAF-E20C-4507-9157-C96F2FA882D0}" dt="2023-03-28T16:16:40.235" v="1498"/>
          <ac:inkMkLst>
            <pc:docMk/>
            <pc:sldMk cId="2546658784" sldId="263"/>
            <ac:inkMk id="87" creationId="{2F539F0B-A908-444D-8A91-0AC77E24F9F9}"/>
          </ac:inkMkLst>
        </pc:inkChg>
        <pc:inkChg chg="add del">
          <ac:chgData name="" userId="242feb3c33a8e7bf" providerId="LiveId" clId="{39C24DAF-E20C-4507-9157-C96F2FA882D0}" dt="2023-03-28T16:16:40.235" v="1498"/>
          <ac:inkMkLst>
            <pc:docMk/>
            <pc:sldMk cId="2546658784" sldId="263"/>
            <ac:inkMk id="88" creationId="{FB82ECB2-1553-420E-A883-337ED4F2F1DB}"/>
          </ac:inkMkLst>
        </pc:inkChg>
        <pc:inkChg chg="add del">
          <ac:chgData name="" userId="242feb3c33a8e7bf" providerId="LiveId" clId="{39C24DAF-E20C-4507-9157-C96F2FA882D0}" dt="2023-03-28T16:16:40.235" v="1498"/>
          <ac:inkMkLst>
            <pc:docMk/>
            <pc:sldMk cId="2546658784" sldId="263"/>
            <ac:inkMk id="89" creationId="{B94729E6-D390-41A7-8A37-6E907B70AA2D}"/>
          </ac:inkMkLst>
        </pc:inkChg>
        <pc:inkChg chg="add del">
          <ac:chgData name="" userId="242feb3c33a8e7bf" providerId="LiveId" clId="{39C24DAF-E20C-4507-9157-C96F2FA882D0}" dt="2023-03-28T16:16:40.235" v="1498"/>
          <ac:inkMkLst>
            <pc:docMk/>
            <pc:sldMk cId="2546658784" sldId="263"/>
            <ac:inkMk id="90" creationId="{1BB47AD9-1F22-41CF-A91F-A9AE99049EF7}"/>
          </ac:inkMkLst>
        </pc:inkChg>
        <pc:inkChg chg="add del">
          <ac:chgData name="" userId="242feb3c33a8e7bf" providerId="LiveId" clId="{39C24DAF-E20C-4507-9157-C96F2FA882D0}" dt="2023-03-28T16:16:40.235" v="1498"/>
          <ac:inkMkLst>
            <pc:docMk/>
            <pc:sldMk cId="2546658784" sldId="263"/>
            <ac:inkMk id="91" creationId="{E200A71A-1D5C-43DD-87D3-6B0B84B77613}"/>
          </ac:inkMkLst>
        </pc:inkChg>
        <pc:inkChg chg="add">
          <ac:chgData name="" userId="242feb3c33a8e7bf" providerId="LiveId" clId="{39C24DAF-E20C-4507-9157-C96F2FA882D0}" dt="2023-03-28T16:16:40.235" v="1498"/>
          <ac:inkMkLst>
            <pc:docMk/>
            <pc:sldMk cId="2546658784" sldId="263"/>
            <ac:inkMk id="92" creationId="{DAF837FB-8167-4DF9-BC0A-0DB5049619F8}"/>
          </ac:inkMkLst>
        </pc:inkChg>
        <pc:inkChg chg="add">
          <ac:chgData name="" userId="242feb3c33a8e7bf" providerId="LiveId" clId="{39C24DAF-E20C-4507-9157-C96F2FA882D0}" dt="2023-03-28T16:16:40.235" v="1498"/>
          <ac:inkMkLst>
            <pc:docMk/>
            <pc:sldMk cId="2546658784" sldId="263"/>
            <ac:inkMk id="93" creationId="{1F49646D-6014-4A7C-BDFA-E9FE6BD74BCA}"/>
          </ac:inkMkLst>
        </pc:inkChg>
        <pc:inkChg chg="add">
          <ac:chgData name="" userId="242feb3c33a8e7bf" providerId="LiveId" clId="{39C24DAF-E20C-4507-9157-C96F2FA882D0}" dt="2023-03-28T16:16:40.235" v="1498"/>
          <ac:inkMkLst>
            <pc:docMk/>
            <pc:sldMk cId="2546658784" sldId="263"/>
            <ac:inkMk id="94" creationId="{CE2350D5-7D95-499A-A85C-CCE2656A57EA}"/>
          </ac:inkMkLst>
        </pc:inkChg>
        <pc:inkChg chg="add">
          <ac:chgData name="" userId="242feb3c33a8e7bf" providerId="LiveId" clId="{39C24DAF-E20C-4507-9157-C96F2FA882D0}" dt="2023-03-28T16:16:40.235" v="1498"/>
          <ac:inkMkLst>
            <pc:docMk/>
            <pc:sldMk cId="2546658784" sldId="263"/>
            <ac:inkMk id="95" creationId="{0764E99C-8BEB-4882-ADC8-BDAB1D32C5AB}"/>
          </ac:inkMkLst>
        </pc:inkChg>
        <pc:inkChg chg="add">
          <ac:chgData name="" userId="242feb3c33a8e7bf" providerId="LiveId" clId="{39C24DAF-E20C-4507-9157-C96F2FA882D0}" dt="2023-03-28T16:16:41.464" v="1499"/>
          <ac:inkMkLst>
            <pc:docMk/>
            <pc:sldMk cId="2546658784" sldId="263"/>
            <ac:inkMk id="96" creationId="{66715E8C-D58A-441D-8D06-6B0F5BB80002}"/>
          </ac:inkMkLst>
        </pc:inkChg>
        <pc:inkChg chg="add del">
          <ac:chgData name="" userId="242feb3c33a8e7bf" providerId="LiveId" clId="{39C24DAF-E20C-4507-9157-C96F2FA882D0}" dt="2023-03-28T16:16:49.746" v="1514"/>
          <ac:inkMkLst>
            <pc:docMk/>
            <pc:sldMk cId="2546658784" sldId="263"/>
            <ac:inkMk id="97" creationId="{C5C51B8D-9EFD-4C87-AC0D-D9B1818CA1B1}"/>
          </ac:inkMkLst>
        </pc:inkChg>
        <pc:inkChg chg="add del">
          <ac:chgData name="" userId="242feb3c33a8e7bf" providerId="LiveId" clId="{39C24DAF-E20C-4507-9157-C96F2FA882D0}" dt="2023-03-28T16:16:49.746" v="1514"/>
          <ac:inkMkLst>
            <pc:docMk/>
            <pc:sldMk cId="2546658784" sldId="263"/>
            <ac:inkMk id="98" creationId="{4AD72CBC-CCAA-40BA-A9C7-04845C0DF886}"/>
          </ac:inkMkLst>
        </pc:inkChg>
        <pc:inkChg chg="add del">
          <ac:chgData name="" userId="242feb3c33a8e7bf" providerId="LiveId" clId="{39C24DAF-E20C-4507-9157-C96F2FA882D0}" dt="2023-03-28T16:16:49.746" v="1514"/>
          <ac:inkMkLst>
            <pc:docMk/>
            <pc:sldMk cId="2546658784" sldId="263"/>
            <ac:inkMk id="99" creationId="{3FD05B5C-65BB-4860-BB75-A3AA9BE55293}"/>
          </ac:inkMkLst>
        </pc:inkChg>
        <pc:inkChg chg="add del">
          <ac:chgData name="" userId="242feb3c33a8e7bf" providerId="LiveId" clId="{39C24DAF-E20C-4507-9157-C96F2FA882D0}" dt="2023-03-28T16:16:49.746" v="1514"/>
          <ac:inkMkLst>
            <pc:docMk/>
            <pc:sldMk cId="2546658784" sldId="263"/>
            <ac:inkMk id="100" creationId="{83E26500-F698-4C52-8304-BCFDC1449662}"/>
          </ac:inkMkLst>
        </pc:inkChg>
        <pc:inkChg chg="add del">
          <ac:chgData name="" userId="242feb3c33a8e7bf" providerId="LiveId" clId="{39C24DAF-E20C-4507-9157-C96F2FA882D0}" dt="2023-03-28T16:16:49.746" v="1514"/>
          <ac:inkMkLst>
            <pc:docMk/>
            <pc:sldMk cId="2546658784" sldId="263"/>
            <ac:inkMk id="101" creationId="{963B1BBA-2009-4C33-A846-A8FBD0185570}"/>
          </ac:inkMkLst>
        </pc:inkChg>
        <pc:inkChg chg="add del">
          <ac:chgData name="" userId="242feb3c33a8e7bf" providerId="LiveId" clId="{39C24DAF-E20C-4507-9157-C96F2FA882D0}" dt="2023-03-28T16:16:49.746" v="1514"/>
          <ac:inkMkLst>
            <pc:docMk/>
            <pc:sldMk cId="2546658784" sldId="263"/>
            <ac:inkMk id="102" creationId="{5DDAEDD5-B80B-456B-BBEC-4CCF80DCA146}"/>
          </ac:inkMkLst>
        </pc:inkChg>
        <pc:inkChg chg="add del">
          <ac:chgData name="" userId="242feb3c33a8e7bf" providerId="LiveId" clId="{39C24DAF-E20C-4507-9157-C96F2FA882D0}" dt="2023-03-28T16:16:49.746" v="1514"/>
          <ac:inkMkLst>
            <pc:docMk/>
            <pc:sldMk cId="2546658784" sldId="263"/>
            <ac:inkMk id="103" creationId="{57AE6BF4-B87E-4719-B6AC-57AF2E21F7C7}"/>
          </ac:inkMkLst>
        </pc:inkChg>
        <pc:inkChg chg="add del">
          <ac:chgData name="" userId="242feb3c33a8e7bf" providerId="LiveId" clId="{39C24DAF-E20C-4507-9157-C96F2FA882D0}" dt="2023-03-28T16:16:49.746" v="1514"/>
          <ac:inkMkLst>
            <pc:docMk/>
            <pc:sldMk cId="2546658784" sldId="263"/>
            <ac:inkMk id="104" creationId="{12C8C3CD-9BA5-4420-BA98-6ED34B4713D5}"/>
          </ac:inkMkLst>
        </pc:inkChg>
        <pc:inkChg chg="add del">
          <ac:chgData name="" userId="242feb3c33a8e7bf" providerId="LiveId" clId="{39C24DAF-E20C-4507-9157-C96F2FA882D0}" dt="2023-03-28T16:16:49.746" v="1514"/>
          <ac:inkMkLst>
            <pc:docMk/>
            <pc:sldMk cId="2546658784" sldId="263"/>
            <ac:inkMk id="105" creationId="{AC95A5DC-90E7-4EF1-BA13-711119564095}"/>
          </ac:inkMkLst>
        </pc:inkChg>
        <pc:inkChg chg="add del">
          <ac:chgData name="" userId="242feb3c33a8e7bf" providerId="LiveId" clId="{39C24DAF-E20C-4507-9157-C96F2FA882D0}" dt="2023-03-28T16:16:49.746" v="1514"/>
          <ac:inkMkLst>
            <pc:docMk/>
            <pc:sldMk cId="2546658784" sldId="263"/>
            <ac:inkMk id="106" creationId="{A63F9867-CE4A-480A-8A3C-94BBBC0C4132}"/>
          </ac:inkMkLst>
        </pc:inkChg>
        <pc:inkChg chg="add del">
          <ac:chgData name="" userId="242feb3c33a8e7bf" providerId="LiveId" clId="{39C24DAF-E20C-4507-9157-C96F2FA882D0}" dt="2023-03-28T16:16:49.746" v="1514"/>
          <ac:inkMkLst>
            <pc:docMk/>
            <pc:sldMk cId="2546658784" sldId="263"/>
            <ac:inkMk id="107" creationId="{AE2C8995-BAA8-49D7-A191-78FD5E0A26A8}"/>
          </ac:inkMkLst>
        </pc:inkChg>
        <pc:inkChg chg="add del">
          <ac:chgData name="" userId="242feb3c33a8e7bf" providerId="LiveId" clId="{39C24DAF-E20C-4507-9157-C96F2FA882D0}" dt="2023-03-28T16:16:49.746" v="1514"/>
          <ac:inkMkLst>
            <pc:docMk/>
            <pc:sldMk cId="2546658784" sldId="263"/>
            <ac:inkMk id="108" creationId="{A8660614-4721-40F1-981C-9E737B0E9AA9}"/>
          </ac:inkMkLst>
        </pc:inkChg>
        <pc:inkChg chg="add del">
          <ac:chgData name="" userId="242feb3c33a8e7bf" providerId="LiveId" clId="{39C24DAF-E20C-4507-9157-C96F2FA882D0}" dt="2023-03-28T16:16:49.746" v="1514"/>
          <ac:inkMkLst>
            <pc:docMk/>
            <pc:sldMk cId="2546658784" sldId="263"/>
            <ac:inkMk id="109" creationId="{D5471923-F77B-4EDE-8926-F6F5DF2B1E4A}"/>
          </ac:inkMkLst>
        </pc:inkChg>
        <pc:inkChg chg="add del">
          <ac:chgData name="" userId="242feb3c33a8e7bf" providerId="LiveId" clId="{39C24DAF-E20C-4507-9157-C96F2FA882D0}" dt="2023-03-28T16:16:49.746" v="1514"/>
          <ac:inkMkLst>
            <pc:docMk/>
            <pc:sldMk cId="2546658784" sldId="263"/>
            <ac:inkMk id="110" creationId="{EC8667CD-64C1-4DF7-B5B4-60ED4A67EC0A}"/>
          </ac:inkMkLst>
        </pc:inkChg>
        <pc:inkChg chg="add del">
          <ac:chgData name="" userId="242feb3c33a8e7bf" providerId="LiveId" clId="{39C24DAF-E20C-4507-9157-C96F2FA882D0}" dt="2023-03-28T16:16:54.227" v="1525"/>
          <ac:inkMkLst>
            <pc:docMk/>
            <pc:sldMk cId="2546658784" sldId="263"/>
            <ac:inkMk id="111" creationId="{89B0B3CD-C1ED-49A8-9B1E-0DD872D63505}"/>
          </ac:inkMkLst>
        </pc:inkChg>
        <pc:inkChg chg="add">
          <ac:chgData name="" userId="242feb3c33a8e7bf" providerId="LiveId" clId="{39C24DAF-E20C-4507-9157-C96F2FA882D0}" dt="2023-03-28T16:16:49.746" v="1514"/>
          <ac:inkMkLst>
            <pc:docMk/>
            <pc:sldMk cId="2546658784" sldId="263"/>
            <ac:inkMk id="112" creationId="{E43B99F8-C63C-4554-93DD-D7764DA8E204}"/>
          </ac:inkMkLst>
        </pc:inkChg>
        <pc:inkChg chg="add del">
          <ac:chgData name="" userId="242feb3c33a8e7bf" providerId="LiveId" clId="{39C24DAF-E20C-4507-9157-C96F2FA882D0}" dt="2023-03-28T16:16:49.746" v="1514"/>
          <ac:inkMkLst>
            <pc:docMk/>
            <pc:sldMk cId="2546658784" sldId="263"/>
            <ac:inkMk id="113" creationId="{D3808A86-B66A-49DA-A340-E33DF2F39B70}"/>
          </ac:inkMkLst>
        </pc:inkChg>
        <pc:inkChg chg="add">
          <ac:chgData name="" userId="242feb3c33a8e7bf" providerId="LiveId" clId="{39C24DAF-E20C-4507-9157-C96F2FA882D0}" dt="2023-03-28T16:16:49.746" v="1514"/>
          <ac:inkMkLst>
            <pc:docMk/>
            <pc:sldMk cId="2546658784" sldId="263"/>
            <ac:inkMk id="114" creationId="{2C0B0534-8CF2-4474-B9D4-D0BFB45AD889}"/>
          </ac:inkMkLst>
        </pc:inkChg>
        <pc:inkChg chg="add">
          <ac:chgData name="" userId="242feb3c33a8e7bf" providerId="LiveId" clId="{39C24DAF-E20C-4507-9157-C96F2FA882D0}" dt="2023-03-28T16:16:49.746" v="1514"/>
          <ac:inkMkLst>
            <pc:docMk/>
            <pc:sldMk cId="2546658784" sldId="263"/>
            <ac:inkMk id="115" creationId="{BB2085B7-F401-466D-BCAD-FD2CC6B36CFE}"/>
          </ac:inkMkLst>
        </pc:inkChg>
        <pc:inkChg chg="add del">
          <ac:chgData name="" userId="242feb3c33a8e7bf" providerId="LiveId" clId="{39C24DAF-E20C-4507-9157-C96F2FA882D0}" dt="2023-03-28T16:16:54.227" v="1525"/>
          <ac:inkMkLst>
            <pc:docMk/>
            <pc:sldMk cId="2546658784" sldId="263"/>
            <ac:inkMk id="116" creationId="{D4F10EA1-B705-4C63-960F-82BE0C7792AE}"/>
          </ac:inkMkLst>
        </pc:inkChg>
        <pc:inkChg chg="add del">
          <ac:chgData name="" userId="242feb3c33a8e7bf" providerId="LiveId" clId="{39C24DAF-E20C-4507-9157-C96F2FA882D0}" dt="2023-03-28T16:16:54.227" v="1525"/>
          <ac:inkMkLst>
            <pc:docMk/>
            <pc:sldMk cId="2546658784" sldId="263"/>
            <ac:inkMk id="117" creationId="{B811D5F8-3C16-40B4-A3BD-705B83226855}"/>
          </ac:inkMkLst>
        </pc:inkChg>
        <pc:inkChg chg="add del">
          <ac:chgData name="" userId="242feb3c33a8e7bf" providerId="LiveId" clId="{39C24DAF-E20C-4507-9157-C96F2FA882D0}" dt="2023-03-28T16:16:54.227" v="1525"/>
          <ac:inkMkLst>
            <pc:docMk/>
            <pc:sldMk cId="2546658784" sldId="263"/>
            <ac:inkMk id="118" creationId="{831E05AF-1440-4555-90F2-F9BC4F8CFA8A}"/>
          </ac:inkMkLst>
        </pc:inkChg>
        <pc:inkChg chg="add del">
          <ac:chgData name="" userId="242feb3c33a8e7bf" providerId="LiveId" clId="{39C24DAF-E20C-4507-9157-C96F2FA882D0}" dt="2023-03-28T16:16:54.227" v="1525"/>
          <ac:inkMkLst>
            <pc:docMk/>
            <pc:sldMk cId="2546658784" sldId="263"/>
            <ac:inkMk id="119" creationId="{9460537F-AA70-4417-9BA6-0E553FDB6084}"/>
          </ac:inkMkLst>
        </pc:inkChg>
        <pc:inkChg chg="add del">
          <ac:chgData name="" userId="242feb3c33a8e7bf" providerId="LiveId" clId="{39C24DAF-E20C-4507-9157-C96F2FA882D0}" dt="2023-03-28T16:16:54.227" v="1525"/>
          <ac:inkMkLst>
            <pc:docMk/>
            <pc:sldMk cId="2546658784" sldId="263"/>
            <ac:inkMk id="120" creationId="{00479831-A7E8-409C-9EF5-F8695FD1F191}"/>
          </ac:inkMkLst>
        </pc:inkChg>
        <pc:inkChg chg="add del">
          <ac:chgData name="" userId="242feb3c33a8e7bf" providerId="LiveId" clId="{39C24DAF-E20C-4507-9157-C96F2FA882D0}" dt="2023-03-28T16:16:54.227" v="1525"/>
          <ac:inkMkLst>
            <pc:docMk/>
            <pc:sldMk cId="2546658784" sldId="263"/>
            <ac:inkMk id="121" creationId="{68411B7D-CF63-4AF0-814F-F9ECD4FCF173}"/>
          </ac:inkMkLst>
        </pc:inkChg>
        <pc:inkChg chg="add del">
          <ac:chgData name="" userId="242feb3c33a8e7bf" providerId="LiveId" clId="{39C24DAF-E20C-4507-9157-C96F2FA882D0}" dt="2023-03-28T16:16:54.227" v="1525"/>
          <ac:inkMkLst>
            <pc:docMk/>
            <pc:sldMk cId="2546658784" sldId="263"/>
            <ac:inkMk id="122" creationId="{22EB89D4-5E55-43FA-83B3-E315004B0A1C}"/>
          </ac:inkMkLst>
        </pc:inkChg>
        <pc:inkChg chg="add del">
          <ac:chgData name="" userId="242feb3c33a8e7bf" providerId="LiveId" clId="{39C24DAF-E20C-4507-9157-C96F2FA882D0}" dt="2023-03-28T16:16:54.227" v="1525"/>
          <ac:inkMkLst>
            <pc:docMk/>
            <pc:sldMk cId="2546658784" sldId="263"/>
            <ac:inkMk id="123" creationId="{6A92EB46-4315-4211-B684-EB33A93AA8EB}"/>
          </ac:inkMkLst>
        </pc:inkChg>
        <pc:inkChg chg="add del">
          <ac:chgData name="" userId="242feb3c33a8e7bf" providerId="LiveId" clId="{39C24DAF-E20C-4507-9157-C96F2FA882D0}" dt="2023-03-28T16:16:54.227" v="1525"/>
          <ac:inkMkLst>
            <pc:docMk/>
            <pc:sldMk cId="2546658784" sldId="263"/>
            <ac:inkMk id="124" creationId="{58D1B76B-8A93-4562-8DFC-3F80AC85DF14}"/>
          </ac:inkMkLst>
        </pc:inkChg>
        <pc:inkChg chg="add del">
          <ac:chgData name="" userId="242feb3c33a8e7bf" providerId="LiveId" clId="{39C24DAF-E20C-4507-9157-C96F2FA882D0}" dt="2023-03-28T16:16:54.227" v="1525"/>
          <ac:inkMkLst>
            <pc:docMk/>
            <pc:sldMk cId="2546658784" sldId="263"/>
            <ac:inkMk id="125" creationId="{6EDC0856-0B3C-48B7-A787-09D31C3B7AFC}"/>
          </ac:inkMkLst>
        </pc:inkChg>
        <pc:inkChg chg="add">
          <ac:chgData name="" userId="242feb3c33a8e7bf" providerId="LiveId" clId="{39C24DAF-E20C-4507-9157-C96F2FA882D0}" dt="2023-03-28T16:16:54.227" v="1525"/>
          <ac:inkMkLst>
            <pc:docMk/>
            <pc:sldMk cId="2546658784" sldId="263"/>
            <ac:inkMk id="126" creationId="{E58D632F-E6CF-453D-9141-9D0C7D204C56}"/>
          </ac:inkMkLst>
        </pc:inkChg>
        <pc:inkChg chg="add">
          <ac:chgData name="" userId="242feb3c33a8e7bf" providerId="LiveId" clId="{39C24DAF-E20C-4507-9157-C96F2FA882D0}" dt="2023-03-28T16:16:54.227" v="1525"/>
          <ac:inkMkLst>
            <pc:docMk/>
            <pc:sldMk cId="2546658784" sldId="263"/>
            <ac:inkMk id="127" creationId="{1A912D99-F823-42C8-86DE-1E38DD17D8B0}"/>
          </ac:inkMkLst>
        </pc:inkChg>
        <pc:inkChg chg="add del">
          <ac:chgData name="" userId="242feb3c33a8e7bf" providerId="LiveId" clId="{39C24DAF-E20C-4507-9157-C96F2FA882D0}" dt="2023-03-28T16:17:04.242" v="1529"/>
          <ac:inkMkLst>
            <pc:docMk/>
            <pc:sldMk cId="2546658784" sldId="263"/>
            <ac:inkMk id="128" creationId="{BC2A643F-CA8A-4B6F-AA63-1A10E33408B5}"/>
          </ac:inkMkLst>
        </pc:inkChg>
        <pc:inkChg chg="add del">
          <ac:chgData name="" userId="242feb3c33a8e7bf" providerId="LiveId" clId="{39C24DAF-E20C-4507-9157-C96F2FA882D0}" dt="2023-03-28T16:17:04.242" v="1529"/>
          <ac:inkMkLst>
            <pc:docMk/>
            <pc:sldMk cId="2546658784" sldId="263"/>
            <ac:inkMk id="129" creationId="{E858E6C8-8BEE-4589-9953-348E36D2C93F}"/>
          </ac:inkMkLst>
        </pc:inkChg>
        <pc:inkChg chg="add">
          <ac:chgData name="" userId="242feb3c33a8e7bf" providerId="LiveId" clId="{39C24DAF-E20C-4507-9157-C96F2FA882D0}" dt="2023-03-28T16:17:03.330" v="1528"/>
          <ac:inkMkLst>
            <pc:docMk/>
            <pc:sldMk cId="2546658784" sldId="263"/>
            <ac:inkMk id="130" creationId="{136629D9-175E-47B8-8370-C8055CBE9135}"/>
          </ac:inkMkLst>
        </pc:inkChg>
        <pc:inkChg chg="add">
          <ac:chgData name="" userId="242feb3c33a8e7bf" providerId="LiveId" clId="{39C24DAF-E20C-4507-9157-C96F2FA882D0}" dt="2023-03-28T16:17:04.242" v="1529"/>
          <ac:inkMkLst>
            <pc:docMk/>
            <pc:sldMk cId="2546658784" sldId="263"/>
            <ac:inkMk id="131" creationId="{8107145C-34EF-446F-88F1-1E90B9635CAC}"/>
          </ac:inkMkLst>
        </pc:inkChg>
        <pc:inkChg chg="add del">
          <ac:chgData name="" userId="242feb3c33a8e7bf" providerId="LiveId" clId="{39C24DAF-E20C-4507-9157-C96F2FA882D0}" dt="2023-03-28T16:17:06.162" v="1532"/>
          <ac:inkMkLst>
            <pc:docMk/>
            <pc:sldMk cId="2546658784" sldId="263"/>
            <ac:inkMk id="132" creationId="{25DC93F1-F4AE-41A2-9911-69C55FB7E871}"/>
          </ac:inkMkLst>
        </pc:inkChg>
        <pc:inkChg chg="add del">
          <ac:chgData name="" userId="242feb3c33a8e7bf" providerId="LiveId" clId="{39C24DAF-E20C-4507-9157-C96F2FA882D0}" dt="2023-03-28T16:17:06.162" v="1532"/>
          <ac:inkMkLst>
            <pc:docMk/>
            <pc:sldMk cId="2546658784" sldId="263"/>
            <ac:inkMk id="133" creationId="{181FC851-025E-4BBE-9B1B-F21A4F4A55E0}"/>
          </ac:inkMkLst>
        </pc:inkChg>
        <pc:inkChg chg="add">
          <ac:chgData name="" userId="242feb3c33a8e7bf" providerId="LiveId" clId="{39C24DAF-E20C-4507-9157-C96F2FA882D0}" dt="2023-03-28T16:17:06.162" v="1532"/>
          <ac:inkMkLst>
            <pc:docMk/>
            <pc:sldMk cId="2546658784" sldId="263"/>
            <ac:inkMk id="134" creationId="{854127B6-0DC8-4D20-A01D-35B5E31008F7}"/>
          </ac:inkMkLst>
        </pc:inkChg>
        <pc:inkChg chg="add">
          <ac:chgData name="" userId="242feb3c33a8e7bf" providerId="LiveId" clId="{39C24DAF-E20C-4507-9157-C96F2FA882D0}" dt="2023-03-28T16:17:07.293" v="1533"/>
          <ac:inkMkLst>
            <pc:docMk/>
            <pc:sldMk cId="2546658784" sldId="263"/>
            <ac:inkMk id="135" creationId="{7F153A42-2383-4230-AF41-78E988F4E2ED}"/>
          </ac:inkMkLst>
        </pc:inkChg>
        <pc:inkChg chg="add del">
          <ac:chgData name="" userId="242feb3c33a8e7bf" providerId="LiveId" clId="{39C24DAF-E20C-4507-9157-C96F2FA882D0}" dt="2023-03-28T16:17:12.240" v="1545"/>
          <ac:inkMkLst>
            <pc:docMk/>
            <pc:sldMk cId="2546658784" sldId="263"/>
            <ac:inkMk id="136" creationId="{D5BF68BB-6039-434D-A2BD-17B4F6F141BD}"/>
          </ac:inkMkLst>
        </pc:inkChg>
        <pc:inkChg chg="add del">
          <ac:chgData name="" userId="242feb3c33a8e7bf" providerId="LiveId" clId="{39C24DAF-E20C-4507-9157-C96F2FA882D0}" dt="2023-03-28T16:17:12.240" v="1545"/>
          <ac:inkMkLst>
            <pc:docMk/>
            <pc:sldMk cId="2546658784" sldId="263"/>
            <ac:inkMk id="137" creationId="{9160382B-CF81-4F16-831A-2F6BFD984C43}"/>
          </ac:inkMkLst>
        </pc:inkChg>
        <pc:inkChg chg="add del">
          <ac:chgData name="" userId="242feb3c33a8e7bf" providerId="LiveId" clId="{39C24DAF-E20C-4507-9157-C96F2FA882D0}" dt="2023-03-28T16:17:12.240" v="1545"/>
          <ac:inkMkLst>
            <pc:docMk/>
            <pc:sldMk cId="2546658784" sldId="263"/>
            <ac:inkMk id="138" creationId="{A443B1D8-DAAF-48D9-A076-44A7C567AB15}"/>
          </ac:inkMkLst>
        </pc:inkChg>
        <pc:inkChg chg="add del">
          <ac:chgData name="" userId="242feb3c33a8e7bf" providerId="LiveId" clId="{39C24DAF-E20C-4507-9157-C96F2FA882D0}" dt="2023-03-28T16:17:12.240" v="1545"/>
          <ac:inkMkLst>
            <pc:docMk/>
            <pc:sldMk cId="2546658784" sldId="263"/>
            <ac:inkMk id="139" creationId="{09019886-028D-4834-9209-C28B616D5AA1}"/>
          </ac:inkMkLst>
        </pc:inkChg>
        <pc:inkChg chg="add del">
          <ac:chgData name="" userId="242feb3c33a8e7bf" providerId="LiveId" clId="{39C24DAF-E20C-4507-9157-C96F2FA882D0}" dt="2023-03-28T16:17:12.240" v="1545"/>
          <ac:inkMkLst>
            <pc:docMk/>
            <pc:sldMk cId="2546658784" sldId="263"/>
            <ac:inkMk id="140" creationId="{319B1C37-30B2-45B9-B729-28B9CCFCCC50}"/>
          </ac:inkMkLst>
        </pc:inkChg>
        <pc:inkChg chg="add del">
          <ac:chgData name="" userId="242feb3c33a8e7bf" providerId="LiveId" clId="{39C24DAF-E20C-4507-9157-C96F2FA882D0}" dt="2023-03-28T16:17:12.240" v="1545"/>
          <ac:inkMkLst>
            <pc:docMk/>
            <pc:sldMk cId="2546658784" sldId="263"/>
            <ac:inkMk id="141" creationId="{15DFEE99-BEDD-44AB-9A5E-22412159BA4F}"/>
          </ac:inkMkLst>
        </pc:inkChg>
        <pc:inkChg chg="add del">
          <ac:chgData name="" userId="242feb3c33a8e7bf" providerId="LiveId" clId="{39C24DAF-E20C-4507-9157-C96F2FA882D0}" dt="2023-03-28T16:17:12.240" v="1545"/>
          <ac:inkMkLst>
            <pc:docMk/>
            <pc:sldMk cId="2546658784" sldId="263"/>
            <ac:inkMk id="142" creationId="{73060005-487F-41B6-8556-FED8F03F24AB}"/>
          </ac:inkMkLst>
        </pc:inkChg>
        <pc:inkChg chg="add del">
          <ac:chgData name="" userId="242feb3c33a8e7bf" providerId="LiveId" clId="{39C24DAF-E20C-4507-9157-C96F2FA882D0}" dt="2023-03-28T16:17:12.240" v="1545"/>
          <ac:inkMkLst>
            <pc:docMk/>
            <pc:sldMk cId="2546658784" sldId="263"/>
            <ac:inkMk id="143" creationId="{C8CA31E7-6556-45DD-A382-13E4B621D1BF}"/>
          </ac:inkMkLst>
        </pc:inkChg>
        <pc:inkChg chg="add del">
          <ac:chgData name="" userId="242feb3c33a8e7bf" providerId="LiveId" clId="{39C24DAF-E20C-4507-9157-C96F2FA882D0}" dt="2023-03-28T16:17:12.240" v="1545"/>
          <ac:inkMkLst>
            <pc:docMk/>
            <pc:sldMk cId="2546658784" sldId="263"/>
            <ac:inkMk id="144" creationId="{51E2F79C-4806-4A7D-8D42-AAC395248520}"/>
          </ac:inkMkLst>
        </pc:inkChg>
        <pc:inkChg chg="add del">
          <ac:chgData name="" userId="242feb3c33a8e7bf" providerId="LiveId" clId="{39C24DAF-E20C-4507-9157-C96F2FA882D0}" dt="2023-03-28T16:17:12.240" v="1545"/>
          <ac:inkMkLst>
            <pc:docMk/>
            <pc:sldMk cId="2546658784" sldId="263"/>
            <ac:inkMk id="145" creationId="{81A0A8D6-3A9F-41C4-B231-940F12D06FD1}"/>
          </ac:inkMkLst>
        </pc:inkChg>
        <pc:inkChg chg="add del">
          <ac:chgData name="" userId="242feb3c33a8e7bf" providerId="LiveId" clId="{39C24DAF-E20C-4507-9157-C96F2FA882D0}" dt="2023-03-28T16:17:12.240" v="1545"/>
          <ac:inkMkLst>
            <pc:docMk/>
            <pc:sldMk cId="2546658784" sldId="263"/>
            <ac:inkMk id="146" creationId="{EC9C847E-9C7E-4C6C-A0B6-1310E97EF48D}"/>
          </ac:inkMkLst>
        </pc:inkChg>
        <pc:inkChg chg="add">
          <ac:chgData name="" userId="242feb3c33a8e7bf" providerId="LiveId" clId="{39C24DAF-E20C-4507-9157-C96F2FA882D0}" dt="2023-03-28T16:17:12.240" v="1545"/>
          <ac:inkMkLst>
            <pc:docMk/>
            <pc:sldMk cId="2546658784" sldId="263"/>
            <ac:inkMk id="147" creationId="{C8743870-A629-420B-9F44-0712D2D264B8}"/>
          </ac:inkMkLst>
        </pc:inkChg>
        <pc:inkChg chg="add del">
          <ac:chgData name="" userId="242feb3c33a8e7bf" providerId="LiveId" clId="{39C24DAF-E20C-4507-9157-C96F2FA882D0}" dt="2023-03-28T16:17:23.082" v="1550"/>
          <ac:inkMkLst>
            <pc:docMk/>
            <pc:sldMk cId="2546658784" sldId="263"/>
            <ac:inkMk id="148" creationId="{12C321B3-CFD4-4B9B-9BBF-D3CB42960893}"/>
          </ac:inkMkLst>
        </pc:inkChg>
        <pc:inkChg chg="add del">
          <ac:chgData name="" userId="242feb3c33a8e7bf" providerId="LiveId" clId="{39C24DAF-E20C-4507-9157-C96F2FA882D0}" dt="2023-03-28T16:17:23.082" v="1550"/>
          <ac:inkMkLst>
            <pc:docMk/>
            <pc:sldMk cId="2546658784" sldId="263"/>
            <ac:inkMk id="149" creationId="{CE79E8FA-96C6-4933-A9AD-731CD147BB4D}"/>
          </ac:inkMkLst>
        </pc:inkChg>
        <pc:inkChg chg="add del">
          <ac:chgData name="" userId="242feb3c33a8e7bf" providerId="LiveId" clId="{39C24DAF-E20C-4507-9157-C96F2FA882D0}" dt="2023-03-28T16:17:23.082" v="1550"/>
          <ac:inkMkLst>
            <pc:docMk/>
            <pc:sldMk cId="2546658784" sldId="263"/>
            <ac:inkMk id="150" creationId="{81FD1602-7A73-4654-A366-D18A7ED1AE00}"/>
          </ac:inkMkLst>
        </pc:inkChg>
        <pc:inkChg chg="add del">
          <ac:chgData name="" userId="242feb3c33a8e7bf" providerId="LiveId" clId="{39C24DAF-E20C-4507-9157-C96F2FA882D0}" dt="2023-03-28T16:17:23.082" v="1550"/>
          <ac:inkMkLst>
            <pc:docMk/>
            <pc:sldMk cId="2546658784" sldId="263"/>
            <ac:inkMk id="151" creationId="{8E6750C7-CAA0-4ADF-8007-EB6D05C8216C}"/>
          </ac:inkMkLst>
        </pc:inkChg>
        <pc:inkChg chg="add">
          <ac:chgData name="" userId="242feb3c33a8e7bf" providerId="LiveId" clId="{39C24DAF-E20C-4507-9157-C96F2FA882D0}" dt="2023-03-28T16:17:23.082" v="1550"/>
          <ac:inkMkLst>
            <pc:docMk/>
            <pc:sldMk cId="2546658784" sldId="263"/>
            <ac:inkMk id="152" creationId="{524F865B-EAB4-4DE8-AA48-2CF57F1D628F}"/>
          </ac:inkMkLst>
        </pc:inkChg>
        <pc:inkChg chg="add">
          <ac:chgData name="" userId="242feb3c33a8e7bf" providerId="LiveId" clId="{39C24DAF-E20C-4507-9157-C96F2FA882D0}" dt="2023-03-28T16:17:23.082" v="1550"/>
          <ac:inkMkLst>
            <pc:docMk/>
            <pc:sldMk cId="2546658784" sldId="263"/>
            <ac:inkMk id="153" creationId="{A19AB789-D83F-47E0-8F9C-35A12783E0C9}"/>
          </ac:inkMkLst>
        </pc:inkChg>
        <pc:inkChg chg="add del">
          <ac:chgData name="" userId="242feb3c33a8e7bf" providerId="LiveId" clId="{39C24DAF-E20C-4507-9157-C96F2FA882D0}" dt="2023-03-28T16:17:25.583" v="1554"/>
          <ac:inkMkLst>
            <pc:docMk/>
            <pc:sldMk cId="2546658784" sldId="263"/>
            <ac:inkMk id="154" creationId="{9171E62A-A2A0-45D5-80F8-8A675B1B24AF}"/>
          </ac:inkMkLst>
        </pc:inkChg>
        <pc:inkChg chg="add del">
          <ac:chgData name="" userId="242feb3c33a8e7bf" providerId="LiveId" clId="{39C24DAF-E20C-4507-9157-C96F2FA882D0}" dt="2023-03-28T16:17:25.583" v="1554"/>
          <ac:inkMkLst>
            <pc:docMk/>
            <pc:sldMk cId="2546658784" sldId="263"/>
            <ac:inkMk id="155" creationId="{096C6A29-0163-44AF-9B60-D9262C50A861}"/>
          </ac:inkMkLst>
        </pc:inkChg>
        <pc:inkChg chg="add">
          <ac:chgData name="" userId="242feb3c33a8e7bf" providerId="LiveId" clId="{39C24DAF-E20C-4507-9157-C96F2FA882D0}" dt="2023-03-28T16:17:24.985" v="1553"/>
          <ac:inkMkLst>
            <pc:docMk/>
            <pc:sldMk cId="2546658784" sldId="263"/>
            <ac:inkMk id="156" creationId="{3D6E35CE-DE89-4517-9709-DC3BF774EE17}"/>
          </ac:inkMkLst>
        </pc:inkChg>
        <pc:inkChg chg="add">
          <ac:chgData name="" userId="242feb3c33a8e7bf" providerId="LiveId" clId="{39C24DAF-E20C-4507-9157-C96F2FA882D0}" dt="2023-03-28T16:17:25.583" v="1554"/>
          <ac:inkMkLst>
            <pc:docMk/>
            <pc:sldMk cId="2546658784" sldId="263"/>
            <ac:inkMk id="157" creationId="{41DE3C8C-6693-497F-9EA1-4AA5CAE71D65}"/>
          </ac:inkMkLst>
        </pc:inkChg>
        <pc:inkChg chg="add del">
          <ac:chgData name="" userId="242feb3c33a8e7bf" providerId="LiveId" clId="{39C24DAF-E20C-4507-9157-C96F2FA882D0}" dt="2023-03-28T16:17:27.461" v="1558"/>
          <ac:inkMkLst>
            <pc:docMk/>
            <pc:sldMk cId="2546658784" sldId="263"/>
            <ac:inkMk id="158" creationId="{3B1B1FA5-4738-49EC-88A3-6C2BE65E67A2}"/>
          </ac:inkMkLst>
        </pc:inkChg>
        <pc:inkChg chg="add del">
          <ac:chgData name="" userId="242feb3c33a8e7bf" providerId="LiveId" clId="{39C24DAF-E20C-4507-9157-C96F2FA882D0}" dt="2023-03-28T16:17:27.461" v="1558"/>
          <ac:inkMkLst>
            <pc:docMk/>
            <pc:sldMk cId="2546658784" sldId="263"/>
            <ac:inkMk id="159" creationId="{F84B62EB-AE3E-4E24-AE26-254F8A9FED53}"/>
          </ac:inkMkLst>
        </pc:inkChg>
        <pc:inkChg chg="add del">
          <ac:chgData name="" userId="242feb3c33a8e7bf" providerId="LiveId" clId="{39C24DAF-E20C-4507-9157-C96F2FA882D0}" dt="2023-03-28T16:17:27.461" v="1558"/>
          <ac:inkMkLst>
            <pc:docMk/>
            <pc:sldMk cId="2546658784" sldId="263"/>
            <ac:inkMk id="160" creationId="{4E220954-85C4-4911-8D84-A3430F760978}"/>
          </ac:inkMkLst>
        </pc:inkChg>
        <pc:inkChg chg="add del">
          <ac:chgData name="" userId="242feb3c33a8e7bf" providerId="LiveId" clId="{39C24DAF-E20C-4507-9157-C96F2FA882D0}" dt="2023-03-28T16:17:38.731" v="1559"/>
          <ac:inkMkLst>
            <pc:docMk/>
            <pc:sldMk cId="2546658784" sldId="263"/>
            <ac:inkMk id="161" creationId="{2F6A61E1-3915-47EA-94AB-01C491DAC644}"/>
          </ac:inkMkLst>
        </pc:inkChg>
        <pc:inkChg chg="add del">
          <ac:chgData name="" userId="242feb3c33a8e7bf" providerId="LiveId" clId="{39C24DAF-E20C-4507-9157-C96F2FA882D0}" dt="2023-03-28T16:17:41.280" v="1563"/>
          <ac:inkMkLst>
            <pc:docMk/>
            <pc:sldMk cId="2546658784" sldId="263"/>
            <ac:inkMk id="162" creationId="{9302F4B1-5662-4EAF-95DB-8A7306B7EBA1}"/>
          </ac:inkMkLst>
        </pc:inkChg>
        <pc:inkChg chg="add del">
          <ac:chgData name="" userId="242feb3c33a8e7bf" providerId="LiveId" clId="{39C24DAF-E20C-4507-9157-C96F2FA882D0}" dt="2023-03-28T16:17:41.280" v="1563"/>
          <ac:inkMkLst>
            <pc:docMk/>
            <pc:sldMk cId="2546658784" sldId="263"/>
            <ac:inkMk id="163" creationId="{14035308-3E32-424A-9670-E664512657C2}"/>
          </ac:inkMkLst>
        </pc:inkChg>
        <pc:inkChg chg="add del">
          <ac:chgData name="" userId="242feb3c33a8e7bf" providerId="LiveId" clId="{39C24DAF-E20C-4507-9157-C96F2FA882D0}" dt="2023-03-28T16:17:41.280" v="1563"/>
          <ac:inkMkLst>
            <pc:docMk/>
            <pc:sldMk cId="2546658784" sldId="263"/>
            <ac:inkMk id="164" creationId="{E14661D4-6444-45E5-8A67-94EA602725AF}"/>
          </ac:inkMkLst>
        </pc:inkChg>
        <pc:inkChg chg="add">
          <ac:chgData name="" userId="242feb3c33a8e7bf" providerId="LiveId" clId="{39C24DAF-E20C-4507-9157-C96F2FA882D0}" dt="2023-03-28T16:17:41.280" v="1563"/>
          <ac:inkMkLst>
            <pc:docMk/>
            <pc:sldMk cId="2546658784" sldId="263"/>
            <ac:inkMk id="165" creationId="{0F7C079B-26A4-4783-9C91-616AF4498FED}"/>
          </ac:inkMkLst>
        </pc:inkChg>
        <pc:inkChg chg="add del">
          <ac:chgData name="" userId="242feb3c33a8e7bf" providerId="LiveId" clId="{39C24DAF-E20C-4507-9157-C96F2FA882D0}" dt="2023-03-28T16:17:44.747" v="1565"/>
          <ac:inkMkLst>
            <pc:docMk/>
            <pc:sldMk cId="2546658784" sldId="263"/>
            <ac:inkMk id="166" creationId="{317C2645-5F33-457B-AFF0-68770A20B00D}"/>
          </ac:inkMkLst>
        </pc:inkChg>
        <pc:inkChg chg="add del">
          <ac:chgData name="" userId="242feb3c33a8e7bf" providerId="LiveId" clId="{39C24DAF-E20C-4507-9157-C96F2FA882D0}" dt="2023-03-28T16:17:51.736" v="1582"/>
          <ac:inkMkLst>
            <pc:docMk/>
            <pc:sldMk cId="2546658784" sldId="263"/>
            <ac:inkMk id="167" creationId="{3B006DB5-F120-4AF7-9D41-00B7D2FDBF08}"/>
          </ac:inkMkLst>
        </pc:inkChg>
        <pc:inkChg chg="add del">
          <ac:chgData name="" userId="242feb3c33a8e7bf" providerId="LiveId" clId="{39C24DAF-E20C-4507-9157-C96F2FA882D0}" dt="2023-03-28T16:17:51.736" v="1582"/>
          <ac:inkMkLst>
            <pc:docMk/>
            <pc:sldMk cId="2546658784" sldId="263"/>
            <ac:inkMk id="168" creationId="{6770C4FD-19BC-41E9-9A8D-D958568926ED}"/>
          </ac:inkMkLst>
        </pc:inkChg>
        <pc:inkChg chg="add del">
          <ac:chgData name="" userId="242feb3c33a8e7bf" providerId="LiveId" clId="{39C24DAF-E20C-4507-9157-C96F2FA882D0}" dt="2023-03-28T16:17:51.736" v="1582"/>
          <ac:inkMkLst>
            <pc:docMk/>
            <pc:sldMk cId="2546658784" sldId="263"/>
            <ac:inkMk id="169" creationId="{A3EF633A-319B-4A54-854D-756290E1B9B5}"/>
          </ac:inkMkLst>
        </pc:inkChg>
        <pc:inkChg chg="add del">
          <ac:chgData name="" userId="242feb3c33a8e7bf" providerId="LiveId" clId="{39C24DAF-E20C-4507-9157-C96F2FA882D0}" dt="2023-03-28T16:17:51.736" v="1582"/>
          <ac:inkMkLst>
            <pc:docMk/>
            <pc:sldMk cId="2546658784" sldId="263"/>
            <ac:inkMk id="170" creationId="{CDECA8F1-ACFE-42F0-BC43-6D446E140F4D}"/>
          </ac:inkMkLst>
        </pc:inkChg>
        <pc:inkChg chg="add del">
          <ac:chgData name="" userId="242feb3c33a8e7bf" providerId="LiveId" clId="{39C24DAF-E20C-4507-9157-C96F2FA882D0}" dt="2023-03-28T16:17:51.736" v="1582"/>
          <ac:inkMkLst>
            <pc:docMk/>
            <pc:sldMk cId="2546658784" sldId="263"/>
            <ac:inkMk id="171" creationId="{7BFADD7A-48FD-4BE2-90F9-B606CC08F160}"/>
          </ac:inkMkLst>
        </pc:inkChg>
        <pc:inkChg chg="add del">
          <ac:chgData name="" userId="242feb3c33a8e7bf" providerId="LiveId" clId="{39C24DAF-E20C-4507-9157-C96F2FA882D0}" dt="2023-03-28T16:17:51.736" v="1582"/>
          <ac:inkMkLst>
            <pc:docMk/>
            <pc:sldMk cId="2546658784" sldId="263"/>
            <ac:inkMk id="172" creationId="{5A2C3970-4A11-4A8E-A76A-63B7094714B9}"/>
          </ac:inkMkLst>
        </pc:inkChg>
        <pc:inkChg chg="add del">
          <ac:chgData name="" userId="242feb3c33a8e7bf" providerId="LiveId" clId="{39C24DAF-E20C-4507-9157-C96F2FA882D0}" dt="2023-03-28T16:17:51.736" v="1582"/>
          <ac:inkMkLst>
            <pc:docMk/>
            <pc:sldMk cId="2546658784" sldId="263"/>
            <ac:inkMk id="173" creationId="{5059AEEC-779C-4783-88C0-2E1BFB27BA51}"/>
          </ac:inkMkLst>
        </pc:inkChg>
        <pc:inkChg chg="add del">
          <ac:chgData name="" userId="242feb3c33a8e7bf" providerId="LiveId" clId="{39C24DAF-E20C-4507-9157-C96F2FA882D0}" dt="2023-03-28T16:17:51.736" v="1582"/>
          <ac:inkMkLst>
            <pc:docMk/>
            <pc:sldMk cId="2546658784" sldId="263"/>
            <ac:inkMk id="174" creationId="{6D0B6AD8-1C0A-4B1A-BAD6-CD16DD9E7302}"/>
          </ac:inkMkLst>
        </pc:inkChg>
        <pc:inkChg chg="add del">
          <ac:chgData name="" userId="242feb3c33a8e7bf" providerId="LiveId" clId="{39C24DAF-E20C-4507-9157-C96F2FA882D0}" dt="2023-03-28T16:17:51.736" v="1582"/>
          <ac:inkMkLst>
            <pc:docMk/>
            <pc:sldMk cId="2546658784" sldId="263"/>
            <ac:inkMk id="175" creationId="{6C4D7ED3-6DEA-4D27-B772-4ECD4FBD36D2}"/>
          </ac:inkMkLst>
        </pc:inkChg>
        <pc:inkChg chg="add del">
          <ac:chgData name="" userId="242feb3c33a8e7bf" providerId="LiveId" clId="{39C24DAF-E20C-4507-9157-C96F2FA882D0}" dt="2023-03-28T16:17:51.736" v="1582"/>
          <ac:inkMkLst>
            <pc:docMk/>
            <pc:sldMk cId="2546658784" sldId="263"/>
            <ac:inkMk id="176" creationId="{7E434822-0889-47CB-B643-329499D821CD}"/>
          </ac:inkMkLst>
        </pc:inkChg>
        <pc:inkChg chg="add del">
          <ac:chgData name="" userId="242feb3c33a8e7bf" providerId="LiveId" clId="{39C24DAF-E20C-4507-9157-C96F2FA882D0}" dt="2023-03-28T16:17:51.736" v="1582"/>
          <ac:inkMkLst>
            <pc:docMk/>
            <pc:sldMk cId="2546658784" sldId="263"/>
            <ac:inkMk id="177" creationId="{CD15AEF9-89BB-4604-A4AE-2BC33FD597D9}"/>
          </ac:inkMkLst>
        </pc:inkChg>
        <pc:inkChg chg="add del">
          <ac:chgData name="" userId="242feb3c33a8e7bf" providerId="LiveId" clId="{39C24DAF-E20C-4507-9157-C96F2FA882D0}" dt="2023-03-28T16:17:51.736" v="1582"/>
          <ac:inkMkLst>
            <pc:docMk/>
            <pc:sldMk cId="2546658784" sldId="263"/>
            <ac:inkMk id="178" creationId="{C3985903-DF42-46D4-90BC-D6CD69338A83}"/>
          </ac:inkMkLst>
        </pc:inkChg>
        <pc:inkChg chg="add del">
          <ac:chgData name="" userId="242feb3c33a8e7bf" providerId="LiveId" clId="{39C24DAF-E20C-4507-9157-C96F2FA882D0}" dt="2023-03-28T16:17:51.736" v="1582"/>
          <ac:inkMkLst>
            <pc:docMk/>
            <pc:sldMk cId="2546658784" sldId="263"/>
            <ac:inkMk id="179" creationId="{7F5A086A-561F-4BEB-8B38-3755CB30BD39}"/>
          </ac:inkMkLst>
        </pc:inkChg>
        <pc:inkChg chg="add del">
          <ac:chgData name="" userId="242feb3c33a8e7bf" providerId="LiveId" clId="{39C24DAF-E20C-4507-9157-C96F2FA882D0}" dt="2023-03-28T16:17:51.736" v="1582"/>
          <ac:inkMkLst>
            <pc:docMk/>
            <pc:sldMk cId="2546658784" sldId="263"/>
            <ac:inkMk id="180" creationId="{22E18991-F407-475D-923C-8C189116CFED}"/>
          </ac:inkMkLst>
        </pc:inkChg>
        <pc:inkChg chg="add del">
          <ac:chgData name="" userId="242feb3c33a8e7bf" providerId="LiveId" clId="{39C24DAF-E20C-4507-9157-C96F2FA882D0}" dt="2023-03-28T16:17:51.736" v="1582"/>
          <ac:inkMkLst>
            <pc:docMk/>
            <pc:sldMk cId="2546658784" sldId="263"/>
            <ac:inkMk id="181" creationId="{5AE49456-0A11-4042-BC79-6924C80DD160}"/>
          </ac:inkMkLst>
        </pc:inkChg>
        <pc:inkChg chg="add del">
          <ac:chgData name="" userId="242feb3c33a8e7bf" providerId="LiveId" clId="{39C24DAF-E20C-4507-9157-C96F2FA882D0}" dt="2023-03-28T16:17:51.736" v="1582"/>
          <ac:inkMkLst>
            <pc:docMk/>
            <pc:sldMk cId="2546658784" sldId="263"/>
            <ac:inkMk id="182" creationId="{4C18DDCB-BBF8-4C82-A804-3BA097B69009}"/>
          </ac:inkMkLst>
        </pc:inkChg>
        <pc:inkChg chg="add">
          <ac:chgData name="" userId="242feb3c33a8e7bf" providerId="LiveId" clId="{39C24DAF-E20C-4507-9157-C96F2FA882D0}" dt="2023-03-28T16:17:51.736" v="1582"/>
          <ac:inkMkLst>
            <pc:docMk/>
            <pc:sldMk cId="2546658784" sldId="263"/>
            <ac:inkMk id="183" creationId="{181104B5-DEA9-4CCE-92C7-2FF05E45F6DA}"/>
          </ac:inkMkLst>
        </pc:inkChg>
        <pc:inkChg chg="add">
          <ac:chgData name="" userId="242feb3c33a8e7bf" providerId="LiveId" clId="{39C24DAF-E20C-4507-9157-C96F2FA882D0}" dt="2023-03-28T16:17:51.736" v="1582"/>
          <ac:inkMkLst>
            <pc:docMk/>
            <pc:sldMk cId="2546658784" sldId="263"/>
            <ac:inkMk id="184" creationId="{5DBFE556-E1A0-422A-831C-95ACB20F996C}"/>
          </ac:inkMkLst>
        </pc:inkChg>
        <pc:inkChg chg="add del">
          <ac:chgData name="" userId="242feb3c33a8e7bf" providerId="LiveId" clId="{39C24DAF-E20C-4507-9157-C96F2FA882D0}" dt="2023-03-28T16:17:58.286" v="1597"/>
          <ac:inkMkLst>
            <pc:docMk/>
            <pc:sldMk cId="2546658784" sldId="263"/>
            <ac:inkMk id="185" creationId="{850E08E6-1844-496E-B0F5-2376A14E1FD3}"/>
          </ac:inkMkLst>
        </pc:inkChg>
        <pc:inkChg chg="add del">
          <ac:chgData name="" userId="242feb3c33a8e7bf" providerId="LiveId" clId="{39C24DAF-E20C-4507-9157-C96F2FA882D0}" dt="2023-03-28T16:17:58.286" v="1597"/>
          <ac:inkMkLst>
            <pc:docMk/>
            <pc:sldMk cId="2546658784" sldId="263"/>
            <ac:inkMk id="186" creationId="{22DDEDB4-4A9F-4D7D-A3C7-88D8CC4DDDD3}"/>
          </ac:inkMkLst>
        </pc:inkChg>
        <pc:inkChg chg="add del">
          <ac:chgData name="" userId="242feb3c33a8e7bf" providerId="LiveId" clId="{39C24DAF-E20C-4507-9157-C96F2FA882D0}" dt="2023-03-28T16:17:58.286" v="1597"/>
          <ac:inkMkLst>
            <pc:docMk/>
            <pc:sldMk cId="2546658784" sldId="263"/>
            <ac:inkMk id="187" creationId="{962EF570-1F8D-4D7B-A366-B785AED9D483}"/>
          </ac:inkMkLst>
        </pc:inkChg>
        <pc:inkChg chg="add del">
          <ac:chgData name="" userId="242feb3c33a8e7bf" providerId="LiveId" clId="{39C24DAF-E20C-4507-9157-C96F2FA882D0}" dt="2023-03-28T16:17:58.286" v="1597"/>
          <ac:inkMkLst>
            <pc:docMk/>
            <pc:sldMk cId="2546658784" sldId="263"/>
            <ac:inkMk id="188" creationId="{CB5509DC-7F70-4433-B218-607E76257A10}"/>
          </ac:inkMkLst>
        </pc:inkChg>
        <pc:inkChg chg="add del">
          <ac:chgData name="" userId="242feb3c33a8e7bf" providerId="LiveId" clId="{39C24DAF-E20C-4507-9157-C96F2FA882D0}" dt="2023-03-28T16:17:58.286" v="1597"/>
          <ac:inkMkLst>
            <pc:docMk/>
            <pc:sldMk cId="2546658784" sldId="263"/>
            <ac:inkMk id="189" creationId="{165EBAD3-D433-4BE6-B269-54A9F98DD242}"/>
          </ac:inkMkLst>
        </pc:inkChg>
        <pc:inkChg chg="add del">
          <ac:chgData name="" userId="242feb3c33a8e7bf" providerId="LiveId" clId="{39C24DAF-E20C-4507-9157-C96F2FA882D0}" dt="2023-03-28T16:17:58.286" v="1597"/>
          <ac:inkMkLst>
            <pc:docMk/>
            <pc:sldMk cId="2546658784" sldId="263"/>
            <ac:inkMk id="190" creationId="{CEC1CF3E-EB7E-4D45-B7A7-03C1BD7C3A9A}"/>
          </ac:inkMkLst>
        </pc:inkChg>
        <pc:inkChg chg="add del">
          <ac:chgData name="" userId="242feb3c33a8e7bf" providerId="LiveId" clId="{39C24DAF-E20C-4507-9157-C96F2FA882D0}" dt="2023-03-28T16:17:58.286" v="1597"/>
          <ac:inkMkLst>
            <pc:docMk/>
            <pc:sldMk cId="2546658784" sldId="263"/>
            <ac:inkMk id="191" creationId="{DC5C513E-7ACA-4454-AE01-D444E3F08E2B}"/>
          </ac:inkMkLst>
        </pc:inkChg>
        <pc:inkChg chg="add del">
          <ac:chgData name="" userId="242feb3c33a8e7bf" providerId="LiveId" clId="{39C24DAF-E20C-4507-9157-C96F2FA882D0}" dt="2023-03-28T16:17:58.286" v="1597"/>
          <ac:inkMkLst>
            <pc:docMk/>
            <pc:sldMk cId="2546658784" sldId="263"/>
            <ac:inkMk id="192" creationId="{E21B781C-75E3-4BD9-AE68-823039D20F00}"/>
          </ac:inkMkLst>
        </pc:inkChg>
        <pc:inkChg chg="add del">
          <ac:chgData name="" userId="242feb3c33a8e7bf" providerId="LiveId" clId="{39C24DAF-E20C-4507-9157-C96F2FA882D0}" dt="2023-03-28T16:17:58.286" v="1597"/>
          <ac:inkMkLst>
            <pc:docMk/>
            <pc:sldMk cId="2546658784" sldId="263"/>
            <ac:inkMk id="193" creationId="{97C3E877-DDF9-49FE-B9DC-8334C407E226}"/>
          </ac:inkMkLst>
        </pc:inkChg>
        <pc:inkChg chg="add del">
          <ac:chgData name="" userId="242feb3c33a8e7bf" providerId="LiveId" clId="{39C24DAF-E20C-4507-9157-C96F2FA882D0}" dt="2023-03-28T16:17:58.286" v="1597"/>
          <ac:inkMkLst>
            <pc:docMk/>
            <pc:sldMk cId="2546658784" sldId="263"/>
            <ac:inkMk id="194" creationId="{118FC47F-864E-4952-AB30-7CDC0036B00F}"/>
          </ac:inkMkLst>
        </pc:inkChg>
        <pc:inkChg chg="add del">
          <ac:chgData name="" userId="242feb3c33a8e7bf" providerId="LiveId" clId="{39C24DAF-E20C-4507-9157-C96F2FA882D0}" dt="2023-03-28T16:17:58.286" v="1597"/>
          <ac:inkMkLst>
            <pc:docMk/>
            <pc:sldMk cId="2546658784" sldId="263"/>
            <ac:inkMk id="195" creationId="{0F7882E4-807A-445E-ABDC-C36BFD8614B5}"/>
          </ac:inkMkLst>
        </pc:inkChg>
        <pc:inkChg chg="add del">
          <ac:chgData name="" userId="242feb3c33a8e7bf" providerId="LiveId" clId="{39C24DAF-E20C-4507-9157-C96F2FA882D0}" dt="2023-03-28T16:17:58.286" v="1597"/>
          <ac:inkMkLst>
            <pc:docMk/>
            <pc:sldMk cId="2546658784" sldId="263"/>
            <ac:inkMk id="196" creationId="{34D5C357-B9D5-4078-9474-3B85344FDEE9}"/>
          </ac:inkMkLst>
        </pc:inkChg>
        <pc:inkChg chg="add del">
          <ac:chgData name="" userId="242feb3c33a8e7bf" providerId="LiveId" clId="{39C24DAF-E20C-4507-9157-C96F2FA882D0}" dt="2023-03-28T16:17:58.286" v="1597"/>
          <ac:inkMkLst>
            <pc:docMk/>
            <pc:sldMk cId="2546658784" sldId="263"/>
            <ac:inkMk id="197" creationId="{81558019-5C53-46A6-9B9A-30B0B0EC4888}"/>
          </ac:inkMkLst>
        </pc:inkChg>
        <pc:inkChg chg="add del">
          <ac:chgData name="" userId="242feb3c33a8e7bf" providerId="LiveId" clId="{39C24DAF-E20C-4507-9157-C96F2FA882D0}" dt="2023-03-28T16:17:58.286" v="1597"/>
          <ac:inkMkLst>
            <pc:docMk/>
            <pc:sldMk cId="2546658784" sldId="263"/>
            <ac:inkMk id="198" creationId="{9231B06E-60DF-4075-B1B3-A3E529691381}"/>
          </ac:inkMkLst>
        </pc:inkChg>
        <pc:inkChg chg="add del">
          <ac:chgData name="" userId="242feb3c33a8e7bf" providerId="LiveId" clId="{39C24DAF-E20C-4507-9157-C96F2FA882D0}" dt="2023-03-28T16:18:17.422" v="1635"/>
          <ac:inkMkLst>
            <pc:docMk/>
            <pc:sldMk cId="2546658784" sldId="263"/>
            <ac:inkMk id="199" creationId="{92839F15-3B4D-4CE4-8EC4-99EB733EF866}"/>
          </ac:inkMkLst>
        </pc:inkChg>
        <pc:inkChg chg="add del">
          <ac:chgData name="" userId="242feb3c33a8e7bf" providerId="LiveId" clId="{39C24DAF-E20C-4507-9157-C96F2FA882D0}" dt="2023-03-28T16:18:17.422" v="1635"/>
          <ac:inkMkLst>
            <pc:docMk/>
            <pc:sldMk cId="2546658784" sldId="263"/>
            <ac:inkMk id="200" creationId="{22119583-9C51-4271-BF17-241489C26CC9}"/>
          </ac:inkMkLst>
        </pc:inkChg>
        <pc:inkChg chg="add del">
          <ac:chgData name="" userId="242feb3c33a8e7bf" providerId="LiveId" clId="{39C24DAF-E20C-4507-9157-C96F2FA882D0}" dt="2023-03-28T16:18:17.422" v="1635"/>
          <ac:inkMkLst>
            <pc:docMk/>
            <pc:sldMk cId="2546658784" sldId="263"/>
            <ac:inkMk id="201" creationId="{93429EE3-2EA6-4AE6-BA41-76E3ABF56921}"/>
          </ac:inkMkLst>
        </pc:inkChg>
        <pc:inkChg chg="add del">
          <ac:chgData name="" userId="242feb3c33a8e7bf" providerId="LiveId" clId="{39C24DAF-E20C-4507-9157-C96F2FA882D0}" dt="2023-03-28T16:18:17.422" v="1635"/>
          <ac:inkMkLst>
            <pc:docMk/>
            <pc:sldMk cId="2546658784" sldId="263"/>
            <ac:inkMk id="202" creationId="{06C9B16C-C5A3-4E43-AA5B-60CD9DF2F2B2}"/>
          </ac:inkMkLst>
        </pc:inkChg>
        <pc:inkChg chg="add del">
          <ac:chgData name="" userId="242feb3c33a8e7bf" providerId="LiveId" clId="{39C24DAF-E20C-4507-9157-C96F2FA882D0}" dt="2023-03-28T16:18:17.422" v="1635"/>
          <ac:inkMkLst>
            <pc:docMk/>
            <pc:sldMk cId="2546658784" sldId="263"/>
            <ac:inkMk id="203" creationId="{AC160590-0559-4E9D-9D33-E8C49F9939F3}"/>
          </ac:inkMkLst>
        </pc:inkChg>
        <pc:inkChg chg="add del">
          <ac:chgData name="" userId="242feb3c33a8e7bf" providerId="LiveId" clId="{39C24DAF-E20C-4507-9157-C96F2FA882D0}" dt="2023-03-28T16:18:17.422" v="1635"/>
          <ac:inkMkLst>
            <pc:docMk/>
            <pc:sldMk cId="2546658784" sldId="263"/>
            <ac:inkMk id="204" creationId="{DC76EECF-C837-4810-AB1C-B29712D05BF5}"/>
          </ac:inkMkLst>
        </pc:inkChg>
        <pc:inkChg chg="add del">
          <ac:chgData name="" userId="242feb3c33a8e7bf" providerId="LiveId" clId="{39C24DAF-E20C-4507-9157-C96F2FA882D0}" dt="2023-03-28T16:18:17.422" v="1635"/>
          <ac:inkMkLst>
            <pc:docMk/>
            <pc:sldMk cId="2546658784" sldId="263"/>
            <ac:inkMk id="205" creationId="{56DC6D36-C820-4929-A6D4-59ADEC642107}"/>
          </ac:inkMkLst>
        </pc:inkChg>
        <pc:inkChg chg="add del">
          <ac:chgData name="" userId="242feb3c33a8e7bf" providerId="LiveId" clId="{39C24DAF-E20C-4507-9157-C96F2FA882D0}" dt="2023-03-28T16:18:17.422" v="1635"/>
          <ac:inkMkLst>
            <pc:docMk/>
            <pc:sldMk cId="2546658784" sldId="263"/>
            <ac:inkMk id="206" creationId="{DFAA28C3-E567-4E58-AD9E-971037DC87AF}"/>
          </ac:inkMkLst>
        </pc:inkChg>
        <pc:inkChg chg="add del">
          <ac:chgData name="" userId="242feb3c33a8e7bf" providerId="LiveId" clId="{39C24DAF-E20C-4507-9157-C96F2FA882D0}" dt="2023-03-28T16:18:17.422" v="1635"/>
          <ac:inkMkLst>
            <pc:docMk/>
            <pc:sldMk cId="2546658784" sldId="263"/>
            <ac:inkMk id="207" creationId="{A85D33B2-811A-447A-89A2-CFD39EB2620A}"/>
          </ac:inkMkLst>
        </pc:inkChg>
        <pc:inkChg chg="add del">
          <ac:chgData name="" userId="242feb3c33a8e7bf" providerId="LiveId" clId="{39C24DAF-E20C-4507-9157-C96F2FA882D0}" dt="2023-03-28T16:18:17.422" v="1635"/>
          <ac:inkMkLst>
            <pc:docMk/>
            <pc:sldMk cId="2546658784" sldId="263"/>
            <ac:inkMk id="208" creationId="{EC0B965E-5D93-4DE4-94E0-6C9D61DD098C}"/>
          </ac:inkMkLst>
        </pc:inkChg>
        <pc:inkChg chg="add del">
          <ac:chgData name="" userId="242feb3c33a8e7bf" providerId="LiveId" clId="{39C24DAF-E20C-4507-9157-C96F2FA882D0}" dt="2023-03-28T16:18:17.422" v="1635"/>
          <ac:inkMkLst>
            <pc:docMk/>
            <pc:sldMk cId="2546658784" sldId="263"/>
            <ac:inkMk id="209" creationId="{09930DC7-CCC8-4F21-B368-DB89B23076FD}"/>
          </ac:inkMkLst>
        </pc:inkChg>
        <pc:inkChg chg="add del">
          <ac:chgData name="" userId="242feb3c33a8e7bf" providerId="LiveId" clId="{39C24DAF-E20C-4507-9157-C96F2FA882D0}" dt="2023-03-28T16:18:17.422" v="1635"/>
          <ac:inkMkLst>
            <pc:docMk/>
            <pc:sldMk cId="2546658784" sldId="263"/>
            <ac:inkMk id="210" creationId="{0A2FCD72-1BC7-4A0D-9479-192AC3C8DE85}"/>
          </ac:inkMkLst>
        </pc:inkChg>
        <pc:inkChg chg="add del">
          <ac:chgData name="" userId="242feb3c33a8e7bf" providerId="LiveId" clId="{39C24DAF-E20C-4507-9157-C96F2FA882D0}" dt="2023-03-28T16:18:17.422" v="1635"/>
          <ac:inkMkLst>
            <pc:docMk/>
            <pc:sldMk cId="2546658784" sldId="263"/>
            <ac:inkMk id="211" creationId="{7B390AAA-5CEC-429A-8342-99D110D402E4}"/>
          </ac:inkMkLst>
        </pc:inkChg>
        <pc:inkChg chg="add del">
          <ac:chgData name="" userId="242feb3c33a8e7bf" providerId="LiveId" clId="{39C24DAF-E20C-4507-9157-C96F2FA882D0}" dt="2023-03-28T16:18:17.422" v="1635"/>
          <ac:inkMkLst>
            <pc:docMk/>
            <pc:sldMk cId="2546658784" sldId="263"/>
            <ac:inkMk id="212" creationId="{A8AE6AED-3A73-4882-AC5A-6CF05C21D57E}"/>
          </ac:inkMkLst>
        </pc:inkChg>
        <pc:inkChg chg="add del">
          <ac:chgData name="" userId="242feb3c33a8e7bf" providerId="LiveId" clId="{39C24DAF-E20C-4507-9157-C96F2FA882D0}" dt="2023-03-28T16:18:17.422" v="1635"/>
          <ac:inkMkLst>
            <pc:docMk/>
            <pc:sldMk cId="2546658784" sldId="263"/>
            <ac:inkMk id="213" creationId="{20C4C8BB-14A6-4A28-96AD-8F9FB73FE09A}"/>
          </ac:inkMkLst>
        </pc:inkChg>
        <pc:inkChg chg="add del">
          <ac:chgData name="" userId="242feb3c33a8e7bf" providerId="LiveId" clId="{39C24DAF-E20C-4507-9157-C96F2FA882D0}" dt="2023-03-28T16:18:17.422" v="1635"/>
          <ac:inkMkLst>
            <pc:docMk/>
            <pc:sldMk cId="2546658784" sldId="263"/>
            <ac:inkMk id="214" creationId="{E0E75F86-CFA6-41F2-B428-7B81BCF0F408}"/>
          </ac:inkMkLst>
        </pc:inkChg>
        <pc:inkChg chg="add del">
          <ac:chgData name="" userId="242feb3c33a8e7bf" providerId="LiveId" clId="{39C24DAF-E20C-4507-9157-C96F2FA882D0}" dt="2023-03-28T16:18:17.422" v="1635"/>
          <ac:inkMkLst>
            <pc:docMk/>
            <pc:sldMk cId="2546658784" sldId="263"/>
            <ac:inkMk id="215" creationId="{533E5C3C-CD2E-4B29-A55A-2E28FC14FA0D}"/>
          </ac:inkMkLst>
        </pc:inkChg>
        <pc:inkChg chg="add del">
          <ac:chgData name="" userId="242feb3c33a8e7bf" providerId="LiveId" clId="{39C24DAF-E20C-4507-9157-C96F2FA882D0}" dt="2023-03-28T16:18:17.422" v="1635"/>
          <ac:inkMkLst>
            <pc:docMk/>
            <pc:sldMk cId="2546658784" sldId="263"/>
            <ac:inkMk id="216" creationId="{A7335F74-8FB7-4EE9-B926-104DDFD69104}"/>
          </ac:inkMkLst>
        </pc:inkChg>
        <pc:inkChg chg="add del">
          <ac:chgData name="" userId="242feb3c33a8e7bf" providerId="LiveId" clId="{39C24DAF-E20C-4507-9157-C96F2FA882D0}" dt="2023-03-28T16:18:17.422" v="1635"/>
          <ac:inkMkLst>
            <pc:docMk/>
            <pc:sldMk cId="2546658784" sldId="263"/>
            <ac:inkMk id="217" creationId="{0191AA98-7E1C-4005-8956-5426B34188E9}"/>
          </ac:inkMkLst>
        </pc:inkChg>
        <pc:inkChg chg="add del">
          <ac:chgData name="" userId="242feb3c33a8e7bf" providerId="LiveId" clId="{39C24DAF-E20C-4507-9157-C96F2FA882D0}" dt="2023-03-28T16:18:17.422" v="1635"/>
          <ac:inkMkLst>
            <pc:docMk/>
            <pc:sldMk cId="2546658784" sldId="263"/>
            <ac:inkMk id="218" creationId="{8075144D-4452-408E-A77D-EA0A9683E3BD}"/>
          </ac:inkMkLst>
        </pc:inkChg>
        <pc:inkChg chg="add del">
          <ac:chgData name="" userId="242feb3c33a8e7bf" providerId="LiveId" clId="{39C24DAF-E20C-4507-9157-C96F2FA882D0}" dt="2023-03-28T16:18:17.422" v="1635"/>
          <ac:inkMkLst>
            <pc:docMk/>
            <pc:sldMk cId="2546658784" sldId="263"/>
            <ac:inkMk id="219" creationId="{445B2BBA-C2DF-47F7-B798-0C51FD7A65FC}"/>
          </ac:inkMkLst>
        </pc:inkChg>
        <pc:inkChg chg="add del">
          <ac:chgData name="" userId="242feb3c33a8e7bf" providerId="LiveId" clId="{39C24DAF-E20C-4507-9157-C96F2FA882D0}" dt="2023-03-28T16:18:17.422" v="1635"/>
          <ac:inkMkLst>
            <pc:docMk/>
            <pc:sldMk cId="2546658784" sldId="263"/>
            <ac:inkMk id="220" creationId="{B7F04F10-B634-4E47-8243-D536033D2917}"/>
          </ac:inkMkLst>
        </pc:inkChg>
        <pc:inkChg chg="add del">
          <ac:chgData name="" userId="242feb3c33a8e7bf" providerId="LiveId" clId="{39C24DAF-E20C-4507-9157-C96F2FA882D0}" dt="2023-03-28T16:18:17.422" v="1635"/>
          <ac:inkMkLst>
            <pc:docMk/>
            <pc:sldMk cId="2546658784" sldId="263"/>
            <ac:inkMk id="221" creationId="{59BBD723-3E43-4934-B5AD-B272D6FEC8C7}"/>
          </ac:inkMkLst>
        </pc:inkChg>
        <pc:inkChg chg="add del">
          <ac:chgData name="" userId="242feb3c33a8e7bf" providerId="LiveId" clId="{39C24DAF-E20C-4507-9157-C96F2FA882D0}" dt="2023-03-28T16:18:17.422" v="1635"/>
          <ac:inkMkLst>
            <pc:docMk/>
            <pc:sldMk cId="2546658784" sldId="263"/>
            <ac:inkMk id="222" creationId="{45842E0C-2C2F-437E-9ADD-867045CB009D}"/>
          </ac:inkMkLst>
        </pc:inkChg>
        <pc:inkChg chg="add del">
          <ac:chgData name="" userId="242feb3c33a8e7bf" providerId="LiveId" clId="{39C24DAF-E20C-4507-9157-C96F2FA882D0}" dt="2023-03-28T16:18:17.422" v="1635"/>
          <ac:inkMkLst>
            <pc:docMk/>
            <pc:sldMk cId="2546658784" sldId="263"/>
            <ac:inkMk id="223" creationId="{49A12BB2-9515-496A-8127-3EF0E031863C}"/>
          </ac:inkMkLst>
        </pc:inkChg>
        <pc:inkChg chg="add del">
          <ac:chgData name="" userId="242feb3c33a8e7bf" providerId="LiveId" clId="{39C24DAF-E20C-4507-9157-C96F2FA882D0}" dt="2023-03-28T16:18:17.422" v="1635"/>
          <ac:inkMkLst>
            <pc:docMk/>
            <pc:sldMk cId="2546658784" sldId="263"/>
            <ac:inkMk id="224" creationId="{58B29422-C7DE-457E-8F34-AEBB7D676DF2}"/>
          </ac:inkMkLst>
        </pc:inkChg>
        <pc:inkChg chg="add del">
          <ac:chgData name="" userId="242feb3c33a8e7bf" providerId="LiveId" clId="{39C24DAF-E20C-4507-9157-C96F2FA882D0}" dt="2023-03-28T16:18:17.422" v="1635"/>
          <ac:inkMkLst>
            <pc:docMk/>
            <pc:sldMk cId="2546658784" sldId="263"/>
            <ac:inkMk id="225" creationId="{155CCCB3-DBD3-45F9-A45D-4FED4BBF6272}"/>
          </ac:inkMkLst>
        </pc:inkChg>
        <pc:inkChg chg="add del">
          <ac:chgData name="" userId="242feb3c33a8e7bf" providerId="LiveId" clId="{39C24DAF-E20C-4507-9157-C96F2FA882D0}" dt="2023-03-28T16:18:17.422" v="1635"/>
          <ac:inkMkLst>
            <pc:docMk/>
            <pc:sldMk cId="2546658784" sldId="263"/>
            <ac:inkMk id="226" creationId="{7B0BB570-1A3A-40FD-862D-716DC9B57329}"/>
          </ac:inkMkLst>
        </pc:inkChg>
        <pc:inkChg chg="add del">
          <ac:chgData name="" userId="242feb3c33a8e7bf" providerId="LiveId" clId="{39C24DAF-E20C-4507-9157-C96F2FA882D0}" dt="2023-03-28T16:18:17.422" v="1635"/>
          <ac:inkMkLst>
            <pc:docMk/>
            <pc:sldMk cId="2546658784" sldId="263"/>
            <ac:inkMk id="227" creationId="{0DD12462-7562-437A-B0A6-9932D2A97E79}"/>
          </ac:inkMkLst>
        </pc:inkChg>
        <pc:inkChg chg="add del">
          <ac:chgData name="" userId="242feb3c33a8e7bf" providerId="LiveId" clId="{39C24DAF-E20C-4507-9157-C96F2FA882D0}" dt="2023-03-28T16:18:17.422" v="1635"/>
          <ac:inkMkLst>
            <pc:docMk/>
            <pc:sldMk cId="2546658784" sldId="263"/>
            <ac:inkMk id="228" creationId="{6D757FBC-0801-426A-88A5-31031F1A14A8}"/>
          </ac:inkMkLst>
        </pc:inkChg>
        <pc:inkChg chg="add del">
          <ac:chgData name="" userId="242feb3c33a8e7bf" providerId="LiveId" clId="{39C24DAF-E20C-4507-9157-C96F2FA882D0}" dt="2023-03-28T16:18:17.422" v="1635"/>
          <ac:inkMkLst>
            <pc:docMk/>
            <pc:sldMk cId="2546658784" sldId="263"/>
            <ac:inkMk id="229" creationId="{03A980F3-202A-4EFE-B882-9B6160A4375F}"/>
          </ac:inkMkLst>
        </pc:inkChg>
        <pc:inkChg chg="add del">
          <ac:chgData name="" userId="242feb3c33a8e7bf" providerId="LiveId" clId="{39C24DAF-E20C-4507-9157-C96F2FA882D0}" dt="2023-03-28T16:18:17.422" v="1635"/>
          <ac:inkMkLst>
            <pc:docMk/>
            <pc:sldMk cId="2546658784" sldId="263"/>
            <ac:inkMk id="230" creationId="{A19EDCE4-0ACF-4B3A-8349-99112F4C86F8}"/>
          </ac:inkMkLst>
        </pc:inkChg>
        <pc:inkChg chg="add del">
          <ac:chgData name="" userId="242feb3c33a8e7bf" providerId="LiveId" clId="{39C24DAF-E20C-4507-9157-C96F2FA882D0}" dt="2023-03-28T16:18:17.422" v="1635"/>
          <ac:inkMkLst>
            <pc:docMk/>
            <pc:sldMk cId="2546658784" sldId="263"/>
            <ac:inkMk id="231" creationId="{00070320-4D08-47E3-8217-11802C866B00}"/>
          </ac:inkMkLst>
        </pc:inkChg>
        <pc:inkChg chg="add del">
          <ac:chgData name="" userId="242feb3c33a8e7bf" providerId="LiveId" clId="{39C24DAF-E20C-4507-9157-C96F2FA882D0}" dt="2023-03-28T16:18:17.422" v="1635"/>
          <ac:inkMkLst>
            <pc:docMk/>
            <pc:sldMk cId="2546658784" sldId="263"/>
            <ac:inkMk id="232" creationId="{7F84B854-E854-422D-9032-E0CC4EDBE328}"/>
          </ac:inkMkLst>
        </pc:inkChg>
        <pc:inkChg chg="add del">
          <ac:chgData name="" userId="242feb3c33a8e7bf" providerId="LiveId" clId="{39C24DAF-E20C-4507-9157-C96F2FA882D0}" dt="2023-03-28T16:18:17.422" v="1635"/>
          <ac:inkMkLst>
            <pc:docMk/>
            <pc:sldMk cId="2546658784" sldId="263"/>
            <ac:inkMk id="233" creationId="{F2747DC0-EB23-43B0-9B67-112326EDF451}"/>
          </ac:inkMkLst>
        </pc:inkChg>
        <pc:inkChg chg="add del">
          <ac:chgData name="" userId="242feb3c33a8e7bf" providerId="LiveId" clId="{39C24DAF-E20C-4507-9157-C96F2FA882D0}" dt="2023-03-28T16:18:17.422" v="1635"/>
          <ac:inkMkLst>
            <pc:docMk/>
            <pc:sldMk cId="2546658784" sldId="263"/>
            <ac:inkMk id="234" creationId="{08D39C41-4AB7-4F9B-8E0A-835331456C85}"/>
          </ac:inkMkLst>
        </pc:inkChg>
        <pc:inkChg chg="add del">
          <ac:chgData name="" userId="242feb3c33a8e7bf" providerId="LiveId" clId="{39C24DAF-E20C-4507-9157-C96F2FA882D0}" dt="2023-03-28T16:18:17.422" v="1635"/>
          <ac:inkMkLst>
            <pc:docMk/>
            <pc:sldMk cId="2546658784" sldId="263"/>
            <ac:inkMk id="235" creationId="{94E5F8ED-D711-494E-8722-7B8F21078D71}"/>
          </ac:inkMkLst>
        </pc:inkChg>
        <pc:inkChg chg="add del">
          <ac:chgData name="" userId="242feb3c33a8e7bf" providerId="LiveId" clId="{39C24DAF-E20C-4507-9157-C96F2FA882D0}" dt="2023-03-28T16:18:17.422" v="1635"/>
          <ac:inkMkLst>
            <pc:docMk/>
            <pc:sldMk cId="2546658784" sldId="263"/>
            <ac:inkMk id="236" creationId="{271C89C2-3E15-4732-A3AB-668AA9EA5AAD}"/>
          </ac:inkMkLst>
        </pc:inkChg>
        <pc:inkChg chg="add">
          <ac:chgData name="" userId="242feb3c33a8e7bf" providerId="LiveId" clId="{39C24DAF-E20C-4507-9157-C96F2FA882D0}" dt="2023-03-28T16:18:17.422" v="1635"/>
          <ac:inkMkLst>
            <pc:docMk/>
            <pc:sldMk cId="2546658784" sldId="263"/>
            <ac:inkMk id="237" creationId="{2AE4C8AC-2646-4C00-A59F-37AEFA336895}"/>
          </ac:inkMkLst>
        </pc:inkChg>
        <pc:inkChg chg="add">
          <ac:chgData name="" userId="242feb3c33a8e7bf" providerId="LiveId" clId="{39C24DAF-E20C-4507-9157-C96F2FA882D0}" dt="2023-03-28T16:18:17.422" v="1635"/>
          <ac:inkMkLst>
            <pc:docMk/>
            <pc:sldMk cId="2546658784" sldId="263"/>
            <ac:inkMk id="238" creationId="{E5467A9E-A367-4C9D-B189-0A7F6A45C2FC}"/>
          </ac:inkMkLst>
        </pc:inkChg>
        <pc:inkChg chg="add del">
          <ac:chgData name="" userId="242feb3c33a8e7bf" providerId="LiveId" clId="{39C24DAF-E20C-4507-9157-C96F2FA882D0}" dt="2023-03-28T16:18:23.567" v="1645"/>
          <ac:inkMkLst>
            <pc:docMk/>
            <pc:sldMk cId="2546658784" sldId="263"/>
            <ac:inkMk id="239" creationId="{22169689-A797-44D4-AE0B-C2BC0C5B2710}"/>
          </ac:inkMkLst>
        </pc:inkChg>
        <pc:inkChg chg="add del">
          <ac:chgData name="" userId="242feb3c33a8e7bf" providerId="LiveId" clId="{39C24DAF-E20C-4507-9157-C96F2FA882D0}" dt="2023-03-28T16:18:23.567" v="1645"/>
          <ac:inkMkLst>
            <pc:docMk/>
            <pc:sldMk cId="2546658784" sldId="263"/>
            <ac:inkMk id="240" creationId="{326E66C8-C191-4413-B757-4D7F44E09F0E}"/>
          </ac:inkMkLst>
        </pc:inkChg>
        <pc:inkChg chg="add del">
          <ac:chgData name="" userId="242feb3c33a8e7bf" providerId="LiveId" clId="{39C24DAF-E20C-4507-9157-C96F2FA882D0}" dt="2023-03-28T16:18:23.567" v="1645"/>
          <ac:inkMkLst>
            <pc:docMk/>
            <pc:sldMk cId="2546658784" sldId="263"/>
            <ac:inkMk id="241" creationId="{2C90710F-148F-40CD-A4FE-FABCEF38A55E}"/>
          </ac:inkMkLst>
        </pc:inkChg>
        <pc:inkChg chg="add del">
          <ac:chgData name="" userId="242feb3c33a8e7bf" providerId="LiveId" clId="{39C24DAF-E20C-4507-9157-C96F2FA882D0}" dt="2023-03-28T16:18:23.567" v="1645"/>
          <ac:inkMkLst>
            <pc:docMk/>
            <pc:sldMk cId="2546658784" sldId="263"/>
            <ac:inkMk id="242" creationId="{F2AD6AB1-B785-451E-B293-6934553593F2}"/>
          </ac:inkMkLst>
        </pc:inkChg>
        <pc:inkChg chg="add del">
          <ac:chgData name="" userId="242feb3c33a8e7bf" providerId="LiveId" clId="{39C24DAF-E20C-4507-9157-C96F2FA882D0}" dt="2023-03-28T16:18:23.567" v="1645"/>
          <ac:inkMkLst>
            <pc:docMk/>
            <pc:sldMk cId="2546658784" sldId="263"/>
            <ac:inkMk id="243" creationId="{42219C51-16A0-417A-8536-84883FB47669}"/>
          </ac:inkMkLst>
        </pc:inkChg>
        <pc:inkChg chg="add del">
          <ac:chgData name="" userId="242feb3c33a8e7bf" providerId="LiveId" clId="{39C24DAF-E20C-4507-9157-C96F2FA882D0}" dt="2023-03-28T16:18:23.567" v="1645"/>
          <ac:inkMkLst>
            <pc:docMk/>
            <pc:sldMk cId="2546658784" sldId="263"/>
            <ac:inkMk id="244" creationId="{AE62DF13-A8EE-4CD0-82DB-6EF29C096511}"/>
          </ac:inkMkLst>
        </pc:inkChg>
        <pc:inkChg chg="add del">
          <ac:chgData name="" userId="242feb3c33a8e7bf" providerId="LiveId" clId="{39C24DAF-E20C-4507-9157-C96F2FA882D0}" dt="2023-03-28T16:18:23.567" v="1645"/>
          <ac:inkMkLst>
            <pc:docMk/>
            <pc:sldMk cId="2546658784" sldId="263"/>
            <ac:inkMk id="245" creationId="{31531DDC-4001-44DC-938B-AABABB14D8EE}"/>
          </ac:inkMkLst>
        </pc:inkChg>
        <pc:inkChg chg="add del">
          <ac:chgData name="" userId="242feb3c33a8e7bf" providerId="LiveId" clId="{39C24DAF-E20C-4507-9157-C96F2FA882D0}" dt="2023-03-28T16:18:23.567" v="1645"/>
          <ac:inkMkLst>
            <pc:docMk/>
            <pc:sldMk cId="2546658784" sldId="263"/>
            <ac:inkMk id="246" creationId="{4A8693DA-4EE4-45FA-90F2-537DDF3FBE66}"/>
          </ac:inkMkLst>
        </pc:inkChg>
        <pc:inkChg chg="add">
          <ac:chgData name="" userId="242feb3c33a8e7bf" providerId="LiveId" clId="{39C24DAF-E20C-4507-9157-C96F2FA882D0}" dt="2023-03-28T16:18:22.831" v="1644"/>
          <ac:inkMkLst>
            <pc:docMk/>
            <pc:sldMk cId="2546658784" sldId="263"/>
            <ac:inkMk id="247" creationId="{89182BDD-30A9-419F-B1A1-F29075460E17}"/>
          </ac:inkMkLst>
        </pc:inkChg>
        <pc:inkChg chg="add">
          <ac:chgData name="" userId="242feb3c33a8e7bf" providerId="LiveId" clId="{39C24DAF-E20C-4507-9157-C96F2FA882D0}" dt="2023-03-28T16:18:23.567" v="1645"/>
          <ac:inkMkLst>
            <pc:docMk/>
            <pc:sldMk cId="2546658784" sldId="263"/>
            <ac:inkMk id="248" creationId="{1B1E9E3F-FF81-453F-A9E8-A63A2D6B0CF5}"/>
          </ac:inkMkLst>
        </pc:inkChg>
        <pc:inkChg chg="add">
          <ac:chgData name="" userId="242feb3c33a8e7bf" providerId="LiveId" clId="{39C24DAF-E20C-4507-9157-C96F2FA882D0}" dt="2023-03-28T16:18:23.567" v="1645"/>
          <ac:inkMkLst>
            <pc:docMk/>
            <pc:sldMk cId="2546658784" sldId="263"/>
            <ac:inkMk id="249" creationId="{478F96E5-77BE-480F-BE1B-D7A13C269356}"/>
          </ac:inkMkLst>
        </pc:inkChg>
        <pc:inkChg chg="add">
          <ac:chgData name="" userId="242feb3c33a8e7bf" providerId="LiveId" clId="{39C24DAF-E20C-4507-9157-C96F2FA882D0}" dt="2023-03-28T16:18:23.567" v="1645"/>
          <ac:inkMkLst>
            <pc:docMk/>
            <pc:sldMk cId="2546658784" sldId="263"/>
            <ac:inkMk id="250" creationId="{7CEFC8E4-CB37-4E76-8D15-5F587181CF6C}"/>
          </ac:inkMkLst>
        </pc:inkChg>
        <pc:inkChg chg="add del">
          <ac:chgData name="" userId="242feb3c33a8e7bf" providerId="LiveId" clId="{39C24DAF-E20C-4507-9157-C96F2FA882D0}" dt="2023-03-28T16:18:30.302" v="1663"/>
          <ac:inkMkLst>
            <pc:docMk/>
            <pc:sldMk cId="2546658784" sldId="263"/>
            <ac:inkMk id="251" creationId="{5E4275A7-B51E-488D-B911-1C3122BA54AB}"/>
          </ac:inkMkLst>
        </pc:inkChg>
        <pc:inkChg chg="add del">
          <ac:chgData name="" userId="242feb3c33a8e7bf" providerId="LiveId" clId="{39C24DAF-E20C-4507-9157-C96F2FA882D0}" dt="2023-03-28T16:18:30.302" v="1663"/>
          <ac:inkMkLst>
            <pc:docMk/>
            <pc:sldMk cId="2546658784" sldId="263"/>
            <ac:inkMk id="252" creationId="{075F86FF-2491-4B99-A993-77570F6909F4}"/>
          </ac:inkMkLst>
        </pc:inkChg>
        <pc:inkChg chg="add del">
          <ac:chgData name="" userId="242feb3c33a8e7bf" providerId="LiveId" clId="{39C24DAF-E20C-4507-9157-C96F2FA882D0}" dt="2023-03-28T16:18:30.302" v="1663"/>
          <ac:inkMkLst>
            <pc:docMk/>
            <pc:sldMk cId="2546658784" sldId="263"/>
            <ac:inkMk id="253" creationId="{C67B6E88-F3BF-4FCB-A370-F34C914FFA49}"/>
          </ac:inkMkLst>
        </pc:inkChg>
        <pc:inkChg chg="add del">
          <ac:chgData name="" userId="242feb3c33a8e7bf" providerId="LiveId" clId="{39C24DAF-E20C-4507-9157-C96F2FA882D0}" dt="2023-03-28T16:18:30.302" v="1663"/>
          <ac:inkMkLst>
            <pc:docMk/>
            <pc:sldMk cId="2546658784" sldId="263"/>
            <ac:inkMk id="254" creationId="{B5505B79-8C5E-45AF-934E-8EAAAB303B37}"/>
          </ac:inkMkLst>
        </pc:inkChg>
        <pc:inkChg chg="add del">
          <ac:chgData name="" userId="242feb3c33a8e7bf" providerId="LiveId" clId="{39C24DAF-E20C-4507-9157-C96F2FA882D0}" dt="2023-03-28T16:18:30.302" v="1663"/>
          <ac:inkMkLst>
            <pc:docMk/>
            <pc:sldMk cId="2546658784" sldId="263"/>
            <ac:inkMk id="255" creationId="{DDD182C8-67EC-454F-B054-E034F154ABCB}"/>
          </ac:inkMkLst>
        </pc:inkChg>
        <pc:inkChg chg="add del">
          <ac:chgData name="" userId="242feb3c33a8e7bf" providerId="LiveId" clId="{39C24DAF-E20C-4507-9157-C96F2FA882D0}" dt="2023-03-28T16:18:30.302" v="1663"/>
          <ac:inkMkLst>
            <pc:docMk/>
            <pc:sldMk cId="2546658784" sldId="263"/>
            <ac:inkMk id="256" creationId="{92ABFDFD-2BE0-4742-AE40-4EB6B89C0BF3}"/>
          </ac:inkMkLst>
        </pc:inkChg>
        <pc:inkChg chg="add del">
          <ac:chgData name="" userId="242feb3c33a8e7bf" providerId="LiveId" clId="{39C24DAF-E20C-4507-9157-C96F2FA882D0}" dt="2023-03-28T16:18:30.302" v="1663"/>
          <ac:inkMkLst>
            <pc:docMk/>
            <pc:sldMk cId="2546658784" sldId="263"/>
            <ac:inkMk id="257" creationId="{8161AA1F-C28B-4E66-A953-4EE9152CA41E}"/>
          </ac:inkMkLst>
        </pc:inkChg>
        <pc:inkChg chg="add del">
          <ac:chgData name="" userId="242feb3c33a8e7bf" providerId="LiveId" clId="{39C24DAF-E20C-4507-9157-C96F2FA882D0}" dt="2023-03-28T16:18:30.302" v="1663"/>
          <ac:inkMkLst>
            <pc:docMk/>
            <pc:sldMk cId="2546658784" sldId="263"/>
            <ac:inkMk id="258" creationId="{73672389-D96D-4C9A-90F9-BDA265C09764}"/>
          </ac:inkMkLst>
        </pc:inkChg>
        <pc:inkChg chg="add del">
          <ac:chgData name="" userId="242feb3c33a8e7bf" providerId="LiveId" clId="{39C24DAF-E20C-4507-9157-C96F2FA882D0}" dt="2023-03-28T16:18:30.302" v="1663"/>
          <ac:inkMkLst>
            <pc:docMk/>
            <pc:sldMk cId="2546658784" sldId="263"/>
            <ac:inkMk id="259" creationId="{9AAA2100-9ADD-4629-8E32-F093F264D84A}"/>
          </ac:inkMkLst>
        </pc:inkChg>
        <pc:inkChg chg="add del">
          <ac:chgData name="" userId="242feb3c33a8e7bf" providerId="LiveId" clId="{39C24DAF-E20C-4507-9157-C96F2FA882D0}" dt="2023-03-28T16:18:30.302" v="1663"/>
          <ac:inkMkLst>
            <pc:docMk/>
            <pc:sldMk cId="2546658784" sldId="263"/>
            <ac:inkMk id="260" creationId="{DAD52445-1EE1-43ED-BB9B-7FF41E70B7A3}"/>
          </ac:inkMkLst>
        </pc:inkChg>
        <pc:inkChg chg="add del">
          <ac:chgData name="" userId="242feb3c33a8e7bf" providerId="LiveId" clId="{39C24DAF-E20C-4507-9157-C96F2FA882D0}" dt="2023-03-28T16:18:30.302" v="1663"/>
          <ac:inkMkLst>
            <pc:docMk/>
            <pc:sldMk cId="2546658784" sldId="263"/>
            <ac:inkMk id="261" creationId="{0BD0822D-ABA2-40D4-8810-657C4EF07B7C}"/>
          </ac:inkMkLst>
        </pc:inkChg>
        <pc:inkChg chg="add del">
          <ac:chgData name="" userId="242feb3c33a8e7bf" providerId="LiveId" clId="{39C24DAF-E20C-4507-9157-C96F2FA882D0}" dt="2023-03-28T16:18:30.302" v="1663"/>
          <ac:inkMkLst>
            <pc:docMk/>
            <pc:sldMk cId="2546658784" sldId="263"/>
            <ac:inkMk id="262" creationId="{13FB64DD-02FD-4BB0-9BD2-DC38808E4DDC}"/>
          </ac:inkMkLst>
        </pc:inkChg>
        <pc:inkChg chg="add del">
          <ac:chgData name="" userId="242feb3c33a8e7bf" providerId="LiveId" clId="{39C24DAF-E20C-4507-9157-C96F2FA882D0}" dt="2023-03-28T16:18:30.302" v="1663"/>
          <ac:inkMkLst>
            <pc:docMk/>
            <pc:sldMk cId="2546658784" sldId="263"/>
            <ac:inkMk id="263" creationId="{DB68A3B7-CA93-44D0-A9D4-4A6680A29C6D}"/>
          </ac:inkMkLst>
        </pc:inkChg>
        <pc:inkChg chg="add del">
          <ac:chgData name="" userId="242feb3c33a8e7bf" providerId="LiveId" clId="{39C24DAF-E20C-4507-9157-C96F2FA882D0}" dt="2023-03-28T16:18:30.302" v="1663"/>
          <ac:inkMkLst>
            <pc:docMk/>
            <pc:sldMk cId="2546658784" sldId="263"/>
            <ac:inkMk id="264" creationId="{4EF622D7-99D0-4609-98AE-878833C8B209}"/>
          </ac:inkMkLst>
        </pc:inkChg>
        <pc:inkChg chg="add del">
          <ac:chgData name="" userId="242feb3c33a8e7bf" providerId="LiveId" clId="{39C24DAF-E20C-4507-9157-C96F2FA882D0}" dt="2023-03-28T16:18:30.302" v="1663"/>
          <ac:inkMkLst>
            <pc:docMk/>
            <pc:sldMk cId="2546658784" sldId="263"/>
            <ac:inkMk id="265" creationId="{9983FE4B-613D-4E79-B35B-50DE82B16DB8}"/>
          </ac:inkMkLst>
        </pc:inkChg>
        <pc:inkChg chg="add del">
          <ac:chgData name="" userId="242feb3c33a8e7bf" providerId="LiveId" clId="{39C24DAF-E20C-4507-9157-C96F2FA882D0}" dt="2023-03-28T16:18:30.302" v="1663"/>
          <ac:inkMkLst>
            <pc:docMk/>
            <pc:sldMk cId="2546658784" sldId="263"/>
            <ac:inkMk id="266" creationId="{B4BC4322-0066-4838-836E-4E1991CE7D7C}"/>
          </ac:inkMkLst>
        </pc:inkChg>
        <pc:inkChg chg="add del">
          <ac:chgData name="" userId="242feb3c33a8e7bf" providerId="LiveId" clId="{39C24DAF-E20C-4507-9157-C96F2FA882D0}" dt="2023-03-28T16:18:30.302" v="1663"/>
          <ac:inkMkLst>
            <pc:docMk/>
            <pc:sldMk cId="2546658784" sldId="263"/>
            <ac:inkMk id="267" creationId="{09962BEC-5F03-44AC-B331-6165639B79B3}"/>
          </ac:inkMkLst>
        </pc:inkChg>
        <pc:inkChg chg="add">
          <ac:chgData name="" userId="242feb3c33a8e7bf" providerId="LiveId" clId="{39C24DAF-E20C-4507-9157-C96F2FA882D0}" dt="2023-03-28T16:18:30.302" v="1663"/>
          <ac:inkMkLst>
            <pc:docMk/>
            <pc:sldMk cId="2546658784" sldId="263"/>
            <ac:inkMk id="268" creationId="{24F63151-7431-4DA5-A63C-CA8F86BF88F1}"/>
          </ac:inkMkLst>
        </pc:inkChg>
        <pc:inkChg chg="add">
          <ac:chgData name="" userId="242feb3c33a8e7bf" providerId="LiveId" clId="{39C24DAF-E20C-4507-9157-C96F2FA882D0}" dt="2023-03-28T16:18:30.302" v="1663"/>
          <ac:inkMkLst>
            <pc:docMk/>
            <pc:sldMk cId="2546658784" sldId="263"/>
            <ac:inkMk id="269" creationId="{46B056A6-76F4-4F8B-B40D-8F771777C38D}"/>
          </ac:inkMkLst>
        </pc:inkChg>
        <pc:inkChg chg="add del">
          <ac:chgData name="" userId="242feb3c33a8e7bf" providerId="LiveId" clId="{39C24DAF-E20C-4507-9157-C96F2FA882D0}" dt="2023-03-28T16:18:33.770" v="1666"/>
          <ac:inkMkLst>
            <pc:docMk/>
            <pc:sldMk cId="2546658784" sldId="263"/>
            <ac:inkMk id="270" creationId="{392655BD-5AC8-465A-A81D-E7E70F526DD1}"/>
          </ac:inkMkLst>
        </pc:inkChg>
        <pc:inkChg chg="add del">
          <ac:chgData name="" userId="242feb3c33a8e7bf" providerId="LiveId" clId="{39C24DAF-E20C-4507-9157-C96F2FA882D0}" dt="2023-03-28T16:18:33.770" v="1666"/>
          <ac:inkMkLst>
            <pc:docMk/>
            <pc:sldMk cId="2546658784" sldId="263"/>
            <ac:inkMk id="271" creationId="{AE4DC514-A6F0-497D-BD55-FC67BAC8D93A}"/>
          </ac:inkMkLst>
        </pc:inkChg>
        <pc:inkChg chg="add">
          <ac:chgData name="" userId="242feb3c33a8e7bf" providerId="LiveId" clId="{39C24DAF-E20C-4507-9157-C96F2FA882D0}" dt="2023-03-28T16:18:33.770" v="1666"/>
          <ac:inkMkLst>
            <pc:docMk/>
            <pc:sldMk cId="2546658784" sldId="263"/>
            <ac:inkMk id="272" creationId="{22C1D30F-0CFE-4996-9054-741737FFD4B4}"/>
          </ac:inkMkLst>
        </pc:inkChg>
        <pc:inkChg chg="add del">
          <ac:chgData name="" userId="242feb3c33a8e7bf" providerId="LiveId" clId="{39C24DAF-E20C-4507-9157-C96F2FA882D0}" dt="2023-03-28T16:18:37.344" v="1677"/>
          <ac:inkMkLst>
            <pc:docMk/>
            <pc:sldMk cId="2546658784" sldId="263"/>
            <ac:inkMk id="273" creationId="{ED6FDC5F-EB44-48E6-A0DB-B490208E2D69}"/>
          </ac:inkMkLst>
        </pc:inkChg>
        <pc:inkChg chg="add del">
          <ac:chgData name="" userId="242feb3c33a8e7bf" providerId="LiveId" clId="{39C24DAF-E20C-4507-9157-C96F2FA882D0}" dt="2023-03-28T16:18:37.344" v="1677"/>
          <ac:inkMkLst>
            <pc:docMk/>
            <pc:sldMk cId="2546658784" sldId="263"/>
            <ac:inkMk id="274" creationId="{45A7CD51-AADE-4EA9-B706-98661A6FED47}"/>
          </ac:inkMkLst>
        </pc:inkChg>
        <pc:inkChg chg="add del">
          <ac:chgData name="" userId="242feb3c33a8e7bf" providerId="LiveId" clId="{39C24DAF-E20C-4507-9157-C96F2FA882D0}" dt="2023-03-28T16:18:37.344" v="1677"/>
          <ac:inkMkLst>
            <pc:docMk/>
            <pc:sldMk cId="2546658784" sldId="263"/>
            <ac:inkMk id="275" creationId="{D736DC6E-4DD0-4397-8DDA-6D53B5D24C45}"/>
          </ac:inkMkLst>
        </pc:inkChg>
        <pc:inkChg chg="add del">
          <ac:chgData name="" userId="242feb3c33a8e7bf" providerId="LiveId" clId="{39C24DAF-E20C-4507-9157-C96F2FA882D0}" dt="2023-03-28T16:18:37.344" v="1677"/>
          <ac:inkMkLst>
            <pc:docMk/>
            <pc:sldMk cId="2546658784" sldId="263"/>
            <ac:inkMk id="276" creationId="{C50D1743-BD06-4B21-B364-550CAB7A4831}"/>
          </ac:inkMkLst>
        </pc:inkChg>
        <pc:inkChg chg="add del">
          <ac:chgData name="" userId="242feb3c33a8e7bf" providerId="LiveId" clId="{39C24DAF-E20C-4507-9157-C96F2FA882D0}" dt="2023-03-28T16:18:37.344" v="1677"/>
          <ac:inkMkLst>
            <pc:docMk/>
            <pc:sldMk cId="2546658784" sldId="263"/>
            <ac:inkMk id="277" creationId="{1AAE270F-CCEF-4FF4-AF67-3C66C1FA1290}"/>
          </ac:inkMkLst>
        </pc:inkChg>
        <pc:inkChg chg="add del">
          <ac:chgData name="" userId="242feb3c33a8e7bf" providerId="LiveId" clId="{39C24DAF-E20C-4507-9157-C96F2FA882D0}" dt="2023-03-28T16:18:37.344" v="1677"/>
          <ac:inkMkLst>
            <pc:docMk/>
            <pc:sldMk cId="2546658784" sldId="263"/>
            <ac:inkMk id="278" creationId="{EA21E64F-796B-433B-BC4F-F6D37E63896C}"/>
          </ac:inkMkLst>
        </pc:inkChg>
        <pc:inkChg chg="add del">
          <ac:chgData name="" userId="242feb3c33a8e7bf" providerId="LiveId" clId="{39C24DAF-E20C-4507-9157-C96F2FA882D0}" dt="2023-03-28T16:18:37.344" v="1677"/>
          <ac:inkMkLst>
            <pc:docMk/>
            <pc:sldMk cId="2546658784" sldId="263"/>
            <ac:inkMk id="279" creationId="{4B0FDEFD-C81A-4174-AF3D-79B42077ECB3}"/>
          </ac:inkMkLst>
        </pc:inkChg>
        <pc:inkChg chg="add del">
          <ac:chgData name="" userId="242feb3c33a8e7bf" providerId="LiveId" clId="{39C24DAF-E20C-4507-9157-C96F2FA882D0}" dt="2023-03-28T16:18:37.344" v="1677"/>
          <ac:inkMkLst>
            <pc:docMk/>
            <pc:sldMk cId="2546658784" sldId="263"/>
            <ac:inkMk id="280" creationId="{BC8A6962-E53C-4A8C-B379-E31AA985FF4D}"/>
          </ac:inkMkLst>
        </pc:inkChg>
        <pc:inkChg chg="add del">
          <ac:chgData name="" userId="242feb3c33a8e7bf" providerId="LiveId" clId="{39C24DAF-E20C-4507-9157-C96F2FA882D0}" dt="2023-03-28T16:18:37.344" v="1677"/>
          <ac:inkMkLst>
            <pc:docMk/>
            <pc:sldMk cId="2546658784" sldId="263"/>
            <ac:inkMk id="281" creationId="{3A1247FC-CC2E-4C7D-A3F8-3EB0E70DA33C}"/>
          </ac:inkMkLst>
        </pc:inkChg>
        <pc:inkChg chg="add del">
          <ac:chgData name="" userId="242feb3c33a8e7bf" providerId="LiveId" clId="{39C24DAF-E20C-4507-9157-C96F2FA882D0}" dt="2023-03-28T16:18:37.344" v="1677"/>
          <ac:inkMkLst>
            <pc:docMk/>
            <pc:sldMk cId="2546658784" sldId="263"/>
            <ac:inkMk id="282" creationId="{6DE6EC09-E0CD-4074-8DF6-6E8AB354F5C2}"/>
          </ac:inkMkLst>
        </pc:inkChg>
        <pc:inkChg chg="add">
          <ac:chgData name="" userId="242feb3c33a8e7bf" providerId="LiveId" clId="{39C24DAF-E20C-4507-9157-C96F2FA882D0}" dt="2023-03-28T16:18:37.344" v="1677"/>
          <ac:inkMkLst>
            <pc:docMk/>
            <pc:sldMk cId="2546658784" sldId="263"/>
            <ac:inkMk id="283" creationId="{A8409248-B96D-4BE1-8E5C-538531A77D9E}"/>
          </ac:inkMkLst>
        </pc:inkChg>
        <pc:inkChg chg="add del">
          <ac:chgData name="" userId="242feb3c33a8e7bf" providerId="LiveId" clId="{39C24DAF-E20C-4507-9157-C96F2FA882D0}" dt="2023-03-28T16:18:39.647" v="1681"/>
          <ac:inkMkLst>
            <pc:docMk/>
            <pc:sldMk cId="2546658784" sldId="263"/>
            <ac:inkMk id="284" creationId="{BF9A9FD3-91CF-4579-9460-FD5168738925}"/>
          </ac:inkMkLst>
        </pc:inkChg>
        <pc:inkChg chg="add del">
          <ac:chgData name="" userId="242feb3c33a8e7bf" providerId="LiveId" clId="{39C24DAF-E20C-4507-9157-C96F2FA882D0}" dt="2023-03-28T16:18:39.647" v="1681"/>
          <ac:inkMkLst>
            <pc:docMk/>
            <pc:sldMk cId="2546658784" sldId="263"/>
            <ac:inkMk id="285" creationId="{F422794D-7F97-4156-955C-2E63127CFF8A}"/>
          </ac:inkMkLst>
        </pc:inkChg>
        <pc:inkChg chg="add del">
          <ac:chgData name="" userId="242feb3c33a8e7bf" providerId="LiveId" clId="{39C24DAF-E20C-4507-9157-C96F2FA882D0}" dt="2023-03-28T16:18:39.647" v="1681"/>
          <ac:inkMkLst>
            <pc:docMk/>
            <pc:sldMk cId="2546658784" sldId="263"/>
            <ac:inkMk id="286" creationId="{D1837D20-DDD5-42A5-953B-A7C52DD52CFD}"/>
          </ac:inkMkLst>
        </pc:inkChg>
        <pc:inkChg chg="add del">
          <ac:chgData name="" userId="242feb3c33a8e7bf" providerId="LiveId" clId="{39C24DAF-E20C-4507-9157-C96F2FA882D0}" dt="2023-03-28T16:19:02.889" v="1726"/>
          <ac:inkMkLst>
            <pc:docMk/>
            <pc:sldMk cId="2546658784" sldId="263"/>
            <ac:inkMk id="287" creationId="{1287BBDE-A127-4179-8E0C-078F89656F93}"/>
          </ac:inkMkLst>
        </pc:inkChg>
        <pc:inkChg chg="add del">
          <ac:chgData name="" userId="242feb3c33a8e7bf" providerId="LiveId" clId="{39C24DAF-E20C-4507-9157-C96F2FA882D0}" dt="2023-03-28T16:18:49.911" v="1701"/>
          <ac:inkMkLst>
            <pc:docMk/>
            <pc:sldMk cId="2546658784" sldId="263"/>
            <ac:inkMk id="288" creationId="{6B491E0F-589C-41B2-9C7D-823AE7335E22}"/>
          </ac:inkMkLst>
        </pc:inkChg>
        <pc:inkChg chg="add del">
          <ac:chgData name="" userId="242feb3c33a8e7bf" providerId="LiveId" clId="{39C24DAF-E20C-4507-9157-C96F2FA882D0}" dt="2023-03-28T16:18:49.911" v="1701"/>
          <ac:inkMkLst>
            <pc:docMk/>
            <pc:sldMk cId="2546658784" sldId="263"/>
            <ac:inkMk id="289" creationId="{01E75B16-A828-48E5-A933-C3BD15E6CE4F}"/>
          </ac:inkMkLst>
        </pc:inkChg>
        <pc:inkChg chg="add del">
          <ac:chgData name="" userId="242feb3c33a8e7bf" providerId="LiveId" clId="{39C24DAF-E20C-4507-9157-C96F2FA882D0}" dt="2023-03-28T16:18:49.911" v="1701"/>
          <ac:inkMkLst>
            <pc:docMk/>
            <pc:sldMk cId="2546658784" sldId="263"/>
            <ac:inkMk id="290" creationId="{0EA751A5-1B57-49F0-B319-B3115FD625CF}"/>
          </ac:inkMkLst>
        </pc:inkChg>
        <pc:inkChg chg="add del">
          <ac:chgData name="" userId="242feb3c33a8e7bf" providerId="LiveId" clId="{39C24DAF-E20C-4507-9157-C96F2FA882D0}" dt="2023-03-28T16:18:49.911" v="1701"/>
          <ac:inkMkLst>
            <pc:docMk/>
            <pc:sldMk cId="2546658784" sldId="263"/>
            <ac:inkMk id="291" creationId="{28969ADD-9B49-4253-B9E8-55F40A964FA2}"/>
          </ac:inkMkLst>
        </pc:inkChg>
        <pc:inkChg chg="add del">
          <ac:chgData name="" userId="242feb3c33a8e7bf" providerId="LiveId" clId="{39C24DAF-E20C-4507-9157-C96F2FA882D0}" dt="2023-03-28T16:18:49.911" v="1701"/>
          <ac:inkMkLst>
            <pc:docMk/>
            <pc:sldMk cId="2546658784" sldId="263"/>
            <ac:inkMk id="292" creationId="{9675DE79-0CBF-4254-BC0A-5608BFE05904}"/>
          </ac:inkMkLst>
        </pc:inkChg>
        <pc:inkChg chg="add del">
          <ac:chgData name="" userId="242feb3c33a8e7bf" providerId="LiveId" clId="{39C24DAF-E20C-4507-9157-C96F2FA882D0}" dt="2023-03-28T16:18:49.911" v="1701"/>
          <ac:inkMkLst>
            <pc:docMk/>
            <pc:sldMk cId="2546658784" sldId="263"/>
            <ac:inkMk id="293" creationId="{3FFA6703-6AFC-42E6-88E5-5EA423E1BF26}"/>
          </ac:inkMkLst>
        </pc:inkChg>
        <pc:inkChg chg="add del">
          <ac:chgData name="" userId="242feb3c33a8e7bf" providerId="LiveId" clId="{39C24DAF-E20C-4507-9157-C96F2FA882D0}" dt="2023-03-28T16:18:49.911" v="1701"/>
          <ac:inkMkLst>
            <pc:docMk/>
            <pc:sldMk cId="2546658784" sldId="263"/>
            <ac:inkMk id="294" creationId="{49F51578-15DA-4062-BFEF-7D833EDC048D}"/>
          </ac:inkMkLst>
        </pc:inkChg>
        <pc:inkChg chg="add del">
          <ac:chgData name="" userId="242feb3c33a8e7bf" providerId="LiveId" clId="{39C24DAF-E20C-4507-9157-C96F2FA882D0}" dt="2023-03-28T16:18:49.911" v="1701"/>
          <ac:inkMkLst>
            <pc:docMk/>
            <pc:sldMk cId="2546658784" sldId="263"/>
            <ac:inkMk id="295" creationId="{819E44F1-3372-4D8F-A767-6FE0A446BB2F}"/>
          </ac:inkMkLst>
        </pc:inkChg>
        <pc:inkChg chg="add del">
          <ac:chgData name="" userId="242feb3c33a8e7bf" providerId="LiveId" clId="{39C24DAF-E20C-4507-9157-C96F2FA882D0}" dt="2023-03-28T16:18:49.911" v="1701"/>
          <ac:inkMkLst>
            <pc:docMk/>
            <pc:sldMk cId="2546658784" sldId="263"/>
            <ac:inkMk id="296" creationId="{814D2FBF-B953-4A43-B1D4-292DBA706155}"/>
          </ac:inkMkLst>
        </pc:inkChg>
        <pc:inkChg chg="add del">
          <ac:chgData name="" userId="242feb3c33a8e7bf" providerId="LiveId" clId="{39C24DAF-E20C-4507-9157-C96F2FA882D0}" dt="2023-03-28T16:18:49.911" v="1701"/>
          <ac:inkMkLst>
            <pc:docMk/>
            <pc:sldMk cId="2546658784" sldId="263"/>
            <ac:inkMk id="297" creationId="{666951A9-7B9D-4890-A0D9-40E3B1DA3A35}"/>
          </ac:inkMkLst>
        </pc:inkChg>
        <pc:inkChg chg="add del">
          <ac:chgData name="" userId="242feb3c33a8e7bf" providerId="LiveId" clId="{39C24DAF-E20C-4507-9157-C96F2FA882D0}" dt="2023-03-28T16:18:49.911" v="1701"/>
          <ac:inkMkLst>
            <pc:docMk/>
            <pc:sldMk cId="2546658784" sldId="263"/>
            <ac:inkMk id="298" creationId="{D82059F6-A7AF-462F-A6A2-F54BEA2AB1FE}"/>
          </ac:inkMkLst>
        </pc:inkChg>
        <pc:inkChg chg="add del">
          <ac:chgData name="" userId="242feb3c33a8e7bf" providerId="LiveId" clId="{39C24DAF-E20C-4507-9157-C96F2FA882D0}" dt="2023-03-28T16:18:49.911" v="1701"/>
          <ac:inkMkLst>
            <pc:docMk/>
            <pc:sldMk cId="2546658784" sldId="263"/>
            <ac:inkMk id="299" creationId="{0A28D890-6335-45FE-910E-4E2987E214A2}"/>
          </ac:inkMkLst>
        </pc:inkChg>
        <pc:inkChg chg="add del">
          <ac:chgData name="" userId="242feb3c33a8e7bf" providerId="LiveId" clId="{39C24DAF-E20C-4507-9157-C96F2FA882D0}" dt="2023-03-28T16:18:49.911" v="1701"/>
          <ac:inkMkLst>
            <pc:docMk/>
            <pc:sldMk cId="2546658784" sldId="263"/>
            <ac:inkMk id="300" creationId="{C4FED745-E9F1-4C48-B445-8F635A6D138A}"/>
          </ac:inkMkLst>
        </pc:inkChg>
        <pc:inkChg chg="add del">
          <ac:chgData name="" userId="242feb3c33a8e7bf" providerId="LiveId" clId="{39C24DAF-E20C-4507-9157-C96F2FA882D0}" dt="2023-03-28T16:18:49.911" v="1701"/>
          <ac:inkMkLst>
            <pc:docMk/>
            <pc:sldMk cId="2546658784" sldId="263"/>
            <ac:inkMk id="301" creationId="{1052ACDA-1EE9-4A3D-953D-7CC8F86DF0FF}"/>
          </ac:inkMkLst>
        </pc:inkChg>
        <pc:inkChg chg="add del">
          <ac:chgData name="" userId="242feb3c33a8e7bf" providerId="LiveId" clId="{39C24DAF-E20C-4507-9157-C96F2FA882D0}" dt="2023-03-28T16:18:49.911" v="1701"/>
          <ac:inkMkLst>
            <pc:docMk/>
            <pc:sldMk cId="2546658784" sldId="263"/>
            <ac:inkMk id="302" creationId="{A5E672A4-958F-4094-B9C7-C7E40D3E664E}"/>
          </ac:inkMkLst>
        </pc:inkChg>
        <pc:inkChg chg="add del">
          <ac:chgData name="" userId="242feb3c33a8e7bf" providerId="LiveId" clId="{39C24DAF-E20C-4507-9157-C96F2FA882D0}" dt="2023-03-28T16:18:49.911" v="1701"/>
          <ac:inkMkLst>
            <pc:docMk/>
            <pc:sldMk cId="2546658784" sldId="263"/>
            <ac:inkMk id="303" creationId="{10141163-1436-411B-9808-F51FC5B2E219}"/>
          </ac:inkMkLst>
        </pc:inkChg>
        <pc:inkChg chg="add del">
          <ac:chgData name="" userId="242feb3c33a8e7bf" providerId="LiveId" clId="{39C24DAF-E20C-4507-9157-C96F2FA882D0}" dt="2023-03-28T16:18:49.911" v="1701"/>
          <ac:inkMkLst>
            <pc:docMk/>
            <pc:sldMk cId="2546658784" sldId="263"/>
            <ac:inkMk id="304" creationId="{FBC1952D-344C-46C3-8069-9D51CD78E4B8}"/>
          </ac:inkMkLst>
        </pc:inkChg>
        <pc:inkChg chg="add del">
          <ac:chgData name="" userId="242feb3c33a8e7bf" providerId="LiveId" clId="{39C24DAF-E20C-4507-9157-C96F2FA882D0}" dt="2023-03-28T16:18:49.911" v="1701"/>
          <ac:inkMkLst>
            <pc:docMk/>
            <pc:sldMk cId="2546658784" sldId="263"/>
            <ac:inkMk id="305" creationId="{8008483D-2701-405D-9C9A-B7657E589281}"/>
          </ac:inkMkLst>
        </pc:inkChg>
        <pc:inkChg chg="add del">
          <ac:chgData name="" userId="242feb3c33a8e7bf" providerId="LiveId" clId="{39C24DAF-E20C-4507-9157-C96F2FA882D0}" dt="2023-03-28T16:18:49.911" v="1701"/>
          <ac:inkMkLst>
            <pc:docMk/>
            <pc:sldMk cId="2546658784" sldId="263"/>
            <ac:inkMk id="306" creationId="{8C26B9EE-534B-4ED8-8CF9-D417D4569480}"/>
          </ac:inkMkLst>
        </pc:inkChg>
        <pc:inkChg chg="add del">
          <ac:chgData name="" userId="242feb3c33a8e7bf" providerId="LiveId" clId="{39C24DAF-E20C-4507-9157-C96F2FA882D0}" dt="2023-03-28T16:19:02.889" v="1726"/>
          <ac:inkMkLst>
            <pc:docMk/>
            <pc:sldMk cId="2546658784" sldId="263"/>
            <ac:inkMk id="307" creationId="{2E9A39A6-BD60-4C7B-AFF7-43530A8D11BA}"/>
          </ac:inkMkLst>
        </pc:inkChg>
        <pc:inkChg chg="add del">
          <ac:chgData name="" userId="242feb3c33a8e7bf" providerId="LiveId" clId="{39C24DAF-E20C-4507-9157-C96F2FA882D0}" dt="2023-03-28T16:19:02.889" v="1726"/>
          <ac:inkMkLst>
            <pc:docMk/>
            <pc:sldMk cId="2546658784" sldId="263"/>
            <ac:inkMk id="308" creationId="{2887E7C7-A2E8-4289-9C52-7B3472BA0388}"/>
          </ac:inkMkLst>
        </pc:inkChg>
        <pc:inkChg chg="add del">
          <ac:chgData name="" userId="242feb3c33a8e7bf" providerId="LiveId" clId="{39C24DAF-E20C-4507-9157-C96F2FA882D0}" dt="2023-03-28T16:19:02.889" v="1726"/>
          <ac:inkMkLst>
            <pc:docMk/>
            <pc:sldMk cId="2546658784" sldId="263"/>
            <ac:inkMk id="309" creationId="{A2D59F31-D88B-48C5-A7FE-54902F3C6147}"/>
          </ac:inkMkLst>
        </pc:inkChg>
        <pc:inkChg chg="add del">
          <ac:chgData name="" userId="242feb3c33a8e7bf" providerId="LiveId" clId="{39C24DAF-E20C-4507-9157-C96F2FA882D0}" dt="2023-03-28T16:19:02.889" v="1726"/>
          <ac:inkMkLst>
            <pc:docMk/>
            <pc:sldMk cId="2546658784" sldId="263"/>
            <ac:inkMk id="310" creationId="{3360587A-E106-491B-9536-D170F1C2DA58}"/>
          </ac:inkMkLst>
        </pc:inkChg>
        <pc:inkChg chg="add del">
          <ac:chgData name="" userId="242feb3c33a8e7bf" providerId="LiveId" clId="{39C24DAF-E20C-4507-9157-C96F2FA882D0}" dt="2023-03-28T16:19:02.889" v="1726"/>
          <ac:inkMkLst>
            <pc:docMk/>
            <pc:sldMk cId="2546658784" sldId="263"/>
            <ac:inkMk id="311" creationId="{9B857056-13F2-40BE-BFEB-0CB8B19201ED}"/>
          </ac:inkMkLst>
        </pc:inkChg>
        <pc:inkChg chg="add del">
          <ac:chgData name="" userId="242feb3c33a8e7bf" providerId="LiveId" clId="{39C24DAF-E20C-4507-9157-C96F2FA882D0}" dt="2023-03-28T16:19:02.889" v="1726"/>
          <ac:inkMkLst>
            <pc:docMk/>
            <pc:sldMk cId="2546658784" sldId="263"/>
            <ac:inkMk id="312" creationId="{1F59DAA5-6408-4974-9FA4-60D0AC795178}"/>
          </ac:inkMkLst>
        </pc:inkChg>
        <pc:inkChg chg="add del">
          <ac:chgData name="" userId="242feb3c33a8e7bf" providerId="LiveId" clId="{39C24DAF-E20C-4507-9157-C96F2FA882D0}" dt="2023-03-28T16:19:02.889" v="1726"/>
          <ac:inkMkLst>
            <pc:docMk/>
            <pc:sldMk cId="2546658784" sldId="263"/>
            <ac:inkMk id="313" creationId="{BE883E09-077B-4727-8B17-3AD3BB2B242A}"/>
          </ac:inkMkLst>
        </pc:inkChg>
        <pc:inkChg chg="add del">
          <ac:chgData name="" userId="242feb3c33a8e7bf" providerId="LiveId" clId="{39C24DAF-E20C-4507-9157-C96F2FA882D0}" dt="2023-03-28T16:19:02.889" v="1726"/>
          <ac:inkMkLst>
            <pc:docMk/>
            <pc:sldMk cId="2546658784" sldId="263"/>
            <ac:inkMk id="314" creationId="{3C4D8B57-3E8E-4E0D-BA67-140CB183082C}"/>
          </ac:inkMkLst>
        </pc:inkChg>
        <pc:inkChg chg="add del">
          <ac:chgData name="" userId="242feb3c33a8e7bf" providerId="LiveId" clId="{39C24DAF-E20C-4507-9157-C96F2FA882D0}" dt="2023-03-28T16:19:02.889" v="1726"/>
          <ac:inkMkLst>
            <pc:docMk/>
            <pc:sldMk cId="2546658784" sldId="263"/>
            <ac:inkMk id="315" creationId="{A2D580D5-6464-4AA5-A4F5-0C2C7F0D3F86}"/>
          </ac:inkMkLst>
        </pc:inkChg>
        <pc:inkChg chg="add del">
          <ac:chgData name="" userId="242feb3c33a8e7bf" providerId="LiveId" clId="{39C24DAF-E20C-4507-9157-C96F2FA882D0}" dt="2023-03-28T16:19:02.889" v="1726"/>
          <ac:inkMkLst>
            <pc:docMk/>
            <pc:sldMk cId="2546658784" sldId="263"/>
            <ac:inkMk id="316" creationId="{4A8C5207-4D7A-47F2-8BB4-00140CCCB766}"/>
          </ac:inkMkLst>
        </pc:inkChg>
        <pc:inkChg chg="add del">
          <ac:chgData name="" userId="242feb3c33a8e7bf" providerId="LiveId" clId="{39C24DAF-E20C-4507-9157-C96F2FA882D0}" dt="2023-03-28T16:19:02.889" v="1726"/>
          <ac:inkMkLst>
            <pc:docMk/>
            <pc:sldMk cId="2546658784" sldId="263"/>
            <ac:inkMk id="317" creationId="{70B93A7C-76ED-4884-A397-C0CB4DB480A9}"/>
          </ac:inkMkLst>
        </pc:inkChg>
        <pc:inkChg chg="add del">
          <ac:chgData name="" userId="242feb3c33a8e7bf" providerId="LiveId" clId="{39C24DAF-E20C-4507-9157-C96F2FA882D0}" dt="2023-03-28T16:19:02.889" v="1726"/>
          <ac:inkMkLst>
            <pc:docMk/>
            <pc:sldMk cId="2546658784" sldId="263"/>
            <ac:inkMk id="318" creationId="{8D549347-36AB-4CD6-8B25-7D4E3D942E61}"/>
          </ac:inkMkLst>
        </pc:inkChg>
        <pc:inkChg chg="add del">
          <ac:chgData name="" userId="242feb3c33a8e7bf" providerId="LiveId" clId="{39C24DAF-E20C-4507-9157-C96F2FA882D0}" dt="2023-03-28T16:19:02.889" v="1726"/>
          <ac:inkMkLst>
            <pc:docMk/>
            <pc:sldMk cId="2546658784" sldId="263"/>
            <ac:inkMk id="319" creationId="{CDAC81A8-F0B6-49BD-97FC-CFEA1854492A}"/>
          </ac:inkMkLst>
        </pc:inkChg>
        <pc:inkChg chg="add del">
          <ac:chgData name="" userId="242feb3c33a8e7bf" providerId="LiveId" clId="{39C24DAF-E20C-4507-9157-C96F2FA882D0}" dt="2023-03-28T16:19:02.889" v="1726"/>
          <ac:inkMkLst>
            <pc:docMk/>
            <pc:sldMk cId="2546658784" sldId="263"/>
            <ac:inkMk id="320" creationId="{7A52775A-F5D4-4B8C-81BD-4C4F59FC7E80}"/>
          </ac:inkMkLst>
        </pc:inkChg>
        <pc:inkChg chg="add del">
          <ac:chgData name="" userId="242feb3c33a8e7bf" providerId="LiveId" clId="{39C24DAF-E20C-4507-9157-C96F2FA882D0}" dt="2023-03-28T16:19:02.889" v="1726"/>
          <ac:inkMkLst>
            <pc:docMk/>
            <pc:sldMk cId="2546658784" sldId="263"/>
            <ac:inkMk id="321" creationId="{EBED274C-181D-4400-898D-DA8D8B59D3AA}"/>
          </ac:inkMkLst>
        </pc:inkChg>
        <pc:inkChg chg="add del">
          <ac:chgData name="" userId="242feb3c33a8e7bf" providerId="LiveId" clId="{39C24DAF-E20C-4507-9157-C96F2FA882D0}" dt="2023-03-28T16:19:02.889" v="1726"/>
          <ac:inkMkLst>
            <pc:docMk/>
            <pc:sldMk cId="2546658784" sldId="263"/>
            <ac:inkMk id="322" creationId="{D9CA9491-4669-4612-BF1C-60ABE7D4CECB}"/>
          </ac:inkMkLst>
        </pc:inkChg>
        <pc:inkChg chg="add del">
          <ac:chgData name="" userId="242feb3c33a8e7bf" providerId="LiveId" clId="{39C24DAF-E20C-4507-9157-C96F2FA882D0}" dt="2023-03-28T16:19:02.889" v="1726"/>
          <ac:inkMkLst>
            <pc:docMk/>
            <pc:sldMk cId="2546658784" sldId="263"/>
            <ac:inkMk id="323" creationId="{F758F1B9-3AA8-4D2F-BFE6-92F64B925E17}"/>
          </ac:inkMkLst>
        </pc:inkChg>
        <pc:inkChg chg="add del">
          <ac:chgData name="" userId="242feb3c33a8e7bf" providerId="LiveId" clId="{39C24DAF-E20C-4507-9157-C96F2FA882D0}" dt="2023-03-28T16:19:02.889" v="1726"/>
          <ac:inkMkLst>
            <pc:docMk/>
            <pc:sldMk cId="2546658784" sldId="263"/>
            <ac:inkMk id="324" creationId="{59211D1D-CF9E-4334-B798-C8EFD29D0193}"/>
          </ac:inkMkLst>
        </pc:inkChg>
        <pc:inkChg chg="add del">
          <ac:chgData name="" userId="242feb3c33a8e7bf" providerId="LiveId" clId="{39C24DAF-E20C-4507-9157-C96F2FA882D0}" dt="2023-03-28T16:19:02.889" v="1726"/>
          <ac:inkMkLst>
            <pc:docMk/>
            <pc:sldMk cId="2546658784" sldId="263"/>
            <ac:inkMk id="325" creationId="{3448EF97-D6B3-475C-90A7-D922699613F5}"/>
          </ac:inkMkLst>
        </pc:inkChg>
        <pc:inkChg chg="add del">
          <ac:chgData name="" userId="242feb3c33a8e7bf" providerId="LiveId" clId="{39C24DAF-E20C-4507-9157-C96F2FA882D0}" dt="2023-03-28T16:19:02.889" v="1726"/>
          <ac:inkMkLst>
            <pc:docMk/>
            <pc:sldMk cId="2546658784" sldId="263"/>
            <ac:inkMk id="326" creationId="{F2A8AD48-EA1F-4954-AABE-206213BFFB1D}"/>
          </ac:inkMkLst>
        </pc:inkChg>
        <pc:inkChg chg="add del">
          <ac:chgData name="" userId="242feb3c33a8e7bf" providerId="LiveId" clId="{39C24DAF-E20C-4507-9157-C96F2FA882D0}" dt="2023-03-28T16:19:02.889" v="1726"/>
          <ac:inkMkLst>
            <pc:docMk/>
            <pc:sldMk cId="2546658784" sldId="263"/>
            <ac:inkMk id="327" creationId="{8BC91584-8D02-4882-BD9A-E4B7FFF81DF9}"/>
          </ac:inkMkLst>
        </pc:inkChg>
        <pc:inkChg chg="add del">
          <ac:chgData name="" userId="242feb3c33a8e7bf" providerId="LiveId" clId="{39C24DAF-E20C-4507-9157-C96F2FA882D0}" dt="2023-03-28T16:19:02.889" v="1726"/>
          <ac:inkMkLst>
            <pc:docMk/>
            <pc:sldMk cId="2546658784" sldId="263"/>
            <ac:inkMk id="328" creationId="{82AF0C79-36EF-41CB-99D6-416FC52577F6}"/>
          </ac:inkMkLst>
        </pc:inkChg>
        <pc:inkChg chg="add del">
          <ac:chgData name="" userId="242feb3c33a8e7bf" providerId="LiveId" clId="{39C24DAF-E20C-4507-9157-C96F2FA882D0}" dt="2023-03-28T16:19:02.889" v="1726"/>
          <ac:inkMkLst>
            <pc:docMk/>
            <pc:sldMk cId="2546658784" sldId="263"/>
            <ac:inkMk id="329" creationId="{AB8421A5-17AF-498B-8128-4593661D81F8}"/>
          </ac:inkMkLst>
        </pc:inkChg>
        <pc:inkChg chg="add del">
          <ac:chgData name="" userId="242feb3c33a8e7bf" providerId="LiveId" clId="{39C24DAF-E20C-4507-9157-C96F2FA882D0}" dt="2023-03-28T16:19:02.889" v="1726"/>
          <ac:inkMkLst>
            <pc:docMk/>
            <pc:sldMk cId="2546658784" sldId="263"/>
            <ac:inkMk id="330" creationId="{FEF69D35-5AA0-4773-99B4-7CF9627D527F}"/>
          </ac:inkMkLst>
        </pc:inkChg>
        <pc:inkChg chg="add del">
          <ac:chgData name="" userId="242feb3c33a8e7bf" providerId="LiveId" clId="{39C24DAF-E20C-4507-9157-C96F2FA882D0}" dt="2023-03-28T16:19:02.889" v="1726"/>
          <ac:inkMkLst>
            <pc:docMk/>
            <pc:sldMk cId="2546658784" sldId="263"/>
            <ac:inkMk id="331" creationId="{683E267F-CE8E-482A-AA12-41263EFD7A6C}"/>
          </ac:inkMkLst>
        </pc:inkChg>
        <pc:inkChg chg="add">
          <ac:chgData name="" userId="242feb3c33a8e7bf" providerId="LiveId" clId="{39C24DAF-E20C-4507-9157-C96F2FA882D0}" dt="2023-03-28T16:19:02.889" v="1726"/>
          <ac:inkMkLst>
            <pc:docMk/>
            <pc:sldMk cId="2546658784" sldId="263"/>
            <ac:inkMk id="332" creationId="{6085F454-0676-4C32-AA30-D6DE9356DACE}"/>
          </ac:inkMkLst>
        </pc:inkChg>
        <pc:inkChg chg="add">
          <ac:chgData name="" userId="242feb3c33a8e7bf" providerId="LiveId" clId="{39C24DAF-E20C-4507-9157-C96F2FA882D0}" dt="2023-03-28T16:44:40.304" v="3437"/>
          <ac:inkMkLst>
            <pc:docMk/>
            <pc:sldMk cId="2546658784" sldId="263"/>
            <ac:inkMk id="333" creationId="{C7081560-3FD0-4C23-A4DA-E493D9D13948}"/>
          </ac:inkMkLst>
        </pc:inkChg>
        <pc:inkChg chg="add del">
          <ac:chgData name="" userId="242feb3c33a8e7bf" providerId="LiveId" clId="{39C24DAF-E20C-4507-9157-C96F2FA882D0}" dt="2023-03-28T16:44:43.252" v="3442"/>
          <ac:inkMkLst>
            <pc:docMk/>
            <pc:sldMk cId="2546658784" sldId="263"/>
            <ac:inkMk id="334" creationId="{39C28666-C6FA-487D-80B8-C918D0A72444}"/>
          </ac:inkMkLst>
        </pc:inkChg>
        <pc:inkChg chg="add del">
          <ac:chgData name="" userId="242feb3c33a8e7bf" providerId="LiveId" clId="{39C24DAF-E20C-4507-9157-C96F2FA882D0}" dt="2023-03-28T16:44:43.252" v="3442"/>
          <ac:inkMkLst>
            <pc:docMk/>
            <pc:sldMk cId="2546658784" sldId="263"/>
            <ac:inkMk id="335" creationId="{560F7B9D-4869-4B1F-AFCD-2A4304534B78}"/>
          </ac:inkMkLst>
        </pc:inkChg>
        <pc:inkChg chg="add del">
          <ac:chgData name="" userId="242feb3c33a8e7bf" providerId="LiveId" clId="{39C24DAF-E20C-4507-9157-C96F2FA882D0}" dt="2023-03-28T16:44:43.252" v="3442"/>
          <ac:inkMkLst>
            <pc:docMk/>
            <pc:sldMk cId="2546658784" sldId="263"/>
            <ac:inkMk id="336" creationId="{87FD6AF7-5B05-4A43-87A1-EDAD73F01E30}"/>
          </ac:inkMkLst>
        </pc:inkChg>
        <pc:inkChg chg="add del">
          <ac:chgData name="" userId="242feb3c33a8e7bf" providerId="LiveId" clId="{39C24DAF-E20C-4507-9157-C96F2FA882D0}" dt="2023-03-28T16:44:43.252" v="3442"/>
          <ac:inkMkLst>
            <pc:docMk/>
            <pc:sldMk cId="2546658784" sldId="263"/>
            <ac:inkMk id="337" creationId="{8A9CF552-F512-40CA-B295-8D4733CC68F9}"/>
          </ac:inkMkLst>
        </pc:inkChg>
        <pc:inkChg chg="add del">
          <ac:chgData name="" userId="242feb3c33a8e7bf" providerId="LiveId" clId="{39C24DAF-E20C-4507-9157-C96F2FA882D0}" dt="2023-03-28T16:44:44.031" v="3443"/>
          <ac:inkMkLst>
            <pc:docMk/>
            <pc:sldMk cId="2546658784" sldId="263"/>
            <ac:inkMk id="338" creationId="{1C7A3AB5-1478-4F2F-B1F5-738A17911633}"/>
          </ac:inkMkLst>
        </pc:inkChg>
        <pc:inkChg chg="add del">
          <ac:chgData name="" userId="242feb3c33a8e7bf" providerId="LiveId" clId="{39C24DAF-E20C-4507-9157-C96F2FA882D0}" dt="2023-03-28T16:44:48.485" v="3449"/>
          <ac:inkMkLst>
            <pc:docMk/>
            <pc:sldMk cId="2546658784" sldId="263"/>
            <ac:inkMk id="339" creationId="{4211DF66-58CB-482B-B9B0-83848230E142}"/>
          </ac:inkMkLst>
        </pc:inkChg>
        <pc:inkChg chg="add del">
          <ac:chgData name="" userId="242feb3c33a8e7bf" providerId="LiveId" clId="{39C24DAF-E20C-4507-9157-C96F2FA882D0}" dt="2023-03-28T16:44:48.485" v="3449"/>
          <ac:inkMkLst>
            <pc:docMk/>
            <pc:sldMk cId="2546658784" sldId="263"/>
            <ac:inkMk id="340" creationId="{0AF0CFC8-3D76-44C2-BA6B-3AB57B326822}"/>
          </ac:inkMkLst>
        </pc:inkChg>
        <pc:inkChg chg="add del">
          <ac:chgData name="" userId="242feb3c33a8e7bf" providerId="LiveId" clId="{39C24DAF-E20C-4507-9157-C96F2FA882D0}" dt="2023-03-28T16:44:48.485" v="3449"/>
          <ac:inkMkLst>
            <pc:docMk/>
            <pc:sldMk cId="2546658784" sldId="263"/>
            <ac:inkMk id="341" creationId="{1AA1A704-DDAD-4B26-B115-21D390407B2C}"/>
          </ac:inkMkLst>
        </pc:inkChg>
        <pc:inkChg chg="add del">
          <ac:chgData name="" userId="242feb3c33a8e7bf" providerId="LiveId" clId="{39C24DAF-E20C-4507-9157-C96F2FA882D0}" dt="2023-03-28T16:44:48.485" v="3449"/>
          <ac:inkMkLst>
            <pc:docMk/>
            <pc:sldMk cId="2546658784" sldId="263"/>
            <ac:inkMk id="342" creationId="{C4AD66C0-29CE-4EC3-B2C5-7FDC1AC44CB4}"/>
          </ac:inkMkLst>
        </pc:inkChg>
        <pc:inkChg chg="add del">
          <ac:chgData name="" userId="242feb3c33a8e7bf" providerId="LiveId" clId="{39C24DAF-E20C-4507-9157-C96F2FA882D0}" dt="2023-03-28T16:44:48.485" v="3449"/>
          <ac:inkMkLst>
            <pc:docMk/>
            <pc:sldMk cId="2546658784" sldId="263"/>
            <ac:inkMk id="343" creationId="{41441BAE-AE34-468C-9BBE-B52A247C5D70}"/>
          </ac:inkMkLst>
        </pc:inkChg>
        <pc:inkChg chg="add">
          <ac:chgData name="" userId="242feb3c33a8e7bf" providerId="LiveId" clId="{39C24DAF-E20C-4507-9157-C96F2FA882D0}" dt="2023-03-28T16:44:48.485" v="3449"/>
          <ac:inkMkLst>
            <pc:docMk/>
            <pc:sldMk cId="2546658784" sldId="263"/>
            <ac:inkMk id="344" creationId="{AAD165A4-3888-434F-AC44-0F499755680F}"/>
          </ac:inkMkLst>
        </pc:inkChg>
        <pc:inkChg chg="add del">
          <ac:chgData name="" userId="242feb3c33a8e7bf" providerId="LiveId" clId="{39C24DAF-E20C-4507-9157-C96F2FA882D0}" dt="2023-03-28T16:44:51.992" v="3457"/>
          <ac:inkMkLst>
            <pc:docMk/>
            <pc:sldMk cId="2546658784" sldId="263"/>
            <ac:inkMk id="345" creationId="{3840FB64-BB7E-446D-9660-95DE5D026059}"/>
          </ac:inkMkLst>
        </pc:inkChg>
        <pc:inkChg chg="add del">
          <ac:chgData name="" userId="242feb3c33a8e7bf" providerId="LiveId" clId="{39C24DAF-E20C-4507-9157-C96F2FA882D0}" dt="2023-03-28T16:44:51.992" v="3457"/>
          <ac:inkMkLst>
            <pc:docMk/>
            <pc:sldMk cId="2546658784" sldId="263"/>
            <ac:inkMk id="346" creationId="{F05580C0-F937-4DFA-B4AC-2BCB8E226DBD}"/>
          </ac:inkMkLst>
        </pc:inkChg>
        <pc:inkChg chg="add del">
          <ac:chgData name="" userId="242feb3c33a8e7bf" providerId="LiveId" clId="{39C24DAF-E20C-4507-9157-C96F2FA882D0}" dt="2023-03-28T16:44:51.992" v="3457"/>
          <ac:inkMkLst>
            <pc:docMk/>
            <pc:sldMk cId="2546658784" sldId="263"/>
            <ac:inkMk id="347" creationId="{DF85B4DA-34B8-49D0-930D-06F4F06408FF}"/>
          </ac:inkMkLst>
        </pc:inkChg>
        <pc:inkChg chg="add del">
          <ac:chgData name="" userId="242feb3c33a8e7bf" providerId="LiveId" clId="{39C24DAF-E20C-4507-9157-C96F2FA882D0}" dt="2023-03-28T16:44:51.992" v="3457"/>
          <ac:inkMkLst>
            <pc:docMk/>
            <pc:sldMk cId="2546658784" sldId="263"/>
            <ac:inkMk id="348" creationId="{F1F553C3-39B9-40D3-87EA-9F7EA57BC571}"/>
          </ac:inkMkLst>
        </pc:inkChg>
        <pc:inkChg chg="add del">
          <ac:chgData name="" userId="242feb3c33a8e7bf" providerId="LiveId" clId="{39C24DAF-E20C-4507-9157-C96F2FA882D0}" dt="2023-03-28T16:44:51.992" v="3457"/>
          <ac:inkMkLst>
            <pc:docMk/>
            <pc:sldMk cId="2546658784" sldId="263"/>
            <ac:inkMk id="349" creationId="{0E56D964-F433-45F3-99B1-8FDFCE001F6A}"/>
          </ac:inkMkLst>
        </pc:inkChg>
        <pc:inkChg chg="add del">
          <ac:chgData name="" userId="242feb3c33a8e7bf" providerId="LiveId" clId="{39C24DAF-E20C-4507-9157-C96F2FA882D0}" dt="2023-03-28T16:44:51.992" v="3457"/>
          <ac:inkMkLst>
            <pc:docMk/>
            <pc:sldMk cId="2546658784" sldId="263"/>
            <ac:inkMk id="350" creationId="{090C1450-176F-4B2F-8261-E0EC81E11E78}"/>
          </ac:inkMkLst>
        </pc:inkChg>
        <pc:inkChg chg="add">
          <ac:chgData name="" userId="242feb3c33a8e7bf" providerId="LiveId" clId="{39C24DAF-E20C-4507-9157-C96F2FA882D0}" dt="2023-03-28T16:44:51.450" v="3456"/>
          <ac:inkMkLst>
            <pc:docMk/>
            <pc:sldMk cId="2546658784" sldId="263"/>
            <ac:inkMk id="351" creationId="{065C383C-E158-456B-A4F0-736E59A4563C}"/>
          </ac:inkMkLst>
        </pc:inkChg>
        <pc:inkChg chg="add">
          <ac:chgData name="" userId="242feb3c33a8e7bf" providerId="LiveId" clId="{39C24DAF-E20C-4507-9157-C96F2FA882D0}" dt="2023-03-28T16:44:51.992" v="3457"/>
          <ac:inkMkLst>
            <pc:docMk/>
            <pc:sldMk cId="2546658784" sldId="263"/>
            <ac:inkMk id="352" creationId="{AE70F827-6589-405E-A1C3-EE7CAE78A948}"/>
          </ac:inkMkLst>
        </pc:inkChg>
        <pc:inkChg chg="add del">
          <ac:chgData name="" userId="242feb3c33a8e7bf" providerId="LiveId" clId="{39C24DAF-E20C-4507-9157-C96F2FA882D0}" dt="2023-03-28T16:44:55.746" v="3467"/>
          <ac:inkMkLst>
            <pc:docMk/>
            <pc:sldMk cId="2546658784" sldId="263"/>
            <ac:inkMk id="353" creationId="{603D70F1-9DCE-454B-8A13-29F464CC32C8}"/>
          </ac:inkMkLst>
        </pc:inkChg>
        <pc:inkChg chg="add del">
          <ac:chgData name="" userId="242feb3c33a8e7bf" providerId="LiveId" clId="{39C24DAF-E20C-4507-9157-C96F2FA882D0}" dt="2023-03-28T16:44:55.746" v="3467"/>
          <ac:inkMkLst>
            <pc:docMk/>
            <pc:sldMk cId="2546658784" sldId="263"/>
            <ac:inkMk id="354" creationId="{E2D18093-44A1-4147-A9C5-805C76C80D1C}"/>
          </ac:inkMkLst>
        </pc:inkChg>
        <pc:inkChg chg="add del">
          <ac:chgData name="" userId="242feb3c33a8e7bf" providerId="LiveId" clId="{39C24DAF-E20C-4507-9157-C96F2FA882D0}" dt="2023-03-28T16:44:55.746" v="3467"/>
          <ac:inkMkLst>
            <pc:docMk/>
            <pc:sldMk cId="2546658784" sldId="263"/>
            <ac:inkMk id="355" creationId="{4A34AD2B-3DC4-45B2-B822-2A1A07EE7BF5}"/>
          </ac:inkMkLst>
        </pc:inkChg>
        <pc:inkChg chg="add del">
          <ac:chgData name="" userId="242feb3c33a8e7bf" providerId="LiveId" clId="{39C24DAF-E20C-4507-9157-C96F2FA882D0}" dt="2023-03-28T16:44:55.746" v="3467"/>
          <ac:inkMkLst>
            <pc:docMk/>
            <pc:sldMk cId="2546658784" sldId="263"/>
            <ac:inkMk id="356" creationId="{8B659186-EECD-409E-A271-60EB8149486F}"/>
          </ac:inkMkLst>
        </pc:inkChg>
        <pc:inkChg chg="add del">
          <ac:chgData name="" userId="242feb3c33a8e7bf" providerId="LiveId" clId="{39C24DAF-E20C-4507-9157-C96F2FA882D0}" dt="2023-03-28T16:44:55.746" v="3467"/>
          <ac:inkMkLst>
            <pc:docMk/>
            <pc:sldMk cId="2546658784" sldId="263"/>
            <ac:inkMk id="357" creationId="{2FB868B8-B886-4F79-A21B-43405B5D056A}"/>
          </ac:inkMkLst>
        </pc:inkChg>
        <pc:inkChg chg="add del">
          <ac:chgData name="" userId="242feb3c33a8e7bf" providerId="LiveId" clId="{39C24DAF-E20C-4507-9157-C96F2FA882D0}" dt="2023-03-28T16:44:55.746" v="3467"/>
          <ac:inkMkLst>
            <pc:docMk/>
            <pc:sldMk cId="2546658784" sldId="263"/>
            <ac:inkMk id="358" creationId="{F0506B6C-E6D6-4424-A43E-129DFB0EEC95}"/>
          </ac:inkMkLst>
        </pc:inkChg>
        <pc:inkChg chg="add del">
          <ac:chgData name="" userId="242feb3c33a8e7bf" providerId="LiveId" clId="{39C24DAF-E20C-4507-9157-C96F2FA882D0}" dt="2023-03-28T16:44:55.746" v="3467"/>
          <ac:inkMkLst>
            <pc:docMk/>
            <pc:sldMk cId="2546658784" sldId="263"/>
            <ac:inkMk id="359" creationId="{18D030CE-51EA-4146-8928-0CE560B794D4}"/>
          </ac:inkMkLst>
        </pc:inkChg>
        <pc:inkChg chg="add del">
          <ac:chgData name="" userId="242feb3c33a8e7bf" providerId="LiveId" clId="{39C24DAF-E20C-4507-9157-C96F2FA882D0}" dt="2023-03-28T16:44:55.746" v="3467"/>
          <ac:inkMkLst>
            <pc:docMk/>
            <pc:sldMk cId="2546658784" sldId="263"/>
            <ac:inkMk id="360" creationId="{BD30178A-B321-4CE2-AD8B-1B61683FD446}"/>
          </ac:inkMkLst>
        </pc:inkChg>
        <pc:inkChg chg="add del">
          <ac:chgData name="" userId="242feb3c33a8e7bf" providerId="LiveId" clId="{39C24DAF-E20C-4507-9157-C96F2FA882D0}" dt="2023-03-28T16:44:55.746" v="3467"/>
          <ac:inkMkLst>
            <pc:docMk/>
            <pc:sldMk cId="2546658784" sldId="263"/>
            <ac:inkMk id="361" creationId="{3E50E553-D1EF-4639-A4B9-3EB1EA326596}"/>
          </ac:inkMkLst>
        </pc:inkChg>
        <pc:inkChg chg="add">
          <ac:chgData name="" userId="242feb3c33a8e7bf" providerId="LiveId" clId="{39C24DAF-E20C-4507-9157-C96F2FA882D0}" dt="2023-03-28T16:44:55.746" v="3467"/>
          <ac:inkMkLst>
            <pc:docMk/>
            <pc:sldMk cId="2546658784" sldId="263"/>
            <ac:inkMk id="362" creationId="{04547E98-6926-47BB-B6D3-93345FAF8E91}"/>
          </ac:inkMkLst>
        </pc:inkChg>
        <pc:inkChg chg="add">
          <ac:chgData name="" userId="242feb3c33a8e7bf" providerId="LiveId" clId="{39C24DAF-E20C-4507-9157-C96F2FA882D0}" dt="2023-03-28T16:44:55.746" v="3467"/>
          <ac:inkMkLst>
            <pc:docMk/>
            <pc:sldMk cId="2546658784" sldId="263"/>
            <ac:inkMk id="363" creationId="{CF6CEEE5-03C5-4170-ACD6-CFEC512C5E8F}"/>
          </ac:inkMkLst>
        </pc:inkChg>
        <pc:inkChg chg="add">
          <ac:chgData name="" userId="242feb3c33a8e7bf" providerId="LiveId" clId="{39C24DAF-E20C-4507-9157-C96F2FA882D0}" dt="2023-03-28T16:44:56.539" v="3468"/>
          <ac:inkMkLst>
            <pc:docMk/>
            <pc:sldMk cId="2546658784" sldId="263"/>
            <ac:inkMk id="364" creationId="{8C46EE0E-049D-4358-8B5E-8B06183C6816}"/>
          </ac:inkMkLst>
        </pc:inkChg>
        <pc:inkChg chg="add del">
          <ac:chgData name="" userId="242feb3c33a8e7bf" providerId="LiveId" clId="{39C24DAF-E20C-4507-9157-C96F2FA882D0}" dt="2023-03-28T16:45:04.998" v="3490"/>
          <ac:inkMkLst>
            <pc:docMk/>
            <pc:sldMk cId="2546658784" sldId="263"/>
            <ac:inkMk id="365" creationId="{CFA7078F-0A63-47BB-B374-2B56654FDAC6}"/>
          </ac:inkMkLst>
        </pc:inkChg>
        <pc:inkChg chg="add del">
          <ac:chgData name="" userId="242feb3c33a8e7bf" providerId="LiveId" clId="{39C24DAF-E20C-4507-9157-C96F2FA882D0}" dt="2023-03-28T16:45:04.998" v="3490"/>
          <ac:inkMkLst>
            <pc:docMk/>
            <pc:sldMk cId="2546658784" sldId="263"/>
            <ac:inkMk id="366" creationId="{EBD2136B-01CE-410E-93EF-B91E524F26F0}"/>
          </ac:inkMkLst>
        </pc:inkChg>
        <pc:inkChg chg="add del">
          <ac:chgData name="" userId="242feb3c33a8e7bf" providerId="LiveId" clId="{39C24DAF-E20C-4507-9157-C96F2FA882D0}" dt="2023-03-28T16:45:04.998" v="3490"/>
          <ac:inkMkLst>
            <pc:docMk/>
            <pc:sldMk cId="2546658784" sldId="263"/>
            <ac:inkMk id="367" creationId="{CAC68425-FBBD-4CFA-97AD-47F858C5C99A}"/>
          </ac:inkMkLst>
        </pc:inkChg>
        <pc:inkChg chg="add del">
          <ac:chgData name="" userId="242feb3c33a8e7bf" providerId="LiveId" clId="{39C24DAF-E20C-4507-9157-C96F2FA882D0}" dt="2023-03-28T16:45:04.998" v="3490"/>
          <ac:inkMkLst>
            <pc:docMk/>
            <pc:sldMk cId="2546658784" sldId="263"/>
            <ac:inkMk id="368" creationId="{7DEC45C3-13E0-4D4A-B547-44642CFAA379}"/>
          </ac:inkMkLst>
        </pc:inkChg>
        <pc:inkChg chg="add del">
          <ac:chgData name="" userId="242feb3c33a8e7bf" providerId="LiveId" clId="{39C24DAF-E20C-4507-9157-C96F2FA882D0}" dt="2023-03-28T16:45:04.998" v="3490"/>
          <ac:inkMkLst>
            <pc:docMk/>
            <pc:sldMk cId="2546658784" sldId="263"/>
            <ac:inkMk id="369" creationId="{FFE814A3-BD35-4818-AEDA-DB0CD5622500}"/>
          </ac:inkMkLst>
        </pc:inkChg>
        <pc:inkChg chg="add del">
          <ac:chgData name="" userId="242feb3c33a8e7bf" providerId="LiveId" clId="{39C24DAF-E20C-4507-9157-C96F2FA882D0}" dt="2023-03-28T16:45:04.998" v="3490"/>
          <ac:inkMkLst>
            <pc:docMk/>
            <pc:sldMk cId="2546658784" sldId="263"/>
            <ac:inkMk id="370" creationId="{D8379644-BD24-4141-9761-D43384E049BE}"/>
          </ac:inkMkLst>
        </pc:inkChg>
        <pc:inkChg chg="add del">
          <ac:chgData name="" userId="242feb3c33a8e7bf" providerId="LiveId" clId="{39C24DAF-E20C-4507-9157-C96F2FA882D0}" dt="2023-03-28T16:45:04.998" v="3490"/>
          <ac:inkMkLst>
            <pc:docMk/>
            <pc:sldMk cId="2546658784" sldId="263"/>
            <ac:inkMk id="371" creationId="{C931B4A5-F599-4764-BB21-35379E91B201}"/>
          </ac:inkMkLst>
        </pc:inkChg>
        <pc:inkChg chg="add del">
          <ac:chgData name="" userId="242feb3c33a8e7bf" providerId="LiveId" clId="{39C24DAF-E20C-4507-9157-C96F2FA882D0}" dt="2023-03-28T16:45:04.998" v="3490"/>
          <ac:inkMkLst>
            <pc:docMk/>
            <pc:sldMk cId="2546658784" sldId="263"/>
            <ac:inkMk id="372" creationId="{E64CE100-5DAD-4061-806E-75FD56F53102}"/>
          </ac:inkMkLst>
        </pc:inkChg>
        <pc:inkChg chg="add del">
          <ac:chgData name="" userId="242feb3c33a8e7bf" providerId="LiveId" clId="{39C24DAF-E20C-4507-9157-C96F2FA882D0}" dt="2023-03-28T16:45:04.998" v="3490"/>
          <ac:inkMkLst>
            <pc:docMk/>
            <pc:sldMk cId="2546658784" sldId="263"/>
            <ac:inkMk id="373" creationId="{16F24B1D-CA5E-44FF-A8E5-EDFC5E7C2FAE}"/>
          </ac:inkMkLst>
        </pc:inkChg>
        <pc:inkChg chg="add del">
          <ac:chgData name="" userId="242feb3c33a8e7bf" providerId="LiveId" clId="{39C24DAF-E20C-4507-9157-C96F2FA882D0}" dt="2023-03-28T16:45:04.998" v="3490"/>
          <ac:inkMkLst>
            <pc:docMk/>
            <pc:sldMk cId="2546658784" sldId="263"/>
            <ac:inkMk id="374" creationId="{849DD8C0-904B-4601-89A9-2B530932760B}"/>
          </ac:inkMkLst>
        </pc:inkChg>
        <pc:inkChg chg="add del">
          <ac:chgData name="" userId="242feb3c33a8e7bf" providerId="LiveId" clId="{39C24DAF-E20C-4507-9157-C96F2FA882D0}" dt="2023-03-28T16:45:04.998" v="3490"/>
          <ac:inkMkLst>
            <pc:docMk/>
            <pc:sldMk cId="2546658784" sldId="263"/>
            <ac:inkMk id="375" creationId="{21DA9063-1566-45FF-BEE0-A52D3B580395}"/>
          </ac:inkMkLst>
        </pc:inkChg>
        <pc:inkChg chg="add">
          <ac:chgData name="" userId="242feb3c33a8e7bf" providerId="LiveId" clId="{39C24DAF-E20C-4507-9157-C96F2FA882D0}" dt="2023-03-28T16:45:01.932" v="3480"/>
          <ac:inkMkLst>
            <pc:docMk/>
            <pc:sldMk cId="2546658784" sldId="263"/>
            <ac:inkMk id="376" creationId="{F5F7105A-9ADD-4424-8E24-73DC506562D6}"/>
          </ac:inkMkLst>
        </pc:inkChg>
        <pc:inkChg chg="add del">
          <ac:chgData name="" userId="242feb3c33a8e7bf" providerId="LiveId" clId="{39C24DAF-E20C-4507-9157-C96F2FA882D0}" dt="2023-03-28T16:45:04.998" v="3490"/>
          <ac:inkMkLst>
            <pc:docMk/>
            <pc:sldMk cId="2546658784" sldId="263"/>
            <ac:inkMk id="377" creationId="{89D24018-DBEA-43C2-8B51-A63B59F6F214}"/>
          </ac:inkMkLst>
        </pc:inkChg>
        <pc:inkChg chg="add del">
          <ac:chgData name="" userId="242feb3c33a8e7bf" providerId="LiveId" clId="{39C24DAF-E20C-4507-9157-C96F2FA882D0}" dt="2023-03-28T16:45:04.998" v="3490"/>
          <ac:inkMkLst>
            <pc:docMk/>
            <pc:sldMk cId="2546658784" sldId="263"/>
            <ac:inkMk id="378" creationId="{0DD98BCB-4863-43DB-9D46-0897066B0DC7}"/>
          </ac:inkMkLst>
        </pc:inkChg>
        <pc:inkChg chg="add del">
          <ac:chgData name="" userId="242feb3c33a8e7bf" providerId="LiveId" clId="{39C24DAF-E20C-4507-9157-C96F2FA882D0}" dt="2023-03-28T16:45:04.998" v="3490"/>
          <ac:inkMkLst>
            <pc:docMk/>
            <pc:sldMk cId="2546658784" sldId="263"/>
            <ac:inkMk id="379" creationId="{FF247875-5749-471D-816E-BF3321D802D4}"/>
          </ac:inkMkLst>
        </pc:inkChg>
        <pc:inkChg chg="add del">
          <ac:chgData name="" userId="242feb3c33a8e7bf" providerId="LiveId" clId="{39C24DAF-E20C-4507-9157-C96F2FA882D0}" dt="2023-03-28T16:45:04.998" v="3490"/>
          <ac:inkMkLst>
            <pc:docMk/>
            <pc:sldMk cId="2546658784" sldId="263"/>
            <ac:inkMk id="380" creationId="{FE405090-69D4-4EA6-AAA6-9BD6B284E3D9}"/>
          </ac:inkMkLst>
        </pc:inkChg>
        <pc:inkChg chg="add del">
          <ac:chgData name="" userId="242feb3c33a8e7bf" providerId="LiveId" clId="{39C24DAF-E20C-4507-9157-C96F2FA882D0}" dt="2023-03-28T16:45:04.998" v="3490"/>
          <ac:inkMkLst>
            <pc:docMk/>
            <pc:sldMk cId="2546658784" sldId="263"/>
            <ac:inkMk id="381" creationId="{388CD966-6F93-4270-948A-86B93078D9CF}"/>
          </ac:inkMkLst>
        </pc:inkChg>
        <pc:inkChg chg="add del">
          <ac:chgData name="" userId="242feb3c33a8e7bf" providerId="LiveId" clId="{39C24DAF-E20C-4507-9157-C96F2FA882D0}" dt="2023-03-28T16:45:04.998" v="3490"/>
          <ac:inkMkLst>
            <pc:docMk/>
            <pc:sldMk cId="2546658784" sldId="263"/>
            <ac:inkMk id="382" creationId="{CDF92E21-01BD-41B7-9671-28060C6F371B}"/>
          </ac:inkMkLst>
        </pc:inkChg>
        <pc:inkChg chg="add del">
          <ac:chgData name="" userId="242feb3c33a8e7bf" providerId="LiveId" clId="{39C24DAF-E20C-4507-9157-C96F2FA882D0}" dt="2023-03-28T16:45:04.998" v="3490"/>
          <ac:inkMkLst>
            <pc:docMk/>
            <pc:sldMk cId="2546658784" sldId="263"/>
            <ac:inkMk id="383" creationId="{0E95CA22-F865-4A63-9EC6-D147ACDF14C0}"/>
          </ac:inkMkLst>
        </pc:inkChg>
        <pc:inkChg chg="add del">
          <ac:chgData name="" userId="242feb3c33a8e7bf" providerId="LiveId" clId="{39C24DAF-E20C-4507-9157-C96F2FA882D0}" dt="2023-03-28T16:45:04.998" v="3490"/>
          <ac:inkMkLst>
            <pc:docMk/>
            <pc:sldMk cId="2546658784" sldId="263"/>
            <ac:inkMk id="384" creationId="{EFAA3BE9-894D-48FC-9006-EBAFAC3AE0AF}"/>
          </ac:inkMkLst>
        </pc:inkChg>
        <pc:inkChg chg="add del">
          <ac:chgData name="" userId="242feb3c33a8e7bf" providerId="LiveId" clId="{39C24DAF-E20C-4507-9157-C96F2FA882D0}" dt="2023-03-28T16:45:04.998" v="3490"/>
          <ac:inkMkLst>
            <pc:docMk/>
            <pc:sldMk cId="2546658784" sldId="263"/>
            <ac:inkMk id="385" creationId="{50179B40-5081-4380-9BB8-2DBB8A03E3A1}"/>
          </ac:inkMkLst>
        </pc:inkChg>
        <pc:inkChg chg="add">
          <ac:chgData name="" userId="242feb3c33a8e7bf" providerId="LiveId" clId="{39C24DAF-E20C-4507-9157-C96F2FA882D0}" dt="2023-03-28T16:45:04.998" v="3490"/>
          <ac:inkMkLst>
            <pc:docMk/>
            <pc:sldMk cId="2546658784" sldId="263"/>
            <ac:inkMk id="386" creationId="{D982EBE1-DDEC-4D01-913B-2A1800BF59CA}"/>
          </ac:inkMkLst>
        </pc:inkChg>
        <pc:inkChg chg="add">
          <ac:chgData name="" userId="242feb3c33a8e7bf" providerId="LiveId" clId="{39C24DAF-E20C-4507-9157-C96F2FA882D0}" dt="2023-03-28T16:45:04.998" v="3490"/>
          <ac:inkMkLst>
            <pc:docMk/>
            <pc:sldMk cId="2546658784" sldId="263"/>
            <ac:inkMk id="387" creationId="{F7757F16-3229-4253-8240-FEC6995CB738}"/>
          </ac:inkMkLst>
        </pc:inkChg>
        <pc:inkChg chg="add del">
          <ac:chgData name="" userId="242feb3c33a8e7bf" providerId="LiveId" clId="{39C24DAF-E20C-4507-9157-C96F2FA882D0}" dt="2023-03-28T16:45:35.978" v="3517"/>
          <ac:inkMkLst>
            <pc:docMk/>
            <pc:sldMk cId="2546658784" sldId="263"/>
            <ac:inkMk id="388" creationId="{1A155486-1461-406F-AA38-CAB3127D5CED}"/>
          </ac:inkMkLst>
        </pc:inkChg>
        <pc:inkChg chg="add">
          <ac:chgData name="" userId="242feb3c33a8e7bf" providerId="LiveId" clId="{39C24DAF-E20C-4507-9157-C96F2FA882D0}" dt="2023-03-28T16:45:04.998" v="3490"/>
          <ac:inkMkLst>
            <pc:docMk/>
            <pc:sldMk cId="2546658784" sldId="263"/>
            <ac:inkMk id="389" creationId="{33743DD7-6A8B-41E7-A08E-A754244A843E}"/>
          </ac:inkMkLst>
        </pc:inkChg>
        <pc:inkChg chg="add del">
          <ac:chgData name="" userId="242feb3c33a8e7bf" providerId="LiveId" clId="{39C24DAF-E20C-4507-9157-C96F2FA882D0}" dt="2023-03-28T16:45:38.560" v="3522"/>
          <ac:inkMkLst>
            <pc:docMk/>
            <pc:sldMk cId="2546658784" sldId="263"/>
            <ac:inkMk id="390" creationId="{A93F9BC6-42F1-42A7-AB50-56A3F5156EE1}"/>
          </ac:inkMkLst>
        </pc:inkChg>
        <pc:inkChg chg="add del">
          <ac:chgData name="" userId="242feb3c33a8e7bf" providerId="LiveId" clId="{39C24DAF-E20C-4507-9157-C96F2FA882D0}" dt="2023-03-28T16:45:38.560" v="3522"/>
          <ac:inkMkLst>
            <pc:docMk/>
            <pc:sldMk cId="2546658784" sldId="263"/>
            <ac:inkMk id="391" creationId="{96B17338-71C9-4D7E-BD5D-ED4E9C76A301}"/>
          </ac:inkMkLst>
        </pc:inkChg>
        <pc:inkChg chg="add del">
          <ac:chgData name="" userId="242feb3c33a8e7bf" providerId="LiveId" clId="{39C24DAF-E20C-4507-9157-C96F2FA882D0}" dt="2023-03-28T16:45:38.560" v="3522"/>
          <ac:inkMkLst>
            <pc:docMk/>
            <pc:sldMk cId="2546658784" sldId="263"/>
            <ac:inkMk id="392" creationId="{D9DA0D5E-D799-49B9-B69A-F93E844A9411}"/>
          </ac:inkMkLst>
        </pc:inkChg>
        <pc:inkChg chg="add del">
          <ac:chgData name="" userId="242feb3c33a8e7bf" providerId="LiveId" clId="{39C24DAF-E20C-4507-9157-C96F2FA882D0}" dt="2023-03-28T16:45:38.560" v="3522"/>
          <ac:inkMkLst>
            <pc:docMk/>
            <pc:sldMk cId="2546658784" sldId="263"/>
            <ac:inkMk id="393" creationId="{C3665BF9-D4C6-47A5-A34A-ED5AB8B62DAB}"/>
          </ac:inkMkLst>
        </pc:inkChg>
        <pc:inkChg chg="add">
          <ac:chgData name="" userId="242feb3c33a8e7bf" providerId="LiveId" clId="{39C24DAF-E20C-4507-9157-C96F2FA882D0}" dt="2023-03-28T16:45:38.560" v="3522"/>
          <ac:inkMkLst>
            <pc:docMk/>
            <pc:sldMk cId="2546658784" sldId="263"/>
            <ac:inkMk id="394" creationId="{36A5563D-BBF4-4693-9704-85EB2C100700}"/>
          </ac:inkMkLst>
        </pc:inkChg>
      </pc:sldChg>
      <pc:sldChg chg="addSp delSp modSp">
        <pc:chgData name="" userId="242feb3c33a8e7bf" providerId="LiveId" clId="{39C24DAF-E20C-4507-9157-C96F2FA882D0}" dt="2023-03-28T16:45:19.060" v="3511"/>
        <pc:sldMkLst>
          <pc:docMk/>
          <pc:sldMk cId="2295581324" sldId="264"/>
        </pc:sldMkLst>
        <pc:spChg chg="mod">
          <ac:chgData name="" userId="242feb3c33a8e7bf" providerId="LiveId" clId="{39C24DAF-E20C-4507-9157-C96F2FA882D0}" dt="2023-03-28T16:19:10.268" v="1728" actId="14100"/>
          <ac:spMkLst>
            <pc:docMk/>
            <pc:sldMk cId="2295581324" sldId="264"/>
            <ac:spMk id="3" creationId="{CE5889E9-ABF6-4A3C-A899-A137F926D997}"/>
          </ac:spMkLst>
        </pc:spChg>
        <pc:inkChg chg="add del">
          <ac:chgData name="" userId="242feb3c33a8e7bf" providerId="LiveId" clId="{39C24DAF-E20C-4507-9157-C96F2FA882D0}" dt="2023-03-28T16:19:24.714" v="1741"/>
          <ac:inkMkLst>
            <pc:docMk/>
            <pc:sldMk cId="2295581324" sldId="264"/>
            <ac:inkMk id="2" creationId="{D62DA55E-D838-491E-8051-7611F3DB4D34}"/>
          </ac:inkMkLst>
        </pc:inkChg>
        <pc:inkChg chg="add del">
          <ac:chgData name="" userId="242feb3c33a8e7bf" providerId="LiveId" clId="{39C24DAF-E20C-4507-9157-C96F2FA882D0}" dt="2023-03-28T16:19:24.714" v="1741"/>
          <ac:inkMkLst>
            <pc:docMk/>
            <pc:sldMk cId="2295581324" sldId="264"/>
            <ac:inkMk id="4" creationId="{00BD2921-8E82-4700-92D0-3E4B34E021B9}"/>
          </ac:inkMkLst>
        </pc:inkChg>
        <pc:inkChg chg="add del">
          <ac:chgData name="" userId="242feb3c33a8e7bf" providerId="LiveId" clId="{39C24DAF-E20C-4507-9157-C96F2FA882D0}" dt="2023-03-28T16:19:24.714" v="1741"/>
          <ac:inkMkLst>
            <pc:docMk/>
            <pc:sldMk cId="2295581324" sldId="264"/>
            <ac:inkMk id="5" creationId="{5C6B1A01-10BA-4564-96D5-BA3993A2ACD6}"/>
          </ac:inkMkLst>
        </pc:inkChg>
        <pc:inkChg chg="add del">
          <ac:chgData name="" userId="242feb3c33a8e7bf" providerId="LiveId" clId="{39C24DAF-E20C-4507-9157-C96F2FA882D0}" dt="2023-03-28T16:19:24.714" v="1741"/>
          <ac:inkMkLst>
            <pc:docMk/>
            <pc:sldMk cId="2295581324" sldId="264"/>
            <ac:inkMk id="7" creationId="{0AAA1E69-FD67-4C93-AAC2-37E276F5D8F8}"/>
          </ac:inkMkLst>
        </pc:inkChg>
        <pc:inkChg chg="add del">
          <ac:chgData name="" userId="242feb3c33a8e7bf" providerId="LiveId" clId="{39C24DAF-E20C-4507-9157-C96F2FA882D0}" dt="2023-03-28T16:19:24.714" v="1741"/>
          <ac:inkMkLst>
            <pc:docMk/>
            <pc:sldMk cId="2295581324" sldId="264"/>
            <ac:inkMk id="8" creationId="{7B37DB03-B532-471D-A949-16498C4BD8BD}"/>
          </ac:inkMkLst>
        </pc:inkChg>
        <pc:inkChg chg="add del">
          <ac:chgData name="" userId="242feb3c33a8e7bf" providerId="LiveId" clId="{39C24DAF-E20C-4507-9157-C96F2FA882D0}" dt="2023-03-28T16:19:24.714" v="1741"/>
          <ac:inkMkLst>
            <pc:docMk/>
            <pc:sldMk cId="2295581324" sldId="264"/>
            <ac:inkMk id="10" creationId="{994394B2-E892-4432-A6A8-137A84F8337F}"/>
          </ac:inkMkLst>
        </pc:inkChg>
        <pc:inkChg chg="add del">
          <ac:chgData name="" userId="242feb3c33a8e7bf" providerId="LiveId" clId="{39C24DAF-E20C-4507-9157-C96F2FA882D0}" dt="2023-03-28T16:19:24.714" v="1741"/>
          <ac:inkMkLst>
            <pc:docMk/>
            <pc:sldMk cId="2295581324" sldId="264"/>
            <ac:inkMk id="11" creationId="{2360441E-A4A4-4B32-9772-75D113690A20}"/>
          </ac:inkMkLst>
        </pc:inkChg>
        <pc:inkChg chg="add del">
          <ac:chgData name="" userId="242feb3c33a8e7bf" providerId="LiveId" clId="{39C24DAF-E20C-4507-9157-C96F2FA882D0}" dt="2023-03-28T16:19:24.714" v="1741"/>
          <ac:inkMkLst>
            <pc:docMk/>
            <pc:sldMk cId="2295581324" sldId="264"/>
            <ac:inkMk id="14" creationId="{CB67D75D-46F3-4735-A7FB-85C8BDA46618}"/>
          </ac:inkMkLst>
        </pc:inkChg>
        <pc:inkChg chg="add del">
          <ac:chgData name="" userId="242feb3c33a8e7bf" providerId="LiveId" clId="{39C24DAF-E20C-4507-9157-C96F2FA882D0}" dt="2023-03-28T16:19:24.714" v="1741"/>
          <ac:inkMkLst>
            <pc:docMk/>
            <pc:sldMk cId="2295581324" sldId="264"/>
            <ac:inkMk id="15" creationId="{AA0530B6-1B13-4AC0-A20F-1CC8EFE0ED16}"/>
          </ac:inkMkLst>
        </pc:inkChg>
        <pc:inkChg chg="add del">
          <ac:chgData name="" userId="242feb3c33a8e7bf" providerId="LiveId" clId="{39C24DAF-E20C-4507-9157-C96F2FA882D0}" dt="2023-03-28T16:19:24.714" v="1741"/>
          <ac:inkMkLst>
            <pc:docMk/>
            <pc:sldMk cId="2295581324" sldId="264"/>
            <ac:inkMk id="17" creationId="{8D7DEC36-E42B-4A27-872E-63FC9347AA4C}"/>
          </ac:inkMkLst>
        </pc:inkChg>
        <pc:inkChg chg="add del">
          <ac:chgData name="" userId="242feb3c33a8e7bf" providerId="LiveId" clId="{39C24DAF-E20C-4507-9157-C96F2FA882D0}" dt="2023-03-28T16:19:24.714" v="1741"/>
          <ac:inkMkLst>
            <pc:docMk/>
            <pc:sldMk cId="2295581324" sldId="264"/>
            <ac:inkMk id="18" creationId="{ADA61457-60EB-4DBA-BAEC-91652FEAE8AA}"/>
          </ac:inkMkLst>
        </pc:inkChg>
        <pc:inkChg chg="add del">
          <ac:chgData name="" userId="242feb3c33a8e7bf" providerId="LiveId" clId="{39C24DAF-E20C-4507-9157-C96F2FA882D0}" dt="2023-03-28T16:19:24.714" v="1741"/>
          <ac:inkMkLst>
            <pc:docMk/>
            <pc:sldMk cId="2295581324" sldId="264"/>
            <ac:inkMk id="19" creationId="{5E2B3A5B-C38A-40E5-9315-91269ED819F4}"/>
          </ac:inkMkLst>
        </pc:inkChg>
        <pc:inkChg chg="add">
          <ac:chgData name="" userId="242feb3c33a8e7bf" providerId="LiveId" clId="{39C24DAF-E20C-4507-9157-C96F2FA882D0}" dt="2023-03-28T16:19:24.714" v="1741"/>
          <ac:inkMkLst>
            <pc:docMk/>
            <pc:sldMk cId="2295581324" sldId="264"/>
            <ac:inkMk id="20" creationId="{69A62B46-6771-4D48-9D1A-38E1C3F48E3E}"/>
          </ac:inkMkLst>
        </pc:inkChg>
        <pc:inkChg chg="add del">
          <ac:chgData name="" userId="242feb3c33a8e7bf" providerId="LiveId" clId="{39C24DAF-E20C-4507-9157-C96F2FA882D0}" dt="2023-03-28T16:19:35.357" v="1764"/>
          <ac:inkMkLst>
            <pc:docMk/>
            <pc:sldMk cId="2295581324" sldId="264"/>
            <ac:inkMk id="21" creationId="{5AC01741-8604-41D4-8F94-8EDE448585C0}"/>
          </ac:inkMkLst>
        </pc:inkChg>
        <pc:inkChg chg="add del">
          <ac:chgData name="" userId="242feb3c33a8e7bf" providerId="LiveId" clId="{39C24DAF-E20C-4507-9157-C96F2FA882D0}" dt="2023-03-28T16:19:35.357" v="1764"/>
          <ac:inkMkLst>
            <pc:docMk/>
            <pc:sldMk cId="2295581324" sldId="264"/>
            <ac:inkMk id="22" creationId="{31A76B35-3703-4C7D-B241-6869190B580D}"/>
          </ac:inkMkLst>
        </pc:inkChg>
        <pc:inkChg chg="add del">
          <ac:chgData name="" userId="242feb3c33a8e7bf" providerId="LiveId" clId="{39C24DAF-E20C-4507-9157-C96F2FA882D0}" dt="2023-03-28T16:19:35.357" v="1764"/>
          <ac:inkMkLst>
            <pc:docMk/>
            <pc:sldMk cId="2295581324" sldId="264"/>
            <ac:inkMk id="23" creationId="{11F379F0-49A2-4154-B413-5D705546ABD9}"/>
          </ac:inkMkLst>
        </pc:inkChg>
        <pc:inkChg chg="add del">
          <ac:chgData name="" userId="242feb3c33a8e7bf" providerId="LiveId" clId="{39C24DAF-E20C-4507-9157-C96F2FA882D0}" dt="2023-03-28T16:19:35.357" v="1764"/>
          <ac:inkMkLst>
            <pc:docMk/>
            <pc:sldMk cId="2295581324" sldId="264"/>
            <ac:inkMk id="24" creationId="{3B75AB71-76D9-4DD6-94DC-97F6D679BD2B}"/>
          </ac:inkMkLst>
        </pc:inkChg>
        <pc:inkChg chg="add del">
          <ac:chgData name="" userId="242feb3c33a8e7bf" providerId="LiveId" clId="{39C24DAF-E20C-4507-9157-C96F2FA882D0}" dt="2023-03-28T16:19:35.357" v="1764"/>
          <ac:inkMkLst>
            <pc:docMk/>
            <pc:sldMk cId="2295581324" sldId="264"/>
            <ac:inkMk id="26" creationId="{9052A80A-C5AB-42E3-8192-94B787728CFF}"/>
          </ac:inkMkLst>
        </pc:inkChg>
        <pc:inkChg chg="add del">
          <ac:chgData name="" userId="242feb3c33a8e7bf" providerId="LiveId" clId="{39C24DAF-E20C-4507-9157-C96F2FA882D0}" dt="2023-03-28T16:19:35.357" v="1764"/>
          <ac:inkMkLst>
            <pc:docMk/>
            <pc:sldMk cId="2295581324" sldId="264"/>
            <ac:inkMk id="27" creationId="{660C33F6-6D8B-4566-B0D2-F7A8901635FB}"/>
          </ac:inkMkLst>
        </pc:inkChg>
        <pc:inkChg chg="add del">
          <ac:chgData name="" userId="242feb3c33a8e7bf" providerId="LiveId" clId="{39C24DAF-E20C-4507-9157-C96F2FA882D0}" dt="2023-03-28T16:19:35.357" v="1764"/>
          <ac:inkMkLst>
            <pc:docMk/>
            <pc:sldMk cId="2295581324" sldId="264"/>
            <ac:inkMk id="28" creationId="{DAB318F9-BACE-41AE-8E0E-DC38A0341FAB}"/>
          </ac:inkMkLst>
        </pc:inkChg>
        <pc:inkChg chg="add del">
          <ac:chgData name="" userId="242feb3c33a8e7bf" providerId="LiveId" clId="{39C24DAF-E20C-4507-9157-C96F2FA882D0}" dt="2023-03-28T16:19:35.357" v="1764"/>
          <ac:inkMkLst>
            <pc:docMk/>
            <pc:sldMk cId="2295581324" sldId="264"/>
            <ac:inkMk id="29" creationId="{10BDAF5C-EE96-4F8B-971D-3DDD930EF01E}"/>
          </ac:inkMkLst>
        </pc:inkChg>
        <pc:inkChg chg="add del">
          <ac:chgData name="" userId="242feb3c33a8e7bf" providerId="LiveId" clId="{39C24DAF-E20C-4507-9157-C96F2FA882D0}" dt="2023-03-28T16:19:35.357" v="1764"/>
          <ac:inkMkLst>
            <pc:docMk/>
            <pc:sldMk cId="2295581324" sldId="264"/>
            <ac:inkMk id="30" creationId="{9FD84AB2-797A-49B8-A6EC-5AB3A5AF149F}"/>
          </ac:inkMkLst>
        </pc:inkChg>
        <pc:inkChg chg="add del">
          <ac:chgData name="" userId="242feb3c33a8e7bf" providerId="LiveId" clId="{39C24DAF-E20C-4507-9157-C96F2FA882D0}" dt="2023-03-28T16:19:35.357" v="1764"/>
          <ac:inkMkLst>
            <pc:docMk/>
            <pc:sldMk cId="2295581324" sldId="264"/>
            <ac:inkMk id="31" creationId="{D238282E-7369-4393-8A03-36438A2C9756}"/>
          </ac:inkMkLst>
        </pc:inkChg>
        <pc:inkChg chg="add del">
          <ac:chgData name="" userId="242feb3c33a8e7bf" providerId="LiveId" clId="{39C24DAF-E20C-4507-9157-C96F2FA882D0}" dt="2023-03-28T16:19:35.357" v="1764"/>
          <ac:inkMkLst>
            <pc:docMk/>
            <pc:sldMk cId="2295581324" sldId="264"/>
            <ac:inkMk id="32" creationId="{B2C98563-DB84-46FB-A97A-AB06EE372F0F}"/>
          </ac:inkMkLst>
        </pc:inkChg>
        <pc:inkChg chg="add del">
          <ac:chgData name="" userId="242feb3c33a8e7bf" providerId="LiveId" clId="{39C24DAF-E20C-4507-9157-C96F2FA882D0}" dt="2023-03-28T16:19:35.357" v="1764"/>
          <ac:inkMkLst>
            <pc:docMk/>
            <pc:sldMk cId="2295581324" sldId="264"/>
            <ac:inkMk id="33" creationId="{717742EE-6E9D-4A00-BC07-0A57E18D8F61}"/>
          </ac:inkMkLst>
        </pc:inkChg>
        <pc:inkChg chg="add del">
          <ac:chgData name="" userId="242feb3c33a8e7bf" providerId="LiveId" clId="{39C24DAF-E20C-4507-9157-C96F2FA882D0}" dt="2023-03-28T16:19:35.357" v="1764"/>
          <ac:inkMkLst>
            <pc:docMk/>
            <pc:sldMk cId="2295581324" sldId="264"/>
            <ac:inkMk id="34" creationId="{30EE726C-814A-45C7-96EA-579711AA7258}"/>
          </ac:inkMkLst>
        </pc:inkChg>
        <pc:inkChg chg="add del">
          <ac:chgData name="" userId="242feb3c33a8e7bf" providerId="LiveId" clId="{39C24DAF-E20C-4507-9157-C96F2FA882D0}" dt="2023-03-28T16:19:35.357" v="1764"/>
          <ac:inkMkLst>
            <pc:docMk/>
            <pc:sldMk cId="2295581324" sldId="264"/>
            <ac:inkMk id="35" creationId="{1C464D4C-8205-4246-87B3-4AB55036C739}"/>
          </ac:inkMkLst>
        </pc:inkChg>
        <pc:inkChg chg="add del">
          <ac:chgData name="" userId="242feb3c33a8e7bf" providerId="LiveId" clId="{39C24DAF-E20C-4507-9157-C96F2FA882D0}" dt="2023-03-28T16:19:35.357" v="1764"/>
          <ac:inkMkLst>
            <pc:docMk/>
            <pc:sldMk cId="2295581324" sldId="264"/>
            <ac:inkMk id="36" creationId="{3A6D9862-EC45-4BAB-A916-6DA145E9B9FD}"/>
          </ac:inkMkLst>
        </pc:inkChg>
        <pc:inkChg chg="add del">
          <ac:chgData name="" userId="242feb3c33a8e7bf" providerId="LiveId" clId="{39C24DAF-E20C-4507-9157-C96F2FA882D0}" dt="2023-03-28T16:19:35.357" v="1764"/>
          <ac:inkMkLst>
            <pc:docMk/>
            <pc:sldMk cId="2295581324" sldId="264"/>
            <ac:inkMk id="37" creationId="{82937506-EDAA-4004-BC70-2D8C871EAD0A}"/>
          </ac:inkMkLst>
        </pc:inkChg>
        <pc:inkChg chg="add del">
          <ac:chgData name="" userId="242feb3c33a8e7bf" providerId="LiveId" clId="{39C24DAF-E20C-4507-9157-C96F2FA882D0}" dt="2023-03-28T16:19:35.357" v="1764"/>
          <ac:inkMkLst>
            <pc:docMk/>
            <pc:sldMk cId="2295581324" sldId="264"/>
            <ac:inkMk id="38" creationId="{FD2C6F66-9385-4A02-BD56-AD9CBE5851DC}"/>
          </ac:inkMkLst>
        </pc:inkChg>
        <pc:inkChg chg="add del">
          <ac:chgData name="" userId="242feb3c33a8e7bf" providerId="LiveId" clId="{39C24DAF-E20C-4507-9157-C96F2FA882D0}" dt="2023-03-28T16:19:35.357" v="1764"/>
          <ac:inkMkLst>
            <pc:docMk/>
            <pc:sldMk cId="2295581324" sldId="264"/>
            <ac:inkMk id="39" creationId="{3C60D25D-F181-4F91-8A1F-DB223682D8A7}"/>
          </ac:inkMkLst>
        </pc:inkChg>
        <pc:inkChg chg="add del">
          <ac:chgData name="" userId="242feb3c33a8e7bf" providerId="LiveId" clId="{39C24DAF-E20C-4507-9157-C96F2FA882D0}" dt="2023-03-28T16:19:35.357" v="1764"/>
          <ac:inkMkLst>
            <pc:docMk/>
            <pc:sldMk cId="2295581324" sldId="264"/>
            <ac:inkMk id="40" creationId="{7EED89F1-65C5-43D0-BA72-990B7F83F270}"/>
          </ac:inkMkLst>
        </pc:inkChg>
        <pc:inkChg chg="add del">
          <ac:chgData name="" userId="242feb3c33a8e7bf" providerId="LiveId" clId="{39C24DAF-E20C-4507-9157-C96F2FA882D0}" dt="2023-03-28T16:19:35.357" v="1764"/>
          <ac:inkMkLst>
            <pc:docMk/>
            <pc:sldMk cId="2295581324" sldId="264"/>
            <ac:inkMk id="41" creationId="{52EE0B47-A8A5-4A3D-9C2F-CE96BB6B0C95}"/>
          </ac:inkMkLst>
        </pc:inkChg>
        <pc:inkChg chg="add del">
          <ac:chgData name="" userId="242feb3c33a8e7bf" providerId="LiveId" clId="{39C24DAF-E20C-4507-9157-C96F2FA882D0}" dt="2023-03-28T16:19:35.357" v="1764"/>
          <ac:inkMkLst>
            <pc:docMk/>
            <pc:sldMk cId="2295581324" sldId="264"/>
            <ac:inkMk id="42" creationId="{4522FE69-A7F1-4CDA-898C-F359840100DD}"/>
          </ac:inkMkLst>
        </pc:inkChg>
        <pc:inkChg chg="add del">
          <ac:chgData name="" userId="242feb3c33a8e7bf" providerId="LiveId" clId="{39C24DAF-E20C-4507-9157-C96F2FA882D0}" dt="2023-03-28T16:19:35.357" v="1764"/>
          <ac:inkMkLst>
            <pc:docMk/>
            <pc:sldMk cId="2295581324" sldId="264"/>
            <ac:inkMk id="43" creationId="{E4A46414-B0BB-4DDC-AE38-948A6BEFA5BE}"/>
          </ac:inkMkLst>
        </pc:inkChg>
        <pc:inkChg chg="add">
          <ac:chgData name="" userId="242feb3c33a8e7bf" providerId="LiveId" clId="{39C24DAF-E20C-4507-9157-C96F2FA882D0}" dt="2023-03-28T16:19:35.357" v="1764"/>
          <ac:inkMkLst>
            <pc:docMk/>
            <pc:sldMk cId="2295581324" sldId="264"/>
            <ac:inkMk id="44" creationId="{6A2BD07F-A8DF-4394-950E-513A680CDB66}"/>
          </ac:inkMkLst>
        </pc:inkChg>
        <pc:inkChg chg="add">
          <ac:chgData name="" userId="242feb3c33a8e7bf" providerId="LiveId" clId="{39C24DAF-E20C-4507-9157-C96F2FA882D0}" dt="2023-03-28T16:19:35.357" v="1764"/>
          <ac:inkMkLst>
            <pc:docMk/>
            <pc:sldMk cId="2295581324" sldId="264"/>
            <ac:inkMk id="45" creationId="{11388619-94E4-44CB-BE51-A95BE1F81EE2}"/>
          </ac:inkMkLst>
        </pc:inkChg>
        <pc:inkChg chg="add del">
          <ac:chgData name="" userId="242feb3c33a8e7bf" providerId="LiveId" clId="{39C24DAF-E20C-4507-9157-C96F2FA882D0}" dt="2023-03-28T16:19:38.766" v="1771"/>
          <ac:inkMkLst>
            <pc:docMk/>
            <pc:sldMk cId="2295581324" sldId="264"/>
            <ac:inkMk id="46" creationId="{5DDDB6FE-0A65-498A-B907-7D9C5E25388E}"/>
          </ac:inkMkLst>
        </pc:inkChg>
        <pc:inkChg chg="add del">
          <ac:chgData name="" userId="242feb3c33a8e7bf" providerId="LiveId" clId="{39C24DAF-E20C-4507-9157-C96F2FA882D0}" dt="2023-03-28T16:19:38.766" v="1771"/>
          <ac:inkMkLst>
            <pc:docMk/>
            <pc:sldMk cId="2295581324" sldId="264"/>
            <ac:inkMk id="47" creationId="{CC72D21F-E5E7-4387-8379-65E247F9045C}"/>
          </ac:inkMkLst>
        </pc:inkChg>
        <pc:inkChg chg="add del">
          <ac:chgData name="" userId="242feb3c33a8e7bf" providerId="LiveId" clId="{39C24DAF-E20C-4507-9157-C96F2FA882D0}" dt="2023-03-28T16:19:38.766" v="1771"/>
          <ac:inkMkLst>
            <pc:docMk/>
            <pc:sldMk cId="2295581324" sldId="264"/>
            <ac:inkMk id="48" creationId="{56B9CEFE-6386-41AE-8895-84B1BFA590CD}"/>
          </ac:inkMkLst>
        </pc:inkChg>
        <pc:inkChg chg="add del">
          <ac:chgData name="" userId="242feb3c33a8e7bf" providerId="LiveId" clId="{39C24DAF-E20C-4507-9157-C96F2FA882D0}" dt="2023-03-28T16:19:38.766" v="1771"/>
          <ac:inkMkLst>
            <pc:docMk/>
            <pc:sldMk cId="2295581324" sldId="264"/>
            <ac:inkMk id="49" creationId="{2EFB5C13-89FC-4F5F-96CE-4865D0AF30D0}"/>
          </ac:inkMkLst>
        </pc:inkChg>
        <pc:inkChg chg="add del">
          <ac:chgData name="" userId="242feb3c33a8e7bf" providerId="LiveId" clId="{39C24DAF-E20C-4507-9157-C96F2FA882D0}" dt="2023-03-28T16:19:38.766" v="1771"/>
          <ac:inkMkLst>
            <pc:docMk/>
            <pc:sldMk cId="2295581324" sldId="264"/>
            <ac:inkMk id="50" creationId="{6BF7D4BA-1C8D-44EB-AEC8-041608E96855}"/>
          </ac:inkMkLst>
        </pc:inkChg>
        <pc:inkChg chg="add del">
          <ac:chgData name="" userId="242feb3c33a8e7bf" providerId="LiveId" clId="{39C24DAF-E20C-4507-9157-C96F2FA882D0}" dt="2023-03-28T16:19:38.766" v="1771"/>
          <ac:inkMkLst>
            <pc:docMk/>
            <pc:sldMk cId="2295581324" sldId="264"/>
            <ac:inkMk id="51" creationId="{E01DC29A-0122-4D01-A5C7-29730E36CF0C}"/>
          </ac:inkMkLst>
        </pc:inkChg>
        <pc:inkChg chg="add del">
          <ac:chgData name="" userId="242feb3c33a8e7bf" providerId="LiveId" clId="{39C24DAF-E20C-4507-9157-C96F2FA882D0}" dt="2023-03-28T16:19:51.605" v="1801"/>
          <ac:inkMkLst>
            <pc:docMk/>
            <pc:sldMk cId="2295581324" sldId="264"/>
            <ac:inkMk id="52" creationId="{BA990ABA-6D8F-4CDC-A438-5A3D4997E897}"/>
          </ac:inkMkLst>
        </pc:inkChg>
        <pc:inkChg chg="add del">
          <ac:chgData name="" userId="242feb3c33a8e7bf" providerId="LiveId" clId="{39C24DAF-E20C-4507-9157-C96F2FA882D0}" dt="2023-03-28T16:19:51.605" v="1800"/>
          <ac:inkMkLst>
            <pc:docMk/>
            <pc:sldMk cId="2295581324" sldId="264"/>
            <ac:inkMk id="53" creationId="{87199181-A505-472D-8A46-1F1DE1561178}"/>
          </ac:inkMkLst>
        </pc:inkChg>
        <pc:inkChg chg="add del">
          <ac:chgData name="" userId="242feb3c33a8e7bf" providerId="LiveId" clId="{39C24DAF-E20C-4507-9157-C96F2FA882D0}" dt="2023-03-28T16:19:45.264" v="1786"/>
          <ac:inkMkLst>
            <pc:docMk/>
            <pc:sldMk cId="2295581324" sldId="264"/>
            <ac:inkMk id="54" creationId="{DEF0C2CE-BF27-4F86-A1F0-B8C34C5BF671}"/>
          </ac:inkMkLst>
        </pc:inkChg>
        <pc:inkChg chg="add del">
          <ac:chgData name="" userId="242feb3c33a8e7bf" providerId="LiveId" clId="{39C24DAF-E20C-4507-9157-C96F2FA882D0}" dt="2023-03-28T16:19:45.264" v="1786"/>
          <ac:inkMkLst>
            <pc:docMk/>
            <pc:sldMk cId="2295581324" sldId="264"/>
            <ac:inkMk id="55" creationId="{CD8D55B1-D2B3-4E59-9586-A7965B436115}"/>
          </ac:inkMkLst>
        </pc:inkChg>
        <pc:inkChg chg="add del">
          <ac:chgData name="" userId="242feb3c33a8e7bf" providerId="LiveId" clId="{39C24DAF-E20C-4507-9157-C96F2FA882D0}" dt="2023-03-28T16:19:45.264" v="1786"/>
          <ac:inkMkLst>
            <pc:docMk/>
            <pc:sldMk cId="2295581324" sldId="264"/>
            <ac:inkMk id="56" creationId="{F34F1534-C6D2-448C-B3D0-BB6851FFB58F}"/>
          </ac:inkMkLst>
        </pc:inkChg>
        <pc:inkChg chg="add del">
          <ac:chgData name="" userId="242feb3c33a8e7bf" providerId="LiveId" clId="{39C24DAF-E20C-4507-9157-C96F2FA882D0}" dt="2023-03-28T16:19:45.264" v="1786"/>
          <ac:inkMkLst>
            <pc:docMk/>
            <pc:sldMk cId="2295581324" sldId="264"/>
            <ac:inkMk id="57" creationId="{EF1DBA55-50A4-4A24-AC3D-6A133BA64F02}"/>
          </ac:inkMkLst>
        </pc:inkChg>
        <pc:inkChg chg="add del">
          <ac:chgData name="" userId="242feb3c33a8e7bf" providerId="LiveId" clId="{39C24DAF-E20C-4507-9157-C96F2FA882D0}" dt="2023-03-28T16:19:45.264" v="1786"/>
          <ac:inkMkLst>
            <pc:docMk/>
            <pc:sldMk cId="2295581324" sldId="264"/>
            <ac:inkMk id="58" creationId="{BFD2D6B9-9F9E-41D2-805A-10521801FE54}"/>
          </ac:inkMkLst>
        </pc:inkChg>
        <pc:inkChg chg="add del">
          <ac:chgData name="" userId="242feb3c33a8e7bf" providerId="LiveId" clId="{39C24DAF-E20C-4507-9157-C96F2FA882D0}" dt="2023-03-28T16:19:45.264" v="1786"/>
          <ac:inkMkLst>
            <pc:docMk/>
            <pc:sldMk cId="2295581324" sldId="264"/>
            <ac:inkMk id="59" creationId="{F0DFBAAE-8E3E-40C2-82E4-A7681236374D}"/>
          </ac:inkMkLst>
        </pc:inkChg>
        <pc:inkChg chg="add del">
          <ac:chgData name="" userId="242feb3c33a8e7bf" providerId="LiveId" clId="{39C24DAF-E20C-4507-9157-C96F2FA882D0}" dt="2023-03-28T16:19:45.264" v="1786"/>
          <ac:inkMkLst>
            <pc:docMk/>
            <pc:sldMk cId="2295581324" sldId="264"/>
            <ac:inkMk id="60" creationId="{677B79D2-1149-48AB-B970-E5808A23D4EF}"/>
          </ac:inkMkLst>
        </pc:inkChg>
        <pc:inkChg chg="add del">
          <ac:chgData name="" userId="242feb3c33a8e7bf" providerId="LiveId" clId="{39C24DAF-E20C-4507-9157-C96F2FA882D0}" dt="2023-03-28T16:19:45.264" v="1786"/>
          <ac:inkMkLst>
            <pc:docMk/>
            <pc:sldMk cId="2295581324" sldId="264"/>
            <ac:inkMk id="61" creationId="{2BA6A845-D116-4736-9B34-7E20ED0FAE7A}"/>
          </ac:inkMkLst>
        </pc:inkChg>
        <pc:inkChg chg="add del">
          <ac:chgData name="" userId="242feb3c33a8e7bf" providerId="LiveId" clId="{39C24DAF-E20C-4507-9157-C96F2FA882D0}" dt="2023-03-28T16:19:45.264" v="1786"/>
          <ac:inkMkLst>
            <pc:docMk/>
            <pc:sldMk cId="2295581324" sldId="264"/>
            <ac:inkMk id="62" creationId="{3493F14F-3C94-4B23-A509-B890947226E5}"/>
          </ac:inkMkLst>
        </pc:inkChg>
        <pc:inkChg chg="add del">
          <ac:chgData name="" userId="242feb3c33a8e7bf" providerId="LiveId" clId="{39C24DAF-E20C-4507-9157-C96F2FA882D0}" dt="2023-03-28T16:19:45.264" v="1786"/>
          <ac:inkMkLst>
            <pc:docMk/>
            <pc:sldMk cId="2295581324" sldId="264"/>
            <ac:inkMk id="63" creationId="{9F73BD60-12DE-47C5-BA8E-7A4CA01550C8}"/>
          </ac:inkMkLst>
        </pc:inkChg>
        <pc:inkChg chg="add del">
          <ac:chgData name="" userId="242feb3c33a8e7bf" providerId="LiveId" clId="{39C24DAF-E20C-4507-9157-C96F2FA882D0}" dt="2023-03-28T16:19:45.264" v="1786"/>
          <ac:inkMkLst>
            <pc:docMk/>
            <pc:sldMk cId="2295581324" sldId="264"/>
            <ac:inkMk id="64" creationId="{E3D4B753-5E1E-414E-A80D-37CE2044D0F4}"/>
          </ac:inkMkLst>
        </pc:inkChg>
        <pc:inkChg chg="add del">
          <ac:chgData name="" userId="242feb3c33a8e7bf" providerId="LiveId" clId="{39C24DAF-E20C-4507-9157-C96F2FA882D0}" dt="2023-03-28T16:19:45.264" v="1786"/>
          <ac:inkMkLst>
            <pc:docMk/>
            <pc:sldMk cId="2295581324" sldId="264"/>
            <ac:inkMk id="65" creationId="{C4EF465D-9E30-4355-9B7C-EE95D63519AA}"/>
          </ac:inkMkLst>
        </pc:inkChg>
        <pc:inkChg chg="add del">
          <ac:chgData name="" userId="242feb3c33a8e7bf" providerId="LiveId" clId="{39C24DAF-E20C-4507-9157-C96F2FA882D0}" dt="2023-03-28T16:19:45.264" v="1786"/>
          <ac:inkMkLst>
            <pc:docMk/>
            <pc:sldMk cId="2295581324" sldId="264"/>
            <ac:inkMk id="66" creationId="{655A5A10-A12B-4D31-990C-F11C44DE2B5B}"/>
          </ac:inkMkLst>
        </pc:inkChg>
        <pc:inkChg chg="add del">
          <ac:chgData name="" userId="242feb3c33a8e7bf" providerId="LiveId" clId="{39C24DAF-E20C-4507-9157-C96F2FA882D0}" dt="2023-03-28T16:19:45.264" v="1786"/>
          <ac:inkMkLst>
            <pc:docMk/>
            <pc:sldMk cId="2295581324" sldId="264"/>
            <ac:inkMk id="67" creationId="{CB4A4ED9-4158-4872-8F85-208D4A661ACA}"/>
          </ac:inkMkLst>
        </pc:inkChg>
        <pc:inkChg chg="add del">
          <ac:chgData name="" userId="242feb3c33a8e7bf" providerId="LiveId" clId="{39C24DAF-E20C-4507-9157-C96F2FA882D0}" dt="2023-03-28T16:19:47.949" v="1794"/>
          <ac:inkMkLst>
            <pc:docMk/>
            <pc:sldMk cId="2295581324" sldId="264"/>
            <ac:inkMk id="68" creationId="{201E11DD-97AD-4682-B9CE-4C98BDC22E9C}"/>
          </ac:inkMkLst>
        </pc:inkChg>
        <pc:inkChg chg="add">
          <ac:chgData name="" userId="242feb3c33a8e7bf" providerId="LiveId" clId="{39C24DAF-E20C-4507-9157-C96F2FA882D0}" dt="2023-03-28T16:19:45.264" v="1786"/>
          <ac:inkMkLst>
            <pc:docMk/>
            <pc:sldMk cId="2295581324" sldId="264"/>
            <ac:inkMk id="69" creationId="{B3CF5633-65EF-42C5-B52E-5FEDC2F4C9BE}"/>
          </ac:inkMkLst>
        </pc:inkChg>
        <pc:inkChg chg="add">
          <ac:chgData name="" userId="242feb3c33a8e7bf" providerId="LiveId" clId="{39C24DAF-E20C-4507-9157-C96F2FA882D0}" dt="2023-03-28T16:19:45.264" v="1786"/>
          <ac:inkMkLst>
            <pc:docMk/>
            <pc:sldMk cId="2295581324" sldId="264"/>
            <ac:inkMk id="70" creationId="{345CD1BE-080A-487C-A108-59049CAE8A53}"/>
          </ac:inkMkLst>
        </pc:inkChg>
        <pc:inkChg chg="add del">
          <ac:chgData name="" userId="242feb3c33a8e7bf" providerId="LiveId" clId="{39C24DAF-E20C-4507-9157-C96F2FA882D0}" dt="2023-03-28T16:19:47.949" v="1794"/>
          <ac:inkMkLst>
            <pc:docMk/>
            <pc:sldMk cId="2295581324" sldId="264"/>
            <ac:inkMk id="71" creationId="{E2DE0300-A40F-4152-B160-F2DE6F71BA4B}"/>
          </ac:inkMkLst>
        </pc:inkChg>
        <pc:inkChg chg="add del">
          <ac:chgData name="" userId="242feb3c33a8e7bf" providerId="LiveId" clId="{39C24DAF-E20C-4507-9157-C96F2FA882D0}" dt="2023-03-28T16:19:47.949" v="1794"/>
          <ac:inkMkLst>
            <pc:docMk/>
            <pc:sldMk cId="2295581324" sldId="264"/>
            <ac:inkMk id="72" creationId="{2D307AC7-0C4F-47CC-8516-2838CD99737C}"/>
          </ac:inkMkLst>
        </pc:inkChg>
        <pc:inkChg chg="add del">
          <ac:chgData name="" userId="242feb3c33a8e7bf" providerId="LiveId" clId="{39C24DAF-E20C-4507-9157-C96F2FA882D0}" dt="2023-03-28T16:19:47.949" v="1794"/>
          <ac:inkMkLst>
            <pc:docMk/>
            <pc:sldMk cId="2295581324" sldId="264"/>
            <ac:inkMk id="73" creationId="{4E618FA0-9ED4-481B-BD4F-B87279F05B99}"/>
          </ac:inkMkLst>
        </pc:inkChg>
        <pc:inkChg chg="add del">
          <ac:chgData name="" userId="242feb3c33a8e7bf" providerId="LiveId" clId="{39C24DAF-E20C-4507-9157-C96F2FA882D0}" dt="2023-03-28T16:19:47.949" v="1794"/>
          <ac:inkMkLst>
            <pc:docMk/>
            <pc:sldMk cId="2295581324" sldId="264"/>
            <ac:inkMk id="74" creationId="{19D30A18-9FDC-4830-8DD6-B54C587DDA9A}"/>
          </ac:inkMkLst>
        </pc:inkChg>
        <pc:inkChg chg="add del">
          <ac:chgData name="" userId="242feb3c33a8e7bf" providerId="LiveId" clId="{39C24DAF-E20C-4507-9157-C96F2FA882D0}" dt="2023-03-28T16:19:47.949" v="1794"/>
          <ac:inkMkLst>
            <pc:docMk/>
            <pc:sldMk cId="2295581324" sldId="264"/>
            <ac:inkMk id="75" creationId="{007F2B0D-2B3C-491B-8031-203D77E30CCD}"/>
          </ac:inkMkLst>
        </pc:inkChg>
        <pc:inkChg chg="add del">
          <ac:chgData name="" userId="242feb3c33a8e7bf" providerId="LiveId" clId="{39C24DAF-E20C-4507-9157-C96F2FA882D0}" dt="2023-03-28T16:19:47.949" v="1794"/>
          <ac:inkMkLst>
            <pc:docMk/>
            <pc:sldMk cId="2295581324" sldId="264"/>
            <ac:inkMk id="76" creationId="{0DF1C191-D284-4BED-939E-5E7AC42B1C60}"/>
          </ac:inkMkLst>
        </pc:inkChg>
        <pc:inkChg chg="add del">
          <ac:chgData name="" userId="242feb3c33a8e7bf" providerId="LiveId" clId="{39C24DAF-E20C-4507-9157-C96F2FA882D0}" dt="2023-03-28T16:19:47.949" v="1794"/>
          <ac:inkMkLst>
            <pc:docMk/>
            <pc:sldMk cId="2295581324" sldId="264"/>
            <ac:inkMk id="77" creationId="{B038E3F1-23A5-4175-878C-D93E660566E4}"/>
          </ac:inkMkLst>
        </pc:inkChg>
        <pc:inkChg chg="add">
          <ac:chgData name="" userId="242feb3c33a8e7bf" providerId="LiveId" clId="{39C24DAF-E20C-4507-9157-C96F2FA882D0}" dt="2023-03-28T16:19:47.949" v="1794"/>
          <ac:inkMkLst>
            <pc:docMk/>
            <pc:sldMk cId="2295581324" sldId="264"/>
            <ac:inkMk id="78" creationId="{2A1AE382-9B64-424D-BCEE-3AA832714408}"/>
          </ac:inkMkLst>
        </pc:inkChg>
        <pc:inkChg chg="add del">
          <ac:chgData name="" userId="242feb3c33a8e7bf" providerId="LiveId" clId="{39C24DAF-E20C-4507-9157-C96F2FA882D0}" dt="2023-03-28T16:19:50.243" v="1799"/>
          <ac:inkMkLst>
            <pc:docMk/>
            <pc:sldMk cId="2295581324" sldId="264"/>
            <ac:inkMk id="79" creationId="{1519FD50-8E65-4D23-8F5F-5E662DA8175E}"/>
          </ac:inkMkLst>
        </pc:inkChg>
        <pc:inkChg chg="add del">
          <ac:chgData name="" userId="242feb3c33a8e7bf" providerId="LiveId" clId="{39C24DAF-E20C-4507-9157-C96F2FA882D0}" dt="2023-03-28T16:19:50.243" v="1799"/>
          <ac:inkMkLst>
            <pc:docMk/>
            <pc:sldMk cId="2295581324" sldId="264"/>
            <ac:inkMk id="80" creationId="{837DCA75-8C00-40EB-A6D7-4769F7E2AED5}"/>
          </ac:inkMkLst>
        </pc:inkChg>
        <pc:inkChg chg="add del">
          <ac:chgData name="" userId="242feb3c33a8e7bf" providerId="LiveId" clId="{39C24DAF-E20C-4507-9157-C96F2FA882D0}" dt="2023-03-28T16:19:50.243" v="1799"/>
          <ac:inkMkLst>
            <pc:docMk/>
            <pc:sldMk cId="2295581324" sldId="264"/>
            <ac:inkMk id="81" creationId="{B7AA204A-DCF6-43B0-A2C7-BD4033B02235}"/>
          </ac:inkMkLst>
        </pc:inkChg>
        <pc:inkChg chg="add del">
          <ac:chgData name="" userId="242feb3c33a8e7bf" providerId="LiveId" clId="{39C24DAF-E20C-4507-9157-C96F2FA882D0}" dt="2023-03-28T16:19:50.243" v="1799"/>
          <ac:inkMkLst>
            <pc:docMk/>
            <pc:sldMk cId="2295581324" sldId="264"/>
            <ac:inkMk id="82" creationId="{1508745A-C8C8-41BF-8BE0-E01810E830F5}"/>
          </ac:inkMkLst>
        </pc:inkChg>
        <pc:inkChg chg="add">
          <ac:chgData name="" userId="242feb3c33a8e7bf" providerId="LiveId" clId="{39C24DAF-E20C-4507-9157-C96F2FA882D0}" dt="2023-03-28T16:19:50.243" v="1799"/>
          <ac:inkMkLst>
            <pc:docMk/>
            <pc:sldMk cId="2295581324" sldId="264"/>
            <ac:inkMk id="83" creationId="{AD1DF86F-7EEF-4BBF-8226-F7F48A3D274F}"/>
          </ac:inkMkLst>
        </pc:inkChg>
        <pc:inkChg chg="add">
          <ac:chgData name="" userId="242feb3c33a8e7bf" providerId="LiveId" clId="{39C24DAF-E20C-4507-9157-C96F2FA882D0}" dt="2023-03-28T16:19:57" v="1802"/>
          <ac:inkMkLst>
            <pc:docMk/>
            <pc:sldMk cId="2295581324" sldId="264"/>
            <ac:inkMk id="84" creationId="{3CA2AD37-F630-4A5A-B88A-BF4E2D58CFBF}"/>
          </ac:inkMkLst>
        </pc:inkChg>
        <pc:inkChg chg="add del">
          <ac:chgData name="" userId="242feb3c33a8e7bf" providerId="LiveId" clId="{39C24DAF-E20C-4507-9157-C96F2FA882D0}" dt="2023-03-28T16:19:59.903" v="1805"/>
          <ac:inkMkLst>
            <pc:docMk/>
            <pc:sldMk cId="2295581324" sldId="264"/>
            <ac:inkMk id="85" creationId="{F7D40FE9-7B3A-4742-83C4-EAAF9450C8F5}"/>
          </ac:inkMkLst>
        </pc:inkChg>
        <pc:inkChg chg="add del">
          <ac:chgData name="" userId="242feb3c33a8e7bf" providerId="LiveId" clId="{39C24DAF-E20C-4507-9157-C96F2FA882D0}" dt="2023-03-28T16:19:59.903" v="1805"/>
          <ac:inkMkLst>
            <pc:docMk/>
            <pc:sldMk cId="2295581324" sldId="264"/>
            <ac:inkMk id="86" creationId="{2F935706-627E-48BD-BD55-B5A8900E79A3}"/>
          </ac:inkMkLst>
        </pc:inkChg>
        <pc:inkChg chg="add">
          <ac:chgData name="" userId="242feb3c33a8e7bf" providerId="LiveId" clId="{39C24DAF-E20C-4507-9157-C96F2FA882D0}" dt="2023-03-28T16:19:59.903" v="1805"/>
          <ac:inkMkLst>
            <pc:docMk/>
            <pc:sldMk cId="2295581324" sldId="264"/>
            <ac:inkMk id="87" creationId="{7B93281E-00DB-4DE4-AE1F-3C584E4F1A2A}"/>
          </ac:inkMkLst>
        </pc:inkChg>
        <pc:inkChg chg="add">
          <ac:chgData name="" userId="242feb3c33a8e7bf" providerId="LiveId" clId="{39C24DAF-E20C-4507-9157-C96F2FA882D0}" dt="2023-03-28T16:20:01.055" v="1806"/>
          <ac:inkMkLst>
            <pc:docMk/>
            <pc:sldMk cId="2295581324" sldId="264"/>
            <ac:inkMk id="88" creationId="{BD2CB141-6BF0-4E3A-9D24-EDA230F0CFC8}"/>
          </ac:inkMkLst>
        </pc:inkChg>
        <pc:inkChg chg="add del">
          <ac:chgData name="" userId="242feb3c33a8e7bf" providerId="LiveId" clId="{39C24DAF-E20C-4507-9157-C96F2FA882D0}" dt="2023-03-28T16:20:07.917" v="1813"/>
          <ac:inkMkLst>
            <pc:docMk/>
            <pc:sldMk cId="2295581324" sldId="264"/>
            <ac:inkMk id="89" creationId="{10CBA97D-DC1B-4DE5-B3EC-28EA021E397D}"/>
          </ac:inkMkLst>
        </pc:inkChg>
        <pc:inkChg chg="add del">
          <ac:chgData name="" userId="242feb3c33a8e7bf" providerId="LiveId" clId="{39C24DAF-E20C-4507-9157-C96F2FA882D0}" dt="2023-03-28T16:20:07.917" v="1813"/>
          <ac:inkMkLst>
            <pc:docMk/>
            <pc:sldMk cId="2295581324" sldId="264"/>
            <ac:inkMk id="90" creationId="{856BEBFA-0182-480A-B5DB-CBBCE5056CA8}"/>
          </ac:inkMkLst>
        </pc:inkChg>
        <pc:inkChg chg="add del">
          <ac:chgData name="" userId="242feb3c33a8e7bf" providerId="LiveId" clId="{39C24DAF-E20C-4507-9157-C96F2FA882D0}" dt="2023-03-28T16:20:07.917" v="1813"/>
          <ac:inkMkLst>
            <pc:docMk/>
            <pc:sldMk cId="2295581324" sldId="264"/>
            <ac:inkMk id="91" creationId="{5FE9ED68-2FAE-4EB5-9DBD-3F0723A62568}"/>
          </ac:inkMkLst>
        </pc:inkChg>
        <pc:inkChg chg="add del">
          <ac:chgData name="" userId="242feb3c33a8e7bf" providerId="LiveId" clId="{39C24DAF-E20C-4507-9157-C96F2FA882D0}" dt="2023-03-28T16:20:07.917" v="1813"/>
          <ac:inkMkLst>
            <pc:docMk/>
            <pc:sldMk cId="2295581324" sldId="264"/>
            <ac:inkMk id="92" creationId="{47D6927C-D345-40E7-AD4A-3B733D1D6A2A}"/>
          </ac:inkMkLst>
        </pc:inkChg>
        <pc:inkChg chg="add del">
          <ac:chgData name="" userId="242feb3c33a8e7bf" providerId="LiveId" clId="{39C24DAF-E20C-4507-9157-C96F2FA882D0}" dt="2023-03-28T16:20:07.917" v="1813"/>
          <ac:inkMkLst>
            <pc:docMk/>
            <pc:sldMk cId="2295581324" sldId="264"/>
            <ac:inkMk id="93" creationId="{CD3DD055-4ED4-4056-8272-75D57B8A35BA}"/>
          </ac:inkMkLst>
        </pc:inkChg>
        <pc:inkChg chg="add del">
          <ac:chgData name="" userId="242feb3c33a8e7bf" providerId="LiveId" clId="{39C24DAF-E20C-4507-9157-C96F2FA882D0}" dt="2023-03-28T16:20:07.917" v="1813"/>
          <ac:inkMkLst>
            <pc:docMk/>
            <pc:sldMk cId="2295581324" sldId="264"/>
            <ac:inkMk id="94" creationId="{984F315E-8CAB-4DEF-A88A-0C75C8E55486}"/>
          </ac:inkMkLst>
        </pc:inkChg>
        <pc:inkChg chg="add">
          <ac:chgData name="" userId="242feb3c33a8e7bf" providerId="LiveId" clId="{39C24DAF-E20C-4507-9157-C96F2FA882D0}" dt="2023-03-28T16:20:07.917" v="1813"/>
          <ac:inkMkLst>
            <pc:docMk/>
            <pc:sldMk cId="2295581324" sldId="264"/>
            <ac:inkMk id="95" creationId="{918023E9-D9DD-4277-AC01-A1D45B20B62F}"/>
          </ac:inkMkLst>
        </pc:inkChg>
        <pc:inkChg chg="add del">
          <ac:chgData name="" userId="242feb3c33a8e7bf" providerId="LiveId" clId="{39C24DAF-E20C-4507-9157-C96F2FA882D0}" dt="2023-03-28T16:20:11.404" v="1821"/>
          <ac:inkMkLst>
            <pc:docMk/>
            <pc:sldMk cId="2295581324" sldId="264"/>
            <ac:inkMk id="96" creationId="{15617481-5ED8-4B9B-85BE-10957CC7B6B5}"/>
          </ac:inkMkLst>
        </pc:inkChg>
        <pc:inkChg chg="add del">
          <ac:chgData name="" userId="242feb3c33a8e7bf" providerId="LiveId" clId="{39C24DAF-E20C-4507-9157-C96F2FA882D0}" dt="2023-03-28T16:20:11.404" v="1821"/>
          <ac:inkMkLst>
            <pc:docMk/>
            <pc:sldMk cId="2295581324" sldId="264"/>
            <ac:inkMk id="97" creationId="{3AE61875-ADB4-4C00-A282-01D070A82748}"/>
          </ac:inkMkLst>
        </pc:inkChg>
        <pc:inkChg chg="add del">
          <ac:chgData name="" userId="242feb3c33a8e7bf" providerId="LiveId" clId="{39C24DAF-E20C-4507-9157-C96F2FA882D0}" dt="2023-03-28T16:20:11.404" v="1821"/>
          <ac:inkMkLst>
            <pc:docMk/>
            <pc:sldMk cId="2295581324" sldId="264"/>
            <ac:inkMk id="98" creationId="{574B4BA1-212F-402F-8448-B962F668E622}"/>
          </ac:inkMkLst>
        </pc:inkChg>
        <pc:inkChg chg="add del">
          <ac:chgData name="" userId="242feb3c33a8e7bf" providerId="LiveId" clId="{39C24DAF-E20C-4507-9157-C96F2FA882D0}" dt="2023-03-28T16:20:11.404" v="1821"/>
          <ac:inkMkLst>
            <pc:docMk/>
            <pc:sldMk cId="2295581324" sldId="264"/>
            <ac:inkMk id="99" creationId="{B292E6E1-D7B5-4C16-ABE0-2E13791931D5}"/>
          </ac:inkMkLst>
        </pc:inkChg>
        <pc:inkChg chg="add del">
          <ac:chgData name="" userId="242feb3c33a8e7bf" providerId="LiveId" clId="{39C24DAF-E20C-4507-9157-C96F2FA882D0}" dt="2023-03-28T16:20:11.404" v="1821"/>
          <ac:inkMkLst>
            <pc:docMk/>
            <pc:sldMk cId="2295581324" sldId="264"/>
            <ac:inkMk id="100" creationId="{1E065F52-0625-4D8F-A9F6-4F3E75DDDBEB}"/>
          </ac:inkMkLst>
        </pc:inkChg>
        <pc:inkChg chg="add del">
          <ac:chgData name="" userId="242feb3c33a8e7bf" providerId="LiveId" clId="{39C24DAF-E20C-4507-9157-C96F2FA882D0}" dt="2023-03-28T16:20:11.404" v="1821"/>
          <ac:inkMkLst>
            <pc:docMk/>
            <pc:sldMk cId="2295581324" sldId="264"/>
            <ac:inkMk id="101" creationId="{32A9E30E-F5CB-4A7F-838E-E0EAD641AD2F}"/>
          </ac:inkMkLst>
        </pc:inkChg>
        <pc:inkChg chg="add del">
          <ac:chgData name="" userId="242feb3c33a8e7bf" providerId="LiveId" clId="{39C24DAF-E20C-4507-9157-C96F2FA882D0}" dt="2023-03-28T16:20:11.404" v="1821"/>
          <ac:inkMkLst>
            <pc:docMk/>
            <pc:sldMk cId="2295581324" sldId="264"/>
            <ac:inkMk id="102" creationId="{A22C383D-1B4A-40DA-9B9E-06B1B11F532C}"/>
          </ac:inkMkLst>
        </pc:inkChg>
        <pc:inkChg chg="add del">
          <ac:chgData name="" userId="242feb3c33a8e7bf" providerId="LiveId" clId="{39C24DAF-E20C-4507-9157-C96F2FA882D0}" dt="2023-03-28T16:20:13.868" v="1822"/>
          <ac:inkMkLst>
            <pc:docMk/>
            <pc:sldMk cId="2295581324" sldId="264"/>
            <ac:inkMk id="103" creationId="{34037192-32B2-4B18-BF2E-C268EDD97339}"/>
          </ac:inkMkLst>
        </pc:inkChg>
        <pc:inkChg chg="add del">
          <ac:chgData name="" userId="242feb3c33a8e7bf" providerId="LiveId" clId="{39C24DAF-E20C-4507-9157-C96F2FA882D0}" dt="2023-03-28T16:20:21.911" v="1830"/>
          <ac:inkMkLst>
            <pc:docMk/>
            <pc:sldMk cId="2295581324" sldId="264"/>
            <ac:inkMk id="104" creationId="{C8493F1E-6BA2-46E0-9BE3-5D0BF435FA8A}"/>
          </ac:inkMkLst>
        </pc:inkChg>
        <pc:inkChg chg="add del">
          <ac:chgData name="" userId="242feb3c33a8e7bf" providerId="LiveId" clId="{39C24DAF-E20C-4507-9157-C96F2FA882D0}" dt="2023-03-28T16:20:21.911" v="1830"/>
          <ac:inkMkLst>
            <pc:docMk/>
            <pc:sldMk cId="2295581324" sldId="264"/>
            <ac:inkMk id="105" creationId="{7DFED686-ECF9-4925-8466-68BCF5C7EAA6}"/>
          </ac:inkMkLst>
        </pc:inkChg>
        <pc:inkChg chg="add del">
          <ac:chgData name="" userId="242feb3c33a8e7bf" providerId="LiveId" clId="{39C24DAF-E20C-4507-9157-C96F2FA882D0}" dt="2023-03-28T16:20:21.911" v="1830"/>
          <ac:inkMkLst>
            <pc:docMk/>
            <pc:sldMk cId="2295581324" sldId="264"/>
            <ac:inkMk id="106" creationId="{26E1956F-4136-482B-AFC5-368A3E72336D}"/>
          </ac:inkMkLst>
        </pc:inkChg>
        <pc:inkChg chg="add del">
          <ac:chgData name="" userId="242feb3c33a8e7bf" providerId="LiveId" clId="{39C24DAF-E20C-4507-9157-C96F2FA882D0}" dt="2023-03-28T16:20:21.911" v="1830"/>
          <ac:inkMkLst>
            <pc:docMk/>
            <pc:sldMk cId="2295581324" sldId="264"/>
            <ac:inkMk id="107" creationId="{D03059FF-41B7-465F-B984-8A2EEB89E9D4}"/>
          </ac:inkMkLst>
        </pc:inkChg>
        <pc:inkChg chg="add del">
          <ac:chgData name="" userId="242feb3c33a8e7bf" providerId="LiveId" clId="{39C24DAF-E20C-4507-9157-C96F2FA882D0}" dt="2023-03-28T16:20:21.911" v="1830"/>
          <ac:inkMkLst>
            <pc:docMk/>
            <pc:sldMk cId="2295581324" sldId="264"/>
            <ac:inkMk id="108" creationId="{C7925042-C55B-42A2-8943-9ACA10F252AE}"/>
          </ac:inkMkLst>
        </pc:inkChg>
        <pc:inkChg chg="add del">
          <ac:chgData name="" userId="242feb3c33a8e7bf" providerId="LiveId" clId="{39C24DAF-E20C-4507-9157-C96F2FA882D0}" dt="2023-03-28T16:20:21.911" v="1830"/>
          <ac:inkMkLst>
            <pc:docMk/>
            <pc:sldMk cId="2295581324" sldId="264"/>
            <ac:inkMk id="109" creationId="{27F4BA21-D40A-4FCC-B9B2-94E01D205E4A}"/>
          </ac:inkMkLst>
        </pc:inkChg>
        <pc:inkChg chg="add del">
          <ac:chgData name="" userId="242feb3c33a8e7bf" providerId="LiveId" clId="{39C24DAF-E20C-4507-9157-C96F2FA882D0}" dt="2023-03-28T16:20:21.911" v="1830"/>
          <ac:inkMkLst>
            <pc:docMk/>
            <pc:sldMk cId="2295581324" sldId="264"/>
            <ac:inkMk id="110" creationId="{6B197973-3170-4268-A92D-04EFCA549C66}"/>
          </ac:inkMkLst>
        </pc:inkChg>
        <pc:inkChg chg="add">
          <ac:chgData name="" userId="242feb3c33a8e7bf" providerId="LiveId" clId="{39C24DAF-E20C-4507-9157-C96F2FA882D0}" dt="2023-03-28T16:20:21.911" v="1830"/>
          <ac:inkMkLst>
            <pc:docMk/>
            <pc:sldMk cId="2295581324" sldId="264"/>
            <ac:inkMk id="111" creationId="{EF1B3C26-8BC9-47AF-9EFA-3D25547C3A24}"/>
          </ac:inkMkLst>
        </pc:inkChg>
        <pc:inkChg chg="add del">
          <ac:chgData name="" userId="242feb3c33a8e7bf" providerId="LiveId" clId="{39C24DAF-E20C-4507-9157-C96F2FA882D0}" dt="2023-03-28T16:20:30.988" v="1847"/>
          <ac:inkMkLst>
            <pc:docMk/>
            <pc:sldMk cId="2295581324" sldId="264"/>
            <ac:inkMk id="112" creationId="{94D4A549-D542-44D8-88C5-FBF49BCA732A}"/>
          </ac:inkMkLst>
        </pc:inkChg>
        <pc:inkChg chg="add del">
          <ac:chgData name="" userId="242feb3c33a8e7bf" providerId="LiveId" clId="{39C24DAF-E20C-4507-9157-C96F2FA882D0}" dt="2023-03-28T16:20:30.988" v="1847"/>
          <ac:inkMkLst>
            <pc:docMk/>
            <pc:sldMk cId="2295581324" sldId="264"/>
            <ac:inkMk id="113" creationId="{5437FB37-7D32-45CC-8BF5-E2ED03A78A18}"/>
          </ac:inkMkLst>
        </pc:inkChg>
        <pc:inkChg chg="add del">
          <ac:chgData name="" userId="242feb3c33a8e7bf" providerId="LiveId" clId="{39C24DAF-E20C-4507-9157-C96F2FA882D0}" dt="2023-03-28T16:20:30.988" v="1847"/>
          <ac:inkMkLst>
            <pc:docMk/>
            <pc:sldMk cId="2295581324" sldId="264"/>
            <ac:inkMk id="114" creationId="{F5A409CF-8276-4417-96C2-5FE8758D1AF7}"/>
          </ac:inkMkLst>
        </pc:inkChg>
        <pc:inkChg chg="add del">
          <ac:chgData name="" userId="242feb3c33a8e7bf" providerId="LiveId" clId="{39C24DAF-E20C-4507-9157-C96F2FA882D0}" dt="2023-03-28T16:20:30.988" v="1847"/>
          <ac:inkMkLst>
            <pc:docMk/>
            <pc:sldMk cId="2295581324" sldId="264"/>
            <ac:inkMk id="115" creationId="{CB921AE1-1F3A-42E2-B0D0-A87BFE382B13}"/>
          </ac:inkMkLst>
        </pc:inkChg>
        <pc:inkChg chg="add del">
          <ac:chgData name="" userId="242feb3c33a8e7bf" providerId="LiveId" clId="{39C24DAF-E20C-4507-9157-C96F2FA882D0}" dt="2023-03-28T16:20:30.988" v="1847"/>
          <ac:inkMkLst>
            <pc:docMk/>
            <pc:sldMk cId="2295581324" sldId="264"/>
            <ac:inkMk id="116" creationId="{0AD4AF18-1E53-45EA-9F27-8E9B43982802}"/>
          </ac:inkMkLst>
        </pc:inkChg>
        <pc:inkChg chg="add del">
          <ac:chgData name="" userId="242feb3c33a8e7bf" providerId="LiveId" clId="{39C24DAF-E20C-4507-9157-C96F2FA882D0}" dt="2023-03-28T16:20:30.988" v="1847"/>
          <ac:inkMkLst>
            <pc:docMk/>
            <pc:sldMk cId="2295581324" sldId="264"/>
            <ac:inkMk id="117" creationId="{4260598D-1513-4959-BD27-F554C5D86C8F}"/>
          </ac:inkMkLst>
        </pc:inkChg>
        <pc:inkChg chg="add del">
          <ac:chgData name="" userId="242feb3c33a8e7bf" providerId="LiveId" clId="{39C24DAF-E20C-4507-9157-C96F2FA882D0}" dt="2023-03-28T16:20:30.988" v="1847"/>
          <ac:inkMkLst>
            <pc:docMk/>
            <pc:sldMk cId="2295581324" sldId="264"/>
            <ac:inkMk id="118" creationId="{4E2F481D-03C5-4EC7-AE02-EA3BDF2E0259}"/>
          </ac:inkMkLst>
        </pc:inkChg>
        <pc:inkChg chg="add del">
          <ac:chgData name="" userId="242feb3c33a8e7bf" providerId="LiveId" clId="{39C24DAF-E20C-4507-9157-C96F2FA882D0}" dt="2023-03-28T16:20:30.988" v="1847"/>
          <ac:inkMkLst>
            <pc:docMk/>
            <pc:sldMk cId="2295581324" sldId="264"/>
            <ac:inkMk id="119" creationId="{16D8EE20-92E8-402A-B0B0-DB4BE3C6B2FA}"/>
          </ac:inkMkLst>
        </pc:inkChg>
        <pc:inkChg chg="add del">
          <ac:chgData name="" userId="242feb3c33a8e7bf" providerId="LiveId" clId="{39C24DAF-E20C-4507-9157-C96F2FA882D0}" dt="2023-03-28T16:20:30.988" v="1847"/>
          <ac:inkMkLst>
            <pc:docMk/>
            <pc:sldMk cId="2295581324" sldId="264"/>
            <ac:inkMk id="120" creationId="{E5AF98E4-BCB1-4B82-A15C-4DD25765A54A}"/>
          </ac:inkMkLst>
        </pc:inkChg>
        <pc:inkChg chg="add del">
          <ac:chgData name="" userId="242feb3c33a8e7bf" providerId="LiveId" clId="{39C24DAF-E20C-4507-9157-C96F2FA882D0}" dt="2023-03-28T16:20:30.988" v="1847"/>
          <ac:inkMkLst>
            <pc:docMk/>
            <pc:sldMk cId="2295581324" sldId="264"/>
            <ac:inkMk id="121" creationId="{27CE0213-A788-4601-9C0B-A58D4C5EAD57}"/>
          </ac:inkMkLst>
        </pc:inkChg>
        <pc:inkChg chg="add del">
          <ac:chgData name="" userId="242feb3c33a8e7bf" providerId="LiveId" clId="{39C24DAF-E20C-4507-9157-C96F2FA882D0}" dt="2023-03-28T16:20:30.988" v="1847"/>
          <ac:inkMkLst>
            <pc:docMk/>
            <pc:sldMk cId="2295581324" sldId="264"/>
            <ac:inkMk id="122" creationId="{659DD8C3-65C5-460C-BA3A-FAE0C7B55764}"/>
          </ac:inkMkLst>
        </pc:inkChg>
        <pc:inkChg chg="add del">
          <ac:chgData name="" userId="242feb3c33a8e7bf" providerId="LiveId" clId="{39C24DAF-E20C-4507-9157-C96F2FA882D0}" dt="2023-03-28T16:20:30.988" v="1847"/>
          <ac:inkMkLst>
            <pc:docMk/>
            <pc:sldMk cId="2295581324" sldId="264"/>
            <ac:inkMk id="123" creationId="{390F4E0B-4019-4DB1-9605-EC98F416D0C7}"/>
          </ac:inkMkLst>
        </pc:inkChg>
        <pc:inkChg chg="add del">
          <ac:chgData name="" userId="242feb3c33a8e7bf" providerId="LiveId" clId="{39C24DAF-E20C-4507-9157-C96F2FA882D0}" dt="2023-03-28T16:20:30.988" v="1847"/>
          <ac:inkMkLst>
            <pc:docMk/>
            <pc:sldMk cId="2295581324" sldId="264"/>
            <ac:inkMk id="124" creationId="{C35DBC07-14CB-4007-B6DF-6C881B13830F}"/>
          </ac:inkMkLst>
        </pc:inkChg>
        <pc:inkChg chg="add del">
          <ac:chgData name="" userId="242feb3c33a8e7bf" providerId="LiveId" clId="{39C24DAF-E20C-4507-9157-C96F2FA882D0}" dt="2023-03-28T16:20:30.988" v="1847"/>
          <ac:inkMkLst>
            <pc:docMk/>
            <pc:sldMk cId="2295581324" sldId="264"/>
            <ac:inkMk id="125" creationId="{30FBAE20-1130-4B67-B4B9-60FA55AB758D}"/>
          </ac:inkMkLst>
        </pc:inkChg>
        <pc:inkChg chg="add del">
          <ac:chgData name="" userId="242feb3c33a8e7bf" providerId="LiveId" clId="{39C24DAF-E20C-4507-9157-C96F2FA882D0}" dt="2023-03-28T16:20:30.988" v="1847"/>
          <ac:inkMkLst>
            <pc:docMk/>
            <pc:sldMk cId="2295581324" sldId="264"/>
            <ac:inkMk id="126" creationId="{46ECA122-BFC0-4176-977F-E0CDA437FBDB}"/>
          </ac:inkMkLst>
        </pc:inkChg>
        <pc:inkChg chg="add del">
          <ac:chgData name="" userId="242feb3c33a8e7bf" providerId="LiveId" clId="{39C24DAF-E20C-4507-9157-C96F2FA882D0}" dt="2023-03-28T16:20:30.988" v="1847"/>
          <ac:inkMkLst>
            <pc:docMk/>
            <pc:sldMk cId="2295581324" sldId="264"/>
            <ac:inkMk id="127" creationId="{4FF02194-3D22-479A-B9F3-1D72AD8B478D}"/>
          </ac:inkMkLst>
        </pc:inkChg>
        <pc:inkChg chg="add del">
          <ac:chgData name="" userId="242feb3c33a8e7bf" providerId="LiveId" clId="{39C24DAF-E20C-4507-9157-C96F2FA882D0}" dt="2023-03-28T16:20:32.802" v="1848"/>
          <ac:inkMkLst>
            <pc:docMk/>
            <pc:sldMk cId="2295581324" sldId="264"/>
            <ac:inkMk id="128" creationId="{47E5E402-5D0D-4164-8C71-2F52F774948D}"/>
          </ac:inkMkLst>
        </pc:inkChg>
        <pc:inkChg chg="add del">
          <ac:chgData name="" userId="242feb3c33a8e7bf" providerId="LiveId" clId="{39C24DAF-E20C-4507-9157-C96F2FA882D0}" dt="2023-03-28T16:20:48.205" v="1864"/>
          <ac:inkMkLst>
            <pc:docMk/>
            <pc:sldMk cId="2295581324" sldId="264"/>
            <ac:inkMk id="129" creationId="{DC040576-EE78-4F36-BF41-7F631B38A6EA}"/>
          </ac:inkMkLst>
        </pc:inkChg>
        <pc:inkChg chg="add">
          <ac:chgData name="" userId="242feb3c33a8e7bf" providerId="LiveId" clId="{39C24DAF-E20C-4507-9157-C96F2FA882D0}" dt="2023-03-28T16:20:30.988" v="1847"/>
          <ac:inkMkLst>
            <pc:docMk/>
            <pc:sldMk cId="2295581324" sldId="264"/>
            <ac:inkMk id="130" creationId="{798BE544-F7E1-4B5D-81C5-1C48484988CB}"/>
          </ac:inkMkLst>
        </pc:inkChg>
        <pc:inkChg chg="add del">
          <ac:chgData name="" userId="242feb3c33a8e7bf" providerId="LiveId" clId="{39C24DAF-E20C-4507-9157-C96F2FA882D0}" dt="2023-03-28T16:20:36.461" v="1853"/>
          <ac:inkMkLst>
            <pc:docMk/>
            <pc:sldMk cId="2295581324" sldId="264"/>
            <ac:inkMk id="131" creationId="{78A3918D-D319-4FB3-A85C-47C29FFED749}"/>
          </ac:inkMkLst>
        </pc:inkChg>
        <pc:inkChg chg="add del">
          <ac:chgData name="" userId="242feb3c33a8e7bf" providerId="LiveId" clId="{39C24DAF-E20C-4507-9157-C96F2FA882D0}" dt="2023-03-28T16:20:36.461" v="1853"/>
          <ac:inkMkLst>
            <pc:docMk/>
            <pc:sldMk cId="2295581324" sldId="264"/>
            <ac:inkMk id="132" creationId="{001C0ADA-E37E-4197-9257-76E6E35805CB}"/>
          </ac:inkMkLst>
        </pc:inkChg>
        <pc:inkChg chg="add del">
          <ac:chgData name="" userId="242feb3c33a8e7bf" providerId="LiveId" clId="{39C24DAF-E20C-4507-9157-C96F2FA882D0}" dt="2023-03-28T16:20:36.461" v="1853"/>
          <ac:inkMkLst>
            <pc:docMk/>
            <pc:sldMk cId="2295581324" sldId="264"/>
            <ac:inkMk id="133" creationId="{81478EA8-09A1-49C9-BFFA-660C06F0A5F8}"/>
          </ac:inkMkLst>
        </pc:inkChg>
        <pc:inkChg chg="add del">
          <ac:chgData name="" userId="242feb3c33a8e7bf" providerId="LiveId" clId="{39C24DAF-E20C-4507-9157-C96F2FA882D0}" dt="2023-03-28T16:20:36.461" v="1853"/>
          <ac:inkMkLst>
            <pc:docMk/>
            <pc:sldMk cId="2295581324" sldId="264"/>
            <ac:inkMk id="134" creationId="{FD3BA31D-92DB-4F78-9983-4B75902FD9A1}"/>
          </ac:inkMkLst>
        </pc:inkChg>
        <pc:inkChg chg="add del">
          <ac:chgData name="" userId="242feb3c33a8e7bf" providerId="LiveId" clId="{39C24DAF-E20C-4507-9157-C96F2FA882D0}" dt="2023-03-28T16:20:48.205" v="1864"/>
          <ac:inkMkLst>
            <pc:docMk/>
            <pc:sldMk cId="2295581324" sldId="264"/>
            <ac:inkMk id="135" creationId="{C7CC3487-6A60-47EE-82F7-6E44EFCE8D8A}"/>
          </ac:inkMkLst>
        </pc:inkChg>
        <pc:inkChg chg="add del">
          <ac:chgData name="" userId="242feb3c33a8e7bf" providerId="LiveId" clId="{39C24DAF-E20C-4507-9157-C96F2FA882D0}" dt="2023-03-28T16:20:48.205" v="1864"/>
          <ac:inkMkLst>
            <pc:docMk/>
            <pc:sldMk cId="2295581324" sldId="264"/>
            <ac:inkMk id="136" creationId="{492232A8-AB76-4D63-8C8D-62D6350C5B70}"/>
          </ac:inkMkLst>
        </pc:inkChg>
        <pc:inkChg chg="add del">
          <ac:chgData name="" userId="242feb3c33a8e7bf" providerId="LiveId" clId="{39C24DAF-E20C-4507-9157-C96F2FA882D0}" dt="2023-03-28T16:20:48.205" v="1864"/>
          <ac:inkMkLst>
            <pc:docMk/>
            <pc:sldMk cId="2295581324" sldId="264"/>
            <ac:inkMk id="137" creationId="{9D89B73D-96CB-4FEC-9165-7A1329DAD06D}"/>
          </ac:inkMkLst>
        </pc:inkChg>
        <pc:inkChg chg="add del">
          <ac:chgData name="" userId="242feb3c33a8e7bf" providerId="LiveId" clId="{39C24DAF-E20C-4507-9157-C96F2FA882D0}" dt="2023-03-28T16:20:48.205" v="1864"/>
          <ac:inkMkLst>
            <pc:docMk/>
            <pc:sldMk cId="2295581324" sldId="264"/>
            <ac:inkMk id="138" creationId="{F569980E-B30F-4C0A-ADD1-C008E95051DC}"/>
          </ac:inkMkLst>
        </pc:inkChg>
        <pc:inkChg chg="add del">
          <ac:chgData name="" userId="242feb3c33a8e7bf" providerId="LiveId" clId="{39C24DAF-E20C-4507-9157-C96F2FA882D0}" dt="2023-03-28T16:20:48.205" v="1864"/>
          <ac:inkMkLst>
            <pc:docMk/>
            <pc:sldMk cId="2295581324" sldId="264"/>
            <ac:inkMk id="139" creationId="{57379AE0-5C42-4201-B4F6-F451D2497FB6}"/>
          </ac:inkMkLst>
        </pc:inkChg>
        <pc:inkChg chg="add del">
          <ac:chgData name="" userId="242feb3c33a8e7bf" providerId="LiveId" clId="{39C24DAF-E20C-4507-9157-C96F2FA882D0}" dt="2023-03-28T16:20:48.205" v="1864"/>
          <ac:inkMkLst>
            <pc:docMk/>
            <pc:sldMk cId="2295581324" sldId="264"/>
            <ac:inkMk id="140" creationId="{867263D1-6C82-4FB1-917D-A03FECA98618}"/>
          </ac:inkMkLst>
        </pc:inkChg>
        <pc:inkChg chg="add del">
          <ac:chgData name="" userId="242feb3c33a8e7bf" providerId="LiveId" clId="{39C24DAF-E20C-4507-9157-C96F2FA882D0}" dt="2023-03-28T16:20:48.205" v="1864"/>
          <ac:inkMkLst>
            <pc:docMk/>
            <pc:sldMk cId="2295581324" sldId="264"/>
            <ac:inkMk id="141" creationId="{A40BBB07-DDC4-4243-8585-C7F696F6F84C}"/>
          </ac:inkMkLst>
        </pc:inkChg>
        <pc:inkChg chg="add del">
          <ac:chgData name="" userId="242feb3c33a8e7bf" providerId="LiveId" clId="{39C24DAF-E20C-4507-9157-C96F2FA882D0}" dt="2023-03-28T16:20:48.205" v="1864"/>
          <ac:inkMkLst>
            <pc:docMk/>
            <pc:sldMk cId="2295581324" sldId="264"/>
            <ac:inkMk id="142" creationId="{C7AE8CF4-4374-4E1A-98E8-887F0E969494}"/>
          </ac:inkMkLst>
        </pc:inkChg>
        <pc:inkChg chg="add del">
          <ac:chgData name="" userId="242feb3c33a8e7bf" providerId="LiveId" clId="{39C24DAF-E20C-4507-9157-C96F2FA882D0}" dt="2023-03-28T16:20:48.205" v="1864"/>
          <ac:inkMkLst>
            <pc:docMk/>
            <pc:sldMk cId="2295581324" sldId="264"/>
            <ac:inkMk id="143" creationId="{381AA9F4-7572-4415-85D2-1DEA316389FF}"/>
          </ac:inkMkLst>
        </pc:inkChg>
        <pc:inkChg chg="add del">
          <ac:chgData name="" userId="242feb3c33a8e7bf" providerId="LiveId" clId="{39C24DAF-E20C-4507-9157-C96F2FA882D0}" dt="2023-03-28T16:20:48.205" v="1864"/>
          <ac:inkMkLst>
            <pc:docMk/>
            <pc:sldMk cId="2295581324" sldId="264"/>
            <ac:inkMk id="144" creationId="{0ED8F475-2DBB-492A-989E-2030CD28222F}"/>
          </ac:inkMkLst>
        </pc:inkChg>
        <pc:inkChg chg="add del">
          <ac:chgData name="" userId="242feb3c33a8e7bf" providerId="LiveId" clId="{39C24DAF-E20C-4507-9157-C96F2FA882D0}" dt="2023-03-28T16:20:48.205" v="1864"/>
          <ac:inkMkLst>
            <pc:docMk/>
            <pc:sldMk cId="2295581324" sldId="264"/>
            <ac:inkMk id="145" creationId="{861D9DF8-8AD4-4D6F-85F7-B5E72EE06A15}"/>
          </ac:inkMkLst>
        </pc:inkChg>
        <pc:inkChg chg="add">
          <ac:chgData name="" userId="242feb3c33a8e7bf" providerId="LiveId" clId="{39C24DAF-E20C-4507-9157-C96F2FA882D0}" dt="2023-03-28T16:20:48.205" v="1864"/>
          <ac:inkMkLst>
            <pc:docMk/>
            <pc:sldMk cId="2295581324" sldId="264"/>
            <ac:inkMk id="146" creationId="{A509E4F7-047D-4426-96AC-5DA0172B8433}"/>
          </ac:inkMkLst>
        </pc:inkChg>
        <pc:inkChg chg="add del">
          <ac:chgData name="" userId="242feb3c33a8e7bf" providerId="LiveId" clId="{39C24DAF-E20C-4507-9157-C96F2FA882D0}" dt="2023-03-28T16:20:48.205" v="1864"/>
          <ac:inkMkLst>
            <pc:docMk/>
            <pc:sldMk cId="2295581324" sldId="264"/>
            <ac:inkMk id="147" creationId="{A53D3FAE-9AE7-4EF3-8D25-69AD94611227}"/>
          </ac:inkMkLst>
        </pc:inkChg>
        <pc:inkChg chg="add">
          <ac:chgData name="" userId="242feb3c33a8e7bf" providerId="LiveId" clId="{39C24DAF-E20C-4507-9157-C96F2FA882D0}" dt="2023-03-28T16:20:48.205" v="1864"/>
          <ac:inkMkLst>
            <pc:docMk/>
            <pc:sldMk cId="2295581324" sldId="264"/>
            <ac:inkMk id="148" creationId="{5CE872A2-156C-4E62-A1B4-F6833A3BBDD3}"/>
          </ac:inkMkLst>
        </pc:inkChg>
        <pc:inkChg chg="add del">
          <ac:chgData name="" userId="242feb3c33a8e7bf" providerId="LiveId" clId="{39C24DAF-E20C-4507-9157-C96F2FA882D0}" dt="2023-03-28T16:20:52.706" v="1870"/>
          <ac:inkMkLst>
            <pc:docMk/>
            <pc:sldMk cId="2295581324" sldId="264"/>
            <ac:inkMk id="149" creationId="{2F3542D8-78A4-4E6B-86A4-8B0A4903BE3F}"/>
          </ac:inkMkLst>
        </pc:inkChg>
        <pc:inkChg chg="add del">
          <ac:chgData name="" userId="242feb3c33a8e7bf" providerId="LiveId" clId="{39C24DAF-E20C-4507-9157-C96F2FA882D0}" dt="2023-03-28T16:20:52.706" v="1870"/>
          <ac:inkMkLst>
            <pc:docMk/>
            <pc:sldMk cId="2295581324" sldId="264"/>
            <ac:inkMk id="150" creationId="{F27979C4-2259-4589-AD54-964801F0EBF3}"/>
          </ac:inkMkLst>
        </pc:inkChg>
        <pc:inkChg chg="add del">
          <ac:chgData name="" userId="242feb3c33a8e7bf" providerId="LiveId" clId="{39C24DAF-E20C-4507-9157-C96F2FA882D0}" dt="2023-03-28T16:20:52.706" v="1870"/>
          <ac:inkMkLst>
            <pc:docMk/>
            <pc:sldMk cId="2295581324" sldId="264"/>
            <ac:inkMk id="151" creationId="{1D393605-C68C-46C6-ADB8-D7744B83846F}"/>
          </ac:inkMkLst>
        </pc:inkChg>
        <pc:inkChg chg="add del">
          <ac:chgData name="" userId="242feb3c33a8e7bf" providerId="LiveId" clId="{39C24DAF-E20C-4507-9157-C96F2FA882D0}" dt="2023-03-28T16:20:52.706" v="1870"/>
          <ac:inkMkLst>
            <pc:docMk/>
            <pc:sldMk cId="2295581324" sldId="264"/>
            <ac:inkMk id="152" creationId="{C46237D4-B639-4293-A555-6FE3F0D6612C}"/>
          </ac:inkMkLst>
        </pc:inkChg>
        <pc:inkChg chg="add del">
          <ac:chgData name="" userId="242feb3c33a8e7bf" providerId="LiveId" clId="{39C24DAF-E20C-4507-9157-C96F2FA882D0}" dt="2023-03-28T16:20:52.706" v="1870"/>
          <ac:inkMkLst>
            <pc:docMk/>
            <pc:sldMk cId="2295581324" sldId="264"/>
            <ac:inkMk id="153" creationId="{94516C82-8CD2-429F-B563-6217DD756C6E}"/>
          </ac:inkMkLst>
        </pc:inkChg>
        <pc:inkChg chg="add">
          <ac:chgData name="" userId="242feb3c33a8e7bf" providerId="LiveId" clId="{39C24DAF-E20C-4507-9157-C96F2FA882D0}" dt="2023-03-28T16:20:52.706" v="1870"/>
          <ac:inkMkLst>
            <pc:docMk/>
            <pc:sldMk cId="2295581324" sldId="264"/>
            <ac:inkMk id="154" creationId="{FA79D5E6-CBFC-41AA-BCCD-347A03A0CF38}"/>
          </ac:inkMkLst>
        </pc:inkChg>
        <pc:inkChg chg="add">
          <ac:chgData name="" userId="242feb3c33a8e7bf" providerId="LiveId" clId="{39C24DAF-E20C-4507-9157-C96F2FA882D0}" dt="2023-03-28T16:20:59.665" v="1871"/>
          <ac:inkMkLst>
            <pc:docMk/>
            <pc:sldMk cId="2295581324" sldId="264"/>
            <ac:inkMk id="155" creationId="{411FB0A9-40A5-4699-B270-6D7C8C7D78A1}"/>
          </ac:inkMkLst>
        </pc:inkChg>
        <pc:inkChg chg="add">
          <ac:chgData name="" userId="242feb3c33a8e7bf" providerId="LiveId" clId="{39C24DAF-E20C-4507-9157-C96F2FA882D0}" dt="2023-03-28T16:21:02.400" v="1872"/>
          <ac:inkMkLst>
            <pc:docMk/>
            <pc:sldMk cId="2295581324" sldId="264"/>
            <ac:inkMk id="156" creationId="{61B6CC60-9E5B-40ED-BB06-6F522566EA79}"/>
          </ac:inkMkLst>
        </pc:inkChg>
        <pc:inkChg chg="add">
          <ac:chgData name="" userId="242feb3c33a8e7bf" providerId="LiveId" clId="{39C24DAF-E20C-4507-9157-C96F2FA882D0}" dt="2023-03-28T16:21:07.959" v="1873"/>
          <ac:inkMkLst>
            <pc:docMk/>
            <pc:sldMk cId="2295581324" sldId="264"/>
            <ac:inkMk id="157" creationId="{F5F856E6-A14D-4DC5-8759-EC928908D874}"/>
          </ac:inkMkLst>
        </pc:inkChg>
        <pc:inkChg chg="add">
          <ac:chgData name="" userId="242feb3c33a8e7bf" providerId="LiveId" clId="{39C24DAF-E20C-4507-9157-C96F2FA882D0}" dt="2023-03-28T16:21:09.636" v="1874"/>
          <ac:inkMkLst>
            <pc:docMk/>
            <pc:sldMk cId="2295581324" sldId="264"/>
            <ac:inkMk id="158" creationId="{1BB406B9-6CCE-4F2E-8ED9-B814A09D7F62}"/>
          </ac:inkMkLst>
        </pc:inkChg>
        <pc:inkChg chg="add del">
          <ac:chgData name="" userId="242feb3c33a8e7bf" providerId="LiveId" clId="{39C24DAF-E20C-4507-9157-C96F2FA882D0}" dt="2023-03-28T16:21:19.834" v="1891"/>
          <ac:inkMkLst>
            <pc:docMk/>
            <pc:sldMk cId="2295581324" sldId="264"/>
            <ac:inkMk id="159" creationId="{CAE53DB8-41FB-4CC6-8F08-04ED0727E5BD}"/>
          </ac:inkMkLst>
        </pc:inkChg>
        <pc:inkChg chg="add del">
          <ac:chgData name="" userId="242feb3c33a8e7bf" providerId="LiveId" clId="{39C24DAF-E20C-4507-9157-C96F2FA882D0}" dt="2023-03-28T16:21:19.834" v="1891"/>
          <ac:inkMkLst>
            <pc:docMk/>
            <pc:sldMk cId="2295581324" sldId="264"/>
            <ac:inkMk id="160" creationId="{306FD3B9-20B2-48B4-940F-408B1867C454}"/>
          </ac:inkMkLst>
        </pc:inkChg>
        <pc:inkChg chg="add del">
          <ac:chgData name="" userId="242feb3c33a8e7bf" providerId="LiveId" clId="{39C24DAF-E20C-4507-9157-C96F2FA882D0}" dt="2023-03-28T16:21:19.834" v="1891"/>
          <ac:inkMkLst>
            <pc:docMk/>
            <pc:sldMk cId="2295581324" sldId="264"/>
            <ac:inkMk id="161" creationId="{619323F9-1D49-48F5-8969-6DB6EE0184D7}"/>
          </ac:inkMkLst>
        </pc:inkChg>
        <pc:inkChg chg="add del">
          <ac:chgData name="" userId="242feb3c33a8e7bf" providerId="LiveId" clId="{39C24DAF-E20C-4507-9157-C96F2FA882D0}" dt="2023-03-28T16:21:19.834" v="1891"/>
          <ac:inkMkLst>
            <pc:docMk/>
            <pc:sldMk cId="2295581324" sldId="264"/>
            <ac:inkMk id="162" creationId="{36BE2D88-8D96-4765-99E4-B498A7AF3772}"/>
          </ac:inkMkLst>
        </pc:inkChg>
        <pc:inkChg chg="add del">
          <ac:chgData name="" userId="242feb3c33a8e7bf" providerId="LiveId" clId="{39C24DAF-E20C-4507-9157-C96F2FA882D0}" dt="2023-03-28T16:21:19.834" v="1891"/>
          <ac:inkMkLst>
            <pc:docMk/>
            <pc:sldMk cId="2295581324" sldId="264"/>
            <ac:inkMk id="163" creationId="{1F8EC61A-7024-42A3-B255-5694BEC0B49E}"/>
          </ac:inkMkLst>
        </pc:inkChg>
        <pc:inkChg chg="add del">
          <ac:chgData name="" userId="242feb3c33a8e7bf" providerId="LiveId" clId="{39C24DAF-E20C-4507-9157-C96F2FA882D0}" dt="2023-03-28T16:21:19.834" v="1891"/>
          <ac:inkMkLst>
            <pc:docMk/>
            <pc:sldMk cId="2295581324" sldId="264"/>
            <ac:inkMk id="164" creationId="{CE2465FF-8D60-409E-A05E-5F6DE19C6318}"/>
          </ac:inkMkLst>
        </pc:inkChg>
        <pc:inkChg chg="add del">
          <ac:chgData name="" userId="242feb3c33a8e7bf" providerId="LiveId" clId="{39C24DAF-E20C-4507-9157-C96F2FA882D0}" dt="2023-03-28T16:21:19.834" v="1891"/>
          <ac:inkMkLst>
            <pc:docMk/>
            <pc:sldMk cId="2295581324" sldId="264"/>
            <ac:inkMk id="165" creationId="{72B4AFD3-B2ED-4AA9-A1A2-F0A2FE159C67}"/>
          </ac:inkMkLst>
        </pc:inkChg>
        <pc:inkChg chg="add del">
          <ac:chgData name="" userId="242feb3c33a8e7bf" providerId="LiveId" clId="{39C24DAF-E20C-4507-9157-C96F2FA882D0}" dt="2023-03-28T16:21:19.834" v="1891"/>
          <ac:inkMkLst>
            <pc:docMk/>
            <pc:sldMk cId="2295581324" sldId="264"/>
            <ac:inkMk id="166" creationId="{63664E65-F74B-4D20-A074-99F1C853352B}"/>
          </ac:inkMkLst>
        </pc:inkChg>
        <pc:inkChg chg="add del">
          <ac:chgData name="" userId="242feb3c33a8e7bf" providerId="LiveId" clId="{39C24DAF-E20C-4507-9157-C96F2FA882D0}" dt="2023-03-28T16:21:19.834" v="1891"/>
          <ac:inkMkLst>
            <pc:docMk/>
            <pc:sldMk cId="2295581324" sldId="264"/>
            <ac:inkMk id="167" creationId="{E3603E4D-FFD7-430C-B52F-1CBC6EA456AB}"/>
          </ac:inkMkLst>
        </pc:inkChg>
        <pc:inkChg chg="add del">
          <ac:chgData name="" userId="242feb3c33a8e7bf" providerId="LiveId" clId="{39C24DAF-E20C-4507-9157-C96F2FA882D0}" dt="2023-03-28T16:21:19.834" v="1891"/>
          <ac:inkMkLst>
            <pc:docMk/>
            <pc:sldMk cId="2295581324" sldId="264"/>
            <ac:inkMk id="168" creationId="{F544CF2E-03FE-445B-A29F-FE361D5BA088}"/>
          </ac:inkMkLst>
        </pc:inkChg>
        <pc:inkChg chg="add del">
          <ac:chgData name="" userId="242feb3c33a8e7bf" providerId="LiveId" clId="{39C24DAF-E20C-4507-9157-C96F2FA882D0}" dt="2023-03-28T16:21:19.834" v="1891"/>
          <ac:inkMkLst>
            <pc:docMk/>
            <pc:sldMk cId="2295581324" sldId="264"/>
            <ac:inkMk id="169" creationId="{12CA95E0-399F-4F33-8266-060D359EBAE2}"/>
          </ac:inkMkLst>
        </pc:inkChg>
        <pc:inkChg chg="add del">
          <ac:chgData name="" userId="242feb3c33a8e7bf" providerId="LiveId" clId="{39C24DAF-E20C-4507-9157-C96F2FA882D0}" dt="2023-03-28T16:21:19.834" v="1891"/>
          <ac:inkMkLst>
            <pc:docMk/>
            <pc:sldMk cId="2295581324" sldId="264"/>
            <ac:inkMk id="170" creationId="{CF12EE4A-62C6-49B4-B03D-7F8A8A9C6767}"/>
          </ac:inkMkLst>
        </pc:inkChg>
        <pc:inkChg chg="add del">
          <ac:chgData name="" userId="242feb3c33a8e7bf" providerId="LiveId" clId="{39C24DAF-E20C-4507-9157-C96F2FA882D0}" dt="2023-03-28T16:21:19.834" v="1891"/>
          <ac:inkMkLst>
            <pc:docMk/>
            <pc:sldMk cId="2295581324" sldId="264"/>
            <ac:inkMk id="171" creationId="{24656A34-394D-43C5-8D21-EA96B1206740}"/>
          </ac:inkMkLst>
        </pc:inkChg>
        <pc:inkChg chg="add del">
          <ac:chgData name="" userId="242feb3c33a8e7bf" providerId="LiveId" clId="{39C24DAF-E20C-4507-9157-C96F2FA882D0}" dt="2023-03-28T16:21:19.834" v="1891"/>
          <ac:inkMkLst>
            <pc:docMk/>
            <pc:sldMk cId="2295581324" sldId="264"/>
            <ac:inkMk id="172" creationId="{F8206366-8C6B-4015-A062-F7BD5E0D9DE9}"/>
          </ac:inkMkLst>
        </pc:inkChg>
        <pc:inkChg chg="add del">
          <ac:chgData name="" userId="242feb3c33a8e7bf" providerId="LiveId" clId="{39C24DAF-E20C-4507-9157-C96F2FA882D0}" dt="2023-03-28T16:21:19.834" v="1891"/>
          <ac:inkMkLst>
            <pc:docMk/>
            <pc:sldMk cId="2295581324" sldId="264"/>
            <ac:inkMk id="173" creationId="{421184FC-1870-4668-B75F-478B52460996}"/>
          </ac:inkMkLst>
        </pc:inkChg>
        <pc:inkChg chg="add del">
          <ac:chgData name="" userId="242feb3c33a8e7bf" providerId="LiveId" clId="{39C24DAF-E20C-4507-9157-C96F2FA882D0}" dt="2023-03-28T16:21:19.834" v="1891"/>
          <ac:inkMkLst>
            <pc:docMk/>
            <pc:sldMk cId="2295581324" sldId="264"/>
            <ac:inkMk id="174" creationId="{9F8B33AD-6B08-448B-B555-2CEBC95E1443}"/>
          </ac:inkMkLst>
        </pc:inkChg>
        <pc:inkChg chg="add">
          <ac:chgData name="" userId="242feb3c33a8e7bf" providerId="LiveId" clId="{39C24DAF-E20C-4507-9157-C96F2FA882D0}" dt="2023-03-28T16:21:19.834" v="1891"/>
          <ac:inkMkLst>
            <pc:docMk/>
            <pc:sldMk cId="2295581324" sldId="264"/>
            <ac:inkMk id="175" creationId="{C416D9B6-1EDE-4BE5-BDE9-65DE22CA0EA4}"/>
          </ac:inkMkLst>
        </pc:inkChg>
        <pc:inkChg chg="add">
          <ac:chgData name="" userId="242feb3c33a8e7bf" providerId="LiveId" clId="{39C24DAF-E20C-4507-9157-C96F2FA882D0}" dt="2023-03-28T16:21:19.834" v="1891"/>
          <ac:inkMkLst>
            <pc:docMk/>
            <pc:sldMk cId="2295581324" sldId="264"/>
            <ac:inkMk id="176" creationId="{A06D101F-4D86-44C9-AA13-B7EE29872603}"/>
          </ac:inkMkLst>
        </pc:inkChg>
        <pc:inkChg chg="add del">
          <ac:chgData name="" userId="242feb3c33a8e7bf" providerId="LiveId" clId="{39C24DAF-E20C-4507-9157-C96F2FA882D0}" dt="2023-03-28T16:21:23.587" v="1900"/>
          <ac:inkMkLst>
            <pc:docMk/>
            <pc:sldMk cId="2295581324" sldId="264"/>
            <ac:inkMk id="177" creationId="{35FB1C07-FB74-4B10-A3D3-8C1454355F56}"/>
          </ac:inkMkLst>
        </pc:inkChg>
        <pc:inkChg chg="add del">
          <ac:chgData name="" userId="242feb3c33a8e7bf" providerId="LiveId" clId="{39C24DAF-E20C-4507-9157-C96F2FA882D0}" dt="2023-03-28T16:21:23.587" v="1900"/>
          <ac:inkMkLst>
            <pc:docMk/>
            <pc:sldMk cId="2295581324" sldId="264"/>
            <ac:inkMk id="178" creationId="{AE01BF38-542F-4D73-84AD-C301A47BE465}"/>
          </ac:inkMkLst>
        </pc:inkChg>
        <pc:inkChg chg="add del">
          <ac:chgData name="" userId="242feb3c33a8e7bf" providerId="LiveId" clId="{39C24DAF-E20C-4507-9157-C96F2FA882D0}" dt="2023-03-28T16:21:23.587" v="1900"/>
          <ac:inkMkLst>
            <pc:docMk/>
            <pc:sldMk cId="2295581324" sldId="264"/>
            <ac:inkMk id="179" creationId="{B3BD4892-71B2-4455-9D9C-438E283B2EB0}"/>
          </ac:inkMkLst>
        </pc:inkChg>
        <pc:inkChg chg="add del">
          <ac:chgData name="" userId="242feb3c33a8e7bf" providerId="LiveId" clId="{39C24DAF-E20C-4507-9157-C96F2FA882D0}" dt="2023-03-28T16:21:23.587" v="1900"/>
          <ac:inkMkLst>
            <pc:docMk/>
            <pc:sldMk cId="2295581324" sldId="264"/>
            <ac:inkMk id="180" creationId="{DC9101FC-3CF2-438B-86CA-6D3FDB960636}"/>
          </ac:inkMkLst>
        </pc:inkChg>
        <pc:inkChg chg="add del">
          <ac:chgData name="" userId="242feb3c33a8e7bf" providerId="LiveId" clId="{39C24DAF-E20C-4507-9157-C96F2FA882D0}" dt="2023-03-28T16:21:23.587" v="1900"/>
          <ac:inkMkLst>
            <pc:docMk/>
            <pc:sldMk cId="2295581324" sldId="264"/>
            <ac:inkMk id="181" creationId="{2308FAAD-E5F6-4C55-AF5C-C0DDD896F8E2}"/>
          </ac:inkMkLst>
        </pc:inkChg>
        <pc:inkChg chg="add del">
          <ac:chgData name="" userId="242feb3c33a8e7bf" providerId="LiveId" clId="{39C24DAF-E20C-4507-9157-C96F2FA882D0}" dt="2023-03-28T16:21:23.587" v="1900"/>
          <ac:inkMkLst>
            <pc:docMk/>
            <pc:sldMk cId="2295581324" sldId="264"/>
            <ac:inkMk id="182" creationId="{807ED061-34BD-4879-B411-9421F82E68F1}"/>
          </ac:inkMkLst>
        </pc:inkChg>
        <pc:inkChg chg="add del">
          <ac:chgData name="" userId="242feb3c33a8e7bf" providerId="LiveId" clId="{39C24DAF-E20C-4507-9157-C96F2FA882D0}" dt="2023-03-28T16:21:23.587" v="1900"/>
          <ac:inkMkLst>
            <pc:docMk/>
            <pc:sldMk cId="2295581324" sldId="264"/>
            <ac:inkMk id="183" creationId="{A74611E2-AC4E-4BFB-98CA-7ABE7E0D5CFB}"/>
          </ac:inkMkLst>
        </pc:inkChg>
        <pc:inkChg chg="add del">
          <ac:chgData name="" userId="242feb3c33a8e7bf" providerId="LiveId" clId="{39C24DAF-E20C-4507-9157-C96F2FA882D0}" dt="2023-03-28T16:21:23.587" v="1900"/>
          <ac:inkMkLst>
            <pc:docMk/>
            <pc:sldMk cId="2295581324" sldId="264"/>
            <ac:inkMk id="184" creationId="{ACBE2C37-3714-4C94-840D-BF9BCDE22031}"/>
          </ac:inkMkLst>
        </pc:inkChg>
        <pc:inkChg chg="add">
          <ac:chgData name="" userId="242feb3c33a8e7bf" providerId="LiveId" clId="{39C24DAF-E20C-4507-9157-C96F2FA882D0}" dt="2023-03-28T16:21:23.587" v="1900"/>
          <ac:inkMkLst>
            <pc:docMk/>
            <pc:sldMk cId="2295581324" sldId="264"/>
            <ac:inkMk id="185" creationId="{ED33E527-33A3-4B4B-B545-904A39F7972B}"/>
          </ac:inkMkLst>
        </pc:inkChg>
        <pc:inkChg chg="add">
          <ac:chgData name="" userId="242feb3c33a8e7bf" providerId="LiveId" clId="{39C24DAF-E20C-4507-9157-C96F2FA882D0}" dt="2023-03-28T16:21:27.507" v="1901"/>
          <ac:inkMkLst>
            <pc:docMk/>
            <pc:sldMk cId="2295581324" sldId="264"/>
            <ac:inkMk id="186" creationId="{41B03D4C-A452-4CB0-BABD-87A5EFF3D91D}"/>
          </ac:inkMkLst>
        </pc:inkChg>
        <pc:inkChg chg="add del">
          <ac:chgData name="" userId="242feb3c33a8e7bf" providerId="LiveId" clId="{39C24DAF-E20C-4507-9157-C96F2FA882D0}" dt="2023-03-28T16:21:32.963" v="1914"/>
          <ac:inkMkLst>
            <pc:docMk/>
            <pc:sldMk cId="2295581324" sldId="264"/>
            <ac:inkMk id="187" creationId="{D89B020B-4262-4B05-BE70-A4AFDCFD30FA}"/>
          </ac:inkMkLst>
        </pc:inkChg>
        <pc:inkChg chg="add del">
          <ac:chgData name="" userId="242feb3c33a8e7bf" providerId="LiveId" clId="{39C24DAF-E20C-4507-9157-C96F2FA882D0}" dt="2023-03-28T16:21:32.963" v="1914"/>
          <ac:inkMkLst>
            <pc:docMk/>
            <pc:sldMk cId="2295581324" sldId="264"/>
            <ac:inkMk id="188" creationId="{68D8F797-F800-4B42-8A91-F709F3B798B0}"/>
          </ac:inkMkLst>
        </pc:inkChg>
        <pc:inkChg chg="add del">
          <ac:chgData name="" userId="242feb3c33a8e7bf" providerId="LiveId" clId="{39C24DAF-E20C-4507-9157-C96F2FA882D0}" dt="2023-03-28T16:21:32.963" v="1914"/>
          <ac:inkMkLst>
            <pc:docMk/>
            <pc:sldMk cId="2295581324" sldId="264"/>
            <ac:inkMk id="189" creationId="{ADDD070A-3EFC-48B5-A943-F29582237EDB}"/>
          </ac:inkMkLst>
        </pc:inkChg>
        <pc:inkChg chg="add del">
          <ac:chgData name="" userId="242feb3c33a8e7bf" providerId="LiveId" clId="{39C24DAF-E20C-4507-9157-C96F2FA882D0}" dt="2023-03-28T16:21:32.963" v="1914"/>
          <ac:inkMkLst>
            <pc:docMk/>
            <pc:sldMk cId="2295581324" sldId="264"/>
            <ac:inkMk id="190" creationId="{625BA2FE-501D-44A1-8461-D87405776213}"/>
          </ac:inkMkLst>
        </pc:inkChg>
        <pc:inkChg chg="add del">
          <ac:chgData name="" userId="242feb3c33a8e7bf" providerId="LiveId" clId="{39C24DAF-E20C-4507-9157-C96F2FA882D0}" dt="2023-03-28T16:21:32.963" v="1914"/>
          <ac:inkMkLst>
            <pc:docMk/>
            <pc:sldMk cId="2295581324" sldId="264"/>
            <ac:inkMk id="191" creationId="{924BCCFB-46A1-4EA6-85FD-F1CF2DF254FA}"/>
          </ac:inkMkLst>
        </pc:inkChg>
        <pc:inkChg chg="add del">
          <ac:chgData name="" userId="242feb3c33a8e7bf" providerId="LiveId" clId="{39C24DAF-E20C-4507-9157-C96F2FA882D0}" dt="2023-03-28T16:21:32.963" v="1914"/>
          <ac:inkMkLst>
            <pc:docMk/>
            <pc:sldMk cId="2295581324" sldId="264"/>
            <ac:inkMk id="192" creationId="{6F5D2E6E-0BB0-4810-BFE4-E2D29E016503}"/>
          </ac:inkMkLst>
        </pc:inkChg>
        <pc:inkChg chg="add del">
          <ac:chgData name="" userId="242feb3c33a8e7bf" providerId="LiveId" clId="{39C24DAF-E20C-4507-9157-C96F2FA882D0}" dt="2023-03-28T16:21:32.963" v="1914"/>
          <ac:inkMkLst>
            <pc:docMk/>
            <pc:sldMk cId="2295581324" sldId="264"/>
            <ac:inkMk id="193" creationId="{68634135-F7C6-430C-AFAE-A93C0B3624EC}"/>
          </ac:inkMkLst>
        </pc:inkChg>
        <pc:inkChg chg="add del">
          <ac:chgData name="" userId="242feb3c33a8e7bf" providerId="LiveId" clId="{39C24DAF-E20C-4507-9157-C96F2FA882D0}" dt="2023-03-28T16:21:32.963" v="1914"/>
          <ac:inkMkLst>
            <pc:docMk/>
            <pc:sldMk cId="2295581324" sldId="264"/>
            <ac:inkMk id="194" creationId="{708BA705-4EB5-4B3D-93E3-3ED46364E218}"/>
          </ac:inkMkLst>
        </pc:inkChg>
        <pc:inkChg chg="add del">
          <ac:chgData name="" userId="242feb3c33a8e7bf" providerId="LiveId" clId="{39C24DAF-E20C-4507-9157-C96F2FA882D0}" dt="2023-03-28T16:21:32.963" v="1914"/>
          <ac:inkMkLst>
            <pc:docMk/>
            <pc:sldMk cId="2295581324" sldId="264"/>
            <ac:inkMk id="195" creationId="{A9E453B6-7258-493C-A186-76C4E95767AA}"/>
          </ac:inkMkLst>
        </pc:inkChg>
        <pc:inkChg chg="add del">
          <ac:chgData name="" userId="242feb3c33a8e7bf" providerId="LiveId" clId="{39C24DAF-E20C-4507-9157-C96F2FA882D0}" dt="2023-03-28T16:21:32.963" v="1914"/>
          <ac:inkMkLst>
            <pc:docMk/>
            <pc:sldMk cId="2295581324" sldId="264"/>
            <ac:inkMk id="196" creationId="{5B3B2C10-B0FA-4319-8DE0-B1D19FB5B8F8}"/>
          </ac:inkMkLst>
        </pc:inkChg>
        <pc:inkChg chg="add del">
          <ac:chgData name="" userId="242feb3c33a8e7bf" providerId="LiveId" clId="{39C24DAF-E20C-4507-9157-C96F2FA882D0}" dt="2023-03-28T16:21:32.963" v="1914"/>
          <ac:inkMkLst>
            <pc:docMk/>
            <pc:sldMk cId="2295581324" sldId="264"/>
            <ac:inkMk id="197" creationId="{F242A33A-8515-43D8-922C-7F5AEE2BABE1}"/>
          </ac:inkMkLst>
        </pc:inkChg>
        <pc:inkChg chg="add del">
          <ac:chgData name="" userId="242feb3c33a8e7bf" providerId="LiveId" clId="{39C24DAF-E20C-4507-9157-C96F2FA882D0}" dt="2023-03-28T16:21:32.963" v="1914"/>
          <ac:inkMkLst>
            <pc:docMk/>
            <pc:sldMk cId="2295581324" sldId="264"/>
            <ac:inkMk id="198" creationId="{85DB606A-AD3B-4F89-AD9E-66EFBC96244B}"/>
          </ac:inkMkLst>
        </pc:inkChg>
        <pc:inkChg chg="add">
          <ac:chgData name="" userId="242feb3c33a8e7bf" providerId="LiveId" clId="{39C24DAF-E20C-4507-9157-C96F2FA882D0}" dt="2023-03-28T16:21:32.963" v="1914"/>
          <ac:inkMkLst>
            <pc:docMk/>
            <pc:sldMk cId="2295581324" sldId="264"/>
            <ac:inkMk id="199" creationId="{086E436B-A4A4-4A38-A4F4-6C6D8E0DB0BB}"/>
          </ac:inkMkLst>
        </pc:inkChg>
        <pc:inkChg chg="add">
          <ac:chgData name="" userId="242feb3c33a8e7bf" providerId="LiveId" clId="{39C24DAF-E20C-4507-9157-C96F2FA882D0}" dt="2023-03-28T16:21:32.963" v="1914"/>
          <ac:inkMkLst>
            <pc:docMk/>
            <pc:sldMk cId="2295581324" sldId="264"/>
            <ac:inkMk id="200" creationId="{FC816037-B0EE-485F-A3C8-BF19A49B9C52}"/>
          </ac:inkMkLst>
        </pc:inkChg>
        <pc:inkChg chg="add del">
          <ac:chgData name="" userId="242feb3c33a8e7bf" providerId="LiveId" clId="{39C24DAF-E20C-4507-9157-C96F2FA882D0}" dt="2023-03-28T16:21:38.166" v="1926"/>
          <ac:inkMkLst>
            <pc:docMk/>
            <pc:sldMk cId="2295581324" sldId="264"/>
            <ac:inkMk id="201" creationId="{4FE89292-98D8-4C1B-8830-09A525E7E8CE}"/>
          </ac:inkMkLst>
        </pc:inkChg>
        <pc:inkChg chg="add del">
          <ac:chgData name="" userId="242feb3c33a8e7bf" providerId="LiveId" clId="{39C24DAF-E20C-4507-9157-C96F2FA882D0}" dt="2023-03-28T16:21:38.166" v="1926"/>
          <ac:inkMkLst>
            <pc:docMk/>
            <pc:sldMk cId="2295581324" sldId="264"/>
            <ac:inkMk id="202" creationId="{C2DB0C81-0699-48DD-9F11-E32C4AD5C36A}"/>
          </ac:inkMkLst>
        </pc:inkChg>
        <pc:inkChg chg="add del">
          <ac:chgData name="" userId="242feb3c33a8e7bf" providerId="LiveId" clId="{39C24DAF-E20C-4507-9157-C96F2FA882D0}" dt="2023-03-28T16:21:38.166" v="1926"/>
          <ac:inkMkLst>
            <pc:docMk/>
            <pc:sldMk cId="2295581324" sldId="264"/>
            <ac:inkMk id="203" creationId="{4CB49EC5-8864-4B63-AE86-FCBFF039C383}"/>
          </ac:inkMkLst>
        </pc:inkChg>
        <pc:inkChg chg="add del">
          <ac:chgData name="" userId="242feb3c33a8e7bf" providerId="LiveId" clId="{39C24DAF-E20C-4507-9157-C96F2FA882D0}" dt="2023-03-28T16:21:38.166" v="1926"/>
          <ac:inkMkLst>
            <pc:docMk/>
            <pc:sldMk cId="2295581324" sldId="264"/>
            <ac:inkMk id="204" creationId="{F9A2616B-31A9-4A33-B0C2-B860434D7311}"/>
          </ac:inkMkLst>
        </pc:inkChg>
        <pc:inkChg chg="add del">
          <ac:chgData name="" userId="242feb3c33a8e7bf" providerId="LiveId" clId="{39C24DAF-E20C-4507-9157-C96F2FA882D0}" dt="2023-03-28T16:21:38.166" v="1926"/>
          <ac:inkMkLst>
            <pc:docMk/>
            <pc:sldMk cId="2295581324" sldId="264"/>
            <ac:inkMk id="205" creationId="{37AB86B1-C4CD-4047-83C0-7B839CF5A579}"/>
          </ac:inkMkLst>
        </pc:inkChg>
        <pc:inkChg chg="add del">
          <ac:chgData name="" userId="242feb3c33a8e7bf" providerId="LiveId" clId="{39C24DAF-E20C-4507-9157-C96F2FA882D0}" dt="2023-03-28T16:21:38.166" v="1926"/>
          <ac:inkMkLst>
            <pc:docMk/>
            <pc:sldMk cId="2295581324" sldId="264"/>
            <ac:inkMk id="206" creationId="{3A8F150A-B937-493C-8AE6-63EE5AAB6BA2}"/>
          </ac:inkMkLst>
        </pc:inkChg>
        <pc:inkChg chg="add del">
          <ac:chgData name="" userId="242feb3c33a8e7bf" providerId="LiveId" clId="{39C24DAF-E20C-4507-9157-C96F2FA882D0}" dt="2023-03-28T16:21:38.166" v="1926"/>
          <ac:inkMkLst>
            <pc:docMk/>
            <pc:sldMk cId="2295581324" sldId="264"/>
            <ac:inkMk id="207" creationId="{75D07ABB-655D-4B05-8BD6-1DEACFAFB5CF}"/>
          </ac:inkMkLst>
        </pc:inkChg>
        <pc:inkChg chg="add del">
          <ac:chgData name="" userId="242feb3c33a8e7bf" providerId="LiveId" clId="{39C24DAF-E20C-4507-9157-C96F2FA882D0}" dt="2023-03-28T16:21:38.166" v="1926"/>
          <ac:inkMkLst>
            <pc:docMk/>
            <pc:sldMk cId="2295581324" sldId="264"/>
            <ac:inkMk id="208" creationId="{F5047C3C-A054-455F-9EF0-5FF46BD1607C}"/>
          </ac:inkMkLst>
        </pc:inkChg>
        <pc:inkChg chg="add del">
          <ac:chgData name="" userId="242feb3c33a8e7bf" providerId="LiveId" clId="{39C24DAF-E20C-4507-9157-C96F2FA882D0}" dt="2023-03-28T16:21:38.166" v="1926"/>
          <ac:inkMkLst>
            <pc:docMk/>
            <pc:sldMk cId="2295581324" sldId="264"/>
            <ac:inkMk id="209" creationId="{CC48CA5C-BDBA-41A8-9C67-27C979E0E6C8}"/>
          </ac:inkMkLst>
        </pc:inkChg>
        <pc:inkChg chg="add del">
          <ac:chgData name="" userId="242feb3c33a8e7bf" providerId="LiveId" clId="{39C24DAF-E20C-4507-9157-C96F2FA882D0}" dt="2023-03-28T16:21:38.166" v="1926"/>
          <ac:inkMkLst>
            <pc:docMk/>
            <pc:sldMk cId="2295581324" sldId="264"/>
            <ac:inkMk id="210" creationId="{B27C9C32-11F6-4B6D-A821-A2095034915C}"/>
          </ac:inkMkLst>
        </pc:inkChg>
        <pc:inkChg chg="add del">
          <ac:chgData name="" userId="242feb3c33a8e7bf" providerId="LiveId" clId="{39C24DAF-E20C-4507-9157-C96F2FA882D0}" dt="2023-03-28T16:21:38.166" v="1926"/>
          <ac:inkMkLst>
            <pc:docMk/>
            <pc:sldMk cId="2295581324" sldId="264"/>
            <ac:inkMk id="211" creationId="{2964931E-BE59-4EC1-B2CA-AF92CF08E371}"/>
          </ac:inkMkLst>
        </pc:inkChg>
        <pc:inkChg chg="add">
          <ac:chgData name="" userId="242feb3c33a8e7bf" providerId="LiveId" clId="{39C24DAF-E20C-4507-9157-C96F2FA882D0}" dt="2023-03-28T16:21:38.166" v="1926"/>
          <ac:inkMkLst>
            <pc:docMk/>
            <pc:sldMk cId="2295581324" sldId="264"/>
            <ac:inkMk id="212" creationId="{AD4E6107-032C-41DC-A8BD-C6A5747910D0}"/>
          </ac:inkMkLst>
        </pc:inkChg>
        <pc:inkChg chg="add">
          <ac:chgData name="" userId="242feb3c33a8e7bf" providerId="LiveId" clId="{39C24DAF-E20C-4507-9157-C96F2FA882D0}" dt="2023-03-28T16:21:38.166" v="1926"/>
          <ac:inkMkLst>
            <pc:docMk/>
            <pc:sldMk cId="2295581324" sldId="264"/>
            <ac:inkMk id="213" creationId="{167AA3C1-1A00-4ADA-A87D-FBC1C7896E6D}"/>
          </ac:inkMkLst>
        </pc:inkChg>
        <pc:inkChg chg="add del">
          <ac:chgData name="" userId="242feb3c33a8e7bf" providerId="LiveId" clId="{39C24DAF-E20C-4507-9157-C96F2FA882D0}" dt="2023-03-28T16:21:46.654" v="1947"/>
          <ac:inkMkLst>
            <pc:docMk/>
            <pc:sldMk cId="2295581324" sldId="264"/>
            <ac:inkMk id="214" creationId="{354C6E55-855C-443A-84D6-C82BC7065F51}"/>
          </ac:inkMkLst>
        </pc:inkChg>
        <pc:inkChg chg="add del">
          <ac:chgData name="" userId="242feb3c33a8e7bf" providerId="LiveId" clId="{39C24DAF-E20C-4507-9157-C96F2FA882D0}" dt="2023-03-28T16:21:46.654" v="1947"/>
          <ac:inkMkLst>
            <pc:docMk/>
            <pc:sldMk cId="2295581324" sldId="264"/>
            <ac:inkMk id="215" creationId="{C0E5DFA5-8BF5-4870-8E48-9667E101754C}"/>
          </ac:inkMkLst>
        </pc:inkChg>
        <pc:inkChg chg="add del">
          <ac:chgData name="" userId="242feb3c33a8e7bf" providerId="LiveId" clId="{39C24DAF-E20C-4507-9157-C96F2FA882D0}" dt="2023-03-28T16:21:46.654" v="1947"/>
          <ac:inkMkLst>
            <pc:docMk/>
            <pc:sldMk cId="2295581324" sldId="264"/>
            <ac:inkMk id="216" creationId="{CC087DFF-F3BF-4BD9-9F50-32EB11BE0F32}"/>
          </ac:inkMkLst>
        </pc:inkChg>
        <pc:inkChg chg="add del">
          <ac:chgData name="" userId="242feb3c33a8e7bf" providerId="LiveId" clId="{39C24DAF-E20C-4507-9157-C96F2FA882D0}" dt="2023-03-28T16:21:46.654" v="1947"/>
          <ac:inkMkLst>
            <pc:docMk/>
            <pc:sldMk cId="2295581324" sldId="264"/>
            <ac:inkMk id="217" creationId="{58F26C70-F1BF-4C21-98E1-BC9FED29E41C}"/>
          </ac:inkMkLst>
        </pc:inkChg>
        <pc:inkChg chg="add del">
          <ac:chgData name="" userId="242feb3c33a8e7bf" providerId="LiveId" clId="{39C24DAF-E20C-4507-9157-C96F2FA882D0}" dt="2023-03-28T16:21:46.654" v="1947"/>
          <ac:inkMkLst>
            <pc:docMk/>
            <pc:sldMk cId="2295581324" sldId="264"/>
            <ac:inkMk id="218" creationId="{B3BE8011-0423-45C1-A773-F85493121866}"/>
          </ac:inkMkLst>
        </pc:inkChg>
        <pc:inkChg chg="add del">
          <ac:chgData name="" userId="242feb3c33a8e7bf" providerId="LiveId" clId="{39C24DAF-E20C-4507-9157-C96F2FA882D0}" dt="2023-03-28T16:21:46.654" v="1947"/>
          <ac:inkMkLst>
            <pc:docMk/>
            <pc:sldMk cId="2295581324" sldId="264"/>
            <ac:inkMk id="219" creationId="{37D79C71-E436-464A-A384-5CF20E195D23}"/>
          </ac:inkMkLst>
        </pc:inkChg>
        <pc:inkChg chg="add del">
          <ac:chgData name="" userId="242feb3c33a8e7bf" providerId="LiveId" clId="{39C24DAF-E20C-4507-9157-C96F2FA882D0}" dt="2023-03-28T16:21:46.654" v="1947"/>
          <ac:inkMkLst>
            <pc:docMk/>
            <pc:sldMk cId="2295581324" sldId="264"/>
            <ac:inkMk id="220" creationId="{0B298191-CA45-4D15-AEFD-3E7769AB11D9}"/>
          </ac:inkMkLst>
        </pc:inkChg>
        <pc:inkChg chg="add del">
          <ac:chgData name="" userId="242feb3c33a8e7bf" providerId="LiveId" clId="{39C24DAF-E20C-4507-9157-C96F2FA882D0}" dt="2023-03-28T16:21:46.654" v="1947"/>
          <ac:inkMkLst>
            <pc:docMk/>
            <pc:sldMk cId="2295581324" sldId="264"/>
            <ac:inkMk id="221" creationId="{C69745FB-6A3A-4FA9-A8D3-E7179CE49338}"/>
          </ac:inkMkLst>
        </pc:inkChg>
        <pc:inkChg chg="add del">
          <ac:chgData name="" userId="242feb3c33a8e7bf" providerId="LiveId" clId="{39C24DAF-E20C-4507-9157-C96F2FA882D0}" dt="2023-03-28T16:21:46.654" v="1947"/>
          <ac:inkMkLst>
            <pc:docMk/>
            <pc:sldMk cId="2295581324" sldId="264"/>
            <ac:inkMk id="222" creationId="{1E17CDD8-F224-4CA4-97B2-DCDC9989CDED}"/>
          </ac:inkMkLst>
        </pc:inkChg>
        <pc:inkChg chg="add del">
          <ac:chgData name="" userId="242feb3c33a8e7bf" providerId="LiveId" clId="{39C24DAF-E20C-4507-9157-C96F2FA882D0}" dt="2023-03-28T16:21:46.654" v="1947"/>
          <ac:inkMkLst>
            <pc:docMk/>
            <pc:sldMk cId="2295581324" sldId="264"/>
            <ac:inkMk id="223" creationId="{EE95F1C5-C895-4365-B5A6-840BC63F58A3}"/>
          </ac:inkMkLst>
        </pc:inkChg>
        <pc:inkChg chg="add del">
          <ac:chgData name="" userId="242feb3c33a8e7bf" providerId="LiveId" clId="{39C24DAF-E20C-4507-9157-C96F2FA882D0}" dt="2023-03-28T16:21:46.654" v="1947"/>
          <ac:inkMkLst>
            <pc:docMk/>
            <pc:sldMk cId="2295581324" sldId="264"/>
            <ac:inkMk id="224" creationId="{0FFAD5F8-72E4-4E6A-9C98-717012ADEBBA}"/>
          </ac:inkMkLst>
        </pc:inkChg>
        <pc:inkChg chg="add">
          <ac:chgData name="" userId="242feb3c33a8e7bf" providerId="LiveId" clId="{39C24DAF-E20C-4507-9157-C96F2FA882D0}" dt="2023-03-28T16:21:41.544" v="1938"/>
          <ac:inkMkLst>
            <pc:docMk/>
            <pc:sldMk cId="2295581324" sldId="264"/>
            <ac:inkMk id="225" creationId="{7E9502D0-CF2F-4492-8EA7-10BADC0B4539}"/>
          </ac:inkMkLst>
        </pc:inkChg>
        <pc:inkChg chg="add del">
          <ac:chgData name="" userId="242feb3c33a8e7bf" providerId="LiveId" clId="{39C24DAF-E20C-4507-9157-C96F2FA882D0}" dt="2023-03-28T16:21:46.654" v="1947"/>
          <ac:inkMkLst>
            <pc:docMk/>
            <pc:sldMk cId="2295581324" sldId="264"/>
            <ac:inkMk id="226" creationId="{E28AA528-5DA5-4D36-905B-7C89D09D964E}"/>
          </ac:inkMkLst>
        </pc:inkChg>
        <pc:inkChg chg="add del">
          <ac:chgData name="" userId="242feb3c33a8e7bf" providerId="LiveId" clId="{39C24DAF-E20C-4507-9157-C96F2FA882D0}" dt="2023-03-28T16:21:46.654" v="1947"/>
          <ac:inkMkLst>
            <pc:docMk/>
            <pc:sldMk cId="2295581324" sldId="264"/>
            <ac:inkMk id="227" creationId="{05862725-F611-4569-9E5C-77F4D849EF97}"/>
          </ac:inkMkLst>
        </pc:inkChg>
        <pc:inkChg chg="add del">
          <ac:chgData name="" userId="242feb3c33a8e7bf" providerId="LiveId" clId="{39C24DAF-E20C-4507-9157-C96F2FA882D0}" dt="2023-03-28T16:21:46.654" v="1947"/>
          <ac:inkMkLst>
            <pc:docMk/>
            <pc:sldMk cId="2295581324" sldId="264"/>
            <ac:inkMk id="228" creationId="{4CC0F3D8-7476-41C6-886C-205DE2437F94}"/>
          </ac:inkMkLst>
        </pc:inkChg>
        <pc:inkChg chg="add del">
          <ac:chgData name="" userId="242feb3c33a8e7bf" providerId="LiveId" clId="{39C24DAF-E20C-4507-9157-C96F2FA882D0}" dt="2023-03-28T16:21:46.654" v="1947"/>
          <ac:inkMkLst>
            <pc:docMk/>
            <pc:sldMk cId="2295581324" sldId="264"/>
            <ac:inkMk id="229" creationId="{D0E64065-9BBB-418E-9851-282BB24B1E84}"/>
          </ac:inkMkLst>
        </pc:inkChg>
        <pc:inkChg chg="add del">
          <ac:chgData name="" userId="242feb3c33a8e7bf" providerId="LiveId" clId="{39C24DAF-E20C-4507-9157-C96F2FA882D0}" dt="2023-03-28T16:21:46.654" v="1947"/>
          <ac:inkMkLst>
            <pc:docMk/>
            <pc:sldMk cId="2295581324" sldId="264"/>
            <ac:inkMk id="230" creationId="{7E616F8D-C01E-4CB7-9525-F43DBB512ACB}"/>
          </ac:inkMkLst>
        </pc:inkChg>
        <pc:inkChg chg="add del">
          <ac:chgData name="" userId="242feb3c33a8e7bf" providerId="LiveId" clId="{39C24DAF-E20C-4507-9157-C96F2FA882D0}" dt="2023-03-28T16:21:46.654" v="1947"/>
          <ac:inkMkLst>
            <pc:docMk/>
            <pc:sldMk cId="2295581324" sldId="264"/>
            <ac:inkMk id="231" creationId="{6FD51E28-D7A0-4FB3-9648-DB33AB339C12}"/>
          </ac:inkMkLst>
        </pc:inkChg>
        <pc:inkChg chg="add del">
          <ac:chgData name="" userId="242feb3c33a8e7bf" providerId="LiveId" clId="{39C24DAF-E20C-4507-9157-C96F2FA882D0}" dt="2023-03-28T16:21:46.654" v="1947"/>
          <ac:inkMkLst>
            <pc:docMk/>
            <pc:sldMk cId="2295581324" sldId="264"/>
            <ac:inkMk id="232" creationId="{3E5ADABF-344C-49C7-A4AD-AAE998443CA3}"/>
          </ac:inkMkLst>
        </pc:inkChg>
        <pc:inkChg chg="add del">
          <ac:chgData name="" userId="242feb3c33a8e7bf" providerId="LiveId" clId="{39C24DAF-E20C-4507-9157-C96F2FA882D0}" dt="2023-03-28T16:21:46.654" v="1947"/>
          <ac:inkMkLst>
            <pc:docMk/>
            <pc:sldMk cId="2295581324" sldId="264"/>
            <ac:inkMk id="233" creationId="{C463A143-56CB-4ADA-902F-49FF55EC4E70}"/>
          </ac:inkMkLst>
        </pc:inkChg>
        <pc:inkChg chg="add">
          <ac:chgData name="" userId="242feb3c33a8e7bf" providerId="LiveId" clId="{39C24DAF-E20C-4507-9157-C96F2FA882D0}" dt="2023-03-28T16:21:46.654" v="1947"/>
          <ac:inkMkLst>
            <pc:docMk/>
            <pc:sldMk cId="2295581324" sldId="264"/>
            <ac:inkMk id="234" creationId="{1246B0A0-7B54-40EB-A79F-3828553FDD0F}"/>
          </ac:inkMkLst>
        </pc:inkChg>
        <pc:inkChg chg="add">
          <ac:chgData name="" userId="242feb3c33a8e7bf" providerId="LiveId" clId="{39C24DAF-E20C-4507-9157-C96F2FA882D0}" dt="2023-03-28T16:21:46.654" v="1947"/>
          <ac:inkMkLst>
            <pc:docMk/>
            <pc:sldMk cId="2295581324" sldId="264"/>
            <ac:inkMk id="235" creationId="{6C3B7F7E-8826-4DF5-8660-1B40AC7697A4}"/>
          </ac:inkMkLst>
        </pc:inkChg>
        <pc:inkChg chg="add">
          <ac:chgData name="" userId="242feb3c33a8e7bf" providerId="LiveId" clId="{39C24DAF-E20C-4507-9157-C96F2FA882D0}" dt="2023-03-28T16:21:46.654" v="1947"/>
          <ac:inkMkLst>
            <pc:docMk/>
            <pc:sldMk cId="2295581324" sldId="264"/>
            <ac:inkMk id="236" creationId="{CA9C2768-3116-461A-972A-EFF5F45D700D}"/>
          </ac:inkMkLst>
        </pc:inkChg>
        <pc:inkChg chg="add del">
          <ac:chgData name="" userId="242feb3c33a8e7bf" providerId="LiveId" clId="{39C24DAF-E20C-4507-9157-C96F2FA882D0}" dt="2023-03-28T16:21:53.897" v="1949"/>
          <ac:inkMkLst>
            <pc:docMk/>
            <pc:sldMk cId="2295581324" sldId="264"/>
            <ac:inkMk id="237" creationId="{749735F8-A270-42AC-A87F-4704116C779D}"/>
          </ac:inkMkLst>
        </pc:inkChg>
        <pc:inkChg chg="add">
          <ac:chgData name="" userId="242feb3c33a8e7bf" providerId="LiveId" clId="{39C24DAF-E20C-4507-9157-C96F2FA882D0}" dt="2023-03-28T16:22:00.362" v="1950"/>
          <ac:inkMkLst>
            <pc:docMk/>
            <pc:sldMk cId="2295581324" sldId="264"/>
            <ac:inkMk id="238" creationId="{1DAE9DD9-BCD5-44D5-A0AC-B5AA8EEC97A1}"/>
          </ac:inkMkLst>
        </pc:inkChg>
        <pc:inkChg chg="add del">
          <ac:chgData name="" userId="242feb3c33a8e7bf" providerId="LiveId" clId="{39C24DAF-E20C-4507-9157-C96F2FA882D0}" dt="2023-03-28T16:22:03.249" v="1954"/>
          <ac:inkMkLst>
            <pc:docMk/>
            <pc:sldMk cId="2295581324" sldId="264"/>
            <ac:inkMk id="239" creationId="{C0F8CE5B-5E88-4F8C-81CC-E3D648E24E1D}"/>
          </ac:inkMkLst>
        </pc:inkChg>
        <pc:inkChg chg="add del">
          <ac:chgData name="" userId="242feb3c33a8e7bf" providerId="LiveId" clId="{39C24DAF-E20C-4507-9157-C96F2FA882D0}" dt="2023-03-28T16:22:03.249" v="1954"/>
          <ac:inkMkLst>
            <pc:docMk/>
            <pc:sldMk cId="2295581324" sldId="264"/>
            <ac:inkMk id="240" creationId="{F8432601-3AE2-4BDB-A95F-51F79008FD1D}"/>
          </ac:inkMkLst>
        </pc:inkChg>
        <pc:inkChg chg="add">
          <ac:chgData name="" userId="242feb3c33a8e7bf" providerId="LiveId" clId="{39C24DAF-E20C-4507-9157-C96F2FA882D0}" dt="2023-03-28T16:22:02.497" v="1953"/>
          <ac:inkMkLst>
            <pc:docMk/>
            <pc:sldMk cId="2295581324" sldId="264"/>
            <ac:inkMk id="241" creationId="{46DC8934-BA3D-4826-8AC9-44079C31BD36}"/>
          </ac:inkMkLst>
        </pc:inkChg>
        <pc:inkChg chg="add">
          <ac:chgData name="" userId="242feb3c33a8e7bf" providerId="LiveId" clId="{39C24DAF-E20C-4507-9157-C96F2FA882D0}" dt="2023-03-28T16:22:03.249" v="1954"/>
          <ac:inkMkLst>
            <pc:docMk/>
            <pc:sldMk cId="2295581324" sldId="264"/>
            <ac:inkMk id="242" creationId="{3341BEF4-08D0-4D84-B351-770F39F571C2}"/>
          </ac:inkMkLst>
        </pc:inkChg>
        <pc:inkChg chg="add del">
          <ac:chgData name="" userId="242feb3c33a8e7bf" providerId="LiveId" clId="{39C24DAF-E20C-4507-9157-C96F2FA882D0}" dt="2023-03-28T16:22:07.602" v="1956"/>
          <ac:inkMkLst>
            <pc:docMk/>
            <pc:sldMk cId="2295581324" sldId="264"/>
            <ac:inkMk id="243" creationId="{42F78109-1C6E-447C-B2F1-0AD643BFA407}"/>
          </ac:inkMkLst>
        </pc:inkChg>
        <pc:inkChg chg="add">
          <ac:chgData name="" userId="242feb3c33a8e7bf" providerId="LiveId" clId="{39C24DAF-E20C-4507-9157-C96F2FA882D0}" dt="2023-03-28T16:22:08.789" v="1957"/>
          <ac:inkMkLst>
            <pc:docMk/>
            <pc:sldMk cId="2295581324" sldId="264"/>
            <ac:inkMk id="244" creationId="{8441282E-0286-4DA5-9658-3A0D25BF2A43}"/>
          </ac:inkMkLst>
        </pc:inkChg>
        <pc:inkChg chg="add del">
          <ac:chgData name="" userId="242feb3c33a8e7bf" providerId="LiveId" clId="{39C24DAF-E20C-4507-9157-C96F2FA882D0}" dt="2023-03-28T16:22:23.716" v="1981"/>
          <ac:inkMkLst>
            <pc:docMk/>
            <pc:sldMk cId="2295581324" sldId="264"/>
            <ac:inkMk id="245" creationId="{14D9D637-FE07-4829-8DD0-32F1640D890E}"/>
          </ac:inkMkLst>
        </pc:inkChg>
        <pc:inkChg chg="add del">
          <ac:chgData name="" userId="242feb3c33a8e7bf" providerId="LiveId" clId="{39C24DAF-E20C-4507-9157-C96F2FA882D0}" dt="2023-03-28T16:22:23.716" v="1981"/>
          <ac:inkMkLst>
            <pc:docMk/>
            <pc:sldMk cId="2295581324" sldId="264"/>
            <ac:inkMk id="246" creationId="{B32743AB-9CEC-4A83-9EF7-929BC87392D7}"/>
          </ac:inkMkLst>
        </pc:inkChg>
        <pc:inkChg chg="add del">
          <ac:chgData name="" userId="242feb3c33a8e7bf" providerId="LiveId" clId="{39C24DAF-E20C-4507-9157-C96F2FA882D0}" dt="2023-03-28T16:22:23.716" v="1981"/>
          <ac:inkMkLst>
            <pc:docMk/>
            <pc:sldMk cId="2295581324" sldId="264"/>
            <ac:inkMk id="247" creationId="{F30D5DD4-F4E7-4302-90CC-F746A2534F1E}"/>
          </ac:inkMkLst>
        </pc:inkChg>
        <pc:inkChg chg="add del">
          <ac:chgData name="" userId="242feb3c33a8e7bf" providerId="LiveId" clId="{39C24DAF-E20C-4507-9157-C96F2FA882D0}" dt="2023-03-28T16:22:23.716" v="1981"/>
          <ac:inkMkLst>
            <pc:docMk/>
            <pc:sldMk cId="2295581324" sldId="264"/>
            <ac:inkMk id="248" creationId="{EC117412-C9B9-4934-A071-3B7FE1689BEC}"/>
          </ac:inkMkLst>
        </pc:inkChg>
        <pc:inkChg chg="add del">
          <ac:chgData name="" userId="242feb3c33a8e7bf" providerId="LiveId" clId="{39C24DAF-E20C-4507-9157-C96F2FA882D0}" dt="2023-03-28T16:22:23.716" v="1981"/>
          <ac:inkMkLst>
            <pc:docMk/>
            <pc:sldMk cId="2295581324" sldId="264"/>
            <ac:inkMk id="249" creationId="{11FEF1FA-60BB-44B4-A4A2-0EAA5DB98569}"/>
          </ac:inkMkLst>
        </pc:inkChg>
        <pc:inkChg chg="add del">
          <ac:chgData name="" userId="242feb3c33a8e7bf" providerId="LiveId" clId="{39C24DAF-E20C-4507-9157-C96F2FA882D0}" dt="2023-03-28T16:22:23.716" v="1981"/>
          <ac:inkMkLst>
            <pc:docMk/>
            <pc:sldMk cId="2295581324" sldId="264"/>
            <ac:inkMk id="250" creationId="{727AA4BB-CA0D-4223-8F64-DF7570FD27D4}"/>
          </ac:inkMkLst>
        </pc:inkChg>
        <pc:inkChg chg="add del">
          <ac:chgData name="" userId="242feb3c33a8e7bf" providerId="LiveId" clId="{39C24DAF-E20C-4507-9157-C96F2FA882D0}" dt="2023-03-28T16:22:23.716" v="1981"/>
          <ac:inkMkLst>
            <pc:docMk/>
            <pc:sldMk cId="2295581324" sldId="264"/>
            <ac:inkMk id="251" creationId="{684E97C2-633A-4D4E-89D3-1833C461C809}"/>
          </ac:inkMkLst>
        </pc:inkChg>
        <pc:inkChg chg="add del">
          <ac:chgData name="" userId="242feb3c33a8e7bf" providerId="LiveId" clId="{39C24DAF-E20C-4507-9157-C96F2FA882D0}" dt="2023-03-28T16:22:23.716" v="1981"/>
          <ac:inkMkLst>
            <pc:docMk/>
            <pc:sldMk cId="2295581324" sldId="264"/>
            <ac:inkMk id="252" creationId="{3E00A8D6-308B-496E-A7A2-C4277ED3A280}"/>
          </ac:inkMkLst>
        </pc:inkChg>
        <pc:inkChg chg="add del">
          <ac:chgData name="" userId="242feb3c33a8e7bf" providerId="LiveId" clId="{39C24DAF-E20C-4507-9157-C96F2FA882D0}" dt="2023-03-28T16:22:23.716" v="1981"/>
          <ac:inkMkLst>
            <pc:docMk/>
            <pc:sldMk cId="2295581324" sldId="264"/>
            <ac:inkMk id="253" creationId="{227A333D-3240-4971-956F-605C34CBB308}"/>
          </ac:inkMkLst>
        </pc:inkChg>
        <pc:inkChg chg="add del">
          <ac:chgData name="" userId="242feb3c33a8e7bf" providerId="LiveId" clId="{39C24DAF-E20C-4507-9157-C96F2FA882D0}" dt="2023-03-28T16:22:23.716" v="1981"/>
          <ac:inkMkLst>
            <pc:docMk/>
            <pc:sldMk cId="2295581324" sldId="264"/>
            <ac:inkMk id="254" creationId="{B99A52F6-F0D8-453A-905E-2D21A897B108}"/>
          </ac:inkMkLst>
        </pc:inkChg>
        <pc:inkChg chg="add del">
          <ac:chgData name="" userId="242feb3c33a8e7bf" providerId="LiveId" clId="{39C24DAF-E20C-4507-9157-C96F2FA882D0}" dt="2023-03-28T16:22:23.716" v="1981"/>
          <ac:inkMkLst>
            <pc:docMk/>
            <pc:sldMk cId="2295581324" sldId="264"/>
            <ac:inkMk id="255" creationId="{387E9CAE-9659-46FF-A29E-DBCE1C2E9BDB}"/>
          </ac:inkMkLst>
        </pc:inkChg>
        <pc:inkChg chg="add del">
          <ac:chgData name="" userId="242feb3c33a8e7bf" providerId="LiveId" clId="{39C24DAF-E20C-4507-9157-C96F2FA882D0}" dt="2023-03-28T16:22:23.716" v="1981"/>
          <ac:inkMkLst>
            <pc:docMk/>
            <pc:sldMk cId="2295581324" sldId="264"/>
            <ac:inkMk id="256" creationId="{AC042AF7-3E5F-4051-AD15-A31F806532D0}"/>
          </ac:inkMkLst>
        </pc:inkChg>
        <pc:inkChg chg="add del">
          <ac:chgData name="" userId="242feb3c33a8e7bf" providerId="LiveId" clId="{39C24DAF-E20C-4507-9157-C96F2FA882D0}" dt="2023-03-28T16:22:23.716" v="1981"/>
          <ac:inkMkLst>
            <pc:docMk/>
            <pc:sldMk cId="2295581324" sldId="264"/>
            <ac:inkMk id="257" creationId="{C90A9297-B145-4D8C-87AC-6158E2BFA0EC}"/>
          </ac:inkMkLst>
        </pc:inkChg>
        <pc:inkChg chg="add del">
          <ac:chgData name="" userId="242feb3c33a8e7bf" providerId="LiveId" clId="{39C24DAF-E20C-4507-9157-C96F2FA882D0}" dt="2023-03-28T16:22:23.716" v="1981"/>
          <ac:inkMkLst>
            <pc:docMk/>
            <pc:sldMk cId="2295581324" sldId="264"/>
            <ac:inkMk id="258" creationId="{57AF1434-1D77-4A7A-AABE-F49F7868831A}"/>
          </ac:inkMkLst>
        </pc:inkChg>
        <pc:inkChg chg="add del">
          <ac:chgData name="" userId="242feb3c33a8e7bf" providerId="LiveId" clId="{39C24DAF-E20C-4507-9157-C96F2FA882D0}" dt="2023-03-28T16:22:23.716" v="1981"/>
          <ac:inkMkLst>
            <pc:docMk/>
            <pc:sldMk cId="2295581324" sldId="264"/>
            <ac:inkMk id="259" creationId="{F019E84C-0198-4892-83DD-A291614D9E17}"/>
          </ac:inkMkLst>
        </pc:inkChg>
        <pc:inkChg chg="add del">
          <ac:chgData name="" userId="242feb3c33a8e7bf" providerId="LiveId" clId="{39C24DAF-E20C-4507-9157-C96F2FA882D0}" dt="2023-03-28T16:22:23.716" v="1981"/>
          <ac:inkMkLst>
            <pc:docMk/>
            <pc:sldMk cId="2295581324" sldId="264"/>
            <ac:inkMk id="260" creationId="{EE28A039-7287-4F13-BF3B-81F4B40F3471}"/>
          </ac:inkMkLst>
        </pc:inkChg>
        <pc:inkChg chg="add del">
          <ac:chgData name="" userId="242feb3c33a8e7bf" providerId="LiveId" clId="{39C24DAF-E20C-4507-9157-C96F2FA882D0}" dt="2023-03-28T16:22:23.716" v="1981"/>
          <ac:inkMkLst>
            <pc:docMk/>
            <pc:sldMk cId="2295581324" sldId="264"/>
            <ac:inkMk id="261" creationId="{078D383A-F46F-4471-9A26-2E999D1B803C}"/>
          </ac:inkMkLst>
        </pc:inkChg>
        <pc:inkChg chg="add del">
          <ac:chgData name="" userId="242feb3c33a8e7bf" providerId="LiveId" clId="{39C24DAF-E20C-4507-9157-C96F2FA882D0}" dt="2023-03-28T16:22:23.716" v="1981"/>
          <ac:inkMkLst>
            <pc:docMk/>
            <pc:sldMk cId="2295581324" sldId="264"/>
            <ac:inkMk id="262" creationId="{CA1FF57C-AD7A-486D-84FD-6370211B09C1}"/>
          </ac:inkMkLst>
        </pc:inkChg>
        <pc:inkChg chg="add del">
          <ac:chgData name="" userId="242feb3c33a8e7bf" providerId="LiveId" clId="{39C24DAF-E20C-4507-9157-C96F2FA882D0}" dt="2023-03-28T16:22:23.716" v="1981"/>
          <ac:inkMkLst>
            <pc:docMk/>
            <pc:sldMk cId="2295581324" sldId="264"/>
            <ac:inkMk id="263" creationId="{6BC1331F-85E3-4F19-9C9D-B94261B7E1C8}"/>
          </ac:inkMkLst>
        </pc:inkChg>
        <pc:inkChg chg="add del">
          <ac:chgData name="" userId="242feb3c33a8e7bf" providerId="LiveId" clId="{39C24DAF-E20C-4507-9157-C96F2FA882D0}" dt="2023-03-28T16:22:23.716" v="1981"/>
          <ac:inkMkLst>
            <pc:docMk/>
            <pc:sldMk cId="2295581324" sldId="264"/>
            <ac:inkMk id="264" creationId="{CF131E1F-729F-4D31-8872-8CF02A1A0269}"/>
          </ac:inkMkLst>
        </pc:inkChg>
        <pc:inkChg chg="add del">
          <ac:chgData name="" userId="242feb3c33a8e7bf" providerId="LiveId" clId="{39C24DAF-E20C-4507-9157-C96F2FA882D0}" dt="2023-03-28T16:22:23.716" v="1981"/>
          <ac:inkMkLst>
            <pc:docMk/>
            <pc:sldMk cId="2295581324" sldId="264"/>
            <ac:inkMk id="265" creationId="{BAE6A0B5-D8C8-40F0-9896-04025B3FEE53}"/>
          </ac:inkMkLst>
        </pc:inkChg>
        <pc:inkChg chg="add del">
          <ac:chgData name="" userId="242feb3c33a8e7bf" providerId="LiveId" clId="{39C24DAF-E20C-4507-9157-C96F2FA882D0}" dt="2023-03-28T16:22:23.716" v="1981"/>
          <ac:inkMkLst>
            <pc:docMk/>
            <pc:sldMk cId="2295581324" sldId="264"/>
            <ac:inkMk id="266" creationId="{C6D318C3-9796-4487-A548-A90B755E1980}"/>
          </ac:inkMkLst>
        </pc:inkChg>
        <pc:inkChg chg="add">
          <ac:chgData name="" userId="242feb3c33a8e7bf" providerId="LiveId" clId="{39C24DAF-E20C-4507-9157-C96F2FA882D0}" dt="2023-03-28T16:22:22.984" v="1980"/>
          <ac:inkMkLst>
            <pc:docMk/>
            <pc:sldMk cId="2295581324" sldId="264"/>
            <ac:inkMk id="267" creationId="{30F81E77-4AFD-4C48-BAAE-980F4818DE41}"/>
          </ac:inkMkLst>
        </pc:inkChg>
        <pc:inkChg chg="add">
          <ac:chgData name="" userId="242feb3c33a8e7bf" providerId="LiveId" clId="{39C24DAF-E20C-4507-9157-C96F2FA882D0}" dt="2023-03-28T16:22:23.716" v="1981"/>
          <ac:inkMkLst>
            <pc:docMk/>
            <pc:sldMk cId="2295581324" sldId="264"/>
            <ac:inkMk id="268" creationId="{BEF761A7-5BED-424D-A63B-C885492B3C3E}"/>
          </ac:inkMkLst>
        </pc:inkChg>
        <pc:inkChg chg="add">
          <ac:chgData name="" userId="242feb3c33a8e7bf" providerId="LiveId" clId="{39C24DAF-E20C-4507-9157-C96F2FA882D0}" dt="2023-03-28T16:22:23.716" v="1981"/>
          <ac:inkMkLst>
            <pc:docMk/>
            <pc:sldMk cId="2295581324" sldId="264"/>
            <ac:inkMk id="269" creationId="{440259F5-FBFA-41DE-AE12-DA624FAA3BFA}"/>
          </ac:inkMkLst>
        </pc:inkChg>
        <pc:inkChg chg="add">
          <ac:chgData name="" userId="242feb3c33a8e7bf" providerId="LiveId" clId="{39C24DAF-E20C-4507-9157-C96F2FA882D0}" dt="2023-03-28T16:22:23.716" v="1981"/>
          <ac:inkMkLst>
            <pc:docMk/>
            <pc:sldMk cId="2295581324" sldId="264"/>
            <ac:inkMk id="270" creationId="{2B37FF01-CE20-4B22-805B-C3091D16191F}"/>
          </ac:inkMkLst>
        </pc:inkChg>
        <pc:inkChg chg="add">
          <ac:chgData name="" userId="242feb3c33a8e7bf" providerId="LiveId" clId="{39C24DAF-E20C-4507-9157-C96F2FA882D0}" dt="2023-03-28T16:22:23.716" v="1981"/>
          <ac:inkMkLst>
            <pc:docMk/>
            <pc:sldMk cId="2295581324" sldId="264"/>
            <ac:inkMk id="271" creationId="{8DE590BE-312B-498D-B390-B381A8141FC0}"/>
          </ac:inkMkLst>
        </pc:inkChg>
        <pc:inkChg chg="add del">
          <ac:chgData name="" userId="242feb3c33a8e7bf" providerId="LiveId" clId="{39C24DAF-E20C-4507-9157-C96F2FA882D0}" dt="2023-03-28T16:22:36.002" v="1999"/>
          <ac:inkMkLst>
            <pc:docMk/>
            <pc:sldMk cId="2295581324" sldId="264"/>
            <ac:inkMk id="272" creationId="{2A51590C-4D4F-4868-8DCD-7DC37E598C61}"/>
          </ac:inkMkLst>
        </pc:inkChg>
        <pc:inkChg chg="add del">
          <ac:chgData name="" userId="242feb3c33a8e7bf" providerId="LiveId" clId="{39C24DAF-E20C-4507-9157-C96F2FA882D0}" dt="2023-03-28T16:22:36.002" v="1999"/>
          <ac:inkMkLst>
            <pc:docMk/>
            <pc:sldMk cId="2295581324" sldId="264"/>
            <ac:inkMk id="273" creationId="{2C59378B-DD20-4246-AB48-335F45988DB4}"/>
          </ac:inkMkLst>
        </pc:inkChg>
        <pc:inkChg chg="add del">
          <ac:chgData name="" userId="242feb3c33a8e7bf" providerId="LiveId" clId="{39C24DAF-E20C-4507-9157-C96F2FA882D0}" dt="2023-03-28T16:22:36.002" v="1999"/>
          <ac:inkMkLst>
            <pc:docMk/>
            <pc:sldMk cId="2295581324" sldId="264"/>
            <ac:inkMk id="274" creationId="{D1A5520A-40D0-4278-8B8A-5550B09F2958}"/>
          </ac:inkMkLst>
        </pc:inkChg>
        <pc:inkChg chg="add del">
          <ac:chgData name="" userId="242feb3c33a8e7bf" providerId="LiveId" clId="{39C24DAF-E20C-4507-9157-C96F2FA882D0}" dt="2023-03-28T16:22:36.002" v="1999"/>
          <ac:inkMkLst>
            <pc:docMk/>
            <pc:sldMk cId="2295581324" sldId="264"/>
            <ac:inkMk id="275" creationId="{8788D6E0-B5E8-46E6-B71B-29C8903CD64D}"/>
          </ac:inkMkLst>
        </pc:inkChg>
        <pc:inkChg chg="add del">
          <ac:chgData name="" userId="242feb3c33a8e7bf" providerId="LiveId" clId="{39C24DAF-E20C-4507-9157-C96F2FA882D0}" dt="2023-03-28T16:22:36.002" v="1999"/>
          <ac:inkMkLst>
            <pc:docMk/>
            <pc:sldMk cId="2295581324" sldId="264"/>
            <ac:inkMk id="276" creationId="{848C16AA-2369-4AA0-88F7-D2320CB5651F}"/>
          </ac:inkMkLst>
        </pc:inkChg>
        <pc:inkChg chg="add del">
          <ac:chgData name="" userId="242feb3c33a8e7bf" providerId="LiveId" clId="{39C24DAF-E20C-4507-9157-C96F2FA882D0}" dt="2023-03-28T16:22:36.002" v="1999"/>
          <ac:inkMkLst>
            <pc:docMk/>
            <pc:sldMk cId="2295581324" sldId="264"/>
            <ac:inkMk id="277" creationId="{21962D13-385F-47F3-B37A-3E818C0A2638}"/>
          </ac:inkMkLst>
        </pc:inkChg>
        <pc:inkChg chg="add del">
          <ac:chgData name="" userId="242feb3c33a8e7bf" providerId="LiveId" clId="{39C24DAF-E20C-4507-9157-C96F2FA882D0}" dt="2023-03-28T16:22:36.002" v="1999"/>
          <ac:inkMkLst>
            <pc:docMk/>
            <pc:sldMk cId="2295581324" sldId="264"/>
            <ac:inkMk id="278" creationId="{FBF27BF7-3DF3-4E8E-BD6F-1D969D6F138B}"/>
          </ac:inkMkLst>
        </pc:inkChg>
        <pc:inkChg chg="add del">
          <ac:chgData name="" userId="242feb3c33a8e7bf" providerId="LiveId" clId="{39C24DAF-E20C-4507-9157-C96F2FA882D0}" dt="2023-03-28T16:22:36.002" v="1999"/>
          <ac:inkMkLst>
            <pc:docMk/>
            <pc:sldMk cId="2295581324" sldId="264"/>
            <ac:inkMk id="279" creationId="{AC55A09F-F142-4264-B8A3-180616DAABEF}"/>
          </ac:inkMkLst>
        </pc:inkChg>
        <pc:inkChg chg="add del">
          <ac:chgData name="" userId="242feb3c33a8e7bf" providerId="LiveId" clId="{39C24DAF-E20C-4507-9157-C96F2FA882D0}" dt="2023-03-28T16:22:36.002" v="1999"/>
          <ac:inkMkLst>
            <pc:docMk/>
            <pc:sldMk cId="2295581324" sldId="264"/>
            <ac:inkMk id="280" creationId="{C551D19B-D320-428B-8D3E-6EA1FB2BE0B4}"/>
          </ac:inkMkLst>
        </pc:inkChg>
        <pc:inkChg chg="add del">
          <ac:chgData name="" userId="242feb3c33a8e7bf" providerId="LiveId" clId="{39C24DAF-E20C-4507-9157-C96F2FA882D0}" dt="2023-03-28T16:22:36.002" v="1999"/>
          <ac:inkMkLst>
            <pc:docMk/>
            <pc:sldMk cId="2295581324" sldId="264"/>
            <ac:inkMk id="281" creationId="{18091CF7-018C-4E34-82E6-63080C7497F3}"/>
          </ac:inkMkLst>
        </pc:inkChg>
        <pc:inkChg chg="add del">
          <ac:chgData name="" userId="242feb3c33a8e7bf" providerId="LiveId" clId="{39C24DAF-E20C-4507-9157-C96F2FA882D0}" dt="2023-03-28T16:22:36.002" v="1999"/>
          <ac:inkMkLst>
            <pc:docMk/>
            <pc:sldMk cId="2295581324" sldId="264"/>
            <ac:inkMk id="282" creationId="{9443E7CA-3C0C-4250-95C2-522735A5C83C}"/>
          </ac:inkMkLst>
        </pc:inkChg>
        <pc:inkChg chg="add del">
          <ac:chgData name="" userId="242feb3c33a8e7bf" providerId="LiveId" clId="{39C24DAF-E20C-4507-9157-C96F2FA882D0}" dt="2023-03-28T16:22:36.002" v="1999"/>
          <ac:inkMkLst>
            <pc:docMk/>
            <pc:sldMk cId="2295581324" sldId="264"/>
            <ac:inkMk id="283" creationId="{6EB63CAB-1D84-480F-B763-845F9B27A509}"/>
          </ac:inkMkLst>
        </pc:inkChg>
        <pc:inkChg chg="add del">
          <ac:chgData name="" userId="242feb3c33a8e7bf" providerId="LiveId" clId="{39C24DAF-E20C-4507-9157-C96F2FA882D0}" dt="2023-03-28T16:22:36.002" v="1999"/>
          <ac:inkMkLst>
            <pc:docMk/>
            <pc:sldMk cId="2295581324" sldId="264"/>
            <ac:inkMk id="284" creationId="{B2E9DD4B-5422-4909-9B43-F864079757F4}"/>
          </ac:inkMkLst>
        </pc:inkChg>
        <pc:inkChg chg="add del">
          <ac:chgData name="" userId="242feb3c33a8e7bf" providerId="LiveId" clId="{39C24DAF-E20C-4507-9157-C96F2FA882D0}" dt="2023-03-28T16:22:36.002" v="1999"/>
          <ac:inkMkLst>
            <pc:docMk/>
            <pc:sldMk cId="2295581324" sldId="264"/>
            <ac:inkMk id="285" creationId="{091D6E97-052E-4049-8763-7613707904A3}"/>
          </ac:inkMkLst>
        </pc:inkChg>
        <pc:inkChg chg="add del">
          <ac:chgData name="" userId="242feb3c33a8e7bf" providerId="LiveId" clId="{39C24DAF-E20C-4507-9157-C96F2FA882D0}" dt="2023-03-28T16:22:36.002" v="1999"/>
          <ac:inkMkLst>
            <pc:docMk/>
            <pc:sldMk cId="2295581324" sldId="264"/>
            <ac:inkMk id="286" creationId="{B65363E1-8C16-4447-9AB2-74DCFA5E5F96}"/>
          </ac:inkMkLst>
        </pc:inkChg>
        <pc:inkChg chg="add del">
          <ac:chgData name="" userId="242feb3c33a8e7bf" providerId="LiveId" clId="{39C24DAF-E20C-4507-9157-C96F2FA882D0}" dt="2023-03-28T16:22:36.002" v="1999"/>
          <ac:inkMkLst>
            <pc:docMk/>
            <pc:sldMk cId="2295581324" sldId="264"/>
            <ac:inkMk id="287" creationId="{84A93EA1-F19D-49D0-997A-788BCC2BA933}"/>
          </ac:inkMkLst>
        </pc:inkChg>
        <pc:inkChg chg="add del">
          <ac:chgData name="" userId="242feb3c33a8e7bf" providerId="LiveId" clId="{39C24DAF-E20C-4507-9157-C96F2FA882D0}" dt="2023-03-28T16:22:36.002" v="1999"/>
          <ac:inkMkLst>
            <pc:docMk/>
            <pc:sldMk cId="2295581324" sldId="264"/>
            <ac:inkMk id="288" creationId="{35435CBC-D1B8-4AD8-9280-DF04CF8DCB7E}"/>
          </ac:inkMkLst>
        </pc:inkChg>
        <pc:inkChg chg="add del">
          <ac:chgData name="" userId="242feb3c33a8e7bf" providerId="LiveId" clId="{39C24DAF-E20C-4507-9157-C96F2FA882D0}" dt="2023-03-28T16:22:57.086" v="2029"/>
          <ac:inkMkLst>
            <pc:docMk/>
            <pc:sldMk cId="2295581324" sldId="264"/>
            <ac:inkMk id="289" creationId="{7D6FCD86-6B91-4E0D-B97D-3DA3B5941EFB}"/>
          </ac:inkMkLst>
        </pc:inkChg>
        <pc:inkChg chg="add del">
          <ac:chgData name="" userId="242feb3c33a8e7bf" providerId="LiveId" clId="{39C24DAF-E20C-4507-9157-C96F2FA882D0}" dt="2023-03-28T16:22:38.995" v="2006"/>
          <ac:inkMkLst>
            <pc:docMk/>
            <pc:sldMk cId="2295581324" sldId="264"/>
            <ac:inkMk id="290" creationId="{821987D2-EEB9-4598-92F0-174104395AFB}"/>
          </ac:inkMkLst>
        </pc:inkChg>
        <pc:inkChg chg="add del">
          <ac:chgData name="" userId="242feb3c33a8e7bf" providerId="LiveId" clId="{39C24DAF-E20C-4507-9157-C96F2FA882D0}" dt="2023-03-28T16:22:57.086" v="2029"/>
          <ac:inkMkLst>
            <pc:docMk/>
            <pc:sldMk cId="2295581324" sldId="264"/>
            <ac:inkMk id="291" creationId="{1444F340-4EF8-418C-90C9-290A3D35F1BB}"/>
          </ac:inkMkLst>
        </pc:inkChg>
        <pc:inkChg chg="add del">
          <ac:chgData name="" userId="242feb3c33a8e7bf" providerId="LiveId" clId="{39C24DAF-E20C-4507-9157-C96F2FA882D0}" dt="2023-03-28T16:22:37.689" v="2004"/>
          <ac:inkMkLst>
            <pc:docMk/>
            <pc:sldMk cId="2295581324" sldId="264"/>
            <ac:inkMk id="292" creationId="{41D52032-508D-4E28-8150-4C769A00EE89}"/>
          </ac:inkMkLst>
        </pc:inkChg>
        <pc:inkChg chg="add del">
          <ac:chgData name="" userId="242feb3c33a8e7bf" providerId="LiveId" clId="{39C24DAF-E20C-4507-9157-C96F2FA882D0}" dt="2023-03-28T16:22:37.689" v="2004"/>
          <ac:inkMkLst>
            <pc:docMk/>
            <pc:sldMk cId="2295581324" sldId="264"/>
            <ac:inkMk id="293" creationId="{41B832F6-B3CB-4005-BB72-E787485DDDD4}"/>
          </ac:inkMkLst>
        </pc:inkChg>
        <pc:inkChg chg="add del">
          <ac:chgData name="" userId="242feb3c33a8e7bf" providerId="LiveId" clId="{39C24DAF-E20C-4507-9157-C96F2FA882D0}" dt="2023-03-28T16:22:37.689" v="2004"/>
          <ac:inkMkLst>
            <pc:docMk/>
            <pc:sldMk cId="2295581324" sldId="264"/>
            <ac:inkMk id="294" creationId="{E7C93A52-742F-4269-B96F-DC23425F0390}"/>
          </ac:inkMkLst>
        </pc:inkChg>
        <pc:inkChg chg="add del">
          <ac:chgData name="" userId="242feb3c33a8e7bf" providerId="LiveId" clId="{39C24DAF-E20C-4507-9157-C96F2FA882D0}" dt="2023-03-28T16:22:37.689" v="2004"/>
          <ac:inkMkLst>
            <pc:docMk/>
            <pc:sldMk cId="2295581324" sldId="264"/>
            <ac:inkMk id="295" creationId="{E88E9AAB-DDB4-4450-B359-4F64CC4EDFEE}"/>
          </ac:inkMkLst>
        </pc:inkChg>
        <pc:inkChg chg="add">
          <ac:chgData name="" userId="242feb3c33a8e7bf" providerId="LiveId" clId="{39C24DAF-E20C-4507-9157-C96F2FA882D0}" dt="2023-03-28T16:22:37.689" v="2004"/>
          <ac:inkMkLst>
            <pc:docMk/>
            <pc:sldMk cId="2295581324" sldId="264"/>
            <ac:inkMk id="296" creationId="{9CA1CE31-CF25-4CBA-8780-B4AFC834892C}"/>
          </ac:inkMkLst>
        </pc:inkChg>
        <pc:inkChg chg="add del">
          <ac:chgData name="" userId="242feb3c33a8e7bf" providerId="LiveId" clId="{39C24DAF-E20C-4507-9157-C96F2FA882D0}" dt="2023-03-28T16:22:38.995" v="2006"/>
          <ac:inkMkLst>
            <pc:docMk/>
            <pc:sldMk cId="2295581324" sldId="264"/>
            <ac:inkMk id="297" creationId="{6AF69474-B8B7-4491-A5DD-992594DE9492}"/>
          </ac:inkMkLst>
        </pc:inkChg>
        <pc:inkChg chg="add del">
          <ac:chgData name="" userId="242feb3c33a8e7bf" providerId="LiveId" clId="{39C24DAF-E20C-4507-9157-C96F2FA882D0}" dt="2023-03-28T16:22:57.086" v="2029"/>
          <ac:inkMkLst>
            <pc:docMk/>
            <pc:sldMk cId="2295581324" sldId="264"/>
            <ac:inkMk id="298" creationId="{FA46F118-B2A5-428D-8939-1F315E1496DE}"/>
          </ac:inkMkLst>
        </pc:inkChg>
        <pc:inkChg chg="add del">
          <ac:chgData name="" userId="242feb3c33a8e7bf" providerId="LiveId" clId="{39C24DAF-E20C-4507-9157-C96F2FA882D0}" dt="2023-03-28T16:22:46.505" v="2023"/>
          <ac:inkMkLst>
            <pc:docMk/>
            <pc:sldMk cId="2295581324" sldId="264"/>
            <ac:inkMk id="299" creationId="{88602CBF-E098-4A58-8893-E4533092BAC4}"/>
          </ac:inkMkLst>
        </pc:inkChg>
        <pc:inkChg chg="add del">
          <ac:chgData name="" userId="242feb3c33a8e7bf" providerId="LiveId" clId="{39C24DAF-E20C-4507-9157-C96F2FA882D0}" dt="2023-03-28T16:22:46.505" v="2023"/>
          <ac:inkMkLst>
            <pc:docMk/>
            <pc:sldMk cId="2295581324" sldId="264"/>
            <ac:inkMk id="300" creationId="{D4D3D961-B8A2-4E78-AA9A-FF7C690BEB19}"/>
          </ac:inkMkLst>
        </pc:inkChg>
        <pc:inkChg chg="add del">
          <ac:chgData name="" userId="242feb3c33a8e7bf" providerId="LiveId" clId="{39C24DAF-E20C-4507-9157-C96F2FA882D0}" dt="2023-03-28T16:22:46.505" v="2023"/>
          <ac:inkMkLst>
            <pc:docMk/>
            <pc:sldMk cId="2295581324" sldId="264"/>
            <ac:inkMk id="301" creationId="{77C6BCC5-2D9E-467A-9995-08C94F09B902}"/>
          </ac:inkMkLst>
        </pc:inkChg>
        <pc:inkChg chg="add del">
          <ac:chgData name="" userId="242feb3c33a8e7bf" providerId="LiveId" clId="{39C24DAF-E20C-4507-9157-C96F2FA882D0}" dt="2023-03-28T16:22:46.505" v="2023"/>
          <ac:inkMkLst>
            <pc:docMk/>
            <pc:sldMk cId="2295581324" sldId="264"/>
            <ac:inkMk id="302" creationId="{23CB9758-5E8C-47F9-9557-71680EE4E473}"/>
          </ac:inkMkLst>
        </pc:inkChg>
        <pc:inkChg chg="add del">
          <ac:chgData name="" userId="242feb3c33a8e7bf" providerId="LiveId" clId="{39C24DAF-E20C-4507-9157-C96F2FA882D0}" dt="2023-03-28T16:22:46.505" v="2023"/>
          <ac:inkMkLst>
            <pc:docMk/>
            <pc:sldMk cId="2295581324" sldId="264"/>
            <ac:inkMk id="303" creationId="{3270E17E-AE3E-48BF-B7AD-88E3CB491FBE}"/>
          </ac:inkMkLst>
        </pc:inkChg>
        <pc:inkChg chg="add del">
          <ac:chgData name="" userId="242feb3c33a8e7bf" providerId="LiveId" clId="{39C24DAF-E20C-4507-9157-C96F2FA882D0}" dt="2023-03-28T16:22:46.505" v="2023"/>
          <ac:inkMkLst>
            <pc:docMk/>
            <pc:sldMk cId="2295581324" sldId="264"/>
            <ac:inkMk id="304" creationId="{16C494F8-9FE8-43A8-BAE1-1CFA09FF65C4}"/>
          </ac:inkMkLst>
        </pc:inkChg>
        <pc:inkChg chg="add del">
          <ac:chgData name="" userId="242feb3c33a8e7bf" providerId="LiveId" clId="{39C24DAF-E20C-4507-9157-C96F2FA882D0}" dt="2023-03-28T16:22:46.505" v="2023"/>
          <ac:inkMkLst>
            <pc:docMk/>
            <pc:sldMk cId="2295581324" sldId="264"/>
            <ac:inkMk id="305" creationId="{09EDDDD4-E559-468C-9708-198CA9D6D303}"/>
          </ac:inkMkLst>
        </pc:inkChg>
        <pc:inkChg chg="add del">
          <ac:chgData name="" userId="242feb3c33a8e7bf" providerId="LiveId" clId="{39C24DAF-E20C-4507-9157-C96F2FA882D0}" dt="2023-03-28T16:22:46.505" v="2023"/>
          <ac:inkMkLst>
            <pc:docMk/>
            <pc:sldMk cId="2295581324" sldId="264"/>
            <ac:inkMk id="306" creationId="{30B7DA18-3465-4606-BE16-DEABCBEF1D4F}"/>
          </ac:inkMkLst>
        </pc:inkChg>
        <pc:inkChg chg="add del">
          <ac:chgData name="" userId="242feb3c33a8e7bf" providerId="LiveId" clId="{39C24DAF-E20C-4507-9157-C96F2FA882D0}" dt="2023-03-28T16:22:46.505" v="2023"/>
          <ac:inkMkLst>
            <pc:docMk/>
            <pc:sldMk cId="2295581324" sldId="264"/>
            <ac:inkMk id="307" creationId="{30E947F7-85FF-45A0-970E-35C0A7E64596}"/>
          </ac:inkMkLst>
        </pc:inkChg>
        <pc:inkChg chg="add del">
          <ac:chgData name="" userId="242feb3c33a8e7bf" providerId="LiveId" clId="{39C24DAF-E20C-4507-9157-C96F2FA882D0}" dt="2023-03-28T16:22:46.505" v="2023"/>
          <ac:inkMkLst>
            <pc:docMk/>
            <pc:sldMk cId="2295581324" sldId="264"/>
            <ac:inkMk id="308" creationId="{306928EF-DBE2-4561-83BE-851C8717A58C}"/>
          </ac:inkMkLst>
        </pc:inkChg>
        <pc:inkChg chg="add del">
          <ac:chgData name="" userId="242feb3c33a8e7bf" providerId="LiveId" clId="{39C24DAF-E20C-4507-9157-C96F2FA882D0}" dt="2023-03-28T16:22:46.505" v="2023"/>
          <ac:inkMkLst>
            <pc:docMk/>
            <pc:sldMk cId="2295581324" sldId="264"/>
            <ac:inkMk id="309" creationId="{D7DA9494-C45D-4060-A3B4-DF9836395BF2}"/>
          </ac:inkMkLst>
        </pc:inkChg>
        <pc:inkChg chg="add del">
          <ac:chgData name="" userId="242feb3c33a8e7bf" providerId="LiveId" clId="{39C24DAF-E20C-4507-9157-C96F2FA882D0}" dt="2023-03-28T16:22:46.505" v="2023"/>
          <ac:inkMkLst>
            <pc:docMk/>
            <pc:sldMk cId="2295581324" sldId="264"/>
            <ac:inkMk id="310" creationId="{D1F94D07-FCEE-42EE-BDCD-D39307459748}"/>
          </ac:inkMkLst>
        </pc:inkChg>
        <pc:inkChg chg="add del">
          <ac:chgData name="" userId="242feb3c33a8e7bf" providerId="LiveId" clId="{39C24DAF-E20C-4507-9157-C96F2FA882D0}" dt="2023-03-28T16:22:46.505" v="2023"/>
          <ac:inkMkLst>
            <pc:docMk/>
            <pc:sldMk cId="2295581324" sldId="264"/>
            <ac:inkMk id="311" creationId="{21700253-25DB-4BC2-999E-A6FE5896C45F}"/>
          </ac:inkMkLst>
        </pc:inkChg>
        <pc:inkChg chg="add del">
          <ac:chgData name="" userId="242feb3c33a8e7bf" providerId="LiveId" clId="{39C24DAF-E20C-4507-9157-C96F2FA882D0}" dt="2023-03-28T16:22:46.505" v="2023"/>
          <ac:inkMkLst>
            <pc:docMk/>
            <pc:sldMk cId="2295581324" sldId="264"/>
            <ac:inkMk id="312" creationId="{A78BC186-3942-4B32-A986-1603854814D0}"/>
          </ac:inkMkLst>
        </pc:inkChg>
        <pc:inkChg chg="add del">
          <ac:chgData name="" userId="242feb3c33a8e7bf" providerId="LiveId" clId="{39C24DAF-E20C-4507-9157-C96F2FA882D0}" dt="2023-03-28T16:22:46.505" v="2023"/>
          <ac:inkMkLst>
            <pc:docMk/>
            <pc:sldMk cId="2295581324" sldId="264"/>
            <ac:inkMk id="313" creationId="{8C69C3A8-08AF-47C8-984D-699115B4D410}"/>
          </ac:inkMkLst>
        </pc:inkChg>
        <pc:inkChg chg="add del">
          <ac:chgData name="" userId="242feb3c33a8e7bf" providerId="LiveId" clId="{39C24DAF-E20C-4507-9157-C96F2FA882D0}" dt="2023-03-28T16:22:46.505" v="2023"/>
          <ac:inkMkLst>
            <pc:docMk/>
            <pc:sldMk cId="2295581324" sldId="264"/>
            <ac:inkMk id="314" creationId="{F79FB982-BB7C-4541-86C3-E364EB062422}"/>
          </ac:inkMkLst>
        </pc:inkChg>
        <pc:inkChg chg="add">
          <ac:chgData name="" userId="242feb3c33a8e7bf" providerId="LiveId" clId="{39C24DAF-E20C-4507-9157-C96F2FA882D0}" dt="2023-03-28T16:22:46.505" v="2023"/>
          <ac:inkMkLst>
            <pc:docMk/>
            <pc:sldMk cId="2295581324" sldId="264"/>
            <ac:inkMk id="315" creationId="{81B33BA3-AB89-46B3-AA54-7F8100D15748}"/>
          </ac:inkMkLst>
        </pc:inkChg>
        <pc:inkChg chg="add">
          <ac:chgData name="" userId="242feb3c33a8e7bf" providerId="LiveId" clId="{39C24DAF-E20C-4507-9157-C96F2FA882D0}" dt="2023-03-28T16:22:46.505" v="2023"/>
          <ac:inkMkLst>
            <pc:docMk/>
            <pc:sldMk cId="2295581324" sldId="264"/>
            <ac:inkMk id="316" creationId="{120EF43D-7367-4BF7-9BAE-FB1CD30690AA}"/>
          </ac:inkMkLst>
        </pc:inkChg>
        <pc:inkChg chg="add">
          <ac:chgData name="" userId="242feb3c33a8e7bf" providerId="LiveId" clId="{39C24DAF-E20C-4507-9157-C96F2FA882D0}" dt="2023-03-28T16:22:46.505" v="2023"/>
          <ac:inkMkLst>
            <pc:docMk/>
            <pc:sldMk cId="2295581324" sldId="264"/>
            <ac:inkMk id="317" creationId="{69C39DC5-9396-447B-BC59-3BCB78DFCFE2}"/>
          </ac:inkMkLst>
        </pc:inkChg>
        <pc:inkChg chg="add del">
          <ac:chgData name="" userId="242feb3c33a8e7bf" providerId="LiveId" clId="{39C24DAF-E20C-4507-9157-C96F2FA882D0}" dt="2023-03-28T16:22:57.086" v="2029"/>
          <ac:inkMkLst>
            <pc:docMk/>
            <pc:sldMk cId="2295581324" sldId="264"/>
            <ac:inkMk id="318" creationId="{948846F0-062B-4CBC-982A-69D0486184B3}"/>
          </ac:inkMkLst>
        </pc:inkChg>
        <pc:inkChg chg="add del">
          <ac:chgData name="" userId="242feb3c33a8e7bf" providerId="LiveId" clId="{39C24DAF-E20C-4507-9157-C96F2FA882D0}" dt="2023-03-28T16:22:57.086" v="2029"/>
          <ac:inkMkLst>
            <pc:docMk/>
            <pc:sldMk cId="2295581324" sldId="264"/>
            <ac:inkMk id="319" creationId="{EB54FADB-D9F8-4F6B-9B4A-9DCD0428DDC8}"/>
          </ac:inkMkLst>
        </pc:inkChg>
        <pc:inkChg chg="add del">
          <ac:chgData name="" userId="242feb3c33a8e7bf" providerId="LiveId" clId="{39C24DAF-E20C-4507-9157-C96F2FA882D0}" dt="2023-03-28T16:22:57.086" v="2029"/>
          <ac:inkMkLst>
            <pc:docMk/>
            <pc:sldMk cId="2295581324" sldId="264"/>
            <ac:inkMk id="320" creationId="{88C20F1C-273A-47B3-9276-4D0CF18D635F}"/>
          </ac:inkMkLst>
        </pc:inkChg>
        <pc:inkChg chg="add del">
          <ac:chgData name="" userId="242feb3c33a8e7bf" providerId="LiveId" clId="{39C24DAF-E20C-4507-9157-C96F2FA882D0}" dt="2023-03-28T16:22:57.086" v="2029"/>
          <ac:inkMkLst>
            <pc:docMk/>
            <pc:sldMk cId="2295581324" sldId="264"/>
            <ac:inkMk id="321" creationId="{4737DEE8-BA39-4E2C-A3EA-E9B28AC19019}"/>
          </ac:inkMkLst>
        </pc:inkChg>
        <pc:inkChg chg="add del">
          <ac:chgData name="" userId="242feb3c33a8e7bf" providerId="LiveId" clId="{39C24DAF-E20C-4507-9157-C96F2FA882D0}" dt="2023-03-28T16:22:57.086" v="2029"/>
          <ac:inkMkLst>
            <pc:docMk/>
            <pc:sldMk cId="2295581324" sldId="264"/>
            <ac:inkMk id="322" creationId="{02B92B89-EBDC-47E9-BA68-D6AC43B85585}"/>
          </ac:inkMkLst>
        </pc:inkChg>
        <pc:inkChg chg="add">
          <ac:chgData name="" userId="242feb3c33a8e7bf" providerId="LiveId" clId="{39C24DAF-E20C-4507-9157-C96F2FA882D0}" dt="2023-03-28T16:22:57.086" v="2029"/>
          <ac:inkMkLst>
            <pc:docMk/>
            <pc:sldMk cId="2295581324" sldId="264"/>
            <ac:inkMk id="323" creationId="{57CD5BFA-CD8A-4B95-BD05-1799664EBEAA}"/>
          </ac:inkMkLst>
        </pc:inkChg>
        <pc:inkChg chg="add del">
          <ac:chgData name="" userId="242feb3c33a8e7bf" providerId="LiveId" clId="{39C24DAF-E20C-4507-9157-C96F2FA882D0}" dt="2023-03-28T16:23:04.661" v="2042"/>
          <ac:inkMkLst>
            <pc:docMk/>
            <pc:sldMk cId="2295581324" sldId="264"/>
            <ac:inkMk id="324" creationId="{94E0C5CE-B92E-4086-B9A3-8D08377C13F4}"/>
          </ac:inkMkLst>
        </pc:inkChg>
        <pc:inkChg chg="add del">
          <ac:chgData name="" userId="242feb3c33a8e7bf" providerId="LiveId" clId="{39C24DAF-E20C-4507-9157-C96F2FA882D0}" dt="2023-03-28T16:23:04.661" v="2042"/>
          <ac:inkMkLst>
            <pc:docMk/>
            <pc:sldMk cId="2295581324" sldId="264"/>
            <ac:inkMk id="325" creationId="{04F376D8-B9C9-4DDC-BC85-B7FAC9B6E42A}"/>
          </ac:inkMkLst>
        </pc:inkChg>
        <pc:inkChg chg="add del">
          <ac:chgData name="" userId="242feb3c33a8e7bf" providerId="LiveId" clId="{39C24DAF-E20C-4507-9157-C96F2FA882D0}" dt="2023-03-28T16:23:04.661" v="2042"/>
          <ac:inkMkLst>
            <pc:docMk/>
            <pc:sldMk cId="2295581324" sldId="264"/>
            <ac:inkMk id="326" creationId="{832E9DE8-2FDB-4EA0-B35F-8BFF136594ED}"/>
          </ac:inkMkLst>
        </pc:inkChg>
        <pc:inkChg chg="add del">
          <ac:chgData name="" userId="242feb3c33a8e7bf" providerId="LiveId" clId="{39C24DAF-E20C-4507-9157-C96F2FA882D0}" dt="2023-03-28T16:23:04.661" v="2042"/>
          <ac:inkMkLst>
            <pc:docMk/>
            <pc:sldMk cId="2295581324" sldId="264"/>
            <ac:inkMk id="327" creationId="{58BD8A41-29AE-4E7B-8FD6-B71102A9E3C3}"/>
          </ac:inkMkLst>
        </pc:inkChg>
        <pc:inkChg chg="add del">
          <ac:chgData name="" userId="242feb3c33a8e7bf" providerId="LiveId" clId="{39C24DAF-E20C-4507-9157-C96F2FA882D0}" dt="2023-03-28T16:23:04.661" v="2042"/>
          <ac:inkMkLst>
            <pc:docMk/>
            <pc:sldMk cId="2295581324" sldId="264"/>
            <ac:inkMk id="328" creationId="{A2C1B6DE-F024-48D6-8DA7-A944C9FC42D7}"/>
          </ac:inkMkLst>
        </pc:inkChg>
        <pc:inkChg chg="add del">
          <ac:chgData name="" userId="242feb3c33a8e7bf" providerId="LiveId" clId="{39C24DAF-E20C-4507-9157-C96F2FA882D0}" dt="2023-03-28T16:23:04.661" v="2042"/>
          <ac:inkMkLst>
            <pc:docMk/>
            <pc:sldMk cId="2295581324" sldId="264"/>
            <ac:inkMk id="329" creationId="{C899E323-DEE6-4934-A86B-A9CBC59FD943}"/>
          </ac:inkMkLst>
        </pc:inkChg>
        <pc:inkChg chg="add del">
          <ac:chgData name="" userId="242feb3c33a8e7bf" providerId="LiveId" clId="{39C24DAF-E20C-4507-9157-C96F2FA882D0}" dt="2023-03-28T16:23:04.661" v="2042"/>
          <ac:inkMkLst>
            <pc:docMk/>
            <pc:sldMk cId="2295581324" sldId="264"/>
            <ac:inkMk id="330" creationId="{2220E4D5-E0DA-41C1-9EEC-7B3FFD451473}"/>
          </ac:inkMkLst>
        </pc:inkChg>
        <pc:inkChg chg="add del">
          <ac:chgData name="" userId="242feb3c33a8e7bf" providerId="LiveId" clId="{39C24DAF-E20C-4507-9157-C96F2FA882D0}" dt="2023-03-28T16:23:04.661" v="2042"/>
          <ac:inkMkLst>
            <pc:docMk/>
            <pc:sldMk cId="2295581324" sldId="264"/>
            <ac:inkMk id="331" creationId="{188C39F5-830D-4ADA-A95F-12DFC1B793E3}"/>
          </ac:inkMkLst>
        </pc:inkChg>
        <pc:inkChg chg="add del">
          <ac:chgData name="" userId="242feb3c33a8e7bf" providerId="LiveId" clId="{39C24DAF-E20C-4507-9157-C96F2FA882D0}" dt="2023-03-28T16:23:04.661" v="2042"/>
          <ac:inkMkLst>
            <pc:docMk/>
            <pc:sldMk cId="2295581324" sldId="264"/>
            <ac:inkMk id="332" creationId="{6363EBD6-DAFC-460E-BCEF-CA80766AE100}"/>
          </ac:inkMkLst>
        </pc:inkChg>
        <pc:inkChg chg="add del">
          <ac:chgData name="" userId="242feb3c33a8e7bf" providerId="LiveId" clId="{39C24DAF-E20C-4507-9157-C96F2FA882D0}" dt="2023-03-28T16:23:04.661" v="2042"/>
          <ac:inkMkLst>
            <pc:docMk/>
            <pc:sldMk cId="2295581324" sldId="264"/>
            <ac:inkMk id="333" creationId="{8CEA6101-5D3E-4201-94FD-2336A29C6DB9}"/>
          </ac:inkMkLst>
        </pc:inkChg>
        <pc:inkChg chg="add del">
          <ac:chgData name="" userId="242feb3c33a8e7bf" providerId="LiveId" clId="{39C24DAF-E20C-4507-9157-C96F2FA882D0}" dt="2023-03-28T16:23:04.661" v="2042"/>
          <ac:inkMkLst>
            <pc:docMk/>
            <pc:sldMk cId="2295581324" sldId="264"/>
            <ac:inkMk id="334" creationId="{CF21CFBC-9C86-41CB-A4A6-65D2D9BB13A2}"/>
          </ac:inkMkLst>
        </pc:inkChg>
        <pc:inkChg chg="add del">
          <ac:chgData name="" userId="242feb3c33a8e7bf" providerId="LiveId" clId="{39C24DAF-E20C-4507-9157-C96F2FA882D0}" dt="2023-03-28T16:23:04.661" v="2042"/>
          <ac:inkMkLst>
            <pc:docMk/>
            <pc:sldMk cId="2295581324" sldId="264"/>
            <ac:inkMk id="335" creationId="{DBE441A0-3000-4F7E-8D07-CE4D066154D1}"/>
          </ac:inkMkLst>
        </pc:inkChg>
        <pc:inkChg chg="add del">
          <ac:chgData name="" userId="242feb3c33a8e7bf" providerId="LiveId" clId="{39C24DAF-E20C-4507-9157-C96F2FA882D0}" dt="2023-03-28T16:23:06.135" v="2047"/>
          <ac:inkMkLst>
            <pc:docMk/>
            <pc:sldMk cId="2295581324" sldId="264"/>
            <ac:inkMk id="336" creationId="{E1E3C95D-9217-4905-AEB3-9B36B5AA5443}"/>
          </ac:inkMkLst>
        </pc:inkChg>
        <pc:inkChg chg="add">
          <ac:chgData name="" userId="242feb3c33a8e7bf" providerId="LiveId" clId="{39C24DAF-E20C-4507-9157-C96F2FA882D0}" dt="2023-03-28T16:23:04.661" v="2042"/>
          <ac:inkMkLst>
            <pc:docMk/>
            <pc:sldMk cId="2295581324" sldId="264"/>
            <ac:inkMk id="337" creationId="{AFBAFBE8-F517-4705-B207-8D20FA6D2686}"/>
          </ac:inkMkLst>
        </pc:inkChg>
        <pc:inkChg chg="add del">
          <ac:chgData name="" userId="242feb3c33a8e7bf" providerId="LiveId" clId="{39C24DAF-E20C-4507-9157-C96F2FA882D0}" dt="2023-03-28T16:23:06.135" v="2047"/>
          <ac:inkMkLst>
            <pc:docMk/>
            <pc:sldMk cId="2295581324" sldId="264"/>
            <ac:inkMk id="338" creationId="{71447B83-813B-469B-9A7D-059EB2F46138}"/>
          </ac:inkMkLst>
        </pc:inkChg>
        <pc:inkChg chg="add del">
          <ac:chgData name="" userId="242feb3c33a8e7bf" providerId="LiveId" clId="{39C24DAF-E20C-4507-9157-C96F2FA882D0}" dt="2023-03-28T16:23:06.135" v="2047"/>
          <ac:inkMkLst>
            <pc:docMk/>
            <pc:sldMk cId="2295581324" sldId="264"/>
            <ac:inkMk id="339" creationId="{B9F6E711-3611-40E2-8296-48DEC2639593}"/>
          </ac:inkMkLst>
        </pc:inkChg>
        <pc:inkChg chg="add del">
          <ac:chgData name="" userId="242feb3c33a8e7bf" providerId="LiveId" clId="{39C24DAF-E20C-4507-9157-C96F2FA882D0}" dt="2023-03-28T16:23:06.135" v="2047"/>
          <ac:inkMkLst>
            <pc:docMk/>
            <pc:sldMk cId="2295581324" sldId="264"/>
            <ac:inkMk id="340" creationId="{C627C7BA-A5F0-4F26-A0A1-778DF11C83A5}"/>
          </ac:inkMkLst>
        </pc:inkChg>
        <pc:inkChg chg="add del">
          <ac:chgData name="" userId="242feb3c33a8e7bf" providerId="LiveId" clId="{39C24DAF-E20C-4507-9157-C96F2FA882D0}" dt="2023-03-28T16:23:06.135" v="2047"/>
          <ac:inkMkLst>
            <pc:docMk/>
            <pc:sldMk cId="2295581324" sldId="264"/>
            <ac:inkMk id="341" creationId="{1FB81AE8-C710-4F0A-95FB-3A8B9EC3C65B}"/>
          </ac:inkMkLst>
        </pc:inkChg>
        <pc:inkChg chg="add">
          <ac:chgData name="" userId="242feb3c33a8e7bf" providerId="LiveId" clId="{39C24DAF-E20C-4507-9157-C96F2FA882D0}" dt="2023-03-28T16:23:06.135" v="2047"/>
          <ac:inkMkLst>
            <pc:docMk/>
            <pc:sldMk cId="2295581324" sldId="264"/>
            <ac:inkMk id="342" creationId="{4447759C-6154-44DE-A372-0B6CF2021513}"/>
          </ac:inkMkLst>
        </pc:inkChg>
        <pc:inkChg chg="add del">
          <ac:chgData name="" userId="242feb3c33a8e7bf" providerId="LiveId" clId="{39C24DAF-E20C-4507-9157-C96F2FA882D0}" dt="2023-03-28T16:23:16.126" v="2072"/>
          <ac:inkMkLst>
            <pc:docMk/>
            <pc:sldMk cId="2295581324" sldId="264"/>
            <ac:inkMk id="343" creationId="{AD62339A-967C-4A20-B350-748D004F30EB}"/>
          </ac:inkMkLst>
        </pc:inkChg>
        <pc:inkChg chg="add del">
          <ac:chgData name="" userId="242feb3c33a8e7bf" providerId="LiveId" clId="{39C24DAF-E20C-4507-9157-C96F2FA882D0}" dt="2023-03-28T16:23:16.126" v="2072"/>
          <ac:inkMkLst>
            <pc:docMk/>
            <pc:sldMk cId="2295581324" sldId="264"/>
            <ac:inkMk id="344" creationId="{D35D23EA-0065-4739-A806-81C55FCD80C1}"/>
          </ac:inkMkLst>
        </pc:inkChg>
        <pc:inkChg chg="add del">
          <ac:chgData name="" userId="242feb3c33a8e7bf" providerId="LiveId" clId="{39C24DAF-E20C-4507-9157-C96F2FA882D0}" dt="2023-03-28T16:23:16.126" v="2072"/>
          <ac:inkMkLst>
            <pc:docMk/>
            <pc:sldMk cId="2295581324" sldId="264"/>
            <ac:inkMk id="345" creationId="{0E823F1C-A9F6-4613-8222-E5A22A1D3887}"/>
          </ac:inkMkLst>
        </pc:inkChg>
        <pc:inkChg chg="add del">
          <ac:chgData name="" userId="242feb3c33a8e7bf" providerId="LiveId" clId="{39C24DAF-E20C-4507-9157-C96F2FA882D0}" dt="2023-03-28T16:23:16.126" v="2072"/>
          <ac:inkMkLst>
            <pc:docMk/>
            <pc:sldMk cId="2295581324" sldId="264"/>
            <ac:inkMk id="346" creationId="{FE727EA9-CB77-4862-A473-9DBE2DE75877}"/>
          </ac:inkMkLst>
        </pc:inkChg>
        <pc:inkChg chg="add del">
          <ac:chgData name="" userId="242feb3c33a8e7bf" providerId="LiveId" clId="{39C24DAF-E20C-4507-9157-C96F2FA882D0}" dt="2023-03-28T16:23:16.126" v="2072"/>
          <ac:inkMkLst>
            <pc:docMk/>
            <pc:sldMk cId="2295581324" sldId="264"/>
            <ac:inkMk id="347" creationId="{EFC6E063-28A9-40E7-B003-04D8FF13CB80}"/>
          </ac:inkMkLst>
        </pc:inkChg>
        <pc:inkChg chg="add del">
          <ac:chgData name="" userId="242feb3c33a8e7bf" providerId="LiveId" clId="{39C24DAF-E20C-4507-9157-C96F2FA882D0}" dt="2023-03-28T16:23:16.126" v="2072"/>
          <ac:inkMkLst>
            <pc:docMk/>
            <pc:sldMk cId="2295581324" sldId="264"/>
            <ac:inkMk id="348" creationId="{33A257F2-727D-4BE9-A08F-B78CF86E8EC0}"/>
          </ac:inkMkLst>
        </pc:inkChg>
        <pc:inkChg chg="add del">
          <ac:chgData name="" userId="242feb3c33a8e7bf" providerId="LiveId" clId="{39C24DAF-E20C-4507-9157-C96F2FA882D0}" dt="2023-03-28T16:23:16.126" v="2072"/>
          <ac:inkMkLst>
            <pc:docMk/>
            <pc:sldMk cId="2295581324" sldId="264"/>
            <ac:inkMk id="349" creationId="{1E7F742C-27DB-44F7-9098-D916FE086C60}"/>
          </ac:inkMkLst>
        </pc:inkChg>
        <pc:inkChg chg="add del">
          <ac:chgData name="" userId="242feb3c33a8e7bf" providerId="LiveId" clId="{39C24DAF-E20C-4507-9157-C96F2FA882D0}" dt="2023-03-28T16:23:16.126" v="2072"/>
          <ac:inkMkLst>
            <pc:docMk/>
            <pc:sldMk cId="2295581324" sldId="264"/>
            <ac:inkMk id="350" creationId="{E1B8898E-4466-431A-B4A7-32DCD5107D2B}"/>
          </ac:inkMkLst>
        </pc:inkChg>
        <pc:inkChg chg="add del">
          <ac:chgData name="" userId="242feb3c33a8e7bf" providerId="LiveId" clId="{39C24DAF-E20C-4507-9157-C96F2FA882D0}" dt="2023-03-28T16:23:16.126" v="2072"/>
          <ac:inkMkLst>
            <pc:docMk/>
            <pc:sldMk cId="2295581324" sldId="264"/>
            <ac:inkMk id="351" creationId="{1DF606A1-8175-4F98-B294-79CFEE5999B2}"/>
          </ac:inkMkLst>
        </pc:inkChg>
        <pc:inkChg chg="add del">
          <ac:chgData name="" userId="242feb3c33a8e7bf" providerId="LiveId" clId="{39C24DAF-E20C-4507-9157-C96F2FA882D0}" dt="2023-03-28T16:23:16.126" v="2072"/>
          <ac:inkMkLst>
            <pc:docMk/>
            <pc:sldMk cId="2295581324" sldId="264"/>
            <ac:inkMk id="352" creationId="{1BDCD881-E0A9-4F64-8550-ACAE46D7BEF8}"/>
          </ac:inkMkLst>
        </pc:inkChg>
        <pc:inkChg chg="add del">
          <ac:chgData name="" userId="242feb3c33a8e7bf" providerId="LiveId" clId="{39C24DAF-E20C-4507-9157-C96F2FA882D0}" dt="2023-03-28T16:23:16.126" v="2072"/>
          <ac:inkMkLst>
            <pc:docMk/>
            <pc:sldMk cId="2295581324" sldId="264"/>
            <ac:inkMk id="353" creationId="{C10C195E-B3C3-4023-B2CA-EE67C20A6F7E}"/>
          </ac:inkMkLst>
        </pc:inkChg>
        <pc:inkChg chg="add del">
          <ac:chgData name="" userId="242feb3c33a8e7bf" providerId="LiveId" clId="{39C24DAF-E20C-4507-9157-C96F2FA882D0}" dt="2023-03-28T16:23:16.126" v="2072"/>
          <ac:inkMkLst>
            <pc:docMk/>
            <pc:sldMk cId="2295581324" sldId="264"/>
            <ac:inkMk id="354" creationId="{BF838791-B99F-4AEF-9CF9-C33F0356D2E2}"/>
          </ac:inkMkLst>
        </pc:inkChg>
        <pc:inkChg chg="add del">
          <ac:chgData name="" userId="242feb3c33a8e7bf" providerId="LiveId" clId="{39C24DAF-E20C-4507-9157-C96F2FA882D0}" dt="2023-03-28T16:23:16.126" v="2072"/>
          <ac:inkMkLst>
            <pc:docMk/>
            <pc:sldMk cId="2295581324" sldId="264"/>
            <ac:inkMk id="355" creationId="{C4F4BEE0-24EB-4B9F-8D6D-5DB69BD126DE}"/>
          </ac:inkMkLst>
        </pc:inkChg>
        <pc:inkChg chg="add del">
          <ac:chgData name="" userId="242feb3c33a8e7bf" providerId="LiveId" clId="{39C24DAF-E20C-4507-9157-C96F2FA882D0}" dt="2023-03-28T16:23:16.126" v="2072"/>
          <ac:inkMkLst>
            <pc:docMk/>
            <pc:sldMk cId="2295581324" sldId="264"/>
            <ac:inkMk id="356" creationId="{CE459F9D-1249-4B9A-AA93-3329A8F938C5}"/>
          </ac:inkMkLst>
        </pc:inkChg>
        <pc:inkChg chg="add del">
          <ac:chgData name="" userId="242feb3c33a8e7bf" providerId="LiveId" clId="{39C24DAF-E20C-4507-9157-C96F2FA882D0}" dt="2023-03-28T16:23:16.126" v="2072"/>
          <ac:inkMkLst>
            <pc:docMk/>
            <pc:sldMk cId="2295581324" sldId="264"/>
            <ac:inkMk id="357" creationId="{0161CE87-3C25-4D65-95BC-A1F027F8BDD7}"/>
          </ac:inkMkLst>
        </pc:inkChg>
        <pc:inkChg chg="add del">
          <ac:chgData name="" userId="242feb3c33a8e7bf" providerId="LiveId" clId="{39C24DAF-E20C-4507-9157-C96F2FA882D0}" dt="2023-03-28T16:23:16.126" v="2072"/>
          <ac:inkMkLst>
            <pc:docMk/>
            <pc:sldMk cId="2295581324" sldId="264"/>
            <ac:inkMk id="358" creationId="{4941642C-91F6-41F3-B0C5-7E4A8BD7D9AF}"/>
          </ac:inkMkLst>
        </pc:inkChg>
        <pc:inkChg chg="add del">
          <ac:chgData name="" userId="242feb3c33a8e7bf" providerId="LiveId" clId="{39C24DAF-E20C-4507-9157-C96F2FA882D0}" dt="2023-03-28T16:23:16.126" v="2072"/>
          <ac:inkMkLst>
            <pc:docMk/>
            <pc:sldMk cId="2295581324" sldId="264"/>
            <ac:inkMk id="359" creationId="{B6C8513D-77B9-43DB-BA05-BDAB630A7E7B}"/>
          </ac:inkMkLst>
        </pc:inkChg>
        <pc:inkChg chg="add del">
          <ac:chgData name="" userId="242feb3c33a8e7bf" providerId="LiveId" clId="{39C24DAF-E20C-4507-9157-C96F2FA882D0}" dt="2023-03-28T16:23:16.126" v="2072"/>
          <ac:inkMkLst>
            <pc:docMk/>
            <pc:sldMk cId="2295581324" sldId="264"/>
            <ac:inkMk id="360" creationId="{02ED97CC-4DB9-4C5D-B897-27A6D665E524}"/>
          </ac:inkMkLst>
        </pc:inkChg>
        <pc:inkChg chg="add del">
          <ac:chgData name="" userId="242feb3c33a8e7bf" providerId="LiveId" clId="{39C24DAF-E20C-4507-9157-C96F2FA882D0}" dt="2023-03-28T16:23:16.126" v="2072"/>
          <ac:inkMkLst>
            <pc:docMk/>
            <pc:sldMk cId="2295581324" sldId="264"/>
            <ac:inkMk id="361" creationId="{F4903E3B-2BCC-4596-AEF4-B3992E864B64}"/>
          </ac:inkMkLst>
        </pc:inkChg>
        <pc:inkChg chg="add del">
          <ac:chgData name="" userId="242feb3c33a8e7bf" providerId="LiveId" clId="{39C24DAF-E20C-4507-9157-C96F2FA882D0}" dt="2023-03-28T16:23:16.126" v="2072"/>
          <ac:inkMkLst>
            <pc:docMk/>
            <pc:sldMk cId="2295581324" sldId="264"/>
            <ac:inkMk id="362" creationId="{E7513EDD-E403-4FF9-A77B-81B99C40A5DB}"/>
          </ac:inkMkLst>
        </pc:inkChg>
        <pc:inkChg chg="add del">
          <ac:chgData name="" userId="242feb3c33a8e7bf" providerId="LiveId" clId="{39C24DAF-E20C-4507-9157-C96F2FA882D0}" dt="2023-03-28T16:23:16.126" v="2072"/>
          <ac:inkMkLst>
            <pc:docMk/>
            <pc:sldMk cId="2295581324" sldId="264"/>
            <ac:inkMk id="363" creationId="{FF9B47B7-5DC9-413C-8E9C-DC403AA2B1B3}"/>
          </ac:inkMkLst>
        </pc:inkChg>
        <pc:inkChg chg="add del">
          <ac:chgData name="" userId="242feb3c33a8e7bf" providerId="LiveId" clId="{39C24DAF-E20C-4507-9157-C96F2FA882D0}" dt="2023-03-28T16:23:16.126" v="2072"/>
          <ac:inkMkLst>
            <pc:docMk/>
            <pc:sldMk cId="2295581324" sldId="264"/>
            <ac:inkMk id="364" creationId="{EFBC60CC-1FE3-4524-9AA2-C978BB27774A}"/>
          </ac:inkMkLst>
        </pc:inkChg>
        <pc:inkChg chg="add del">
          <ac:chgData name="" userId="242feb3c33a8e7bf" providerId="LiveId" clId="{39C24DAF-E20C-4507-9157-C96F2FA882D0}" dt="2023-03-28T16:23:16.126" v="2072"/>
          <ac:inkMkLst>
            <pc:docMk/>
            <pc:sldMk cId="2295581324" sldId="264"/>
            <ac:inkMk id="365" creationId="{D3F88CD2-107F-43A4-8A59-EFCFAF439A85}"/>
          </ac:inkMkLst>
        </pc:inkChg>
        <pc:inkChg chg="add del">
          <ac:chgData name="" userId="242feb3c33a8e7bf" providerId="LiveId" clId="{39C24DAF-E20C-4507-9157-C96F2FA882D0}" dt="2023-03-28T16:23:16.126" v="2072"/>
          <ac:inkMkLst>
            <pc:docMk/>
            <pc:sldMk cId="2295581324" sldId="264"/>
            <ac:inkMk id="366" creationId="{A3A3E11B-D39B-41F4-A048-764F0D310EC6}"/>
          </ac:inkMkLst>
        </pc:inkChg>
        <pc:inkChg chg="add">
          <ac:chgData name="" userId="242feb3c33a8e7bf" providerId="LiveId" clId="{39C24DAF-E20C-4507-9157-C96F2FA882D0}" dt="2023-03-28T16:23:16.126" v="2072"/>
          <ac:inkMkLst>
            <pc:docMk/>
            <pc:sldMk cId="2295581324" sldId="264"/>
            <ac:inkMk id="367" creationId="{C46CF0BF-DBC7-4B21-A218-276BC1699EAD}"/>
          </ac:inkMkLst>
        </pc:inkChg>
        <pc:inkChg chg="add">
          <ac:chgData name="" userId="242feb3c33a8e7bf" providerId="LiveId" clId="{39C24DAF-E20C-4507-9157-C96F2FA882D0}" dt="2023-03-28T16:45:08.485" v="3491"/>
          <ac:inkMkLst>
            <pc:docMk/>
            <pc:sldMk cId="2295581324" sldId="264"/>
            <ac:inkMk id="368" creationId="{2BB24448-CE44-42C5-8380-1774CA58C11A}"/>
          </ac:inkMkLst>
        </pc:inkChg>
        <pc:inkChg chg="add">
          <ac:chgData name="" userId="242feb3c33a8e7bf" providerId="LiveId" clId="{39C24DAF-E20C-4507-9157-C96F2FA882D0}" dt="2023-03-28T16:45:09.873" v="3492"/>
          <ac:inkMkLst>
            <pc:docMk/>
            <pc:sldMk cId="2295581324" sldId="264"/>
            <ac:inkMk id="369" creationId="{073D8AB6-F471-4E18-BB69-BB2FA667C681}"/>
          </ac:inkMkLst>
        </pc:inkChg>
        <pc:inkChg chg="add">
          <ac:chgData name="" userId="242feb3c33a8e7bf" providerId="LiveId" clId="{39C24DAF-E20C-4507-9157-C96F2FA882D0}" dt="2023-03-28T16:45:10.942" v="3493"/>
          <ac:inkMkLst>
            <pc:docMk/>
            <pc:sldMk cId="2295581324" sldId="264"/>
            <ac:inkMk id="370" creationId="{CD0B0236-9FBE-431A-A29A-B0603ECD7079}"/>
          </ac:inkMkLst>
        </pc:inkChg>
        <pc:inkChg chg="add">
          <ac:chgData name="" userId="242feb3c33a8e7bf" providerId="LiveId" clId="{39C24DAF-E20C-4507-9157-C96F2FA882D0}" dt="2023-03-28T16:45:11.999" v="3494"/>
          <ac:inkMkLst>
            <pc:docMk/>
            <pc:sldMk cId="2295581324" sldId="264"/>
            <ac:inkMk id="371" creationId="{B8207E44-D50C-47C1-98D8-399B74742415}"/>
          </ac:inkMkLst>
        </pc:inkChg>
        <pc:inkChg chg="add">
          <ac:chgData name="" userId="242feb3c33a8e7bf" providerId="LiveId" clId="{39C24DAF-E20C-4507-9157-C96F2FA882D0}" dt="2023-03-28T16:45:13.020" v="3495"/>
          <ac:inkMkLst>
            <pc:docMk/>
            <pc:sldMk cId="2295581324" sldId="264"/>
            <ac:inkMk id="372" creationId="{A4BB0920-CFD0-48EF-AA0A-A20A8E66500A}"/>
          </ac:inkMkLst>
        </pc:inkChg>
        <pc:inkChg chg="add del">
          <ac:chgData name="" userId="242feb3c33a8e7bf" providerId="LiveId" clId="{39C24DAF-E20C-4507-9157-C96F2FA882D0}" dt="2023-03-28T16:45:19.060" v="3511"/>
          <ac:inkMkLst>
            <pc:docMk/>
            <pc:sldMk cId="2295581324" sldId="264"/>
            <ac:inkMk id="373" creationId="{3DC91118-39AA-4651-88F7-8C2D77678409}"/>
          </ac:inkMkLst>
        </pc:inkChg>
        <pc:inkChg chg="add del">
          <ac:chgData name="" userId="242feb3c33a8e7bf" providerId="LiveId" clId="{39C24DAF-E20C-4507-9157-C96F2FA882D0}" dt="2023-03-28T16:45:19.060" v="3511"/>
          <ac:inkMkLst>
            <pc:docMk/>
            <pc:sldMk cId="2295581324" sldId="264"/>
            <ac:inkMk id="374" creationId="{06DCAA24-51E5-4BBC-BB7E-5585BA6B7E94}"/>
          </ac:inkMkLst>
        </pc:inkChg>
        <pc:inkChg chg="add del">
          <ac:chgData name="" userId="242feb3c33a8e7bf" providerId="LiveId" clId="{39C24DAF-E20C-4507-9157-C96F2FA882D0}" dt="2023-03-28T16:45:19.060" v="3511"/>
          <ac:inkMkLst>
            <pc:docMk/>
            <pc:sldMk cId="2295581324" sldId="264"/>
            <ac:inkMk id="375" creationId="{FC2BF83E-E59B-4F84-890D-E707C85D4834}"/>
          </ac:inkMkLst>
        </pc:inkChg>
        <pc:inkChg chg="add del">
          <ac:chgData name="" userId="242feb3c33a8e7bf" providerId="LiveId" clId="{39C24DAF-E20C-4507-9157-C96F2FA882D0}" dt="2023-03-28T16:45:19.060" v="3511"/>
          <ac:inkMkLst>
            <pc:docMk/>
            <pc:sldMk cId="2295581324" sldId="264"/>
            <ac:inkMk id="376" creationId="{7917647D-DA97-4BEA-9F66-70821CB6367C}"/>
          </ac:inkMkLst>
        </pc:inkChg>
        <pc:inkChg chg="add del">
          <ac:chgData name="" userId="242feb3c33a8e7bf" providerId="LiveId" clId="{39C24DAF-E20C-4507-9157-C96F2FA882D0}" dt="2023-03-28T16:45:19.060" v="3511"/>
          <ac:inkMkLst>
            <pc:docMk/>
            <pc:sldMk cId="2295581324" sldId="264"/>
            <ac:inkMk id="377" creationId="{4689763B-A24F-4CF8-9083-60897C3BA07E}"/>
          </ac:inkMkLst>
        </pc:inkChg>
        <pc:inkChg chg="add del">
          <ac:chgData name="" userId="242feb3c33a8e7bf" providerId="LiveId" clId="{39C24DAF-E20C-4507-9157-C96F2FA882D0}" dt="2023-03-28T16:45:19.060" v="3511"/>
          <ac:inkMkLst>
            <pc:docMk/>
            <pc:sldMk cId="2295581324" sldId="264"/>
            <ac:inkMk id="378" creationId="{6CBB2039-7E2D-451E-809A-F27D29289D80}"/>
          </ac:inkMkLst>
        </pc:inkChg>
        <pc:inkChg chg="add">
          <ac:chgData name="" userId="242feb3c33a8e7bf" providerId="LiveId" clId="{39C24DAF-E20C-4507-9157-C96F2FA882D0}" dt="2023-03-28T16:45:15.474" v="3502"/>
          <ac:inkMkLst>
            <pc:docMk/>
            <pc:sldMk cId="2295581324" sldId="264"/>
            <ac:inkMk id="379" creationId="{C5E881ED-A63A-40E1-B9F9-51AF1C2BD0C7}"/>
          </ac:inkMkLst>
        </pc:inkChg>
        <pc:inkChg chg="add del">
          <ac:chgData name="" userId="242feb3c33a8e7bf" providerId="LiveId" clId="{39C24DAF-E20C-4507-9157-C96F2FA882D0}" dt="2023-03-28T16:45:19.060" v="3511"/>
          <ac:inkMkLst>
            <pc:docMk/>
            <pc:sldMk cId="2295581324" sldId="264"/>
            <ac:inkMk id="380" creationId="{BC910B79-1903-4008-B23B-CC3FF3BDC128}"/>
          </ac:inkMkLst>
        </pc:inkChg>
        <pc:inkChg chg="add del">
          <ac:chgData name="" userId="242feb3c33a8e7bf" providerId="LiveId" clId="{39C24DAF-E20C-4507-9157-C96F2FA882D0}" dt="2023-03-28T16:45:19.060" v="3511"/>
          <ac:inkMkLst>
            <pc:docMk/>
            <pc:sldMk cId="2295581324" sldId="264"/>
            <ac:inkMk id="381" creationId="{8B20B418-BBD8-4D4A-BC87-4CC9186DFFB1}"/>
          </ac:inkMkLst>
        </pc:inkChg>
        <pc:inkChg chg="add del">
          <ac:chgData name="" userId="242feb3c33a8e7bf" providerId="LiveId" clId="{39C24DAF-E20C-4507-9157-C96F2FA882D0}" dt="2023-03-28T16:45:19.060" v="3511"/>
          <ac:inkMkLst>
            <pc:docMk/>
            <pc:sldMk cId="2295581324" sldId="264"/>
            <ac:inkMk id="382" creationId="{6B259D97-619A-44EB-A891-5E7FEBEEF93D}"/>
          </ac:inkMkLst>
        </pc:inkChg>
        <pc:inkChg chg="add del">
          <ac:chgData name="" userId="242feb3c33a8e7bf" providerId="LiveId" clId="{39C24DAF-E20C-4507-9157-C96F2FA882D0}" dt="2023-03-28T16:45:19.060" v="3511"/>
          <ac:inkMkLst>
            <pc:docMk/>
            <pc:sldMk cId="2295581324" sldId="264"/>
            <ac:inkMk id="383" creationId="{A886D0A2-5646-4041-8A3C-3CDAEC07C269}"/>
          </ac:inkMkLst>
        </pc:inkChg>
        <pc:inkChg chg="add del">
          <ac:chgData name="" userId="242feb3c33a8e7bf" providerId="LiveId" clId="{39C24DAF-E20C-4507-9157-C96F2FA882D0}" dt="2023-03-28T16:45:19.060" v="3511"/>
          <ac:inkMkLst>
            <pc:docMk/>
            <pc:sldMk cId="2295581324" sldId="264"/>
            <ac:inkMk id="384" creationId="{667CB38A-F7F1-42BF-8849-49F6EB3F17BD}"/>
          </ac:inkMkLst>
        </pc:inkChg>
        <pc:inkChg chg="add del">
          <ac:chgData name="" userId="242feb3c33a8e7bf" providerId="LiveId" clId="{39C24DAF-E20C-4507-9157-C96F2FA882D0}" dt="2023-03-28T16:45:19.060" v="3511"/>
          <ac:inkMkLst>
            <pc:docMk/>
            <pc:sldMk cId="2295581324" sldId="264"/>
            <ac:inkMk id="385" creationId="{FE833D07-010D-466A-80BB-53415E405124}"/>
          </ac:inkMkLst>
        </pc:inkChg>
        <pc:inkChg chg="add del">
          <ac:chgData name="" userId="242feb3c33a8e7bf" providerId="LiveId" clId="{39C24DAF-E20C-4507-9157-C96F2FA882D0}" dt="2023-03-28T16:45:19.060" v="3511"/>
          <ac:inkMkLst>
            <pc:docMk/>
            <pc:sldMk cId="2295581324" sldId="264"/>
            <ac:inkMk id="386" creationId="{B586935E-5AA6-467C-9EDB-7B00DD0DE20A}"/>
          </ac:inkMkLst>
        </pc:inkChg>
        <pc:inkChg chg="add del">
          <ac:chgData name="" userId="242feb3c33a8e7bf" providerId="LiveId" clId="{39C24DAF-E20C-4507-9157-C96F2FA882D0}" dt="2023-03-28T16:45:19.060" v="3511"/>
          <ac:inkMkLst>
            <pc:docMk/>
            <pc:sldMk cId="2295581324" sldId="264"/>
            <ac:inkMk id="387" creationId="{D2FFD555-623F-4F70-865B-4C6C3458E8D6}"/>
          </ac:inkMkLst>
        </pc:inkChg>
        <pc:inkChg chg="add">
          <ac:chgData name="" userId="242feb3c33a8e7bf" providerId="LiveId" clId="{39C24DAF-E20C-4507-9157-C96F2FA882D0}" dt="2023-03-28T16:45:19.060" v="3511"/>
          <ac:inkMkLst>
            <pc:docMk/>
            <pc:sldMk cId="2295581324" sldId="264"/>
            <ac:inkMk id="388" creationId="{A894A0D0-BEE1-45A3-86E5-5A85129CBBA7}"/>
          </ac:inkMkLst>
        </pc:inkChg>
        <pc:inkChg chg="add">
          <ac:chgData name="" userId="242feb3c33a8e7bf" providerId="LiveId" clId="{39C24DAF-E20C-4507-9157-C96F2FA882D0}" dt="2023-03-28T16:45:19.060" v="3511"/>
          <ac:inkMkLst>
            <pc:docMk/>
            <pc:sldMk cId="2295581324" sldId="264"/>
            <ac:inkMk id="389" creationId="{FFBF97FF-BDB0-468D-9042-C7F6695C3931}"/>
          </ac:inkMkLst>
        </pc:inkChg>
        <pc:inkChg chg="add">
          <ac:chgData name="" userId="242feb3c33a8e7bf" providerId="LiveId" clId="{39C24DAF-E20C-4507-9157-C96F2FA882D0}" dt="2023-03-28T16:45:19.060" v="3511"/>
          <ac:inkMkLst>
            <pc:docMk/>
            <pc:sldMk cId="2295581324" sldId="264"/>
            <ac:inkMk id="390" creationId="{E2914ACE-69E5-4D39-97B3-65141710D9C7}"/>
          </ac:inkMkLst>
        </pc:inkChg>
      </pc:sldChg>
      <pc:sldChg chg="addSp delSp modSp">
        <pc:chgData name="" userId="242feb3c33a8e7bf" providerId="LiveId" clId="{39C24DAF-E20C-4507-9157-C96F2FA882D0}" dt="2023-05-02T07:49:36.579" v="9083"/>
        <pc:sldMkLst>
          <pc:docMk/>
          <pc:sldMk cId="1643825080" sldId="265"/>
        </pc:sldMkLst>
        <pc:spChg chg="mod">
          <ac:chgData name="" userId="242feb3c33a8e7bf" providerId="LiveId" clId="{39C24DAF-E20C-4507-9157-C96F2FA882D0}" dt="2023-03-28T16:26:53.715" v="2330" actId="14100"/>
          <ac:spMkLst>
            <pc:docMk/>
            <pc:sldMk cId="1643825080" sldId="265"/>
            <ac:spMk id="3" creationId="{0DCE28B4-AA7F-4372-9DC4-4870CB2EAE81}"/>
          </ac:spMkLst>
        </pc:spChg>
        <pc:inkChg chg="add del">
          <ac:chgData name="" userId="242feb3c33a8e7bf" providerId="LiveId" clId="{39C24DAF-E20C-4507-9157-C96F2FA882D0}" dt="2023-03-28T16:27:01.207" v="2343"/>
          <ac:inkMkLst>
            <pc:docMk/>
            <pc:sldMk cId="1643825080" sldId="265"/>
            <ac:inkMk id="2" creationId="{3351EB1B-997C-499E-9CE3-C099D05EEC2C}"/>
          </ac:inkMkLst>
        </pc:inkChg>
        <pc:inkChg chg="add del">
          <ac:chgData name="" userId="242feb3c33a8e7bf" providerId="LiveId" clId="{39C24DAF-E20C-4507-9157-C96F2FA882D0}" dt="2023-05-02T07:49:23.698" v="9074"/>
          <ac:inkMkLst>
            <pc:docMk/>
            <pc:sldMk cId="1643825080" sldId="265"/>
            <ac:inkMk id="2" creationId="{D9ABF8C5-0522-45D1-8705-2493983B3735}"/>
          </ac:inkMkLst>
        </pc:inkChg>
        <pc:inkChg chg="add del">
          <ac:chgData name="" userId="242feb3c33a8e7bf" providerId="LiveId" clId="{39C24DAF-E20C-4507-9157-C96F2FA882D0}" dt="2023-05-02T07:49:23.698" v="9074"/>
          <ac:inkMkLst>
            <pc:docMk/>
            <pc:sldMk cId="1643825080" sldId="265"/>
            <ac:inkMk id="5" creationId="{3937434C-DA05-4284-8156-337AE068A29E}"/>
          </ac:inkMkLst>
        </pc:inkChg>
        <pc:inkChg chg="add del">
          <ac:chgData name="" userId="242feb3c33a8e7bf" providerId="LiveId" clId="{39C24DAF-E20C-4507-9157-C96F2FA882D0}" dt="2023-03-28T16:27:01.207" v="2343"/>
          <ac:inkMkLst>
            <pc:docMk/>
            <pc:sldMk cId="1643825080" sldId="265"/>
            <ac:inkMk id="5" creationId="{5D432656-0F5F-4EC5-BBD9-02360E9F148E}"/>
          </ac:inkMkLst>
        </pc:inkChg>
        <pc:inkChg chg="add del">
          <ac:chgData name="" userId="242feb3c33a8e7bf" providerId="LiveId" clId="{39C24DAF-E20C-4507-9157-C96F2FA882D0}" dt="2023-03-28T16:27:01.207" v="2343"/>
          <ac:inkMkLst>
            <pc:docMk/>
            <pc:sldMk cId="1643825080" sldId="265"/>
            <ac:inkMk id="6" creationId="{47949487-CEE9-4AB4-8AD5-9063AE82DF63}"/>
          </ac:inkMkLst>
        </pc:inkChg>
        <pc:inkChg chg="add del">
          <ac:chgData name="" userId="242feb3c33a8e7bf" providerId="LiveId" clId="{39C24DAF-E20C-4507-9157-C96F2FA882D0}" dt="2023-05-02T07:49:27.706" v="9077"/>
          <ac:inkMkLst>
            <pc:docMk/>
            <pc:sldMk cId="1643825080" sldId="265"/>
            <ac:inkMk id="6" creationId="{9BC3EDA3-9F59-4ADE-ADC8-D35736AEE425}"/>
          </ac:inkMkLst>
        </pc:inkChg>
        <pc:inkChg chg="add del">
          <ac:chgData name="" userId="242feb3c33a8e7bf" providerId="LiveId" clId="{39C24DAF-E20C-4507-9157-C96F2FA882D0}" dt="2023-03-28T16:27:01.207" v="2343"/>
          <ac:inkMkLst>
            <pc:docMk/>
            <pc:sldMk cId="1643825080" sldId="265"/>
            <ac:inkMk id="8" creationId="{49704D86-24B7-46D1-A3EA-53DD11961137}"/>
          </ac:inkMkLst>
        </pc:inkChg>
        <pc:inkChg chg="add del">
          <ac:chgData name="" userId="242feb3c33a8e7bf" providerId="LiveId" clId="{39C24DAF-E20C-4507-9157-C96F2FA882D0}" dt="2023-05-02T07:49:27.706" v="9077"/>
          <ac:inkMkLst>
            <pc:docMk/>
            <pc:sldMk cId="1643825080" sldId="265"/>
            <ac:inkMk id="8" creationId="{ACBD96CC-58EE-42C6-8935-44ABDE899E98}"/>
          </ac:inkMkLst>
        </pc:inkChg>
        <pc:inkChg chg="add del">
          <ac:chgData name="" userId="242feb3c33a8e7bf" providerId="LiveId" clId="{39C24DAF-E20C-4507-9157-C96F2FA882D0}" dt="2023-05-02T07:49:27.706" v="9077"/>
          <ac:inkMkLst>
            <pc:docMk/>
            <pc:sldMk cId="1643825080" sldId="265"/>
            <ac:inkMk id="9" creationId="{D24EBB9C-1C93-4679-8349-FCA7296EDA9C}"/>
          </ac:inkMkLst>
        </pc:inkChg>
        <pc:inkChg chg="add del">
          <ac:chgData name="" userId="242feb3c33a8e7bf" providerId="LiveId" clId="{39C24DAF-E20C-4507-9157-C96F2FA882D0}" dt="2023-03-28T16:27:01.207" v="2343"/>
          <ac:inkMkLst>
            <pc:docMk/>
            <pc:sldMk cId="1643825080" sldId="265"/>
            <ac:inkMk id="9" creationId="{E49DFBA8-1EF7-4AF4-A80E-FF6C394928C8}"/>
          </ac:inkMkLst>
        </pc:inkChg>
        <pc:inkChg chg="add del">
          <ac:chgData name="" userId="242feb3c33a8e7bf" providerId="LiveId" clId="{39C24DAF-E20C-4507-9157-C96F2FA882D0}" dt="2023-05-02T07:49:36.579" v="9083"/>
          <ac:inkMkLst>
            <pc:docMk/>
            <pc:sldMk cId="1643825080" sldId="265"/>
            <ac:inkMk id="10" creationId="{21D3928B-F7A4-4E08-B25A-2AD7D74757B7}"/>
          </ac:inkMkLst>
        </pc:inkChg>
        <pc:inkChg chg="add del">
          <ac:chgData name="" userId="242feb3c33a8e7bf" providerId="LiveId" clId="{39C24DAF-E20C-4507-9157-C96F2FA882D0}" dt="2023-03-28T16:27:01.207" v="2343"/>
          <ac:inkMkLst>
            <pc:docMk/>
            <pc:sldMk cId="1643825080" sldId="265"/>
            <ac:inkMk id="10" creationId="{5BB4E6BA-A179-4F91-8939-1F9B6AD3B2C2}"/>
          </ac:inkMkLst>
        </pc:inkChg>
        <pc:inkChg chg="add del">
          <ac:chgData name="" userId="242feb3c33a8e7bf" providerId="LiveId" clId="{39C24DAF-E20C-4507-9157-C96F2FA882D0}" dt="2023-03-28T16:27:01.207" v="2343"/>
          <ac:inkMkLst>
            <pc:docMk/>
            <pc:sldMk cId="1643825080" sldId="265"/>
            <ac:inkMk id="11" creationId="{64EA4DAC-5C1E-46BC-8F71-B087DDC9C31D}"/>
          </ac:inkMkLst>
        </pc:inkChg>
        <pc:inkChg chg="add del">
          <ac:chgData name="" userId="242feb3c33a8e7bf" providerId="LiveId" clId="{39C24DAF-E20C-4507-9157-C96F2FA882D0}" dt="2023-05-02T07:49:36.579" v="9083"/>
          <ac:inkMkLst>
            <pc:docMk/>
            <pc:sldMk cId="1643825080" sldId="265"/>
            <ac:inkMk id="11" creationId="{80F6B5E0-D0C4-489D-84A8-EEF16C2E48C4}"/>
          </ac:inkMkLst>
        </pc:inkChg>
        <pc:inkChg chg="add del">
          <ac:chgData name="" userId="242feb3c33a8e7bf" providerId="LiveId" clId="{39C24DAF-E20C-4507-9157-C96F2FA882D0}" dt="2023-05-02T07:49:36.579" v="9083"/>
          <ac:inkMkLst>
            <pc:docMk/>
            <pc:sldMk cId="1643825080" sldId="265"/>
            <ac:inkMk id="12" creationId="{56BEB0EC-2326-4048-B748-218AF1193591}"/>
          </ac:inkMkLst>
        </pc:inkChg>
        <pc:inkChg chg="add del">
          <ac:chgData name="" userId="242feb3c33a8e7bf" providerId="LiveId" clId="{39C24DAF-E20C-4507-9157-C96F2FA882D0}" dt="2023-03-28T16:27:01.207" v="2343"/>
          <ac:inkMkLst>
            <pc:docMk/>
            <pc:sldMk cId="1643825080" sldId="265"/>
            <ac:inkMk id="12" creationId="{77F0753B-9644-4F63-8D1C-F029EF65E812}"/>
          </ac:inkMkLst>
        </pc:inkChg>
        <pc:inkChg chg="add del">
          <ac:chgData name="" userId="242feb3c33a8e7bf" providerId="LiveId" clId="{39C24DAF-E20C-4507-9157-C96F2FA882D0}" dt="2023-05-02T07:49:36.579" v="9083"/>
          <ac:inkMkLst>
            <pc:docMk/>
            <pc:sldMk cId="1643825080" sldId="265"/>
            <ac:inkMk id="13" creationId="{09C5BF3A-DC11-42D7-BB7D-AA4EBD98A12F}"/>
          </ac:inkMkLst>
        </pc:inkChg>
        <pc:inkChg chg="add del">
          <ac:chgData name="" userId="242feb3c33a8e7bf" providerId="LiveId" clId="{39C24DAF-E20C-4507-9157-C96F2FA882D0}" dt="2023-03-28T16:27:01.207" v="2343"/>
          <ac:inkMkLst>
            <pc:docMk/>
            <pc:sldMk cId="1643825080" sldId="265"/>
            <ac:inkMk id="13" creationId="{F8049FE9-170A-46F1-93A8-14C950C71648}"/>
          </ac:inkMkLst>
        </pc:inkChg>
        <pc:inkChg chg="add del">
          <ac:chgData name="" userId="242feb3c33a8e7bf" providerId="LiveId" clId="{39C24DAF-E20C-4507-9157-C96F2FA882D0}" dt="2023-05-02T07:49:36.579" v="9083"/>
          <ac:inkMkLst>
            <pc:docMk/>
            <pc:sldMk cId="1643825080" sldId="265"/>
            <ac:inkMk id="14" creationId="{33ADE1C3-B135-418E-8772-AEDA930FFC48}"/>
          </ac:inkMkLst>
        </pc:inkChg>
        <pc:inkChg chg="add del">
          <ac:chgData name="" userId="242feb3c33a8e7bf" providerId="LiveId" clId="{39C24DAF-E20C-4507-9157-C96F2FA882D0}" dt="2023-03-28T16:27:01.207" v="2343"/>
          <ac:inkMkLst>
            <pc:docMk/>
            <pc:sldMk cId="1643825080" sldId="265"/>
            <ac:inkMk id="14" creationId="{83E0D8DA-C1BB-4F71-B2BA-E1649B890177}"/>
          </ac:inkMkLst>
        </pc:inkChg>
        <pc:inkChg chg="add del">
          <ac:chgData name="" userId="242feb3c33a8e7bf" providerId="LiveId" clId="{39C24DAF-E20C-4507-9157-C96F2FA882D0}" dt="2023-03-28T16:27:01.207" v="2343"/>
          <ac:inkMkLst>
            <pc:docMk/>
            <pc:sldMk cId="1643825080" sldId="265"/>
            <ac:inkMk id="15" creationId="{C0E48C5C-A59D-4358-8F91-601A5B1DEEAF}"/>
          </ac:inkMkLst>
        </pc:inkChg>
        <pc:inkChg chg="add del">
          <ac:chgData name="" userId="242feb3c33a8e7bf" providerId="LiveId" clId="{39C24DAF-E20C-4507-9157-C96F2FA882D0}" dt="2023-05-02T07:49:36.579" v="9083"/>
          <ac:inkMkLst>
            <pc:docMk/>
            <pc:sldMk cId="1643825080" sldId="265"/>
            <ac:inkMk id="15" creationId="{D6A4B7A8-0507-44B9-B416-3187F282C511}"/>
          </ac:inkMkLst>
        </pc:inkChg>
        <pc:inkChg chg="add">
          <ac:chgData name="" userId="242feb3c33a8e7bf" providerId="LiveId" clId="{39C24DAF-E20C-4507-9157-C96F2FA882D0}" dt="2023-05-02T07:49:36.579" v="9083"/>
          <ac:inkMkLst>
            <pc:docMk/>
            <pc:sldMk cId="1643825080" sldId="265"/>
            <ac:inkMk id="16" creationId="{43B133AE-863C-4800-8BF1-0DDCBF5ADD01}"/>
          </ac:inkMkLst>
        </pc:inkChg>
        <pc:inkChg chg="add del">
          <ac:chgData name="" userId="242feb3c33a8e7bf" providerId="LiveId" clId="{39C24DAF-E20C-4507-9157-C96F2FA882D0}" dt="2023-03-28T16:27:01.207" v="2343"/>
          <ac:inkMkLst>
            <pc:docMk/>
            <pc:sldMk cId="1643825080" sldId="265"/>
            <ac:inkMk id="16" creationId="{8657FEFD-E64E-49FF-BA53-73B71C0C5E97}"/>
          </ac:inkMkLst>
        </pc:inkChg>
        <pc:inkChg chg="add">
          <ac:chgData name="" userId="242feb3c33a8e7bf" providerId="LiveId" clId="{39C24DAF-E20C-4507-9157-C96F2FA882D0}" dt="2023-03-28T16:27:01.207" v="2343"/>
          <ac:inkMkLst>
            <pc:docMk/>
            <pc:sldMk cId="1643825080" sldId="265"/>
            <ac:inkMk id="17" creationId="{9E8727D1-4741-4553-8C4B-9C559FC72855}"/>
          </ac:inkMkLst>
        </pc:inkChg>
        <pc:inkChg chg="add del">
          <ac:chgData name="" userId="242feb3c33a8e7bf" providerId="LiveId" clId="{39C24DAF-E20C-4507-9157-C96F2FA882D0}" dt="2023-03-28T16:27:13.831" v="2368"/>
          <ac:inkMkLst>
            <pc:docMk/>
            <pc:sldMk cId="1643825080" sldId="265"/>
            <ac:inkMk id="18" creationId="{BA39CCBA-F822-45C3-B3E6-4FDF873AE03C}"/>
          </ac:inkMkLst>
        </pc:inkChg>
        <pc:inkChg chg="add">
          <ac:chgData name="" userId="242feb3c33a8e7bf" providerId="LiveId" clId="{39C24DAF-E20C-4507-9157-C96F2FA882D0}" dt="2023-05-02T07:49:36.579" v="9083"/>
          <ac:inkMkLst>
            <pc:docMk/>
            <pc:sldMk cId="1643825080" sldId="265"/>
            <ac:inkMk id="18" creationId="{DD7FCF14-FA11-4F22-84EA-6EC8CBA29352}"/>
          </ac:inkMkLst>
        </pc:inkChg>
        <pc:inkChg chg="add del">
          <ac:chgData name="" userId="242feb3c33a8e7bf" providerId="LiveId" clId="{39C24DAF-E20C-4507-9157-C96F2FA882D0}" dt="2023-03-28T16:27:13.831" v="2368"/>
          <ac:inkMkLst>
            <pc:docMk/>
            <pc:sldMk cId="1643825080" sldId="265"/>
            <ac:inkMk id="19" creationId="{411C1F70-DAB1-4F51-A886-F525F7B6AE5A}"/>
          </ac:inkMkLst>
        </pc:inkChg>
        <pc:inkChg chg="add del">
          <ac:chgData name="" userId="242feb3c33a8e7bf" providerId="LiveId" clId="{39C24DAF-E20C-4507-9157-C96F2FA882D0}" dt="2023-03-28T16:27:13.831" v="2368"/>
          <ac:inkMkLst>
            <pc:docMk/>
            <pc:sldMk cId="1643825080" sldId="265"/>
            <ac:inkMk id="20" creationId="{3B9A4161-A2B9-427F-AF42-D29BCEA2D777}"/>
          </ac:inkMkLst>
        </pc:inkChg>
        <pc:inkChg chg="add del">
          <ac:chgData name="" userId="242feb3c33a8e7bf" providerId="LiveId" clId="{39C24DAF-E20C-4507-9157-C96F2FA882D0}" dt="2023-03-28T16:27:13.831" v="2368"/>
          <ac:inkMkLst>
            <pc:docMk/>
            <pc:sldMk cId="1643825080" sldId="265"/>
            <ac:inkMk id="21" creationId="{2C4072E0-BF66-4EB6-B779-9CE97604F5A2}"/>
          </ac:inkMkLst>
        </pc:inkChg>
        <pc:inkChg chg="add del">
          <ac:chgData name="" userId="242feb3c33a8e7bf" providerId="LiveId" clId="{39C24DAF-E20C-4507-9157-C96F2FA882D0}" dt="2023-03-28T16:27:13.831" v="2368"/>
          <ac:inkMkLst>
            <pc:docMk/>
            <pc:sldMk cId="1643825080" sldId="265"/>
            <ac:inkMk id="22" creationId="{E1DBF3A8-A5C4-4F50-9D7B-F58E9A3926FF}"/>
          </ac:inkMkLst>
        </pc:inkChg>
        <pc:inkChg chg="add del">
          <ac:chgData name="" userId="242feb3c33a8e7bf" providerId="LiveId" clId="{39C24DAF-E20C-4507-9157-C96F2FA882D0}" dt="2023-03-28T16:27:13.831" v="2368"/>
          <ac:inkMkLst>
            <pc:docMk/>
            <pc:sldMk cId="1643825080" sldId="265"/>
            <ac:inkMk id="23" creationId="{CC0D98F7-DA6C-49A6-A75E-A6C347CA9406}"/>
          </ac:inkMkLst>
        </pc:inkChg>
        <pc:inkChg chg="add del">
          <ac:chgData name="" userId="242feb3c33a8e7bf" providerId="LiveId" clId="{39C24DAF-E20C-4507-9157-C96F2FA882D0}" dt="2023-03-28T16:27:13.831" v="2368"/>
          <ac:inkMkLst>
            <pc:docMk/>
            <pc:sldMk cId="1643825080" sldId="265"/>
            <ac:inkMk id="24" creationId="{48DFDC06-1050-4F78-8888-CC8D8A0716F8}"/>
          </ac:inkMkLst>
        </pc:inkChg>
        <pc:inkChg chg="add del">
          <ac:chgData name="" userId="242feb3c33a8e7bf" providerId="LiveId" clId="{39C24DAF-E20C-4507-9157-C96F2FA882D0}" dt="2023-03-28T16:27:13.831" v="2368"/>
          <ac:inkMkLst>
            <pc:docMk/>
            <pc:sldMk cId="1643825080" sldId="265"/>
            <ac:inkMk id="25" creationId="{CA6D6994-BF74-4DAE-A6E5-DFEF85D6BD20}"/>
          </ac:inkMkLst>
        </pc:inkChg>
        <pc:inkChg chg="add del">
          <ac:chgData name="" userId="242feb3c33a8e7bf" providerId="LiveId" clId="{39C24DAF-E20C-4507-9157-C96F2FA882D0}" dt="2023-03-28T16:27:13.831" v="2368"/>
          <ac:inkMkLst>
            <pc:docMk/>
            <pc:sldMk cId="1643825080" sldId="265"/>
            <ac:inkMk id="26" creationId="{8DCD68A9-57E3-4ABB-85E3-7A89C7C7DF5D}"/>
          </ac:inkMkLst>
        </pc:inkChg>
        <pc:inkChg chg="add del">
          <ac:chgData name="" userId="242feb3c33a8e7bf" providerId="LiveId" clId="{39C24DAF-E20C-4507-9157-C96F2FA882D0}" dt="2023-03-28T16:27:13.831" v="2368"/>
          <ac:inkMkLst>
            <pc:docMk/>
            <pc:sldMk cId="1643825080" sldId="265"/>
            <ac:inkMk id="27" creationId="{1FCDAECD-510C-4603-8FB9-73EF53CB5C3F}"/>
          </ac:inkMkLst>
        </pc:inkChg>
        <pc:inkChg chg="add del">
          <ac:chgData name="" userId="242feb3c33a8e7bf" providerId="LiveId" clId="{39C24DAF-E20C-4507-9157-C96F2FA882D0}" dt="2023-03-28T16:27:13.831" v="2368"/>
          <ac:inkMkLst>
            <pc:docMk/>
            <pc:sldMk cId="1643825080" sldId="265"/>
            <ac:inkMk id="28" creationId="{067D4F4F-7EE7-4876-B0FD-94C3B9E5B18D}"/>
          </ac:inkMkLst>
        </pc:inkChg>
        <pc:inkChg chg="add del">
          <ac:chgData name="" userId="242feb3c33a8e7bf" providerId="LiveId" clId="{39C24DAF-E20C-4507-9157-C96F2FA882D0}" dt="2023-03-28T16:27:13.831" v="2368"/>
          <ac:inkMkLst>
            <pc:docMk/>
            <pc:sldMk cId="1643825080" sldId="265"/>
            <ac:inkMk id="29" creationId="{4A4EEB30-16A9-4F35-BD16-F4C4019C026B}"/>
          </ac:inkMkLst>
        </pc:inkChg>
        <pc:inkChg chg="add del">
          <ac:chgData name="" userId="242feb3c33a8e7bf" providerId="LiveId" clId="{39C24DAF-E20C-4507-9157-C96F2FA882D0}" dt="2023-03-28T16:27:13.831" v="2368"/>
          <ac:inkMkLst>
            <pc:docMk/>
            <pc:sldMk cId="1643825080" sldId="265"/>
            <ac:inkMk id="30" creationId="{6625DB27-A153-4358-AE6C-03B0C3686A17}"/>
          </ac:inkMkLst>
        </pc:inkChg>
        <pc:inkChg chg="add del">
          <ac:chgData name="" userId="242feb3c33a8e7bf" providerId="LiveId" clId="{39C24DAF-E20C-4507-9157-C96F2FA882D0}" dt="2023-03-28T16:27:13.831" v="2368"/>
          <ac:inkMkLst>
            <pc:docMk/>
            <pc:sldMk cId="1643825080" sldId="265"/>
            <ac:inkMk id="31" creationId="{440F81CE-7546-4D28-99A0-A25ADFA71F53}"/>
          </ac:inkMkLst>
        </pc:inkChg>
        <pc:inkChg chg="add del">
          <ac:chgData name="" userId="242feb3c33a8e7bf" providerId="LiveId" clId="{39C24DAF-E20C-4507-9157-C96F2FA882D0}" dt="2023-03-28T16:27:13.831" v="2368"/>
          <ac:inkMkLst>
            <pc:docMk/>
            <pc:sldMk cId="1643825080" sldId="265"/>
            <ac:inkMk id="32" creationId="{40081BAC-434B-46A8-9044-A967F46B149F}"/>
          </ac:inkMkLst>
        </pc:inkChg>
        <pc:inkChg chg="add del">
          <ac:chgData name="" userId="242feb3c33a8e7bf" providerId="LiveId" clId="{39C24DAF-E20C-4507-9157-C96F2FA882D0}" dt="2023-03-28T16:27:13.831" v="2368"/>
          <ac:inkMkLst>
            <pc:docMk/>
            <pc:sldMk cId="1643825080" sldId="265"/>
            <ac:inkMk id="33" creationId="{7AABE2D1-661F-4595-8D7F-AD2490F460CF}"/>
          </ac:inkMkLst>
        </pc:inkChg>
        <pc:inkChg chg="add del">
          <ac:chgData name="" userId="242feb3c33a8e7bf" providerId="LiveId" clId="{39C24DAF-E20C-4507-9157-C96F2FA882D0}" dt="2023-03-28T16:27:13.831" v="2368"/>
          <ac:inkMkLst>
            <pc:docMk/>
            <pc:sldMk cId="1643825080" sldId="265"/>
            <ac:inkMk id="34" creationId="{3409367D-A344-44C9-B122-8AD0B9BDBDA0}"/>
          </ac:inkMkLst>
        </pc:inkChg>
        <pc:inkChg chg="add del">
          <ac:chgData name="" userId="242feb3c33a8e7bf" providerId="LiveId" clId="{39C24DAF-E20C-4507-9157-C96F2FA882D0}" dt="2023-03-28T16:27:13.831" v="2368"/>
          <ac:inkMkLst>
            <pc:docMk/>
            <pc:sldMk cId="1643825080" sldId="265"/>
            <ac:inkMk id="35" creationId="{180E8480-1390-4D13-89DA-158AFBA00424}"/>
          </ac:inkMkLst>
        </pc:inkChg>
        <pc:inkChg chg="add del">
          <ac:chgData name="" userId="242feb3c33a8e7bf" providerId="LiveId" clId="{39C24DAF-E20C-4507-9157-C96F2FA882D0}" dt="2023-03-28T16:27:13.831" v="2368"/>
          <ac:inkMkLst>
            <pc:docMk/>
            <pc:sldMk cId="1643825080" sldId="265"/>
            <ac:inkMk id="36" creationId="{FF27E0F1-449B-4CE0-9E09-6C9EA65E143D}"/>
          </ac:inkMkLst>
        </pc:inkChg>
        <pc:inkChg chg="add del">
          <ac:chgData name="" userId="242feb3c33a8e7bf" providerId="LiveId" clId="{39C24DAF-E20C-4507-9157-C96F2FA882D0}" dt="2023-03-28T16:27:13.831" v="2368"/>
          <ac:inkMkLst>
            <pc:docMk/>
            <pc:sldMk cId="1643825080" sldId="265"/>
            <ac:inkMk id="37" creationId="{4D7EEEEB-2AA6-4DC4-A0CA-302EB34110E2}"/>
          </ac:inkMkLst>
        </pc:inkChg>
        <pc:inkChg chg="add del">
          <ac:chgData name="" userId="242feb3c33a8e7bf" providerId="LiveId" clId="{39C24DAF-E20C-4507-9157-C96F2FA882D0}" dt="2023-03-28T16:27:13.831" v="2368"/>
          <ac:inkMkLst>
            <pc:docMk/>
            <pc:sldMk cId="1643825080" sldId="265"/>
            <ac:inkMk id="38" creationId="{211D8C32-B0DD-468F-96E6-2BD3DDCE43A8}"/>
          </ac:inkMkLst>
        </pc:inkChg>
        <pc:inkChg chg="add del">
          <ac:chgData name="" userId="242feb3c33a8e7bf" providerId="LiveId" clId="{39C24DAF-E20C-4507-9157-C96F2FA882D0}" dt="2023-03-28T16:27:13.831" v="2368"/>
          <ac:inkMkLst>
            <pc:docMk/>
            <pc:sldMk cId="1643825080" sldId="265"/>
            <ac:inkMk id="39" creationId="{18F43503-CB44-400C-999B-D5969F74DCE3}"/>
          </ac:inkMkLst>
        </pc:inkChg>
        <pc:inkChg chg="add del">
          <ac:chgData name="" userId="242feb3c33a8e7bf" providerId="LiveId" clId="{39C24DAF-E20C-4507-9157-C96F2FA882D0}" dt="2023-03-28T16:27:13.831" v="2368"/>
          <ac:inkMkLst>
            <pc:docMk/>
            <pc:sldMk cId="1643825080" sldId="265"/>
            <ac:inkMk id="40" creationId="{00E1A82F-3FBB-47F6-9D10-F7FC93B8EB7D}"/>
          </ac:inkMkLst>
        </pc:inkChg>
        <pc:inkChg chg="add del">
          <ac:chgData name="" userId="242feb3c33a8e7bf" providerId="LiveId" clId="{39C24DAF-E20C-4507-9157-C96F2FA882D0}" dt="2023-03-28T16:27:13.831" v="2368"/>
          <ac:inkMkLst>
            <pc:docMk/>
            <pc:sldMk cId="1643825080" sldId="265"/>
            <ac:inkMk id="41" creationId="{C708D9B3-AA19-4361-B0A0-AFC63AEEADE1}"/>
          </ac:inkMkLst>
        </pc:inkChg>
        <pc:inkChg chg="add">
          <ac:chgData name="" userId="242feb3c33a8e7bf" providerId="LiveId" clId="{39C24DAF-E20C-4507-9157-C96F2FA882D0}" dt="2023-03-28T16:27:13.831" v="2368"/>
          <ac:inkMkLst>
            <pc:docMk/>
            <pc:sldMk cId="1643825080" sldId="265"/>
            <ac:inkMk id="42" creationId="{F3BB073D-0A79-4D7C-9F02-7228235D9009}"/>
          </ac:inkMkLst>
        </pc:inkChg>
        <pc:inkChg chg="add">
          <ac:chgData name="" userId="242feb3c33a8e7bf" providerId="LiveId" clId="{39C24DAF-E20C-4507-9157-C96F2FA882D0}" dt="2023-03-28T16:27:13.831" v="2368"/>
          <ac:inkMkLst>
            <pc:docMk/>
            <pc:sldMk cId="1643825080" sldId="265"/>
            <ac:inkMk id="43" creationId="{AC07CD00-E0BF-4CD7-9443-CE94B901343F}"/>
          </ac:inkMkLst>
        </pc:inkChg>
        <pc:inkChg chg="add">
          <ac:chgData name="" userId="242feb3c33a8e7bf" providerId="LiveId" clId="{39C24DAF-E20C-4507-9157-C96F2FA882D0}" dt="2023-03-28T16:27:13.831" v="2368"/>
          <ac:inkMkLst>
            <pc:docMk/>
            <pc:sldMk cId="1643825080" sldId="265"/>
            <ac:inkMk id="44" creationId="{C7C2B1CD-8075-4142-B5CB-9621257AACAE}"/>
          </ac:inkMkLst>
        </pc:inkChg>
        <pc:inkChg chg="add del">
          <ac:chgData name="" userId="242feb3c33a8e7bf" providerId="LiveId" clId="{39C24DAF-E20C-4507-9157-C96F2FA882D0}" dt="2023-03-28T16:27:18.454" v="2373"/>
          <ac:inkMkLst>
            <pc:docMk/>
            <pc:sldMk cId="1643825080" sldId="265"/>
            <ac:inkMk id="45" creationId="{568CDA28-6EB2-42C1-ADA0-FBEDD70D3EBE}"/>
          </ac:inkMkLst>
        </pc:inkChg>
        <pc:inkChg chg="add del">
          <ac:chgData name="" userId="242feb3c33a8e7bf" providerId="LiveId" clId="{39C24DAF-E20C-4507-9157-C96F2FA882D0}" dt="2023-03-28T16:27:18.454" v="2373"/>
          <ac:inkMkLst>
            <pc:docMk/>
            <pc:sldMk cId="1643825080" sldId="265"/>
            <ac:inkMk id="46" creationId="{695D15FF-D434-479B-97CE-7710B1E2DDFD}"/>
          </ac:inkMkLst>
        </pc:inkChg>
        <pc:inkChg chg="add del">
          <ac:chgData name="" userId="242feb3c33a8e7bf" providerId="LiveId" clId="{39C24DAF-E20C-4507-9157-C96F2FA882D0}" dt="2023-03-28T16:27:18.454" v="2373"/>
          <ac:inkMkLst>
            <pc:docMk/>
            <pc:sldMk cId="1643825080" sldId="265"/>
            <ac:inkMk id="47" creationId="{968A6259-1D31-403B-8BD0-A782A5BABC7E}"/>
          </ac:inkMkLst>
        </pc:inkChg>
        <pc:inkChg chg="add del">
          <ac:chgData name="" userId="242feb3c33a8e7bf" providerId="LiveId" clId="{39C24DAF-E20C-4507-9157-C96F2FA882D0}" dt="2023-03-28T16:27:18.454" v="2373"/>
          <ac:inkMkLst>
            <pc:docMk/>
            <pc:sldMk cId="1643825080" sldId="265"/>
            <ac:inkMk id="48" creationId="{B2C344BF-3680-47A3-BE2C-D3AD84F6219D}"/>
          </ac:inkMkLst>
        </pc:inkChg>
        <pc:inkChg chg="add del">
          <ac:chgData name="" userId="242feb3c33a8e7bf" providerId="LiveId" clId="{39C24DAF-E20C-4507-9157-C96F2FA882D0}" dt="2023-03-28T16:27:20.556" v="2374"/>
          <ac:inkMkLst>
            <pc:docMk/>
            <pc:sldMk cId="1643825080" sldId="265"/>
            <ac:inkMk id="49" creationId="{D78190B9-BF08-4932-8542-EB723A7E111A}"/>
          </ac:inkMkLst>
        </pc:inkChg>
        <pc:inkChg chg="add del">
          <ac:chgData name="" userId="242feb3c33a8e7bf" providerId="LiveId" clId="{39C24DAF-E20C-4507-9157-C96F2FA882D0}" dt="2023-03-28T16:27:26.091" v="2382"/>
          <ac:inkMkLst>
            <pc:docMk/>
            <pc:sldMk cId="1643825080" sldId="265"/>
            <ac:inkMk id="50" creationId="{4E76CB49-D21E-4E1F-AAF3-998106DCED8E}"/>
          </ac:inkMkLst>
        </pc:inkChg>
        <pc:inkChg chg="add del">
          <ac:chgData name="" userId="242feb3c33a8e7bf" providerId="LiveId" clId="{39C24DAF-E20C-4507-9157-C96F2FA882D0}" dt="2023-03-28T16:27:26.091" v="2382"/>
          <ac:inkMkLst>
            <pc:docMk/>
            <pc:sldMk cId="1643825080" sldId="265"/>
            <ac:inkMk id="51" creationId="{04D2769A-377C-40A7-AB42-0E46BFB465DB}"/>
          </ac:inkMkLst>
        </pc:inkChg>
        <pc:inkChg chg="add del">
          <ac:chgData name="" userId="242feb3c33a8e7bf" providerId="LiveId" clId="{39C24DAF-E20C-4507-9157-C96F2FA882D0}" dt="2023-03-28T16:27:26.091" v="2382"/>
          <ac:inkMkLst>
            <pc:docMk/>
            <pc:sldMk cId="1643825080" sldId="265"/>
            <ac:inkMk id="52" creationId="{B1E0DEA2-3260-4D24-9F25-6E724AE5800B}"/>
          </ac:inkMkLst>
        </pc:inkChg>
        <pc:inkChg chg="add del">
          <ac:chgData name="" userId="242feb3c33a8e7bf" providerId="LiveId" clId="{39C24DAF-E20C-4507-9157-C96F2FA882D0}" dt="2023-03-28T16:27:26.091" v="2382"/>
          <ac:inkMkLst>
            <pc:docMk/>
            <pc:sldMk cId="1643825080" sldId="265"/>
            <ac:inkMk id="53" creationId="{8EA85C14-F4C6-4CDB-8390-0FE8912B4A2A}"/>
          </ac:inkMkLst>
        </pc:inkChg>
        <pc:inkChg chg="add del">
          <ac:chgData name="" userId="242feb3c33a8e7bf" providerId="LiveId" clId="{39C24DAF-E20C-4507-9157-C96F2FA882D0}" dt="2023-03-28T16:27:26.091" v="2382"/>
          <ac:inkMkLst>
            <pc:docMk/>
            <pc:sldMk cId="1643825080" sldId="265"/>
            <ac:inkMk id="54" creationId="{79DD31C7-126D-4D49-8BD3-123CE28CE82E}"/>
          </ac:inkMkLst>
        </pc:inkChg>
        <pc:inkChg chg="add del">
          <ac:chgData name="" userId="242feb3c33a8e7bf" providerId="LiveId" clId="{39C24DAF-E20C-4507-9157-C96F2FA882D0}" dt="2023-03-28T16:27:26.091" v="2382"/>
          <ac:inkMkLst>
            <pc:docMk/>
            <pc:sldMk cId="1643825080" sldId="265"/>
            <ac:inkMk id="55" creationId="{8C3C5538-89F5-4A55-A83A-5879A7EC41CC}"/>
          </ac:inkMkLst>
        </pc:inkChg>
        <pc:inkChg chg="add del">
          <ac:chgData name="" userId="242feb3c33a8e7bf" providerId="LiveId" clId="{39C24DAF-E20C-4507-9157-C96F2FA882D0}" dt="2023-03-28T16:27:26.091" v="2382"/>
          <ac:inkMkLst>
            <pc:docMk/>
            <pc:sldMk cId="1643825080" sldId="265"/>
            <ac:inkMk id="56" creationId="{EF6CCE07-D1AA-4202-904B-A42A41B682D8}"/>
          </ac:inkMkLst>
        </pc:inkChg>
        <pc:inkChg chg="add">
          <ac:chgData name="" userId="242feb3c33a8e7bf" providerId="LiveId" clId="{39C24DAF-E20C-4507-9157-C96F2FA882D0}" dt="2023-03-28T16:27:26.091" v="2382"/>
          <ac:inkMkLst>
            <pc:docMk/>
            <pc:sldMk cId="1643825080" sldId="265"/>
            <ac:inkMk id="57" creationId="{B361D288-DF3F-4C82-AC35-790611FC3582}"/>
          </ac:inkMkLst>
        </pc:inkChg>
        <pc:inkChg chg="add">
          <ac:chgData name="" userId="242feb3c33a8e7bf" providerId="LiveId" clId="{39C24DAF-E20C-4507-9157-C96F2FA882D0}" dt="2023-03-28T16:27:26.091" v="2382"/>
          <ac:inkMkLst>
            <pc:docMk/>
            <pc:sldMk cId="1643825080" sldId="265"/>
            <ac:inkMk id="58" creationId="{AB73310B-8043-465C-AA88-4DF38722BA0C}"/>
          </ac:inkMkLst>
        </pc:inkChg>
        <pc:inkChg chg="add del">
          <ac:chgData name="" userId="242feb3c33a8e7bf" providerId="LiveId" clId="{39C24DAF-E20C-4507-9157-C96F2FA882D0}" dt="2023-03-28T16:27:41.632" v="2417"/>
          <ac:inkMkLst>
            <pc:docMk/>
            <pc:sldMk cId="1643825080" sldId="265"/>
            <ac:inkMk id="59" creationId="{DF5436E8-11C3-45F4-AF66-7D97EDFD70CA}"/>
          </ac:inkMkLst>
        </pc:inkChg>
        <pc:inkChg chg="add del">
          <ac:chgData name="" userId="242feb3c33a8e7bf" providerId="LiveId" clId="{39C24DAF-E20C-4507-9157-C96F2FA882D0}" dt="2023-03-28T16:27:41.632" v="2417"/>
          <ac:inkMkLst>
            <pc:docMk/>
            <pc:sldMk cId="1643825080" sldId="265"/>
            <ac:inkMk id="60" creationId="{3C2476A1-25AA-4999-9248-C439FD0EF872}"/>
          </ac:inkMkLst>
        </pc:inkChg>
        <pc:inkChg chg="add del">
          <ac:chgData name="" userId="242feb3c33a8e7bf" providerId="LiveId" clId="{39C24DAF-E20C-4507-9157-C96F2FA882D0}" dt="2023-03-28T16:27:41.632" v="2417"/>
          <ac:inkMkLst>
            <pc:docMk/>
            <pc:sldMk cId="1643825080" sldId="265"/>
            <ac:inkMk id="61" creationId="{FDDB2051-ABB2-4853-87F9-1526DE334774}"/>
          </ac:inkMkLst>
        </pc:inkChg>
        <pc:inkChg chg="add del">
          <ac:chgData name="" userId="242feb3c33a8e7bf" providerId="LiveId" clId="{39C24DAF-E20C-4507-9157-C96F2FA882D0}" dt="2023-03-28T16:27:41.632" v="2417"/>
          <ac:inkMkLst>
            <pc:docMk/>
            <pc:sldMk cId="1643825080" sldId="265"/>
            <ac:inkMk id="62" creationId="{D4711B8B-CD76-4D79-A444-1E4FF917DCC5}"/>
          </ac:inkMkLst>
        </pc:inkChg>
        <pc:inkChg chg="add del">
          <ac:chgData name="" userId="242feb3c33a8e7bf" providerId="LiveId" clId="{39C24DAF-E20C-4507-9157-C96F2FA882D0}" dt="2023-03-28T16:27:41.632" v="2417"/>
          <ac:inkMkLst>
            <pc:docMk/>
            <pc:sldMk cId="1643825080" sldId="265"/>
            <ac:inkMk id="63" creationId="{16335D88-D62A-4478-B37B-80165775C05D}"/>
          </ac:inkMkLst>
        </pc:inkChg>
        <pc:inkChg chg="add del">
          <ac:chgData name="" userId="242feb3c33a8e7bf" providerId="LiveId" clId="{39C24DAF-E20C-4507-9157-C96F2FA882D0}" dt="2023-03-28T16:27:41.632" v="2417"/>
          <ac:inkMkLst>
            <pc:docMk/>
            <pc:sldMk cId="1643825080" sldId="265"/>
            <ac:inkMk id="64" creationId="{AC69C2D2-6A35-45C0-AB8A-38816E961D6B}"/>
          </ac:inkMkLst>
        </pc:inkChg>
        <pc:inkChg chg="add del">
          <ac:chgData name="" userId="242feb3c33a8e7bf" providerId="LiveId" clId="{39C24DAF-E20C-4507-9157-C96F2FA882D0}" dt="2023-03-28T16:27:41.632" v="2417"/>
          <ac:inkMkLst>
            <pc:docMk/>
            <pc:sldMk cId="1643825080" sldId="265"/>
            <ac:inkMk id="65" creationId="{652592B2-67A2-4AD4-9BB0-E00BEAB85BC8}"/>
          </ac:inkMkLst>
        </pc:inkChg>
        <pc:inkChg chg="add del">
          <ac:chgData name="" userId="242feb3c33a8e7bf" providerId="LiveId" clId="{39C24DAF-E20C-4507-9157-C96F2FA882D0}" dt="2023-03-28T16:27:41.632" v="2417"/>
          <ac:inkMkLst>
            <pc:docMk/>
            <pc:sldMk cId="1643825080" sldId="265"/>
            <ac:inkMk id="66" creationId="{80716785-B128-4ED2-A2C4-31EDF34249A6}"/>
          </ac:inkMkLst>
        </pc:inkChg>
        <pc:inkChg chg="add del">
          <ac:chgData name="" userId="242feb3c33a8e7bf" providerId="LiveId" clId="{39C24DAF-E20C-4507-9157-C96F2FA882D0}" dt="2023-03-28T16:27:41.632" v="2417"/>
          <ac:inkMkLst>
            <pc:docMk/>
            <pc:sldMk cId="1643825080" sldId="265"/>
            <ac:inkMk id="67" creationId="{F80CD415-0C22-4535-BF3E-5BE2AF21D6E6}"/>
          </ac:inkMkLst>
        </pc:inkChg>
        <pc:inkChg chg="add del">
          <ac:chgData name="" userId="242feb3c33a8e7bf" providerId="LiveId" clId="{39C24DAF-E20C-4507-9157-C96F2FA882D0}" dt="2023-03-28T16:27:41.632" v="2417"/>
          <ac:inkMkLst>
            <pc:docMk/>
            <pc:sldMk cId="1643825080" sldId="265"/>
            <ac:inkMk id="68" creationId="{29F1598E-A64D-4188-9D80-FA88EDD24EEB}"/>
          </ac:inkMkLst>
        </pc:inkChg>
        <pc:inkChg chg="add del">
          <ac:chgData name="" userId="242feb3c33a8e7bf" providerId="LiveId" clId="{39C24DAF-E20C-4507-9157-C96F2FA882D0}" dt="2023-03-28T16:27:41.632" v="2417"/>
          <ac:inkMkLst>
            <pc:docMk/>
            <pc:sldMk cId="1643825080" sldId="265"/>
            <ac:inkMk id="69" creationId="{7ED2C965-538B-4409-95EC-C7C8ECBAF258}"/>
          </ac:inkMkLst>
        </pc:inkChg>
        <pc:inkChg chg="add del">
          <ac:chgData name="" userId="242feb3c33a8e7bf" providerId="LiveId" clId="{39C24DAF-E20C-4507-9157-C96F2FA882D0}" dt="2023-03-28T16:27:41.632" v="2417"/>
          <ac:inkMkLst>
            <pc:docMk/>
            <pc:sldMk cId="1643825080" sldId="265"/>
            <ac:inkMk id="70" creationId="{8C0BA890-9B5D-4616-BFAE-63408ED582DC}"/>
          </ac:inkMkLst>
        </pc:inkChg>
        <pc:inkChg chg="add del">
          <ac:chgData name="" userId="242feb3c33a8e7bf" providerId="LiveId" clId="{39C24DAF-E20C-4507-9157-C96F2FA882D0}" dt="2023-03-28T16:27:41.632" v="2417"/>
          <ac:inkMkLst>
            <pc:docMk/>
            <pc:sldMk cId="1643825080" sldId="265"/>
            <ac:inkMk id="71" creationId="{D1838720-FA0D-431A-A6D0-904D9A1D66E0}"/>
          </ac:inkMkLst>
        </pc:inkChg>
        <pc:inkChg chg="add del">
          <ac:chgData name="" userId="242feb3c33a8e7bf" providerId="LiveId" clId="{39C24DAF-E20C-4507-9157-C96F2FA882D0}" dt="2023-03-28T16:27:41.632" v="2417"/>
          <ac:inkMkLst>
            <pc:docMk/>
            <pc:sldMk cId="1643825080" sldId="265"/>
            <ac:inkMk id="72" creationId="{22A11B7A-35FC-4141-940A-42688E2DA257}"/>
          </ac:inkMkLst>
        </pc:inkChg>
        <pc:inkChg chg="add del">
          <ac:chgData name="" userId="242feb3c33a8e7bf" providerId="LiveId" clId="{39C24DAF-E20C-4507-9157-C96F2FA882D0}" dt="2023-03-28T16:27:41.632" v="2417"/>
          <ac:inkMkLst>
            <pc:docMk/>
            <pc:sldMk cId="1643825080" sldId="265"/>
            <ac:inkMk id="73" creationId="{7C2F6A0E-E69E-44D5-A9C2-E9511CE10C80}"/>
          </ac:inkMkLst>
        </pc:inkChg>
        <pc:inkChg chg="add del">
          <ac:chgData name="" userId="242feb3c33a8e7bf" providerId="LiveId" clId="{39C24DAF-E20C-4507-9157-C96F2FA882D0}" dt="2023-03-28T16:27:41.632" v="2417"/>
          <ac:inkMkLst>
            <pc:docMk/>
            <pc:sldMk cId="1643825080" sldId="265"/>
            <ac:inkMk id="74" creationId="{5E00A092-6CBF-4F1C-8E7F-3A224C6C3562}"/>
          </ac:inkMkLst>
        </pc:inkChg>
        <pc:inkChg chg="add del">
          <ac:chgData name="" userId="242feb3c33a8e7bf" providerId="LiveId" clId="{39C24DAF-E20C-4507-9157-C96F2FA882D0}" dt="2023-03-28T16:27:41.632" v="2417"/>
          <ac:inkMkLst>
            <pc:docMk/>
            <pc:sldMk cId="1643825080" sldId="265"/>
            <ac:inkMk id="75" creationId="{1FAF0B32-AD07-4589-8342-9C0893518A7E}"/>
          </ac:inkMkLst>
        </pc:inkChg>
        <pc:inkChg chg="add del">
          <ac:chgData name="" userId="242feb3c33a8e7bf" providerId="LiveId" clId="{39C24DAF-E20C-4507-9157-C96F2FA882D0}" dt="2023-03-28T16:27:41.632" v="2417"/>
          <ac:inkMkLst>
            <pc:docMk/>
            <pc:sldMk cId="1643825080" sldId="265"/>
            <ac:inkMk id="76" creationId="{CDF61D3D-BEE1-46B5-8C5A-8D117933B673}"/>
          </ac:inkMkLst>
        </pc:inkChg>
        <pc:inkChg chg="add del">
          <ac:chgData name="" userId="242feb3c33a8e7bf" providerId="LiveId" clId="{39C24DAF-E20C-4507-9157-C96F2FA882D0}" dt="2023-03-28T16:27:41.632" v="2417"/>
          <ac:inkMkLst>
            <pc:docMk/>
            <pc:sldMk cId="1643825080" sldId="265"/>
            <ac:inkMk id="77" creationId="{5A5A711D-EAED-4A3A-BF7A-3C3B53FB410F}"/>
          </ac:inkMkLst>
        </pc:inkChg>
        <pc:inkChg chg="add del">
          <ac:chgData name="" userId="242feb3c33a8e7bf" providerId="LiveId" clId="{39C24DAF-E20C-4507-9157-C96F2FA882D0}" dt="2023-03-28T16:27:41.632" v="2417"/>
          <ac:inkMkLst>
            <pc:docMk/>
            <pc:sldMk cId="1643825080" sldId="265"/>
            <ac:inkMk id="78" creationId="{22C45F6D-AF62-416B-8BF5-C983908A4991}"/>
          </ac:inkMkLst>
        </pc:inkChg>
        <pc:inkChg chg="add del">
          <ac:chgData name="" userId="242feb3c33a8e7bf" providerId="LiveId" clId="{39C24DAF-E20C-4507-9157-C96F2FA882D0}" dt="2023-03-28T16:27:41.632" v="2417"/>
          <ac:inkMkLst>
            <pc:docMk/>
            <pc:sldMk cId="1643825080" sldId="265"/>
            <ac:inkMk id="79" creationId="{7908E978-2807-48D0-ABBF-0A4F44A9E047}"/>
          </ac:inkMkLst>
        </pc:inkChg>
        <pc:inkChg chg="add del">
          <ac:chgData name="" userId="242feb3c33a8e7bf" providerId="LiveId" clId="{39C24DAF-E20C-4507-9157-C96F2FA882D0}" dt="2023-03-28T16:27:41.632" v="2417"/>
          <ac:inkMkLst>
            <pc:docMk/>
            <pc:sldMk cId="1643825080" sldId="265"/>
            <ac:inkMk id="80" creationId="{A719732B-77D4-4AD9-A5A0-0527A399E480}"/>
          </ac:inkMkLst>
        </pc:inkChg>
        <pc:inkChg chg="add del">
          <ac:chgData name="" userId="242feb3c33a8e7bf" providerId="LiveId" clId="{39C24DAF-E20C-4507-9157-C96F2FA882D0}" dt="2023-03-28T16:27:41.632" v="2417"/>
          <ac:inkMkLst>
            <pc:docMk/>
            <pc:sldMk cId="1643825080" sldId="265"/>
            <ac:inkMk id="81" creationId="{3FA4E12C-9464-413F-98B8-3DB059A41ACC}"/>
          </ac:inkMkLst>
        </pc:inkChg>
        <pc:inkChg chg="add del">
          <ac:chgData name="" userId="242feb3c33a8e7bf" providerId="LiveId" clId="{39C24DAF-E20C-4507-9157-C96F2FA882D0}" dt="2023-03-28T16:27:41.632" v="2417"/>
          <ac:inkMkLst>
            <pc:docMk/>
            <pc:sldMk cId="1643825080" sldId="265"/>
            <ac:inkMk id="82" creationId="{0F6D21A9-7202-4B21-8A9E-B77E6F2F7155}"/>
          </ac:inkMkLst>
        </pc:inkChg>
        <pc:inkChg chg="add del">
          <ac:chgData name="" userId="242feb3c33a8e7bf" providerId="LiveId" clId="{39C24DAF-E20C-4507-9157-C96F2FA882D0}" dt="2023-03-28T16:27:41.632" v="2417"/>
          <ac:inkMkLst>
            <pc:docMk/>
            <pc:sldMk cId="1643825080" sldId="265"/>
            <ac:inkMk id="83" creationId="{04C2C781-C8C5-4F5C-84ED-F3D9D44D5065}"/>
          </ac:inkMkLst>
        </pc:inkChg>
        <pc:inkChg chg="add del">
          <ac:chgData name="" userId="242feb3c33a8e7bf" providerId="LiveId" clId="{39C24DAF-E20C-4507-9157-C96F2FA882D0}" dt="2023-03-28T16:27:41.632" v="2417"/>
          <ac:inkMkLst>
            <pc:docMk/>
            <pc:sldMk cId="1643825080" sldId="265"/>
            <ac:inkMk id="84" creationId="{1C0D92AD-CF43-4954-B445-08DE253A67CD}"/>
          </ac:inkMkLst>
        </pc:inkChg>
        <pc:inkChg chg="add del">
          <ac:chgData name="" userId="242feb3c33a8e7bf" providerId="LiveId" clId="{39C24DAF-E20C-4507-9157-C96F2FA882D0}" dt="2023-03-28T16:27:41.632" v="2417"/>
          <ac:inkMkLst>
            <pc:docMk/>
            <pc:sldMk cId="1643825080" sldId="265"/>
            <ac:inkMk id="85" creationId="{E4CBE3DB-D1FC-4F11-B315-E0E9337340E6}"/>
          </ac:inkMkLst>
        </pc:inkChg>
        <pc:inkChg chg="add del">
          <ac:chgData name="" userId="242feb3c33a8e7bf" providerId="LiveId" clId="{39C24DAF-E20C-4507-9157-C96F2FA882D0}" dt="2023-03-28T16:27:41.632" v="2417"/>
          <ac:inkMkLst>
            <pc:docMk/>
            <pc:sldMk cId="1643825080" sldId="265"/>
            <ac:inkMk id="86" creationId="{C9BC12A9-A45B-4D76-AE6B-1D6D27A66DA2}"/>
          </ac:inkMkLst>
        </pc:inkChg>
        <pc:inkChg chg="add del">
          <ac:chgData name="" userId="242feb3c33a8e7bf" providerId="LiveId" clId="{39C24DAF-E20C-4507-9157-C96F2FA882D0}" dt="2023-03-28T16:27:41.632" v="2417"/>
          <ac:inkMkLst>
            <pc:docMk/>
            <pc:sldMk cId="1643825080" sldId="265"/>
            <ac:inkMk id="87" creationId="{26C6CE86-A8FB-4629-A710-61FBE8A22D81}"/>
          </ac:inkMkLst>
        </pc:inkChg>
        <pc:inkChg chg="add del">
          <ac:chgData name="" userId="242feb3c33a8e7bf" providerId="LiveId" clId="{39C24DAF-E20C-4507-9157-C96F2FA882D0}" dt="2023-03-28T16:27:41.632" v="2417"/>
          <ac:inkMkLst>
            <pc:docMk/>
            <pc:sldMk cId="1643825080" sldId="265"/>
            <ac:inkMk id="88" creationId="{6A1ABC3F-DDF9-47FB-88F0-19A3E2FFCEA3}"/>
          </ac:inkMkLst>
        </pc:inkChg>
        <pc:inkChg chg="add del">
          <ac:chgData name="" userId="242feb3c33a8e7bf" providerId="LiveId" clId="{39C24DAF-E20C-4507-9157-C96F2FA882D0}" dt="2023-03-28T16:27:41.632" v="2417"/>
          <ac:inkMkLst>
            <pc:docMk/>
            <pc:sldMk cId="1643825080" sldId="265"/>
            <ac:inkMk id="89" creationId="{1DC1CDDF-F879-41A7-9C8D-CC81DFCD9671}"/>
          </ac:inkMkLst>
        </pc:inkChg>
        <pc:inkChg chg="add del">
          <ac:chgData name="" userId="242feb3c33a8e7bf" providerId="LiveId" clId="{39C24DAF-E20C-4507-9157-C96F2FA882D0}" dt="2023-03-28T16:27:41.632" v="2417"/>
          <ac:inkMkLst>
            <pc:docMk/>
            <pc:sldMk cId="1643825080" sldId="265"/>
            <ac:inkMk id="90" creationId="{2C7DA943-EACA-45D7-8F87-B39EA0C2E9E0}"/>
          </ac:inkMkLst>
        </pc:inkChg>
        <pc:inkChg chg="add del">
          <ac:chgData name="" userId="242feb3c33a8e7bf" providerId="LiveId" clId="{39C24DAF-E20C-4507-9157-C96F2FA882D0}" dt="2023-03-28T16:27:41.632" v="2417"/>
          <ac:inkMkLst>
            <pc:docMk/>
            <pc:sldMk cId="1643825080" sldId="265"/>
            <ac:inkMk id="91" creationId="{CB9A07E8-0813-46FA-A114-72339856C5B5}"/>
          </ac:inkMkLst>
        </pc:inkChg>
        <pc:inkChg chg="add del">
          <ac:chgData name="" userId="242feb3c33a8e7bf" providerId="LiveId" clId="{39C24DAF-E20C-4507-9157-C96F2FA882D0}" dt="2023-03-28T16:27:41.632" v="2417"/>
          <ac:inkMkLst>
            <pc:docMk/>
            <pc:sldMk cId="1643825080" sldId="265"/>
            <ac:inkMk id="92" creationId="{88310A88-5284-425B-BE08-D3419D01715A}"/>
          </ac:inkMkLst>
        </pc:inkChg>
        <pc:inkChg chg="add">
          <ac:chgData name="" userId="242feb3c33a8e7bf" providerId="LiveId" clId="{39C24DAF-E20C-4507-9157-C96F2FA882D0}" dt="2023-03-28T16:27:41.632" v="2417"/>
          <ac:inkMkLst>
            <pc:docMk/>
            <pc:sldMk cId="1643825080" sldId="265"/>
            <ac:inkMk id="93" creationId="{3C2F30C7-0AA6-47B0-9213-4ACDF6DC00DF}"/>
          </ac:inkMkLst>
        </pc:inkChg>
        <pc:inkChg chg="add">
          <ac:chgData name="" userId="242feb3c33a8e7bf" providerId="LiveId" clId="{39C24DAF-E20C-4507-9157-C96F2FA882D0}" dt="2023-03-28T16:27:41.632" v="2417"/>
          <ac:inkMkLst>
            <pc:docMk/>
            <pc:sldMk cId="1643825080" sldId="265"/>
            <ac:inkMk id="94" creationId="{6AA06523-B124-4D9A-8727-5640C36C59BC}"/>
          </ac:inkMkLst>
        </pc:inkChg>
        <pc:inkChg chg="add">
          <ac:chgData name="" userId="242feb3c33a8e7bf" providerId="LiveId" clId="{39C24DAF-E20C-4507-9157-C96F2FA882D0}" dt="2023-03-28T16:27:41.632" v="2417"/>
          <ac:inkMkLst>
            <pc:docMk/>
            <pc:sldMk cId="1643825080" sldId="265"/>
            <ac:inkMk id="95" creationId="{2DF35FA9-08AB-4BDC-810A-7C4714C2978F}"/>
          </ac:inkMkLst>
        </pc:inkChg>
        <pc:inkChg chg="add">
          <ac:chgData name="" userId="242feb3c33a8e7bf" providerId="LiveId" clId="{39C24DAF-E20C-4507-9157-C96F2FA882D0}" dt="2023-03-28T16:27:41.632" v="2417"/>
          <ac:inkMkLst>
            <pc:docMk/>
            <pc:sldMk cId="1643825080" sldId="265"/>
            <ac:inkMk id="96" creationId="{27AB6DF9-5846-4244-A18A-CC8A9868F40A}"/>
          </ac:inkMkLst>
        </pc:inkChg>
        <pc:inkChg chg="add del">
          <ac:chgData name="" userId="242feb3c33a8e7bf" providerId="LiveId" clId="{39C24DAF-E20C-4507-9157-C96F2FA882D0}" dt="2023-03-28T16:27:47.867" v="2420"/>
          <ac:inkMkLst>
            <pc:docMk/>
            <pc:sldMk cId="1643825080" sldId="265"/>
            <ac:inkMk id="97" creationId="{CDE91398-EE87-4644-9711-3796A2167122}"/>
          </ac:inkMkLst>
        </pc:inkChg>
        <pc:inkChg chg="add del">
          <ac:chgData name="" userId="242feb3c33a8e7bf" providerId="LiveId" clId="{39C24DAF-E20C-4507-9157-C96F2FA882D0}" dt="2023-03-28T16:27:47.867" v="2420"/>
          <ac:inkMkLst>
            <pc:docMk/>
            <pc:sldMk cId="1643825080" sldId="265"/>
            <ac:inkMk id="98" creationId="{099A9420-0E82-4563-847B-8530EE112934}"/>
          </ac:inkMkLst>
        </pc:inkChg>
        <pc:inkChg chg="add">
          <ac:chgData name="" userId="242feb3c33a8e7bf" providerId="LiveId" clId="{39C24DAF-E20C-4507-9157-C96F2FA882D0}" dt="2023-03-28T16:27:47.867" v="2420"/>
          <ac:inkMkLst>
            <pc:docMk/>
            <pc:sldMk cId="1643825080" sldId="265"/>
            <ac:inkMk id="99" creationId="{133ED6EB-6806-448A-889D-90EF799B7201}"/>
          </ac:inkMkLst>
        </pc:inkChg>
        <pc:inkChg chg="add">
          <ac:chgData name="" userId="242feb3c33a8e7bf" providerId="LiveId" clId="{39C24DAF-E20C-4507-9157-C96F2FA882D0}" dt="2023-03-28T16:27:48.717" v="2421"/>
          <ac:inkMkLst>
            <pc:docMk/>
            <pc:sldMk cId="1643825080" sldId="265"/>
            <ac:inkMk id="100" creationId="{36FF7343-1878-4E0F-991F-67A4895A3504}"/>
          </ac:inkMkLst>
        </pc:inkChg>
        <pc:inkChg chg="add">
          <ac:chgData name="" userId="242feb3c33a8e7bf" providerId="LiveId" clId="{39C24DAF-E20C-4507-9157-C96F2FA882D0}" dt="2023-03-28T16:27:49.269" v="2422"/>
          <ac:inkMkLst>
            <pc:docMk/>
            <pc:sldMk cId="1643825080" sldId="265"/>
            <ac:inkMk id="101" creationId="{69C8A4B6-7392-4ADB-80CB-E37520172F9C}"/>
          </ac:inkMkLst>
        </pc:inkChg>
        <pc:inkChg chg="add del">
          <ac:chgData name="" userId="242feb3c33a8e7bf" providerId="LiveId" clId="{39C24DAF-E20C-4507-9157-C96F2FA882D0}" dt="2023-03-28T16:27:51.168" v="2425"/>
          <ac:inkMkLst>
            <pc:docMk/>
            <pc:sldMk cId="1643825080" sldId="265"/>
            <ac:inkMk id="102" creationId="{D5ADFEC7-D807-47F4-B3CF-178B68128332}"/>
          </ac:inkMkLst>
        </pc:inkChg>
        <pc:inkChg chg="add del">
          <ac:chgData name="" userId="242feb3c33a8e7bf" providerId="LiveId" clId="{39C24DAF-E20C-4507-9157-C96F2FA882D0}" dt="2023-03-28T16:27:51.168" v="2425"/>
          <ac:inkMkLst>
            <pc:docMk/>
            <pc:sldMk cId="1643825080" sldId="265"/>
            <ac:inkMk id="103" creationId="{D1AAC553-E21A-4D67-9477-F88699696B2C}"/>
          </ac:inkMkLst>
        </pc:inkChg>
        <pc:inkChg chg="add del">
          <ac:chgData name="" userId="242feb3c33a8e7bf" providerId="LiveId" clId="{39C24DAF-E20C-4507-9157-C96F2FA882D0}" dt="2023-03-28T16:27:52.228" v="2426"/>
          <ac:inkMkLst>
            <pc:docMk/>
            <pc:sldMk cId="1643825080" sldId="265"/>
            <ac:inkMk id="104" creationId="{7F4D58A1-48BF-4ECA-AF4F-3C643C35B8D3}"/>
          </ac:inkMkLst>
        </pc:inkChg>
        <pc:inkChg chg="add del">
          <ac:chgData name="" userId="242feb3c33a8e7bf" providerId="LiveId" clId="{39C24DAF-E20C-4507-9157-C96F2FA882D0}" dt="2023-03-28T16:27:55.839" v="2429"/>
          <ac:inkMkLst>
            <pc:docMk/>
            <pc:sldMk cId="1643825080" sldId="265"/>
            <ac:inkMk id="105" creationId="{387625BF-1CAB-4583-A797-3F1C6A0CE5CF}"/>
          </ac:inkMkLst>
        </pc:inkChg>
        <pc:inkChg chg="add del">
          <ac:chgData name="" userId="242feb3c33a8e7bf" providerId="LiveId" clId="{39C24DAF-E20C-4507-9157-C96F2FA882D0}" dt="2023-03-28T16:27:55.839" v="2429"/>
          <ac:inkMkLst>
            <pc:docMk/>
            <pc:sldMk cId="1643825080" sldId="265"/>
            <ac:inkMk id="106" creationId="{2B6335C4-7596-47C5-B856-C2880958C109}"/>
          </ac:inkMkLst>
        </pc:inkChg>
        <pc:inkChg chg="add">
          <ac:chgData name="" userId="242feb3c33a8e7bf" providerId="LiveId" clId="{39C24DAF-E20C-4507-9157-C96F2FA882D0}" dt="2023-03-28T16:27:55.839" v="2429"/>
          <ac:inkMkLst>
            <pc:docMk/>
            <pc:sldMk cId="1643825080" sldId="265"/>
            <ac:inkMk id="107" creationId="{A79238B5-E375-4226-A549-4D77D4C24609}"/>
          </ac:inkMkLst>
        </pc:inkChg>
        <pc:inkChg chg="add del">
          <ac:chgData name="" userId="242feb3c33a8e7bf" providerId="LiveId" clId="{39C24DAF-E20C-4507-9157-C96F2FA882D0}" dt="2023-03-28T16:27:57.493" v="2432"/>
          <ac:inkMkLst>
            <pc:docMk/>
            <pc:sldMk cId="1643825080" sldId="265"/>
            <ac:inkMk id="108" creationId="{DCB833D1-A556-4EEB-B92A-B4CB8FDAD01C}"/>
          </ac:inkMkLst>
        </pc:inkChg>
        <pc:inkChg chg="add del">
          <ac:chgData name="" userId="242feb3c33a8e7bf" providerId="LiveId" clId="{39C24DAF-E20C-4507-9157-C96F2FA882D0}" dt="2023-03-28T16:27:57.493" v="2432"/>
          <ac:inkMkLst>
            <pc:docMk/>
            <pc:sldMk cId="1643825080" sldId="265"/>
            <ac:inkMk id="109" creationId="{9D02B5D7-AF60-4ED7-B422-578279C85DD0}"/>
          </ac:inkMkLst>
        </pc:inkChg>
        <pc:inkChg chg="add">
          <ac:chgData name="" userId="242feb3c33a8e7bf" providerId="LiveId" clId="{39C24DAF-E20C-4507-9157-C96F2FA882D0}" dt="2023-03-28T16:27:57.493" v="2432"/>
          <ac:inkMkLst>
            <pc:docMk/>
            <pc:sldMk cId="1643825080" sldId="265"/>
            <ac:inkMk id="110" creationId="{DD336483-3FA7-48E6-82E7-A1690431D315}"/>
          </ac:inkMkLst>
        </pc:inkChg>
        <pc:inkChg chg="add del">
          <ac:chgData name="" userId="242feb3c33a8e7bf" providerId="LiveId" clId="{39C24DAF-E20C-4507-9157-C96F2FA882D0}" dt="2023-03-28T16:28:01.871" v="2439"/>
          <ac:inkMkLst>
            <pc:docMk/>
            <pc:sldMk cId="1643825080" sldId="265"/>
            <ac:inkMk id="111" creationId="{4B8C003E-2555-4A14-A53C-2D3C31A70E3B}"/>
          </ac:inkMkLst>
        </pc:inkChg>
        <pc:inkChg chg="add del">
          <ac:chgData name="" userId="242feb3c33a8e7bf" providerId="LiveId" clId="{39C24DAF-E20C-4507-9157-C96F2FA882D0}" dt="2023-03-28T16:28:01.871" v="2439"/>
          <ac:inkMkLst>
            <pc:docMk/>
            <pc:sldMk cId="1643825080" sldId="265"/>
            <ac:inkMk id="112" creationId="{82810C0D-C8F3-4A1A-8F5B-8778D997BB33}"/>
          </ac:inkMkLst>
        </pc:inkChg>
        <pc:inkChg chg="add del">
          <ac:chgData name="" userId="242feb3c33a8e7bf" providerId="LiveId" clId="{39C24DAF-E20C-4507-9157-C96F2FA882D0}" dt="2023-03-28T16:28:01.871" v="2439"/>
          <ac:inkMkLst>
            <pc:docMk/>
            <pc:sldMk cId="1643825080" sldId="265"/>
            <ac:inkMk id="113" creationId="{CB48BF17-DD00-4739-95BE-6B26444B49B7}"/>
          </ac:inkMkLst>
        </pc:inkChg>
        <pc:inkChg chg="add del">
          <ac:chgData name="" userId="242feb3c33a8e7bf" providerId="LiveId" clId="{39C24DAF-E20C-4507-9157-C96F2FA882D0}" dt="2023-03-28T16:28:01.871" v="2439"/>
          <ac:inkMkLst>
            <pc:docMk/>
            <pc:sldMk cId="1643825080" sldId="265"/>
            <ac:inkMk id="114" creationId="{67E9B068-3F8D-40FB-AC3C-DADEF5AE88C3}"/>
          </ac:inkMkLst>
        </pc:inkChg>
        <pc:inkChg chg="add del">
          <ac:chgData name="" userId="242feb3c33a8e7bf" providerId="LiveId" clId="{39C24DAF-E20C-4507-9157-C96F2FA882D0}" dt="2023-03-28T16:28:01.871" v="2439"/>
          <ac:inkMkLst>
            <pc:docMk/>
            <pc:sldMk cId="1643825080" sldId="265"/>
            <ac:inkMk id="115" creationId="{D8AA3C0A-7E0C-455B-AD56-531AA8F9E32A}"/>
          </ac:inkMkLst>
        </pc:inkChg>
        <pc:inkChg chg="add del">
          <ac:chgData name="" userId="242feb3c33a8e7bf" providerId="LiveId" clId="{39C24DAF-E20C-4507-9157-C96F2FA882D0}" dt="2023-03-28T16:28:01.871" v="2439"/>
          <ac:inkMkLst>
            <pc:docMk/>
            <pc:sldMk cId="1643825080" sldId="265"/>
            <ac:inkMk id="116" creationId="{F64F82B3-11EB-4EB5-B714-FEFE83D94435}"/>
          </ac:inkMkLst>
        </pc:inkChg>
        <pc:inkChg chg="add del">
          <ac:chgData name="" userId="242feb3c33a8e7bf" providerId="LiveId" clId="{39C24DAF-E20C-4507-9157-C96F2FA882D0}" dt="2023-03-28T16:28:05.083" v="2446"/>
          <ac:inkMkLst>
            <pc:docMk/>
            <pc:sldMk cId="1643825080" sldId="265"/>
            <ac:inkMk id="117" creationId="{98B2C67B-4CCF-4865-BACD-E8BC83278C96}"/>
          </ac:inkMkLst>
        </pc:inkChg>
        <pc:inkChg chg="add del">
          <ac:chgData name="" userId="242feb3c33a8e7bf" providerId="LiveId" clId="{39C24DAF-E20C-4507-9157-C96F2FA882D0}" dt="2023-03-28T16:28:05.083" v="2446"/>
          <ac:inkMkLst>
            <pc:docMk/>
            <pc:sldMk cId="1643825080" sldId="265"/>
            <ac:inkMk id="118" creationId="{B36D087A-C920-484D-85D7-4A26502C5C4C}"/>
          </ac:inkMkLst>
        </pc:inkChg>
        <pc:inkChg chg="add del">
          <ac:chgData name="" userId="242feb3c33a8e7bf" providerId="LiveId" clId="{39C24DAF-E20C-4507-9157-C96F2FA882D0}" dt="2023-03-28T16:28:05.083" v="2446"/>
          <ac:inkMkLst>
            <pc:docMk/>
            <pc:sldMk cId="1643825080" sldId="265"/>
            <ac:inkMk id="119" creationId="{251417DB-B44A-4505-9B40-5D143D841CBD}"/>
          </ac:inkMkLst>
        </pc:inkChg>
        <pc:inkChg chg="add del">
          <ac:chgData name="" userId="242feb3c33a8e7bf" providerId="LiveId" clId="{39C24DAF-E20C-4507-9157-C96F2FA882D0}" dt="2023-03-28T16:28:05.083" v="2446"/>
          <ac:inkMkLst>
            <pc:docMk/>
            <pc:sldMk cId="1643825080" sldId="265"/>
            <ac:inkMk id="120" creationId="{9B83F806-7023-403D-9C46-A7931295D30A}"/>
          </ac:inkMkLst>
        </pc:inkChg>
        <pc:inkChg chg="add del">
          <ac:chgData name="" userId="242feb3c33a8e7bf" providerId="LiveId" clId="{39C24DAF-E20C-4507-9157-C96F2FA882D0}" dt="2023-03-28T16:28:05.083" v="2446"/>
          <ac:inkMkLst>
            <pc:docMk/>
            <pc:sldMk cId="1643825080" sldId="265"/>
            <ac:inkMk id="121" creationId="{BB42800F-6C25-4C9A-ADE1-AD9052D42710}"/>
          </ac:inkMkLst>
        </pc:inkChg>
        <pc:inkChg chg="add del">
          <ac:chgData name="" userId="242feb3c33a8e7bf" providerId="LiveId" clId="{39C24DAF-E20C-4507-9157-C96F2FA882D0}" dt="2023-03-28T16:28:05.083" v="2446"/>
          <ac:inkMkLst>
            <pc:docMk/>
            <pc:sldMk cId="1643825080" sldId="265"/>
            <ac:inkMk id="122" creationId="{230EF0E3-781F-4ACA-A006-A380F17D9C41}"/>
          </ac:inkMkLst>
        </pc:inkChg>
        <pc:inkChg chg="add del">
          <ac:chgData name="" userId="242feb3c33a8e7bf" providerId="LiveId" clId="{39C24DAF-E20C-4507-9157-C96F2FA882D0}" dt="2023-03-28T16:28:05.083" v="2446"/>
          <ac:inkMkLst>
            <pc:docMk/>
            <pc:sldMk cId="1643825080" sldId="265"/>
            <ac:inkMk id="123" creationId="{658F6B72-5E39-414B-A013-2D08EE09F2FE}"/>
          </ac:inkMkLst>
        </pc:inkChg>
        <pc:inkChg chg="add del">
          <ac:chgData name="" userId="242feb3c33a8e7bf" providerId="LiveId" clId="{39C24DAF-E20C-4507-9157-C96F2FA882D0}" dt="2023-03-28T16:28:07.153" v="2447"/>
          <ac:inkMkLst>
            <pc:docMk/>
            <pc:sldMk cId="1643825080" sldId="265"/>
            <ac:inkMk id="124" creationId="{D761C270-5BD4-42EB-8CAA-19F02B8A850D}"/>
          </ac:inkMkLst>
        </pc:inkChg>
        <pc:inkChg chg="add del">
          <ac:chgData name="" userId="242feb3c33a8e7bf" providerId="LiveId" clId="{39C24DAF-E20C-4507-9157-C96F2FA882D0}" dt="2023-03-28T16:28:11.256" v="2453"/>
          <ac:inkMkLst>
            <pc:docMk/>
            <pc:sldMk cId="1643825080" sldId="265"/>
            <ac:inkMk id="125" creationId="{3CBEF612-C129-470A-98A5-5BDFA65515C9}"/>
          </ac:inkMkLst>
        </pc:inkChg>
        <pc:inkChg chg="add del">
          <ac:chgData name="" userId="242feb3c33a8e7bf" providerId="LiveId" clId="{39C24DAF-E20C-4507-9157-C96F2FA882D0}" dt="2023-03-28T16:28:11.256" v="2453"/>
          <ac:inkMkLst>
            <pc:docMk/>
            <pc:sldMk cId="1643825080" sldId="265"/>
            <ac:inkMk id="126" creationId="{31C859A2-7712-44F8-9513-9530A93D3FAB}"/>
          </ac:inkMkLst>
        </pc:inkChg>
        <pc:inkChg chg="add del">
          <ac:chgData name="" userId="242feb3c33a8e7bf" providerId="LiveId" clId="{39C24DAF-E20C-4507-9157-C96F2FA882D0}" dt="2023-03-28T16:28:11.256" v="2453"/>
          <ac:inkMkLst>
            <pc:docMk/>
            <pc:sldMk cId="1643825080" sldId="265"/>
            <ac:inkMk id="127" creationId="{BD06A2D2-7528-428C-8799-2B1FBC3AD762}"/>
          </ac:inkMkLst>
        </pc:inkChg>
        <pc:inkChg chg="add del">
          <ac:chgData name="" userId="242feb3c33a8e7bf" providerId="LiveId" clId="{39C24DAF-E20C-4507-9157-C96F2FA882D0}" dt="2023-03-28T16:28:11.256" v="2453"/>
          <ac:inkMkLst>
            <pc:docMk/>
            <pc:sldMk cId="1643825080" sldId="265"/>
            <ac:inkMk id="128" creationId="{21446950-9B0F-47A4-AD1D-4A7B5573107B}"/>
          </ac:inkMkLst>
        </pc:inkChg>
        <pc:inkChg chg="add del">
          <ac:chgData name="" userId="242feb3c33a8e7bf" providerId="LiveId" clId="{39C24DAF-E20C-4507-9157-C96F2FA882D0}" dt="2023-03-28T16:28:11.256" v="2453"/>
          <ac:inkMkLst>
            <pc:docMk/>
            <pc:sldMk cId="1643825080" sldId="265"/>
            <ac:inkMk id="129" creationId="{8447210E-8EB0-4744-BB9A-91FB3EAD5067}"/>
          </ac:inkMkLst>
        </pc:inkChg>
        <pc:inkChg chg="add del">
          <ac:chgData name="" userId="242feb3c33a8e7bf" providerId="LiveId" clId="{39C24DAF-E20C-4507-9157-C96F2FA882D0}" dt="2023-03-28T16:28:13.731" v="2458"/>
          <ac:inkMkLst>
            <pc:docMk/>
            <pc:sldMk cId="1643825080" sldId="265"/>
            <ac:inkMk id="130" creationId="{B01F172A-9C30-45D6-817D-526774321720}"/>
          </ac:inkMkLst>
        </pc:inkChg>
        <pc:inkChg chg="add del">
          <ac:chgData name="" userId="242feb3c33a8e7bf" providerId="LiveId" clId="{39C24DAF-E20C-4507-9157-C96F2FA882D0}" dt="2023-03-28T16:28:13.731" v="2458"/>
          <ac:inkMkLst>
            <pc:docMk/>
            <pc:sldMk cId="1643825080" sldId="265"/>
            <ac:inkMk id="131" creationId="{4AD8E12D-D07D-475F-AF84-D4FE9CF531C1}"/>
          </ac:inkMkLst>
        </pc:inkChg>
        <pc:inkChg chg="add del">
          <ac:chgData name="" userId="242feb3c33a8e7bf" providerId="LiveId" clId="{39C24DAF-E20C-4507-9157-C96F2FA882D0}" dt="2023-03-28T16:28:13.731" v="2458"/>
          <ac:inkMkLst>
            <pc:docMk/>
            <pc:sldMk cId="1643825080" sldId="265"/>
            <ac:inkMk id="132" creationId="{4CCE975A-2A59-4BFB-B9F9-C6C690C54C1A}"/>
          </ac:inkMkLst>
        </pc:inkChg>
        <pc:inkChg chg="add del">
          <ac:chgData name="" userId="242feb3c33a8e7bf" providerId="LiveId" clId="{39C24DAF-E20C-4507-9157-C96F2FA882D0}" dt="2023-03-28T16:28:13.731" v="2458"/>
          <ac:inkMkLst>
            <pc:docMk/>
            <pc:sldMk cId="1643825080" sldId="265"/>
            <ac:inkMk id="133" creationId="{ABF5E08B-2D8C-4E02-B14C-D3A59FC0FA8A}"/>
          </ac:inkMkLst>
        </pc:inkChg>
        <pc:inkChg chg="add del">
          <ac:chgData name="" userId="242feb3c33a8e7bf" providerId="LiveId" clId="{39C24DAF-E20C-4507-9157-C96F2FA882D0}" dt="2023-03-28T16:28:13.731" v="2458"/>
          <ac:inkMkLst>
            <pc:docMk/>
            <pc:sldMk cId="1643825080" sldId="265"/>
            <ac:inkMk id="134" creationId="{46942398-730B-4D73-85EF-CCE572A06B6A}"/>
          </ac:inkMkLst>
        </pc:inkChg>
        <pc:inkChg chg="add del">
          <ac:chgData name="" userId="242feb3c33a8e7bf" providerId="LiveId" clId="{39C24DAF-E20C-4507-9157-C96F2FA882D0}" dt="2023-03-28T16:28:18.204" v="2470"/>
          <ac:inkMkLst>
            <pc:docMk/>
            <pc:sldMk cId="1643825080" sldId="265"/>
            <ac:inkMk id="135" creationId="{FA991F65-8A06-4F5D-B725-E686C887A760}"/>
          </ac:inkMkLst>
        </pc:inkChg>
        <pc:inkChg chg="add del">
          <ac:chgData name="" userId="242feb3c33a8e7bf" providerId="LiveId" clId="{39C24DAF-E20C-4507-9157-C96F2FA882D0}" dt="2023-03-28T16:28:18.204" v="2470"/>
          <ac:inkMkLst>
            <pc:docMk/>
            <pc:sldMk cId="1643825080" sldId="265"/>
            <ac:inkMk id="136" creationId="{A1B4F7A4-01BC-42E2-831B-177DFEB4D69E}"/>
          </ac:inkMkLst>
        </pc:inkChg>
        <pc:inkChg chg="add del">
          <ac:chgData name="" userId="242feb3c33a8e7bf" providerId="LiveId" clId="{39C24DAF-E20C-4507-9157-C96F2FA882D0}" dt="2023-03-28T16:28:18.204" v="2470"/>
          <ac:inkMkLst>
            <pc:docMk/>
            <pc:sldMk cId="1643825080" sldId="265"/>
            <ac:inkMk id="137" creationId="{5C25FFF4-F641-46DC-AE13-B1CED5EA8CC7}"/>
          </ac:inkMkLst>
        </pc:inkChg>
        <pc:inkChg chg="add del">
          <ac:chgData name="" userId="242feb3c33a8e7bf" providerId="LiveId" clId="{39C24DAF-E20C-4507-9157-C96F2FA882D0}" dt="2023-03-28T16:28:18.204" v="2470"/>
          <ac:inkMkLst>
            <pc:docMk/>
            <pc:sldMk cId="1643825080" sldId="265"/>
            <ac:inkMk id="138" creationId="{0737EC77-534C-44F4-AFC2-3DC76E1184DC}"/>
          </ac:inkMkLst>
        </pc:inkChg>
        <pc:inkChg chg="add del">
          <ac:chgData name="" userId="242feb3c33a8e7bf" providerId="LiveId" clId="{39C24DAF-E20C-4507-9157-C96F2FA882D0}" dt="2023-03-28T16:28:18.204" v="2470"/>
          <ac:inkMkLst>
            <pc:docMk/>
            <pc:sldMk cId="1643825080" sldId="265"/>
            <ac:inkMk id="139" creationId="{5151A68C-053B-4EAD-B919-0FAB3B2FB962}"/>
          </ac:inkMkLst>
        </pc:inkChg>
        <pc:inkChg chg="add del">
          <ac:chgData name="" userId="242feb3c33a8e7bf" providerId="LiveId" clId="{39C24DAF-E20C-4507-9157-C96F2FA882D0}" dt="2023-03-28T16:28:18.204" v="2470"/>
          <ac:inkMkLst>
            <pc:docMk/>
            <pc:sldMk cId="1643825080" sldId="265"/>
            <ac:inkMk id="140" creationId="{40DC405C-3F0B-44D8-9742-3C867BD478C0}"/>
          </ac:inkMkLst>
        </pc:inkChg>
        <pc:inkChg chg="add del">
          <ac:chgData name="" userId="242feb3c33a8e7bf" providerId="LiveId" clId="{39C24DAF-E20C-4507-9157-C96F2FA882D0}" dt="2023-03-28T16:28:18.204" v="2470"/>
          <ac:inkMkLst>
            <pc:docMk/>
            <pc:sldMk cId="1643825080" sldId="265"/>
            <ac:inkMk id="141" creationId="{30F9D3CC-F4A2-4D46-B5AC-A561B534C689}"/>
          </ac:inkMkLst>
        </pc:inkChg>
        <pc:inkChg chg="add del">
          <ac:chgData name="" userId="242feb3c33a8e7bf" providerId="LiveId" clId="{39C24DAF-E20C-4507-9157-C96F2FA882D0}" dt="2023-03-28T16:28:18.204" v="2470"/>
          <ac:inkMkLst>
            <pc:docMk/>
            <pc:sldMk cId="1643825080" sldId="265"/>
            <ac:inkMk id="142" creationId="{B1A3685B-8C81-462E-AC52-E87EB5F41DC1}"/>
          </ac:inkMkLst>
        </pc:inkChg>
        <pc:inkChg chg="add del">
          <ac:chgData name="" userId="242feb3c33a8e7bf" providerId="LiveId" clId="{39C24DAF-E20C-4507-9157-C96F2FA882D0}" dt="2023-03-28T16:28:18.204" v="2470"/>
          <ac:inkMkLst>
            <pc:docMk/>
            <pc:sldMk cId="1643825080" sldId="265"/>
            <ac:inkMk id="143" creationId="{8E09BDD1-4517-4445-8FE7-928AC947BBEF}"/>
          </ac:inkMkLst>
        </pc:inkChg>
        <pc:inkChg chg="add del">
          <ac:chgData name="" userId="242feb3c33a8e7bf" providerId="LiveId" clId="{39C24DAF-E20C-4507-9157-C96F2FA882D0}" dt="2023-03-28T16:28:18.204" v="2470"/>
          <ac:inkMkLst>
            <pc:docMk/>
            <pc:sldMk cId="1643825080" sldId="265"/>
            <ac:inkMk id="144" creationId="{C249626F-955E-488B-B988-95BE9C830AF6}"/>
          </ac:inkMkLst>
        </pc:inkChg>
        <pc:inkChg chg="add del">
          <ac:chgData name="" userId="242feb3c33a8e7bf" providerId="LiveId" clId="{39C24DAF-E20C-4507-9157-C96F2FA882D0}" dt="2023-03-28T16:28:18.204" v="2470"/>
          <ac:inkMkLst>
            <pc:docMk/>
            <pc:sldMk cId="1643825080" sldId="265"/>
            <ac:inkMk id="145" creationId="{9F9DEFF2-4D54-48BA-816D-6980E308E640}"/>
          </ac:inkMkLst>
        </pc:inkChg>
        <pc:inkChg chg="add del">
          <ac:chgData name="" userId="242feb3c33a8e7bf" providerId="LiveId" clId="{39C24DAF-E20C-4507-9157-C96F2FA882D0}" dt="2023-03-28T16:28:18.204" v="2470"/>
          <ac:inkMkLst>
            <pc:docMk/>
            <pc:sldMk cId="1643825080" sldId="265"/>
            <ac:inkMk id="146" creationId="{64E5F8F9-DABF-4519-8D8A-9B4AE09B2734}"/>
          </ac:inkMkLst>
        </pc:inkChg>
        <pc:inkChg chg="add">
          <ac:chgData name="" userId="242feb3c33a8e7bf" providerId="LiveId" clId="{39C24DAF-E20C-4507-9157-C96F2FA882D0}" dt="2023-03-28T16:28:18.204" v="2470"/>
          <ac:inkMkLst>
            <pc:docMk/>
            <pc:sldMk cId="1643825080" sldId="265"/>
            <ac:inkMk id="147" creationId="{5CB00C90-76FE-4482-BEFA-1D1A128AFDFA}"/>
          </ac:inkMkLst>
        </pc:inkChg>
        <pc:inkChg chg="add del">
          <ac:chgData name="" userId="242feb3c33a8e7bf" providerId="LiveId" clId="{39C24DAF-E20C-4507-9157-C96F2FA882D0}" dt="2023-03-28T16:28:19.538" v="2473"/>
          <ac:inkMkLst>
            <pc:docMk/>
            <pc:sldMk cId="1643825080" sldId="265"/>
            <ac:inkMk id="148" creationId="{ADAA8EC7-FEE3-4681-BB5C-3099730BC302}"/>
          </ac:inkMkLst>
        </pc:inkChg>
        <pc:inkChg chg="add del">
          <ac:chgData name="" userId="242feb3c33a8e7bf" providerId="LiveId" clId="{39C24DAF-E20C-4507-9157-C96F2FA882D0}" dt="2023-03-28T16:28:19.538" v="2473"/>
          <ac:inkMkLst>
            <pc:docMk/>
            <pc:sldMk cId="1643825080" sldId="265"/>
            <ac:inkMk id="149" creationId="{9115C2F7-4A6E-4553-AA2D-EEBF21481D31}"/>
          </ac:inkMkLst>
        </pc:inkChg>
        <pc:inkChg chg="add del">
          <ac:chgData name="" userId="242feb3c33a8e7bf" providerId="LiveId" clId="{39C24DAF-E20C-4507-9157-C96F2FA882D0}" dt="2023-03-28T16:28:28.124" v="2496"/>
          <ac:inkMkLst>
            <pc:docMk/>
            <pc:sldMk cId="1643825080" sldId="265"/>
            <ac:inkMk id="150" creationId="{819223BA-4DE3-46E7-AFE6-4CEF2D598B5A}"/>
          </ac:inkMkLst>
        </pc:inkChg>
        <pc:inkChg chg="add del">
          <ac:chgData name="" userId="242feb3c33a8e7bf" providerId="LiveId" clId="{39C24DAF-E20C-4507-9157-C96F2FA882D0}" dt="2023-03-28T16:28:28.124" v="2496"/>
          <ac:inkMkLst>
            <pc:docMk/>
            <pc:sldMk cId="1643825080" sldId="265"/>
            <ac:inkMk id="151" creationId="{9B58BC8C-BA4C-4643-AD40-E94D3AC65F18}"/>
          </ac:inkMkLst>
        </pc:inkChg>
        <pc:inkChg chg="add del">
          <ac:chgData name="" userId="242feb3c33a8e7bf" providerId="LiveId" clId="{39C24DAF-E20C-4507-9157-C96F2FA882D0}" dt="2023-03-28T16:28:28.124" v="2496"/>
          <ac:inkMkLst>
            <pc:docMk/>
            <pc:sldMk cId="1643825080" sldId="265"/>
            <ac:inkMk id="152" creationId="{80A0D89F-0EE7-4C4F-B0F6-3266EB89BACA}"/>
          </ac:inkMkLst>
        </pc:inkChg>
        <pc:inkChg chg="add del">
          <ac:chgData name="" userId="242feb3c33a8e7bf" providerId="LiveId" clId="{39C24DAF-E20C-4507-9157-C96F2FA882D0}" dt="2023-03-28T16:28:28.124" v="2496"/>
          <ac:inkMkLst>
            <pc:docMk/>
            <pc:sldMk cId="1643825080" sldId="265"/>
            <ac:inkMk id="153" creationId="{3EA0D253-0A3B-4664-AF1A-9E944CF042AF}"/>
          </ac:inkMkLst>
        </pc:inkChg>
        <pc:inkChg chg="add del">
          <ac:chgData name="" userId="242feb3c33a8e7bf" providerId="LiveId" clId="{39C24DAF-E20C-4507-9157-C96F2FA882D0}" dt="2023-03-28T16:28:28.124" v="2496"/>
          <ac:inkMkLst>
            <pc:docMk/>
            <pc:sldMk cId="1643825080" sldId="265"/>
            <ac:inkMk id="154" creationId="{FC2AB972-3783-402D-9E66-28843038AED0}"/>
          </ac:inkMkLst>
        </pc:inkChg>
        <pc:inkChg chg="add del">
          <ac:chgData name="" userId="242feb3c33a8e7bf" providerId="LiveId" clId="{39C24DAF-E20C-4507-9157-C96F2FA882D0}" dt="2023-03-28T16:28:28.124" v="2496"/>
          <ac:inkMkLst>
            <pc:docMk/>
            <pc:sldMk cId="1643825080" sldId="265"/>
            <ac:inkMk id="155" creationId="{3EB7947E-073E-4352-851A-42AEDA34ADC3}"/>
          </ac:inkMkLst>
        </pc:inkChg>
        <pc:inkChg chg="add del">
          <ac:chgData name="" userId="242feb3c33a8e7bf" providerId="LiveId" clId="{39C24DAF-E20C-4507-9157-C96F2FA882D0}" dt="2023-03-28T16:28:28.124" v="2496"/>
          <ac:inkMkLst>
            <pc:docMk/>
            <pc:sldMk cId="1643825080" sldId="265"/>
            <ac:inkMk id="156" creationId="{50413033-36FC-40D7-AF53-E07917CB153A}"/>
          </ac:inkMkLst>
        </pc:inkChg>
        <pc:inkChg chg="add del">
          <ac:chgData name="" userId="242feb3c33a8e7bf" providerId="LiveId" clId="{39C24DAF-E20C-4507-9157-C96F2FA882D0}" dt="2023-03-28T16:28:28.124" v="2496"/>
          <ac:inkMkLst>
            <pc:docMk/>
            <pc:sldMk cId="1643825080" sldId="265"/>
            <ac:inkMk id="157" creationId="{6DCE10F2-43CB-490F-9F74-A8BAEE87AB1E}"/>
          </ac:inkMkLst>
        </pc:inkChg>
        <pc:inkChg chg="add del">
          <ac:chgData name="" userId="242feb3c33a8e7bf" providerId="LiveId" clId="{39C24DAF-E20C-4507-9157-C96F2FA882D0}" dt="2023-03-28T16:28:28.124" v="2496"/>
          <ac:inkMkLst>
            <pc:docMk/>
            <pc:sldMk cId="1643825080" sldId="265"/>
            <ac:inkMk id="158" creationId="{FE0E00A3-DA60-48D1-9371-29F757E4485F}"/>
          </ac:inkMkLst>
        </pc:inkChg>
        <pc:inkChg chg="add del">
          <ac:chgData name="" userId="242feb3c33a8e7bf" providerId="LiveId" clId="{39C24DAF-E20C-4507-9157-C96F2FA882D0}" dt="2023-03-28T16:28:28.124" v="2496"/>
          <ac:inkMkLst>
            <pc:docMk/>
            <pc:sldMk cId="1643825080" sldId="265"/>
            <ac:inkMk id="159" creationId="{BFCBFC43-8555-4AC4-82FA-F157D7FA41C4}"/>
          </ac:inkMkLst>
        </pc:inkChg>
        <pc:inkChg chg="add del">
          <ac:chgData name="" userId="242feb3c33a8e7bf" providerId="LiveId" clId="{39C24DAF-E20C-4507-9157-C96F2FA882D0}" dt="2023-03-28T16:28:28.124" v="2496"/>
          <ac:inkMkLst>
            <pc:docMk/>
            <pc:sldMk cId="1643825080" sldId="265"/>
            <ac:inkMk id="160" creationId="{12846DEA-7032-4A8B-8C93-C5F4BFEC4CBB}"/>
          </ac:inkMkLst>
        </pc:inkChg>
        <pc:inkChg chg="add del">
          <ac:chgData name="" userId="242feb3c33a8e7bf" providerId="LiveId" clId="{39C24DAF-E20C-4507-9157-C96F2FA882D0}" dt="2023-03-28T16:28:28.124" v="2496"/>
          <ac:inkMkLst>
            <pc:docMk/>
            <pc:sldMk cId="1643825080" sldId="265"/>
            <ac:inkMk id="161" creationId="{C886A254-B57B-4AFA-B3E3-0E27A862967F}"/>
          </ac:inkMkLst>
        </pc:inkChg>
        <pc:inkChg chg="add del">
          <ac:chgData name="" userId="242feb3c33a8e7bf" providerId="LiveId" clId="{39C24DAF-E20C-4507-9157-C96F2FA882D0}" dt="2023-03-28T16:28:28.124" v="2496"/>
          <ac:inkMkLst>
            <pc:docMk/>
            <pc:sldMk cId="1643825080" sldId="265"/>
            <ac:inkMk id="162" creationId="{2D3E9B3C-B6EC-46CC-B5C3-7EFA0F5BBA03}"/>
          </ac:inkMkLst>
        </pc:inkChg>
        <pc:inkChg chg="add del">
          <ac:chgData name="" userId="242feb3c33a8e7bf" providerId="LiveId" clId="{39C24DAF-E20C-4507-9157-C96F2FA882D0}" dt="2023-03-28T16:28:28.124" v="2496"/>
          <ac:inkMkLst>
            <pc:docMk/>
            <pc:sldMk cId="1643825080" sldId="265"/>
            <ac:inkMk id="163" creationId="{DC971FA2-059A-4AC9-B234-8B4CBA3DAEDA}"/>
          </ac:inkMkLst>
        </pc:inkChg>
        <pc:inkChg chg="add del">
          <ac:chgData name="" userId="242feb3c33a8e7bf" providerId="LiveId" clId="{39C24DAF-E20C-4507-9157-C96F2FA882D0}" dt="2023-03-28T16:28:28.124" v="2496"/>
          <ac:inkMkLst>
            <pc:docMk/>
            <pc:sldMk cId="1643825080" sldId="265"/>
            <ac:inkMk id="164" creationId="{E7470FA8-B8F5-4F00-BCB6-F618101F5793}"/>
          </ac:inkMkLst>
        </pc:inkChg>
        <pc:inkChg chg="add del">
          <ac:chgData name="" userId="242feb3c33a8e7bf" providerId="LiveId" clId="{39C24DAF-E20C-4507-9157-C96F2FA882D0}" dt="2023-03-28T16:28:28.124" v="2496"/>
          <ac:inkMkLst>
            <pc:docMk/>
            <pc:sldMk cId="1643825080" sldId="265"/>
            <ac:inkMk id="165" creationId="{5B25544C-79F9-4C00-B993-003617CFB299}"/>
          </ac:inkMkLst>
        </pc:inkChg>
        <pc:inkChg chg="add del">
          <ac:chgData name="" userId="242feb3c33a8e7bf" providerId="LiveId" clId="{39C24DAF-E20C-4507-9157-C96F2FA882D0}" dt="2023-03-28T16:28:28.124" v="2496"/>
          <ac:inkMkLst>
            <pc:docMk/>
            <pc:sldMk cId="1643825080" sldId="265"/>
            <ac:inkMk id="166" creationId="{776B9EA4-1CE4-48B9-8DE6-71E3B167532F}"/>
          </ac:inkMkLst>
        </pc:inkChg>
        <pc:inkChg chg="add del">
          <ac:chgData name="" userId="242feb3c33a8e7bf" providerId="LiveId" clId="{39C24DAF-E20C-4507-9157-C96F2FA882D0}" dt="2023-03-28T16:28:28.124" v="2496"/>
          <ac:inkMkLst>
            <pc:docMk/>
            <pc:sldMk cId="1643825080" sldId="265"/>
            <ac:inkMk id="167" creationId="{DFDCF92C-1346-4F61-9803-BB16A5E07136}"/>
          </ac:inkMkLst>
        </pc:inkChg>
        <pc:inkChg chg="add del">
          <ac:chgData name="" userId="242feb3c33a8e7bf" providerId="LiveId" clId="{39C24DAF-E20C-4507-9157-C96F2FA882D0}" dt="2023-03-28T16:28:28.124" v="2496"/>
          <ac:inkMkLst>
            <pc:docMk/>
            <pc:sldMk cId="1643825080" sldId="265"/>
            <ac:inkMk id="168" creationId="{FFB2A33D-C2DD-4A2E-B831-372277CBFDD4}"/>
          </ac:inkMkLst>
        </pc:inkChg>
        <pc:inkChg chg="add del">
          <ac:chgData name="" userId="242feb3c33a8e7bf" providerId="LiveId" clId="{39C24DAF-E20C-4507-9157-C96F2FA882D0}" dt="2023-03-28T16:28:28.124" v="2496"/>
          <ac:inkMkLst>
            <pc:docMk/>
            <pc:sldMk cId="1643825080" sldId="265"/>
            <ac:inkMk id="169" creationId="{401BB641-FD4C-4B0A-B24C-E55B8D6AF382}"/>
          </ac:inkMkLst>
        </pc:inkChg>
        <pc:inkChg chg="add del">
          <ac:chgData name="" userId="242feb3c33a8e7bf" providerId="LiveId" clId="{39C24DAF-E20C-4507-9157-C96F2FA882D0}" dt="2023-03-28T16:28:28.124" v="2496"/>
          <ac:inkMkLst>
            <pc:docMk/>
            <pc:sldMk cId="1643825080" sldId="265"/>
            <ac:inkMk id="170" creationId="{52D2FD7B-498A-455A-89AA-3A621C1F83CC}"/>
          </ac:inkMkLst>
        </pc:inkChg>
        <pc:inkChg chg="add del">
          <ac:chgData name="" userId="242feb3c33a8e7bf" providerId="LiveId" clId="{39C24DAF-E20C-4507-9157-C96F2FA882D0}" dt="2023-03-28T16:28:28.124" v="2496"/>
          <ac:inkMkLst>
            <pc:docMk/>
            <pc:sldMk cId="1643825080" sldId="265"/>
            <ac:inkMk id="171" creationId="{0884D693-7091-4B7E-A03F-515C1796C1B3}"/>
          </ac:inkMkLst>
        </pc:inkChg>
        <pc:inkChg chg="add del">
          <ac:chgData name="" userId="242feb3c33a8e7bf" providerId="LiveId" clId="{39C24DAF-E20C-4507-9157-C96F2FA882D0}" dt="2023-03-28T16:28:28.124" v="2496"/>
          <ac:inkMkLst>
            <pc:docMk/>
            <pc:sldMk cId="1643825080" sldId="265"/>
            <ac:inkMk id="172" creationId="{2E115E5D-F620-416A-A743-978ED2330EFD}"/>
          </ac:inkMkLst>
        </pc:inkChg>
        <pc:inkChg chg="add del">
          <ac:chgData name="" userId="242feb3c33a8e7bf" providerId="LiveId" clId="{39C24DAF-E20C-4507-9157-C96F2FA882D0}" dt="2023-03-28T16:28:29.800" v="2498"/>
          <ac:inkMkLst>
            <pc:docMk/>
            <pc:sldMk cId="1643825080" sldId="265"/>
            <ac:inkMk id="173" creationId="{CE1E4137-5748-412D-95E3-D763CBB6D436}"/>
          </ac:inkMkLst>
        </pc:inkChg>
        <pc:inkChg chg="add del">
          <ac:chgData name="" userId="242feb3c33a8e7bf" providerId="LiveId" clId="{39C24DAF-E20C-4507-9157-C96F2FA882D0}" dt="2023-03-28T16:28:29.800" v="2498"/>
          <ac:inkMkLst>
            <pc:docMk/>
            <pc:sldMk cId="1643825080" sldId="265"/>
            <ac:inkMk id="174" creationId="{324E73AD-AD4E-4BF0-BA82-C21CFC4BCE81}"/>
          </ac:inkMkLst>
        </pc:inkChg>
        <pc:inkChg chg="add">
          <ac:chgData name="" userId="242feb3c33a8e7bf" providerId="LiveId" clId="{39C24DAF-E20C-4507-9157-C96F2FA882D0}" dt="2023-03-28T16:28:29.800" v="2498"/>
          <ac:inkMkLst>
            <pc:docMk/>
            <pc:sldMk cId="1643825080" sldId="265"/>
            <ac:inkMk id="175" creationId="{E255A0CC-9B98-4968-9F07-183673000A72}"/>
          </ac:inkMkLst>
        </pc:inkChg>
        <pc:inkChg chg="add del">
          <ac:chgData name="" userId="242feb3c33a8e7bf" providerId="LiveId" clId="{39C24DAF-E20C-4507-9157-C96F2FA882D0}" dt="2023-03-28T16:28:35.684" v="2504"/>
          <ac:inkMkLst>
            <pc:docMk/>
            <pc:sldMk cId="1643825080" sldId="265"/>
            <ac:inkMk id="176" creationId="{785E5A9A-B0ED-494B-BD87-4E10AF8B7C7D}"/>
          </ac:inkMkLst>
        </pc:inkChg>
        <pc:inkChg chg="add del">
          <ac:chgData name="" userId="242feb3c33a8e7bf" providerId="LiveId" clId="{39C24DAF-E20C-4507-9157-C96F2FA882D0}" dt="2023-03-28T16:28:35.684" v="2504"/>
          <ac:inkMkLst>
            <pc:docMk/>
            <pc:sldMk cId="1643825080" sldId="265"/>
            <ac:inkMk id="177" creationId="{B76888EC-76C5-46D5-B054-5D83012D0716}"/>
          </ac:inkMkLst>
        </pc:inkChg>
        <pc:inkChg chg="add del">
          <ac:chgData name="" userId="242feb3c33a8e7bf" providerId="LiveId" clId="{39C24DAF-E20C-4507-9157-C96F2FA882D0}" dt="2023-03-28T16:28:35.684" v="2504"/>
          <ac:inkMkLst>
            <pc:docMk/>
            <pc:sldMk cId="1643825080" sldId="265"/>
            <ac:inkMk id="178" creationId="{FE909317-38F0-4FC5-842C-DBF60A8BB60B}"/>
          </ac:inkMkLst>
        </pc:inkChg>
        <pc:inkChg chg="add del">
          <ac:chgData name="" userId="242feb3c33a8e7bf" providerId="LiveId" clId="{39C24DAF-E20C-4507-9157-C96F2FA882D0}" dt="2023-03-28T16:28:35.684" v="2504"/>
          <ac:inkMkLst>
            <pc:docMk/>
            <pc:sldMk cId="1643825080" sldId="265"/>
            <ac:inkMk id="179" creationId="{22B7C467-A6E9-40D0-9E7F-387A7860F78A}"/>
          </ac:inkMkLst>
        </pc:inkChg>
        <pc:inkChg chg="add del">
          <ac:chgData name="" userId="242feb3c33a8e7bf" providerId="LiveId" clId="{39C24DAF-E20C-4507-9157-C96F2FA882D0}" dt="2023-03-28T16:28:35.684" v="2504"/>
          <ac:inkMkLst>
            <pc:docMk/>
            <pc:sldMk cId="1643825080" sldId="265"/>
            <ac:inkMk id="180" creationId="{21AC5B49-10FA-439C-8B6F-D4C4D2BD887F}"/>
          </ac:inkMkLst>
        </pc:inkChg>
        <pc:inkChg chg="add del">
          <ac:chgData name="" userId="242feb3c33a8e7bf" providerId="LiveId" clId="{39C24DAF-E20C-4507-9157-C96F2FA882D0}" dt="2023-05-02T07:49:21.003" v="9071"/>
          <ac:inkMkLst>
            <pc:docMk/>
            <pc:sldMk cId="1643825080" sldId="265"/>
            <ac:inkMk id="181" creationId="{D0708AB1-4395-4663-B0F5-8115A95B0BAD}"/>
          </ac:inkMkLst>
        </pc:inkChg>
        <pc:inkChg chg="add del">
          <ac:chgData name="" userId="242feb3c33a8e7bf" providerId="LiveId" clId="{39C24DAF-E20C-4507-9157-C96F2FA882D0}" dt="2023-03-28T16:28:47.861" v="2535"/>
          <ac:inkMkLst>
            <pc:docMk/>
            <pc:sldMk cId="1643825080" sldId="265"/>
            <ac:inkMk id="182" creationId="{30B7F256-7C5B-4426-8820-9C1D9CACC2BB}"/>
          </ac:inkMkLst>
        </pc:inkChg>
        <pc:inkChg chg="add del">
          <ac:chgData name="" userId="242feb3c33a8e7bf" providerId="LiveId" clId="{39C24DAF-E20C-4507-9157-C96F2FA882D0}" dt="2023-03-28T16:28:47.861" v="2535"/>
          <ac:inkMkLst>
            <pc:docMk/>
            <pc:sldMk cId="1643825080" sldId="265"/>
            <ac:inkMk id="183" creationId="{6AAB78D8-8F28-4EB3-963E-C8823D00B3F1}"/>
          </ac:inkMkLst>
        </pc:inkChg>
        <pc:inkChg chg="add del">
          <ac:chgData name="" userId="242feb3c33a8e7bf" providerId="LiveId" clId="{39C24DAF-E20C-4507-9157-C96F2FA882D0}" dt="2023-03-28T16:28:47.861" v="2535"/>
          <ac:inkMkLst>
            <pc:docMk/>
            <pc:sldMk cId="1643825080" sldId="265"/>
            <ac:inkMk id="184" creationId="{BA5FC805-E73B-4CCB-AFAC-A64EDFEB4228}"/>
          </ac:inkMkLst>
        </pc:inkChg>
        <pc:inkChg chg="add del">
          <ac:chgData name="" userId="242feb3c33a8e7bf" providerId="LiveId" clId="{39C24DAF-E20C-4507-9157-C96F2FA882D0}" dt="2023-03-28T16:28:47.861" v="2535"/>
          <ac:inkMkLst>
            <pc:docMk/>
            <pc:sldMk cId="1643825080" sldId="265"/>
            <ac:inkMk id="185" creationId="{78985049-D535-4A92-8070-22C9DF676FAE}"/>
          </ac:inkMkLst>
        </pc:inkChg>
        <pc:inkChg chg="add del">
          <ac:chgData name="" userId="242feb3c33a8e7bf" providerId="LiveId" clId="{39C24DAF-E20C-4507-9157-C96F2FA882D0}" dt="2023-03-28T16:28:47.861" v="2535"/>
          <ac:inkMkLst>
            <pc:docMk/>
            <pc:sldMk cId="1643825080" sldId="265"/>
            <ac:inkMk id="186" creationId="{AC25244A-94A1-4935-9A2E-5C5ABD86FB6D}"/>
          </ac:inkMkLst>
        </pc:inkChg>
        <pc:inkChg chg="add del">
          <ac:chgData name="" userId="242feb3c33a8e7bf" providerId="LiveId" clId="{39C24DAF-E20C-4507-9157-C96F2FA882D0}" dt="2023-03-28T16:28:47.861" v="2535"/>
          <ac:inkMkLst>
            <pc:docMk/>
            <pc:sldMk cId="1643825080" sldId="265"/>
            <ac:inkMk id="187" creationId="{EC747A0C-1308-4CBC-9670-E049B293942D}"/>
          </ac:inkMkLst>
        </pc:inkChg>
        <pc:inkChg chg="add del">
          <ac:chgData name="" userId="242feb3c33a8e7bf" providerId="LiveId" clId="{39C24DAF-E20C-4507-9157-C96F2FA882D0}" dt="2023-03-28T16:28:47.861" v="2535"/>
          <ac:inkMkLst>
            <pc:docMk/>
            <pc:sldMk cId="1643825080" sldId="265"/>
            <ac:inkMk id="188" creationId="{61997BBA-2C91-4C75-B670-1B9E4EFD6F4C}"/>
          </ac:inkMkLst>
        </pc:inkChg>
        <pc:inkChg chg="add del">
          <ac:chgData name="" userId="242feb3c33a8e7bf" providerId="LiveId" clId="{39C24DAF-E20C-4507-9157-C96F2FA882D0}" dt="2023-03-28T16:28:47.861" v="2535"/>
          <ac:inkMkLst>
            <pc:docMk/>
            <pc:sldMk cId="1643825080" sldId="265"/>
            <ac:inkMk id="189" creationId="{60FB182C-DEA7-4447-954E-D1096933E058}"/>
          </ac:inkMkLst>
        </pc:inkChg>
        <pc:inkChg chg="add del">
          <ac:chgData name="" userId="242feb3c33a8e7bf" providerId="LiveId" clId="{39C24DAF-E20C-4507-9157-C96F2FA882D0}" dt="2023-03-28T16:28:47.861" v="2535"/>
          <ac:inkMkLst>
            <pc:docMk/>
            <pc:sldMk cId="1643825080" sldId="265"/>
            <ac:inkMk id="190" creationId="{A2199B6A-C4D1-4988-93C7-994B7FEEA620}"/>
          </ac:inkMkLst>
        </pc:inkChg>
        <pc:inkChg chg="add del">
          <ac:chgData name="" userId="242feb3c33a8e7bf" providerId="LiveId" clId="{39C24DAF-E20C-4507-9157-C96F2FA882D0}" dt="2023-03-28T16:28:47.861" v="2535"/>
          <ac:inkMkLst>
            <pc:docMk/>
            <pc:sldMk cId="1643825080" sldId="265"/>
            <ac:inkMk id="191" creationId="{CEA4BCB0-1F3F-4E81-ACF2-25B7354EA15E}"/>
          </ac:inkMkLst>
        </pc:inkChg>
        <pc:inkChg chg="add del">
          <ac:chgData name="" userId="242feb3c33a8e7bf" providerId="LiveId" clId="{39C24DAF-E20C-4507-9157-C96F2FA882D0}" dt="2023-03-28T16:28:47.861" v="2535"/>
          <ac:inkMkLst>
            <pc:docMk/>
            <pc:sldMk cId="1643825080" sldId="265"/>
            <ac:inkMk id="192" creationId="{A916D732-DD81-4B1E-B36B-F5E15C4404E5}"/>
          </ac:inkMkLst>
        </pc:inkChg>
        <pc:inkChg chg="add del">
          <ac:chgData name="" userId="242feb3c33a8e7bf" providerId="LiveId" clId="{39C24DAF-E20C-4507-9157-C96F2FA882D0}" dt="2023-03-28T16:28:47.861" v="2535"/>
          <ac:inkMkLst>
            <pc:docMk/>
            <pc:sldMk cId="1643825080" sldId="265"/>
            <ac:inkMk id="193" creationId="{0C91B13A-F55A-4748-B7EA-1222781E014E}"/>
          </ac:inkMkLst>
        </pc:inkChg>
        <pc:inkChg chg="add del">
          <ac:chgData name="" userId="242feb3c33a8e7bf" providerId="LiveId" clId="{39C24DAF-E20C-4507-9157-C96F2FA882D0}" dt="2023-03-28T16:28:47.861" v="2535"/>
          <ac:inkMkLst>
            <pc:docMk/>
            <pc:sldMk cId="1643825080" sldId="265"/>
            <ac:inkMk id="194" creationId="{15F9EE3E-DC4E-431C-A33D-83FC26C484D8}"/>
          </ac:inkMkLst>
        </pc:inkChg>
        <pc:inkChg chg="add del">
          <ac:chgData name="" userId="242feb3c33a8e7bf" providerId="LiveId" clId="{39C24DAF-E20C-4507-9157-C96F2FA882D0}" dt="2023-03-28T16:28:47.861" v="2535"/>
          <ac:inkMkLst>
            <pc:docMk/>
            <pc:sldMk cId="1643825080" sldId="265"/>
            <ac:inkMk id="195" creationId="{F71EFB69-6B91-402D-B447-BEC748362A2B}"/>
          </ac:inkMkLst>
        </pc:inkChg>
        <pc:inkChg chg="add del">
          <ac:chgData name="" userId="242feb3c33a8e7bf" providerId="LiveId" clId="{39C24DAF-E20C-4507-9157-C96F2FA882D0}" dt="2023-03-28T16:28:47.861" v="2535"/>
          <ac:inkMkLst>
            <pc:docMk/>
            <pc:sldMk cId="1643825080" sldId="265"/>
            <ac:inkMk id="196" creationId="{0D189407-CEBB-48E4-8F4D-FF93AF98ED15}"/>
          </ac:inkMkLst>
        </pc:inkChg>
        <pc:inkChg chg="add del">
          <ac:chgData name="" userId="242feb3c33a8e7bf" providerId="LiveId" clId="{39C24DAF-E20C-4507-9157-C96F2FA882D0}" dt="2023-03-28T16:28:47.861" v="2535"/>
          <ac:inkMkLst>
            <pc:docMk/>
            <pc:sldMk cId="1643825080" sldId="265"/>
            <ac:inkMk id="197" creationId="{0E20F7D2-8A4E-4AE8-9616-E895F2FEA4BD}"/>
          </ac:inkMkLst>
        </pc:inkChg>
        <pc:inkChg chg="add del">
          <ac:chgData name="" userId="242feb3c33a8e7bf" providerId="LiveId" clId="{39C24DAF-E20C-4507-9157-C96F2FA882D0}" dt="2023-03-28T16:28:47.861" v="2535"/>
          <ac:inkMkLst>
            <pc:docMk/>
            <pc:sldMk cId="1643825080" sldId="265"/>
            <ac:inkMk id="198" creationId="{6813FA99-3579-4981-85B3-D9E494FC8612}"/>
          </ac:inkMkLst>
        </pc:inkChg>
        <pc:inkChg chg="add del">
          <ac:chgData name="" userId="242feb3c33a8e7bf" providerId="LiveId" clId="{39C24DAF-E20C-4507-9157-C96F2FA882D0}" dt="2023-03-28T16:28:47.861" v="2535"/>
          <ac:inkMkLst>
            <pc:docMk/>
            <pc:sldMk cId="1643825080" sldId="265"/>
            <ac:inkMk id="199" creationId="{5D6FABB0-6369-4912-9A80-8BF0EA55464A}"/>
          </ac:inkMkLst>
        </pc:inkChg>
        <pc:inkChg chg="add del">
          <ac:chgData name="" userId="242feb3c33a8e7bf" providerId="LiveId" clId="{39C24DAF-E20C-4507-9157-C96F2FA882D0}" dt="2023-03-28T16:28:47.861" v="2535"/>
          <ac:inkMkLst>
            <pc:docMk/>
            <pc:sldMk cId="1643825080" sldId="265"/>
            <ac:inkMk id="200" creationId="{98A31AF2-BC0C-4B55-A5FB-78E3C93C6277}"/>
          </ac:inkMkLst>
        </pc:inkChg>
        <pc:inkChg chg="add del">
          <ac:chgData name="" userId="242feb3c33a8e7bf" providerId="LiveId" clId="{39C24DAF-E20C-4507-9157-C96F2FA882D0}" dt="2023-03-28T16:28:47.861" v="2535"/>
          <ac:inkMkLst>
            <pc:docMk/>
            <pc:sldMk cId="1643825080" sldId="265"/>
            <ac:inkMk id="201" creationId="{88E82C3E-0A95-4AD2-B7EC-BE85D01D3762}"/>
          </ac:inkMkLst>
        </pc:inkChg>
        <pc:inkChg chg="add del">
          <ac:chgData name="" userId="242feb3c33a8e7bf" providerId="LiveId" clId="{39C24DAF-E20C-4507-9157-C96F2FA882D0}" dt="2023-03-28T16:28:47.861" v="2535"/>
          <ac:inkMkLst>
            <pc:docMk/>
            <pc:sldMk cId="1643825080" sldId="265"/>
            <ac:inkMk id="202" creationId="{1EA23657-D5D8-482B-B28E-9EDDAA8FF1CE}"/>
          </ac:inkMkLst>
        </pc:inkChg>
        <pc:inkChg chg="add del">
          <ac:chgData name="" userId="242feb3c33a8e7bf" providerId="LiveId" clId="{39C24DAF-E20C-4507-9157-C96F2FA882D0}" dt="2023-03-28T16:28:47.861" v="2535"/>
          <ac:inkMkLst>
            <pc:docMk/>
            <pc:sldMk cId="1643825080" sldId="265"/>
            <ac:inkMk id="203" creationId="{20EC9C08-824A-4020-9079-09195314A0F0}"/>
          </ac:inkMkLst>
        </pc:inkChg>
        <pc:inkChg chg="add del">
          <ac:chgData name="" userId="242feb3c33a8e7bf" providerId="LiveId" clId="{39C24DAF-E20C-4507-9157-C96F2FA882D0}" dt="2023-03-28T16:28:47.861" v="2535"/>
          <ac:inkMkLst>
            <pc:docMk/>
            <pc:sldMk cId="1643825080" sldId="265"/>
            <ac:inkMk id="204" creationId="{197A5747-628E-4E17-A0B5-28FCA68C2193}"/>
          </ac:inkMkLst>
        </pc:inkChg>
        <pc:inkChg chg="add del">
          <ac:chgData name="" userId="242feb3c33a8e7bf" providerId="LiveId" clId="{39C24DAF-E20C-4507-9157-C96F2FA882D0}" dt="2023-03-28T16:28:47.861" v="2535"/>
          <ac:inkMkLst>
            <pc:docMk/>
            <pc:sldMk cId="1643825080" sldId="265"/>
            <ac:inkMk id="205" creationId="{BF378C7F-2EC9-4F5E-A645-0593384FA6D4}"/>
          </ac:inkMkLst>
        </pc:inkChg>
        <pc:inkChg chg="add del">
          <ac:chgData name="" userId="242feb3c33a8e7bf" providerId="LiveId" clId="{39C24DAF-E20C-4507-9157-C96F2FA882D0}" dt="2023-03-28T16:28:47.861" v="2535"/>
          <ac:inkMkLst>
            <pc:docMk/>
            <pc:sldMk cId="1643825080" sldId="265"/>
            <ac:inkMk id="206" creationId="{33B6E44A-273C-4904-BD0C-EC6B7E3A761F}"/>
          </ac:inkMkLst>
        </pc:inkChg>
        <pc:inkChg chg="add del">
          <ac:chgData name="" userId="242feb3c33a8e7bf" providerId="LiveId" clId="{39C24DAF-E20C-4507-9157-C96F2FA882D0}" dt="2023-03-28T16:28:47.861" v="2535"/>
          <ac:inkMkLst>
            <pc:docMk/>
            <pc:sldMk cId="1643825080" sldId="265"/>
            <ac:inkMk id="207" creationId="{8FDEB80D-D8E7-4DB4-9A2B-3523E2B02B84}"/>
          </ac:inkMkLst>
        </pc:inkChg>
        <pc:inkChg chg="add del">
          <ac:chgData name="" userId="242feb3c33a8e7bf" providerId="LiveId" clId="{39C24DAF-E20C-4507-9157-C96F2FA882D0}" dt="2023-03-28T16:28:47.861" v="2535"/>
          <ac:inkMkLst>
            <pc:docMk/>
            <pc:sldMk cId="1643825080" sldId="265"/>
            <ac:inkMk id="208" creationId="{B7F8DA4A-6BE9-4B4A-9A39-BB6B455EDA9A}"/>
          </ac:inkMkLst>
        </pc:inkChg>
        <pc:inkChg chg="add del">
          <ac:chgData name="" userId="242feb3c33a8e7bf" providerId="LiveId" clId="{39C24DAF-E20C-4507-9157-C96F2FA882D0}" dt="2023-03-28T16:28:47.861" v="2535"/>
          <ac:inkMkLst>
            <pc:docMk/>
            <pc:sldMk cId="1643825080" sldId="265"/>
            <ac:inkMk id="209" creationId="{08B35470-9747-4D87-947E-C564841F49A4}"/>
          </ac:inkMkLst>
        </pc:inkChg>
        <pc:inkChg chg="add del">
          <ac:chgData name="" userId="242feb3c33a8e7bf" providerId="LiveId" clId="{39C24DAF-E20C-4507-9157-C96F2FA882D0}" dt="2023-03-28T16:28:47.861" v="2535"/>
          <ac:inkMkLst>
            <pc:docMk/>
            <pc:sldMk cId="1643825080" sldId="265"/>
            <ac:inkMk id="210" creationId="{8C73D3AC-34B4-450C-B3A8-D43DB7500E88}"/>
          </ac:inkMkLst>
        </pc:inkChg>
        <pc:inkChg chg="add del">
          <ac:chgData name="" userId="242feb3c33a8e7bf" providerId="LiveId" clId="{39C24DAF-E20C-4507-9157-C96F2FA882D0}" dt="2023-03-28T16:28:47.861" v="2535"/>
          <ac:inkMkLst>
            <pc:docMk/>
            <pc:sldMk cId="1643825080" sldId="265"/>
            <ac:inkMk id="211" creationId="{446D20DA-E50A-4102-879C-20440A2B54E0}"/>
          </ac:inkMkLst>
        </pc:inkChg>
        <pc:inkChg chg="add del">
          <ac:chgData name="" userId="242feb3c33a8e7bf" providerId="LiveId" clId="{39C24DAF-E20C-4507-9157-C96F2FA882D0}" dt="2023-03-28T16:28:50.349" v="2541"/>
          <ac:inkMkLst>
            <pc:docMk/>
            <pc:sldMk cId="1643825080" sldId="265"/>
            <ac:inkMk id="212" creationId="{534D188A-2758-4AE4-A922-8C6E339694B5}"/>
          </ac:inkMkLst>
        </pc:inkChg>
        <pc:inkChg chg="add">
          <ac:chgData name="" userId="242feb3c33a8e7bf" providerId="LiveId" clId="{39C24DAF-E20C-4507-9157-C96F2FA882D0}" dt="2023-03-28T16:28:47.861" v="2535"/>
          <ac:inkMkLst>
            <pc:docMk/>
            <pc:sldMk cId="1643825080" sldId="265"/>
            <ac:inkMk id="213" creationId="{003F5ADB-A32F-431E-A016-39E39ECBD8F1}"/>
          </ac:inkMkLst>
        </pc:inkChg>
        <pc:inkChg chg="add">
          <ac:chgData name="" userId="242feb3c33a8e7bf" providerId="LiveId" clId="{39C24DAF-E20C-4507-9157-C96F2FA882D0}" dt="2023-03-28T16:28:47.861" v="2535"/>
          <ac:inkMkLst>
            <pc:docMk/>
            <pc:sldMk cId="1643825080" sldId="265"/>
            <ac:inkMk id="214" creationId="{87FE9FF9-1BCB-4548-B142-A749F830B8B1}"/>
          </ac:inkMkLst>
        </pc:inkChg>
        <pc:inkChg chg="add del">
          <ac:chgData name="" userId="242feb3c33a8e7bf" providerId="LiveId" clId="{39C24DAF-E20C-4507-9157-C96F2FA882D0}" dt="2023-03-28T16:28:50.349" v="2541"/>
          <ac:inkMkLst>
            <pc:docMk/>
            <pc:sldMk cId="1643825080" sldId="265"/>
            <ac:inkMk id="215" creationId="{CA06C2EC-6003-4F5B-8CA9-B5077843E8D8}"/>
          </ac:inkMkLst>
        </pc:inkChg>
        <pc:inkChg chg="add del">
          <ac:chgData name="" userId="242feb3c33a8e7bf" providerId="LiveId" clId="{39C24DAF-E20C-4507-9157-C96F2FA882D0}" dt="2023-03-28T16:28:50.349" v="2541"/>
          <ac:inkMkLst>
            <pc:docMk/>
            <pc:sldMk cId="1643825080" sldId="265"/>
            <ac:inkMk id="216" creationId="{5550A982-EABE-44ED-AA52-D1BF500146A5}"/>
          </ac:inkMkLst>
        </pc:inkChg>
        <pc:inkChg chg="add del">
          <ac:chgData name="" userId="242feb3c33a8e7bf" providerId="LiveId" clId="{39C24DAF-E20C-4507-9157-C96F2FA882D0}" dt="2023-03-28T16:28:50.349" v="2541"/>
          <ac:inkMkLst>
            <pc:docMk/>
            <pc:sldMk cId="1643825080" sldId="265"/>
            <ac:inkMk id="217" creationId="{788735BF-6DDB-4F88-952D-8AC418D78654}"/>
          </ac:inkMkLst>
        </pc:inkChg>
        <pc:inkChg chg="add del">
          <ac:chgData name="" userId="242feb3c33a8e7bf" providerId="LiveId" clId="{39C24DAF-E20C-4507-9157-C96F2FA882D0}" dt="2023-03-28T16:28:50.349" v="2541"/>
          <ac:inkMkLst>
            <pc:docMk/>
            <pc:sldMk cId="1643825080" sldId="265"/>
            <ac:inkMk id="218" creationId="{E790F211-B29C-441E-837B-69E8F0FA9677}"/>
          </ac:inkMkLst>
        </pc:inkChg>
        <pc:inkChg chg="add del">
          <ac:chgData name="" userId="242feb3c33a8e7bf" providerId="LiveId" clId="{39C24DAF-E20C-4507-9157-C96F2FA882D0}" dt="2023-03-28T16:28:50.349" v="2541"/>
          <ac:inkMkLst>
            <pc:docMk/>
            <pc:sldMk cId="1643825080" sldId="265"/>
            <ac:inkMk id="219" creationId="{53131C29-1131-42FA-B206-28098EFEFA01}"/>
          </ac:inkMkLst>
        </pc:inkChg>
        <pc:inkChg chg="add del">
          <ac:chgData name="" userId="242feb3c33a8e7bf" providerId="LiveId" clId="{39C24DAF-E20C-4507-9157-C96F2FA882D0}" dt="2023-03-28T16:28:55.073" v="2552"/>
          <ac:inkMkLst>
            <pc:docMk/>
            <pc:sldMk cId="1643825080" sldId="265"/>
            <ac:inkMk id="220" creationId="{2555A27C-56DE-4D3A-BF3F-5FB511CB3758}"/>
          </ac:inkMkLst>
        </pc:inkChg>
        <pc:inkChg chg="add del">
          <ac:chgData name="" userId="242feb3c33a8e7bf" providerId="LiveId" clId="{39C24DAF-E20C-4507-9157-C96F2FA882D0}" dt="2023-03-28T16:28:55.073" v="2552"/>
          <ac:inkMkLst>
            <pc:docMk/>
            <pc:sldMk cId="1643825080" sldId="265"/>
            <ac:inkMk id="221" creationId="{B9D6E0DE-CF62-4240-80FE-479A6B059F95}"/>
          </ac:inkMkLst>
        </pc:inkChg>
        <pc:inkChg chg="add del">
          <ac:chgData name="" userId="242feb3c33a8e7bf" providerId="LiveId" clId="{39C24DAF-E20C-4507-9157-C96F2FA882D0}" dt="2023-03-28T16:28:55.073" v="2552"/>
          <ac:inkMkLst>
            <pc:docMk/>
            <pc:sldMk cId="1643825080" sldId="265"/>
            <ac:inkMk id="222" creationId="{480310D7-39B7-4B4F-952A-41FB24D3ED6E}"/>
          </ac:inkMkLst>
        </pc:inkChg>
        <pc:inkChg chg="add del">
          <ac:chgData name="" userId="242feb3c33a8e7bf" providerId="LiveId" clId="{39C24DAF-E20C-4507-9157-C96F2FA882D0}" dt="2023-03-28T16:28:55.073" v="2552"/>
          <ac:inkMkLst>
            <pc:docMk/>
            <pc:sldMk cId="1643825080" sldId="265"/>
            <ac:inkMk id="223" creationId="{ED1BABF9-C9E3-4E66-AF3F-52F08F9461F7}"/>
          </ac:inkMkLst>
        </pc:inkChg>
        <pc:inkChg chg="add del">
          <ac:chgData name="" userId="242feb3c33a8e7bf" providerId="LiveId" clId="{39C24DAF-E20C-4507-9157-C96F2FA882D0}" dt="2023-03-28T16:28:55.073" v="2552"/>
          <ac:inkMkLst>
            <pc:docMk/>
            <pc:sldMk cId="1643825080" sldId="265"/>
            <ac:inkMk id="224" creationId="{2BA76848-E9DF-472D-A665-AC6469CDAEBF}"/>
          </ac:inkMkLst>
        </pc:inkChg>
        <pc:inkChg chg="add del">
          <ac:chgData name="" userId="242feb3c33a8e7bf" providerId="LiveId" clId="{39C24DAF-E20C-4507-9157-C96F2FA882D0}" dt="2023-03-28T16:28:55.073" v="2552"/>
          <ac:inkMkLst>
            <pc:docMk/>
            <pc:sldMk cId="1643825080" sldId="265"/>
            <ac:inkMk id="225" creationId="{851CCBE8-3495-411A-9EF1-F63AA0435230}"/>
          </ac:inkMkLst>
        </pc:inkChg>
        <pc:inkChg chg="add del">
          <ac:chgData name="" userId="242feb3c33a8e7bf" providerId="LiveId" clId="{39C24DAF-E20C-4507-9157-C96F2FA882D0}" dt="2023-03-28T16:28:55.073" v="2552"/>
          <ac:inkMkLst>
            <pc:docMk/>
            <pc:sldMk cId="1643825080" sldId="265"/>
            <ac:inkMk id="226" creationId="{B83F6855-54C7-43CB-9D58-8C150A5E21BC}"/>
          </ac:inkMkLst>
        </pc:inkChg>
        <pc:inkChg chg="add del">
          <ac:chgData name="" userId="242feb3c33a8e7bf" providerId="LiveId" clId="{39C24DAF-E20C-4507-9157-C96F2FA882D0}" dt="2023-03-28T16:28:55.073" v="2552"/>
          <ac:inkMkLst>
            <pc:docMk/>
            <pc:sldMk cId="1643825080" sldId="265"/>
            <ac:inkMk id="227" creationId="{9E434C52-2858-4764-A96B-D24CFE70E406}"/>
          </ac:inkMkLst>
        </pc:inkChg>
        <pc:inkChg chg="add del">
          <ac:chgData name="" userId="242feb3c33a8e7bf" providerId="LiveId" clId="{39C24DAF-E20C-4507-9157-C96F2FA882D0}" dt="2023-03-28T16:28:55.073" v="2552"/>
          <ac:inkMkLst>
            <pc:docMk/>
            <pc:sldMk cId="1643825080" sldId="265"/>
            <ac:inkMk id="228" creationId="{FF64F18E-A13D-4FD3-B71C-B657860B57C9}"/>
          </ac:inkMkLst>
        </pc:inkChg>
        <pc:inkChg chg="add del">
          <ac:chgData name="" userId="242feb3c33a8e7bf" providerId="LiveId" clId="{39C24DAF-E20C-4507-9157-C96F2FA882D0}" dt="2023-03-28T16:28:55.073" v="2552"/>
          <ac:inkMkLst>
            <pc:docMk/>
            <pc:sldMk cId="1643825080" sldId="265"/>
            <ac:inkMk id="229" creationId="{ED691CF1-E549-40B3-8BC7-FB88E8587D79}"/>
          </ac:inkMkLst>
        </pc:inkChg>
        <pc:inkChg chg="add del">
          <ac:chgData name="" userId="242feb3c33a8e7bf" providerId="LiveId" clId="{39C24DAF-E20C-4507-9157-C96F2FA882D0}" dt="2023-03-28T16:28:55.073" v="2552"/>
          <ac:inkMkLst>
            <pc:docMk/>
            <pc:sldMk cId="1643825080" sldId="265"/>
            <ac:inkMk id="230" creationId="{B166B2A1-2011-4CED-A343-E7C9D2AD3977}"/>
          </ac:inkMkLst>
        </pc:inkChg>
        <pc:inkChg chg="add">
          <ac:chgData name="" userId="242feb3c33a8e7bf" providerId="LiveId" clId="{39C24DAF-E20C-4507-9157-C96F2FA882D0}" dt="2023-03-28T16:28:55.073" v="2552"/>
          <ac:inkMkLst>
            <pc:docMk/>
            <pc:sldMk cId="1643825080" sldId="265"/>
            <ac:inkMk id="231" creationId="{C512D0CD-C33D-4CC3-8747-5CE0998291A8}"/>
          </ac:inkMkLst>
        </pc:inkChg>
        <pc:inkChg chg="add del">
          <ac:chgData name="" userId="242feb3c33a8e7bf" providerId="LiveId" clId="{39C24DAF-E20C-4507-9157-C96F2FA882D0}" dt="2023-03-28T16:29:01.002" v="2568"/>
          <ac:inkMkLst>
            <pc:docMk/>
            <pc:sldMk cId="1643825080" sldId="265"/>
            <ac:inkMk id="232" creationId="{AF4A1E15-300E-42CE-B67C-1CD93937E8F8}"/>
          </ac:inkMkLst>
        </pc:inkChg>
        <pc:inkChg chg="add del">
          <ac:chgData name="" userId="242feb3c33a8e7bf" providerId="LiveId" clId="{39C24DAF-E20C-4507-9157-C96F2FA882D0}" dt="2023-03-28T16:29:01.002" v="2568"/>
          <ac:inkMkLst>
            <pc:docMk/>
            <pc:sldMk cId="1643825080" sldId="265"/>
            <ac:inkMk id="233" creationId="{82A7CFF7-6071-4AD4-AC3E-916555A82B83}"/>
          </ac:inkMkLst>
        </pc:inkChg>
        <pc:inkChg chg="add del">
          <ac:chgData name="" userId="242feb3c33a8e7bf" providerId="LiveId" clId="{39C24DAF-E20C-4507-9157-C96F2FA882D0}" dt="2023-03-28T16:29:01.002" v="2568"/>
          <ac:inkMkLst>
            <pc:docMk/>
            <pc:sldMk cId="1643825080" sldId="265"/>
            <ac:inkMk id="234" creationId="{0967DAE9-96F1-4672-B2F5-7B32513BE5EA}"/>
          </ac:inkMkLst>
        </pc:inkChg>
        <pc:inkChg chg="add del">
          <ac:chgData name="" userId="242feb3c33a8e7bf" providerId="LiveId" clId="{39C24DAF-E20C-4507-9157-C96F2FA882D0}" dt="2023-03-28T16:29:01.002" v="2568"/>
          <ac:inkMkLst>
            <pc:docMk/>
            <pc:sldMk cId="1643825080" sldId="265"/>
            <ac:inkMk id="235" creationId="{EBC983A9-CCBE-45B1-97B4-81A3879B5493}"/>
          </ac:inkMkLst>
        </pc:inkChg>
        <pc:inkChg chg="add del">
          <ac:chgData name="" userId="242feb3c33a8e7bf" providerId="LiveId" clId="{39C24DAF-E20C-4507-9157-C96F2FA882D0}" dt="2023-03-28T16:29:01.002" v="2568"/>
          <ac:inkMkLst>
            <pc:docMk/>
            <pc:sldMk cId="1643825080" sldId="265"/>
            <ac:inkMk id="236" creationId="{19BD3D7E-7977-4EA9-A89A-EEDA1F5ADFAC}"/>
          </ac:inkMkLst>
        </pc:inkChg>
        <pc:inkChg chg="add del">
          <ac:chgData name="" userId="242feb3c33a8e7bf" providerId="LiveId" clId="{39C24DAF-E20C-4507-9157-C96F2FA882D0}" dt="2023-03-28T16:29:01.002" v="2568"/>
          <ac:inkMkLst>
            <pc:docMk/>
            <pc:sldMk cId="1643825080" sldId="265"/>
            <ac:inkMk id="237" creationId="{85CA99C7-DBEF-47DC-97FA-3327550182A7}"/>
          </ac:inkMkLst>
        </pc:inkChg>
        <pc:inkChg chg="add del">
          <ac:chgData name="" userId="242feb3c33a8e7bf" providerId="LiveId" clId="{39C24DAF-E20C-4507-9157-C96F2FA882D0}" dt="2023-03-28T16:29:01.002" v="2568"/>
          <ac:inkMkLst>
            <pc:docMk/>
            <pc:sldMk cId="1643825080" sldId="265"/>
            <ac:inkMk id="238" creationId="{98CE49FB-91E5-4924-8765-26D4883F429A}"/>
          </ac:inkMkLst>
        </pc:inkChg>
        <pc:inkChg chg="add del">
          <ac:chgData name="" userId="242feb3c33a8e7bf" providerId="LiveId" clId="{39C24DAF-E20C-4507-9157-C96F2FA882D0}" dt="2023-03-28T16:29:01.002" v="2568"/>
          <ac:inkMkLst>
            <pc:docMk/>
            <pc:sldMk cId="1643825080" sldId="265"/>
            <ac:inkMk id="239" creationId="{834DBE08-5B01-4162-A8C0-14B0B3C4D5B6}"/>
          </ac:inkMkLst>
        </pc:inkChg>
        <pc:inkChg chg="add del">
          <ac:chgData name="" userId="242feb3c33a8e7bf" providerId="LiveId" clId="{39C24DAF-E20C-4507-9157-C96F2FA882D0}" dt="2023-03-28T16:29:01.002" v="2568"/>
          <ac:inkMkLst>
            <pc:docMk/>
            <pc:sldMk cId="1643825080" sldId="265"/>
            <ac:inkMk id="240" creationId="{D45506C9-D443-4A79-BD8A-D4F0F36CC0A7}"/>
          </ac:inkMkLst>
        </pc:inkChg>
        <pc:inkChg chg="add del">
          <ac:chgData name="" userId="242feb3c33a8e7bf" providerId="LiveId" clId="{39C24DAF-E20C-4507-9157-C96F2FA882D0}" dt="2023-03-28T16:29:01.002" v="2568"/>
          <ac:inkMkLst>
            <pc:docMk/>
            <pc:sldMk cId="1643825080" sldId="265"/>
            <ac:inkMk id="241" creationId="{EBCD8346-11E6-4EB4-B39A-81B13BBFE80C}"/>
          </ac:inkMkLst>
        </pc:inkChg>
        <pc:inkChg chg="add del">
          <ac:chgData name="" userId="242feb3c33a8e7bf" providerId="LiveId" clId="{39C24DAF-E20C-4507-9157-C96F2FA882D0}" dt="2023-03-28T16:29:01.002" v="2568"/>
          <ac:inkMkLst>
            <pc:docMk/>
            <pc:sldMk cId="1643825080" sldId="265"/>
            <ac:inkMk id="242" creationId="{6DD25649-58A6-4712-936B-DA871C9D1B01}"/>
          </ac:inkMkLst>
        </pc:inkChg>
        <pc:inkChg chg="add del">
          <ac:chgData name="" userId="242feb3c33a8e7bf" providerId="LiveId" clId="{39C24DAF-E20C-4507-9157-C96F2FA882D0}" dt="2023-03-28T16:29:01.002" v="2568"/>
          <ac:inkMkLst>
            <pc:docMk/>
            <pc:sldMk cId="1643825080" sldId="265"/>
            <ac:inkMk id="243" creationId="{86338D48-D9E1-479A-B31B-350A69FB75C2}"/>
          </ac:inkMkLst>
        </pc:inkChg>
        <pc:inkChg chg="add del">
          <ac:chgData name="" userId="242feb3c33a8e7bf" providerId="LiveId" clId="{39C24DAF-E20C-4507-9157-C96F2FA882D0}" dt="2023-03-28T16:29:01.002" v="2568"/>
          <ac:inkMkLst>
            <pc:docMk/>
            <pc:sldMk cId="1643825080" sldId="265"/>
            <ac:inkMk id="244" creationId="{CCEC5197-59E7-4610-A1EC-849515CBEBC4}"/>
          </ac:inkMkLst>
        </pc:inkChg>
        <pc:inkChg chg="add del">
          <ac:chgData name="" userId="242feb3c33a8e7bf" providerId="LiveId" clId="{39C24DAF-E20C-4507-9157-C96F2FA882D0}" dt="2023-03-28T16:29:01.002" v="2568"/>
          <ac:inkMkLst>
            <pc:docMk/>
            <pc:sldMk cId="1643825080" sldId="265"/>
            <ac:inkMk id="245" creationId="{0D3EA411-97A5-4602-9515-571B2D464493}"/>
          </ac:inkMkLst>
        </pc:inkChg>
        <pc:inkChg chg="add del">
          <ac:chgData name="" userId="242feb3c33a8e7bf" providerId="LiveId" clId="{39C24DAF-E20C-4507-9157-C96F2FA882D0}" dt="2023-03-28T16:29:01.002" v="2568"/>
          <ac:inkMkLst>
            <pc:docMk/>
            <pc:sldMk cId="1643825080" sldId="265"/>
            <ac:inkMk id="246" creationId="{41122627-EF99-4713-9D9F-67E8DC3453C5}"/>
          </ac:inkMkLst>
        </pc:inkChg>
        <pc:inkChg chg="add del">
          <ac:chgData name="" userId="242feb3c33a8e7bf" providerId="LiveId" clId="{39C24DAF-E20C-4507-9157-C96F2FA882D0}" dt="2023-03-28T16:29:02.547" v="2570"/>
          <ac:inkMkLst>
            <pc:docMk/>
            <pc:sldMk cId="1643825080" sldId="265"/>
            <ac:inkMk id="247" creationId="{4F9DF092-5308-4A8F-A874-9607D60C80BB}"/>
          </ac:inkMkLst>
        </pc:inkChg>
        <pc:inkChg chg="add del">
          <ac:chgData name="" userId="242feb3c33a8e7bf" providerId="LiveId" clId="{39C24DAF-E20C-4507-9157-C96F2FA882D0}" dt="2023-03-28T16:29:02.547" v="2570"/>
          <ac:inkMkLst>
            <pc:docMk/>
            <pc:sldMk cId="1643825080" sldId="265"/>
            <ac:inkMk id="248" creationId="{AE33AF47-EC08-484C-A8BE-1EF26C32BC5E}"/>
          </ac:inkMkLst>
        </pc:inkChg>
        <pc:inkChg chg="add">
          <ac:chgData name="" userId="242feb3c33a8e7bf" providerId="LiveId" clId="{39C24DAF-E20C-4507-9157-C96F2FA882D0}" dt="2023-03-28T16:29:02.547" v="2570"/>
          <ac:inkMkLst>
            <pc:docMk/>
            <pc:sldMk cId="1643825080" sldId="265"/>
            <ac:inkMk id="249" creationId="{C208D11E-E79B-4F23-9909-AA64E8D674EC}"/>
          </ac:inkMkLst>
        </pc:inkChg>
        <pc:inkChg chg="add del">
          <ac:chgData name="" userId="242feb3c33a8e7bf" providerId="LiveId" clId="{39C24DAF-E20C-4507-9157-C96F2FA882D0}" dt="2023-03-28T16:29:11.438" v="2587"/>
          <ac:inkMkLst>
            <pc:docMk/>
            <pc:sldMk cId="1643825080" sldId="265"/>
            <ac:inkMk id="250" creationId="{5CECA1BA-0E97-4828-B548-706E54E2EE9C}"/>
          </ac:inkMkLst>
        </pc:inkChg>
        <pc:inkChg chg="add del">
          <ac:chgData name="" userId="242feb3c33a8e7bf" providerId="LiveId" clId="{39C24DAF-E20C-4507-9157-C96F2FA882D0}" dt="2023-03-28T16:29:11.438" v="2587"/>
          <ac:inkMkLst>
            <pc:docMk/>
            <pc:sldMk cId="1643825080" sldId="265"/>
            <ac:inkMk id="251" creationId="{86EAAEAA-5566-4BCE-801F-952CF65448CD}"/>
          </ac:inkMkLst>
        </pc:inkChg>
        <pc:inkChg chg="add del">
          <ac:chgData name="" userId="242feb3c33a8e7bf" providerId="LiveId" clId="{39C24DAF-E20C-4507-9157-C96F2FA882D0}" dt="2023-03-28T16:29:11.438" v="2587"/>
          <ac:inkMkLst>
            <pc:docMk/>
            <pc:sldMk cId="1643825080" sldId="265"/>
            <ac:inkMk id="252" creationId="{E62FBA54-311E-42CD-8419-6F9F2ABEFE8A}"/>
          </ac:inkMkLst>
        </pc:inkChg>
        <pc:inkChg chg="add del">
          <ac:chgData name="" userId="242feb3c33a8e7bf" providerId="LiveId" clId="{39C24DAF-E20C-4507-9157-C96F2FA882D0}" dt="2023-03-28T16:29:11.438" v="2587"/>
          <ac:inkMkLst>
            <pc:docMk/>
            <pc:sldMk cId="1643825080" sldId="265"/>
            <ac:inkMk id="253" creationId="{7F482D3C-9DE3-4E52-9C1A-01A0FB6AD134}"/>
          </ac:inkMkLst>
        </pc:inkChg>
        <pc:inkChg chg="add del">
          <ac:chgData name="" userId="242feb3c33a8e7bf" providerId="LiveId" clId="{39C24DAF-E20C-4507-9157-C96F2FA882D0}" dt="2023-03-28T16:29:11.438" v="2587"/>
          <ac:inkMkLst>
            <pc:docMk/>
            <pc:sldMk cId="1643825080" sldId="265"/>
            <ac:inkMk id="254" creationId="{C4353DB6-B2F4-4E99-B8A2-F19B7CA0C6DE}"/>
          </ac:inkMkLst>
        </pc:inkChg>
        <pc:inkChg chg="add del">
          <ac:chgData name="" userId="242feb3c33a8e7bf" providerId="LiveId" clId="{39C24DAF-E20C-4507-9157-C96F2FA882D0}" dt="2023-03-28T16:29:11.438" v="2587"/>
          <ac:inkMkLst>
            <pc:docMk/>
            <pc:sldMk cId="1643825080" sldId="265"/>
            <ac:inkMk id="255" creationId="{747B8941-0F5C-40D9-9FAA-8207CF262AD9}"/>
          </ac:inkMkLst>
        </pc:inkChg>
        <pc:inkChg chg="add del">
          <ac:chgData name="" userId="242feb3c33a8e7bf" providerId="LiveId" clId="{39C24DAF-E20C-4507-9157-C96F2FA882D0}" dt="2023-03-28T16:29:11.438" v="2587"/>
          <ac:inkMkLst>
            <pc:docMk/>
            <pc:sldMk cId="1643825080" sldId="265"/>
            <ac:inkMk id="256" creationId="{D990008A-CC3E-4356-8D30-6BB03108DA85}"/>
          </ac:inkMkLst>
        </pc:inkChg>
        <pc:inkChg chg="add del">
          <ac:chgData name="" userId="242feb3c33a8e7bf" providerId="LiveId" clId="{39C24DAF-E20C-4507-9157-C96F2FA882D0}" dt="2023-03-28T16:29:11.438" v="2587"/>
          <ac:inkMkLst>
            <pc:docMk/>
            <pc:sldMk cId="1643825080" sldId="265"/>
            <ac:inkMk id="257" creationId="{4F1795E2-4D39-4451-8577-C02CC4A1AFA3}"/>
          </ac:inkMkLst>
        </pc:inkChg>
        <pc:inkChg chg="add del">
          <ac:chgData name="" userId="242feb3c33a8e7bf" providerId="LiveId" clId="{39C24DAF-E20C-4507-9157-C96F2FA882D0}" dt="2023-03-28T16:29:11.438" v="2587"/>
          <ac:inkMkLst>
            <pc:docMk/>
            <pc:sldMk cId="1643825080" sldId="265"/>
            <ac:inkMk id="258" creationId="{D6C914C6-EFB7-4834-B62E-8138F530044C}"/>
          </ac:inkMkLst>
        </pc:inkChg>
        <pc:inkChg chg="add del">
          <ac:chgData name="" userId="242feb3c33a8e7bf" providerId="LiveId" clId="{39C24DAF-E20C-4507-9157-C96F2FA882D0}" dt="2023-03-28T16:29:11.438" v="2587"/>
          <ac:inkMkLst>
            <pc:docMk/>
            <pc:sldMk cId="1643825080" sldId="265"/>
            <ac:inkMk id="259" creationId="{6422CFB1-70B9-493D-B97A-478DC721C6F9}"/>
          </ac:inkMkLst>
        </pc:inkChg>
        <pc:inkChg chg="add del">
          <ac:chgData name="" userId="242feb3c33a8e7bf" providerId="LiveId" clId="{39C24DAF-E20C-4507-9157-C96F2FA882D0}" dt="2023-03-28T16:29:11.438" v="2587"/>
          <ac:inkMkLst>
            <pc:docMk/>
            <pc:sldMk cId="1643825080" sldId="265"/>
            <ac:inkMk id="260" creationId="{8AF65895-9687-44EF-8BFE-59C53AFE94DB}"/>
          </ac:inkMkLst>
        </pc:inkChg>
        <pc:inkChg chg="add del">
          <ac:chgData name="" userId="242feb3c33a8e7bf" providerId="LiveId" clId="{39C24DAF-E20C-4507-9157-C96F2FA882D0}" dt="2023-03-28T16:29:11.438" v="2587"/>
          <ac:inkMkLst>
            <pc:docMk/>
            <pc:sldMk cId="1643825080" sldId="265"/>
            <ac:inkMk id="261" creationId="{DCB203BD-CAB6-4B09-880B-3DB63C0E5A44}"/>
          </ac:inkMkLst>
        </pc:inkChg>
        <pc:inkChg chg="add del">
          <ac:chgData name="" userId="242feb3c33a8e7bf" providerId="LiveId" clId="{39C24DAF-E20C-4507-9157-C96F2FA882D0}" dt="2023-03-28T16:29:11.438" v="2587"/>
          <ac:inkMkLst>
            <pc:docMk/>
            <pc:sldMk cId="1643825080" sldId="265"/>
            <ac:inkMk id="262" creationId="{1EF7C17F-2432-4B08-96DD-44D50D8829F2}"/>
          </ac:inkMkLst>
        </pc:inkChg>
        <pc:inkChg chg="add del">
          <ac:chgData name="" userId="242feb3c33a8e7bf" providerId="LiveId" clId="{39C24DAF-E20C-4507-9157-C96F2FA882D0}" dt="2023-03-28T16:29:11.438" v="2587"/>
          <ac:inkMkLst>
            <pc:docMk/>
            <pc:sldMk cId="1643825080" sldId="265"/>
            <ac:inkMk id="263" creationId="{3AADF768-0C61-43D6-86B5-0DFB93F319B9}"/>
          </ac:inkMkLst>
        </pc:inkChg>
        <pc:inkChg chg="add del">
          <ac:chgData name="" userId="242feb3c33a8e7bf" providerId="LiveId" clId="{39C24DAF-E20C-4507-9157-C96F2FA882D0}" dt="2023-03-28T16:29:11.438" v="2587"/>
          <ac:inkMkLst>
            <pc:docMk/>
            <pc:sldMk cId="1643825080" sldId="265"/>
            <ac:inkMk id="264" creationId="{BF4C6A13-8DC0-4C22-81B5-84E5FEB16A96}"/>
          </ac:inkMkLst>
        </pc:inkChg>
        <pc:inkChg chg="add del">
          <ac:chgData name="" userId="242feb3c33a8e7bf" providerId="LiveId" clId="{39C24DAF-E20C-4507-9157-C96F2FA882D0}" dt="2023-03-28T16:29:11.438" v="2587"/>
          <ac:inkMkLst>
            <pc:docMk/>
            <pc:sldMk cId="1643825080" sldId="265"/>
            <ac:inkMk id="265" creationId="{0160BE7E-C847-4C21-A82D-0AE8317F4554}"/>
          </ac:inkMkLst>
        </pc:inkChg>
        <pc:inkChg chg="add del">
          <ac:chgData name="" userId="242feb3c33a8e7bf" providerId="LiveId" clId="{39C24DAF-E20C-4507-9157-C96F2FA882D0}" dt="2023-03-28T16:29:11.438" v="2587"/>
          <ac:inkMkLst>
            <pc:docMk/>
            <pc:sldMk cId="1643825080" sldId="265"/>
            <ac:inkMk id="266" creationId="{6C63807C-3296-4FF6-8451-CDAD2C63B14A}"/>
          </ac:inkMkLst>
        </pc:inkChg>
        <pc:inkChg chg="add">
          <ac:chgData name="" userId="242feb3c33a8e7bf" providerId="LiveId" clId="{39C24DAF-E20C-4507-9157-C96F2FA882D0}" dt="2023-03-28T16:29:11.438" v="2587"/>
          <ac:inkMkLst>
            <pc:docMk/>
            <pc:sldMk cId="1643825080" sldId="265"/>
            <ac:inkMk id="267" creationId="{E20E116D-4BF6-4FAC-AA43-384FEDE57E43}"/>
          </ac:inkMkLst>
        </pc:inkChg>
        <pc:inkChg chg="add del">
          <ac:chgData name="" userId="242feb3c33a8e7bf" providerId="LiveId" clId="{39C24DAF-E20C-4507-9157-C96F2FA882D0}" dt="2023-03-28T16:29:17.134" v="2591"/>
          <ac:inkMkLst>
            <pc:docMk/>
            <pc:sldMk cId="1643825080" sldId="265"/>
            <ac:inkMk id="268" creationId="{F7B3BD2C-2F11-4E2C-8E23-1ED6420430DB}"/>
          </ac:inkMkLst>
        </pc:inkChg>
        <pc:inkChg chg="add del">
          <ac:chgData name="" userId="242feb3c33a8e7bf" providerId="LiveId" clId="{39C24DAF-E20C-4507-9157-C96F2FA882D0}" dt="2023-03-28T16:29:17.134" v="2591"/>
          <ac:inkMkLst>
            <pc:docMk/>
            <pc:sldMk cId="1643825080" sldId="265"/>
            <ac:inkMk id="269" creationId="{094E802B-C7E5-45C6-8C50-36DB8DB930FF}"/>
          </ac:inkMkLst>
        </pc:inkChg>
        <pc:inkChg chg="add del">
          <ac:chgData name="" userId="242feb3c33a8e7bf" providerId="LiveId" clId="{39C24DAF-E20C-4507-9157-C96F2FA882D0}" dt="2023-03-28T16:29:17.134" v="2591"/>
          <ac:inkMkLst>
            <pc:docMk/>
            <pc:sldMk cId="1643825080" sldId="265"/>
            <ac:inkMk id="270" creationId="{11136938-3E04-4587-B1F9-3DC31BAFD909}"/>
          </ac:inkMkLst>
        </pc:inkChg>
        <pc:inkChg chg="add">
          <ac:chgData name="" userId="242feb3c33a8e7bf" providerId="LiveId" clId="{39C24DAF-E20C-4507-9157-C96F2FA882D0}" dt="2023-03-28T16:29:17.134" v="2591"/>
          <ac:inkMkLst>
            <pc:docMk/>
            <pc:sldMk cId="1643825080" sldId="265"/>
            <ac:inkMk id="271" creationId="{2AC1344F-BF83-4A56-B9D4-14ED5DF59DA9}"/>
          </ac:inkMkLst>
        </pc:inkChg>
        <pc:inkChg chg="add del">
          <ac:chgData name="" userId="242feb3c33a8e7bf" providerId="LiveId" clId="{39C24DAF-E20C-4507-9157-C96F2FA882D0}" dt="2023-03-28T16:29:19.020" v="2595"/>
          <ac:inkMkLst>
            <pc:docMk/>
            <pc:sldMk cId="1643825080" sldId="265"/>
            <ac:inkMk id="272" creationId="{69CCCEC6-FD85-4BE3-B4CB-CD2085034E4C}"/>
          </ac:inkMkLst>
        </pc:inkChg>
        <pc:inkChg chg="add del">
          <ac:chgData name="" userId="242feb3c33a8e7bf" providerId="LiveId" clId="{39C24DAF-E20C-4507-9157-C96F2FA882D0}" dt="2023-03-28T16:29:19.020" v="2595"/>
          <ac:inkMkLst>
            <pc:docMk/>
            <pc:sldMk cId="1643825080" sldId="265"/>
            <ac:inkMk id="273" creationId="{AD4574A5-87F0-4E2E-83E6-96703DE9A755}"/>
          </ac:inkMkLst>
        </pc:inkChg>
        <pc:inkChg chg="add del">
          <ac:chgData name="" userId="242feb3c33a8e7bf" providerId="LiveId" clId="{39C24DAF-E20C-4507-9157-C96F2FA882D0}" dt="2023-03-28T16:29:19.020" v="2595"/>
          <ac:inkMkLst>
            <pc:docMk/>
            <pc:sldMk cId="1643825080" sldId="265"/>
            <ac:inkMk id="274" creationId="{1BFDE59C-846B-49DF-B205-AF270EB1E51B}"/>
          </ac:inkMkLst>
        </pc:inkChg>
        <pc:inkChg chg="add">
          <ac:chgData name="" userId="242feb3c33a8e7bf" providerId="LiveId" clId="{39C24DAF-E20C-4507-9157-C96F2FA882D0}" dt="2023-03-28T16:29:19.020" v="2595"/>
          <ac:inkMkLst>
            <pc:docMk/>
            <pc:sldMk cId="1643825080" sldId="265"/>
            <ac:inkMk id="275" creationId="{33878604-ECAF-4482-BD68-616A5EB24BE9}"/>
          </ac:inkMkLst>
        </pc:inkChg>
        <pc:inkChg chg="add del">
          <ac:chgData name="" userId="242feb3c33a8e7bf" providerId="LiveId" clId="{39C24DAF-E20C-4507-9157-C96F2FA882D0}" dt="2023-03-28T16:29:23.914" v="2599"/>
          <ac:inkMkLst>
            <pc:docMk/>
            <pc:sldMk cId="1643825080" sldId="265"/>
            <ac:inkMk id="276" creationId="{81725E91-F88E-48E0-BF94-3C6587799CC4}"/>
          </ac:inkMkLst>
        </pc:inkChg>
        <pc:inkChg chg="add del">
          <ac:chgData name="" userId="242feb3c33a8e7bf" providerId="LiveId" clId="{39C24DAF-E20C-4507-9157-C96F2FA882D0}" dt="2023-03-28T16:29:23.914" v="2599"/>
          <ac:inkMkLst>
            <pc:docMk/>
            <pc:sldMk cId="1643825080" sldId="265"/>
            <ac:inkMk id="277" creationId="{DCC3B26B-5BEE-472B-8878-DF87052BF261}"/>
          </ac:inkMkLst>
        </pc:inkChg>
        <pc:inkChg chg="add del">
          <ac:chgData name="" userId="242feb3c33a8e7bf" providerId="LiveId" clId="{39C24DAF-E20C-4507-9157-C96F2FA882D0}" dt="2023-03-28T16:29:23.914" v="2599"/>
          <ac:inkMkLst>
            <pc:docMk/>
            <pc:sldMk cId="1643825080" sldId="265"/>
            <ac:inkMk id="278" creationId="{482A77EE-2D9A-41D7-A9BC-3B22B3826E94}"/>
          </ac:inkMkLst>
        </pc:inkChg>
        <pc:inkChg chg="add">
          <ac:chgData name="" userId="242feb3c33a8e7bf" providerId="LiveId" clId="{39C24DAF-E20C-4507-9157-C96F2FA882D0}" dt="2023-03-28T16:29:23.914" v="2599"/>
          <ac:inkMkLst>
            <pc:docMk/>
            <pc:sldMk cId="1643825080" sldId="265"/>
            <ac:inkMk id="279" creationId="{326CDEC4-63F3-425C-87C8-CF8F5C01E4F2}"/>
          </ac:inkMkLst>
        </pc:inkChg>
        <pc:inkChg chg="add">
          <ac:chgData name="" userId="242feb3c33a8e7bf" providerId="LiveId" clId="{39C24DAF-E20C-4507-9157-C96F2FA882D0}" dt="2023-03-28T16:29:25.289" v="2600"/>
          <ac:inkMkLst>
            <pc:docMk/>
            <pc:sldMk cId="1643825080" sldId="265"/>
            <ac:inkMk id="280" creationId="{F65728CE-DC33-4E3B-B1E6-9E2128AD63C5}"/>
          </ac:inkMkLst>
        </pc:inkChg>
        <pc:inkChg chg="add del">
          <ac:chgData name="" userId="242feb3c33a8e7bf" providerId="LiveId" clId="{39C24DAF-E20C-4507-9157-C96F2FA882D0}" dt="2023-03-28T16:29:28.288" v="2603"/>
          <ac:inkMkLst>
            <pc:docMk/>
            <pc:sldMk cId="1643825080" sldId="265"/>
            <ac:inkMk id="281" creationId="{55D10289-DF64-4F92-B9E9-F402CCF64C1F}"/>
          </ac:inkMkLst>
        </pc:inkChg>
        <pc:inkChg chg="add del">
          <ac:chgData name="" userId="242feb3c33a8e7bf" providerId="LiveId" clId="{39C24DAF-E20C-4507-9157-C96F2FA882D0}" dt="2023-03-28T16:29:28.288" v="2603"/>
          <ac:inkMkLst>
            <pc:docMk/>
            <pc:sldMk cId="1643825080" sldId="265"/>
            <ac:inkMk id="282" creationId="{C8CE8F8B-EEAA-4641-A868-E25F9629A528}"/>
          </ac:inkMkLst>
        </pc:inkChg>
        <pc:inkChg chg="add del">
          <ac:chgData name="" userId="242feb3c33a8e7bf" providerId="LiveId" clId="{39C24DAF-E20C-4507-9157-C96F2FA882D0}" dt="2023-03-28T16:29:37.661" v="2627"/>
          <ac:inkMkLst>
            <pc:docMk/>
            <pc:sldMk cId="1643825080" sldId="265"/>
            <ac:inkMk id="283" creationId="{1B28F6D3-C0AA-4C3F-92EE-68B36BE58EB4}"/>
          </ac:inkMkLst>
        </pc:inkChg>
        <pc:inkChg chg="add del">
          <ac:chgData name="" userId="242feb3c33a8e7bf" providerId="LiveId" clId="{39C24DAF-E20C-4507-9157-C96F2FA882D0}" dt="2023-03-28T16:29:36.338" v="2624"/>
          <ac:inkMkLst>
            <pc:docMk/>
            <pc:sldMk cId="1643825080" sldId="265"/>
            <ac:inkMk id="284" creationId="{A26E488C-B3C0-478A-BCE4-D7E99E0FDCDB}"/>
          </ac:inkMkLst>
        </pc:inkChg>
        <pc:inkChg chg="add del">
          <ac:chgData name="" userId="242feb3c33a8e7bf" providerId="LiveId" clId="{39C24DAF-E20C-4507-9157-C96F2FA882D0}" dt="2023-03-28T16:29:36.338" v="2624"/>
          <ac:inkMkLst>
            <pc:docMk/>
            <pc:sldMk cId="1643825080" sldId="265"/>
            <ac:inkMk id="285" creationId="{7016844A-437C-4C92-9E38-82D5C8F283D2}"/>
          </ac:inkMkLst>
        </pc:inkChg>
        <pc:inkChg chg="add del">
          <ac:chgData name="" userId="242feb3c33a8e7bf" providerId="LiveId" clId="{39C24DAF-E20C-4507-9157-C96F2FA882D0}" dt="2023-03-28T16:29:36.338" v="2624"/>
          <ac:inkMkLst>
            <pc:docMk/>
            <pc:sldMk cId="1643825080" sldId="265"/>
            <ac:inkMk id="286" creationId="{092D9C12-D70C-4BFC-99DE-64B3D20391D6}"/>
          </ac:inkMkLst>
        </pc:inkChg>
        <pc:inkChg chg="add del">
          <ac:chgData name="" userId="242feb3c33a8e7bf" providerId="LiveId" clId="{39C24DAF-E20C-4507-9157-C96F2FA882D0}" dt="2023-03-28T16:29:36.338" v="2624"/>
          <ac:inkMkLst>
            <pc:docMk/>
            <pc:sldMk cId="1643825080" sldId="265"/>
            <ac:inkMk id="287" creationId="{300C03D4-8E4E-48D7-BF85-FC003A8791D2}"/>
          </ac:inkMkLst>
        </pc:inkChg>
        <pc:inkChg chg="add del">
          <ac:chgData name="" userId="242feb3c33a8e7bf" providerId="LiveId" clId="{39C24DAF-E20C-4507-9157-C96F2FA882D0}" dt="2023-03-28T16:29:36.338" v="2624"/>
          <ac:inkMkLst>
            <pc:docMk/>
            <pc:sldMk cId="1643825080" sldId="265"/>
            <ac:inkMk id="288" creationId="{AFD5F3FA-6BD5-4504-BDEB-D360E8ABC7B0}"/>
          </ac:inkMkLst>
        </pc:inkChg>
        <pc:inkChg chg="add del">
          <ac:chgData name="" userId="242feb3c33a8e7bf" providerId="LiveId" clId="{39C24DAF-E20C-4507-9157-C96F2FA882D0}" dt="2023-03-28T16:29:36.338" v="2624"/>
          <ac:inkMkLst>
            <pc:docMk/>
            <pc:sldMk cId="1643825080" sldId="265"/>
            <ac:inkMk id="289" creationId="{C8867763-71FC-445D-8DB3-7F34E62796B1}"/>
          </ac:inkMkLst>
        </pc:inkChg>
        <pc:inkChg chg="add del">
          <ac:chgData name="" userId="242feb3c33a8e7bf" providerId="LiveId" clId="{39C24DAF-E20C-4507-9157-C96F2FA882D0}" dt="2023-03-28T16:29:36.338" v="2624"/>
          <ac:inkMkLst>
            <pc:docMk/>
            <pc:sldMk cId="1643825080" sldId="265"/>
            <ac:inkMk id="290" creationId="{C40EB4B0-6F22-4FF9-B991-F48C98DBFA28}"/>
          </ac:inkMkLst>
        </pc:inkChg>
        <pc:inkChg chg="add del">
          <ac:chgData name="" userId="242feb3c33a8e7bf" providerId="LiveId" clId="{39C24DAF-E20C-4507-9157-C96F2FA882D0}" dt="2023-03-28T16:29:36.338" v="2624"/>
          <ac:inkMkLst>
            <pc:docMk/>
            <pc:sldMk cId="1643825080" sldId="265"/>
            <ac:inkMk id="291" creationId="{9A17D203-16F8-4F0F-9171-7BF3F6F3845A}"/>
          </ac:inkMkLst>
        </pc:inkChg>
        <pc:inkChg chg="add del">
          <ac:chgData name="" userId="242feb3c33a8e7bf" providerId="LiveId" clId="{39C24DAF-E20C-4507-9157-C96F2FA882D0}" dt="2023-03-28T16:29:36.338" v="2624"/>
          <ac:inkMkLst>
            <pc:docMk/>
            <pc:sldMk cId="1643825080" sldId="265"/>
            <ac:inkMk id="292" creationId="{AA779607-255E-4EA1-98CA-287ECE2757E5}"/>
          </ac:inkMkLst>
        </pc:inkChg>
        <pc:inkChg chg="add del">
          <ac:chgData name="" userId="242feb3c33a8e7bf" providerId="LiveId" clId="{39C24DAF-E20C-4507-9157-C96F2FA882D0}" dt="2023-03-28T16:29:36.338" v="2624"/>
          <ac:inkMkLst>
            <pc:docMk/>
            <pc:sldMk cId="1643825080" sldId="265"/>
            <ac:inkMk id="293" creationId="{281726A0-E23E-4260-AD9D-485DC5CD8C06}"/>
          </ac:inkMkLst>
        </pc:inkChg>
        <pc:inkChg chg="add del">
          <ac:chgData name="" userId="242feb3c33a8e7bf" providerId="LiveId" clId="{39C24DAF-E20C-4507-9157-C96F2FA882D0}" dt="2023-03-28T16:29:36.338" v="2624"/>
          <ac:inkMkLst>
            <pc:docMk/>
            <pc:sldMk cId="1643825080" sldId="265"/>
            <ac:inkMk id="294" creationId="{FE403E9D-7DFC-47B7-905E-E7D71FE25709}"/>
          </ac:inkMkLst>
        </pc:inkChg>
        <pc:inkChg chg="add del">
          <ac:chgData name="" userId="242feb3c33a8e7bf" providerId="LiveId" clId="{39C24DAF-E20C-4507-9157-C96F2FA882D0}" dt="2023-03-28T16:29:36.338" v="2624"/>
          <ac:inkMkLst>
            <pc:docMk/>
            <pc:sldMk cId="1643825080" sldId="265"/>
            <ac:inkMk id="295" creationId="{712CD0D5-9962-4C68-ABD0-C320852E72DB}"/>
          </ac:inkMkLst>
        </pc:inkChg>
        <pc:inkChg chg="add del">
          <ac:chgData name="" userId="242feb3c33a8e7bf" providerId="LiveId" clId="{39C24DAF-E20C-4507-9157-C96F2FA882D0}" dt="2023-03-28T16:29:36.338" v="2624"/>
          <ac:inkMkLst>
            <pc:docMk/>
            <pc:sldMk cId="1643825080" sldId="265"/>
            <ac:inkMk id="296" creationId="{B5457059-2C53-43D1-A77B-DCE6C8EEEEAB}"/>
          </ac:inkMkLst>
        </pc:inkChg>
        <pc:inkChg chg="add del">
          <ac:chgData name="" userId="242feb3c33a8e7bf" providerId="LiveId" clId="{39C24DAF-E20C-4507-9157-C96F2FA882D0}" dt="2023-03-28T16:29:36.338" v="2624"/>
          <ac:inkMkLst>
            <pc:docMk/>
            <pc:sldMk cId="1643825080" sldId="265"/>
            <ac:inkMk id="297" creationId="{C4460E6E-F1B9-4700-91B1-A3324DFBFCA6}"/>
          </ac:inkMkLst>
        </pc:inkChg>
        <pc:inkChg chg="add del">
          <ac:chgData name="" userId="242feb3c33a8e7bf" providerId="LiveId" clId="{39C24DAF-E20C-4507-9157-C96F2FA882D0}" dt="2023-03-28T16:29:36.338" v="2624"/>
          <ac:inkMkLst>
            <pc:docMk/>
            <pc:sldMk cId="1643825080" sldId="265"/>
            <ac:inkMk id="298" creationId="{C4521843-5F54-4890-9C78-123F9E9C80C2}"/>
          </ac:inkMkLst>
        </pc:inkChg>
        <pc:inkChg chg="add del">
          <ac:chgData name="" userId="242feb3c33a8e7bf" providerId="LiveId" clId="{39C24DAF-E20C-4507-9157-C96F2FA882D0}" dt="2023-03-28T16:29:36.338" v="2624"/>
          <ac:inkMkLst>
            <pc:docMk/>
            <pc:sldMk cId="1643825080" sldId="265"/>
            <ac:inkMk id="299" creationId="{019B312B-C500-4914-9869-DDEF75DB59E4}"/>
          </ac:inkMkLst>
        </pc:inkChg>
        <pc:inkChg chg="add del">
          <ac:chgData name="" userId="242feb3c33a8e7bf" providerId="LiveId" clId="{39C24DAF-E20C-4507-9157-C96F2FA882D0}" dt="2023-03-28T16:29:36.338" v="2624"/>
          <ac:inkMkLst>
            <pc:docMk/>
            <pc:sldMk cId="1643825080" sldId="265"/>
            <ac:inkMk id="300" creationId="{8D0F38D9-7D07-4FEA-BDE3-F20601AE9E1C}"/>
          </ac:inkMkLst>
        </pc:inkChg>
        <pc:inkChg chg="add del">
          <ac:chgData name="" userId="242feb3c33a8e7bf" providerId="LiveId" clId="{39C24DAF-E20C-4507-9157-C96F2FA882D0}" dt="2023-03-28T16:29:36.338" v="2624"/>
          <ac:inkMkLst>
            <pc:docMk/>
            <pc:sldMk cId="1643825080" sldId="265"/>
            <ac:inkMk id="301" creationId="{B1D6A18B-0B9E-4E0C-9171-FDB77BA9AF9D}"/>
          </ac:inkMkLst>
        </pc:inkChg>
        <pc:inkChg chg="add del">
          <ac:chgData name="" userId="242feb3c33a8e7bf" providerId="LiveId" clId="{39C24DAF-E20C-4507-9157-C96F2FA882D0}" dt="2023-03-28T16:29:36.338" v="2624"/>
          <ac:inkMkLst>
            <pc:docMk/>
            <pc:sldMk cId="1643825080" sldId="265"/>
            <ac:inkMk id="302" creationId="{26FA46C2-5C95-4F08-80E4-861DC89D59E0}"/>
          </ac:inkMkLst>
        </pc:inkChg>
        <pc:inkChg chg="add del">
          <ac:chgData name="" userId="242feb3c33a8e7bf" providerId="LiveId" clId="{39C24DAF-E20C-4507-9157-C96F2FA882D0}" dt="2023-03-28T16:29:36.338" v="2624"/>
          <ac:inkMkLst>
            <pc:docMk/>
            <pc:sldMk cId="1643825080" sldId="265"/>
            <ac:inkMk id="303" creationId="{79B7096A-91B4-4137-A82E-57C086BCC831}"/>
          </ac:inkMkLst>
        </pc:inkChg>
        <pc:inkChg chg="add">
          <ac:chgData name="" userId="242feb3c33a8e7bf" providerId="LiveId" clId="{39C24DAF-E20C-4507-9157-C96F2FA882D0}" dt="2023-03-28T16:29:36.338" v="2624"/>
          <ac:inkMkLst>
            <pc:docMk/>
            <pc:sldMk cId="1643825080" sldId="265"/>
            <ac:inkMk id="304" creationId="{E9DB843C-B3B8-4273-9821-3DBD60928A4A}"/>
          </ac:inkMkLst>
        </pc:inkChg>
        <pc:inkChg chg="add del">
          <ac:chgData name="" userId="242feb3c33a8e7bf" providerId="LiveId" clId="{39C24DAF-E20C-4507-9157-C96F2FA882D0}" dt="2023-03-28T16:29:39.786" v="2630"/>
          <ac:inkMkLst>
            <pc:docMk/>
            <pc:sldMk cId="1643825080" sldId="265"/>
            <ac:inkMk id="305" creationId="{EB0784EF-71EE-4D82-A951-C9942BBB217C}"/>
          </ac:inkMkLst>
        </pc:inkChg>
        <pc:inkChg chg="add del">
          <ac:chgData name="" userId="242feb3c33a8e7bf" providerId="LiveId" clId="{39C24DAF-E20C-4507-9157-C96F2FA882D0}" dt="2023-03-28T16:29:39.786" v="2630"/>
          <ac:inkMkLst>
            <pc:docMk/>
            <pc:sldMk cId="1643825080" sldId="265"/>
            <ac:inkMk id="306" creationId="{E196BF91-2B22-4176-B564-840FD7216C41}"/>
          </ac:inkMkLst>
        </pc:inkChg>
        <pc:inkChg chg="add">
          <ac:chgData name="" userId="242feb3c33a8e7bf" providerId="LiveId" clId="{39C24DAF-E20C-4507-9157-C96F2FA882D0}" dt="2023-03-28T16:29:36.338" v="2624"/>
          <ac:inkMkLst>
            <pc:docMk/>
            <pc:sldMk cId="1643825080" sldId="265"/>
            <ac:inkMk id="307" creationId="{484D355A-59C4-482E-B2CD-2DF1470791B7}"/>
          </ac:inkMkLst>
        </pc:inkChg>
        <pc:inkChg chg="add">
          <ac:chgData name="" userId="242feb3c33a8e7bf" providerId="LiveId" clId="{39C24DAF-E20C-4507-9157-C96F2FA882D0}" dt="2023-03-28T16:29:36.338" v="2624"/>
          <ac:inkMkLst>
            <pc:docMk/>
            <pc:sldMk cId="1643825080" sldId="265"/>
            <ac:inkMk id="308" creationId="{95CD3681-D9E0-49E1-A9AF-E7380D32CA5B}"/>
          </ac:inkMkLst>
        </pc:inkChg>
        <pc:inkChg chg="add del">
          <ac:chgData name="" userId="242feb3c33a8e7bf" providerId="LiveId" clId="{39C24DAF-E20C-4507-9157-C96F2FA882D0}" dt="2023-03-28T16:29:37.661" v="2627"/>
          <ac:inkMkLst>
            <pc:docMk/>
            <pc:sldMk cId="1643825080" sldId="265"/>
            <ac:inkMk id="309" creationId="{A8ECA0DF-9D52-4963-B52F-0234BEAA02B4}"/>
          </ac:inkMkLst>
        </pc:inkChg>
        <pc:inkChg chg="add del">
          <ac:chgData name="" userId="242feb3c33a8e7bf" providerId="LiveId" clId="{39C24DAF-E20C-4507-9157-C96F2FA882D0}" dt="2023-03-28T16:29:37.661" v="2627"/>
          <ac:inkMkLst>
            <pc:docMk/>
            <pc:sldMk cId="1643825080" sldId="265"/>
            <ac:inkMk id="310" creationId="{FCD5D3AB-8D53-4477-A4CA-6A37EF472A61}"/>
          </ac:inkMkLst>
        </pc:inkChg>
        <pc:inkChg chg="add">
          <ac:chgData name="" userId="242feb3c33a8e7bf" providerId="LiveId" clId="{39C24DAF-E20C-4507-9157-C96F2FA882D0}" dt="2023-03-28T16:29:37.661" v="2627"/>
          <ac:inkMkLst>
            <pc:docMk/>
            <pc:sldMk cId="1643825080" sldId="265"/>
            <ac:inkMk id="311" creationId="{3A4BC446-2007-4A32-9D54-414E7FA8B23A}"/>
          </ac:inkMkLst>
        </pc:inkChg>
        <pc:inkChg chg="add del">
          <ac:chgData name="" userId="242feb3c33a8e7bf" providerId="LiveId" clId="{39C24DAF-E20C-4507-9157-C96F2FA882D0}" dt="2023-03-28T16:29:39.786" v="2630"/>
          <ac:inkMkLst>
            <pc:docMk/>
            <pc:sldMk cId="1643825080" sldId="265"/>
            <ac:inkMk id="312" creationId="{B886C621-7CC4-4590-8845-D5CE10E3D01A}"/>
          </ac:inkMkLst>
        </pc:inkChg>
        <pc:inkChg chg="add del">
          <ac:chgData name="" userId="242feb3c33a8e7bf" providerId="LiveId" clId="{39C24DAF-E20C-4507-9157-C96F2FA882D0}" dt="2023-03-28T16:29:39.786" v="2630"/>
          <ac:inkMkLst>
            <pc:docMk/>
            <pc:sldMk cId="1643825080" sldId="265"/>
            <ac:inkMk id="313" creationId="{31FBCA32-7B2A-41AD-B22C-475070780700}"/>
          </ac:inkMkLst>
        </pc:inkChg>
        <pc:inkChg chg="add del">
          <ac:chgData name="" userId="242feb3c33a8e7bf" providerId="LiveId" clId="{39C24DAF-E20C-4507-9157-C96F2FA882D0}" dt="2023-03-28T16:29:56.726" v="2666"/>
          <ac:inkMkLst>
            <pc:docMk/>
            <pc:sldMk cId="1643825080" sldId="265"/>
            <ac:inkMk id="314" creationId="{779D49AB-4937-4135-9F58-C1507AB28AFA}"/>
          </ac:inkMkLst>
        </pc:inkChg>
        <pc:inkChg chg="add del">
          <ac:chgData name="" userId="242feb3c33a8e7bf" providerId="LiveId" clId="{39C24DAF-E20C-4507-9157-C96F2FA882D0}" dt="2023-03-28T16:29:47.959" v="2643"/>
          <ac:inkMkLst>
            <pc:docMk/>
            <pc:sldMk cId="1643825080" sldId="265"/>
            <ac:inkMk id="315" creationId="{90695D94-7CF7-49E8-B0C1-D328FD419B0B}"/>
          </ac:inkMkLst>
        </pc:inkChg>
        <pc:inkChg chg="add del">
          <ac:chgData name="" userId="242feb3c33a8e7bf" providerId="LiveId" clId="{39C24DAF-E20C-4507-9157-C96F2FA882D0}" dt="2023-03-28T16:29:47.959" v="2643"/>
          <ac:inkMkLst>
            <pc:docMk/>
            <pc:sldMk cId="1643825080" sldId="265"/>
            <ac:inkMk id="316" creationId="{38CD414B-ED04-4838-8E39-366824503E61}"/>
          </ac:inkMkLst>
        </pc:inkChg>
        <pc:inkChg chg="add del">
          <ac:chgData name="" userId="242feb3c33a8e7bf" providerId="LiveId" clId="{39C24DAF-E20C-4507-9157-C96F2FA882D0}" dt="2023-03-28T16:29:47.959" v="2643"/>
          <ac:inkMkLst>
            <pc:docMk/>
            <pc:sldMk cId="1643825080" sldId="265"/>
            <ac:inkMk id="317" creationId="{7209B68F-29D9-422A-B9B7-E13FF69E6A75}"/>
          </ac:inkMkLst>
        </pc:inkChg>
        <pc:inkChg chg="add del">
          <ac:chgData name="" userId="242feb3c33a8e7bf" providerId="LiveId" clId="{39C24DAF-E20C-4507-9157-C96F2FA882D0}" dt="2023-03-28T16:29:47.959" v="2643"/>
          <ac:inkMkLst>
            <pc:docMk/>
            <pc:sldMk cId="1643825080" sldId="265"/>
            <ac:inkMk id="318" creationId="{36AE64BC-DBFF-4907-AC3C-44482685CE59}"/>
          </ac:inkMkLst>
        </pc:inkChg>
        <pc:inkChg chg="add del">
          <ac:chgData name="" userId="242feb3c33a8e7bf" providerId="LiveId" clId="{39C24DAF-E20C-4507-9157-C96F2FA882D0}" dt="2023-03-28T16:29:47.959" v="2643"/>
          <ac:inkMkLst>
            <pc:docMk/>
            <pc:sldMk cId="1643825080" sldId="265"/>
            <ac:inkMk id="319" creationId="{DF948694-EE94-4D95-A531-7EEF75F9FF56}"/>
          </ac:inkMkLst>
        </pc:inkChg>
        <pc:inkChg chg="add del">
          <ac:chgData name="" userId="242feb3c33a8e7bf" providerId="LiveId" clId="{39C24DAF-E20C-4507-9157-C96F2FA882D0}" dt="2023-03-28T16:29:47.959" v="2643"/>
          <ac:inkMkLst>
            <pc:docMk/>
            <pc:sldMk cId="1643825080" sldId="265"/>
            <ac:inkMk id="320" creationId="{1DDC5A27-B064-492D-BA6D-98D8041E612D}"/>
          </ac:inkMkLst>
        </pc:inkChg>
        <pc:inkChg chg="add del">
          <ac:chgData name="" userId="242feb3c33a8e7bf" providerId="LiveId" clId="{39C24DAF-E20C-4507-9157-C96F2FA882D0}" dt="2023-03-28T16:29:47.959" v="2643"/>
          <ac:inkMkLst>
            <pc:docMk/>
            <pc:sldMk cId="1643825080" sldId="265"/>
            <ac:inkMk id="321" creationId="{51B6363E-9C4E-4F23-B415-B8ACAE7CDF3E}"/>
          </ac:inkMkLst>
        </pc:inkChg>
        <pc:inkChg chg="add del">
          <ac:chgData name="" userId="242feb3c33a8e7bf" providerId="LiveId" clId="{39C24DAF-E20C-4507-9157-C96F2FA882D0}" dt="2023-03-28T16:29:47.959" v="2643"/>
          <ac:inkMkLst>
            <pc:docMk/>
            <pc:sldMk cId="1643825080" sldId="265"/>
            <ac:inkMk id="322" creationId="{1FC36D30-DEF5-4A24-96FE-1C60520424FB}"/>
          </ac:inkMkLst>
        </pc:inkChg>
        <pc:inkChg chg="add del">
          <ac:chgData name="" userId="242feb3c33a8e7bf" providerId="LiveId" clId="{39C24DAF-E20C-4507-9157-C96F2FA882D0}" dt="2023-03-28T16:29:47.959" v="2643"/>
          <ac:inkMkLst>
            <pc:docMk/>
            <pc:sldMk cId="1643825080" sldId="265"/>
            <ac:inkMk id="323" creationId="{10E622A6-BE1C-46CE-8003-67B5EF2F779B}"/>
          </ac:inkMkLst>
        </pc:inkChg>
        <pc:inkChg chg="add del">
          <ac:chgData name="" userId="242feb3c33a8e7bf" providerId="LiveId" clId="{39C24DAF-E20C-4507-9157-C96F2FA882D0}" dt="2023-03-28T16:29:47.959" v="2643"/>
          <ac:inkMkLst>
            <pc:docMk/>
            <pc:sldMk cId="1643825080" sldId="265"/>
            <ac:inkMk id="324" creationId="{EB176516-ABEA-4278-B0CA-F77A3A0F93F6}"/>
          </ac:inkMkLst>
        </pc:inkChg>
        <pc:inkChg chg="add del">
          <ac:chgData name="" userId="242feb3c33a8e7bf" providerId="LiveId" clId="{39C24DAF-E20C-4507-9157-C96F2FA882D0}" dt="2023-03-28T16:29:47.959" v="2643"/>
          <ac:inkMkLst>
            <pc:docMk/>
            <pc:sldMk cId="1643825080" sldId="265"/>
            <ac:inkMk id="325" creationId="{54A446B0-23E5-4556-9D0A-DB2810C7D872}"/>
          </ac:inkMkLst>
        </pc:inkChg>
        <pc:inkChg chg="add del">
          <ac:chgData name="" userId="242feb3c33a8e7bf" providerId="LiveId" clId="{39C24DAF-E20C-4507-9157-C96F2FA882D0}" dt="2023-03-28T16:29:47.959" v="2643"/>
          <ac:inkMkLst>
            <pc:docMk/>
            <pc:sldMk cId="1643825080" sldId="265"/>
            <ac:inkMk id="326" creationId="{1D57E643-69A6-4679-800C-A9A5C71444CA}"/>
          </ac:inkMkLst>
        </pc:inkChg>
        <pc:inkChg chg="add">
          <ac:chgData name="" userId="242feb3c33a8e7bf" providerId="LiveId" clId="{39C24DAF-E20C-4507-9157-C96F2FA882D0}" dt="2023-03-28T16:29:47.959" v="2643"/>
          <ac:inkMkLst>
            <pc:docMk/>
            <pc:sldMk cId="1643825080" sldId="265"/>
            <ac:inkMk id="327" creationId="{AEAA32DC-8C21-4A71-82DB-9AA89035B46A}"/>
          </ac:inkMkLst>
        </pc:inkChg>
        <pc:inkChg chg="add">
          <ac:chgData name="" userId="242feb3c33a8e7bf" providerId="LiveId" clId="{39C24DAF-E20C-4507-9157-C96F2FA882D0}" dt="2023-03-28T16:29:47.959" v="2643"/>
          <ac:inkMkLst>
            <pc:docMk/>
            <pc:sldMk cId="1643825080" sldId="265"/>
            <ac:inkMk id="328" creationId="{69E5EB4D-6A80-4D28-9A72-605011E870C5}"/>
          </ac:inkMkLst>
        </pc:inkChg>
        <pc:inkChg chg="add del">
          <ac:chgData name="" userId="242feb3c33a8e7bf" providerId="LiveId" clId="{39C24DAF-E20C-4507-9157-C96F2FA882D0}" dt="2023-03-28T16:29:56.726" v="2666"/>
          <ac:inkMkLst>
            <pc:docMk/>
            <pc:sldMk cId="1643825080" sldId="265"/>
            <ac:inkMk id="329" creationId="{7F120E44-AA7D-4478-B080-E7725143B3D1}"/>
          </ac:inkMkLst>
        </pc:inkChg>
        <pc:inkChg chg="add del">
          <ac:chgData name="" userId="242feb3c33a8e7bf" providerId="LiveId" clId="{39C24DAF-E20C-4507-9157-C96F2FA882D0}" dt="2023-03-28T16:29:56.726" v="2666"/>
          <ac:inkMkLst>
            <pc:docMk/>
            <pc:sldMk cId="1643825080" sldId="265"/>
            <ac:inkMk id="330" creationId="{5BD620CE-0B9B-4A37-AE51-381BA25A2350}"/>
          </ac:inkMkLst>
        </pc:inkChg>
        <pc:inkChg chg="add del">
          <ac:chgData name="" userId="242feb3c33a8e7bf" providerId="LiveId" clId="{39C24DAF-E20C-4507-9157-C96F2FA882D0}" dt="2023-03-28T16:29:56.726" v="2666"/>
          <ac:inkMkLst>
            <pc:docMk/>
            <pc:sldMk cId="1643825080" sldId="265"/>
            <ac:inkMk id="331" creationId="{A38BD0F9-BDCA-4AFA-A647-BF464188D3B1}"/>
          </ac:inkMkLst>
        </pc:inkChg>
        <pc:inkChg chg="add del">
          <ac:chgData name="" userId="242feb3c33a8e7bf" providerId="LiveId" clId="{39C24DAF-E20C-4507-9157-C96F2FA882D0}" dt="2023-03-28T16:29:56.726" v="2666"/>
          <ac:inkMkLst>
            <pc:docMk/>
            <pc:sldMk cId="1643825080" sldId="265"/>
            <ac:inkMk id="332" creationId="{F1A810C1-77C1-4351-B9E1-6A9B42B62C31}"/>
          </ac:inkMkLst>
        </pc:inkChg>
        <pc:inkChg chg="add del">
          <ac:chgData name="" userId="242feb3c33a8e7bf" providerId="LiveId" clId="{39C24DAF-E20C-4507-9157-C96F2FA882D0}" dt="2023-03-28T16:29:56.726" v="2666"/>
          <ac:inkMkLst>
            <pc:docMk/>
            <pc:sldMk cId="1643825080" sldId="265"/>
            <ac:inkMk id="333" creationId="{46C559C0-6AD7-4093-964F-BC30D6F25940}"/>
          </ac:inkMkLst>
        </pc:inkChg>
        <pc:inkChg chg="add del">
          <ac:chgData name="" userId="242feb3c33a8e7bf" providerId="LiveId" clId="{39C24DAF-E20C-4507-9157-C96F2FA882D0}" dt="2023-03-28T16:29:56.726" v="2666"/>
          <ac:inkMkLst>
            <pc:docMk/>
            <pc:sldMk cId="1643825080" sldId="265"/>
            <ac:inkMk id="334" creationId="{D4D55D5D-0E70-4EC7-83D1-438D4B1C7090}"/>
          </ac:inkMkLst>
        </pc:inkChg>
        <pc:inkChg chg="add del">
          <ac:chgData name="" userId="242feb3c33a8e7bf" providerId="LiveId" clId="{39C24DAF-E20C-4507-9157-C96F2FA882D0}" dt="2023-03-28T16:29:56.726" v="2666"/>
          <ac:inkMkLst>
            <pc:docMk/>
            <pc:sldMk cId="1643825080" sldId="265"/>
            <ac:inkMk id="335" creationId="{53F53FA6-FE7D-4EE6-BC87-BA1A690CB230}"/>
          </ac:inkMkLst>
        </pc:inkChg>
        <pc:inkChg chg="add del">
          <ac:chgData name="" userId="242feb3c33a8e7bf" providerId="LiveId" clId="{39C24DAF-E20C-4507-9157-C96F2FA882D0}" dt="2023-03-28T16:29:56.726" v="2666"/>
          <ac:inkMkLst>
            <pc:docMk/>
            <pc:sldMk cId="1643825080" sldId="265"/>
            <ac:inkMk id="336" creationId="{6AC3AA83-71A5-4E4F-961A-E29F926F73B9}"/>
          </ac:inkMkLst>
        </pc:inkChg>
        <pc:inkChg chg="add del">
          <ac:chgData name="" userId="242feb3c33a8e7bf" providerId="LiveId" clId="{39C24DAF-E20C-4507-9157-C96F2FA882D0}" dt="2023-03-28T16:29:56.726" v="2666"/>
          <ac:inkMkLst>
            <pc:docMk/>
            <pc:sldMk cId="1643825080" sldId="265"/>
            <ac:inkMk id="337" creationId="{7CC796E7-AF95-4382-B08F-7BC8C3D71574}"/>
          </ac:inkMkLst>
        </pc:inkChg>
        <pc:inkChg chg="add del">
          <ac:chgData name="" userId="242feb3c33a8e7bf" providerId="LiveId" clId="{39C24DAF-E20C-4507-9157-C96F2FA882D0}" dt="2023-03-28T16:29:56.726" v="2666"/>
          <ac:inkMkLst>
            <pc:docMk/>
            <pc:sldMk cId="1643825080" sldId="265"/>
            <ac:inkMk id="338" creationId="{4478FAB8-99AF-484D-A752-486753EBF6E4}"/>
          </ac:inkMkLst>
        </pc:inkChg>
        <pc:inkChg chg="add del">
          <ac:chgData name="" userId="242feb3c33a8e7bf" providerId="LiveId" clId="{39C24DAF-E20C-4507-9157-C96F2FA882D0}" dt="2023-03-28T16:29:56.726" v="2666"/>
          <ac:inkMkLst>
            <pc:docMk/>
            <pc:sldMk cId="1643825080" sldId="265"/>
            <ac:inkMk id="339" creationId="{5423A888-D0C6-4168-BA20-1B108013339A}"/>
          </ac:inkMkLst>
        </pc:inkChg>
        <pc:inkChg chg="add del">
          <ac:chgData name="" userId="242feb3c33a8e7bf" providerId="LiveId" clId="{39C24DAF-E20C-4507-9157-C96F2FA882D0}" dt="2023-03-28T16:29:56.726" v="2666"/>
          <ac:inkMkLst>
            <pc:docMk/>
            <pc:sldMk cId="1643825080" sldId="265"/>
            <ac:inkMk id="340" creationId="{B1765B6A-31FE-4EBF-83B0-81328E3E46A6}"/>
          </ac:inkMkLst>
        </pc:inkChg>
        <pc:inkChg chg="add del">
          <ac:chgData name="" userId="242feb3c33a8e7bf" providerId="LiveId" clId="{39C24DAF-E20C-4507-9157-C96F2FA882D0}" dt="2023-03-28T16:29:56.726" v="2666"/>
          <ac:inkMkLst>
            <pc:docMk/>
            <pc:sldMk cId="1643825080" sldId="265"/>
            <ac:inkMk id="341" creationId="{40978AF5-0B63-4221-B917-A5DE80459C5C}"/>
          </ac:inkMkLst>
        </pc:inkChg>
        <pc:inkChg chg="add del">
          <ac:chgData name="" userId="242feb3c33a8e7bf" providerId="LiveId" clId="{39C24DAF-E20C-4507-9157-C96F2FA882D0}" dt="2023-03-28T16:29:56.726" v="2666"/>
          <ac:inkMkLst>
            <pc:docMk/>
            <pc:sldMk cId="1643825080" sldId="265"/>
            <ac:inkMk id="342" creationId="{F9CF2FD0-62C8-479A-BACF-3A305715F688}"/>
          </ac:inkMkLst>
        </pc:inkChg>
        <pc:inkChg chg="add del">
          <ac:chgData name="" userId="242feb3c33a8e7bf" providerId="LiveId" clId="{39C24DAF-E20C-4507-9157-C96F2FA882D0}" dt="2023-03-28T16:29:56.726" v="2666"/>
          <ac:inkMkLst>
            <pc:docMk/>
            <pc:sldMk cId="1643825080" sldId="265"/>
            <ac:inkMk id="343" creationId="{B9D434A3-B350-40C0-8F3A-7021C1C6EDEB}"/>
          </ac:inkMkLst>
        </pc:inkChg>
        <pc:inkChg chg="add del">
          <ac:chgData name="" userId="242feb3c33a8e7bf" providerId="LiveId" clId="{39C24DAF-E20C-4507-9157-C96F2FA882D0}" dt="2023-03-28T16:29:56.726" v="2666"/>
          <ac:inkMkLst>
            <pc:docMk/>
            <pc:sldMk cId="1643825080" sldId="265"/>
            <ac:inkMk id="344" creationId="{7D4C505D-711E-4123-85EC-489FF4DE91EF}"/>
          </ac:inkMkLst>
        </pc:inkChg>
        <pc:inkChg chg="add del">
          <ac:chgData name="" userId="242feb3c33a8e7bf" providerId="LiveId" clId="{39C24DAF-E20C-4507-9157-C96F2FA882D0}" dt="2023-03-28T16:29:56.726" v="2666"/>
          <ac:inkMkLst>
            <pc:docMk/>
            <pc:sldMk cId="1643825080" sldId="265"/>
            <ac:inkMk id="345" creationId="{32FF528A-3F6C-4E40-A060-54A2EE31A27C}"/>
          </ac:inkMkLst>
        </pc:inkChg>
        <pc:inkChg chg="add del">
          <ac:chgData name="" userId="242feb3c33a8e7bf" providerId="LiveId" clId="{39C24DAF-E20C-4507-9157-C96F2FA882D0}" dt="2023-03-28T16:29:56.726" v="2666"/>
          <ac:inkMkLst>
            <pc:docMk/>
            <pc:sldMk cId="1643825080" sldId="265"/>
            <ac:inkMk id="346" creationId="{93CE5862-7F10-4908-837B-D223B069E157}"/>
          </ac:inkMkLst>
        </pc:inkChg>
        <pc:inkChg chg="add del">
          <ac:chgData name="" userId="242feb3c33a8e7bf" providerId="LiveId" clId="{39C24DAF-E20C-4507-9157-C96F2FA882D0}" dt="2023-03-28T16:29:56.726" v="2666"/>
          <ac:inkMkLst>
            <pc:docMk/>
            <pc:sldMk cId="1643825080" sldId="265"/>
            <ac:inkMk id="347" creationId="{A2173A22-C961-42FA-BC89-B295549CD549}"/>
          </ac:inkMkLst>
        </pc:inkChg>
        <pc:inkChg chg="add del">
          <ac:chgData name="" userId="242feb3c33a8e7bf" providerId="LiveId" clId="{39C24DAF-E20C-4507-9157-C96F2FA882D0}" dt="2023-03-28T16:29:56.726" v="2666"/>
          <ac:inkMkLst>
            <pc:docMk/>
            <pc:sldMk cId="1643825080" sldId="265"/>
            <ac:inkMk id="348" creationId="{B77A7144-A4DC-4A69-9F86-109324DFCDCD}"/>
          </ac:inkMkLst>
        </pc:inkChg>
        <pc:inkChg chg="add del">
          <ac:chgData name="" userId="242feb3c33a8e7bf" providerId="LiveId" clId="{39C24DAF-E20C-4507-9157-C96F2FA882D0}" dt="2023-03-28T16:29:56.726" v="2666"/>
          <ac:inkMkLst>
            <pc:docMk/>
            <pc:sldMk cId="1643825080" sldId="265"/>
            <ac:inkMk id="349" creationId="{90FC90C7-79EA-4D1B-A7A5-A6FAA465EEA1}"/>
          </ac:inkMkLst>
        </pc:inkChg>
        <pc:inkChg chg="add del">
          <ac:chgData name="" userId="242feb3c33a8e7bf" providerId="LiveId" clId="{39C24DAF-E20C-4507-9157-C96F2FA882D0}" dt="2023-03-28T16:29:56.726" v="2666"/>
          <ac:inkMkLst>
            <pc:docMk/>
            <pc:sldMk cId="1643825080" sldId="265"/>
            <ac:inkMk id="350" creationId="{5412A34E-C4A9-4682-BB53-CF4671B5037B}"/>
          </ac:inkMkLst>
        </pc:inkChg>
        <pc:inkChg chg="add">
          <ac:chgData name="" userId="242feb3c33a8e7bf" providerId="LiveId" clId="{39C24DAF-E20C-4507-9157-C96F2FA882D0}" dt="2023-03-28T16:29:56.726" v="2666"/>
          <ac:inkMkLst>
            <pc:docMk/>
            <pc:sldMk cId="1643825080" sldId="265"/>
            <ac:inkMk id="351" creationId="{3B34F336-1B7B-41AB-8E15-67387C385581}"/>
          </ac:inkMkLst>
        </pc:inkChg>
        <pc:inkChg chg="add">
          <ac:chgData name="" userId="242feb3c33a8e7bf" providerId="LiveId" clId="{39C24DAF-E20C-4507-9157-C96F2FA882D0}" dt="2023-03-28T16:29:56.726" v="2666"/>
          <ac:inkMkLst>
            <pc:docMk/>
            <pc:sldMk cId="1643825080" sldId="265"/>
            <ac:inkMk id="352" creationId="{7D2DFFBB-6C71-45EC-9F6A-D326DCF097A2}"/>
          </ac:inkMkLst>
        </pc:inkChg>
        <pc:inkChg chg="add">
          <ac:chgData name="" userId="242feb3c33a8e7bf" providerId="LiveId" clId="{39C24DAF-E20C-4507-9157-C96F2FA882D0}" dt="2023-03-28T16:29:56.726" v="2666"/>
          <ac:inkMkLst>
            <pc:docMk/>
            <pc:sldMk cId="1643825080" sldId="265"/>
            <ac:inkMk id="353" creationId="{192872AF-E783-4815-83A6-E6E7624AD4F6}"/>
          </ac:inkMkLst>
        </pc:inkChg>
        <pc:inkChg chg="add del">
          <ac:chgData name="" userId="242feb3c33a8e7bf" providerId="LiveId" clId="{39C24DAF-E20C-4507-9157-C96F2FA882D0}" dt="2023-03-28T16:30:06.548" v="2682"/>
          <ac:inkMkLst>
            <pc:docMk/>
            <pc:sldMk cId="1643825080" sldId="265"/>
            <ac:inkMk id="354" creationId="{A8C748B0-7263-4A31-8ECC-7302547D5B96}"/>
          </ac:inkMkLst>
        </pc:inkChg>
        <pc:inkChg chg="add del">
          <ac:chgData name="" userId="242feb3c33a8e7bf" providerId="LiveId" clId="{39C24DAF-E20C-4507-9157-C96F2FA882D0}" dt="2023-03-28T16:30:06.548" v="2682"/>
          <ac:inkMkLst>
            <pc:docMk/>
            <pc:sldMk cId="1643825080" sldId="265"/>
            <ac:inkMk id="355" creationId="{AA63CF61-1B07-4BCD-95EA-F88E423F3ED4}"/>
          </ac:inkMkLst>
        </pc:inkChg>
        <pc:inkChg chg="add del">
          <ac:chgData name="" userId="242feb3c33a8e7bf" providerId="LiveId" clId="{39C24DAF-E20C-4507-9157-C96F2FA882D0}" dt="2023-03-28T16:30:06.548" v="2682"/>
          <ac:inkMkLst>
            <pc:docMk/>
            <pc:sldMk cId="1643825080" sldId="265"/>
            <ac:inkMk id="356" creationId="{BDB18A12-AC63-4490-AE1E-0D21A7876BAA}"/>
          </ac:inkMkLst>
        </pc:inkChg>
        <pc:inkChg chg="add del">
          <ac:chgData name="" userId="242feb3c33a8e7bf" providerId="LiveId" clId="{39C24DAF-E20C-4507-9157-C96F2FA882D0}" dt="2023-03-28T16:30:06.548" v="2682"/>
          <ac:inkMkLst>
            <pc:docMk/>
            <pc:sldMk cId="1643825080" sldId="265"/>
            <ac:inkMk id="357" creationId="{C161DDCF-16DA-427D-9095-4A04F4D0E075}"/>
          </ac:inkMkLst>
        </pc:inkChg>
        <pc:inkChg chg="add del">
          <ac:chgData name="" userId="242feb3c33a8e7bf" providerId="LiveId" clId="{39C24DAF-E20C-4507-9157-C96F2FA882D0}" dt="2023-03-28T16:30:06.548" v="2682"/>
          <ac:inkMkLst>
            <pc:docMk/>
            <pc:sldMk cId="1643825080" sldId="265"/>
            <ac:inkMk id="358" creationId="{C8E1A56E-FCCC-4283-A998-254948844D6E}"/>
          </ac:inkMkLst>
        </pc:inkChg>
        <pc:inkChg chg="add del">
          <ac:chgData name="" userId="242feb3c33a8e7bf" providerId="LiveId" clId="{39C24DAF-E20C-4507-9157-C96F2FA882D0}" dt="2023-03-28T16:30:06.548" v="2682"/>
          <ac:inkMkLst>
            <pc:docMk/>
            <pc:sldMk cId="1643825080" sldId="265"/>
            <ac:inkMk id="359" creationId="{AC903565-565F-4DE1-9C98-ACB278ACAFC3}"/>
          </ac:inkMkLst>
        </pc:inkChg>
        <pc:inkChg chg="add del">
          <ac:chgData name="" userId="242feb3c33a8e7bf" providerId="LiveId" clId="{39C24DAF-E20C-4507-9157-C96F2FA882D0}" dt="2023-03-28T16:30:06.548" v="2682"/>
          <ac:inkMkLst>
            <pc:docMk/>
            <pc:sldMk cId="1643825080" sldId="265"/>
            <ac:inkMk id="360" creationId="{45352A7A-5B77-497F-A805-C431FB46DA67}"/>
          </ac:inkMkLst>
        </pc:inkChg>
        <pc:inkChg chg="add del">
          <ac:chgData name="" userId="242feb3c33a8e7bf" providerId="LiveId" clId="{39C24DAF-E20C-4507-9157-C96F2FA882D0}" dt="2023-03-28T16:30:06.548" v="2682"/>
          <ac:inkMkLst>
            <pc:docMk/>
            <pc:sldMk cId="1643825080" sldId="265"/>
            <ac:inkMk id="361" creationId="{9F3271CB-81CE-42E2-9FA3-F7B012132CB1}"/>
          </ac:inkMkLst>
        </pc:inkChg>
        <pc:inkChg chg="add del">
          <ac:chgData name="" userId="242feb3c33a8e7bf" providerId="LiveId" clId="{39C24DAF-E20C-4507-9157-C96F2FA882D0}" dt="2023-03-28T16:30:06.548" v="2682"/>
          <ac:inkMkLst>
            <pc:docMk/>
            <pc:sldMk cId="1643825080" sldId="265"/>
            <ac:inkMk id="362" creationId="{3A58A97B-B207-43F8-9F7C-3C56FABDCD69}"/>
          </ac:inkMkLst>
        </pc:inkChg>
        <pc:inkChg chg="add del">
          <ac:chgData name="" userId="242feb3c33a8e7bf" providerId="LiveId" clId="{39C24DAF-E20C-4507-9157-C96F2FA882D0}" dt="2023-03-28T16:30:06.548" v="2682"/>
          <ac:inkMkLst>
            <pc:docMk/>
            <pc:sldMk cId="1643825080" sldId="265"/>
            <ac:inkMk id="363" creationId="{67C5E760-B93E-4E2E-AB3F-5F8AA9B3C878}"/>
          </ac:inkMkLst>
        </pc:inkChg>
        <pc:inkChg chg="add del">
          <ac:chgData name="" userId="242feb3c33a8e7bf" providerId="LiveId" clId="{39C24DAF-E20C-4507-9157-C96F2FA882D0}" dt="2023-03-28T16:30:06.548" v="2682"/>
          <ac:inkMkLst>
            <pc:docMk/>
            <pc:sldMk cId="1643825080" sldId="265"/>
            <ac:inkMk id="364" creationId="{0720704C-74B0-4596-8CC9-A679663A0F90}"/>
          </ac:inkMkLst>
        </pc:inkChg>
        <pc:inkChg chg="add del">
          <ac:chgData name="" userId="242feb3c33a8e7bf" providerId="LiveId" clId="{39C24DAF-E20C-4507-9157-C96F2FA882D0}" dt="2023-03-28T16:30:06.548" v="2682"/>
          <ac:inkMkLst>
            <pc:docMk/>
            <pc:sldMk cId="1643825080" sldId="265"/>
            <ac:inkMk id="365" creationId="{E61AA40E-A6C1-4586-9AD5-6FBAF7978DBB}"/>
          </ac:inkMkLst>
        </pc:inkChg>
        <pc:inkChg chg="add del">
          <ac:chgData name="" userId="242feb3c33a8e7bf" providerId="LiveId" clId="{39C24DAF-E20C-4507-9157-C96F2FA882D0}" dt="2023-03-28T16:30:06.548" v="2682"/>
          <ac:inkMkLst>
            <pc:docMk/>
            <pc:sldMk cId="1643825080" sldId="265"/>
            <ac:inkMk id="366" creationId="{58EAD261-FC14-45EA-90FD-3FA17E5CD0C2}"/>
          </ac:inkMkLst>
        </pc:inkChg>
        <pc:inkChg chg="add del">
          <ac:chgData name="" userId="242feb3c33a8e7bf" providerId="LiveId" clId="{39C24DAF-E20C-4507-9157-C96F2FA882D0}" dt="2023-03-28T16:30:06.548" v="2682"/>
          <ac:inkMkLst>
            <pc:docMk/>
            <pc:sldMk cId="1643825080" sldId="265"/>
            <ac:inkMk id="367" creationId="{F47F6693-6086-4953-8E02-04D0F317CDA1}"/>
          </ac:inkMkLst>
        </pc:inkChg>
        <pc:inkChg chg="add del">
          <ac:chgData name="" userId="242feb3c33a8e7bf" providerId="LiveId" clId="{39C24DAF-E20C-4507-9157-C96F2FA882D0}" dt="2023-03-28T16:30:06.548" v="2682"/>
          <ac:inkMkLst>
            <pc:docMk/>
            <pc:sldMk cId="1643825080" sldId="265"/>
            <ac:inkMk id="368" creationId="{BAB9B581-D411-4FDF-BA63-0C966042E035}"/>
          </ac:inkMkLst>
        </pc:inkChg>
        <pc:inkChg chg="add">
          <ac:chgData name="" userId="242feb3c33a8e7bf" providerId="LiveId" clId="{39C24DAF-E20C-4507-9157-C96F2FA882D0}" dt="2023-03-28T16:30:06.548" v="2682"/>
          <ac:inkMkLst>
            <pc:docMk/>
            <pc:sldMk cId="1643825080" sldId="265"/>
            <ac:inkMk id="369" creationId="{61F8DB6A-F248-4A03-9DA6-559E799DB313}"/>
          </ac:inkMkLst>
        </pc:inkChg>
        <pc:inkChg chg="add">
          <ac:chgData name="" userId="242feb3c33a8e7bf" providerId="LiveId" clId="{39C24DAF-E20C-4507-9157-C96F2FA882D0}" dt="2023-03-28T16:30:06.548" v="2682"/>
          <ac:inkMkLst>
            <pc:docMk/>
            <pc:sldMk cId="1643825080" sldId="265"/>
            <ac:inkMk id="370" creationId="{20A570C3-9CA0-42F3-932B-D0472150AA9C}"/>
          </ac:inkMkLst>
        </pc:inkChg>
        <pc:inkChg chg="add">
          <ac:chgData name="" userId="242feb3c33a8e7bf" providerId="LiveId" clId="{39C24DAF-E20C-4507-9157-C96F2FA882D0}" dt="2023-03-28T16:30:06.548" v="2682"/>
          <ac:inkMkLst>
            <pc:docMk/>
            <pc:sldMk cId="1643825080" sldId="265"/>
            <ac:inkMk id="371" creationId="{F2D142B5-6865-4F7F-93F1-F19E257C8523}"/>
          </ac:inkMkLst>
        </pc:inkChg>
        <pc:inkChg chg="add del">
          <ac:chgData name="" userId="242feb3c33a8e7bf" providerId="LiveId" clId="{39C24DAF-E20C-4507-9157-C96F2FA882D0}" dt="2023-03-28T16:30:18.833" v="2712"/>
          <ac:inkMkLst>
            <pc:docMk/>
            <pc:sldMk cId="1643825080" sldId="265"/>
            <ac:inkMk id="372" creationId="{67B56121-EBAC-4380-80E9-4BA57C876F85}"/>
          </ac:inkMkLst>
        </pc:inkChg>
        <pc:inkChg chg="add del">
          <ac:chgData name="" userId="242feb3c33a8e7bf" providerId="LiveId" clId="{39C24DAF-E20C-4507-9157-C96F2FA882D0}" dt="2023-03-28T16:30:18.833" v="2712"/>
          <ac:inkMkLst>
            <pc:docMk/>
            <pc:sldMk cId="1643825080" sldId="265"/>
            <ac:inkMk id="373" creationId="{3C5266E5-CEA1-4B0F-A667-303F1AE3A95B}"/>
          </ac:inkMkLst>
        </pc:inkChg>
        <pc:inkChg chg="add del">
          <ac:chgData name="" userId="242feb3c33a8e7bf" providerId="LiveId" clId="{39C24DAF-E20C-4507-9157-C96F2FA882D0}" dt="2023-03-28T16:30:18.833" v="2712"/>
          <ac:inkMkLst>
            <pc:docMk/>
            <pc:sldMk cId="1643825080" sldId="265"/>
            <ac:inkMk id="374" creationId="{9F952FF3-6BB5-47BF-90D6-6E5DD0A73643}"/>
          </ac:inkMkLst>
        </pc:inkChg>
        <pc:inkChg chg="add del">
          <ac:chgData name="" userId="242feb3c33a8e7bf" providerId="LiveId" clId="{39C24DAF-E20C-4507-9157-C96F2FA882D0}" dt="2023-03-28T16:30:18.833" v="2712"/>
          <ac:inkMkLst>
            <pc:docMk/>
            <pc:sldMk cId="1643825080" sldId="265"/>
            <ac:inkMk id="375" creationId="{6804C2B2-408D-4073-A97A-A0455B35DAD4}"/>
          </ac:inkMkLst>
        </pc:inkChg>
        <pc:inkChg chg="add del">
          <ac:chgData name="" userId="242feb3c33a8e7bf" providerId="LiveId" clId="{39C24DAF-E20C-4507-9157-C96F2FA882D0}" dt="2023-03-28T16:30:18.833" v="2712"/>
          <ac:inkMkLst>
            <pc:docMk/>
            <pc:sldMk cId="1643825080" sldId="265"/>
            <ac:inkMk id="376" creationId="{723F31ED-E3B6-4494-87AC-0BC9F4E808A1}"/>
          </ac:inkMkLst>
        </pc:inkChg>
        <pc:inkChg chg="add del">
          <ac:chgData name="" userId="242feb3c33a8e7bf" providerId="LiveId" clId="{39C24DAF-E20C-4507-9157-C96F2FA882D0}" dt="2023-03-28T16:30:18.833" v="2712"/>
          <ac:inkMkLst>
            <pc:docMk/>
            <pc:sldMk cId="1643825080" sldId="265"/>
            <ac:inkMk id="377" creationId="{936374FA-BBA3-40A6-8494-7F7B472799CB}"/>
          </ac:inkMkLst>
        </pc:inkChg>
        <pc:inkChg chg="add del">
          <ac:chgData name="" userId="242feb3c33a8e7bf" providerId="LiveId" clId="{39C24DAF-E20C-4507-9157-C96F2FA882D0}" dt="2023-03-28T16:30:18.833" v="2712"/>
          <ac:inkMkLst>
            <pc:docMk/>
            <pc:sldMk cId="1643825080" sldId="265"/>
            <ac:inkMk id="378" creationId="{E30EF5E0-32F9-4E77-9F64-FE10C0562242}"/>
          </ac:inkMkLst>
        </pc:inkChg>
        <pc:inkChg chg="add del">
          <ac:chgData name="" userId="242feb3c33a8e7bf" providerId="LiveId" clId="{39C24DAF-E20C-4507-9157-C96F2FA882D0}" dt="2023-03-28T16:30:18.833" v="2712"/>
          <ac:inkMkLst>
            <pc:docMk/>
            <pc:sldMk cId="1643825080" sldId="265"/>
            <ac:inkMk id="379" creationId="{DDE31008-15A4-4ED4-AC80-E944BA010FAC}"/>
          </ac:inkMkLst>
        </pc:inkChg>
        <pc:inkChg chg="add del">
          <ac:chgData name="" userId="242feb3c33a8e7bf" providerId="LiveId" clId="{39C24DAF-E20C-4507-9157-C96F2FA882D0}" dt="2023-03-28T16:30:18.833" v="2712"/>
          <ac:inkMkLst>
            <pc:docMk/>
            <pc:sldMk cId="1643825080" sldId="265"/>
            <ac:inkMk id="380" creationId="{3388E674-1B42-4C94-BF97-B3A86C3706D0}"/>
          </ac:inkMkLst>
        </pc:inkChg>
        <pc:inkChg chg="add del">
          <ac:chgData name="" userId="242feb3c33a8e7bf" providerId="LiveId" clId="{39C24DAF-E20C-4507-9157-C96F2FA882D0}" dt="2023-03-28T16:30:18.833" v="2712"/>
          <ac:inkMkLst>
            <pc:docMk/>
            <pc:sldMk cId="1643825080" sldId="265"/>
            <ac:inkMk id="381" creationId="{214BC0F2-7D82-47D0-98CE-B1F688BE9DD4}"/>
          </ac:inkMkLst>
        </pc:inkChg>
        <pc:inkChg chg="add del">
          <ac:chgData name="" userId="242feb3c33a8e7bf" providerId="LiveId" clId="{39C24DAF-E20C-4507-9157-C96F2FA882D0}" dt="2023-03-28T16:30:18.833" v="2712"/>
          <ac:inkMkLst>
            <pc:docMk/>
            <pc:sldMk cId="1643825080" sldId="265"/>
            <ac:inkMk id="382" creationId="{7CCFB513-A542-4AF7-80D0-7FD7ED304138}"/>
          </ac:inkMkLst>
        </pc:inkChg>
        <pc:inkChg chg="add del">
          <ac:chgData name="" userId="242feb3c33a8e7bf" providerId="LiveId" clId="{39C24DAF-E20C-4507-9157-C96F2FA882D0}" dt="2023-03-28T16:30:18.833" v="2712"/>
          <ac:inkMkLst>
            <pc:docMk/>
            <pc:sldMk cId="1643825080" sldId="265"/>
            <ac:inkMk id="383" creationId="{DE61466C-9826-4C73-8B29-5010466DD65A}"/>
          </ac:inkMkLst>
        </pc:inkChg>
        <pc:inkChg chg="add del">
          <ac:chgData name="" userId="242feb3c33a8e7bf" providerId="LiveId" clId="{39C24DAF-E20C-4507-9157-C96F2FA882D0}" dt="2023-03-28T16:30:18.833" v="2712"/>
          <ac:inkMkLst>
            <pc:docMk/>
            <pc:sldMk cId="1643825080" sldId="265"/>
            <ac:inkMk id="384" creationId="{6FFD620E-785B-4C68-88DE-E689A34FFC1B}"/>
          </ac:inkMkLst>
        </pc:inkChg>
        <pc:inkChg chg="add del">
          <ac:chgData name="" userId="242feb3c33a8e7bf" providerId="LiveId" clId="{39C24DAF-E20C-4507-9157-C96F2FA882D0}" dt="2023-03-28T16:30:18.833" v="2712"/>
          <ac:inkMkLst>
            <pc:docMk/>
            <pc:sldMk cId="1643825080" sldId="265"/>
            <ac:inkMk id="385" creationId="{9A63C2E8-E852-448C-B2DE-82A8BC4EFD6E}"/>
          </ac:inkMkLst>
        </pc:inkChg>
        <pc:inkChg chg="add del">
          <ac:chgData name="" userId="242feb3c33a8e7bf" providerId="LiveId" clId="{39C24DAF-E20C-4507-9157-C96F2FA882D0}" dt="2023-03-28T16:30:18.833" v="2712"/>
          <ac:inkMkLst>
            <pc:docMk/>
            <pc:sldMk cId="1643825080" sldId="265"/>
            <ac:inkMk id="386" creationId="{ECB0A17C-1EC4-474A-AD36-BC3623D32F58}"/>
          </ac:inkMkLst>
        </pc:inkChg>
        <pc:inkChg chg="add del">
          <ac:chgData name="" userId="242feb3c33a8e7bf" providerId="LiveId" clId="{39C24DAF-E20C-4507-9157-C96F2FA882D0}" dt="2023-03-28T16:30:18.833" v="2712"/>
          <ac:inkMkLst>
            <pc:docMk/>
            <pc:sldMk cId="1643825080" sldId="265"/>
            <ac:inkMk id="387" creationId="{B2FF6E3B-2769-4427-94DB-DB3FCE38587D}"/>
          </ac:inkMkLst>
        </pc:inkChg>
        <pc:inkChg chg="add del">
          <ac:chgData name="" userId="242feb3c33a8e7bf" providerId="LiveId" clId="{39C24DAF-E20C-4507-9157-C96F2FA882D0}" dt="2023-03-28T16:30:18.833" v="2712"/>
          <ac:inkMkLst>
            <pc:docMk/>
            <pc:sldMk cId="1643825080" sldId="265"/>
            <ac:inkMk id="388" creationId="{930D9F76-BF75-4D0E-8BA6-A10DD4200B27}"/>
          </ac:inkMkLst>
        </pc:inkChg>
        <pc:inkChg chg="add del">
          <ac:chgData name="" userId="242feb3c33a8e7bf" providerId="LiveId" clId="{39C24DAF-E20C-4507-9157-C96F2FA882D0}" dt="2023-03-28T16:30:18.833" v="2712"/>
          <ac:inkMkLst>
            <pc:docMk/>
            <pc:sldMk cId="1643825080" sldId="265"/>
            <ac:inkMk id="389" creationId="{59CAF5A8-803F-468B-9C80-9F06C5E73C58}"/>
          </ac:inkMkLst>
        </pc:inkChg>
        <pc:inkChg chg="add del">
          <ac:chgData name="" userId="242feb3c33a8e7bf" providerId="LiveId" clId="{39C24DAF-E20C-4507-9157-C96F2FA882D0}" dt="2023-03-28T16:30:18.833" v="2712"/>
          <ac:inkMkLst>
            <pc:docMk/>
            <pc:sldMk cId="1643825080" sldId="265"/>
            <ac:inkMk id="390" creationId="{C7886507-4330-4824-9B7E-C3A2454E8528}"/>
          </ac:inkMkLst>
        </pc:inkChg>
        <pc:inkChg chg="add del">
          <ac:chgData name="" userId="242feb3c33a8e7bf" providerId="LiveId" clId="{39C24DAF-E20C-4507-9157-C96F2FA882D0}" dt="2023-03-28T16:30:18.833" v="2712"/>
          <ac:inkMkLst>
            <pc:docMk/>
            <pc:sldMk cId="1643825080" sldId="265"/>
            <ac:inkMk id="391" creationId="{4C1EF2E9-C540-409A-B80B-14FBBDB47F5C}"/>
          </ac:inkMkLst>
        </pc:inkChg>
        <pc:inkChg chg="add del">
          <ac:chgData name="" userId="242feb3c33a8e7bf" providerId="LiveId" clId="{39C24DAF-E20C-4507-9157-C96F2FA882D0}" dt="2023-03-28T16:30:18.833" v="2712"/>
          <ac:inkMkLst>
            <pc:docMk/>
            <pc:sldMk cId="1643825080" sldId="265"/>
            <ac:inkMk id="392" creationId="{4BF0CDC6-3214-4DEE-83A6-C0E6066B2D59}"/>
          </ac:inkMkLst>
        </pc:inkChg>
        <pc:inkChg chg="add del">
          <ac:chgData name="" userId="242feb3c33a8e7bf" providerId="LiveId" clId="{39C24DAF-E20C-4507-9157-C96F2FA882D0}" dt="2023-03-28T16:30:18.833" v="2712"/>
          <ac:inkMkLst>
            <pc:docMk/>
            <pc:sldMk cId="1643825080" sldId="265"/>
            <ac:inkMk id="393" creationId="{3A3E30F3-4E97-4CAF-AB7B-C5815A6A194C}"/>
          </ac:inkMkLst>
        </pc:inkChg>
        <pc:inkChg chg="add del">
          <ac:chgData name="" userId="242feb3c33a8e7bf" providerId="LiveId" clId="{39C24DAF-E20C-4507-9157-C96F2FA882D0}" dt="2023-03-28T16:30:18.833" v="2712"/>
          <ac:inkMkLst>
            <pc:docMk/>
            <pc:sldMk cId="1643825080" sldId="265"/>
            <ac:inkMk id="394" creationId="{EACDB4B4-E1E5-4023-8464-DECA87216ABA}"/>
          </ac:inkMkLst>
        </pc:inkChg>
        <pc:inkChg chg="add del">
          <ac:chgData name="" userId="242feb3c33a8e7bf" providerId="LiveId" clId="{39C24DAF-E20C-4507-9157-C96F2FA882D0}" dt="2023-03-28T16:30:18.833" v="2712"/>
          <ac:inkMkLst>
            <pc:docMk/>
            <pc:sldMk cId="1643825080" sldId="265"/>
            <ac:inkMk id="395" creationId="{74359EA8-5F85-48C5-8B86-7DD949CC953B}"/>
          </ac:inkMkLst>
        </pc:inkChg>
        <pc:inkChg chg="add del">
          <ac:chgData name="" userId="242feb3c33a8e7bf" providerId="LiveId" clId="{39C24DAF-E20C-4507-9157-C96F2FA882D0}" dt="2023-03-28T16:30:18.833" v="2712"/>
          <ac:inkMkLst>
            <pc:docMk/>
            <pc:sldMk cId="1643825080" sldId="265"/>
            <ac:inkMk id="396" creationId="{6ED4FCB0-231C-420B-A868-32E3011623EA}"/>
          </ac:inkMkLst>
        </pc:inkChg>
        <pc:inkChg chg="add del">
          <ac:chgData name="" userId="242feb3c33a8e7bf" providerId="LiveId" clId="{39C24DAF-E20C-4507-9157-C96F2FA882D0}" dt="2023-03-28T16:30:18.833" v="2712"/>
          <ac:inkMkLst>
            <pc:docMk/>
            <pc:sldMk cId="1643825080" sldId="265"/>
            <ac:inkMk id="397" creationId="{D919F564-4B5B-4F4E-9A1E-7C311502B44A}"/>
          </ac:inkMkLst>
        </pc:inkChg>
        <pc:inkChg chg="add del">
          <ac:chgData name="" userId="242feb3c33a8e7bf" providerId="LiveId" clId="{39C24DAF-E20C-4507-9157-C96F2FA882D0}" dt="2023-03-28T16:30:18.833" v="2712"/>
          <ac:inkMkLst>
            <pc:docMk/>
            <pc:sldMk cId="1643825080" sldId="265"/>
            <ac:inkMk id="398" creationId="{E7AB34A1-17A7-4858-ABD4-AE8490785781}"/>
          </ac:inkMkLst>
        </pc:inkChg>
        <pc:inkChg chg="add del">
          <ac:chgData name="" userId="242feb3c33a8e7bf" providerId="LiveId" clId="{39C24DAF-E20C-4507-9157-C96F2FA882D0}" dt="2023-03-28T16:30:18.833" v="2712"/>
          <ac:inkMkLst>
            <pc:docMk/>
            <pc:sldMk cId="1643825080" sldId="265"/>
            <ac:inkMk id="399" creationId="{7530C3AF-F7B8-4D2D-BB58-4FD515EDEA34}"/>
          </ac:inkMkLst>
        </pc:inkChg>
        <pc:inkChg chg="add del">
          <ac:chgData name="" userId="242feb3c33a8e7bf" providerId="LiveId" clId="{39C24DAF-E20C-4507-9157-C96F2FA882D0}" dt="2023-03-28T16:30:18.833" v="2712"/>
          <ac:inkMkLst>
            <pc:docMk/>
            <pc:sldMk cId="1643825080" sldId="265"/>
            <ac:inkMk id="400" creationId="{DB211594-D1AB-40C1-AE92-96555D64038A}"/>
          </ac:inkMkLst>
        </pc:inkChg>
        <pc:inkChg chg="add del">
          <ac:chgData name="" userId="242feb3c33a8e7bf" providerId="LiveId" clId="{39C24DAF-E20C-4507-9157-C96F2FA882D0}" dt="2023-03-28T16:30:34.468" v="2729"/>
          <ac:inkMkLst>
            <pc:docMk/>
            <pc:sldMk cId="1643825080" sldId="265"/>
            <ac:inkMk id="401" creationId="{61F23D83-DACC-4034-B18D-E4785BF5CA5F}"/>
          </ac:inkMkLst>
        </pc:inkChg>
        <pc:inkChg chg="add">
          <ac:chgData name="" userId="242feb3c33a8e7bf" providerId="LiveId" clId="{39C24DAF-E20C-4507-9157-C96F2FA882D0}" dt="2023-03-28T16:30:18.833" v="2712"/>
          <ac:inkMkLst>
            <pc:docMk/>
            <pc:sldMk cId="1643825080" sldId="265"/>
            <ac:inkMk id="402" creationId="{607D9C31-CE0B-4066-8DF8-8DAB36DC99AF}"/>
          </ac:inkMkLst>
        </pc:inkChg>
        <pc:inkChg chg="add">
          <ac:chgData name="" userId="242feb3c33a8e7bf" providerId="LiveId" clId="{39C24DAF-E20C-4507-9157-C96F2FA882D0}" dt="2023-03-28T16:30:18.833" v="2712"/>
          <ac:inkMkLst>
            <pc:docMk/>
            <pc:sldMk cId="1643825080" sldId="265"/>
            <ac:inkMk id="403" creationId="{04E8E4A0-C3C7-4807-AB6D-3FE41F686942}"/>
          </ac:inkMkLst>
        </pc:inkChg>
        <pc:inkChg chg="add">
          <ac:chgData name="" userId="242feb3c33a8e7bf" providerId="LiveId" clId="{39C24DAF-E20C-4507-9157-C96F2FA882D0}" dt="2023-03-28T16:30:18.833" v="2712"/>
          <ac:inkMkLst>
            <pc:docMk/>
            <pc:sldMk cId="1643825080" sldId="265"/>
            <ac:inkMk id="404" creationId="{212306D7-4DFB-4028-94DB-F1286E341F2C}"/>
          </ac:inkMkLst>
        </pc:inkChg>
        <pc:inkChg chg="add del">
          <ac:chgData name="" userId="242feb3c33a8e7bf" providerId="LiveId" clId="{39C24DAF-E20C-4507-9157-C96F2FA882D0}" dt="2023-03-28T16:30:22.686" v="2720"/>
          <ac:inkMkLst>
            <pc:docMk/>
            <pc:sldMk cId="1643825080" sldId="265"/>
            <ac:inkMk id="405" creationId="{3A0BB05E-AF57-42DD-8807-7FAFC2761938}"/>
          </ac:inkMkLst>
        </pc:inkChg>
        <pc:inkChg chg="add del">
          <ac:chgData name="" userId="242feb3c33a8e7bf" providerId="LiveId" clId="{39C24DAF-E20C-4507-9157-C96F2FA882D0}" dt="2023-03-28T16:30:22.686" v="2720"/>
          <ac:inkMkLst>
            <pc:docMk/>
            <pc:sldMk cId="1643825080" sldId="265"/>
            <ac:inkMk id="406" creationId="{C327B6DA-4B62-4465-9ABE-9602EC798E1C}"/>
          </ac:inkMkLst>
        </pc:inkChg>
        <pc:inkChg chg="add del">
          <ac:chgData name="" userId="242feb3c33a8e7bf" providerId="LiveId" clId="{39C24DAF-E20C-4507-9157-C96F2FA882D0}" dt="2023-03-28T16:30:22.686" v="2720"/>
          <ac:inkMkLst>
            <pc:docMk/>
            <pc:sldMk cId="1643825080" sldId="265"/>
            <ac:inkMk id="407" creationId="{08247136-0AAC-46E8-BF6F-8E2A8ED56426}"/>
          </ac:inkMkLst>
        </pc:inkChg>
        <pc:inkChg chg="add del">
          <ac:chgData name="" userId="242feb3c33a8e7bf" providerId="LiveId" clId="{39C24DAF-E20C-4507-9157-C96F2FA882D0}" dt="2023-03-28T16:30:22.686" v="2720"/>
          <ac:inkMkLst>
            <pc:docMk/>
            <pc:sldMk cId="1643825080" sldId="265"/>
            <ac:inkMk id="408" creationId="{D4DF289F-AF12-413D-85F3-DF0B3D7AB28A}"/>
          </ac:inkMkLst>
        </pc:inkChg>
        <pc:inkChg chg="add del">
          <ac:chgData name="" userId="242feb3c33a8e7bf" providerId="LiveId" clId="{39C24DAF-E20C-4507-9157-C96F2FA882D0}" dt="2023-03-28T16:30:22.686" v="2720"/>
          <ac:inkMkLst>
            <pc:docMk/>
            <pc:sldMk cId="1643825080" sldId="265"/>
            <ac:inkMk id="409" creationId="{9781E1EA-717E-42AD-B149-88B51D59D135}"/>
          </ac:inkMkLst>
        </pc:inkChg>
        <pc:inkChg chg="add del">
          <ac:chgData name="" userId="242feb3c33a8e7bf" providerId="LiveId" clId="{39C24DAF-E20C-4507-9157-C96F2FA882D0}" dt="2023-03-28T16:30:22.686" v="2720"/>
          <ac:inkMkLst>
            <pc:docMk/>
            <pc:sldMk cId="1643825080" sldId="265"/>
            <ac:inkMk id="410" creationId="{B802358C-6769-47D9-9C21-E165A0389115}"/>
          </ac:inkMkLst>
        </pc:inkChg>
        <pc:inkChg chg="add del">
          <ac:chgData name="" userId="242feb3c33a8e7bf" providerId="LiveId" clId="{39C24DAF-E20C-4507-9157-C96F2FA882D0}" dt="2023-03-28T16:30:22.686" v="2720"/>
          <ac:inkMkLst>
            <pc:docMk/>
            <pc:sldMk cId="1643825080" sldId="265"/>
            <ac:inkMk id="411" creationId="{E1C5F463-BD9D-48CC-97BE-BDE3472FFDED}"/>
          </ac:inkMkLst>
        </pc:inkChg>
        <pc:inkChg chg="add del">
          <ac:chgData name="" userId="242feb3c33a8e7bf" providerId="LiveId" clId="{39C24DAF-E20C-4507-9157-C96F2FA882D0}" dt="2023-03-28T16:30:26.160" v="2728"/>
          <ac:inkMkLst>
            <pc:docMk/>
            <pc:sldMk cId="1643825080" sldId="265"/>
            <ac:inkMk id="412" creationId="{758543AF-6584-4BE1-9BEA-D7006896359D}"/>
          </ac:inkMkLst>
        </pc:inkChg>
        <pc:inkChg chg="add del">
          <ac:chgData name="" userId="242feb3c33a8e7bf" providerId="LiveId" clId="{39C24DAF-E20C-4507-9157-C96F2FA882D0}" dt="2023-03-28T16:30:26.160" v="2728"/>
          <ac:inkMkLst>
            <pc:docMk/>
            <pc:sldMk cId="1643825080" sldId="265"/>
            <ac:inkMk id="413" creationId="{0E5A45C1-17E7-4411-BA9C-3A6E1232E3FD}"/>
          </ac:inkMkLst>
        </pc:inkChg>
        <pc:inkChg chg="add del">
          <ac:chgData name="" userId="242feb3c33a8e7bf" providerId="LiveId" clId="{39C24DAF-E20C-4507-9157-C96F2FA882D0}" dt="2023-03-28T16:30:26.160" v="2728"/>
          <ac:inkMkLst>
            <pc:docMk/>
            <pc:sldMk cId="1643825080" sldId="265"/>
            <ac:inkMk id="414" creationId="{8B7AFC9E-4197-4121-AE76-C566CAE384CE}"/>
          </ac:inkMkLst>
        </pc:inkChg>
        <pc:inkChg chg="add del">
          <ac:chgData name="" userId="242feb3c33a8e7bf" providerId="LiveId" clId="{39C24DAF-E20C-4507-9157-C96F2FA882D0}" dt="2023-03-28T16:30:26.160" v="2728"/>
          <ac:inkMkLst>
            <pc:docMk/>
            <pc:sldMk cId="1643825080" sldId="265"/>
            <ac:inkMk id="415" creationId="{46AF9AF6-AC83-4F32-A3BF-AB0B82F747FC}"/>
          </ac:inkMkLst>
        </pc:inkChg>
        <pc:inkChg chg="add del">
          <ac:chgData name="" userId="242feb3c33a8e7bf" providerId="LiveId" clId="{39C24DAF-E20C-4507-9157-C96F2FA882D0}" dt="2023-03-28T16:30:26.160" v="2728"/>
          <ac:inkMkLst>
            <pc:docMk/>
            <pc:sldMk cId="1643825080" sldId="265"/>
            <ac:inkMk id="416" creationId="{AB0F5A79-48B7-4158-B1D4-6BAC4A2F5805}"/>
          </ac:inkMkLst>
        </pc:inkChg>
        <pc:inkChg chg="add del">
          <ac:chgData name="" userId="242feb3c33a8e7bf" providerId="LiveId" clId="{39C24DAF-E20C-4507-9157-C96F2FA882D0}" dt="2023-03-28T16:30:26.160" v="2728"/>
          <ac:inkMkLst>
            <pc:docMk/>
            <pc:sldMk cId="1643825080" sldId="265"/>
            <ac:inkMk id="417" creationId="{286A1445-5714-472A-A815-660D1AAD121E}"/>
          </ac:inkMkLst>
        </pc:inkChg>
        <pc:inkChg chg="add del">
          <ac:chgData name="" userId="242feb3c33a8e7bf" providerId="LiveId" clId="{39C24DAF-E20C-4507-9157-C96F2FA882D0}" dt="2023-03-28T16:30:26.160" v="2728"/>
          <ac:inkMkLst>
            <pc:docMk/>
            <pc:sldMk cId="1643825080" sldId="265"/>
            <ac:inkMk id="418" creationId="{64F85FD9-357B-4980-9C6A-DA2053128C36}"/>
          </ac:inkMkLst>
        </pc:inkChg>
        <pc:inkChg chg="add del">
          <ac:chgData name="" userId="242feb3c33a8e7bf" providerId="LiveId" clId="{39C24DAF-E20C-4507-9157-C96F2FA882D0}" dt="2023-03-28T16:30:42.957" v="2741"/>
          <ac:inkMkLst>
            <pc:docMk/>
            <pc:sldMk cId="1643825080" sldId="265"/>
            <ac:inkMk id="419" creationId="{4DD346A1-BD7A-4725-94E5-AA5C507C9189}"/>
          </ac:inkMkLst>
        </pc:inkChg>
        <pc:inkChg chg="add del">
          <ac:chgData name="" userId="242feb3c33a8e7bf" providerId="LiveId" clId="{39C24DAF-E20C-4507-9157-C96F2FA882D0}" dt="2023-03-28T16:30:42.957" v="2741"/>
          <ac:inkMkLst>
            <pc:docMk/>
            <pc:sldMk cId="1643825080" sldId="265"/>
            <ac:inkMk id="420" creationId="{82655249-CE88-4ED7-B2E3-D8E8FF5DE810}"/>
          </ac:inkMkLst>
        </pc:inkChg>
        <pc:inkChg chg="add del">
          <ac:chgData name="" userId="242feb3c33a8e7bf" providerId="LiveId" clId="{39C24DAF-E20C-4507-9157-C96F2FA882D0}" dt="2023-03-28T16:30:42.957" v="2741"/>
          <ac:inkMkLst>
            <pc:docMk/>
            <pc:sldMk cId="1643825080" sldId="265"/>
            <ac:inkMk id="421" creationId="{BF8B8A84-4530-404B-B3AF-01B294FFA86F}"/>
          </ac:inkMkLst>
        </pc:inkChg>
        <pc:inkChg chg="add del">
          <ac:chgData name="" userId="242feb3c33a8e7bf" providerId="LiveId" clId="{39C24DAF-E20C-4507-9157-C96F2FA882D0}" dt="2023-03-28T16:30:42.957" v="2741"/>
          <ac:inkMkLst>
            <pc:docMk/>
            <pc:sldMk cId="1643825080" sldId="265"/>
            <ac:inkMk id="422" creationId="{1FE43774-2DF9-4C54-9E52-D2846043D833}"/>
          </ac:inkMkLst>
        </pc:inkChg>
        <pc:inkChg chg="add del">
          <ac:chgData name="" userId="242feb3c33a8e7bf" providerId="LiveId" clId="{39C24DAF-E20C-4507-9157-C96F2FA882D0}" dt="2023-03-28T16:30:42.957" v="2741"/>
          <ac:inkMkLst>
            <pc:docMk/>
            <pc:sldMk cId="1643825080" sldId="265"/>
            <ac:inkMk id="423" creationId="{8592EB44-0BB8-4A4B-B859-294EAF4F1C56}"/>
          </ac:inkMkLst>
        </pc:inkChg>
        <pc:inkChg chg="add del">
          <ac:chgData name="" userId="242feb3c33a8e7bf" providerId="LiveId" clId="{39C24DAF-E20C-4507-9157-C96F2FA882D0}" dt="2023-03-28T16:30:42.957" v="2741"/>
          <ac:inkMkLst>
            <pc:docMk/>
            <pc:sldMk cId="1643825080" sldId="265"/>
            <ac:inkMk id="424" creationId="{998B6624-C33C-4081-ABCA-6C09BCBD4D3A}"/>
          </ac:inkMkLst>
        </pc:inkChg>
        <pc:inkChg chg="add del">
          <ac:chgData name="" userId="242feb3c33a8e7bf" providerId="LiveId" clId="{39C24DAF-E20C-4507-9157-C96F2FA882D0}" dt="2023-03-28T16:30:42.957" v="2741"/>
          <ac:inkMkLst>
            <pc:docMk/>
            <pc:sldMk cId="1643825080" sldId="265"/>
            <ac:inkMk id="425" creationId="{CE7FB5CB-4698-4F49-8D34-2E8B5748DE38}"/>
          </ac:inkMkLst>
        </pc:inkChg>
        <pc:inkChg chg="add del">
          <ac:chgData name="" userId="242feb3c33a8e7bf" providerId="LiveId" clId="{39C24DAF-E20C-4507-9157-C96F2FA882D0}" dt="2023-03-28T16:30:42.957" v="2741"/>
          <ac:inkMkLst>
            <pc:docMk/>
            <pc:sldMk cId="1643825080" sldId="265"/>
            <ac:inkMk id="426" creationId="{F95AA4B2-54D3-43A7-9D74-94BB35DB2B49}"/>
          </ac:inkMkLst>
        </pc:inkChg>
        <pc:inkChg chg="add del">
          <ac:chgData name="" userId="242feb3c33a8e7bf" providerId="LiveId" clId="{39C24DAF-E20C-4507-9157-C96F2FA882D0}" dt="2023-03-28T16:30:42.957" v="2741"/>
          <ac:inkMkLst>
            <pc:docMk/>
            <pc:sldMk cId="1643825080" sldId="265"/>
            <ac:inkMk id="427" creationId="{04D78236-CFCF-49C3-B9FB-A4C006B52E0B}"/>
          </ac:inkMkLst>
        </pc:inkChg>
        <pc:inkChg chg="add del">
          <ac:chgData name="" userId="242feb3c33a8e7bf" providerId="LiveId" clId="{39C24DAF-E20C-4507-9157-C96F2FA882D0}" dt="2023-03-28T16:30:42.957" v="2741"/>
          <ac:inkMkLst>
            <pc:docMk/>
            <pc:sldMk cId="1643825080" sldId="265"/>
            <ac:inkMk id="428" creationId="{3FC5CD81-6AAC-401E-B1DD-7926627D62DC}"/>
          </ac:inkMkLst>
        </pc:inkChg>
        <pc:inkChg chg="add del">
          <ac:chgData name="" userId="242feb3c33a8e7bf" providerId="LiveId" clId="{39C24DAF-E20C-4507-9157-C96F2FA882D0}" dt="2023-03-28T16:30:42.957" v="2741"/>
          <ac:inkMkLst>
            <pc:docMk/>
            <pc:sldMk cId="1643825080" sldId="265"/>
            <ac:inkMk id="429" creationId="{56B632F9-51C9-4F8F-B00E-FDF3C3229E7C}"/>
          </ac:inkMkLst>
        </pc:inkChg>
        <pc:inkChg chg="add del">
          <ac:chgData name="" userId="242feb3c33a8e7bf" providerId="LiveId" clId="{39C24DAF-E20C-4507-9157-C96F2FA882D0}" dt="2023-03-28T16:30:42.957" v="2741"/>
          <ac:inkMkLst>
            <pc:docMk/>
            <pc:sldMk cId="1643825080" sldId="265"/>
            <ac:inkMk id="430" creationId="{55202334-703D-4219-AA8F-5CC6B9C17582}"/>
          </ac:inkMkLst>
        </pc:inkChg>
        <pc:inkChg chg="add del">
          <ac:chgData name="" userId="242feb3c33a8e7bf" providerId="LiveId" clId="{39C24DAF-E20C-4507-9157-C96F2FA882D0}" dt="2023-03-28T16:30:42.957" v="2741"/>
          <ac:inkMkLst>
            <pc:docMk/>
            <pc:sldMk cId="1643825080" sldId="265"/>
            <ac:inkMk id="431" creationId="{4901F1D5-7AF5-4C6A-8B85-9865F783A9ED}"/>
          </ac:inkMkLst>
        </pc:inkChg>
        <pc:inkChg chg="add">
          <ac:chgData name="" userId="242feb3c33a8e7bf" providerId="LiveId" clId="{39C24DAF-E20C-4507-9157-C96F2FA882D0}" dt="2023-03-28T16:30:42.957" v="2741"/>
          <ac:inkMkLst>
            <pc:docMk/>
            <pc:sldMk cId="1643825080" sldId="265"/>
            <ac:inkMk id="432" creationId="{ED5C462C-B447-4D8E-A5D9-DE1F4FF1B198}"/>
          </ac:inkMkLst>
        </pc:inkChg>
        <pc:inkChg chg="add del">
          <ac:chgData name="" userId="242feb3c33a8e7bf" providerId="LiveId" clId="{39C24DAF-E20C-4507-9157-C96F2FA882D0}" dt="2023-03-28T16:30:53.795" v="2750"/>
          <ac:inkMkLst>
            <pc:docMk/>
            <pc:sldMk cId="1643825080" sldId="265"/>
            <ac:inkMk id="433" creationId="{E1F2CF57-167B-40DF-9600-B7161F6E0C40}"/>
          </ac:inkMkLst>
        </pc:inkChg>
        <pc:inkChg chg="add del">
          <ac:chgData name="" userId="242feb3c33a8e7bf" providerId="LiveId" clId="{39C24DAF-E20C-4507-9157-C96F2FA882D0}" dt="2023-03-28T16:30:53.795" v="2750"/>
          <ac:inkMkLst>
            <pc:docMk/>
            <pc:sldMk cId="1643825080" sldId="265"/>
            <ac:inkMk id="434" creationId="{7D384C13-929D-44BB-B6FE-74B627B61D12}"/>
          </ac:inkMkLst>
        </pc:inkChg>
        <pc:inkChg chg="add del">
          <ac:chgData name="" userId="242feb3c33a8e7bf" providerId="LiveId" clId="{39C24DAF-E20C-4507-9157-C96F2FA882D0}" dt="2023-03-28T16:30:53.795" v="2750"/>
          <ac:inkMkLst>
            <pc:docMk/>
            <pc:sldMk cId="1643825080" sldId="265"/>
            <ac:inkMk id="435" creationId="{CCA3FD7E-EF72-446E-864D-283D7821819B}"/>
          </ac:inkMkLst>
        </pc:inkChg>
        <pc:inkChg chg="add del">
          <ac:chgData name="" userId="242feb3c33a8e7bf" providerId="LiveId" clId="{39C24DAF-E20C-4507-9157-C96F2FA882D0}" dt="2023-03-28T16:30:53.795" v="2750"/>
          <ac:inkMkLst>
            <pc:docMk/>
            <pc:sldMk cId="1643825080" sldId="265"/>
            <ac:inkMk id="436" creationId="{59237D92-0CCC-4C9D-A9B1-7B16DD6C6E24}"/>
          </ac:inkMkLst>
        </pc:inkChg>
        <pc:inkChg chg="add del">
          <ac:chgData name="" userId="242feb3c33a8e7bf" providerId="LiveId" clId="{39C24DAF-E20C-4507-9157-C96F2FA882D0}" dt="2023-03-28T16:30:53.795" v="2750"/>
          <ac:inkMkLst>
            <pc:docMk/>
            <pc:sldMk cId="1643825080" sldId="265"/>
            <ac:inkMk id="437" creationId="{44E434ED-710D-4DBB-9CDE-0DB91E212D3D}"/>
          </ac:inkMkLst>
        </pc:inkChg>
        <pc:inkChg chg="add del">
          <ac:chgData name="" userId="242feb3c33a8e7bf" providerId="LiveId" clId="{39C24DAF-E20C-4507-9157-C96F2FA882D0}" dt="2023-03-28T16:30:53.795" v="2750"/>
          <ac:inkMkLst>
            <pc:docMk/>
            <pc:sldMk cId="1643825080" sldId="265"/>
            <ac:inkMk id="438" creationId="{8CA51903-6B8B-4E1C-AFD3-4735A7B314D6}"/>
          </ac:inkMkLst>
        </pc:inkChg>
        <pc:inkChg chg="add del">
          <ac:chgData name="" userId="242feb3c33a8e7bf" providerId="LiveId" clId="{39C24DAF-E20C-4507-9157-C96F2FA882D0}" dt="2023-03-28T16:30:53.795" v="2750"/>
          <ac:inkMkLst>
            <pc:docMk/>
            <pc:sldMk cId="1643825080" sldId="265"/>
            <ac:inkMk id="439" creationId="{B8D809B6-018B-4961-BF08-985D0CDD5D89}"/>
          </ac:inkMkLst>
        </pc:inkChg>
        <pc:inkChg chg="add del">
          <ac:chgData name="" userId="242feb3c33a8e7bf" providerId="LiveId" clId="{39C24DAF-E20C-4507-9157-C96F2FA882D0}" dt="2023-03-28T16:30:53.795" v="2750"/>
          <ac:inkMkLst>
            <pc:docMk/>
            <pc:sldMk cId="1643825080" sldId="265"/>
            <ac:inkMk id="440" creationId="{F7A5A551-DDFD-47A7-9F7F-DD229349E844}"/>
          </ac:inkMkLst>
        </pc:inkChg>
        <pc:inkChg chg="add">
          <ac:chgData name="" userId="242feb3c33a8e7bf" providerId="LiveId" clId="{39C24DAF-E20C-4507-9157-C96F2FA882D0}" dt="2023-03-28T16:30:53.795" v="2750"/>
          <ac:inkMkLst>
            <pc:docMk/>
            <pc:sldMk cId="1643825080" sldId="265"/>
            <ac:inkMk id="441" creationId="{38522802-FE04-49E0-9C0F-4B995913E63B}"/>
          </ac:inkMkLst>
        </pc:inkChg>
        <pc:inkChg chg="add">
          <ac:chgData name="" userId="242feb3c33a8e7bf" providerId="LiveId" clId="{39C24DAF-E20C-4507-9157-C96F2FA882D0}" dt="2023-03-28T16:30:53.795" v="2750"/>
          <ac:inkMkLst>
            <pc:docMk/>
            <pc:sldMk cId="1643825080" sldId="265"/>
            <ac:inkMk id="442" creationId="{1CDF5B5F-6076-4F99-B28A-766A1CEC5891}"/>
          </ac:inkMkLst>
        </pc:inkChg>
        <pc:inkChg chg="add">
          <ac:chgData name="" userId="242feb3c33a8e7bf" providerId="LiveId" clId="{39C24DAF-E20C-4507-9157-C96F2FA882D0}" dt="2023-03-28T16:30:53.795" v="2750"/>
          <ac:inkMkLst>
            <pc:docMk/>
            <pc:sldMk cId="1643825080" sldId="265"/>
            <ac:inkMk id="443" creationId="{64B50AC2-B8AA-4906-ADC2-7C9D610EFCCE}"/>
          </ac:inkMkLst>
        </pc:inkChg>
        <pc:inkChg chg="add">
          <ac:chgData name="" userId="242feb3c33a8e7bf" providerId="LiveId" clId="{39C24DAF-E20C-4507-9157-C96F2FA882D0}" dt="2023-03-28T16:30:54.231" v="2751"/>
          <ac:inkMkLst>
            <pc:docMk/>
            <pc:sldMk cId="1643825080" sldId="265"/>
            <ac:inkMk id="444" creationId="{FCE50F85-1E9D-45B2-856A-3B070AC5D5A1}"/>
          </ac:inkMkLst>
        </pc:inkChg>
        <pc:inkChg chg="add">
          <ac:chgData name="" userId="242feb3c33a8e7bf" providerId="LiveId" clId="{39C24DAF-E20C-4507-9157-C96F2FA882D0}" dt="2023-03-28T16:30:55.245" v="2752"/>
          <ac:inkMkLst>
            <pc:docMk/>
            <pc:sldMk cId="1643825080" sldId="265"/>
            <ac:inkMk id="445" creationId="{4DAFDD38-5459-4E5A-9F85-F6FB7C7D468E}"/>
          </ac:inkMkLst>
        </pc:inkChg>
        <pc:inkChg chg="add">
          <ac:chgData name="" userId="242feb3c33a8e7bf" providerId="LiveId" clId="{39C24DAF-E20C-4507-9157-C96F2FA882D0}" dt="2023-03-28T16:30:55.621" v="2753"/>
          <ac:inkMkLst>
            <pc:docMk/>
            <pc:sldMk cId="1643825080" sldId="265"/>
            <ac:inkMk id="446" creationId="{59A7161C-B6AC-44C1-BCF0-641FE14D44CC}"/>
          </ac:inkMkLst>
        </pc:inkChg>
        <pc:inkChg chg="add del">
          <ac:chgData name="" userId="242feb3c33a8e7bf" providerId="LiveId" clId="{39C24DAF-E20C-4507-9157-C96F2FA882D0}" dt="2023-03-28T16:31:01.984" v="2760"/>
          <ac:inkMkLst>
            <pc:docMk/>
            <pc:sldMk cId="1643825080" sldId="265"/>
            <ac:inkMk id="447" creationId="{9665F9C4-E769-4385-8F72-370E3B563AC0}"/>
          </ac:inkMkLst>
        </pc:inkChg>
        <pc:inkChg chg="add del">
          <ac:chgData name="" userId="242feb3c33a8e7bf" providerId="LiveId" clId="{39C24DAF-E20C-4507-9157-C96F2FA882D0}" dt="2023-03-28T16:31:01.984" v="2760"/>
          <ac:inkMkLst>
            <pc:docMk/>
            <pc:sldMk cId="1643825080" sldId="265"/>
            <ac:inkMk id="448" creationId="{2E56C8EA-4A92-4B48-93BF-EEDB1481A49A}"/>
          </ac:inkMkLst>
        </pc:inkChg>
        <pc:inkChg chg="add del">
          <ac:chgData name="" userId="242feb3c33a8e7bf" providerId="LiveId" clId="{39C24DAF-E20C-4507-9157-C96F2FA882D0}" dt="2023-03-28T16:31:01.984" v="2760"/>
          <ac:inkMkLst>
            <pc:docMk/>
            <pc:sldMk cId="1643825080" sldId="265"/>
            <ac:inkMk id="449" creationId="{CE80C3DB-0285-425C-96BA-8A5747C271C6}"/>
          </ac:inkMkLst>
        </pc:inkChg>
        <pc:inkChg chg="add del">
          <ac:chgData name="" userId="242feb3c33a8e7bf" providerId="LiveId" clId="{39C24DAF-E20C-4507-9157-C96F2FA882D0}" dt="2023-03-28T16:31:01.984" v="2760"/>
          <ac:inkMkLst>
            <pc:docMk/>
            <pc:sldMk cId="1643825080" sldId="265"/>
            <ac:inkMk id="450" creationId="{A2215D05-F67F-4D85-9373-D7E10D6DB906}"/>
          </ac:inkMkLst>
        </pc:inkChg>
        <pc:inkChg chg="add del">
          <ac:chgData name="" userId="242feb3c33a8e7bf" providerId="LiveId" clId="{39C24DAF-E20C-4507-9157-C96F2FA882D0}" dt="2023-03-28T16:31:01.984" v="2760"/>
          <ac:inkMkLst>
            <pc:docMk/>
            <pc:sldMk cId="1643825080" sldId="265"/>
            <ac:inkMk id="451" creationId="{AD146C92-D990-4139-87F9-1559049C8B65}"/>
          </ac:inkMkLst>
        </pc:inkChg>
        <pc:inkChg chg="add del">
          <ac:chgData name="" userId="242feb3c33a8e7bf" providerId="LiveId" clId="{39C24DAF-E20C-4507-9157-C96F2FA882D0}" dt="2023-03-28T16:31:01.984" v="2760"/>
          <ac:inkMkLst>
            <pc:docMk/>
            <pc:sldMk cId="1643825080" sldId="265"/>
            <ac:inkMk id="452" creationId="{EC7EAB3A-3480-42B7-AEA0-83DAE5F23026}"/>
          </ac:inkMkLst>
        </pc:inkChg>
        <pc:inkChg chg="add">
          <ac:chgData name="" userId="242feb3c33a8e7bf" providerId="LiveId" clId="{39C24DAF-E20C-4507-9157-C96F2FA882D0}" dt="2023-03-28T16:31:01.984" v="2760"/>
          <ac:inkMkLst>
            <pc:docMk/>
            <pc:sldMk cId="1643825080" sldId="265"/>
            <ac:inkMk id="453" creationId="{90EB5264-042F-489C-82F2-3B8427E148DC}"/>
          </ac:inkMkLst>
        </pc:inkChg>
        <pc:inkChg chg="add del">
          <ac:chgData name="" userId="242feb3c33a8e7bf" providerId="LiveId" clId="{39C24DAF-E20C-4507-9157-C96F2FA882D0}" dt="2023-03-28T16:31:08.763" v="2779"/>
          <ac:inkMkLst>
            <pc:docMk/>
            <pc:sldMk cId="1643825080" sldId="265"/>
            <ac:inkMk id="454" creationId="{28EB7FFB-32AD-4FA0-A096-DFF24F86CFFE}"/>
          </ac:inkMkLst>
        </pc:inkChg>
        <pc:inkChg chg="add del">
          <ac:chgData name="" userId="242feb3c33a8e7bf" providerId="LiveId" clId="{39C24DAF-E20C-4507-9157-C96F2FA882D0}" dt="2023-03-28T16:31:08.763" v="2779"/>
          <ac:inkMkLst>
            <pc:docMk/>
            <pc:sldMk cId="1643825080" sldId="265"/>
            <ac:inkMk id="455" creationId="{5B13333F-66B5-415A-8620-20CC87866D71}"/>
          </ac:inkMkLst>
        </pc:inkChg>
        <pc:inkChg chg="add del">
          <ac:chgData name="" userId="242feb3c33a8e7bf" providerId="LiveId" clId="{39C24DAF-E20C-4507-9157-C96F2FA882D0}" dt="2023-03-28T16:31:08.763" v="2779"/>
          <ac:inkMkLst>
            <pc:docMk/>
            <pc:sldMk cId="1643825080" sldId="265"/>
            <ac:inkMk id="456" creationId="{B348B188-F7F9-49C2-9F12-55D1AAA817A7}"/>
          </ac:inkMkLst>
        </pc:inkChg>
        <pc:inkChg chg="add del">
          <ac:chgData name="" userId="242feb3c33a8e7bf" providerId="LiveId" clId="{39C24DAF-E20C-4507-9157-C96F2FA882D0}" dt="2023-03-28T16:31:08.763" v="2779"/>
          <ac:inkMkLst>
            <pc:docMk/>
            <pc:sldMk cId="1643825080" sldId="265"/>
            <ac:inkMk id="457" creationId="{85CE7013-A1CB-49AF-A955-54BC98EDB01E}"/>
          </ac:inkMkLst>
        </pc:inkChg>
        <pc:inkChg chg="add del">
          <ac:chgData name="" userId="242feb3c33a8e7bf" providerId="LiveId" clId="{39C24DAF-E20C-4507-9157-C96F2FA882D0}" dt="2023-03-28T16:31:08.763" v="2779"/>
          <ac:inkMkLst>
            <pc:docMk/>
            <pc:sldMk cId="1643825080" sldId="265"/>
            <ac:inkMk id="458" creationId="{4955FA16-A95F-4ADB-AC08-4456B4560747}"/>
          </ac:inkMkLst>
        </pc:inkChg>
        <pc:inkChg chg="add">
          <ac:chgData name="" userId="242feb3c33a8e7bf" providerId="LiveId" clId="{39C24DAF-E20C-4507-9157-C96F2FA882D0}" dt="2023-03-28T16:31:04.072" v="2766"/>
          <ac:inkMkLst>
            <pc:docMk/>
            <pc:sldMk cId="1643825080" sldId="265"/>
            <ac:inkMk id="459" creationId="{0D3FB3DE-F8AC-4AE7-BAEC-38CE6934E7BB}"/>
          </ac:inkMkLst>
        </pc:inkChg>
        <pc:inkChg chg="add">
          <ac:chgData name="" userId="242feb3c33a8e7bf" providerId="LiveId" clId="{39C24DAF-E20C-4507-9157-C96F2FA882D0}" dt="2023-03-28T16:31:04.324" v="2767"/>
          <ac:inkMkLst>
            <pc:docMk/>
            <pc:sldMk cId="1643825080" sldId="265"/>
            <ac:inkMk id="460" creationId="{9F66DD5B-631C-4548-9EC8-5B9BA8A58937}"/>
          </ac:inkMkLst>
        </pc:inkChg>
        <pc:inkChg chg="add del">
          <ac:chgData name="" userId="242feb3c33a8e7bf" providerId="LiveId" clId="{39C24DAF-E20C-4507-9157-C96F2FA882D0}" dt="2023-03-28T16:31:08.763" v="2779"/>
          <ac:inkMkLst>
            <pc:docMk/>
            <pc:sldMk cId="1643825080" sldId="265"/>
            <ac:inkMk id="461" creationId="{6B97BABB-647D-463D-A8D9-750EB596E477}"/>
          </ac:inkMkLst>
        </pc:inkChg>
        <pc:inkChg chg="add del">
          <ac:chgData name="" userId="242feb3c33a8e7bf" providerId="LiveId" clId="{39C24DAF-E20C-4507-9157-C96F2FA882D0}" dt="2023-03-28T16:31:08.763" v="2779"/>
          <ac:inkMkLst>
            <pc:docMk/>
            <pc:sldMk cId="1643825080" sldId="265"/>
            <ac:inkMk id="462" creationId="{57866D15-A94B-4263-925E-236B61BD2F8E}"/>
          </ac:inkMkLst>
        </pc:inkChg>
        <pc:inkChg chg="add del">
          <ac:chgData name="" userId="242feb3c33a8e7bf" providerId="LiveId" clId="{39C24DAF-E20C-4507-9157-C96F2FA882D0}" dt="2023-03-28T16:31:08.763" v="2779"/>
          <ac:inkMkLst>
            <pc:docMk/>
            <pc:sldMk cId="1643825080" sldId="265"/>
            <ac:inkMk id="463" creationId="{F7509D8C-3567-419D-979D-CC84A5C30023}"/>
          </ac:inkMkLst>
        </pc:inkChg>
        <pc:inkChg chg="add del">
          <ac:chgData name="" userId="242feb3c33a8e7bf" providerId="LiveId" clId="{39C24DAF-E20C-4507-9157-C96F2FA882D0}" dt="2023-03-28T16:31:08.763" v="2779"/>
          <ac:inkMkLst>
            <pc:docMk/>
            <pc:sldMk cId="1643825080" sldId="265"/>
            <ac:inkMk id="464" creationId="{C5091B67-8476-4D85-A18C-3940ED201CE5}"/>
          </ac:inkMkLst>
        </pc:inkChg>
        <pc:inkChg chg="add del">
          <ac:chgData name="" userId="242feb3c33a8e7bf" providerId="LiveId" clId="{39C24DAF-E20C-4507-9157-C96F2FA882D0}" dt="2023-03-28T16:31:08.763" v="2779"/>
          <ac:inkMkLst>
            <pc:docMk/>
            <pc:sldMk cId="1643825080" sldId="265"/>
            <ac:inkMk id="465" creationId="{22A90AAD-5DC8-4E9A-A1F9-9F48DCF0E103}"/>
          </ac:inkMkLst>
        </pc:inkChg>
        <pc:inkChg chg="add del">
          <ac:chgData name="" userId="242feb3c33a8e7bf" providerId="LiveId" clId="{39C24DAF-E20C-4507-9157-C96F2FA882D0}" dt="2023-03-28T16:31:08.763" v="2779"/>
          <ac:inkMkLst>
            <pc:docMk/>
            <pc:sldMk cId="1643825080" sldId="265"/>
            <ac:inkMk id="466" creationId="{3A5A2285-24DF-46CA-8F69-AE98C05B1228}"/>
          </ac:inkMkLst>
        </pc:inkChg>
        <pc:inkChg chg="add del">
          <ac:chgData name="" userId="242feb3c33a8e7bf" providerId="LiveId" clId="{39C24DAF-E20C-4507-9157-C96F2FA882D0}" dt="2023-03-28T16:31:08.763" v="2779"/>
          <ac:inkMkLst>
            <pc:docMk/>
            <pc:sldMk cId="1643825080" sldId="265"/>
            <ac:inkMk id="467" creationId="{B6BFAC7F-9FA2-477F-9F57-E053992EEDCF}"/>
          </ac:inkMkLst>
        </pc:inkChg>
        <pc:inkChg chg="add del">
          <ac:chgData name="" userId="242feb3c33a8e7bf" providerId="LiveId" clId="{39C24DAF-E20C-4507-9157-C96F2FA882D0}" dt="2023-03-28T16:31:08.763" v="2779"/>
          <ac:inkMkLst>
            <pc:docMk/>
            <pc:sldMk cId="1643825080" sldId="265"/>
            <ac:inkMk id="468" creationId="{1B1D4638-A67E-4233-B823-B780E28DD9AC}"/>
          </ac:inkMkLst>
        </pc:inkChg>
        <pc:inkChg chg="add del">
          <ac:chgData name="" userId="242feb3c33a8e7bf" providerId="LiveId" clId="{39C24DAF-E20C-4507-9157-C96F2FA882D0}" dt="2023-03-28T16:31:08.763" v="2779"/>
          <ac:inkMkLst>
            <pc:docMk/>
            <pc:sldMk cId="1643825080" sldId="265"/>
            <ac:inkMk id="469" creationId="{A9A7399E-D104-4A18-9154-13C064E7D441}"/>
          </ac:inkMkLst>
        </pc:inkChg>
        <pc:inkChg chg="add del">
          <ac:chgData name="" userId="242feb3c33a8e7bf" providerId="LiveId" clId="{39C24DAF-E20C-4507-9157-C96F2FA882D0}" dt="2023-03-28T16:31:08.763" v="2779"/>
          <ac:inkMkLst>
            <pc:docMk/>
            <pc:sldMk cId="1643825080" sldId="265"/>
            <ac:inkMk id="470" creationId="{3B13B393-953E-4DDD-8ECD-A4568E877A03}"/>
          </ac:inkMkLst>
        </pc:inkChg>
        <pc:inkChg chg="add del">
          <ac:chgData name="" userId="242feb3c33a8e7bf" providerId="LiveId" clId="{39C24DAF-E20C-4507-9157-C96F2FA882D0}" dt="2023-03-28T16:31:08.763" v="2779"/>
          <ac:inkMkLst>
            <pc:docMk/>
            <pc:sldMk cId="1643825080" sldId="265"/>
            <ac:inkMk id="471" creationId="{20203BD2-99BC-44AD-869F-CF3C968B626C}"/>
          </ac:inkMkLst>
        </pc:inkChg>
        <pc:inkChg chg="add del">
          <ac:chgData name="" userId="242feb3c33a8e7bf" providerId="LiveId" clId="{39C24DAF-E20C-4507-9157-C96F2FA882D0}" dt="2023-03-28T16:31:22.486" v="2816"/>
          <ac:inkMkLst>
            <pc:docMk/>
            <pc:sldMk cId="1643825080" sldId="265"/>
            <ac:inkMk id="472" creationId="{514D33C2-AFD8-4572-98BF-BB642960D182}"/>
          </ac:inkMkLst>
        </pc:inkChg>
        <pc:inkChg chg="add del">
          <ac:chgData name="" userId="242feb3c33a8e7bf" providerId="LiveId" clId="{39C24DAF-E20C-4507-9157-C96F2FA882D0}" dt="2023-03-28T16:31:22.486" v="2816"/>
          <ac:inkMkLst>
            <pc:docMk/>
            <pc:sldMk cId="1643825080" sldId="265"/>
            <ac:inkMk id="473" creationId="{AA1BEAD8-198B-44B8-BD68-A340D0ED6024}"/>
          </ac:inkMkLst>
        </pc:inkChg>
        <pc:inkChg chg="add del">
          <ac:chgData name="" userId="242feb3c33a8e7bf" providerId="LiveId" clId="{39C24DAF-E20C-4507-9157-C96F2FA882D0}" dt="2023-03-28T16:31:22.486" v="2816"/>
          <ac:inkMkLst>
            <pc:docMk/>
            <pc:sldMk cId="1643825080" sldId="265"/>
            <ac:inkMk id="474" creationId="{CD821F54-38E1-4634-89D5-40137D738DC2}"/>
          </ac:inkMkLst>
        </pc:inkChg>
        <pc:inkChg chg="add">
          <ac:chgData name="" userId="242feb3c33a8e7bf" providerId="LiveId" clId="{39C24DAF-E20C-4507-9157-C96F2FA882D0}" dt="2023-03-28T16:31:08.954" v="2780"/>
          <ac:inkMkLst>
            <pc:docMk/>
            <pc:sldMk cId="1643825080" sldId="265"/>
            <ac:inkMk id="475" creationId="{4322C725-4D4E-47F2-975C-3F11863B0A2A}"/>
          </ac:inkMkLst>
        </pc:inkChg>
        <pc:inkChg chg="add del">
          <ac:chgData name="" userId="242feb3c33a8e7bf" providerId="LiveId" clId="{39C24DAF-E20C-4507-9157-C96F2FA882D0}" dt="2023-03-28T16:31:16.925" v="2803"/>
          <ac:inkMkLst>
            <pc:docMk/>
            <pc:sldMk cId="1643825080" sldId="265"/>
            <ac:inkMk id="476" creationId="{97E7EE5C-9723-4ABF-A83A-F0E0047F87B9}"/>
          </ac:inkMkLst>
        </pc:inkChg>
        <pc:inkChg chg="add del">
          <ac:chgData name="" userId="242feb3c33a8e7bf" providerId="LiveId" clId="{39C24DAF-E20C-4507-9157-C96F2FA882D0}" dt="2023-03-28T16:31:16.925" v="2803"/>
          <ac:inkMkLst>
            <pc:docMk/>
            <pc:sldMk cId="1643825080" sldId="265"/>
            <ac:inkMk id="477" creationId="{189A9B28-6CBB-40FB-8292-B71E4BDC4177}"/>
          </ac:inkMkLst>
        </pc:inkChg>
        <pc:inkChg chg="add del">
          <ac:chgData name="" userId="242feb3c33a8e7bf" providerId="LiveId" clId="{39C24DAF-E20C-4507-9157-C96F2FA882D0}" dt="2023-03-28T16:31:16.925" v="2803"/>
          <ac:inkMkLst>
            <pc:docMk/>
            <pc:sldMk cId="1643825080" sldId="265"/>
            <ac:inkMk id="478" creationId="{441E6102-6E54-45F6-89D7-6269B8E82AAD}"/>
          </ac:inkMkLst>
        </pc:inkChg>
        <pc:inkChg chg="add del">
          <ac:chgData name="" userId="242feb3c33a8e7bf" providerId="LiveId" clId="{39C24DAF-E20C-4507-9157-C96F2FA882D0}" dt="2023-03-28T16:31:16.925" v="2803"/>
          <ac:inkMkLst>
            <pc:docMk/>
            <pc:sldMk cId="1643825080" sldId="265"/>
            <ac:inkMk id="479" creationId="{030F847B-22A8-4C67-A249-4D7FD3E26CC3}"/>
          </ac:inkMkLst>
        </pc:inkChg>
        <pc:inkChg chg="add del">
          <ac:chgData name="" userId="242feb3c33a8e7bf" providerId="LiveId" clId="{39C24DAF-E20C-4507-9157-C96F2FA882D0}" dt="2023-03-28T16:31:16.925" v="2803"/>
          <ac:inkMkLst>
            <pc:docMk/>
            <pc:sldMk cId="1643825080" sldId="265"/>
            <ac:inkMk id="480" creationId="{B0F62ED3-D6E3-46CF-9489-E24028544112}"/>
          </ac:inkMkLst>
        </pc:inkChg>
        <pc:inkChg chg="add del">
          <ac:chgData name="" userId="242feb3c33a8e7bf" providerId="LiveId" clId="{39C24DAF-E20C-4507-9157-C96F2FA882D0}" dt="2023-03-28T16:31:16.925" v="2803"/>
          <ac:inkMkLst>
            <pc:docMk/>
            <pc:sldMk cId="1643825080" sldId="265"/>
            <ac:inkMk id="481" creationId="{B9B7FF98-B6BF-4B8E-BD1B-63219CB9FC96}"/>
          </ac:inkMkLst>
        </pc:inkChg>
        <pc:inkChg chg="add del">
          <ac:chgData name="" userId="242feb3c33a8e7bf" providerId="LiveId" clId="{39C24DAF-E20C-4507-9157-C96F2FA882D0}" dt="2023-03-28T16:31:16.925" v="2803"/>
          <ac:inkMkLst>
            <pc:docMk/>
            <pc:sldMk cId="1643825080" sldId="265"/>
            <ac:inkMk id="482" creationId="{6F9BD6C1-2AF5-40DB-BBD8-A7D1938D9E4D}"/>
          </ac:inkMkLst>
        </pc:inkChg>
        <pc:inkChg chg="add del">
          <ac:chgData name="" userId="242feb3c33a8e7bf" providerId="LiveId" clId="{39C24DAF-E20C-4507-9157-C96F2FA882D0}" dt="2023-03-28T16:31:16.925" v="2803"/>
          <ac:inkMkLst>
            <pc:docMk/>
            <pc:sldMk cId="1643825080" sldId="265"/>
            <ac:inkMk id="483" creationId="{A5AE5EDF-41AB-4DB3-AEE7-83507F5BCA20}"/>
          </ac:inkMkLst>
        </pc:inkChg>
        <pc:inkChg chg="add del">
          <ac:chgData name="" userId="242feb3c33a8e7bf" providerId="LiveId" clId="{39C24DAF-E20C-4507-9157-C96F2FA882D0}" dt="2023-03-28T16:31:16.925" v="2803"/>
          <ac:inkMkLst>
            <pc:docMk/>
            <pc:sldMk cId="1643825080" sldId="265"/>
            <ac:inkMk id="484" creationId="{FEF8B44E-107D-41F3-A504-8920CD867CF6}"/>
          </ac:inkMkLst>
        </pc:inkChg>
        <pc:inkChg chg="add del">
          <ac:chgData name="" userId="242feb3c33a8e7bf" providerId="LiveId" clId="{39C24DAF-E20C-4507-9157-C96F2FA882D0}" dt="2023-03-28T16:31:16.925" v="2803"/>
          <ac:inkMkLst>
            <pc:docMk/>
            <pc:sldMk cId="1643825080" sldId="265"/>
            <ac:inkMk id="485" creationId="{5BE6991E-07B7-49B8-83E6-2DB75E00F634}"/>
          </ac:inkMkLst>
        </pc:inkChg>
        <pc:inkChg chg="add del">
          <ac:chgData name="" userId="242feb3c33a8e7bf" providerId="LiveId" clId="{39C24DAF-E20C-4507-9157-C96F2FA882D0}" dt="2023-03-28T16:31:16.925" v="2803"/>
          <ac:inkMkLst>
            <pc:docMk/>
            <pc:sldMk cId="1643825080" sldId="265"/>
            <ac:inkMk id="486" creationId="{7B893AC1-9A08-42C8-88AC-5D62F44AE611}"/>
          </ac:inkMkLst>
        </pc:inkChg>
        <pc:inkChg chg="add del">
          <ac:chgData name="" userId="242feb3c33a8e7bf" providerId="LiveId" clId="{39C24DAF-E20C-4507-9157-C96F2FA882D0}" dt="2023-03-28T16:31:16.925" v="2803"/>
          <ac:inkMkLst>
            <pc:docMk/>
            <pc:sldMk cId="1643825080" sldId="265"/>
            <ac:inkMk id="487" creationId="{D84487EC-70FC-442D-A9E3-5BB392900A80}"/>
          </ac:inkMkLst>
        </pc:inkChg>
        <pc:inkChg chg="add del">
          <ac:chgData name="" userId="242feb3c33a8e7bf" providerId="LiveId" clId="{39C24DAF-E20C-4507-9157-C96F2FA882D0}" dt="2023-03-28T16:31:16.925" v="2803"/>
          <ac:inkMkLst>
            <pc:docMk/>
            <pc:sldMk cId="1643825080" sldId="265"/>
            <ac:inkMk id="488" creationId="{E5DCBDA7-E988-42E7-B9E3-5ACA06E6A898}"/>
          </ac:inkMkLst>
        </pc:inkChg>
        <pc:inkChg chg="add del">
          <ac:chgData name="" userId="242feb3c33a8e7bf" providerId="LiveId" clId="{39C24DAF-E20C-4507-9157-C96F2FA882D0}" dt="2023-03-28T16:31:16.925" v="2803"/>
          <ac:inkMkLst>
            <pc:docMk/>
            <pc:sldMk cId="1643825080" sldId="265"/>
            <ac:inkMk id="489" creationId="{A94A19D6-F88A-494A-8FE0-8F562DD3C3AE}"/>
          </ac:inkMkLst>
        </pc:inkChg>
        <pc:inkChg chg="add del">
          <ac:chgData name="" userId="242feb3c33a8e7bf" providerId="LiveId" clId="{39C24DAF-E20C-4507-9157-C96F2FA882D0}" dt="2023-03-28T16:31:16.925" v="2803"/>
          <ac:inkMkLst>
            <pc:docMk/>
            <pc:sldMk cId="1643825080" sldId="265"/>
            <ac:inkMk id="490" creationId="{FDF7E864-E62F-473C-A0F0-FDCD82DFB0F5}"/>
          </ac:inkMkLst>
        </pc:inkChg>
        <pc:inkChg chg="add del">
          <ac:chgData name="" userId="242feb3c33a8e7bf" providerId="LiveId" clId="{39C24DAF-E20C-4507-9157-C96F2FA882D0}" dt="2023-03-28T16:31:16.925" v="2803"/>
          <ac:inkMkLst>
            <pc:docMk/>
            <pc:sldMk cId="1643825080" sldId="265"/>
            <ac:inkMk id="491" creationId="{7EDEBF8C-B1D5-4F9A-969B-7F56CB8F1700}"/>
          </ac:inkMkLst>
        </pc:inkChg>
        <pc:inkChg chg="add del">
          <ac:chgData name="" userId="242feb3c33a8e7bf" providerId="LiveId" clId="{39C24DAF-E20C-4507-9157-C96F2FA882D0}" dt="2023-03-28T16:31:16.925" v="2803"/>
          <ac:inkMkLst>
            <pc:docMk/>
            <pc:sldMk cId="1643825080" sldId="265"/>
            <ac:inkMk id="492" creationId="{BDE23AD9-0C2F-4C37-BBCA-FB7F7E9B1BEE}"/>
          </ac:inkMkLst>
        </pc:inkChg>
        <pc:inkChg chg="add del">
          <ac:chgData name="" userId="242feb3c33a8e7bf" providerId="LiveId" clId="{39C24DAF-E20C-4507-9157-C96F2FA882D0}" dt="2023-03-28T16:31:16.925" v="2803"/>
          <ac:inkMkLst>
            <pc:docMk/>
            <pc:sldMk cId="1643825080" sldId="265"/>
            <ac:inkMk id="493" creationId="{75D6244E-5B71-4CC3-94CB-B4B911E761E8}"/>
          </ac:inkMkLst>
        </pc:inkChg>
        <pc:inkChg chg="add del">
          <ac:chgData name="" userId="242feb3c33a8e7bf" providerId="LiveId" clId="{39C24DAF-E20C-4507-9157-C96F2FA882D0}" dt="2023-03-28T16:31:16.925" v="2803"/>
          <ac:inkMkLst>
            <pc:docMk/>
            <pc:sldMk cId="1643825080" sldId="265"/>
            <ac:inkMk id="494" creationId="{F5ED3011-6899-44FD-A167-7165421F0602}"/>
          </ac:inkMkLst>
        </pc:inkChg>
        <pc:inkChg chg="add del">
          <ac:chgData name="" userId="242feb3c33a8e7bf" providerId="LiveId" clId="{39C24DAF-E20C-4507-9157-C96F2FA882D0}" dt="2023-03-28T16:31:16.925" v="2803"/>
          <ac:inkMkLst>
            <pc:docMk/>
            <pc:sldMk cId="1643825080" sldId="265"/>
            <ac:inkMk id="495" creationId="{75B3B91B-2DD2-4A94-AEB4-AC6A0C77F0D7}"/>
          </ac:inkMkLst>
        </pc:inkChg>
        <pc:inkChg chg="add del">
          <ac:chgData name="" userId="242feb3c33a8e7bf" providerId="LiveId" clId="{39C24DAF-E20C-4507-9157-C96F2FA882D0}" dt="2023-03-28T16:31:16.925" v="2803"/>
          <ac:inkMkLst>
            <pc:docMk/>
            <pc:sldMk cId="1643825080" sldId="265"/>
            <ac:inkMk id="496" creationId="{2D6899BC-E866-4FDC-8340-61572DDDA7E5}"/>
          </ac:inkMkLst>
        </pc:inkChg>
        <pc:inkChg chg="add del">
          <ac:chgData name="" userId="242feb3c33a8e7bf" providerId="LiveId" clId="{39C24DAF-E20C-4507-9157-C96F2FA882D0}" dt="2023-03-28T16:31:16.925" v="2803"/>
          <ac:inkMkLst>
            <pc:docMk/>
            <pc:sldMk cId="1643825080" sldId="265"/>
            <ac:inkMk id="497" creationId="{AE3CE5D2-3F2C-4A04-9376-D8D2690C8A6A}"/>
          </ac:inkMkLst>
        </pc:inkChg>
        <pc:inkChg chg="add del">
          <ac:chgData name="" userId="242feb3c33a8e7bf" providerId="LiveId" clId="{39C24DAF-E20C-4507-9157-C96F2FA882D0}" dt="2023-03-28T16:31:20.420" v="2813"/>
          <ac:inkMkLst>
            <pc:docMk/>
            <pc:sldMk cId="1643825080" sldId="265"/>
            <ac:inkMk id="498" creationId="{F6659490-C272-400E-B21D-645709980DDB}"/>
          </ac:inkMkLst>
        </pc:inkChg>
        <pc:inkChg chg="add">
          <ac:chgData name="" userId="242feb3c33a8e7bf" providerId="LiveId" clId="{39C24DAF-E20C-4507-9157-C96F2FA882D0}" dt="2023-03-28T16:31:16.925" v="2803"/>
          <ac:inkMkLst>
            <pc:docMk/>
            <pc:sldMk cId="1643825080" sldId="265"/>
            <ac:inkMk id="499" creationId="{73080494-5DEE-43C9-80DD-B39B0B660447}"/>
          </ac:inkMkLst>
        </pc:inkChg>
        <pc:inkChg chg="add">
          <ac:chgData name="" userId="242feb3c33a8e7bf" providerId="LiveId" clId="{39C24DAF-E20C-4507-9157-C96F2FA882D0}" dt="2023-03-28T16:31:16.925" v="2803"/>
          <ac:inkMkLst>
            <pc:docMk/>
            <pc:sldMk cId="1643825080" sldId="265"/>
            <ac:inkMk id="500" creationId="{999C2F2C-F589-4EC7-B3BD-5F873CFE5960}"/>
          </ac:inkMkLst>
        </pc:inkChg>
        <pc:inkChg chg="add">
          <ac:chgData name="" userId="242feb3c33a8e7bf" providerId="LiveId" clId="{39C24DAF-E20C-4507-9157-C96F2FA882D0}" dt="2023-03-28T16:31:16.925" v="2803"/>
          <ac:inkMkLst>
            <pc:docMk/>
            <pc:sldMk cId="1643825080" sldId="265"/>
            <ac:inkMk id="501" creationId="{E528B385-BCD4-4562-82E1-958AA29CC378}"/>
          </ac:inkMkLst>
        </pc:inkChg>
        <pc:inkChg chg="add del">
          <ac:chgData name="" userId="242feb3c33a8e7bf" providerId="LiveId" clId="{39C24DAF-E20C-4507-9157-C96F2FA882D0}" dt="2023-03-28T16:31:20.420" v="2813"/>
          <ac:inkMkLst>
            <pc:docMk/>
            <pc:sldMk cId="1643825080" sldId="265"/>
            <ac:inkMk id="502" creationId="{D247A050-488F-41B3-BFE7-E370BE2D71C4}"/>
          </ac:inkMkLst>
        </pc:inkChg>
        <pc:inkChg chg="add del">
          <ac:chgData name="" userId="242feb3c33a8e7bf" providerId="LiveId" clId="{39C24DAF-E20C-4507-9157-C96F2FA882D0}" dt="2023-03-28T16:31:20.420" v="2813"/>
          <ac:inkMkLst>
            <pc:docMk/>
            <pc:sldMk cId="1643825080" sldId="265"/>
            <ac:inkMk id="503" creationId="{EAC42157-2A0A-4CFB-9E4E-8074A1AA66E6}"/>
          </ac:inkMkLst>
        </pc:inkChg>
        <pc:inkChg chg="add del">
          <ac:chgData name="" userId="242feb3c33a8e7bf" providerId="LiveId" clId="{39C24DAF-E20C-4507-9157-C96F2FA882D0}" dt="2023-03-28T16:31:20.420" v="2813"/>
          <ac:inkMkLst>
            <pc:docMk/>
            <pc:sldMk cId="1643825080" sldId="265"/>
            <ac:inkMk id="504" creationId="{F21C28F3-3B0D-43C5-8F00-6C987E04962E}"/>
          </ac:inkMkLst>
        </pc:inkChg>
        <pc:inkChg chg="add del">
          <ac:chgData name="" userId="242feb3c33a8e7bf" providerId="LiveId" clId="{39C24DAF-E20C-4507-9157-C96F2FA882D0}" dt="2023-03-28T16:31:20.420" v="2813"/>
          <ac:inkMkLst>
            <pc:docMk/>
            <pc:sldMk cId="1643825080" sldId="265"/>
            <ac:inkMk id="505" creationId="{40FE5994-A59C-46EC-A0AF-5AF5A640CCA8}"/>
          </ac:inkMkLst>
        </pc:inkChg>
        <pc:inkChg chg="add del">
          <ac:chgData name="" userId="242feb3c33a8e7bf" providerId="LiveId" clId="{39C24DAF-E20C-4507-9157-C96F2FA882D0}" dt="2023-03-28T16:31:20.420" v="2813"/>
          <ac:inkMkLst>
            <pc:docMk/>
            <pc:sldMk cId="1643825080" sldId="265"/>
            <ac:inkMk id="506" creationId="{32E3D7E1-866B-4B25-A408-8D4ECEC4F6FC}"/>
          </ac:inkMkLst>
        </pc:inkChg>
        <pc:inkChg chg="add del">
          <ac:chgData name="" userId="242feb3c33a8e7bf" providerId="LiveId" clId="{39C24DAF-E20C-4507-9157-C96F2FA882D0}" dt="2023-03-28T16:31:20.420" v="2813"/>
          <ac:inkMkLst>
            <pc:docMk/>
            <pc:sldMk cId="1643825080" sldId="265"/>
            <ac:inkMk id="507" creationId="{15297817-809A-44BC-BAD6-5E7422E962F3}"/>
          </ac:inkMkLst>
        </pc:inkChg>
        <pc:inkChg chg="add del">
          <ac:chgData name="" userId="242feb3c33a8e7bf" providerId="LiveId" clId="{39C24DAF-E20C-4507-9157-C96F2FA882D0}" dt="2023-03-28T16:31:20.420" v="2813"/>
          <ac:inkMkLst>
            <pc:docMk/>
            <pc:sldMk cId="1643825080" sldId="265"/>
            <ac:inkMk id="508" creationId="{73B7D1C0-E292-4A48-802D-D5B62C273321}"/>
          </ac:inkMkLst>
        </pc:inkChg>
        <pc:inkChg chg="add del">
          <ac:chgData name="" userId="242feb3c33a8e7bf" providerId="LiveId" clId="{39C24DAF-E20C-4507-9157-C96F2FA882D0}" dt="2023-03-28T16:31:20.420" v="2813"/>
          <ac:inkMkLst>
            <pc:docMk/>
            <pc:sldMk cId="1643825080" sldId="265"/>
            <ac:inkMk id="509" creationId="{66044054-2FDA-4692-AD2F-375A291F8AFD}"/>
          </ac:inkMkLst>
        </pc:inkChg>
        <pc:inkChg chg="add del">
          <ac:chgData name="" userId="242feb3c33a8e7bf" providerId="LiveId" clId="{39C24DAF-E20C-4507-9157-C96F2FA882D0}" dt="2023-03-28T16:31:20.420" v="2813"/>
          <ac:inkMkLst>
            <pc:docMk/>
            <pc:sldMk cId="1643825080" sldId="265"/>
            <ac:inkMk id="510" creationId="{E1D1986C-9F16-4F02-BBC7-C086DA810831}"/>
          </ac:inkMkLst>
        </pc:inkChg>
        <pc:inkChg chg="add">
          <ac:chgData name="" userId="242feb3c33a8e7bf" providerId="LiveId" clId="{39C24DAF-E20C-4507-9157-C96F2FA882D0}" dt="2023-03-28T16:31:20.420" v="2813"/>
          <ac:inkMkLst>
            <pc:docMk/>
            <pc:sldMk cId="1643825080" sldId="265"/>
            <ac:inkMk id="511" creationId="{00AEBAEF-7611-4FFF-866E-C1744603080B}"/>
          </ac:inkMkLst>
        </pc:inkChg>
        <pc:inkChg chg="add del">
          <ac:chgData name="" userId="242feb3c33a8e7bf" providerId="LiveId" clId="{39C24DAF-E20C-4507-9157-C96F2FA882D0}" dt="2023-03-28T16:31:22.486" v="2816"/>
          <ac:inkMkLst>
            <pc:docMk/>
            <pc:sldMk cId="1643825080" sldId="265"/>
            <ac:inkMk id="512" creationId="{D5432100-C56E-48F9-B98A-56B1DE1C6D0F}"/>
          </ac:inkMkLst>
        </pc:inkChg>
        <pc:inkChg chg="add del">
          <ac:chgData name="" userId="242feb3c33a8e7bf" providerId="LiveId" clId="{39C24DAF-E20C-4507-9157-C96F2FA882D0}" dt="2023-03-28T16:31:22.486" v="2816"/>
          <ac:inkMkLst>
            <pc:docMk/>
            <pc:sldMk cId="1643825080" sldId="265"/>
            <ac:inkMk id="513" creationId="{ECE71D06-4071-4864-B8AD-AD9DBCACCD12}"/>
          </ac:inkMkLst>
        </pc:inkChg>
        <pc:inkChg chg="add">
          <ac:chgData name="" userId="242feb3c33a8e7bf" providerId="LiveId" clId="{39C24DAF-E20C-4507-9157-C96F2FA882D0}" dt="2023-03-28T16:31:22.486" v="2816"/>
          <ac:inkMkLst>
            <pc:docMk/>
            <pc:sldMk cId="1643825080" sldId="265"/>
            <ac:inkMk id="514" creationId="{68B5757B-B6A4-4C5A-8686-EFD2011AD6C6}"/>
          </ac:inkMkLst>
        </pc:inkChg>
        <pc:inkChg chg="add">
          <ac:chgData name="" userId="242feb3c33a8e7bf" providerId="LiveId" clId="{39C24DAF-E20C-4507-9157-C96F2FA882D0}" dt="2023-03-28T16:31:22.486" v="2816"/>
          <ac:inkMkLst>
            <pc:docMk/>
            <pc:sldMk cId="1643825080" sldId="265"/>
            <ac:inkMk id="515" creationId="{61A0CA56-B558-4AFA-94A6-59F54E2737B8}"/>
          </ac:inkMkLst>
        </pc:inkChg>
        <pc:inkChg chg="add del">
          <ac:chgData name="" userId="242feb3c33a8e7bf" providerId="LiveId" clId="{39C24DAF-E20C-4507-9157-C96F2FA882D0}" dt="2023-03-28T16:31:34.693" v="2828"/>
          <ac:inkMkLst>
            <pc:docMk/>
            <pc:sldMk cId="1643825080" sldId="265"/>
            <ac:inkMk id="516" creationId="{A460B70D-B794-4253-89B9-FA95DBD3B470}"/>
          </ac:inkMkLst>
        </pc:inkChg>
        <pc:inkChg chg="add del">
          <ac:chgData name="" userId="242feb3c33a8e7bf" providerId="LiveId" clId="{39C24DAF-E20C-4507-9157-C96F2FA882D0}" dt="2023-03-28T16:31:34.693" v="2828"/>
          <ac:inkMkLst>
            <pc:docMk/>
            <pc:sldMk cId="1643825080" sldId="265"/>
            <ac:inkMk id="517" creationId="{FAC4CA7E-ACCA-4B14-A5D7-ABA8AB8048AE}"/>
          </ac:inkMkLst>
        </pc:inkChg>
        <pc:inkChg chg="add del">
          <ac:chgData name="" userId="242feb3c33a8e7bf" providerId="LiveId" clId="{39C24DAF-E20C-4507-9157-C96F2FA882D0}" dt="2023-03-28T16:31:34.693" v="2828"/>
          <ac:inkMkLst>
            <pc:docMk/>
            <pc:sldMk cId="1643825080" sldId="265"/>
            <ac:inkMk id="518" creationId="{F0658562-2C4B-4B5B-8EF7-9F2A36EBDF26}"/>
          </ac:inkMkLst>
        </pc:inkChg>
        <pc:inkChg chg="add del">
          <ac:chgData name="" userId="242feb3c33a8e7bf" providerId="LiveId" clId="{39C24DAF-E20C-4507-9157-C96F2FA882D0}" dt="2023-03-28T16:31:34.693" v="2828"/>
          <ac:inkMkLst>
            <pc:docMk/>
            <pc:sldMk cId="1643825080" sldId="265"/>
            <ac:inkMk id="519" creationId="{393BF80E-4E10-45FD-BBDD-89FD445CD035}"/>
          </ac:inkMkLst>
        </pc:inkChg>
        <pc:inkChg chg="add del">
          <ac:chgData name="" userId="242feb3c33a8e7bf" providerId="LiveId" clId="{39C24DAF-E20C-4507-9157-C96F2FA882D0}" dt="2023-03-28T16:31:34.693" v="2828"/>
          <ac:inkMkLst>
            <pc:docMk/>
            <pc:sldMk cId="1643825080" sldId="265"/>
            <ac:inkMk id="520" creationId="{B9AD8406-D8F8-4035-BBFB-F5D2307322BD}"/>
          </ac:inkMkLst>
        </pc:inkChg>
        <pc:inkChg chg="add del">
          <ac:chgData name="" userId="242feb3c33a8e7bf" providerId="LiveId" clId="{39C24DAF-E20C-4507-9157-C96F2FA882D0}" dt="2023-03-28T16:31:34.693" v="2828"/>
          <ac:inkMkLst>
            <pc:docMk/>
            <pc:sldMk cId="1643825080" sldId="265"/>
            <ac:inkMk id="521" creationId="{6D93D131-FC30-4FA2-85C7-4C65ECB3D20E}"/>
          </ac:inkMkLst>
        </pc:inkChg>
        <pc:inkChg chg="add del">
          <ac:chgData name="" userId="242feb3c33a8e7bf" providerId="LiveId" clId="{39C24DAF-E20C-4507-9157-C96F2FA882D0}" dt="2023-03-28T16:31:34.693" v="2828"/>
          <ac:inkMkLst>
            <pc:docMk/>
            <pc:sldMk cId="1643825080" sldId="265"/>
            <ac:inkMk id="522" creationId="{6C753939-D570-4BD1-871A-9E844B88FA45}"/>
          </ac:inkMkLst>
        </pc:inkChg>
        <pc:inkChg chg="add del">
          <ac:chgData name="" userId="242feb3c33a8e7bf" providerId="LiveId" clId="{39C24DAF-E20C-4507-9157-C96F2FA882D0}" dt="2023-03-28T16:31:34.693" v="2828"/>
          <ac:inkMkLst>
            <pc:docMk/>
            <pc:sldMk cId="1643825080" sldId="265"/>
            <ac:inkMk id="523" creationId="{0B414DC1-B200-431C-9AA3-D8F01A71BD97}"/>
          </ac:inkMkLst>
        </pc:inkChg>
        <pc:inkChg chg="add del">
          <ac:chgData name="" userId="242feb3c33a8e7bf" providerId="LiveId" clId="{39C24DAF-E20C-4507-9157-C96F2FA882D0}" dt="2023-03-28T16:31:34.693" v="2828"/>
          <ac:inkMkLst>
            <pc:docMk/>
            <pc:sldMk cId="1643825080" sldId="265"/>
            <ac:inkMk id="524" creationId="{EB08A7C8-B1D7-456E-894A-BF58A6C1AD1B}"/>
          </ac:inkMkLst>
        </pc:inkChg>
        <pc:inkChg chg="add">
          <ac:chgData name="" userId="242feb3c33a8e7bf" providerId="LiveId" clId="{39C24DAF-E20C-4507-9157-C96F2FA882D0}" dt="2023-03-28T16:31:33.848" v="2826"/>
          <ac:inkMkLst>
            <pc:docMk/>
            <pc:sldMk cId="1643825080" sldId="265"/>
            <ac:inkMk id="525" creationId="{B6B3CB87-6DFD-4CC4-979D-19F1E17B30F6}"/>
          </ac:inkMkLst>
        </pc:inkChg>
        <pc:inkChg chg="add">
          <ac:chgData name="" userId="242feb3c33a8e7bf" providerId="LiveId" clId="{39C24DAF-E20C-4507-9157-C96F2FA882D0}" dt="2023-03-28T16:31:34.177" v="2827"/>
          <ac:inkMkLst>
            <pc:docMk/>
            <pc:sldMk cId="1643825080" sldId="265"/>
            <ac:inkMk id="526" creationId="{4FDDEC09-249A-46AA-AD73-E25A2231AF27}"/>
          </ac:inkMkLst>
        </pc:inkChg>
        <pc:inkChg chg="add">
          <ac:chgData name="" userId="242feb3c33a8e7bf" providerId="LiveId" clId="{39C24DAF-E20C-4507-9157-C96F2FA882D0}" dt="2023-03-28T16:31:34.693" v="2828"/>
          <ac:inkMkLst>
            <pc:docMk/>
            <pc:sldMk cId="1643825080" sldId="265"/>
            <ac:inkMk id="527" creationId="{6DB2EECF-6247-45C5-94EB-A82912653847}"/>
          </ac:inkMkLst>
        </pc:inkChg>
        <pc:inkChg chg="add">
          <ac:chgData name="" userId="242feb3c33a8e7bf" providerId="LiveId" clId="{39C24DAF-E20C-4507-9157-C96F2FA882D0}" dt="2023-03-28T16:31:34.693" v="2828"/>
          <ac:inkMkLst>
            <pc:docMk/>
            <pc:sldMk cId="1643825080" sldId="265"/>
            <ac:inkMk id="528" creationId="{4DA0BB3C-40F6-4648-98AB-EFCEF2D5025F}"/>
          </ac:inkMkLst>
        </pc:inkChg>
        <pc:inkChg chg="add del">
          <ac:chgData name="" userId="242feb3c33a8e7bf" providerId="LiveId" clId="{39C24DAF-E20C-4507-9157-C96F2FA882D0}" dt="2023-03-28T16:31:41.788" v="2849"/>
          <ac:inkMkLst>
            <pc:docMk/>
            <pc:sldMk cId="1643825080" sldId="265"/>
            <ac:inkMk id="529" creationId="{C7E5BEB5-B6AC-4D59-BA4C-F986B1BB22BC}"/>
          </ac:inkMkLst>
        </pc:inkChg>
        <pc:inkChg chg="add del">
          <ac:chgData name="" userId="242feb3c33a8e7bf" providerId="LiveId" clId="{39C24DAF-E20C-4507-9157-C96F2FA882D0}" dt="2023-03-28T16:31:41.788" v="2849"/>
          <ac:inkMkLst>
            <pc:docMk/>
            <pc:sldMk cId="1643825080" sldId="265"/>
            <ac:inkMk id="530" creationId="{FD783103-58AE-4D07-BABE-8890DDA33254}"/>
          </ac:inkMkLst>
        </pc:inkChg>
        <pc:inkChg chg="add del">
          <ac:chgData name="" userId="242feb3c33a8e7bf" providerId="LiveId" clId="{39C24DAF-E20C-4507-9157-C96F2FA882D0}" dt="2023-03-28T16:31:41.788" v="2849"/>
          <ac:inkMkLst>
            <pc:docMk/>
            <pc:sldMk cId="1643825080" sldId="265"/>
            <ac:inkMk id="531" creationId="{9A715686-CAE0-4461-9E06-A51BEE1D10BB}"/>
          </ac:inkMkLst>
        </pc:inkChg>
        <pc:inkChg chg="add del">
          <ac:chgData name="" userId="242feb3c33a8e7bf" providerId="LiveId" clId="{39C24DAF-E20C-4507-9157-C96F2FA882D0}" dt="2023-03-28T16:31:41.788" v="2849"/>
          <ac:inkMkLst>
            <pc:docMk/>
            <pc:sldMk cId="1643825080" sldId="265"/>
            <ac:inkMk id="532" creationId="{E3D57A42-B4F4-4C7C-BD3D-AFBE2D98C365}"/>
          </ac:inkMkLst>
        </pc:inkChg>
        <pc:inkChg chg="add del">
          <ac:chgData name="" userId="242feb3c33a8e7bf" providerId="LiveId" clId="{39C24DAF-E20C-4507-9157-C96F2FA882D0}" dt="2023-03-28T16:31:41.788" v="2849"/>
          <ac:inkMkLst>
            <pc:docMk/>
            <pc:sldMk cId="1643825080" sldId="265"/>
            <ac:inkMk id="533" creationId="{C140130C-F031-4356-BA97-FC7D29936191}"/>
          </ac:inkMkLst>
        </pc:inkChg>
        <pc:inkChg chg="add del">
          <ac:chgData name="" userId="242feb3c33a8e7bf" providerId="LiveId" clId="{39C24DAF-E20C-4507-9157-C96F2FA882D0}" dt="2023-03-28T16:31:41.788" v="2849"/>
          <ac:inkMkLst>
            <pc:docMk/>
            <pc:sldMk cId="1643825080" sldId="265"/>
            <ac:inkMk id="534" creationId="{F695893D-A166-47E6-86FA-670023328746}"/>
          </ac:inkMkLst>
        </pc:inkChg>
        <pc:inkChg chg="add del">
          <ac:chgData name="" userId="242feb3c33a8e7bf" providerId="LiveId" clId="{39C24DAF-E20C-4507-9157-C96F2FA882D0}" dt="2023-03-28T16:31:41.788" v="2849"/>
          <ac:inkMkLst>
            <pc:docMk/>
            <pc:sldMk cId="1643825080" sldId="265"/>
            <ac:inkMk id="535" creationId="{41FDD28D-4787-49B8-AE23-9EC4BF84F7B5}"/>
          </ac:inkMkLst>
        </pc:inkChg>
        <pc:inkChg chg="add del">
          <ac:chgData name="" userId="242feb3c33a8e7bf" providerId="LiveId" clId="{39C24DAF-E20C-4507-9157-C96F2FA882D0}" dt="2023-03-28T16:31:41.788" v="2849"/>
          <ac:inkMkLst>
            <pc:docMk/>
            <pc:sldMk cId="1643825080" sldId="265"/>
            <ac:inkMk id="536" creationId="{67B252C5-749E-4300-B316-A685729E32EA}"/>
          </ac:inkMkLst>
        </pc:inkChg>
        <pc:inkChg chg="add del">
          <ac:chgData name="" userId="242feb3c33a8e7bf" providerId="LiveId" clId="{39C24DAF-E20C-4507-9157-C96F2FA882D0}" dt="2023-03-28T16:31:41.788" v="2849"/>
          <ac:inkMkLst>
            <pc:docMk/>
            <pc:sldMk cId="1643825080" sldId="265"/>
            <ac:inkMk id="537" creationId="{5720A2C2-EF90-495B-B143-4E7E727C4D71}"/>
          </ac:inkMkLst>
        </pc:inkChg>
        <pc:inkChg chg="add del">
          <ac:chgData name="" userId="242feb3c33a8e7bf" providerId="LiveId" clId="{39C24DAF-E20C-4507-9157-C96F2FA882D0}" dt="2023-03-28T16:31:41.788" v="2849"/>
          <ac:inkMkLst>
            <pc:docMk/>
            <pc:sldMk cId="1643825080" sldId="265"/>
            <ac:inkMk id="538" creationId="{CEA1FC24-0BBD-4B82-A051-1E1B905F7B11}"/>
          </ac:inkMkLst>
        </pc:inkChg>
        <pc:inkChg chg="add del">
          <ac:chgData name="" userId="242feb3c33a8e7bf" providerId="LiveId" clId="{39C24DAF-E20C-4507-9157-C96F2FA882D0}" dt="2023-03-28T16:31:41.788" v="2849"/>
          <ac:inkMkLst>
            <pc:docMk/>
            <pc:sldMk cId="1643825080" sldId="265"/>
            <ac:inkMk id="539" creationId="{F1172391-511A-4CCE-9B0B-D7749D0477D7}"/>
          </ac:inkMkLst>
        </pc:inkChg>
        <pc:inkChg chg="add del">
          <ac:chgData name="" userId="242feb3c33a8e7bf" providerId="LiveId" clId="{39C24DAF-E20C-4507-9157-C96F2FA882D0}" dt="2023-03-28T16:31:41.788" v="2849"/>
          <ac:inkMkLst>
            <pc:docMk/>
            <pc:sldMk cId="1643825080" sldId="265"/>
            <ac:inkMk id="540" creationId="{409B7891-EF37-4810-91AA-086801999225}"/>
          </ac:inkMkLst>
        </pc:inkChg>
        <pc:inkChg chg="add del">
          <ac:chgData name="" userId="242feb3c33a8e7bf" providerId="LiveId" clId="{39C24DAF-E20C-4507-9157-C96F2FA882D0}" dt="2023-03-28T16:31:41.788" v="2849"/>
          <ac:inkMkLst>
            <pc:docMk/>
            <pc:sldMk cId="1643825080" sldId="265"/>
            <ac:inkMk id="541" creationId="{6B96B558-7917-4533-A601-65B170349E00}"/>
          </ac:inkMkLst>
        </pc:inkChg>
        <pc:inkChg chg="add del">
          <ac:chgData name="" userId="242feb3c33a8e7bf" providerId="LiveId" clId="{39C24DAF-E20C-4507-9157-C96F2FA882D0}" dt="2023-03-28T16:31:41.788" v="2849"/>
          <ac:inkMkLst>
            <pc:docMk/>
            <pc:sldMk cId="1643825080" sldId="265"/>
            <ac:inkMk id="542" creationId="{381CEE92-4C02-431F-8F9F-1837E97F5CFF}"/>
          </ac:inkMkLst>
        </pc:inkChg>
        <pc:inkChg chg="add del">
          <ac:chgData name="" userId="242feb3c33a8e7bf" providerId="LiveId" clId="{39C24DAF-E20C-4507-9157-C96F2FA882D0}" dt="2023-03-28T16:31:41.788" v="2849"/>
          <ac:inkMkLst>
            <pc:docMk/>
            <pc:sldMk cId="1643825080" sldId="265"/>
            <ac:inkMk id="543" creationId="{469D8F39-7B5E-4D96-9B42-1C38A2B68B09}"/>
          </ac:inkMkLst>
        </pc:inkChg>
        <pc:inkChg chg="add del">
          <ac:chgData name="" userId="242feb3c33a8e7bf" providerId="LiveId" clId="{39C24DAF-E20C-4507-9157-C96F2FA882D0}" dt="2023-03-28T16:31:41.788" v="2849"/>
          <ac:inkMkLst>
            <pc:docMk/>
            <pc:sldMk cId="1643825080" sldId="265"/>
            <ac:inkMk id="544" creationId="{29C52EC0-4533-45E1-8854-F90B696D5EFC}"/>
          </ac:inkMkLst>
        </pc:inkChg>
        <pc:inkChg chg="add del">
          <ac:chgData name="" userId="242feb3c33a8e7bf" providerId="LiveId" clId="{39C24DAF-E20C-4507-9157-C96F2FA882D0}" dt="2023-03-28T16:31:41.788" v="2849"/>
          <ac:inkMkLst>
            <pc:docMk/>
            <pc:sldMk cId="1643825080" sldId="265"/>
            <ac:inkMk id="545" creationId="{8B9121A1-FDB7-4BBC-B86E-B0D98EA68604}"/>
          </ac:inkMkLst>
        </pc:inkChg>
        <pc:inkChg chg="add del">
          <ac:chgData name="" userId="242feb3c33a8e7bf" providerId="LiveId" clId="{39C24DAF-E20C-4507-9157-C96F2FA882D0}" dt="2023-03-28T16:31:41.788" v="2849"/>
          <ac:inkMkLst>
            <pc:docMk/>
            <pc:sldMk cId="1643825080" sldId="265"/>
            <ac:inkMk id="546" creationId="{C5F7F3CC-2F9C-4128-88B1-64B3B95ACFA2}"/>
          </ac:inkMkLst>
        </pc:inkChg>
        <pc:inkChg chg="add del">
          <ac:chgData name="" userId="242feb3c33a8e7bf" providerId="LiveId" clId="{39C24DAF-E20C-4507-9157-C96F2FA882D0}" dt="2023-03-28T16:31:41.788" v="2849"/>
          <ac:inkMkLst>
            <pc:docMk/>
            <pc:sldMk cId="1643825080" sldId="265"/>
            <ac:inkMk id="547" creationId="{86B92233-F1E1-44D0-9B2E-0B98C1CE38C4}"/>
          </ac:inkMkLst>
        </pc:inkChg>
        <pc:inkChg chg="add del">
          <ac:chgData name="" userId="242feb3c33a8e7bf" providerId="LiveId" clId="{39C24DAF-E20C-4507-9157-C96F2FA882D0}" dt="2023-03-28T16:31:41.788" v="2849"/>
          <ac:inkMkLst>
            <pc:docMk/>
            <pc:sldMk cId="1643825080" sldId="265"/>
            <ac:inkMk id="548" creationId="{BC5F8674-AA86-4260-8032-D09C5314B2E2}"/>
          </ac:inkMkLst>
        </pc:inkChg>
        <pc:inkChg chg="add del">
          <ac:chgData name="" userId="242feb3c33a8e7bf" providerId="LiveId" clId="{39C24DAF-E20C-4507-9157-C96F2FA882D0}" dt="2023-03-28T16:31:43.607" v="2852"/>
          <ac:inkMkLst>
            <pc:docMk/>
            <pc:sldMk cId="1643825080" sldId="265"/>
            <ac:inkMk id="549" creationId="{6A207E96-43A1-4996-82FD-60A460A0E7E5}"/>
          </ac:inkMkLst>
        </pc:inkChg>
        <pc:inkChg chg="add">
          <ac:chgData name="" userId="242feb3c33a8e7bf" providerId="LiveId" clId="{39C24DAF-E20C-4507-9157-C96F2FA882D0}" dt="2023-03-28T16:31:41.788" v="2849"/>
          <ac:inkMkLst>
            <pc:docMk/>
            <pc:sldMk cId="1643825080" sldId="265"/>
            <ac:inkMk id="550" creationId="{1D88D43B-FA25-4A0B-B12F-F5511C7727A2}"/>
          </ac:inkMkLst>
        </pc:inkChg>
        <pc:inkChg chg="add">
          <ac:chgData name="" userId="242feb3c33a8e7bf" providerId="LiveId" clId="{39C24DAF-E20C-4507-9157-C96F2FA882D0}" dt="2023-03-28T16:31:41.788" v="2849"/>
          <ac:inkMkLst>
            <pc:docMk/>
            <pc:sldMk cId="1643825080" sldId="265"/>
            <ac:inkMk id="551" creationId="{9149D8E5-AD09-46F3-B4DF-95FB872ED675}"/>
          </ac:inkMkLst>
        </pc:inkChg>
        <pc:inkChg chg="add del">
          <ac:chgData name="" userId="242feb3c33a8e7bf" providerId="LiveId" clId="{39C24DAF-E20C-4507-9157-C96F2FA882D0}" dt="2023-03-28T16:31:43.607" v="2852"/>
          <ac:inkMkLst>
            <pc:docMk/>
            <pc:sldMk cId="1643825080" sldId="265"/>
            <ac:inkMk id="552" creationId="{E3AAE653-F155-4823-9F0B-753FF3726D03}"/>
          </ac:inkMkLst>
        </pc:inkChg>
        <pc:inkChg chg="add del">
          <ac:chgData name="" userId="242feb3c33a8e7bf" providerId="LiveId" clId="{39C24DAF-E20C-4507-9157-C96F2FA882D0}" dt="2023-03-28T16:31:43.607" v="2852"/>
          <ac:inkMkLst>
            <pc:docMk/>
            <pc:sldMk cId="1643825080" sldId="265"/>
            <ac:inkMk id="553" creationId="{EC566BCF-615D-4A0F-88B2-8975D1251F53}"/>
          </ac:inkMkLst>
        </pc:inkChg>
        <pc:inkChg chg="add del">
          <ac:chgData name="" userId="242feb3c33a8e7bf" providerId="LiveId" clId="{39C24DAF-E20C-4507-9157-C96F2FA882D0}" dt="2023-03-28T16:31:45.593" v="2857"/>
          <ac:inkMkLst>
            <pc:docMk/>
            <pc:sldMk cId="1643825080" sldId="265"/>
            <ac:inkMk id="554" creationId="{92B80279-EDCB-4A74-A088-889036BECD16}"/>
          </ac:inkMkLst>
        </pc:inkChg>
        <pc:inkChg chg="add del">
          <ac:chgData name="" userId="242feb3c33a8e7bf" providerId="LiveId" clId="{39C24DAF-E20C-4507-9157-C96F2FA882D0}" dt="2023-03-28T16:31:45.593" v="2857"/>
          <ac:inkMkLst>
            <pc:docMk/>
            <pc:sldMk cId="1643825080" sldId="265"/>
            <ac:inkMk id="555" creationId="{B93B0DFE-DC92-49E1-AE7E-FCE7C2AAD622}"/>
          </ac:inkMkLst>
        </pc:inkChg>
        <pc:inkChg chg="add del">
          <ac:chgData name="" userId="242feb3c33a8e7bf" providerId="LiveId" clId="{39C24DAF-E20C-4507-9157-C96F2FA882D0}" dt="2023-03-28T16:31:45.593" v="2857"/>
          <ac:inkMkLst>
            <pc:docMk/>
            <pc:sldMk cId="1643825080" sldId="265"/>
            <ac:inkMk id="556" creationId="{AB16EE4A-8B41-48FB-9D92-55DD5E9A4E2C}"/>
          </ac:inkMkLst>
        </pc:inkChg>
        <pc:inkChg chg="add del">
          <ac:chgData name="" userId="242feb3c33a8e7bf" providerId="LiveId" clId="{39C24DAF-E20C-4507-9157-C96F2FA882D0}" dt="2023-03-28T16:31:45.593" v="2857"/>
          <ac:inkMkLst>
            <pc:docMk/>
            <pc:sldMk cId="1643825080" sldId="265"/>
            <ac:inkMk id="557" creationId="{BC61A701-E317-421E-914C-A484A68BB094}"/>
          </ac:inkMkLst>
        </pc:inkChg>
        <pc:inkChg chg="add del">
          <ac:chgData name="" userId="242feb3c33a8e7bf" providerId="LiveId" clId="{39C24DAF-E20C-4507-9157-C96F2FA882D0}" dt="2023-03-28T16:31:45.593" v="2857"/>
          <ac:inkMkLst>
            <pc:docMk/>
            <pc:sldMk cId="1643825080" sldId="265"/>
            <ac:inkMk id="558" creationId="{1F6269F9-1A29-4B03-86E5-B88AC20A9B64}"/>
          </ac:inkMkLst>
        </pc:inkChg>
        <pc:inkChg chg="add">
          <ac:chgData name="" userId="242feb3c33a8e7bf" providerId="LiveId" clId="{39C24DAF-E20C-4507-9157-C96F2FA882D0}" dt="2023-03-28T16:31:45.593" v="2857"/>
          <ac:inkMkLst>
            <pc:docMk/>
            <pc:sldMk cId="1643825080" sldId="265"/>
            <ac:inkMk id="559" creationId="{8ECF9D58-C456-463B-A344-6E03A8729296}"/>
          </ac:inkMkLst>
        </pc:inkChg>
        <pc:inkChg chg="add del">
          <ac:chgData name="" userId="242feb3c33a8e7bf" providerId="LiveId" clId="{39C24DAF-E20C-4507-9157-C96F2FA882D0}" dt="2023-03-28T16:31:55.046" v="2866"/>
          <ac:inkMkLst>
            <pc:docMk/>
            <pc:sldMk cId="1643825080" sldId="265"/>
            <ac:inkMk id="560" creationId="{1F39B4A2-2649-4BD5-A5EC-9EED4FE70B6A}"/>
          </ac:inkMkLst>
        </pc:inkChg>
        <pc:inkChg chg="add del">
          <ac:chgData name="" userId="242feb3c33a8e7bf" providerId="LiveId" clId="{39C24DAF-E20C-4507-9157-C96F2FA882D0}" dt="2023-03-28T16:31:55.046" v="2866"/>
          <ac:inkMkLst>
            <pc:docMk/>
            <pc:sldMk cId="1643825080" sldId="265"/>
            <ac:inkMk id="561" creationId="{1BF1B10E-081A-4E5D-979A-443A2FE91284}"/>
          </ac:inkMkLst>
        </pc:inkChg>
        <pc:inkChg chg="add del">
          <ac:chgData name="" userId="242feb3c33a8e7bf" providerId="LiveId" clId="{39C24DAF-E20C-4507-9157-C96F2FA882D0}" dt="2023-03-28T16:31:55.046" v="2866"/>
          <ac:inkMkLst>
            <pc:docMk/>
            <pc:sldMk cId="1643825080" sldId="265"/>
            <ac:inkMk id="562" creationId="{0B572D57-5F4F-4FC3-9F88-9913874CB2D6}"/>
          </ac:inkMkLst>
        </pc:inkChg>
        <pc:inkChg chg="add del">
          <ac:chgData name="" userId="242feb3c33a8e7bf" providerId="LiveId" clId="{39C24DAF-E20C-4507-9157-C96F2FA882D0}" dt="2023-03-28T16:31:55.046" v="2866"/>
          <ac:inkMkLst>
            <pc:docMk/>
            <pc:sldMk cId="1643825080" sldId="265"/>
            <ac:inkMk id="563" creationId="{73DBF5A5-2429-4C1A-B570-4A3D503C9946}"/>
          </ac:inkMkLst>
        </pc:inkChg>
        <pc:inkChg chg="add del">
          <ac:chgData name="" userId="242feb3c33a8e7bf" providerId="LiveId" clId="{39C24DAF-E20C-4507-9157-C96F2FA882D0}" dt="2023-03-28T16:31:55.046" v="2866"/>
          <ac:inkMkLst>
            <pc:docMk/>
            <pc:sldMk cId="1643825080" sldId="265"/>
            <ac:inkMk id="564" creationId="{0FE6F5B4-7454-48FC-9293-929CF19D3A58}"/>
          </ac:inkMkLst>
        </pc:inkChg>
        <pc:inkChg chg="add del">
          <ac:chgData name="" userId="242feb3c33a8e7bf" providerId="LiveId" clId="{39C24DAF-E20C-4507-9157-C96F2FA882D0}" dt="2023-03-28T16:31:55.046" v="2866"/>
          <ac:inkMkLst>
            <pc:docMk/>
            <pc:sldMk cId="1643825080" sldId="265"/>
            <ac:inkMk id="565" creationId="{E8D8F769-DC98-40F9-AD28-295E38809147}"/>
          </ac:inkMkLst>
        </pc:inkChg>
        <pc:inkChg chg="add del">
          <ac:chgData name="" userId="242feb3c33a8e7bf" providerId="LiveId" clId="{39C24DAF-E20C-4507-9157-C96F2FA882D0}" dt="2023-03-28T16:31:55.046" v="2866"/>
          <ac:inkMkLst>
            <pc:docMk/>
            <pc:sldMk cId="1643825080" sldId="265"/>
            <ac:inkMk id="566" creationId="{0504AD52-221E-45B9-AE16-443B01AB7F88}"/>
          </ac:inkMkLst>
        </pc:inkChg>
        <pc:inkChg chg="add">
          <ac:chgData name="" userId="242feb3c33a8e7bf" providerId="LiveId" clId="{39C24DAF-E20C-4507-9157-C96F2FA882D0}" dt="2023-03-28T16:31:54.238" v="2865"/>
          <ac:inkMkLst>
            <pc:docMk/>
            <pc:sldMk cId="1643825080" sldId="265"/>
            <ac:inkMk id="567" creationId="{C4B2071B-79C0-4760-BA52-A792B59C443D}"/>
          </ac:inkMkLst>
        </pc:inkChg>
        <pc:inkChg chg="add">
          <ac:chgData name="" userId="242feb3c33a8e7bf" providerId="LiveId" clId="{39C24DAF-E20C-4507-9157-C96F2FA882D0}" dt="2023-03-28T16:31:55.046" v="2866"/>
          <ac:inkMkLst>
            <pc:docMk/>
            <pc:sldMk cId="1643825080" sldId="265"/>
            <ac:inkMk id="568" creationId="{D171E22C-5AFC-49BC-BB17-C7B1FF9B8E7A}"/>
          </ac:inkMkLst>
        </pc:inkChg>
        <pc:inkChg chg="add">
          <ac:chgData name="" userId="242feb3c33a8e7bf" providerId="LiveId" clId="{39C24DAF-E20C-4507-9157-C96F2FA882D0}" dt="2023-03-28T16:31:55.046" v="2866"/>
          <ac:inkMkLst>
            <pc:docMk/>
            <pc:sldMk cId="1643825080" sldId="265"/>
            <ac:inkMk id="569" creationId="{1C0EB868-3120-4187-9027-3DEAC93581D5}"/>
          </ac:inkMkLst>
        </pc:inkChg>
        <pc:inkChg chg="add del">
          <ac:chgData name="" userId="242feb3c33a8e7bf" providerId="LiveId" clId="{39C24DAF-E20C-4507-9157-C96F2FA882D0}" dt="2023-03-28T16:32:09.591" v="2899"/>
          <ac:inkMkLst>
            <pc:docMk/>
            <pc:sldMk cId="1643825080" sldId="265"/>
            <ac:inkMk id="570" creationId="{7DD9FBE8-A3D9-4F37-A343-2DEAF3DDAA2A}"/>
          </ac:inkMkLst>
        </pc:inkChg>
        <pc:inkChg chg="add del">
          <ac:chgData name="" userId="242feb3c33a8e7bf" providerId="LiveId" clId="{39C24DAF-E20C-4507-9157-C96F2FA882D0}" dt="2023-03-28T16:32:09.591" v="2899"/>
          <ac:inkMkLst>
            <pc:docMk/>
            <pc:sldMk cId="1643825080" sldId="265"/>
            <ac:inkMk id="571" creationId="{8E58B5E1-3521-455F-B0A4-B24BE4FC1255}"/>
          </ac:inkMkLst>
        </pc:inkChg>
        <pc:inkChg chg="add">
          <ac:chgData name="" userId="242feb3c33a8e7bf" providerId="LiveId" clId="{39C24DAF-E20C-4507-9157-C96F2FA882D0}" dt="2023-03-28T16:31:57.866" v="2869"/>
          <ac:inkMkLst>
            <pc:docMk/>
            <pc:sldMk cId="1643825080" sldId="265"/>
            <ac:inkMk id="572" creationId="{73A45221-D04E-4037-8583-A5127451FDCB}"/>
          </ac:inkMkLst>
        </pc:inkChg>
        <pc:inkChg chg="add del">
          <ac:chgData name="" userId="242feb3c33a8e7bf" providerId="LiveId" clId="{39C24DAF-E20C-4507-9157-C96F2FA882D0}" dt="2023-03-28T16:32:09.591" v="2899"/>
          <ac:inkMkLst>
            <pc:docMk/>
            <pc:sldMk cId="1643825080" sldId="265"/>
            <ac:inkMk id="573" creationId="{0D0A34D0-EBB9-4153-BB62-04AF32E20CA4}"/>
          </ac:inkMkLst>
        </pc:inkChg>
        <pc:inkChg chg="add del">
          <ac:chgData name="" userId="242feb3c33a8e7bf" providerId="LiveId" clId="{39C24DAF-E20C-4507-9157-C96F2FA882D0}" dt="2023-03-28T16:32:09.591" v="2899"/>
          <ac:inkMkLst>
            <pc:docMk/>
            <pc:sldMk cId="1643825080" sldId="265"/>
            <ac:inkMk id="574" creationId="{B9216A59-D6D9-4831-BCF6-8D913FFDC97A}"/>
          </ac:inkMkLst>
        </pc:inkChg>
        <pc:inkChg chg="add del">
          <ac:chgData name="" userId="242feb3c33a8e7bf" providerId="LiveId" clId="{39C24DAF-E20C-4507-9157-C96F2FA882D0}" dt="2023-03-28T16:32:09.591" v="2899"/>
          <ac:inkMkLst>
            <pc:docMk/>
            <pc:sldMk cId="1643825080" sldId="265"/>
            <ac:inkMk id="575" creationId="{8314B86F-E379-4291-B87C-C8D11D95DA96}"/>
          </ac:inkMkLst>
        </pc:inkChg>
        <pc:inkChg chg="add del">
          <ac:chgData name="" userId="242feb3c33a8e7bf" providerId="LiveId" clId="{39C24DAF-E20C-4507-9157-C96F2FA882D0}" dt="2023-03-28T16:32:09.591" v="2899"/>
          <ac:inkMkLst>
            <pc:docMk/>
            <pc:sldMk cId="1643825080" sldId="265"/>
            <ac:inkMk id="576" creationId="{3D380092-7E8C-4235-8C54-B32EC1379E10}"/>
          </ac:inkMkLst>
        </pc:inkChg>
        <pc:inkChg chg="add del">
          <ac:chgData name="" userId="242feb3c33a8e7bf" providerId="LiveId" clId="{39C24DAF-E20C-4507-9157-C96F2FA882D0}" dt="2023-03-28T16:32:09.591" v="2899"/>
          <ac:inkMkLst>
            <pc:docMk/>
            <pc:sldMk cId="1643825080" sldId="265"/>
            <ac:inkMk id="577" creationId="{4F9234D1-8744-46DA-A20E-EF65F83B7AAB}"/>
          </ac:inkMkLst>
        </pc:inkChg>
        <pc:inkChg chg="add del">
          <ac:chgData name="" userId="242feb3c33a8e7bf" providerId="LiveId" clId="{39C24DAF-E20C-4507-9157-C96F2FA882D0}" dt="2023-03-28T16:32:09.591" v="2899"/>
          <ac:inkMkLst>
            <pc:docMk/>
            <pc:sldMk cId="1643825080" sldId="265"/>
            <ac:inkMk id="578" creationId="{F2BE36AC-DBCD-4FCB-873E-1DB2BD3666E3}"/>
          </ac:inkMkLst>
        </pc:inkChg>
        <pc:inkChg chg="add del">
          <ac:chgData name="" userId="242feb3c33a8e7bf" providerId="LiveId" clId="{39C24DAF-E20C-4507-9157-C96F2FA882D0}" dt="2023-03-28T16:32:09.591" v="2899"/>
          <ac:inkMkLst>
            <pc:docMk/>
            <pc:sldMk cId="1643825080" sldId="265"/>
            <ac:inkMk id="579" creationId="{09EA0458-19E9-47E7-9799-EAF9F2E6A4B6}"/>
          </ac:inkMkLst>
        </pc:inkChg>
        <pc:inkChg chg="add del">
          <ac:chgData name="" userId="242feb3c33a8e7bf" providerId="LiveId" clId="{39C24DAF-E20C-4507-9157-C96F2FA882D0}" dt="2023-03-28T16:32:09.591" v="2899"/>
          <ac:inkMkLst>
            <pc:docMk/>
            <pc:sldMk cId="1643825080" sldId="265"/>
            <ac:inkMk id="580" creationId="{0B95C27F-D1BF-4BE1-9754-44294853009A}"/>
          </ac:inkMkLst>
        </pc:inkChg>
        <pc:inkChg chg="add del">
          <ac:chgData name="" userId="242feb3c33a8e7bf" providerId="LiveId" clId="{39C24DAF-E20C-4507-9157-C96F2FA882D0}" dt="2023-03-28T16:32:09.591" v="2899"/>
          <ac:inkMkLst>
            <pc:docMk/>
            <pc:sldMk cId="1643825080" sldId="265"/>
            <ac:inkMk id="581" creationId="{35EC0BC4-BB36-4AAE-ADDB-63FAE8634EE4}"/>
          </ac:inkMkLst>
        </pc:inkChg>
        <pc:inkChg chg="add del">
          <ac:chgData name="" userId="242feb3c33a8e7bf" providerId="LiveId" clId="{39C24DAF-E20C-4507-9157-C96F2FA882D0}" dt="2023-03-28T16:32:09.591" v="2899"/>
          <ac:inkMkLst>
            <pc:docMk/>
            <pc:sldMk cId="1643825080" sldId="265"/>
            <ac:inkMk id="582" creationId="{4E2CD0D6-F6F5-463D-97A0-9D42D883F928}"/>
          </ac:inkMkLst>
        </pc:inkChg>
        <pc:inkChg chg="add del">
          <ac:chgData name="" userId="242feb3c33a8e7bf" providerId="LiveId" clId="{39C24DAF-E20C-4507-9157-C96F2FA882D0}" dt="2023-03-28T16:32:09.591" v="2899"/>
          <ac:inkMkLst>
            <pc:docMk/>
            <pc:sldMk cId="1643825080" sldId="265"/>
            <ac:inkMk id="583" creationId="{10BC29CF-D5B0-46CA-9160-6DA8BD5B6360}"/>
          </ac:inkMkLst>
        </pc:inkChg>
        <pc:inkChg chg="add del">
          <ac:chgData name="" userId="242feb3c33a8e7bf" providerId="LiveId" clId="{39C24DAF-E20C-4507-9157-C96F2FA882D0}" dt="2023-03-28T16:32:09.591" v="2899"/>
          <ac:inkMkLst>
            <pc:docMk/>
            <pc:sldMk cId="1643825080" sldId="265"/>
            <ac:inkMk id="584" creationId="{09913290-D21D-4707-8DEA-D3656023CEF9}"/>
          </ac:inkMkLst>
        </pc:inkChg>
        <pc:inkChg chg="add del">
          <ac:chgData name="" userId="242feb3c33a8e7bf" providerId="LiveId" clId="{39C24DAF-E20C-4507-9157-C96F2FA882D0}" dt="2023-03-28T16:32:09.591" v="2899"/>
          <ac:inkMkLst>
            <pc:docMk/>
            <pc:sldMk cId="1643825080" sldId="265"/>
            <ac:inkMk id="585" creationId="{78E105B0-6F88-490E-8428-BDD05D1D0722}"/>
          </ac:inkMkLst>
        </pc:inkChg>
        <pc:inkChg chg="add del">
          <ac:chgData name="" userId="242feb3c33a8e7bf" providerId="LiveId" clId="{39C24DAF-E20C-4507-9157-C96F2FA882D0}" dt="2023-03-28T16:32:09.591" v="2899"/>
          <ac:inkMkLst>
            <pc:docMk/>
            <pc:sldMk cId="1643825080" sldId="265"/>
            <ac:inkMk id="586" creationId="{AB86D6CB-9AFA-4075-99F3-F2F52F2BEC6C}"/>
          </ac:inkMkLst>
        </pc:inkChg>
        <pc:inkChg chg="add del">
          <ac:chgData name="" userId="242feb3c33a8e7bf" providerId="LiveId" clId="{39C24DAF-E20C-4507-9157-C96F2FA882D0}" dt="2023-03-28T16:32:09.591" v="2899"/>
          <ac:inkMkLst>
            <pc:docMk/>
            <pc:sldMk cId="1643825080" sldId="265"/>
            <ac:inkMk id="587" creationId="{2B394CE3-5CEB-4C32-86CF-D6F3FDF51F04}"/>
          </ac:inkMkLst>
        </pc:inkChg>
        <pc:inkChg chg="add del">
          <ac:chgData name="" userId="242feb3c33a8e7bf" providerId="LiveId" clId="{39C24DAF-E20C-4507-9157-C96F2FA882D0}" dt="2023-03-28T16:32:09.591" v="2899"/>
          <ac:inkMkLst>
            <pc:docMk/>
            <pc:sldMk cId="1643825080" sldId="265"/>
            <ac:inkMk id="588" creationId="{0D86FADF-6EDF-48A2-8BD2-EB71050C9D58}"/>
          </ac:inkMkLst>
        </pc:inkChg>
        <pc:inkChg chg="add del">
          <ac:chgData name="" userId="242feb3c33a8e7bf" providerId="LiveId" clId="{39C24DAF-E20C-4507-9157-C96F2FA882D0}" dt="2023-03-28T16:32:09.591" v="2899"/>
          <ac:inkMkLst>
            <pc:docMk/>
            <pc:sldMk cId="1643825080" sldId="265"/>
            <ac:inkMk id="589" creationId="{EB2C4900-3F63-480A-B0E9-438F7CBB15C7}"/>
          </ac:inkMkLst>
        </pc:inkChg>
        <pc:inkChg chg="add del">
          <ac:chgData name="" userId="242feb3c33a8e7bf" providerId="LiveId" clId="{39C24DAF-E20C-4507-9157-C96F2FA882D0}" dt="2023-03-28T16:32:09.591" v="2899"/>
          <ac:inkMkLst>
            <pc:docMk/>
            <pc:sldMk cId="1643825080" sldId="265"/>
            <ac:inkMk id="590" creationId="{4ECAA625-8586-412B-8630-26AB3772BA49}"/>
          </ac:inkMkLst>
        </pc:inkChg>
        <pc:inkChg chg="add del">
          <ac:chgData name="" userId="242feb3c33a8e7bf" providerId="LiveId" clId="{39C24DAF-E20C-4507-9157-C96F2FA882D0}" dt="2023-03-28T16:32:09.591" v="2899"/>
          <ac:inkMkLst>
            <pc:docMk/>
            <pc:sldMk cId="1643825080" sldId="265"/>
            <ac:inkMk id="591" creationId="{010974C2-B998-42E2-95CE-B13CBF8CD91E}"/>
          </ac:inkMkLst>
        </pc:inkChg>
        <pc:inkChg chg="add del">
          <ac:chgData name="" userId="242feb3c33a8e7bf" providerId="LiveId" clId="{39C24DAF-E20C-4507-9157-C96F2FA882D0}" dt="2023-03-28T16:32:09.591" v="2899"/>
          <ac:inkMkLst>
            <pc:docMk/>
            <pc:sldMk cId="1643825080" sldId="265"/>
            <ac:inkMk id="592" creationId="{56B35CD3-DA4D-4FDC-BAB0-0E5A2841B496}"/>
          </ac:inkMkLst>
        </pc:inkChg>
        <pc:inkChg chg="add del">
          <ac:chgData name="" userId="242feb3c33a8e7bf" providerId="LiveId" clId="{39C24DAF-E20C-4507-9157-C96F2FA882D0}" dt="2023-03-28T16:32:09.591" v="2899"/>
          <ac:inkMkLst>
            <pc:docMk/>
            <pc:sldMk cId="1643825080" sldId="265"/>
            <ac:inkMk id="593" creationId="{481ADF23-A101-42BA-B6C0-A4722072E581}"/>
          </ac:inkMkLst>
        </pc:inkChg>
        <pc:inkChg chg="add del">
          <ac:chgData name="" userId="242feb3c33a8e7bf" providerId="LiveId" clId="{39C24DAF-E20C-4507-9157-C96F2FA882D0}" dt="2023-03-28T16:32:09.591" v="2899"/>
          <ac:inkMkLst>
            <pc:docMk/>
            <pc:sldMk cId="1643825080" sldId="265"/>
            <ac:inkMk id="594" creationId="{FD22B78C-76E7-4E64-8F7B-662ADFF38468}"/>
          </ac:inkMkLst>
        </pc:inkChg>
        <pc:inkChg chg="add del">
          <ac:chgData name="" userId="242feb3c33a8e7bf" providerId="LiveId" clId="{39C24DAF-E20C-4507-9157-C96F2FA882D0}" dt="2023-03-28T16:32:09.591" v="2899"/>
          <ac:inkMkLst>
            <pc:docMk/>
            <pc:sldMk cId="1643825080" sldId="265"/>
            <ac:inkMk id="595" creationId="{64CFAF85-E16D-4076-9B95-DDBCEB74A277}"/>
          </ac:inkMkLst>
        </pc:inkChg>
        <pc:inkChg chg="add del">
          <ac:chgData name="" userId="242feb3c33a8e7bf" providerId="LiveId" clId="{39C24DAF-E20C-4507-9157-C96F2FA882D0}" dt="2023-03-28T16:32:09.591" v="2899"/>
          <ac:inkMkLst>
            <pc:docMk/>
            <pc:sldMk cId="1643825080" sldId="265"/>
            <ac:inkMk id="596" creationId="{CA5998A9-8A57-4A55-8DA8-8D3FE22D159D}"/>
          </ac:inkMkLst>
        </pc:inkChg>
        <pc:inkChg chg="add del">
          <ac:chgData name="" userId="242feb3c33a8e7bf" providerId="LiveId" clId="{39C24DAF-E20C-4507-9157-C96F2FA882D0}" dt="2023-03-28T16:32:09.591" v="2899"/>
          <ac:inkMkLst>
            <pc:docMk/>
            <pc:sldMk cId="1643825080" sldId="265"/>
            <ac:inkMk id="597" creationId="{8054747E-C7EE-44D7-ADF6-2102F4CFB490}"/>
          </ac:inkMkLst>
        </pc:inkChg>
        <pc:inkChg chg="add del">
          <ac:chgData name="" userId="242feb3c33a8e7bf" providerId="LiveId" clId="{39C24DAF-E20C-4507-9157-C96F2FA882D0}" dt="2023-03-28T16:32:09.591" v="2899"/>
          <ac:inkMkLst>
            <pc:docMk/>
            <pc:sldMk cId="1643825080" sldId="265"/>
            <ac:inkMk id="598" creationId="{6AD258BE-ED8F-4378-94E1-A4C5737F15AD}"/>
          </ac:inkMkLst>
        </pc:inkChg>
        <pc:inkChg chg="add del">
          <ac:chgData name="" userId="242feb3c33a8e7bf" providerId="LiveId" clId="{39C24DAF-E20C-4507-9157-C96F2FA882D0}" dt="2023-03-28T16:32:09.591" v="2899"/>
          <ac:inkMkLst>
            <pc:docMk/>
            <pc:sldMk cId="1643825080" sldId="265"/>
            <ac:inkMk id="599" creationId="{CFAC53B4-26AC-4DC5-83D9-6F6F834F78B4}"/>
          </ac:inkMkLst>
        </pc:inkChg>
        <pc:inkChg chg="add del">
          <ac:chgData name="" userId="242feb3c33a8e7bf" providerId="LiveId" clId="{39C24DAF-E20C-4507-9157-C96F2FA882D0}" dt="2023-03-28T16:32:09.591" v="2899"/>
          <ac:inkMkLst>
            <pc:docMk/>
            <pc:sldMk cId="1643825080" sldId="265"/>
            <ac:inkMk id="600" creationId="{1016D6F9-858E-466E-B03A-7A8142619F8A}"/>
          </ac:inkMkLst>
        </pc:inkChg>
        <pc:inkChg chg="add del">
          <ac:chgData name="" userId="242feb3c33a8e7bf" providerId="LiveId" clId="{39C24DAF-E20C-4507-9157-C96F2FA882D0}" dt="2023-03-28T16:32:09.591" v="2899"/>
          <ac:inkMkLst>
            <pc:docMk/>
            <pc:sldMk cId="1643825080" sldId="265"/>
            <ac:inkMk id="601" creationId="{55D19EBC-D01F-495E-AEA7-42A03E5379D6}"/>
          </ac:inkMkLst>
        </pc:inkChg>
        <pc:inkChg chg="add">
          <ac:chgData name="" userId="242feb3c33a8e7bf" providerId="LiveId" clId="{39C24DAF-E20C-4507-9157-C96F2FA882D0}" dt="2023-03-28T16:32:09.591" v="2899"/>
          <ac:inkMkLst>
            <pc:docMk/>
            <pc:sldMk cId="1643825080" sldId="265"/>
            <ac:inkMk id="602" creationId="{BBA4F3D5-879A-46C5-873A-31842103CA47}"/>
          </ac:inkMkLst>
        </pc:inkChg>
        <pc:inkChg chg="add">
          <ac:chgData name="" userId="242feb3c33a8e7bf" providerId="LiveId" clId="{39C24DAF-E20C-4507-9157-C96F2FA882D0}" dt="2023-03-28T16:32:09.591" v="2899"/>
          <ac:inkMkLst>
            <pc:docMk/>
            <pc:sldMk cId="1643825080" sldId="265"/>
            <ac:inkMk id="603" creationId="{5A5608C3-D6C7-4994-B6DF-EE30D9A03787}"/>
          </ac:inkMkLst>
        </pc:inkChg>
        <pc:inkChg chg="add">
          <ac:chgData name="" userId="242feb3c33a8e7bf" providerId="LiveId" clId="{39C24DAF-E20C-4507-9157-C96F2FA882D0}" dt="2023-03-28T16:32:09.591" v="2899"/>
          <ac:inkMkLst>
            <pc:docMk/>
            <pc:sldMk cId="1643825080" sldId="265"/>
            <ac:inkMk id="604" creationId="{6F6F70B1-5EB6-4584-B128-6A2C21251659}"/>
          </ac:inkMkLst>
        </pc:inkChg>
        <pc:inkChg chg="add">
          <ac:chgData name="" userId="242feb3c33a8e7bf" providerId="LiveId" clId="{39C24DAF-E20C-4507-9157-C96F2FA882D0}" dt="2023-03-28T16:32:09.591" v="2899"/>
          <ac:inkMkLst>
            <pc:docMk/>
            <pc:sldMk cId="1643825080" sldId="265"/>
            <ac:inkMk id="605" creationId="{3BC2BEEA-1E15-4002-89EB-B95B97B800EA}"/>
          </ac:inkMkLst>
        </pc:inkChg>
        <pc:inkChg chg="add">
          <ac:chgData name="" userId="242feb3c33a8e7bf" providerId="LiveId" clId="{39C24DAF-E20C-4507-9157-C96F2FA882D0}" dt="2023-03-28T16:32:09.591" v="2899"/>
          <ac:inkMkLst>
            <pc:docMk/>
            <pc:sldMk cId="1643825080" sldId="265"/>
            <ac:inkMk id="606" creationId="{087CA6F4-333F-412C-98E0-D7718886CCC0}"/>
          </ac:inkMkLst>
        </pc:inkChg>
        <pc:inkChg chg="add">
          <ac:chgData name="" userId="242feb3c33a8e7bf" providerId="LiveId" clId="{39C24DAF-E20C-4507-9157-C96F2FA882D0}" dt="2023-03-28T16:46:43.519" v="3550"/>
          <ac:inkMkLst>
            <pc:docMk/>
            <pc:sldMk cId="1643825080" sldId="265"/>
            <ac:inkMk id="607" creationId="{41AC6611-E9BB-4F90-84CC-83B1BB8FA0B6}"/>
          </ac:inkMkLst>
        </pc:inkChg>
        <pc:inkChg chg="add">
          <ac:chgData name="" userId="242feb3c33a8e7bf" providerId="LiveId" clId="{39C24DAF-E20C-4507-9157-C96F2FA882D0}" dt="2023-03-28T16:46:44.140" v="3551"/>
          <ac:inkMkLst>
            <pc:docMk/>
            <pc:sldMk cId="1643825080" sldId="265"/>
            <ac:inkMk id="608" creationId="{EDCAF025-19AD-494E-AD45-AC1813EA90AD}"/>
          </ac:inkMkLst>
        </pc:inkChg>
        <pc:inkChg chg="add del">
          <ac:chgData name="" userId="242feb3c33a8e7bf" providerId="LiveId" clId="{39C24DAF-E20C-4507-9157-C96F2FA882D0}" dt="2023-03-28T16:46:51.988" v="3574"/>
          <ac:inkMkLst>
            <pc:docMk/>
            <pc:sldMk cId="1643825080" sldId="265"/>
            <ac:inkMk id="609" creationId="{B13C78BE-EF83-4FF1-898D-BC1E8487F6DC}"/>
          </ac:inkMkLst>
        </pc:inkChg>
        <pc:inkChg chg="add del">
          <ac:chgData name="" userId="242feb3c33a8e7bf" providerId="LiveId" clId="{39C24DAF-E20C-4507-9157-C96F2FA882D0}" dt="2023-03-28T16:46:51.988" v="3574"/>
          <ac:inkMkLst>
            <pc:docMk/>
            <pc:sldMk cId="1643825080" sldId="265"/>
            <ac:inkMk id="610" creationId="{8D9B4409-AF3E-4468-B41F-3AEEEA95308B}"/>
          </ac:inkMkLst>
        </pc:inkChg>
        <pc:inkChg chg="add">
          <ac:chgData name="" userId="242feb3c33a8e7bf" providerId="LiveId" clId="{39C24DAF-E20C-4507-9157-C96F2FA882D0}" dt="2023-03-28T16:46:45.074" v="3554"/>
          <ac:inkMkLst>
            <pc:docMk/>
            <pc:sldMk cId="1643825080" sldId="265"/>
            <ac:inkMk id="611" creationId="{21B7D933-35A1-42CF-8011-65D979327A1D}"/>
          </ac:inkMkLst>
        </pc:inkChg>
        <pc:inkChg chg="add del">
          <ac:chgData name="" userId="242feb3c33a8e7bf" providerId="LiveId" clId="{39C24DAF-E20C-4507-9157-C96F2FA882D0}" dt="2023-03-28T16:46:51.988" v="3574"/>
          <ac:inkMkLst>
            <pc:docMk/>
            <pc:sldMk cId="1643825080" sldId="265"/>
            <ac:inkMk id="612" creationId="{80871673-AC49-4116-ACB0-3275E886FD4A}"/>
          </ac:inkMkLst>
        </pc:inkChg>
        <pc:inkChg chg="add del">
          <ac:chgData name="" userId="242feb3c33a8e7bf" providerId="LiveId" clId="{39C24DAF-E20C-4507-9157-C96F2FA882D0}" dt="2023-03-28T16:46:51.988" v="3574"/>
          <ac:inkMkLst>
            <pc:docMk/>
            <pc:sldMk cId="1643825080" sldId="265"/>
            <ac:inkMk id="613" creationId="{E5711E26-5F0B-4FDA-B7D6-DFA7235B4C78}"/>
          </ac:inkMkLst>
        </pc:inkChg>
        <pc:inkChg chg="add del">
          <ac:chgData name="" userId="242feb3c33a8e7bf" providerId="LiveId" clId="{39C24DAF-E20C-4507-9157-C96F2FA882D0}" dt="2023-03-28T16:46:51.988" v="3574"/>
          <ac:inkMkLst>
            <pc:docMk/>
            <pc:sldMk cId="1643825080" sldId="265"/>
            <ac:inkMk id="614" creationId="{F585E479-19FD-49F8-B2E7-34E1AC09FF5C}"/>
          </ac:inkMkLst>
        </pc:inkChg>
        <pc:inkChg chg="add del">
          <ac:chgData name="" userId="242feb3c33a8e7bf" providerId="LiveId" clId="{39C24DAF-E20C-4507-9157-C96F2FA882D0}" dt="2023-03-28T16:46:51.988" v="3574"/>
          <ac:inkMkLst>
            <pc:docMk/>
            <pc:sldMk cId="1643825080" sldId="265"/>
            <ac:inkMk id="615" creationId="{21F9F9C3-33C7-4BD8-805A-F0D0736BE1CC}"/>
          </ac:inkMkLst>
        </pc:inkChg>
        <pc:inkChg chg="add del">
          <ac:chgData name="" userId="242feb3c33a8e7bf" providerId="LiveId" clId="{39C24DAF-E20C-4507-9157-C96F2FA882D0}" dt="2023-03-28T16:46:51.988" v="3574"/>
          <ac:inkMkLst>
            <pc:docMk/>
            <pc:sldMk cId="1643825080" sldId="265"/>
            <ac:inkMk id="616" creationId="{1DAAD577-909C-4045-8025-C56F5000F9D3}"/>
          </ac:inkMkLst>
        </pc:inkChg>
        <pc:inkChg chg="add del">
          <ac:chgData name="" userId="242feb3c33a8e7bf" providerId="LiveId" clId="{39C24DAF-E20C-4507-9157-C96F2FA882D0}" dt="2023-03-28T16:46:51.988" v="3574"/>
          <ac:inkMkLst>
            <pc:docMk/>
            <pc:sldMk cId="1643825080" sldId="265"/>
            <ac:inkMk id="617" creationId="{802D8BE1-CD73-446F-8132-A671D0507041}"/>
          </ac:inkMkLst>
        </pc:inkChg>
        <pc:inkChg chg="add del">
          <ac:chgData name="" userId="242feb3c33a8e7bf" providerId="LiveId" clId="{39C24DAF-E20C-4507-9157-C96F2FA882D0}" dt="2023-03-28T16:46:51.988" v="3574"/>
          <ac:inkMkLst>
            <pc:docMk/>
            <pc:sldMk cId="1643825080" sldId="265"/>
            <ac:inkMk id="618" creationId="{7363E288-755E-47EE-A4F7-301EB3883FE1}"/>
          </ac:inkMkLst>
        </pc:inkChg>
        <pc:inkChg chg="add del">
          <ac:chgData name="" userId="242feb3c33a8e7bf" providerId="LiveId" clId="{39C24DAF-E20C-4507-9157-C96F2FA882D0}" dt="2023-03-28T16:46:51.988" v="3574"/>
          <ac:inkMkLst>
            <pc:docMk/>
            <pc:sldMk cId="1643825080" sldId="265"/>
            <ac:inkMk id="619" creationId="{4CBECB6B-4BD8-449E-8AC2-6ABE200A5748}"/>
          </ac:inkMkLst>
        </pc:inkChg>
        <pc:inkChg chg="add del">
          <ac:chgData name="" userId="242feb3c33a8e7bf" providerId="LiveId" clId="{39C24DAF-E20C-4507-9157-C96F2FA882D0}" dt="2023-03-28T16:46:51.988" v="3574"/>
          <ac:inkMkLst>
            <pc:docMk/>
            <pc:sldMk cId="1643825080" sldId="265"/>
            <ac:inkMk id="620" creationId="{BB3E2FD7-4606-48CB-A73A-FD8C252AF838}"/>
          </ac:inkMkLst>
        </pc:inkChg>
        <pc:inkChg chg="add del">
          <ac:chgData name="" userId="242feb3c33a8e7bf" providerId="LiveId" clId="{39C24DAF-E20C-4507-9157-C96F2FA882D0}" dt="2023-03-28T16:46:51.988" v="3574"/>
          <ac:inkMkLst>
            <pc:docMk/>
            <pc:sldMk cId="1643825080" sldId="265"/>
            <ac:inkMk id="621" creationId="{C3F19759-6540-473D-AF38-486804E3707B}"/>
          </ac:inkMkLst>
        </pc:inkChg>
        <pc:inkChg chg="add del">
          <ac:chgData name="" userId="242feb3c33a8e7bf" providerId="LiveId" clId="{39C24DAF-E20C-4507-9157-C96F2FA882D0}" dt="2023-03-28T16:46:51.988" v="3574"/>
          <ac:inkMkLst>
            <pc:docMk/>
            <pc:sldMk cId="1643825080" sldId="265"/>
            <ac:inkMk id="622" creationId="{2436925E-7467-47AE-9087-E9A7EA8EB780}"/>
          </ac:inkMkLst>
        </pc:inkChg>
        <pc:inkChg chg="add del">
          <ac:chgData name="" userId="242feb3c33a8e7bf" providerId="LiveId" clId="{39C24DAF-E20C-4507-9157-C96F2FA882D0}" dt="2023-03-28T16:46:51.988" v="3574"/>
          <ac:inkMkLst>
            <pc:docMk/>
            <pc:sldMk cId="1643825080" sldId="265"/>
            <ac:inkMk id="623" creationId="{099C87E6-9247-4E5A-A6A8-FA03AAD685BD}"/>
          </ac:inkMkLst>
        </pc:inkChg>
        <pc:inkChg chg="add del">
          <ac:chgData name="" userId="242feb3c33a8e7bf" providerId="LiveId" clId="{39C24DAF-E20C-4507-9157-C96F2FA882D0}" dt="2023-03-28T16:46:51.988" v="3574"/>
          <ac:inkMkLst>
            <pc:docMk/>
            <pc:sldMk cId="1643825080" sldId="265"/>
            <ac:inkMk id="624" creationId="{E1DAB4A9-9658-4A0A-A64E-334BBD698074}"/>
          </ac:inkMkLst>
        </pc:inkChg>
        <pc:inkChg chg="add del">
          <ac:chgData name="" userId="242feb3c33a8e7bf" providerId="LiveId" clId="{39C24DAF-E20C-4507-9157-C96F2FA882D0}" dt="2023-03-28T16:46:51.988" v="3574"/>
          <ac:inkMkLst>
            <pc:docMk/>
            <pc:sldMk cId="1643825080" sldId="265"/>
            <ac:inkMk id="625" creationId="{88AD934C-C6A6-40CC-BD3E-5F1587D8C4B4}"/>
          </ac:inkMkLst>
        </pc:inkChg>
        <pc:inkChg chg="add del">
          <ac:chgData name="" userId="242feb3c33a8e7bf" providerId="LiveId" clId="{39C24DAF-E20C-4507-9157-C96F2FA882D0}" dt="2023-03-28T16:46:51.988" v="3574"/>
          <ac:inkMkLst>
            <pc:docMk/>
            <pc:sldMk cId="1643825080" sldId="265"/>
            <ac:inkMk id="626" creationId="{84B031CB-21E6-43FE-8207-052BC6E3D2D2}"/>
          </ac:inkMkLst>
        </pc:inkChg>
        <pc:inkChg chg="add del">
          <ac:chgData name="" userId="242feb3c33a8e7bf" providerId="LiveId" clId="{39C24DAF-E20C-4507-9157-C96F2FA882D0}" dt="2023-03-28T16:46:51.988" v="3574"/>
          <ac:inkMkLst>
            <pc:docMk/>
            <pc:sldMk cId="1643825080" sldId="265"/>
            <ac:inkMk id="627" creationId="{E610F4C6-2C34-4FAB-B4CE-CC2A3913F6BC}"/>
          </ac:inkMkLst>
        </pc:inkChg>
        <pc:inkChg chg="add del">
          <ac:chgData name="" userId="242feb3c33a8e7bf" providerId="LiveId" clId="{39C24DAF-E20C-4507-9157-C96F2FA882D0}" dt="2023-03-28T16:46:51.988" v="3574"/>
          <ac:inkMkLst>
            <pc:docMk/>
            <pc:sldMk cId="1643825080" sldId="265"/>
            <ac:inkMk id="628" creationId="{2B0774A4-E6E9-437B-8D2A-0F4480FFD42B}"/>
          </ac:inkMkLst>
        </pc:inkChg>
        <pc:inkChg chg="add del">
          <ac:chgData name="" userId="242feb3c33a8e7bf" providerId="LiveId" clId="{39C24DAF-E20C-4507-9157-C96F2FA882D0}" dt="2023-03-28T16:46:51.988" v="3574"/>
          <ac:inkMkLst>
            <pc:docMk/>
            <pc:sldMk cId="1643825080" sldId="265"/>
            <ac:inkMk id="629" creationId="{E079F4CF-37BD-465E-9580-28DABEB9E45F}"/>
          </ac:inkMkLst>
        </pc:inkChg>
        <pc:inkChg chg="add del">
          <ac:chgData name="" userId="242feb3c33a8e7bf" providerId="LiveId" clId="{39C24DAF-E20C-4507-9157-C96F2FA882D0}" dt="2023-03-28T16:46:51.988" v="3574"/>
          <ac:inkMkLst>
            <pc:docMk/>
            <pc:sldMk cId="1643825080" sldId="265"/>
            <ac:inkMk id="630" creationId="{4644E0BB-D647-4EBC-8A58-FE701899EB22}"/>
          </ac:inkMkLst>
        </pc:inkChg>
        <pc:inkChg chg="add">
          <ac:chgData name="" userId="242feb3c33a8e7bf" providerId="LiveId" clId="{39C24DAF-E20C-4507-9157-C96F2FA882D0}" dt="2023-03-28T16:46:51.988" v="3574"/>
          <ac:inkMkLst>
            <pc:docMk/>
            <pc:sldMk cId="1643825080" sldId="265"/>
            <ac:inkMk id="631" creationId="{630DB831-149B-4D1D-AE47-7EFDC95D6F35}"/>
          </ac:inkMkLst>
        </pc:inkChg>
        <pc:inkChg chg="add">
          <ac:chgData name="" userId="242feb3c33a8e7bf" providerId="LiveId" clId="{39C24DAF-E20C-4507-9157-C96F2FA882D0}" dt="2023-03-28T16:46:51.988" v="3574"/>
          <ac:inkMkLst>
            <pc:docMk/>
            <pc:sldMk cId="1643825080" sldId="265"/>
            <ac:inkMk id="632" creationId="{B194BFC7-2371-444F-A4D4-DDCB39B47E9D}"/>
          </ac:inkMkLst>
        </pc:inkChg>
        <pc:inkChg chg="add">
          <ac:chgData name="" userId="242feb3c33a8e7bf" providerId="LiveId" clId="{39C24DAF-E20C-4507-9157-C96F2FA882D0}" dt="2023-03-28T16:46:51.988" v="3574"/>
          <ac:inkMkLst>
            <pc:docMk/>
            <pc:sldMk cId="1643825080" sldId="265"/>
            <ac:inkMk id="633" creationId="{BB7FCBC7-D928-495E-99D7-C71AF75D7A0C}"/>
          </ac:inkMkLst>
        </pc:inkChg>
      </pc:sldChg>
      <pc:sldChg chg="addSp delSp modSp">
        <pc:chgData name="" userId="242feb3c33a8e7bf" providerId="LiveId" clId="{39C24DAF-E20C-4507-9157-C96F2FA882D0}" dt="2023-05-02T07:57:08.270" v="9093"/>
        <pc:sldMkLst>
          <pc:docMk/>
          <pc:sldMk cId="1283747153" sldId="266"/>
        </pc:sldMkLst>
        <pc:spChg chg="mod">
          <ac:chgData name="" userId="242feb3c33a8e7bf" providerId="LiveId" clId="{39C24DAF-E20C-4507-9157-C96F2FA882D0}" dt="2023-03-28T16:32:38.133" v="2908" actId="14100"/>
          <ac:spMkLst>
            <pc:docMk/>
            <pc:sldMk cId="1283747153" sldId="266"/>
            <ac:spMk id="3" creationId="{C859AA5F-17E8-4463-BB64-C9838D885F8D}"/>
          </ac:spMkLst>
        </pc:spChg>
        <pc:inkChg chg="add">
          <ac:chgData name="" userId="242feb3c33a8e7bf" providerId="LiveId" clId="{39C24DAF-E20C-4507-9157-C96F2FA882D0}" dt="2023-05-02T06:49:42.607" v="4493"/>
          <ac:inkMkLst>
            <pc:docMk/>
            <pc:sldMk cId="1283747153" sldId="266"/>
            <ac:inkMk id="2" creationId="{BD151F75-E94D-4DF4-B2E4-425D5B1731CF}"/>
          </ac:inkMkLst>
        </pc:inkChg>
        <pc:inkChg chg="add del">
          <ac:chgData name="" userId="242feb3c33a8e7bf" providerId="LiveId" clId="{39C24DAF-E20C-4507-9157-C96F2FA882D0}" dt="2023-03-28T16:32:47.915" v="2917"/>
          <ac:inkMkLst>
            <pc:docMk/>
            <pc:sldMk cId="1283747153" sldId="266"/>
            <ac:inkMk id="2" creationId="{C2A9B398-8D9B-47E0-B459-0E07B671A258}"/>
          </ac:inkMkLst>
        </pc:inkChg>
        <pc:inkChg chg="add del">
          <ac:chgData name="" userId="242feb3c33a8e7bf" providerId="LiveId" clId="{39C24DAF-E20C-4507-9157-C96F2FA882D0}" dt="2023-05-02T07:57:06.414" v="9091"/>
          <ac:inkMkLst>
            <pc:docMk/>
            <pc:sldMk cId="1283747153" sldId="266"/>
            <ac:inkMk id="4" creationId="{26F9FCBF-32BA-4DD6-A951-B1992C46B9D9}"/>
          </ac:inkMkLst>
        </pc:inkChg>
        <pc:inkChg chg="add del">
          <ac:chgData name="" userId="242feb3c33a8e7bf" providerId="LiveId" clId="{39C24DAF-E20C-4507-9157-C96F2FA882D0}" dt="2023-03-28T16:32:47.915" v="2917"/>
          <ac:inkMkLst>
            <pc:docMk/>
            <pc:sldMk cId="1283747153" sldId="266"/>
            <ac:inkMk id="4" creationId="{CF370844-5EAA-4FB2-95A6-329E73843774}"/>
          </ac:inkMkLst>
        </pc:inkChg>
        <pc:inkChg chg="add del">
          <ac:chgData name="" userId="242feb3c33a8e7bf" providerId="LiveId" clId="{39C24DAF-E20C-4507-9157-C96F2FA882D0}" dt="2023-03-28T16:32:47.915" v="2917"/>
          <ac:inkMkLst>
            <pc:docMk/>
            <pc:sldMk cId="1283747153" sldId="266"/>
            <ac:inkMk id="5" creationId="{2AC91E82-7D3B-4755-9B57-BE718E80E168}"/>
          </ac:inkMkLst>
        </pc:inkChg>
        <pc:inkChg chg="add del">
          <ac:chgData name="" userId="242feb3c33a8e7bf" providerId="LiveId" clId="{39C24DAF-E20C-4507-9157-C96F2FA882D0}" dt="2023-05-02T07:57:06.415" v="9092"/>
          <ac:inkMkLst>
            <pc:docMk/>
            <pc:sldMk cId="1283747153" sldId="266"/>
            <ac:inkMk id="5" creationId="{92D174F1-C391-49FE-8F9F-052359A67989}"/>
          </ac:inkMkLst>
        </pc:inkChg>
        <pc:inkChg chg="add">
          <ac:chgData name="" userId="242feb3c33a8e7bf" providerId="LiveId" clId="{39C24DAF-E20C-4507-9157-C96F2FA882D0}" dt="2023-05-02T07:57:08.270" v="9093"/>
          <ac:inkMkLst>
            <pc:docMk/>
            <pc:sldMk cId="1283747153" sldId="266"/>
            <ac:inkMk id="7" creationId="{1FB6AD69-DF79-4E38-B601-C57B4E5B7078}"/>
          </ac:inkMkLst>
        </pc:inkChg>
        <pc:inkChg chg="add del">
          <ac:chgData name="" userId="242feb3c33a8e7bf" providerId="LiveId" clId="{39C24DAF-E20C-4507-9157-C96F2FA882D0}" dt="2023-03-28T16:32:47.915" v="2917"/>
          <ac:inkMkLst>
            <pc:docMk/>
            <pc:sldMk cId="1283747153" sldId="266"/>
            <ac:inkMk id="7" creationId="{D3715417-25F8-4E66-AC6E-FCC35AC5FF96}"/>
          </ac:inkMkLst>
        </pc:inkChg>
        <pc:inkChg chg="add del">
          <ac:chgData name="" userId="242feb3c33a8e7bf" providerId="LiveId" clId="{39C24DAF-E20C-4507-9157-C96F2FA882D0}" dt="2023-03-28T16:32:47.915" v="2917"/>
          <ac:inkMkLst>
            <pc:docMk/>
            <pc:sldMk cId="1283747153" sldId="266"/>
            <ac:inkMk id="8" creationId="{55B27506-A648-4820-B0EF-263C6E9067BE}"/>
          </ac:inkMkLst>
        </pc:inkChg>
        <pc:inkChg chg="add del">
          <ac:chgData name="" userId="242feb3c33a8e7bf" providerId="LiveId" clId="{39C24DAF-E20C-4507-9157-C96F2FA882D0}" dt="2023-03-28T16:32:47.915" v="2917"/>
          <ac:inkMkLst>
            <pc:docMk/>
            <pc:sldMk cId="1283747153" sldId="266"/>
            <ac:inkMk id="9" creationId="{4FB6ABAD-5FE2-49F2-9EEB-44456E1C6840}"/>
          </ac:inkMkLst>
        </pc:inkChg>
        <pc:inkChg chg="add del">
          <ac:chgData name="" userId="242feb3c33a8e7bf" providerId="LiveId" clId="{39C24DAF-E20C-4507-9157-C96F2FA882D0}" dt="2023-03-28T16:32:47.915" v="2917"/>
          <ac:inkMkLst>
            <pc:docMk/>
            <pc:sldMk cId="1283747153" sldId="266"/>
            <ac:inkMk id="10" creationId="{BACAEFA7-9840-44B0-BBA2-590D90406F36}"/>
          </ac:inkMkLst>
        </pc:inkChg>
        <pc:inkChg chg="add del">
          <ac:chgData name="" userId="242feb3c33a8e7bf" providerId="LiveId" clId="{39C24DAF-E20C-4507-9157-C96F2FA882D0}" dt="2023-03-28T16:32:47.915" v="2917"/>
          <ac:inkMkLst>
            <pc:docMk/>
            <pc:sldMk cId="1283747153" sldId="266"/>
            <ac:inkMk id="11" creationId="{BBF28F07-D52A-4334-B1A6-AB4126E8E250}"/>
          </ac:inkMkLst>
        </pc:inkChg>
        <pc:inkChg chg="add del">
          <ac:chgData name="" userId="242feb3c33a8e7bf" providerId="LiveId" clId="{39C24DAF-E20C-4507-9157-C96F2FA882D0}" dt="2023-05-02T06:49:56.548" v="4500"/>
          <ac:inkMkLst>
            <pc:docMk/>
            <pc:sldMk cId="1283747153" sldId="266"/>
            <ac:inkMk id="13" creationId="{1CEC92F1-9D66-4891-9775-8E284D4031CF}"/>
          </ac:inkMkLst>
        </pc:inkChg>
        <pc:inkChg chg="add del">
          <ac:chgData name="" userId="242feb3c33a8e7bf" providerId="LiveId" clId="{39C24DAF-E20C-4507-9157-C96F2FA882D0}" dt="2023-05-02T06:49:56.549" v="4501"/>
          <ac:inkMkLst>
            <pc:docMk/>
            <pc:sldMk cId="1283747153" sldId="266"/>
            <ac:inkMk id="14" creationId="{A11AD4F0-0A51-4871-A8FC-C65DACE33193}"/>
          </ac:inkMkLst>
        </pc:inkChg>
        <pc:inkChg chg="add del">
          <ac:chgData name="" userId="242feb3c33a8e7bf" providerId="LiveId" clId="{39C24DAF-E20C-4507-9157-C96F2FA882D0}" dt="2023-03-28T16:32:53.780" v="2934"/>
          <ac:inkMkLst>
            <pc:docMk/>
            <pc:sldMk cId="1283747153" sldId="266"/>
            <ac:inkMk id="16" creationId="{49817FCC-007B-4F11-9BDE-5C39ADF0B7B6}"/>
          </ac:inkMkLst>
        </pc:inkChg>
        <pc:inkChg chg="add del">
          <ac:chgData name="" userId="242feb3c33a8e7bf" providerId="LiveId" clId="{39C24DAF-E20C-4507-9157-C96F2FA882D0}" dt="2023-03-28T16:32:53.780" v="2934"/>
          <ac:inkMkLst>
            <pc:docMk/>
            <pc:sldMk cId="1283747153" sldId="266"/>
            <ac:inkMk id="17" creationId="{03022F74-69F8-42F3-8610-6E515D98D569}"/>
          </ac:inkMkLst>
        </pc:inkChg>
        <pc:inkChg chg="add del">
          <ac:chgData name="" userId="242feb3c33a8e7bf" providerId="LiveId" clId="{39C24DAF-E20C-4507-9157-C96F2FA882D0}" dt="2023-03-28T16:32:53.780" v="2934"/>
          <ac:inkMkLst>
            <pc:docMk/>
            <pc:sldMk cId="1283747153" sldId="266"/>
            <ac:inkMk id="19" creationId="{18C90451-ED40-4DAB-B51E-57139DEEBAD2}"/>
          </ac:inkMkLst>
        </pc:inkChg>
        <pc:inkChg chg="add del">
          <ac:chgData name="" userId="242feb3c33a8e7bf" providerId="LiveId" clId="{39C24DAF-E20C-4507-9157-C96F2FA882D0}" dt="2023-03-28T16:32:53.780" v="2934"/>
          <ac:inkMkLst>
            <pc:docMk/>
            <pc:sldMk cId="1283747153" sldId="266"/>
            <ac:inkMk id="20" creationId="{329E82E9-12A2-441D-A87D-465B44E8A8E2}"/>
          </ac:inkMkLst>
        </pc:inkChg>
        <pc:inkChg chg="add del">
          <ac:chgData name="" userId="242feb3c33a8e7bf" providerId="LiveId" clId="{39C24DAF-E20C-4507-9157-C96F2FA882D0}" dt="2023-03-28T16:32:53.780" v="2934"/>
          <ac:inkMkLst>
            <pc:docMk/>
            <pc:sldMk cId="1283747153" sldId="266"/>
            <ac:inkMk id="22" creationId="{2FD319BC-A14D-47AD-9359-0E36EB37DD8D}"/>
          </ac:inkMkLst>
        </pc:inkChg>
        <pc:inkChg chg="add del">
          <ac:chgData name="" userId="242feb3c33a8e7bf" providerId="LiveId" clId="{39C24DAF-E20C-4507-9157-C96F2FA882D0}" dt="2023-03-28T16:32:53.780" v="2934"/>
          <ac:inkMkLst>
            <pc:docMk/>
            <pc:sldMk cId="1283747153" sldId="266"/>
            <ac:inkMk id="23" creationId="{E54D8610-7FA9-457E-8D37-765EE3C1F550}"/>
          </ac:inkMkLst>
        </pc:inkChg>
        <pc:inkChg chg="add del">
          <ac:chgData name="" userId="242feb3c33a8e7bf" providerId="LiveId" clId="{39C24DAF-E20C-4507-9157-C96F2FA882D0}" dt="2023-03-28T16:32:53.780" v="2934"/>
          <ac:inkMkLst>
            <pc:docMk/>
            <pc:sldMk cId="1283747153" sldId="266"/>
            <ac:inkMk id="26" creationId="{1867F476-C6C0-4B0E-B0F3-F9B6974F326C}"/>
          </ac:inkMkLst>
        </pc:inkChg>
        <pc:inkChg chg="add del">
          <ac:chgData name="" userId="242feb3c33a8e7bf" providerId="LiveId" clId="{39C24DAF-E20C-4507-9157-C96F2FA882D0}" dt="2023-03-28T16:32:53.780" v="2934"/>
          <ac:inkMkLst>
            <pc:docMk/>
            <pc:sldMk cId="1283747153" sldId="266"/>
            <ac:inkMk id="28" creationId="{73E6EE9A-A00A-4EC0-9BBB-00C2876AE7F3}"/>
          </ac:inkMkLst>
        </pc:inkChg>
        <pc:inkChg chg="add del">
          <ac:chgData name="" userId="242feb3c33a8e7bf" providerId="LiveId" clId="{39C24DAF-E20C-4507-9157-C96F2FA882D0}" dt="2023-03-28T16:32:53.780" v="2934"/>
          <ac:inkMkLst>
            <pc:docMk/>
            <pc:sldMk cId="1283747153" sldId="266"/>
            <ac:inkMk id="29" creationId="{1A1B2354-BB34-49AA-84B9-79C2E790D5A4}"/>
          </ac:inkMkLst>
        </pc:inkChg>
        <pc:inkChg chg="add del">
          <ac:chgData name="" userId="242feb3c33a8e7bf" providerId="LiveId" clId="{39C24DAF-E20C-4507-9157-C96F2FA882D0}" dt="2023-03-28T16:32:53.780" v="2934"/>
          <ac:inkMkLst>
            <pc:docMk/>
            <pc:sldMk cId="1283747153" sldId="266"/>
            <ac:inkMk id="33" creationId="{73C677B1-01B2-4FE1-B93B-EAC1FE9F8420}"/>
          </ac:inkMkLst>
        </pc:inkChg>
        <pc:inkChg chg="add del">
          <ac:chgData name="" userId="242feb3c33a8e7bf" providerId="LiveId" clId="{39C24DAF-E20C-4507-9157-C96F2FA882D0}" dt="2023-03-28T16:32:53.780" v="2934"/>
          <ac:inkMkLst>
            <pc:docMk/>
            <pc:sldMk cId="1283747153" sldId="266"/>
            <ac:inkMk id="34" creationId="{8C5B851A-91AC-4917-B6CE-42F0F0637A94}"/>
          </ac:inkMkLst>
        </pc:inkChg>
        <pc:inkChg chg="add del">
          <ac:chgData name="" userId="242feb3c33a8e7bf" providerId="LiveId" clId="{39C24DAF-E20C-4507-9157-C96F2FA882D0}" dt="2023-03-28T16:32:53.780" v="2934"/>
          <ac:inkMkLst>
            <pc:docMk/>
            <pc:sldMk cId="1283747153" sldId="266"/>
            <ac:inkMk id="35" creationId="{B9D0F7C9-B056-40DC-9FF9-AD2936C76A99}"/>
          </ac:inkMkLst>
        </pc:inkChg>
        <pc:inkChg chg="add del">
          <ac:chgData name="" userId="242feb3c33a8e7bf" providerId="LiveId" clId="{39C24DAF-E20C-4507-9157-C96F2FA882D0}" dt="2023-03-28T16:32:53.780" v="2934"/>
          <ac:inkMkLst>
            <pc:docMk/>
            <pc:sldMk cId="1283747153" sldId="266"/>
            <ac:inkMk id="36" creationId="{2F198368-DB33-4887-877D-434D71B461B1}"/>
          </ac:inkMkLst>
        </pc:inkChg>
        <pc:inkChg chg="add del">
          <ac:chgData name="" userId="242feb3c33a8e7bf" providerId="LiveId" clId="{39C24DAF-E20C-4507-9157-C96F2FA882D0}" dt="2023-03-28T16:32:53.780" v="2934"/>
          <ac:inkMkLst>
            <pc:docMk/>
            <pc:sldMk cId="1283747153" sldId="266"/>
            <ac:inkMk id="37" creationId="{F4C205E4-2CDA-4BEB-9EE2-7674D4A8348F}"/>
          </ac:inkMkLst>
        </pc:inkChg>
        <pc:inkChg chg="add del">
          <ac:chgData name="" userId="242feb3c33a8e7bf" providerId="LiveId" clId="{39C24DAF-E20C-4507-9157-C96F2FA882D0}" dt="2023-03-28T16:32:53.780" v="2934"/>
          <ac:inkMkLst>
            <pc:docMk/>
            <pc:sldMk cId="1283747153" sldId="266"/>
            <ac:inkMk id="38" creationId="{4258FDDB-8C57-4F20-BBCB-C508D7637016}"/>
          </ac:inkMkLst>
        </pc:inkChg>
        <pc:inkChg chg="del">
          <ac:chgData name="" userId="242feb3c33a8e7bf" providerId="LiveId" clId="{39C24DAF-E20C-4507-9157-C96F2FA882D0}" dt="2023-03-28T16:32:31.388" v="2903"/>
          <ac:inkMkLst>
            <pc:docMk/>
            <pc:sldMk cId="1283747153" sldId="266"/>
            <ac:inkMk id="39" creationId="{DFA3DAD1-67C9-402B-800F-277EF952F7A6}"/>
          </ac:inkMkLst>
        </pc:inkChg>
        <pc:inkChg chg="del">
          <ac:chgData name="" userId="242feb3c33a8e7bf" providerId="LiveId" clId="{39C24DAF-E20C-4507-9157-C96F2FA882D0}" dt="2023-03-28T16:32:31.390" v="2907"/>
          <ac:inkMkLst>
            <pc:docMk/>
            <pc:sldMk cId="1283747153" sldId="266"/>
            <ac:inkMk id="40" creationId="{C6BF4C4E-C241-40A2-BC3B-54E80824D8D0}"/>
          </ac:inkMkLst>
        </pc:inkChg>
        <pc:inkChg chg="add del">
          <ac:chgData name="" userId="242feb3c33a8e7bf" providerId="LiveId" clId="{39C24DAF-E20C-4507-9157-C96F2FA882D0}" dt="2023-03-28T16:32:53.780" v="2934"/>
          <ac:inkMkLst>
            <pc:docMk/>
            <pc:sldMk cId="1283747153" sldId="266"/>
            <ac:inkMk id="41" creationId="{0088A4C4-8BC7-4F2A-83F6-6EF16EBA4DE0}"/>
          </ac:inkMkLst>
        </pc:inkChg>
        <pc:inkChg chg="add">
          <ac:chgData name="" userId="242feb3c33a8e7bf" providerId="LiveId" clId="{39C24DAF-E20C-4507-9157-C96F2FA882D0}" dt="2023-03-28T16:32:53.780" v="2934"/>
          <ac:inkMkLst>
            <pc:docMk/>
            <pc:sldMk cId="1283747153" sldId="266"/>
            <ac:inkMk id="42" creationId="{1A21ED0B-3394-4E99-B617-446DBF670D24}"/>
          </ac:inkMkLst>
        </pc:inkChg>
        <pc:inkChg chg="add del">
          <ac:chgData name="" userId="242feb3c33a8e7bf" providerId="LiveId" clId="{39C24DAF-E20C-4507-9157-C96F2FA882D0}" dt="2023-03-28T16:33:00.462" v="2948"/>
          <ac:inkMkLst>
            <pc:docMk/>
            <pc:sldMk cId="1283747153" sldId="266"/>
            <ac:inkMk id="43" creationId="{660FB52E-62DE-4796-8173-1B1CA5E114F2}"/>
          </ac:inkMkLst>
        </pc:inkChg>
        <pc:inkChg chg="add del">
          <ac:chgData name="" userId="242feb3c33a8e7bf" providerId="LiveId" clId="{39C24DAF-E20C-4507-9157-C96F2FA882D0}" dt="2023-03-28T16:33:00.462" v="2948"/>
          <ac:inkMkLst>
            <pc:docMk/>
            <pc:sldMk cId="1283747153" sldId="266"/>
            <ac:inkMk id="44" creationId="{41026347-6C35-484E-B5D6-F3CD0A15122C}"/>
          </ac:inkMkLst>
        </pc:inkChg>
        <pc:inkChg chg="add del">
          <ac:chgData name="" userId="242feb3c33a8e7bf" providerId="LiveId" clId="{39C24DAF-E20C-4507-9157-C96F2FA882D0}" dt="2023-03-28T16:33:00.462" v="2948"/>
          <ac:inkMkLst>
            <pc:docMk/>
            <pc:sldMk cId="1283747153" sldId="266"/>
            <ac:inkMk id="45" creationId="{B4EA0D8F-9F13-4B7D-A75C-93452B1A7348}"/>
          </ac:inkMkLst>
        </pc:inkChg>
        <pc:inkChg chg="add del">
          <ac:chgData name="" userId="242feb3c33a8e7bf" providerId="LiveId" clId="{39C24DAF-E20C-4507-9157-C96F2FA882D0}" dt="2023-03-28T16:33:00.462" v="2948"/>
          <ac:inkMkLst>
            <pc:docMk/>
            <pc:sldMk cId="1283747153" sldId="266"/>
            <ac:inkMk id="46" creationId="{9ADDC6A9-BD8E-4D64-AA0F-2B6A55D323FB}"/>
          </ac:inkMkLst>
        </pc:inkChg>
        <pc:inkChg chg="add del">
          <ac:chgData name="" userId="242feb3c33a8e7bf" providerId="LiveId" clId="{39C24DAF-E20C-4507-9157-C96F2FA882D0}" dt="2023-03-28T16:33:00.462" v="2948"/>
          <ac:inkMkLst>
            <pc:docMk/>
            <pc:sldMk cId="1283747153" sldId="266"/>
            <ac:inkMk id="47" creationId="{369FA5BB-5A35-4CD0-BD91-EDB702D0F53E}"/>
          </ac:inkMkLst>
        </pc:inkChg>
        <pc:inkChg chg="add del">
          <ac:chgData name="" userId="242feb3c33a8e7bf" providerId="LiveId" clId="{39C24DAF-E20C-4507-9157-C96F2FA882D0}" dt="2023-03-28T16:33:00.462" v="2948"/>
          <ac:inkMkLst>
            <pc:docMk/>
            <pc:sldMk cId="1283747153" sldId="266"/>
            <ac:inkMk id="48" creationId="{5E4EEDA9-48AD-43D8-BBD5-EBF322AC71D3}"/>
          </ac:inkMkLst>
        </pc:inkChg>
        <pc:inkChg chg="add del">
          <ac:chgData name="" userId="242feb3c33a8e7bf" providerId="LiveId" clId="{39C24DAF-E20C-4507-9157-C96F2FA882D0}" dt="2023-03-28T16:33:00.462" v="2948"/>
          <ac:inkMkLst>
            <pc:docMk/>
            <pc:sldMk cId="1283747153" sldId="266"/>
            <ac:inkMk id="49" creationId="{B2DC3C22-4949-467D-AB9A-CCC95F4F4F47}"/>
          </ac:inkMkLst>
        </pc:inkChg>
        <pc:inkChg chg="add del">
          <ac:chgData name="" userId="242feb3c33a8e7bf" providerId="LiveId" clId="{39C24DAF-E20C-4507-9157-C96F2FA882D0}" dt="2023-03-28T16:33:00.462" v="2948"/>
          <ac:inkMkLst>
            <pc:docMk/>
            <pc:sldMk cId="1283747153" sldId="266"/>
            <ac:inkMk id="50" creationId="{25DFB71A-C457-4492-85C3-3EEFE95F7C15}"/>
          </ac:inkMkLst>
        </pc:inkChg>
        <pc:inkChg chg="add del">
          <ac:chgData name="" userId="242feb3c33a8e7bf" providerId="LiveId" clId="{39C24DAF-E20C-4507-9157-C96F2FA882D0}" dt="2023-03-28T16:33:00.462" v="2948"/>
          <ac:inkMkLst>
            <pc:docMk/>
            <pc:sldMk cId="1283747153" sldId="266"/>
            <ac:inkMk id="51" creationId="{DD0A79B6-8EEA-4202-92BE-55A8E01A6E9E}"/>
          </ac:inkMkLst>
        </pc:inkChg>
        <pc:inkChg chg="add del">
          <ac:chgData name="" userId="242feb3c33a8e7bf" providerId="LiveId" clId="{39C24DAF-E20C-4507-9157-C96F2FA882D0}" dt="2023-03-28T16:33:00.462" v="2948"/>
          <ac:inkMkLst>
            <pc:docMk/>
            <pc:sldMk cId="1283747153" sldId="266"/>
            <ac:inkMk id="52" creationId="{DB240A16-111E-4CF9-8105-604B7C59450B}"/>
          </ac:inkMkLst>
        </pc:inkChg>
        <pc:inkChg chg="add del">
          <ac:chgData name="" userId="242feb3c33a8e7bf" providerId="LiveId" clId="{39C24DAF-E20C-4507-9157-C96F2FA882D0}" dt="2023-03-28T16:33:00.462" v="2948"/>
          <ac:inkMkLst>
            <pc:docMk/>
            <pc:sldMk cId="1283747153" sldId="266"/>
            <ac:inkMk id="53" creationId="{6FA71B3E-0154-40EE-9D66-583994EE69AE}"/>
          </ac:inkMkLst>
        </pc:inkChg>
        <pc:inkChg chg="add del">
          <ac:chgData name="" userId="242feb3c33a8e7bf" providerId="LiveId" clId="{39C24DAF-E20C-4507-9157-C96F2FA882D0}" dt="2023-03-28T16:33:00.462" v="2948"/>
          <ac:inkMkLst>
            <pc:docMk/>
            <pc:sldMk cId="1283747153" sldId="266"/>
            <ac:inkMk id="54" creationId="{45BF4601-8AEF-48E2-9E0E-C9C21A4932A1}"/>
          </ac:inkMkLst>
        </pc:inkChg>
        <pc:inkChg chg="add del">
          <ac:chgData name="" userId="242feb3c33a8e7bf" providerId="LiveId" clId="{39C24DAF-E20C-4507-9157-C96F2FA882D0}" dt="2023-03-28T16:33:05.736" v="2962"/>
          <ac:inkMkLst>
            <pc:docMk/>
            <pc:sldMk cId="1283747153" sldId="266"/>
            <ac:inkMk id="55" creationId="{D0BFA793-ABCE-4479-B3E2-85B19CB792A6}"/>
          </ac:inkMkLst>
        </pc:inkChg>
        <pc:inkChg chg="add">
          <ac:chgData name="" userId="242feb3c33a8e7bf" providerId="LiveId" clId="{39C24DAF-E20C-4507-9157-C96F2FA882D0}" dt="2023-03-28T16:33:00.462" v="2948"/>
          <ac:inkMkLst>
            <pc:docMk/>
            <pc:sldMk cId="1283747153" sldId="266"/>
            <ac:inkMk id="56" creationId="{0A6B05EA-AADF-432F-B3B0-22A4408BC31B}"/>
          </ac:inkMkLst>
        </pc:inkChg>
        <pc:inkChg chg="add del">
          <ac:chgData name="" userId="242feb3c33a8e7bf" providerId="LiveId" clId="{39C24DAF-E20C-4507-9157-C96F2FA882D0}" dt="2023-03-28T16:33:05.736" v="2962"/>
          <ac:inkMkLst>
            <pc:docMk/>
            <pc:sldMk cId="1283747153" sldId="266"/>
            <ac:inkMk id="57" creationId="{D245DBCF-F435-4C41-ACD1-B1B31F310BEA}"/>
          </ac:inkMkLst>
        </pc:inkChg>
        <pc:inkChg chg="add del">
          <ac:chgData name="" userId="242feb3c33a8e7bf" providerId="LiveId" clId="{39C24DAF-E20C-4507-9157-C96F2FA882D0}" dt="2023-03-28T16:33:05.736" v="2962"/>
          <ac:inkMkLst>
            <pc:docMk/>
            <pc:sldMk cId="1283747153" sldId="266"/>
            <ac:inkMk id="58" creationId="{0D00D89B-1B97-48DC-BCFB-BD302C9ECD57}"/>
          </ac:inkMkLst>
        </pc:inkChg>
        <pc:inkChg chg="add del">
          <ac:chgData name="" userId="242feb3c33a8e7bf" providerId="LiveId" clId="{39C24DAF-E20C-4507-9157-C96F2FA882D0}" dt="2023-03-28T16:33:05.736" v="2962"/>
          <ac:inkMkLst>
            <pc:docMk/>
            <pc:sldMk cId="1283747153" sldId="266"/>
            <ac:inkMk id="59" creationId="{EA63C59D-E010-4496-9AAD-EEB8386367E5}"/>
          </ac:inkMkLst>
        </pc:inkChg>
        <pc:inkChg chg="add del">
          <ac:chgData name="" userId="242feb3c33a8e7bf" providerId="LiveId" clId="{39C24DAF-E20C-4507-9157-C96F2FA882D0}" dt="2023-03-28T16:33:05.736" v="2962"/>
          <ac:inkMkLst>
            <pc:docMk/>
            <pc:sldMk cId="1283747153" sldId="266"/>
            <ac:inkMk id="60" creationId="{FBFFF3E0-BB16-4303-B262-E54635285DDD}"/>
          </ac:inkMkLst>
        </pc:inkChg>
        <pc:inkChg chg="add del">
          <ac:chgData name="" userId="242feb3c33a8e7bf" providerId="LiveId" clId="{39C24DAF-E20C-4507-9157-C96F2FA882D0}" dt="2023-03-28T16:33:05.736" v="2962"/>
          <ac:inkMkLst>
            <pc:docMk/>
            <pc:sldMk cId="1283747153" sldId="266"/>
            <ac:inkMk id="61" creationId="{85E66682-E01D-40D3-B248-5D70AA264962}"/>
          </ac:inkMkLst>
        </pc:inkChg>
        <pc:inkChg chg="add del">
          <ac:chgData name="" userId="242feb3c33a8e7bf" providerId="LiveId" clId="{39C24DAF-E20C-4507-9157-C96F2FA882D0}" dt="2023-03-28T16:33:05.736" v="2962"/>
          <ac:inkMkLst>
            <pc:docMk/>
            <pc:sldMk cId="1283747153" sldId="266"/>
            <ac:inkMk id="62" creationId="{F56858BE-4C8E-4B84-B289-518F571F2831}"/>
          </ac:inkMkLst>
        </pc:inkChg>
        <pc:inkChg chg="add del">
          <ac:chgData name="" userId="242feb3c33a8e7bf" providerId="LiveId" clId="{39C24DAF-E20C-4507-9157-C96F2FA882D0}" dt="2023-03-28T16:33:05.736" v="2962"/>
          <ac:inkMkLst>
            <pc:docMk/>
            <pc:sldMk cId="1283747153" sldId="266"/>
            <ac:inkMk id="63" creationId="{8B4C8613-ACC9-4AB6-A719-5A47039236AC}"/>
          </ac:inkMkLst>
        </pc:inkChg>
        <pc:inkChg chg="add del">
          <ac:chgData name="" userId="242feb3c33a8e7bf" providerId="LiveId" clId="{39C24DAF-E20C-4507-9157-C96F2FA882D0}" dt="2023-03-28T16:33:05.736" v="2962"/>
          <ac:inkMkLst>
            <pc:docMk/>
            <pc:sldMk cId="1283747153" sldId="266"/>
            <ac:inkMk id="64" creationId="{5B9D3622-3745-4B95-8C36-06DDFCBA0268}"/>
          </ac:inkMkLst>
        </pc:inkChg>
        <pc:inkChg chg="add del">
          <ac:chgData name="" userId="242feb3c33a8e7bf" providerId="LiveId" clId="{39C24DAF-E20C-4507-9157-C96F2FA882D0}" dt="2023-03-28T16:33:05.736" v="2962"/>
          <ac:inkMkLst>
            <pc:docMk/>
            <pc:sldMk cId="1283747153" sldId="266"/>
            <ac:inkMk id="65" creationId="{99D736D0-67FE-4467-BDC4-BC90BA790704}"/>
          </ac:inkMkLst>
        </pc:inkChg>
        <pc:inkChg chg="add del">
          <ac:chgData name="" userId="242feb3c33a8e7bf" providerId="LiveId" clId="{39C24DAF-E20C-4507-9157-C96F2FA882D0}" dt="2023-03-28T16:33:05.736" v="2962"/>
          <ac:inkMkLst>
            <pc:docMk/>
            <pc:sldMk cId="1283747153" sldId="266"/>
            <ac:inkMk id="66" creationId="{8893D70F-8555-4884-BFA7-2DE568519586}"/>
          </ac:inkMkLst>
        </pc:inkChg>
        <pc:inkChg chg="del">
          <ac:chgData name="" userId="242feb3c33a8e7bf" providerId="LiveId" clId="{39C24DAF-E20C-4507-9157-C96F2FA882D0}" dt="2023-03-28T16:32:31.389" v="2904"/>
          <ac:inkMkLst>
            <pc:docMk/>
            <pc:sldMk cId="1283747153" sldId="266"/>
            <ac:inkMk id="67" creationId="{DCD64EAE-B615-4A08-AB2B-2BAC69B26547}"/>
          </ac:inkMkLst>
        </pc:inkChg>
        <pc:inkChg chg="del">
          <ac:chgData name="" userId="242feb3c33a8e7bf" providerId="LiveId" clId="{39C24DAF-E20C-4507-9157-C96F2FA882D0}" dt="2023-03-28T16:32:31.389" v="2906"/>
          <ac:inkMkLst>
            <pc:docMk/>
            <pc:sldMk cId="1283747153" sldId="266"/>
            <ac:inkMk id="68" creationId="{14784D5E-E3E7-4CE0-A2BD-C0A90E384342}"/>
          </ac:inkMkLst>
        </pc:inkChg>
        <pc:inkChg chg="del">
          <ac:chgData name="" userId="242feb3c33a8e7bf" providerId="LiveId" clId="{39C24DAF-E20C-4507-9157-C96F2FA882D0}" dt="2023-03-28T16:32:31.389" v="2905"/>
          <ac:inkMkLst>
            <pc:docMk/>
            <pc:sldMk cId="1283747153" sldId="266"/>
            <ac:inkMk id="69" creationId="{46DA2C25-A236-4B27-A99F-CFB1C7E76CF3}"/>
          </ac:inkMkLst>
        </pc:inkChg>
        <pc:inkChg chg="del">
          <ac:chgData name="" userId="242feb3c33a8e7bf" providerId="LiveId" clId="{39C24DAF-E20C-4507-9157-C96F2FA882D0}" dt="2023-03-28T16:32:31.388" v="2902"/>
          <ac:inkMkLst>
            <pc:docMk/>
            <pc:sldMk cId="1283747153" sldId="266"/>
            <ac:inkMk id="70" creationId="{D511024B-81DE-4676-B746-B323B005B5B5}"/>
          </ac:inkMkLst>
        </pc:inkChg>
        <pc:inkChg chg="add del">
          <ac:chgData name="" userId="242feb3c33a8e7bf" providerId="LiveId" clId="{39C24DAF-E20C-4507-9157-C96F2FA882D0}" dt="2023-03-28T16:33:05.736" v="2962"/>
          <ac:inkMkLst>
            <pc:docMk/>
            <pc:sldMk cId="1283747153" sldId="266"/>
            <ac:inkMk id="71" creationId="{F8F0F26E-E799-41CF-98E1-4745B129D71A}"/>
          </ac:inkMkLst>
        </pc:inkChg>
        <pc:inkChg chg="add del">
          <ac:chgData name="" userId="242feb3c33a8e7bf" providerId="LiveId" clId="{39C24DAF-E20C-4507-9157-C96F2FA882D0}" dt="2023-03-28T16:33:05.736" v="2962"/>
          <ac:inkMkLst>
            <pc:docMk/>
            <pc:sldMk cId="1283747153" sldId="266"/>
            <ac:inkMk id="72" creationId="{666DC3F2-E20C-47FF-9215-7B7B90DF1928}"/>
          </ac:inkMkLst>
        </pc:inkChg>
        <pc:inkChg chg="add del">
          <ac:chgData name="" userId="242feb3c33a8e7bf" providerId="LiveId" clId="{39C24DAF-E20C-4507-9157-C96F2FA882D0}" dt="2023-03-28T16:33:05.736" v="2962"/>
          <ac:inkMkLst>
            <pc:docMk/>
            <pc:sldMk cId="1283747153" sldId="266"/>
            <ac:inkMk id="73" creationId="{C2D83217-A686-4160-AA11-993C0F45FDDC}"/>
          </ac:inkMkLst>
        </pc:inkChg>
        <pc:inkChg chg="add">
          <ac:chgData name="" userId="242feb3c33a8e7bf" providerId="LiveId" clId="{39C24DAF-E20C-4507-9157-C96F2FA882D0}" dt="2023-03-28T16:33:05.736" v="2962"/>
          <ac:inkMkLst>
            <pc:docMk/>
            <pc:sldMk cId="1283747153" sldId="266"/>
            <ac:inkMk id="74" creationId="{0FEF070B-0690-43EF-AE6F-A2CDE4AB7204}"/>
          </ac:inkMkLst>
        </pc:inkChg>
        <pc:inkChg chg="add">
          <ac:chgData name="" userId="242feb3c33a8e7bf" providerId="LiveId" clId="{39C24DAF-E20C-4507-9157-C96F2FA882D0}" dt="2023-03-28T16:33:05.736" v="2962"/>
          <ac:inkMkLst>
            <pc:docMk/>
            <pc:sldMk cId="1283747153" sldId="266"/>
            <ac:inkMk id="75" creationId="{EE5BC6D2-849F-4F50-8F4A-A3CC99EE62F5}"/>
          </ac:inkMkLst>
        </pc:inkChg>
        <pc:inkChg chg="add">
          <ac:chgData name="" userId="242feb3c33a8e7bf" providerId="LiveId" clId="{39C24DAF-E20C-4507-9157-C96F2FA882D0}" dt="2023-03-28T16:33:08.189" v="2963"/>
          <ac:inkMkLst>
            <pc:docMk/>
            <pc:sldMk cId="1283747153" sldId="266"/>
            <ac:inkMk id="76" creationId="{E8D49693-E51A-4B58-B264-CA8BE581E948}"/>
          </ac:inkMkLst>
        </pc:inkChg>
        <pc:inkChg chg="add del">
          <ac:chgData name="" userId="242feb3c33a8e7bf" providerId="LiveId" clId="{39C24DAF-E20C-4507-9157-C96F2FA882D0}" dt="2023-03-28T16:33:11.699" v="2969"/>
          <ac:inkMkLst>
            <pc:docMk/>
            <pc:sldMk cId="1283747153" sldId="266"/>
            <ac:inkMk id="77" creationId="{172488CC-9B41-4481-959C-1B2EE36EC4E9}"/>
          </ac:inkMkLst>
        </pc:inkChg>
        <pc:inkChg chg="add del">
          <ac:chgData name="" userId="242feb3c33a8e7bf" providerId="LiveId" clId="{39C24DAF-E20C-4507-9157-C96F2FA882D0}" dt="2023-03-28T16:33:11.699" v="2969"/>
          <ac:inkMkLst>
            <pc:docMk/>
            <pc:sldMk cId="1283747153" sldId="266"/>
            <ac:inkMk id="78" creationId="{8D8CB8DC-9791-4D19-AD43-1196C328FAC8}"/>
          </ac:inkMkLst>
        </pc:inkChg>
        <pc:inkChg chg="add del">
          <ac:chgData name="" userId="242feb3c33a8e7bf" providerId="LiveId" clId="{39C24DAF-E20C-4507-9157-C96F2FA882D0}" dt="2023-03-28T16:33:11.699" v="2969"/>
          <ac:inkMkLst>
            <pc:docMk/>
            <pc:sldMk cId="1283747153" sldId="266"/>
            <ac:inkMk id="79" creationId="{1791C9A3-0B4F-4D52-A175-114B603350C9}"/>
          </ac:inkMkLst>
        </pc:inkChg>
        <pc:inkChg chg="add del">
          <ac:chgData name="" userId="242feb3c33a8e7bf" providerId="LiveId" clId="{39C24DAF-E20C-4507-9157-C96F2FA882D0}" dt="2023-03-28T16:33:11.699" v="2969"/>
          <ac:inkMkLst>
            <pc:docMk/>
            <pc:sldMk cId="1283747153" sldId="266"/>
            <ac:inkMk id="80" creationId="{1268E9B3-22FA-47D5-9D81-B2125B90D9D8}"/>
          </ac:inkMkLst>
        </pc:inkChg>
        <pc:inkChg chg="add del">
          <ac:chgData name="" userId="242feb3c33a8e7bf" providerId="LiveId" clId="{39C24DAF-E20C-4507-9157-C96F2FA882D0}" dt="2023-03-28T16:33:11.699" v="2969"/>
          <ac:inkMkLst>
            <pc:docMk/>
            <pc:sldMk cId="1283747153" sldId="266"/>
            <ac:inkMk id="81" creationId="{69F35A75-8A7F-4170-9D11-5670B209A770}"/>
          </ac:inkMkLst>
        </pc:inkChg>
        <pc:inkChg chg="add">
          <ac:chgData name="" userId="242feb3c33a8e7bf" providerId="LiveId" clId="{39C24DAF-E20C-4507-9157-C96F2FA882D0}" dt="2023-03-28T16:33:11.699" v="2969"/>
          <ac:inkMkLst>
            <pc:docMk/>
            <pc:sldMk cId="1283747153" sldId="266"/>
            <ac:inkMk id="82" creationId="{9CB9A3A3-FB69-4E4C-A43C-2149A74CE8AA}"/>
          </ac:inkMkLst>
        </pc:inkChg>
        <pc:inkChg chg="add">
          <ac:chgData name="" userId="242feb3c33a8e7bf" providerId="LiveId" clId="{39C24DAF-E20C-4507-9157-C96F2FA882D0}" dt="2023-03-28T16:33:19.651" v="2970"/>
          <ac:inkMkLst>
            <pc:docMk/>
            <pc:sldMk cId="1283747153" sldId="266"/>
            <ac:inkMk id="83" creationId="{E7880B5E-8F98-43B3-AE7A-90BFBB70B7EF}"/>
          </ac:inkMkLst>
        </pc:inkChg>
        <pc:inkChg chg="add">
          <ac:chgData name="" userId="242feb3c33a8e7bf" providerId="LiveId" clId="{39C24DAF-E20C-4507-9157-C96F2FA882D0}" dt="2023-03-28T16:33:20.228" v="2971"/>
          <ac:inkMkLst>
            <pc:docMk/>
            <pc:sldMk cId="1283747153" sldId="266"/>
            <ac:inkMk id="84" creationId="{0A008CDC-8E0F-4809-9E23-B1A2AF4EF043}"/>
          </ac:inkMkLst>
        </pc:inkChg>
        <pc:inkChg chg="add del">
          <ac:chgData name="" userId="242feb3c33a8e7bf" providerId="LiveId" clId="{39C24DAF-E20C-4507-9157-C96F2FA882D0}" dt="2023-03-28T16:33:23.615" v="2975"/>
          <ac:inkMkLst>
            <pc:docMk/>
            <pc:sldMk cId="1283747153" sldId="266"/>
            <ac:inkMk id="85" creationId="{7D278F8B-E0AC-443D-9DD5-0B3CC35FD4EA}"/>
          </ac:inkMkLst>
        </pc:inkChg>
        <pc:inkChg chg="add del">
          <ac:chgData name="" userId="242feb3c33a8e7bf" providerId="LiveId" clId="{39C24DAF-E20C-4507-9157-C96F2FA882D0}" dt="2023-03-28T16:33:23.615" v="2975"/>
          <ac:inkMkLst>
            <pc:docMk/>
            <pc:sldMk cId="1283747153" sldId="266"/>
            <ac:inkMk id="86" creationId="{DA885311-C2C6-4F27-9482-5828493D4C24}"/>
          </ac:inkMkLst>
        </pc:inkChg>
        <pc:inkChg chg="add del">
          <ac:chgData name="" userId="242feb3c33a8e7bf" providerId="LiveId" clId="{39C24DAF-E20C-4507-9157-C96F2FA882D0}" dt="2023-03-28T16:33:23.615" v="2975"/>
          <ac:inkMkLst>
            <pc:docMk/>
            <pc:sldMk cId="1283747153" sldId="266"/>
            <ac:inkMk id="87" creationId="{32EC47D7-0470-428D-86E4-F3FF94A2CFDE}"/>
          </ac:inkMkLst>
        </pc:inkChg>
        <pc:inkChg chg="add">
          <ac:chgData name="" userId="242feb3c33a8e7bf" providerId="LiveId" clId="{39C24DAF-E20C-4507-9157-C96F2FA882D0}" dt="2023-03-28T16:33:23.615" v="2975"/>
          <ac:inkMkLst>
            <pc:docMk/>
            <pc:sldMk cId="1283747153" sldId="266"/>
            <ac:inkMk id="88" creationId="{BFB2BEEB-3B2B-4F79-B92B-F20E343D4F4D}"/>
          </ac:inkMkLst>
        </pc:inkChg>
        <pc:inkChg chg="add del">
          <ac:chgData name="" userId="242feb3c33a8e7bf" providerId="LiveId" clId="{39C24DAF-E20C-4507-9157-C96F2FA882D0}" dt="2023-03-28T16:33:27.962" v="2984"/>
          <ac:inkMkLst>
            <pc:docMk/>
            <pc:sldMk cId="1283747153" sldId="266"/>
            <ac:inkMk id="89" creationId="{FEA1CDC8-DC63-4C3D-AC65-9D15A6C0CAA1}"/>
          </ac:inkMkLst>
        </pc:inkChg>
        <pc:inkChg chg="add del">
          <ac:chgData name="" userId="242feb3c33a8e7bf" providerId="LiveId" clId="{39C24DAF-E20C-4507-9157-C96F2FA882D0}" dt="2023-03-28T16:33:27.962" v="2984"/>
          <ac:inkMkLst>
            <pc:docMk/>
            <pc:sldMk cId="1283747153" sldId="266"/>
            <ac:inkMk id="90" creationId="{E9CF6791-3DA5-434E-99C2-22415C421EAC}"/>
          </ac:inkMkLst>
        </pc:inkChg>
        <pc:inkChg chg="add del">
          <ac:chgData name="" userId="242feb3c33a8e7bf" providerId="LiveId" clId="{39C24DAF-E20C-4507-9157-C96F2FA882D0}" dt="2023-03-28T16:33:27.962" v="2984"/>
          <ac:inkMkLst>
            <pc:docMk/>
            <pc:sldMk cId="1283747153" sldId="266"/>
            <ac:inkMk id="91" creationId="{4133A9F4-CBB9-4350-9CE9-194E128EE215}"/>
          </ac:inkMkLst>
        </pc:inkChg>
        <pc:inkChg chg="add del">
          <ac:chgData name="" userId="242feb3c33a8e7bf" providerId="LiveId" clId="{39C24DAF-E20C-4507-9157-C96F2FA882D0}" dt="2023-03-28T16:33:27.962" v="2984"/>
          <ac:inkMkLst>
            <pc:docMk/>
            <pc:sldMk cId="1283747153" sldId="266"/>
            <ac:inkMk id="92" creationId="{ABD75801-23E8-4EB3-AEE3-94504B4B2475}"/>
          </ac:inkMkLst>
        </pc:inkChg>
        <pc:inkChg chg="add del">
          <ac:chgData name="" userId="242feb3c33a8e7bf" providerId="LiveId" clId="{39C24DAF-E20C-4507-9157-C96F2FA882D0}" dt="2023-03-28T16:33:27.962" v="2984"/>
          <ac:inkMkLst>
            <pc:docMk/>
            <pc:sldMk cId="1283747153" sldId="266"/>
            <ac:inkMk id="93" creationId="{6A8C5C40-AC63-4E4E-A7D9-F65286701422}"/>
          </ac:inkMkLst>
        </pc:inkChg>
        <pc:inkChg chg="add del">
          <ac:chgData name="" userId="242feb3c33a8e7bf" providerId="LiveId" clId="{39C24DAF-E20C-4507-9157-C96F2FA882D0}" dt="2023-03-28T16:33:27.962" v="2984"/>
          <ac:inkMkLst>
            <pc:docMk/>
            <pc:sldMk cId="1283747153" sldId="266"/>
            <ac:inkMk id="94" creationId="{18600679-2179-4670-BB9E-3E885328F647}"/>
          </ac:inkMkLst>
        </pc:inkChg>
        <pc:inkChg chg="add del">
          <ac:chgData name="" userId="242feb3c33a8e7bf" providerId="LiveId" clId="{39C24DAF-E20C-4507-9157-C96F2FA882D0}" dt="2023-03-28T16:33:27.962" v="2984"/>
          <ac:inkMkLst>
            <pc:docMk/>
            <pc:sldMk cId="1283747153" sldId="266"/>
            <ac:inkMk id="95" creationId="{5254C4DA-2076-4601-A9C2-1CE20AC4055C}"/>
          </ac:inkMkLst>
        </pc:inkChg>
        <pc:inkChg chg="add del">
          <ac:chgData name="" userId="242feb3c33a8e7bf" providerId="LiveId" clId="{39C24DAF-E20C-4507-9157-C96F2FA882D0}" dt="2023-03-28T16:33:27.962" v="2984"/>
          <ac:inkMkLst>
            <pc:docMk/>
            <pc:sldMk cId="1283747153" sldId="266"/>
            <ac:inkMk id="96" creationId="{60FE5BF2-985C-4C3B-8220-CFE0142A491F}"/>
          </ac:inkMkLst>
        </pc:inkChg>
        <pc:inkChg chg="add del">
          <ac:chgData name="" userId="242feb3c33a8e7bf" providerId="LiveId" clId="{39C24DAF-E20C-4507-9157-C96F2FA882D0}" dt="2023-03-28T16:33:27.962" v="2984"/>
          <ac:inkMkLst>
            <pc:docMk/>
            <pc:sldMk cId="1283747153" sldId="266"/>
            <ac:inkMk id="97" creationId="{E1A7F01A-AA76-4396-82FB-B8ABAF2A24B6}"/>
          </ac:inkMkLst>
        </pc:inkChg>
        <pc:inkChg chg="add">
          <ac:chgData name="" userId="242feb3c33a8e7bf" providerId="LiveId" clId="{39C24DAF-E20C-4507-9157-C96F2FA882D0}" dt="2023-03-28T16:33:27.962" v="2984"/>
          <ac:inkMkLst>
            <pc:docMk/>
            <pc:sldMk cId="1283747153" sldId="266"/>
            <ac:inkMk id="98" creationId="{3FED3531-686C-4F04-8E40-3AF059E30767}"/>
          </ac:inkMkLst>
        </pc:inkChg>
        <pc:inkChg chg="add del">
          <ac:chgData name="" userId="242feb3c33a8e7bf" providerId="LiveId" clId="{39C24DAF-E20C-4507-9157-C96F2FA882D0}" dt="2023-03-28T16:33:35.928" v="3003"/>
          <ac:inkMkLst>
            <pc:docMk/>
            <pc:sldMk cId="1283747153" sldId="266"/>
            <ac:inkMk id="99" creationId="{B27C498D-8817-487A-B6ED-3AD6ACFBA19C}"/>
          </ac:inkMkLst>
        </pc:inkChg>
        <pc:inkChg chg="add del">
          <ac:chgData name="" userId="242feb3c33a8e7bf" providerId="LiveId" clId="{39C24DAF-E20C-4507-9157-C96F2FA882D0}" dt="2023-03-28T16:33:35.928" v="3003"/>
          <ac:inkMkLst>
            <pc:docMk/>
            <pc:sldMk cId="1283747153" sldId="266"/>
            <ac:inkMk id="100" creationId="{19F3CAAB-02B3-4F2A-91B3-C427EEE8CF54}"/>
          </ac:inkMkLst>
        </pc:inkChg>
        <pc:inkChg chg="add del">
          <ac:chgData name="" userId="242feb3c33a8e7bf" providerId="LiveId" clId="{39C24DAF-E20C-4507-9157-C96F2FA882D0}" dt="2023-03-28T16:33:35.928" v="3003"/>
          <ac:inkMkLst>
            <pc:docMk/>
            <pc:sldMk cId="1283747153" sldId="266"/>
            <ac:inkMk id="101" creationId="{725D4E51-C86D-4BA2-953E-EC6E5C402075}"/>
          </ac:inkMkLst>
        </pc:inkChg>
        <pc:inkChg chg="add del">
          <ac:chgData name="" userId="242feb3c33a8e7bf" providerId="LiveId" clId="{39C24DAF-E20C-4507-9157-C96F2FA882D0}" dt="2023-03-28T16:33:35.928" v="3003"/>
          <ac:inkMkLst>
            <pc:docMk/>
            <pc:sldMk cId="1283747153" sldId="266"/>
            <ac:inkMk id="102" creationId="{DF220941-1572-4618-919A-ABA0E2F46E48}"/>
          </ac:inkMkLst>
        </pc:inkChg>
        <pc:inkChg chg="add del">
          <ac:chgData name="" userId="242feb3c33a8e7bf" providerId="LiveId" clId="{39C24DAF-E20C-4507-9157-C96F2FA882D0}" dt="2023-03-28T16:33:35.928" v="3003"/>
          <ac:inkMkLst>
            <pc:docMk/>
            <pc:sldMk cId="1283747153" sldId="266"/>
            <ac:inkMk id="103" creationId="{54E06F5D-CCCC-480D-A907-EDEFA9BF49EF}"/>
          </ac:inkMkLst>
        </pc:inkChg>
        <pc:inkChg chg="add del">
          <ac:chgData name="" userId="242feb3c33a8e7bf" providerId="LiveId" clId="{39C24DAF-E20C-4507-9157-C96F2FA882D0}" dt="2023-03-28T16:33:35.928" v="3003"/>
          <ac:inkMkLst>
            <pc:docMk/>
            <pc:sldMk cId="1283747153" sldId="266"/>
            <ac:inkMk id="104" creationId="{19412B66-7180-4B03-B0FF-7031155F0E1C}"/>
          </ac:inkMkLst>
        </pc:inkChg>
        <pc:inkChg chg="add del">
          <ac:chgData name="" userId="242feb3c33a8e7bf" providerId="LiveId" clId="{39C24DAF-E20C-4507-9157-C96F2FA882D0}" dt="2023-03-28T16:33:35.928" v="3003"/>
          <ac:inkMkLst>
            <pc:docMk/>
            <pc:sldMk cId="1283747153" sldId="266"/>
            <ac:inkMk id="105" creationId="{0A32DE3D-6E12-44B3-B374-564CDAB983CA}"/>
          </ac:inkMkLst>
        </pc:inkChg>
        <pc:inkChg chg="add del">
          <ac:chgData name="" userId="242feb3c33a8e7bf" providerId="LiveId" clId="{39C24DAF-E20C-4507-9157-C96F2FA882D0}" dt="2023-03-28T16:33:35.928" v="3003"/>
          <ac:inkMkLst>
            <pc:docMk/>
            <pc:sldMk cId="1283747153" sldId="266"/>
            <ac:inkMk id="106" creationId="{D6608907-BE79-426A-99B1-31973E71C113}"/>
          </ac:inkMkLst>
        </pc:inkChg>
        <pc:inkChg chg="add del">
          <ac:chgData name="" userId="242feb3c33a8e7bf" providerId="LiveId" clId="{39C24DAF-E20C-4507-9157-C96F2FA882D0}" dt="2023-03-28T16:33:35.928" v="3003"/>
          <ac:inkMkLst>
            <pc:docMk/>
            <pc:sldMk cId="1283747153" sldId="266"/>
            <ac:inkMk id="107" creationId="{F70B2666-B1F1-4C84-AB09-3E07836E1D2A}"/>
          </ac:inkMkLst>
        </pc:inkChg>
        <pc:inkChg chg="add del">
          <ac:chgData name="" userId="242feb3c33a8e7bf" providerId="LiveId" clId="{39C24DAF-E20C-4507-9157-C96F2FA882D0}" dt="2023-03-28T16:33:35.928" v="3003"/>
          <ac:inkMkLst>
            <pc:docMk/>
            <pc:sldMk cId="1283747153" sldId="266"/>
            <ac:inkMk id="108" creationId="{44A6D03E-152F-4655-9A9D-F9E4F7B1ED6E}"/>
          </ac:inkMkLst>
        </pc:inkChg>
        <pc:inkChg chg="add del">
          <ac:chgData name="" userId="242feb3c33a8e7bf" providerId="LiveId" clId="{39C24DAF-E20C-4507-9157-C96F2FA882D0}" dt="2023-03-28T16:33:35.928" v="3003"/>
          <ac:inkMkLst>
            <pc:docMk/>
            <pc:sldMk cId="1283747153" sldId="266"/>
            <ac:inkMk id="109" creationId="{64F04EB5-8B51-4983-8277-1902B4AD7CF5}"/>
          </ac:inkMkLst>
        </pc:inkChg>
        <pc:inkChg chg="add del">
          <ac:chgData name="" userId="242feb3c33a8e7bf" providerId="LiveId" clId="{39C24DAF-E20C-4507-9157-C96F2FA882D0}" dt="2023-03-28T16:33:35.928" v="3003"/>
          <ac:inkMkLst>
            <pc:docMk/>
            <pc:sldMk cId="1283747153" sldId="266"/>
            <ac:inkMk id="110" creationId="{34F8336C-7444-45D9-B888-83A8BFE7AAAE}"/>
          </ac:inkMkLst>
        </pc:inkChg>
        <pc:inkChg chg="add del">
          <ac:chgData name="" userId="242feb3c33a8e7bf" providerId="LiveId" clId="{39C24DAF-E20C-4507-9157-C96F2FA882D0}" dt="2023-03-28T16:33:35.928" v="3003"/>
          <ac:inkMkLst>
            <pc:docMk/>
            <pc:sldMk cId="1283747153" sldId="266"/>
            <ac:inkMk id="111" creationId="{45A03E94-91C4-4E6B-B851-AB603586334D}"/>
          </ac:inkMkLst>
        </pc:inkChg>
        <pc:inkChg chg="add del">
          <ac:chgData name="" userId="242feb3c33a8e7bf" providerId="LiveId" clId="{39C24DAF-E20C-4507-9157-C96F2FA882D0}" dt="2023-03-28T16:33:35.928" v="3003"/>
          <ac:inkMkLst>
            <pc:docMk/>
            <pc:sldMk cId="1283747153" sldId="266"/>
            <ac:inkMk id="112" creationId="{FC8A8BAF-9128-449E-B67E-6DFD761658AE}"/>
          </ac:inkMkLst>
        </pc:inkChg>
        <pc:inkChg chg="add del">
          <ac:chgData name="" userId="242feb3c33a8e7bf" providerId="LiveId" clId="{39C24DAF-E20C-4507-9157-C96F2FA882D0}" dt="2023-03-28T16:33:35.928" v="3003"/>
          <ac:inkMkLst>
            <pc:docMk/>
            <pc:sldMk cId="1283747153" sldId="266"/>
            <ac:inkMk id="113" creationId="{DE81740B-425E-4614-B45C-F7A27FB04D40}"/>
          </ac:inkMkLst>
        </pc:inkChg>
        <pc:inkChg chg="add del">
          <ac:chgData name="" userId="242feb3c33a8e7bf" providerId="LiveId" clId="{39C24DAF-E20C-4507-9157-C96F2FA882D0}" dt="2023-03-28T16:33:35.928" v="3003"/>
          <ac:inkMkLst>
            <pc:docMk/>
            <pc:sldMk cId="1283747153" sldId="266"/>
            <ac:inkMk id="114" creationId="{B59E66A5-5704-4135-AE71-D3AFA454296A}"/>
          </ac:inkMkLst>
        </pc:inkChg>
        <pc:inkChg chg="add del">
          <ac:chgData name="" userId="242feb3c33a8e7bf" providerId="LiveId" clId="{39C24DAF-E20C-4507-9157-C96F2FA882D0}" dt="2023-03-28T16:33:35.928" v="3003"/>
          <ac:inkMkLst>
            <pc:docMk/>
            <pc:sldMk cId="1283747153" sldId="266"/>
            <ac:inkMk id="115" creationId="{86B7D572-04C0-41C6-921E-A8196283B8D9}"/>
          </ac:inkMkLst>
        </pc:inkChg>
        <pc:inkChg chg="add del">
          <ac:chgData name="" userId="242feb3c33a8e7bf" providerId="LiveId" clId="{39C24DAF-E20C-4507-9157-C96F2FA882D0}" dt="2023-03-28T16:33:35.928" v="3003"/>
          <ac:inkMkLst>
            <pc:docMk/>
            <pc:sldMk cId="1283747153" sldId="266"/>
            <ac:inkMk id="116" creationId="{917A37AB-7F98-475C-B968-EE2FA175DE4F}"/>
          </ac:inkMkLst>
        </pc:inkChg>
        <pc:inkChg chg="add">
          <ac:chgData name="" userId="242feb3c33a8e7bf" providerId="LiveId" clId="{39C24DAF-E20C-4507-9157-C96F2FA882D0}" dt="2023-03-28T16:33:35.928" v="3003"/>
          <ac:inkMkLst>
            <pc:docMk/>
            <pc:sldMk cId="1283747153" sldId="266"/>
            <ac:inkMk id="117" creationId="{3717BBC2-E43C-4747-BCE4-A7889198CD4A}"/>
          </ac:inkMkLst>
        </pc:inkChg>
        <pc:inkChg chg="add del">
          <ac:chgData name="" userId="242feb3c33a8e7bf" providerId="LiveId" clId="{39C24DAF-E20C-4507-9157-C96F2FA882D0}" dt="2023-03-28T16:33:43.298" v="3005"/>
          <ac:inkMkLst>
            <pc:docMk/>
            <pc:sldMk cId="1283747153" sldId="266"/>
            <ac:inkMk id="118" creationId="{A09315E0-720A-49AB-86F4-8314ABDA4B89}"/>
          </ac:inkMkLst>
        </pc:inkChg>
        <pc:inkChg chg="add">
          <ac:chgData name="" userId="242feb3c33a8e7bf" providerId="LiveId" clId="{39C24DAF-E20C-4507-9157-C96F2FA882D0}" dt="2023-03-28T16:33:45.083" v="3006"/>
          <ac:inkMkLst>
            <pc:docMk/>
            <pc:sldMk cId="1283747153" sldId="266"/>
            <ac:inkMk id="119" creationId="{B6D64A0B-7BCD-4BD7-AA9B-EE894509302C}"/>
          </ac:inkMkLst>
        </pc:inkChg>
        <pc:inkChg chg="add">
          <ac:chgData name="" userId="242feb3c33a8e7bf" providerId="LiveId" clId="{39C24DAF-E20C-4507-9157-C96F2FA882D0}" dt="2023-03-28T16:33:47.062" v="3007"/>
          <ac:inkMkLst>
            <pc:docMk/>
            <pc:sldMk cId="1283747153" sldId="266"/>
            <ac:inkMk id="120" creationId="{BAAED565-D5B0-40FF-A6CD-7262D8CC84D9}"/>
          </ac:inkMkLst>
        </pc:inkChg>
        <pc:inkChg chg="add">
          <ac:chgData name="" userId="242feb3c33a8e7bf" providerId="LiveId" clId="{39C24DAF-E20C-4507-9157-C96F2FA882D0}" dt="2023-03-28T16:33:48.918" v="3008"/>
          <ac:inkMkLst>
            <pc:docMk/>
            <pc:sldMk cId="1283747153" sldId="266"/>
            <ac:inkMk id="121" creationId="{D6378D0D-3EEB-45B7-84A5-C927C04414E2}"/>
          </ac:inkMkLst>
        </pc:inkChg>
        <pc:inkChg chg="add del">
          <ac:chgData name="" userId="242feb3c33a8e7bf" providerId="LiveId" clId="{39C24DAF-E20C-4507-9157-C96F2FA882D0}" dt="2023-03-28T16:33:55.083" v="3011"/>
          <ac:inkMkLst>
            <pc:docMk/>
            <pc:sldMk cId="1283747153" sldId="266"/>
            <ac:inkMk id="122" creationId="{36B835BF-B323-45D7-9381-9AA5800FAE18}"/>
          </ac:inkMkLst>
        </pc:inkChg>
        <pc:inkChg chg="add del">
          <ac:chgData name="" userId="242feb3c33a8e7bf" providerId="LiveId" clId="{39C24DAF-E20C-4507-9157-C96F2FA882D0}" dt="2023-03-28T16:33:55.083" v="3011"/>
          <ac:inkMkLst>
            <pc:docMk/>
            <pc:sldMk cId="1283747153" sldId="266"/>
            <ac:inkMk id="123" creationId="{46760C15-A2C0-4D4A-A21D-6C0AB81AC3F0}"/>
          </ac:inkMkLst>
        </pc:inkChg>
        <pc:inkChg chg="add">
          <ac:chgData name="" userId="242feb3c33a8e7bf" providerId="LiveId" clId="{39C24DAF-E20C-4507-9157-C96F2FA882D0}" dt="2023-03-28T16:33:55.083" v="3011"/>
          <ac:inkMkLst>
            <pc:docMk/>
            <pc:sldMk cId="1283747153" sldId="266"/>
            <ac:inkMk id="124" creationId="{74FB7307-8EC7-4987-82F6-09399E7DD1B6}"/>
          </ac:inkMkLst>
        </pc:inkChg>
        <pc:inkChg chg="del">
          <ac:chgData name="" userId="242feb3c33a8e7bf" providerId="LiveId" clId="{39C24DAF-E20C-4507-9157-C96F2FA882D0}" dt="2023-05-02T06:49:56.549" v="4502"/>
          <ac:inkMkLst>
            <pc:docMk/>
            <pc:sldMk cId="1283747153" sldId="266"/>
            <ac:inkMk id="125" creationId="{07592AC2-D786-4870-B70F-52767AA11DF5}"/>
          </ac:inkMkLst>
        </pc:inkChg>
        <pc:inkChg chg="del">
          <ac:chgData name="" userId="242feb3c33a8e7bf" providerId="LiveId" clId="{39C24DAF-E20C-4507-9157-C96F2FA882D0}" dt="2023-05-02T06:49:56.547" v="4496"/>
          <ac:inkMkLst>
            <pc:docMk/>
            <pc:sldMk cId="1283747153" sldId="266"/>
            <ac:inkMk id="126" creationId="{808E29A3-49C3-440C-A22D-EFA39D25C980}"/>
          </ac:inkMkLst>
        </pc:inkChg>
        <pc:inkChg chg="del">
          <ac:chgData name="" userId="242feb3c33a8e7bf" providerId="LiveId" clId="{39C24DAF-E20C-4507-9157-C96F2FA882D0}" dt="2023-05-02T06:49:56.546" v="4494"/>
          <ac:inkMkLst>
            <pc:docMk/>
            <pc:sldMk cId="1283747153" sldId="266"/>
            <ac:inkMk id="127" creationId="{C14D2060-5533-45E2-B31E-B2A55C7EE3F6}"/>
          </ac:inkMkLst>
        </pc:inkChg>
        <pc:inkChg chg="del">
          <ac:chgData name="" userId="242feb3c33a8e7bf" providerId="LiveId" clId="{39C24DAF-E20C-4507-9157-C96F2FA882D0}" dt="2023-05-02T06:49:56.547" v="4495"/>
          <ac:inkMkLst>
            <pc:docMk/>
            <pc:sldMk cId="1283747153" sldId="266"/>
            <ac:inkMk id="128" creationId="{F1D2AF31-2A76-4311-B4B6-CCDD1C051044}"/>
          </ac:inkMkLst>
        </pc:inkChg>
        <pc:inkChg chg="del">
          <ac:chgData name="" userId="242feb3c33a8e7bf" providerId="LiveId" clId="{39C24DAF-E20C-4507-9157-C96F2FA882D0}" dt="2023-05-02T06:49:56.548" v="4499"/>
          <ac:inkMkLst>
            <pc:docMk/>
            <pc:sldMk cId="1283747153" sldId="266"/>
            <ac:inkMk id="129" creationId="{870198C3-80C9-4025-8EAD-6707073C38A8}"/>
          </ac:inkMkLst>
        </pc:inkChg>
        <pc:inkChg chg="add">
          <ac:chgData name="" userId="242feb3c33a8e7bf" providerId="LiveId" clId="{39C24DAF-E20C-4507-9157-C96F2FA882D0}" dt="2023-03-28T16:33:57.004" v="3012"/>
          <ac:inkMkLst>
            <pc:docMk/>
            <pc:sldMk cId="1283747153" sldId="266"/>
            <ac:inkMk id="130" creationId="{4D4C5B03-FAFB-4AEE-8A3E-21EBFE9565BA}"/>
          </ac:inkMkLst>
        </pc:inkChg>
        <pc:inkChg chg="add del">
          <ac:chgData name="" userId="242feb3c33a8e7bf" providerId="LiveId" clId="{39C24DAF-E20C-4507-9157-C96F2FA882D0}" dt="2023-03-28T16:34:02.958" v="3022"/>
          <ac:inkMkLst>
            <pc:docMk/>
            <pc:sldMk cId="1283747153" sldId="266"/>
            <ac:inkMk id="131" creationId="{60619A90-50B4-4C55-BA3C-C06AE531BBCD}"/>
          </ac:inkMkLst>
        </pc:inkChg>
        <pc:inkChg chg="add del">
          <ac:chgData name="" userId="242feb3c33a8e7bf" providerId="LiveId" clId="{39C24DAF-E20C-4507-9157-C96F2FA882D0}" dt="2023-03-28T16:34:02.958" v="3022"/>
          <ac:inkMkLst>
            <pc:docMk/>
            <pc:sldMk cId="1283747153" sldId="266"/>
            <ac:inkMk id="132" creationId="{25430323-E022-42A6-944C-40CDA592B47C}"/>
          </ac:inkMkLst>
        </pc:inkChg>
        <pc:inkChg chg="add del">
          <ac:chgData name="" userId="242feb3c33a8e7bf" providerId="LiveId" clId="{39C24DAF-E20C-4507-9157-C96F2FA882D0}" dt="2023-03-28T16:34:02.958" v="3022"/>
          <ac:inkMkLst>
            <pc:docMk/>
            <pc:sldMk cId="1283747153" sldId="266"/>
            <ac:inkMk id="133" creationId="{4C16ABA7-D04B-484F-A259-9B0B1F487974}"/>
          </ac:inkMkLst>
        </pc:inkChg>
        <pc:inkChg chg="add del">
          <ac:chgData name="" userId="242feb3c33a8e7bf" providerId="LiveId" clId="{39C24DAF-E20C-4507-9157-C96F2FA882D0}" dt="2023-03-28T16:34:02.958" v="3022"/>
          <ac:inkMkLst>
            <pc:docMk/>
            <pc:sldMk cId="1283747153" sldId="266"/>
            <ac:inkMk id="134" creationId="{56839904-4D3C-422C-8700-47529E48A8A0}"/>
          </ac:inkMkLst>
        </pc:inkChg>
        <pc:inkChg chg="add del">
          <ac:chgData name="" userId="242feb3c33a8e7bf" providerId="LiveId" clId="{39C24DAF-E20C-4507-9157-C96F2FA882D0}" dt="2023-03-28T16:34:02.958" v="3022"/>
          <ac:inkMkLst>
            <pc:docMk/>
            <pc:sldMk cId="1283747153" sldId="266"/>
            <ac:inkMk id="135" creationId="{210A1A16-6BE2-4C9B-A355-6BB737893754}"/>
          </ac:inkMkLst>
        </pc:inkChg>
        <pc:inkChg chg="add del">
          <ac:chgData name="" userId="242feb3c33a8e7bf" providerId="LiveId" clId="{39C24DAF-E20C-4507-9157-C96F2FA882D0}" dt="2023-03-28T16:34:02.958" v="3022"/>
          <ac:inkMkLst>
            <pc:docMk/>
            <pc:sldMk cId="1283747153" sldId="266"/>
            <ac:inkMk id="136" creationId="{FD3030DB-2FA9-4C1C-BBC3-319B1396F7DE}"/>
          </ac:inkMkLst>
        </pc:inkChg>
        <pc:inkChg chg="add del">
          <ac:chgData name="" userId="242feb3c33a8e7bf" providerId="LiveId" clId="{39C24DAF-E20C-4507-9157-C96F2FA882D0}" dt="2023-03-28T16:34:02.958" v="3022"/>
          <ac:inkMkLst>
            <pc:docMk/>
            <pc:sldMk cId="1283747153" sldId="266"/>
            <ac:inkMk id="137" creationId="{60EA6E79-591D-47A7-84CB-360808E85F4D}"/>
          </ac:inkMkLst>
        </pc:inkChg>
        <pc:inkChg chg="del">
          <ac:chgData name="" userId="242feb3c33a8e7bf" providerId="LiveId" clId="{39C24DAF-E20C-4507-9157-C96F2FA882D0}" dt="2023-05-02T06:49:56.548" v="4498"/>
          <ac:inkMkLst>
            <pc:docMk/>
            <pc:sldMk cId="1283747153" sldId="266"/>
            <ac:inkMk id="138" creationId="{92436B27-9296-473D-B491-CA115D3EA760}"/>
          </ac:inkMkLst>
        </pc:inkChg>
        <pc:inkChg chg="add del">
          <ac:chgData name="" userId="242feb3c33a8e7bf" providerId="LiveId" clId="{39C24DAF-E20C-4507-9157-C96F2FA882D0}" dt="2023-03-28T16:34:02.958" v="3022"/>
          <ac:inkMkLst>
            <pc:docMk/>
            <pc:sldMk cId="1283747153" sldId="266"/>
            <ac:inkMk id="139" creationId="{A94E73D3-4E8C-4922-954F-FD96EBD1CC6C}"/>
          </ac:inkMkLst>
        </pc:inkChg>
        <pc:inkChg chg="add del">
          <ac:chgData name="" userId="242feb3c33a8e7bf" providerId="LiveId" clId="{39C24DAF-E20C-4507-9157-C96F2FA882D0}" dt="2023-03-28T16:34:02.958" v="3022"/>
          <ac:inkMkLst>
            <pc:docMk/>
            <pc:sldMk cId="1283747153" sldId="266"/>
            <ac:inkMk id="140" creationId="{72E57E5E-6EEC-4196-A9D5-C6A439539BBC}"/>
          </ac:inkMkLst>
        </pc:inkChg>
        <pc:inkChg chg="add">
          <ac:chgData name="" userId="242feb3c33a8e7bf" providerId="LiveId" clId="{39C24DAF-E20C-4507-9157-C96F2FA882D0}" dt="2023-03-28T16:34:02.958" v="3022"/>
          <ac:inkMkLst>
            <pc:docMk/>
            <pc:sldMk cId="1283747153" sldId="266"/>
            <ac:inkMk id="141" creationId="{65389009-0070-4060-97F5-5B7D5E4A2D7A}"/>
          </ac:inkMkLst>
        </pc:inkChg>
        <pc:inkChg chg="add">
          <ac:chgData name="" userId="242feb3c33a8e7bf" providerId="LiveId" clId="{39C24DAF-E20C-4507-9157-C96F2FA882D0}" dt="2023-03-28T16:34:02.958" v="3022"/>
          <ac:inkMkLst>
            <pc:docMk/>
            <pc:sldMk cId="1283747153" sldId="266"/>
            <ac:inkMk id="142" creationId="{2D676DFA-6881-4C24-99BE-3258DAA981F6}"/>
          </ac:inkMkLst>
        </pc:inkChg>
        <pc:inkChg chg="add del">
          <ac:chgData name="" userId="242feb3c33a8e7bf" providerId="LiveId" clId="{39C24DAF-E20C-4507-9157-C96F2FA882D0}" dt="2023-03-28T16:34:09.230" v="3033"/>
          <ac:inkMkLst>
            <pc:docMk/>
            <pc:sldMk cId="1283747153" sldId="266"/>
            <ac:inkMk id="143" creationId="{4A800B54-E93C-4828-A312-F90E4850AA31}"/>
          </ac:inkMkLst>
        </pc:inkChg>
        <pc:inkChg chg="add del">
          <ac:chgData name="" userId="242feb3c33a8e7bf" providerId="LiveId" clId="{39C24DAF-E20C-4507-9157-C96F2FA882D0}" dt="2023-03-28T16:34:09.230" v="3033"/>
          <ac:inkMkLst>
            <pc:docMk/>
            <pc:sldMk cId="1283747153" sldId="266"/>
            <ac:inkMk id="144" creationId="{FF845E1D-91E8-4A07-9905-165EF2591349}"/>
          </ac:inkMkLst>
        </pc:inkChg>
        <pc:inkChg chg="add del">
          <ac:chgData name="" userId="242feb3c33a8e7bf" providerId="LiveId" clId="{39C24DAF-E20C-4507-9157-C96F2FA882D0}" dt="2023-03-28T16:34:09.230" v="3033"/>
          <ac:inkMkLst>
            <pc:docMk/>
            <pc:sldMk cId="1283747153" sldId="266"/>
            <ac:inkMk id="145" creationId="{5E98A53C-E008-406D-ADD5-A9A48F8E605B}"/>
          </ac:inkMkLst>
        </pc:inkChg>
        <pc:inkChg chg="add del">
          <ac:chgData name="" userId="242feb3c33a8e7bf" providerId="LiveId" clId="{39C24DAF-E20C-4507-9157-C96F2FA882D0}" dt="2023-03-28T16:34:09.230" v="3033"/>
          <ac:inkMkLst>
            <pc:docMk/>
            <pc:sldMk cId="1283747153" sldId="266"/>
            <ac:inkMk id="146" creationId="{CE61202F-1A64-4BA1-B62F-36BAADF03F72}"/>
          </ac:inkMkLst>
        </pc:inkChg>
        <pc:inkChg chg="add del">
          <ac:chgData name="" userId="242feb3c33a8e7bf" providerId="LiveId" clId="{39C24DAF-E20C-4507-9157-C96F2FA882D0}" dt="2023-03-28T16:34:09.230" v="3033"/>
          <ac:inkMkLst>
            <pc:docMk/>
            <pc:sldMk cId="1283747153" sldId="266"/>
            <ac:inkMk id="147" creationId="{EFB43DD1-BB42-4D06-8432-B460464E3042}"/>
          </ac:inkMkLst>
        </pc:inkChg>
        <pc:inkChg chg="add del">
          <ac:chgData name="" userId="242feb3c33a8e7bf" providerId="LiveId" clId="{39C24DAF-E20C-4507-9157-C96F2FA882D0}" dt="2023-03-28T16:34:09.230" v="3033"/>
          <ac:inkMkLst>
            <pc:docMk/>
            <pc:sldMk cId="1283747153" sldId="266"/>
            <ac:inkMk id="148" creationId="{F08EC57F-553A-4061-BA0D-05A7F3B3481D}"/>
          </ac:inkMkLst>
        </pc:inkChg>
        <pc:inkChg chg="add del">
          <ac:chgData name="" userId="242feb3c33a8e7bf" providerId="LiveId" clId="{39C24DAF-E20C-4507-9157-C96F2FA882D0}" dt="2023-03-28T16:34:09.230" v="3033"/>
          <ac:inkMkLst>
            <pc:docMk/>
            <pc:sldMk cId="1283747153" sldId="266"/>
            <ac:inkMk id="149" creationId="{97E92138-4CD6-4B1C-996B-B1F6F0C32C4B}"/>
          </ac:inkMkLst>
        </pc:inkChg>
        <pc:inkChg chg="add del">
          <ac:chgData name="" userId="242feb3c33a8e7bf" providerId="LiveId" clId="{39C24DAF-E20C-4507-9157-C96F2FA882D0}" dt="2023-03-28T16:34:09.230" v="3033"/>
          <ac:inkMkLst>
            <pc:docMk/>
            <pc:sldMk cId="1283747153" sldId="266"/>
            <ac:inkMk id="150" creationId="{42C6C92D-DA57-4519-B467-A5A4593B476C}"/>
          </ac:inkMkLst>
        </pc:inkChg>
        <pc:inkChg chg="add del">
          <ac:chgData name="" userId="242feb3c33a8e7bf" providerId="LiveId" clId="{39C24DAF-E20C-4507-9157-C96F2FA882D0}" dt="2023-03-28T16:34:09.230" v="3033"/>
          <ac:inkMkLst>
            <pc:docMk/>
            <pc:sldMk cId="1283747153" sldId="266"/>
            <ac:inkMk id="151" creationId="{78EAEB53-AC7B-4DF5-BF17-425930F5B9B6}"/>
          </ac:inkMkLst>
        </pc:inkChg>
        <pc:inkChg chg="add del">
          <ac:chgData name="" userId="242feb3c33a8e7bf" providerId="LiveId" clId="{39C24DAF-E20C-4507-9157-C96F2FA882D0}" dt="2023-03-28T16:34:09.230" v="3033"/>
          <ac:inkMkLst>
            <pc:docMk/>
            <pc:sldMk cId="1283747153" sldId="266"/>
            <ac:inkMk id="152" creationId="{6F5BB6FA-F071-4814-A9D9-06D978950574}"/>
          </ac:inkMkLst>
        </pc:inkChg>
        <pc:inkChg chg="add del">
          <ac:chgData name="" userId="242feb3c33a8e7bf" providerId="LiveId" clId="{39C24DAF-E20C-4507-9157-C96F2FA882D0}" dt="2023-03-28T16:34:12.710" v="3044"/>
          <ac:inkMkLst>
            <pc:docMk/>
            <pc:sldMk cId="1283747153" sldId="266"/>
            <ac:inkMk id="153" creationId="{A00A88D3-E709-4CCD-B34C-4612A23B0D28}"/>
          </ac:inkMkLst>
        </pc:inkChg>
        <pc:inkChg chg="add del">
          <ac:chgData name="" userId="242feb3c33a8e7bf" providerId="LiveId" clId="{39C24DAF-E20C-4507-9157-C96F2FA882D0}" dt="2023-03-28T16:34:12.710" v="3044"/>
          <ac:inkMkLst>
            <pc:docMk/>
            <pc:sldMk cId="1283747153" sldId="266"/>
            <ac:inkMk id="154" creationId="{B3F10EF0-638C-4FE5-AA44-8424003AE316}"/>
          </ac:inkMkLst>
        </pc:inkChg>
        <pc:inkChg chg="add del">
          <ac:chgData name="" userId="242feb3c33a8e7bf" providerId="LiveId" clId="{39C24DAF-E20C-4507-9157-C96F2FA882D0}" dt="2023-03-28T16:34:12.710" v="3044"/>
          <ac:inkMkLst>
            <pc:docMk/>
            <pc:sldMk cId="1283747153" sldId="266"/>
            <ac:inkMk id="155" creationId="{4F265516-78B8-42E7-BB34-56C379457F56}"/>
          </ac:inkMkLst>
        </pc:inkChg>
        <pc:inkChg chg="add del">
          <ac:chgData name="" userId="242feb3c33a8e7bf" providerId="LiveId" clId="{39C24DAF-E20C-4507-9157-C96F2FA882D0}" dt="2023-03-28T16:34:12.710" v="3044"/>
          <ac:inkMkLst>
            <pc:docMk/>
            <pc:sldMk cId="1283747153" sldId="266"/>
            <ac:inkMk id="156" creationId="{40472672-32B5-44B2-839B-15BEA9DEBFC2}"/>
          </ac:inkMkLst>
        </pc:inkChg>
        <pc:inkChg chg="add del">
          <ac:chgData name="" userId="242feb3c33a8e7bf" providerId="LiveId" clId="{39C24DAF-E20C-4507-9157-C96F2FA882D0}" dt="2023-03-28T16:34:12.710" v="3044"/>
          <ac:inkMkLst>
            <pc:docMk/>
            <pc:sldMk cId="1283747153" sldId="266"/>
            <ac:inkMk id="157" creationId="{E04B2F2C-35F7-4C89-87D4-FCA92DB7EB37}"/>
          </ac:inkMkLst>
        </pc:inkChg>
        <pc:inkChg chg="add del">
          <ac:chgData name="" userId="242feb3c33a8e7bf" providerId="LiveId" clId="{39C24DAF-E20C-4507-9157-C96F2FA882D0}" dt="2023-03-28T16:34:12.710" v="3044"/>
          <ac:inkMkLst>
            <pc:docMk/>
            <pc:sldMk cId="1283747153" sldId="266"/>
            <ac:inkMk id="158" creationId="{1328A767-017C-4B6C-BBB0-C2B6FF4DAA97}"/>
          </ac:inkMkLst>
        </pc:inkChg>
        <pc:inkChg chg="add del">
          <ac:chgData name="" userId="242feb3c33a8e7bf" providerId="LiveId" clId="{39C24DAF-E20C-4507-9157-C96F2FA882D0}" dt="2023-03-28T16:34:12.710" v="3044"/>
          <ac:inkMkLst>
            <pc:docMk/>
            <pc:sldMk cId="1283747153" sldId="266"/>
            <ac:inkMk id="159" creationId="{4FEFC80C-35B4-4F82-80B9-C2BBBF84C546}"/>
          </ac:inkMkLst>
        </pc:inkChg>
        <pc:inkChg chg="add del">
          <ac:chgData name="" userId="242feb3c33a8e7bf" providerId="LiveId" clId="{39C24DAF-E20C-4507-9157-C96F2FA882D0}" dt="2023-03-28T16:34:12.710" v="3044"/>
          <ac:inkMkLst>
            <pc:docMk/>
            <pc:sldMk cId="1283747153" sldId="266"/>
            <ac:inkMk id="160" creationId="{6B6873B5-EA33-4C20-8463-DA8D8E23FE2E}"/>
          </ac:inkMkLst>
        </pc:inkChg>
        <pc:inkChg chg="add del">
          <ac:chgData name="" userId="242feb3c33a8e7bf" providerId="LiveId" clId="{39C24DAF-E20C-4507-9157-C96F2FA882D0}" dt="2023-03-28T16:34:12.710" v="3044"/>
          <ac:inkMkLst>
            <pc:docMk/>
            <pc:sldMk cId="1283747153" sldId="266"/>
            <ac:inkMk id="161" creationId="{50F23D06-9AB8-45B6-9BF1-53A912BA500E}"/>
          </ac:inkMkLst>
        </pc:inkChg>
        <pc:inkChg chg="add del">
          <ac:chgData name="" userId="242feb3c33a8e7bf" providerId="LiveId" clId="{39C24DAF-E20C-4507-9157-C96F2FA882D0}" dt="2023-03-28T16:34:12.710" v="3044"/>
          <ac:inkMkLst>
            <pc:docMk/>
            <pc:sldMk cId="1283747153" sldId="266"/>
            <ac:inkMk id="162" creationId="{40B95723-F531-437B-BF1D-6035C1A99CB0}"/>
          </ac:inkMkLst>
        </pc:inkChg>
        <pc:inkChg chg="add del">
          <ac:chgData name="" userId="242feb3c33a8e7bf" providerId="LiveId" clId="{39C24DAF-E20C-4507-9157-C96F2FA882D0}" dt="2023-03-28T16:34:12.710" v="3044"/>
          <ac:inkMkLst>
            <pc:docMk/>
            <pc:sldMk cId="1283747153" sldId="266"/>
            <ac:inkMk id="163" creationId="{4310DC7E-F089-4682-B8B3-3F36128D650E}"/>
          </ac:inkMkLst>
        </pc:inkChg>
        <pc:inkChg chg="add">
          <ac:chgData name="" userId="242feb3c33a8e7bf" providerId="LiveId" clId="{39C24DAF-E20C-4507-9157-C96F2FA882D0}" dt="2023-03-28T16:34:12.710" v="3044"/>
          <ac:inkMkLst>
            <pc:docMk/>
            <pc:sldMk cId="1283747153" sldId="266"/>
            <ac:inkMk id="164" creationId="{BA076B00-0FBE-4B2A-8E0B-8786E374879E}"/>
          </ac:inkMkLst>
        </pc:inkChg>
        <pc:inkChg chg="add">
          <ac:chgData name="" userId="242feb3c33a8e7bf" providerId="LiveId" clId="{39C24DAF-E20C-4507-9157-C96F2FA882D0}" dt="2023-03-28T16:34:19.094" v="3045"/>
          <ac:inkMkLst>
            <pc:docMk/>
            <pc:sldMk cId="1283747153" sldId="266"/>
            <ac:inkMk id="165" creationId="{61F06453-3FC6-4AB3-82E6-8304D6EFD72E}"/>
          </ac:inkMkLst>
        </pc:inkChg>
        <pc:inkChg chg="add">
          <ac:chgData name="" userId="242feb3c33a8e7bf" providerId="LiveId" clId="{39C24DAF-E20C-4507-9157-C96F2FA882D0}" dt="2023-03-28T16:34:21.363" v="3046"/>
          <ac:inkMkLst>
            <pc:docMk/>
            <pc:sldMk cId="1283747153" sldId="266"/>
            <ac:inkMk id="166" creationId="{5EC76ABD-F4C2-4E4F-BDDC-4F7D808CA40B}"/>
          </ac:inkMkLst>
        </pc:inkChg>
        <pc:inkChg chg="add del">
          <ac:chgData name="" userId="242feb3c33a8e7bf" providerId="LiveId" clId="{39C24DAF-E20C-4507-9157-C96F2FA882D0}" dt="2023-03-28T16:34:23.317" v="3049"/>
          <ac:inkMkLst>
            <pc:docMk/>
            <pc:sldMk cId="1283747153" sldId="266"/>
            <ac:inkMk id="167" creationId="{FEB0FA49-CE70-4772-B072-74A5A2407205}"/>
          </ac:inkMkLst>
        </pc:inkChg>
        <pc:inkChg chg="add del">
          <ac:chgData name="" userId="242feb3c33a8e7bf" providerId="LiveId" clId="{39C24DAF-E20C-4507-9157-C96F2FA882D0}" dt="2023-03-28T16:34:23.317" v="3049"/>
          <ac:inkMkLst>
            <pc:docMk/>
            <pc:sldMk cId="1283747153" sldId="266"/>
            <ac:inkMk id="168" creationId="{B0037B6F-FE6E-4521-B8EF-63C9B9E229EC}"/>
          </ac:inkMkLst>
        </pc:inkChg>
        <pc:inkChg chg="add">
          <ac:chgData name="" userId="242feb3c33a8e7bf" providerId="LiveId" clId="{39C24DAF-E20C-4507-9157-C96F2FA882D0}" dt="2023-03-28T16:34:23.317" v="3049"/>
          <ac:inkMkLst>
            <pc:docMk/>
            <pc:sldMk cId="1283747153" sldId="266"/>
            <ac:inkMk id="169" creationId="{DF0C1E6A-C568-4A97-B6D3-A2F769C1E859}"/>
          </ac:inkMkLst>
        </pc:inkChg>
        <pc:inkChg chg="add del">
          <ac:chgData name="" userId="242feb3c33a8e7bf" providerId="LiveId" clId="{39C24DAF-E20C-4507-9157-C96F2FA882D0}" dt="2023-03-28T16:34:35.283" v="3071"/>
          <ac:inkMkLst>
            <pc:docMk/>
            <pc:sldMk cId="1283747153" sldId="266"/>
            <ac:inkMk id="170" creationId="{901D17E8-A15D-4FC2-8659-F93A7F5B8509}"/>
          </ac:inkMkLst>
        </pc:inkChg>
        <pc:inkChg chg="add del">
          <ac:chgData name="" userId="242feb3c33a8e7bf" providerId="LiveId" clId="{39C24DAF-E20C-4507-9157-C96F2FA882D0}" dt="2023-03-28T16:34:35.283" v="3071"/>
          <ac:inkMkLst>
            <pc:docMk/>
            <pc:sldMk cId="1283747153" sldId="266"/>
            <ac:inkMk id="171" creationId="{656AC720-B2E5-4F8D-94A3-84E820A0A84B}"/>
          </ac:inkMkLst>
        </pc:inkChg>
        <pc:inkChg chg="add del">
          <ac:chgData name="" userId="242feb3c33a8e7bf" providerId="LiveId" clId="{39C24DAF-E20C-4507-9157-C96F2FA882D0}" dt="2023-03-28T16:34:35.283" v="3071"/>
          <ac:inkMkLst>
            <pc:docMk/>
            <pc:sldMk cId="1283747153" sldId="266"/>
            <ac:inkMk id="172" creationId="{C1116CCE-1FDC-42A6-AC4A-A676C8B1C6AC}"/>
          </ac:inkMkLst>
        </pc:inkChg>
        <pc:inkChg chg="add del">
          <ac:chgData name="" userId="242feb3c33a8e7bf" providerId="LiveId" clId="{39C24DAF-E20C-4507-9157-C96F2FA882D0}" dt="2023-03-28T16:34:35.283" v="3071"/>
          <ac:inkMkLst>
            <pc:docMk/>
            <pc:sldMk cId="1283747153" sldId="266"/>
            <ac:inkMk id="173" creationId="{0C0415B6-1056-4261-AEA9-39692CADFE8B}"/>
          </ac:inkMkLst>
        </pc:inkChg>
        <pc:inkChg chg="add del">
          <ac:chgData name="" userId="242feb3c33a8e7bf" providerId="LiveId" clId="{39C24DAF-E20C-4507-9157-C96F2FA882D0}" dt="2023-03-28T16:34:35.283" v="3071"/>
          <ac:inkMkLst>
            <pc:docMk/>
            <pc:sldMk cId="1283747153" sldId="266"/>
            <ac:inkMk id="174" creationId="{0882758A-79F6-4F77-9194-B8B91B2DD6C2}"/>
          </ac:inkMkLst>
        </pc:inkChg>
        <pc:inkChg chg="add del">
          <ac:chgData name="" userId="242feb3c33a8e7bf" providerId="LiveId" clId="{39C24DAF-E20C-4507-9157-C96F2FA882D0}" dt="2023-03-28T16:34:35.283" v="3071"/>
          <ac:inkMkLst>
            <pc:docMk/>
            <pc:sldMk cId="1283747153" sldId="266"/>
            <ac:inkMk id="175" creationId="{AF88E544-B0B9-4508-B1B2-3C2F24709A41}"/>
          </ac:inkMkLst>
        </pc:inkChg>
        <pc:inkChg chg="add del">
          <ac:chgData name="" userId="242feb3c33a8e7bf" providerId="LiveId" clId="{39C24DAF-E20C-4507-9157-C96F2FA882D0}" dt="2023-03-28T16:34:35.283" v="3071"/>
          <ac:inkMkLst>
            <pc:docMk/>
            <pc:sldMk cId="1283747153" sldId="266"/>
            <ac:inkMk id="176" creationId="{FFDFD9AA-5C89-49BF-8ADD-D560361621B4}"/>
          </ac:inkMkLst>
        </pc:inkChg>
        <pc:inkChg chg="add del">
          <ac:chgData name="" userId="242feb3c33a8e7bf" providerId="LiveId" clId="{39C24DAF-E20C-4507-9157-C96F2FA882D0}" dt="2023-03-28T16:34:35.283" v="3071"/>
          <ac:inkMkLst>
            <pc:docMk/>
            <pc:sldMk cId="1283747153" sldId="266"/>
            <ac:inkMk id="177" creationId="{1710213F-4C6A-4244-830D-3FDFEC1A9B0F}"/>
          </ac:inkMkLst>
        </pc:inkChg>
        <pc:inkChg chg="add del">
          <ac:chgData name="" userId="242feb3c33a8e7bf" providerId="LiveId" clId="{39C24DAF-E20C-4507-9157-C96F2FA882D0}" dt="2023-03-28T16:34:35.283" v="3071"/>
          <ac:inkMkLst>
            <pc:docMk/>
            <pc:sldMk cId="1283747153" sldId="266"/>
            <ac:inkMk id="178" creationId="{0B8717E9-FB69-4FF6-800F-D30D742AA59A}"/>
          </ac:inkMkLst>
        </pc:inkChg>
        <pc:inkChg chg="add del">
          <ac:chgData name="" userId="242feb3c33a8e7bf" providerId="LiveId" clId="{39C24DAF-E20C-4507-9157-C96F2FA882D0}" dt="2023-03-28T16:34:35.283" v="3071"/>
          <ac:inkMkLst>
            <pc:docMk/>
            <pc:sldMk cId="1283747153" sldId="266"/>
            <ac:inkMk id="179" creationId="{A0986101-4837-41C7-851D-5B5EF2B7E46E}"/>
          </ac:inkMkLst>
        </pc:inkChg>
        <pc:inkChg chg="add del">
          <ac:chgData name="" userId="242feb3c33a8e7bf" providerId="LiveId" clId="{39C24DAF-E20C-4507-9157-C96F2FA882D0}" dt="2023-03-28T16:34:35.283" v="3071"/>
          <ac:inkMkLst>
            <pc:docMk/>
            <pc:sldMk cId="1283747153" sldId="266"/>
            <ac:inkMk id="180" creationId="{978123AD-BA68-4CE3-BC87-2000F97901CF}"/>
          </ac:inkMkLst>
        </pc:inkChg>
        <pc:inkChg chg="add del">
          <ac:chgData name="" userId="242feb3c33a8e7bf" providerId="LiveId" clId="{39C24DAF-E20C-4507-9157-C96F2FA882D0}" dt="2023-03-28T16:34:35.283" v="3071"/>
          <ac:inkMkLst>
            <pc:docMk/>
            <pc:sldMk cId="1283747153" sldId="266"/>
            <ac:inkMk id="181" creationId="{BEB97C20-854F-4CA7-A813-96D6AA3516E2}"/>
          </ac:inkMkLst>
        </pc:inkChg>
        <pc:inkChg chg="add del">
          <ac:chgData name="" userId="242feb3c33a8e7bf" providerId="LiveId" clId="{39C24DAF-E20C-4507-9157-C96F2FA882D0}" dt="2023-03-28T16:34:35.283" v="3071"/>
          <ac:inkMkLst>
            <pc:docMk/>
            <pc:sldMk cId="1283747153" sldId="266"/>
            <ac:inkMk id="182" creationId="{A3CD1762-2929-4C60-995A-B82397CFAA46}"/>
          </ac:inkMkLst>
        </pc:inkChg>
        <pc:inkChg chg="add del">
          <ac:chgData name="" userId="242feb3c33a8e7bf" providerId="LiveId" clId="{39C24DAF-E20C-4507-9157-C96F2FA882D0}" dt="2023-03-28T16:34:35.283" v="3071"/>
          <ac:inkMkLst>
            <pc:docMk/>
            <pc:sldMk cId="1283747153" sldId="266"/>
            <ac:inkMk id="183" creationId="{2C102617-138B-4B55-92A8-F2072411B4A0}"/>
          </ac:inkMkLst>
        </pc:inkChg>
        <pc:inkChg chg="add del">
          <ac:chgData name="" userId="242feb3c33a8e7bf" providerId="LiveId" clId="{39C24DAF-E20C-4507-9157-C96F2FA882D0}" dt="2023-03-28T16:34:35.283" v="3071"/>
          <ac:inkMkLst>
            <pc:docMk/>
            <pc:sldMk cId="1283747153" sldId="266"/>
            <ac:inkMk id="184" creationId="{9F812355-EACC-46AC-BD59-F21DDF06DE75}"/>
          </ac:inkMkLst>
        </pc:inkChg>
        <pc:inkChg chg="add del">
          <ac:chgData name="" userId="242feb3c33a8e7bf" providerId="LiveId" clId="{39C24DAF-E20C-4507-9157-C96F2FA882D0}" dt="2023-03-28T16:34:35.283" v="3071"/>
          <ac:inkMkLst>
            <pc:docMk/>
            <pc:sldMk cId="1283747153" sldId="266"/>
            <ac:inkMk id="185" creationId="{F03BCB1F-89B6-48D4-80C1-4097867E8845}"/>
          </ac:inkMkLst>
        </pc:inkChg>
        <pc:inkChg chg="add del">
          <ac:chgData name="" userId="242feb3c33a8e7bf" providerId="LiveId" clId="{39C24DAF-E20C-4507-9157-C96F2FA882D0}" dt="2023-03-28T16:34:35.283" v="3071"/>
          <ac:inkMkLst>
            <pc:docMk/>
            <pc:sldMk cId="1283747153" sldId="266"/>
            <ac:inkMk id="186" creationId="{170F9747-BE04-4C83-8B22-7DDA545EBFE4}"/>
          </ac:inkMkLst>
        </pc:inkChg>
        <pc:inkChg chg="add del">
          <ac:chgData name="" userId="242feb3c33a8e7bf" providerId="LiveId" clId="{39C24DAF-E20C-4507-9157-C96F2FA882D0}" dt="2023-03-28T16:34:35.283" v="3071"/>
          <ac:inkMkLst>
            <pc:docMk/>
            <pc:sldMk cId="1283747153" sldId="266"/>
            <ac:inkMk id="187" creationId="{1657E249-462A-48C9-A15D-39AAC78C8085}"/>
          </ac:inkMkLst>
        </pc:inkChg>
        <pc:inkChg chg="add del">
          <ac:chgData name="" userId="242feb3c33a8e7bf" providerId="LiveId" clId="{39C24DAF-E20C-4507-9157-C96F2FA882D0}" dt="2023-03-28T16:34:35.283" v="3071"/>
          <ac:inkMkLst>
            <pc:docMk/>
            <pc:sldMk cId="1283747153" sldId="266"/>
            <ac:inkMk id="188" creationId="{CE58669D-1DD3-4B03-86A7-A6BE7BE5E552}"/>
          </ac:inkMkLst>
        </pc:inkChg>
        <pc:inkChg chg="add del">
          <ac:chgData name="" userId="242feb3c33a8e7bf" providerId="LiveId" clId="{39C24DAF-E20C-4507-9157-C96F2FA882D0}" dt="2023-03-28T16:34:35.283" v="3071"/>
          <ac:inkMkLst>
            <pc:docMk/>
            <pc:sldMk cId="1283747153" sldId="266"/>
            <ac:inkMk id="189" creationId="{36188480-2615-4E1A-BECC-1F82F5B90E7E}"/>
          </ac:inkMkLst>
        </pc:inkChg>
        <pc:inkChg chg="add del">
          <ac:chgData name="" userId="242feb3c33a8e7bf" providerId="LiveId" clId="{39C24DAF-E20C-4507-9157-C96F2FA882D0}" dt="2023-03-28T16:34:35.283" v="3071"/>
          <ac:inkMkLst>
            <pc:docMk/>
            <pc:sldMk cId="1283747153" sldId="266"/>
            <ac:inkMk id="190" creationId="{EA7C2F8F-8AEA-4C2D-9F03-309D66A073E1}"/>
          </ac:inkMkLst>
        </pc:inkChg>
        <pc:inkChg chg="add">
          <ac:chgData name="" userId="242feb3c33a8e7bf" providerId="LiveId" clId="{39C24DAF-E20C-4507-9157-C96F2FA882D0}" dt="2023-03-28T16:34:35.283" v="3071"/>
          <ac:inkMkLst>
            <pc:docMk/>
            <pc:sldMk cId="1283747153" sldId="266"/>
            <ac:inkMk id="191" creationId="{4D28AFDD-E5DD-4C63-9D4D-8FA6092E840A}"/>
          </ac:inkMkLst>
        </pc:inkChg>
        <pc:inkChg chg="del">
          <ac:chgData name="" userId="242feb3c33a8e7bf" providerId="LiveId" clId="{39C24DAF-E20C-4507-9157-C96F2FA882D0}" dt="2023-03-28T16:32:16.244" v="2901"/>
          <ac:inkMkLst>
            <pc:docMk/>
            <pc:sldMk cId="1283747153" sldId="266"/>
            <ac:inkMk id="192" creationId="{AC3CE8B4-7D56-44CC-9B94-4E802029C7D6}"/>
          </ac:inkMkLst>
        </pc:inkChg>
        <pc:inkChg chg="del">
          <ac:chgData name="" userId="242feb3c33a8e7bf" providerId="LiveId" clId="{39C24DAF-E20C-4507-9157-C96F2FA882D0}" dt="2023-03-28T16:32:16.243" v="2900"/>
          <ac:inkMkLst>
            <pc:docMk/>
            <pc:sldMk cId="1283747153" sldId="266"/>
            <ac:inkMk id="193" creationId="{6C70D066-1E45-4102-8DCA-AE2715013D13}"/>
          </ac:inkMkLst>
        </pc:inkChg>
        <pc:inkChg chg="add">
          <ac:chgData name="" userId="242feb3c33a8e7bf" providerId="LiveId" clId="{39C24DAF-E20C-4507-9157-C96F2FA882D0}" dt="2023-03-28T16:34:35.283" v="3071"/>
          <ac:inkMkLst>
            <pc:docMk/>
            <pc:sldMk cId="1283747153" sldId="266"/>
            <ac:inkMk id="194" creationId="{6D635626-D8C6-4362-A056-17BB2AF0DD0A}"/>
          </ac:inkMkLst>
        </pc:inkChg>
        <pc:inkChg chg="add del">
          <ac:chgData name="" userId="242feb3c33a8e7bf" providerId="LiveId" clId="{39C24DAF-E20C-4507-9157-C96F2FA882D0}" dt="2023-03-28T16:34:39.411" v="3080"/>
          <ac:inkMkLst>
            <pc:docMk/>
            <pc:sldMk cId="1283747153" sldId="266"/>
            <ac:inkMk id="195" creationId="{57100748-A3EC-42ED-8A9D-F29D105050FA}"/>
          </ac:inkMkLst>
        </pc:inkChg>
        <pc:inkChg chg="del">
          <ac:chgData name="" userId="242feb3c33a8e7bf" providerId="LiveId" clId="{39C24DAF-E20C-4507-9157-C96F2FA882D0}" dt="2023-05-02T06:49:56.548" v="4497"/>
          <ac:inkMkLst>
            <pc:docMk/>
            <pc:sldMk cId="1283747153" sldId="266"/>
            <ac:inkMk id="196" creationId="{D1432794-5742-4C46-BDF8-1D070EB1EF61}"/>
          </ac:inkMkLst>
        </pc:inkChg>
        <pc:inkChg chg="add del">
          <ac:chgData name="" userId="242feb3c33a8e7bf" providerId="LiveId" clId="{39C24DAF-E20C-4507-9157-C96F2FA882D0}" dt="2023-03-28T16:34:39.411" v="3080"/>
          <ac:inkMkLst>
            <pc:docMk/>
            <pc:sldMk cId="1283747153" sldId="266"/>
            <ac:inkMk id="197" creationId="{FE268FA7-5D26-472A-8C10-B80262FCE8E0}"/>
          </ac:inkMkLst>
        </pc:inkChg>
        <pc:inkChg chg="add del">
          <ac:chgData name="" userId="242feb3c33a8e7bf" providerId="LiveId" clId="{39C24DAF-E20C-4507-9157-C96F2FA882D0}" dt="2023-03-28T16:34:39.411" v="3080"/>
          <ac:inkMkLst>
            <pc:docMk/>
            <pc:sldMk cId="1283747153" sldId="266"/>
            <ac:inkMk id="198" creationId="{D1BF88FA-0D46-44E6-9B52-1FDD73B7139D}"/>
          </ac:inkMkLst>
        </pc:inkChg>
        <pc:inkChg chg="add del">
          <ac:chgData name="" userId="242feb3c33a8e7bf" providerId="LiveId" clId="{39C24DAF-E20C-4507-9157-C96F2FA882D0}" dt="2023-03-28T16:34:39.411" v="3080"/>
          <ac:inkMkLst>
            <pc:docMk/>
            <pc:sldMk cId="1283747153" sldId="266"/>
            <ac:inkMk id="199" creationId="{FE506568-4371-4267-BDAE-533D35A298A2}"/>
          </ac:inkMkLst>
        </pc:inkChg>
        <pc:inkChg chg="add del">
          <ac:chgData name="" userId="242feb3c33a8e7bf" providerId="LiveId" clId="{39C24DAF-E20C-4507-9157-C96F2FA882D0}" dt="2023-03-28T16:34:39.411" v="3080"/>
          <ac:inkMkLst>
            <pc:docMk/>
            <pc:sldMk cId="1283747153" sldId="266"/>
            <ac:inkMk id="200" creationId="{A08EA01C-B88C-4536-888D-07F8ED4195BD}"/>
          </ac:inkMkLst>
        </pc:inkChg>
        <pc:inkChg chg="add del">
          <ac:chgData name="" userId="242feb3c33a8e7bf" providerId="LiveId" clId="{39C24DAF-E20C-4507-9157-C96F2FA882D0}" dt="2023-03-28T16:35:03.563" v="3120"/>
          <ac:inkMkLst>
            <pc:docMk/>
            <pc:sldMk cId="1283747153" sldId="266"/>
            <ac:inkMk id="201" creationId="{4C40662C-977F-47DC-9320-7027A51B8F59}"/>
          </ac:inkMkLst>
        </pc:inkChg>
        <pc:inkChg chg="add del">
          <ac:chgData name="" userId="242feb3c33a8e7bf" providerId="LiveId" clId="{39C24DAF-E20C-4507-9157-C96F2FA882D0}" dt="2023-03-28T16:34:40.888" v="3084"/>
          <ac:inkMkLst>
            <pc:docMk/>
            <pc:sldMk cId="1283747153" sldId="266"/>
            <ac:inkMk id="202" creationId="{16D762BC-5DEC-4A5E-B314-8A457CC0ED98}"/>
          </ac:inkMkLst>
        </pc:inkChg>
        <pc:inkChg chg="add del">
          <ac:chgData name="" userId="242feb3c33a8e7bf" providerId="LiveId" clId="{39C24DAF-E20C-4507-9157-C96F2FA882D0}" dt="2023-03-28T16:34:40.888" v="3084"/>
          <ac:inkMkLst>
            <pc:docMk/>
            <pc:sldMk cId="1283747153" sldId="266"/>
            <ac:inkMk id="203" creationId="{DD7531BE-D167-41A3-A06B-82EEA7004AFA}"/>
          </ac:inkMkLst>
        </pc:inkChg>
        <pc:inkChg chg="add del">
          <ac:chgData name="" userId="242feb3c33a8e7bf" providerId="LiveId" clId="{39C24DAF-E20C-4507-9157-C96F2FA882D0}" dt="2023-03-28T16:35:03.563" v="3120"/>
          <ac:inkMkLst>
            <pc:docMk/>
            <pc:sldMk cId="1283747153" sldId="266"/>
            <ac:inkMk id="204" creationId="{B2C41B7E-4760-4097-9C06-1E993B49B23C}"/>
          </ac:inkMkLst>
        </pc:inkChg>
        <pc:inkChg chg="add del">
          <ac:chgData name="" userId="242feb3c33a8e7bf" providerId="LiveId" clId="{39C24DAF-E20C-4507-9157-C96F2FA882D0}" dt="2023-03-28T16:34:40.888" v="3084"/>
          <ac:inkMkLst>
            <pc:docMk/>
            <pc:sldMk cId="1283747153" sldId="266"/>
            <ac:inkMk id="205" creationId="{26C6B581-B7D8-44BA-B476-EAC32DEE06E2}"/>
          </ac:inkMkLst>
        </pc:inkChg>
        <pc:inkChg chg="add del">
          <ac:chgData name="" userId="242feb3c33a8e7bf" providerId="LiveId" clId="{39C24DAF-E20C-4507-9157-C96F2FA882D0}" dt="2023-03-28T16:34:40.888" v="3084"/>
          <ac:inkMkLst>
            <pc:docMk/>
            <pc:sldMk cId="1283747153" sldId="266"/>
            <ac:inkMk id="206" creationId="{A40B8A77-5DBE-42B4-BA1B-617EFFB5F447}"/>
          </ac:inkMkLst>
        </pc:inkChg>
        <pc:inkChg chg="add del">
          <ac:chgData name="" userId="242feb3c33a8e7bf" providerId="LiveId" clId="{39C24DAF-E20C-4507-9157-C96F2FA882D0}" dt="2023-03-28T16:34:40.888" v="3084"/>
          <ac:inkMkLst>
            <pc:docMk/>
            <pc:sldMk cId="1283747153" sldId="266"/>
            <ac:inkMk id="207" creationId="{FD0282F6-68AD-438F-8082-982DE2938739}"/>
          </ac:inkMkLst>
        </pc:inkChg>
        <pc:inkChg chg="add del">
          <ac:chgData name="" userId="242feb3c33a8e7bf" providerId="LiveId" clId="{39C24DAF-E20C-4507-9157-C96F2FA882D0}" dt="2023-03-28T16:35:03.563" v="3120"/>
          <ac:inkMkLst>
            <pc:docMk/>
            <pc:sldMk cId="1283747153" sldId="266"/>
            <ac:inkMk id="208" creationId="{934FA46C-0870-41F6-904A-C7729D64A3D0}"/>
          </ac:inkMkLst>
        </pc:inkChg>
        <pc:inkChg chg="add del">
          <ac:chgData name="" userId="242feb3c33a8e7bf" providerId="LiveId" clId="{39C24DAF-E20C-4507-9157-C96F2FA882D0}" dt="2023-03-28T16:34:44.605" v="3094"/>
          <ac:inkMkLst>
            <pc:docMk/>
            <pc:sldMk cId="1283747153" sldId="266"/>
            <ac:inkMk id="209" creationId="{0F111AB0-509E-423F-93A1-6121458997DC}"/>
          </ac:inkMkLst>
        </pc:inkChg>
        <pc:inkChg chg="add del">
          <ac:chgData name="" userId="242feb3c33a8e7bf" providerId="LiveId" clId="{39C24DAF-E20C-4507-9157-C96F2FA882D0}" dt="2023-03-28T16:34:44.605" v="3094"/>
          <ac:inkMkLst>
            <pc:docMk/>
            <pc:sldMk cId="1283747153" sldId="266"/>
            <ac:inkMk id="210" creationId="{9E35950B-A2B7-43CD-8DF8-2894B269D154}"/>
          </ac:inkMkLst>
        </pc:inkChg>
        <pc:inkChg chg="add del">
          <ac:chgData name="" userId="242feb3c33a8e7bf" providerId="LiveId" clId="{39C24DAF-E20C-4507-9157-C96F2FA882D0}" dt="2023-03-28T16:34:44.605" v="3094"/>
          <ac:inkMkLst>
            <pc:docMk/>
            <pc:sldMk cId="1283747153" sldId="266"/>
            <ac:inkMk id="211" creationId="{47C3670D-5582-4DD0-ABB4-77BE07CE7D1A}"/>
          </ac:inkMkLst>
        </pc:inkChg>
        <pc:inkChg chg="add del">
          <ac:chgData name="" userId="242feb3c33a8e7bf" providerId="LiveId" clId="{39C24DAF-E20C-4507-9157-C96F2FA882D0}" dt="2023-03-28T16:34:44.605" v="3094"/>
          <ac:inkMkLst>
            <pc:docMk/>
            <pc:sldMk cId="1283747153" sldId="266"/>
            <ac:inkMk id="212" creationId="{17714FD4-7CCD-45F8-A4B0-6DA40BBB082A}"/>
          </ac:inkMkLst>
        </pc:inkChg>
        <pc:inkChg chg="add">
          <ac:chgData name="" userId="242feb3c33a8e7bf" providerId="LiveId" clId="{39C24DAF-E20C-4507-9157-C96F2FA882D0}" dt="2023-03-28T16:34:42.307" v="3089"/>
          <ac:inkMkLst>
            <pc:docMk/>
            <pc:sldMk cId="1283747153" sldId="266"/>
            <ac:inkMk id="213" creationId="{ABC87D7B-490F-4D9D-911D-5F60AA0FF688}"/>
          </ac:inkMkLst>
        </pc:inkChg>
        <pc:inkChg chg="add del">
          <ac:chgData name="" userId="242feb3c33a8e7bf" providerId="LiveId" clId="{39C24DAF-E20C-4507-9157-C96F2FA882D0}" dt="2023-03-28T16:34:44.605" v="3094"/>
          <ac:inkMkLst>
            <pc:docMk/>
            <pc:sldMk cId="1283747153" sldId="266"/>
            <ac:inkMk id="214" creationId="{0D480B5C-DF0E-4296-84D0-74F686E81B87}"/>
          </ac:inkMkLst>
        </pc:inkChg>
        <pc:inkChg chg="add del">
          <ac:chgData name="" userId="242feb3c33a8e7bf" providerId="LiveId" clId="{39C24DAF-E20C-4507-9157-C96F2FA882D0}" dt="2023-03-28T16:34:44.605" v="3094"/>
          <ac:inkMkLst>
            <pc:docMk/>
            <pc:sldMk cId="1283747153" sldId="266"/>
            <ac:inkMk id="215" creationId="{01AF3D8A-1E08-4175-AE07-C8687403F25E}"/>
          </ac:inkMkLst>
        </pc:inkChg>
        <pc:inkChg chg="add del">
          <ac:chgData name="" userId="242feb3c33a8e7bf" providerId="LiveId" clId="{39C24DAF-E20C-4507-9157-C96F2FA882D0}" dt="2023-03-28T16:34:44.605" v="3094"/>
          <ac:inkMkLst>
            <pc:docMk/>
            <pc:sldMk cId="1283747153" sldId="266"/>
            <ac:inkMk id="216" creationId="{381D6ACF-9E12-4E87-9792-0834A8183228}"/>
          </ac:inkMkLst>
        </pc:inkChg>
        <pc:inkChg chg="add del">
          <ac:chgData name="" userId="242feb3c33a8e7bf" providerId="LiveId" clId="{39C24DAF-E20C-4507-9157-C96F2FA882D0}" dt="2023-03-28T16:34:44.605" v="3094"/>
          <ac:inkMkLst>
            <pc:docMk/>
            <pc:sldMk cId="1283747153" sldId="266"/>
            <ac:inkMk id="217" creationId="{A236F6F3-D34F-4312-AE6F-F9732CBC24EB}"/>
          </ac:inkMkLst>
        </pc:inkChg>
        <pc:inkChg chg="add">
          <ac:chgData name="" userId="242feb3c33a8e7bf" providerId="LiveId" clId="{39C24DAF-E20C-4507-9157-C96F2FA882D0}" dt="2023-03-28T16:34:44.605" v="3094"/>
          <ac:inkMkLst>
            <pc:docMk/>
            <pc:sldMk cId="1283747153" sldId="266"/>
            <ac:inkMk id="218" creationId="{1FF3506C-BFD6-41C2-9413-148FE2FEE3D9}"/>
          </ac:inkMkLst>
        </pc:inkChg>
        <pc:inkChg chg="add del">
          <ac:chgData name="" userId="242feb3c33a8e7bf" providerId="LiveId" clId="{39C24DAF-E20C-4507-9157-C96F2FA882D0}" dt="2023-03-28T16:34:54.526" v="3102"/>
          <ac:inkMkLst>
            <pc:docMk/>
            <pc:sldMk cId="1283747153" sldId="266"/>
            <ac:inkMk id="219" creationId="{92F22C60-DE69-43ED-A4C0-772327EAF6A5}"/>
          </ac:inkMkLst>
        </pc:inkChg>
        <pc:inkChg chg="add del">
          <ac:chgData name="" userId="242feb3c33a8e7bf" providerId="LiveId" clId="{39C24DAF-E20C-4507-9157-C96F2FA882D0}" dt="2023-03-28T16:34:54.526" v="3102"/>
          <ac:inkMkLst>
            <pc:docMk/>
            <pc:sldMk cId="1283747153" sldId="266"/>
            <ac:inkMk id="220" creationId="{40FD0254-F4B9-4ECD-A7B9-555A95AA8565}"/>
          </ac:inkMkLst>
        </pc:inkChg>
        <pc:inkChg chg="add del">
          <ac:chgData name="" userId="242feb3c33a8e7bf" providerId="LiveId" clId="{39C24DAF-E20C-4507-9157-C96F2FA882D0}" dt="2023-03-28T16:34:54.526" v="3102"/>
          <ac:inkMkLst>
            <pc:docMk/>
            <pc:sldMk cId="1283747153" sldId="266"/>
            <ac:inkMk id="221" creationId="{AA87C367-1934-480F-8DA0-05BF6E0D8530}"/>
          </ac:inkMkLst>
        </pc:inkChg>
        <pc:inkChg chg="add del">
          <ac:chgData name="" userId="242feb3c33a8e7bf" providerId="LiveId" clId="{39C24DAF-E20C-4507-9157-C96F2FA882D0}" dt="2023-03-28T16:34:54.526" v="3102"/>
          <ac:inkMkLst>
            <pc:docMk/>
            <pc:sldMk cId="1283747153" sldId="266"/>
            <ac:inkMk id="222" creationId="{45AEAEEE-9240-4D6E-AC9C-2E95A6FCD68C}"/>
          </ac:inkMkLst>
        </pc:inkChg>
        <pc:inkChg chg="add del">
          <ac:chgData name="" userId="242feb3c33a8e7bf" providerId="LiveId" clId="{39C24DAF-E20C-4507-9157-C96F2FA882D0}" dt="2023-03-28T16:34:54.526" v="3102"/>
          <ac:inkMkLst>
            <pc:docMk/>
            <pc:sldMk cId="1283747153" sldId="266"/>
            <ac:inkMk id="223" creationId="{0FCA1245-6F0C-4962-BB47-D0E228CBB3A0}"/>
          </ac:inkMkLst>
        </pc:inkChg>
        <pc:inkChg chg="add del">
          <ac:chgData name="" userId="242feb3c33a8e7bf" providerId="LiveId" clId="{39C24DAF-E20C-4507-9157-C96F2FA882D0}" dt="2023-03-28T16:34:54.526" v="3102"/>
          <ac:inkMkLst>
            <pc:docMk/>
            <pc:sldMk cId="1283747153" sldId="266"/>
            <ac:inkMk id="224" creationId="{8D3B818D-6BDE-4C22-8C99-81F6870486F5}"/>
          </ac:inkMkLst>
        </pc:inkChg>
        <pc:inkChg chg="add">
          <ac:chgData name="" userId="242feb3c33a8e7bf" providerId="LiveId" clId="{39C24DAF-E20C-4507-9157-C96F2FA882D0}" dt="2023-03-28T16:34:53.955" v="3101"/>
          <ac:inkMkLst>
            <pc:docMk/>
            <pc:sldMk cId="1283747153" sldId="266"/>
            <ac:inkMk id="225" creationId="{E6DD4DAC-505D-40F5-83ED-E253958F8A8C}"/>
          </ac:inkMkLst>
        </pc:inkChg>
        <pc:inkChg chg="add">
          <ac:chgData name="" userId="242feb3c33a8e7bf" providerId="LiveId" clId="{39C24DAF-E20C-4507-9157-C96F2FA882D0}" dt="2023-03-28T16:34:54.526" v="3102"/>
          <ac:inkMkLst>
            <pc:docMk/>
            <pc:sldMk cId="1283747153" sldId="266"/>
            <ac:inkMk id="226" creationId="{1ACF397E-B8B5-4432-B260-81D28AA35FF4}"/>
          </ac:inkMkLst>
        </pc:inkChg>
        <pc:inkChg chg="add">
          <ac:chgData name="" userId="242feb3c33a8e7bf" providerId="LiveId" clId="{39C24DAF-E20C-4507-9157-C96F2FA882D0}" dt="2023-03-28T16:34:54.526" v="3102"/>
          <ac:inkMkLst>
            <pc:docMk/>
            <pc:sldMk cId="1283747153" sldId="266"/>
            <ac:inkMk id="227" creationId="{8A2ABFB6-5042-4663-A737-BB4C644D7F65}"/>
          </ac:inkMkLst>
        </pc:inkChg>
        <pc:inkChg chg="add del">
          <ac:chgData name="" userId="242feb3c33a8e7bf" providerId="LiveId" clId="{39C24DAF-E20C-4507-9157-C96F2FA882D0}" dt="2023-03-28T16:35:03.563" v="3120"/>
          <ac:inkMkLst>
            <pc:docMk/>
            <pc:sldMk cId="1283747153" sldId="266"/>
            <ac:inkMk id="228" creationId="{D01387D2-10F6-4A06-AB80-DEC4AB263588}"/>
          </ac:inkMkLst>
        </pc:inkChg>
        <pc:inkChg chg="add del">
          <ac:chgData name="" userId="242feb3c33a8e7bf" providerId="LiveId" clId="{39C24DAF-E20C-4507-9157-C96F2FA882D0}" dt="2023-03-28T16:35:03.563" v="3120"/>
          <ac:inkMkLst>
            <pc:docMk/>
            <pc:sldMk cId="1283747153" sldId="266"/>
            <ac:inkMk id="229" creationId="{109F0EB6-53E4-4B32-B126-4BBD4246AEED}"/>
          </ac:inkMkLst>
        </pc:inkChg>
        <pc:inkChg chg="add del">
          <ac:chgData name="" userId="242feb3c33a8e7bf" providerId="LiveId" clId="{39C24DAF-E20C-4507-9157-C96F2FA882D0}" dt="2023-03-28T16:35:03.563" v="3120"/>
          <ac:inkMkLst>
            <pc:docMk/>
            <pc:sldMk cId="1283747153" sldId="266"/>
            <ac:inkMk id="230" creationId="{8D1CADCF-9A7B-4FFA-AA18-4045C8E309E9}"/>
          </ac:inkMkLst>
        </pc:inkChg>
        <pc:inkChg chg="add del">
          <ac:chgData name="" userId="242feb3c33a8e7bf" providerId="LiveId" clId="{39C24DAF-E20C-4507-9157-C96F2FA882D0}" dt="2023-03-28T16:35:03.563" v="3120"/>
          <ac:inkMkLst>
            <pc:docMk/>
            <pc:sldMk cId="1283747153" sldId="266"/>
            <ac:inkMk id="231" creationId="{DB6A1647-F033-4EE8-A07E-C91F58296940}"/>
          </ac:inkMkLst>
        </pc:inkChg>
        <pc:inkChg chg="add del">
          <ac:chgData name="" userId="242feb3c33a8e7bf" providerId="LiveId" clId="{39C24DAF-E20C-4507-9157-C96F2FA882D0}" dt="2023-03-28T16:35:03.563" v="3120"/>
          <ac:inkMkLst>
            <pc:docMk/>
            <pc:sldMk cId="1283747153" sldId="266"/>
            <ac:inkMk id="232" creationId="{8E40A0F7-AF9F-4ED6-BF03-2BFAC34EFD57}"/>
          </ac:inkMkLst>
        </pc:inkChg>
        <pc:inkChg chg="add del">
          <ac:chgData name="" userId="242feb3c33a8e7bf" providerId="LiveId" clId="{39C24DAF-E20C-4507-9157-C96F2FA882D0}" dt="2023-03-28T16:35:03.563" v="3120"/>
          <ac:inkMkLst>
            <pc:docMk/>
            <pc:sldMk cId="1283747153" sldId="266"/>
            <ac:inkMk id="233" creationId="{50B21C74-CCA9-41E8-979D-E30C412EE191}"/>
          </ac:inkMkLst>
        </pc:inkChg>
        <pc:inkChg chg="add del">
          <ac:chgData name="" userId="242feb3c33a8e7bf" providerId="LiveId" clId="{39C24DAF-E20C-4507-9157-C96F2FA882D0}" dt="2023-03-28T16:35:03.563" v="3120"/>
          <ac:inkMkLst>
            <pc:docMk/>
            <pc:sldMk cId="1283747153" sldId="266"/>
            <ac:inkMk id="234" creationId="{CFECD682-E685-4080-82D8-969011BD4FFB}"/>
          </ac:inkMkLst>
        </pc:inkChg>
        <pc:inkChg chg="add del">
          <ac:chgData name="" userId="242feb3c33a8e7bf" providerId="LiveId" clId="{39C24DAF-E20C-4507-9157-C96F2FA882D0}" dt="2023-03-28T16:35:03.563" v="3120"/>
          <ac:inkMkLst>
            <pc:docMk/>
            <pc:sldMk cId="1283747153" sldId="266"/>
            <ac:inkMk id="235" creationId="{F08DD449-5D41-43CB-B30D-B58E79632CA9}"/>
          </ac:inkMkLst>
        </pc:inkChg>
        <pc:inkChg chg="add del">
          <ac:chgData name="" userId="242feb3c33a8e7bf" providerId="LiveId" clId="{39C24DAF-E20C-4507-9157-C96F2FA882D0}" dt="2023-03-28T16:35:03.563" v="3120"/>
          <ac:inkMkLst>
            <pc:docMk/>
            <pc:sldMk cId="1283747153" sldId="266"/>
            <ac:inkMk id="236" creationId="{A28F1D0C-3D40-460D-8F80-0FAEAF5B9EF0}"/>
          </ac:inkMkLst>
        </pc:inkChg>
        <pc:inkChg chg="add del">
          <ac:chgData name="" userId="242feb3c33a8e7bf" providerId="LiveId" clId="{39C24DAF-E20C-4507-9157-C96F2FA882D0}" dt="2023-03-28T16:35:03.563" v="3120"/>
          <ac:inkMkLst>
            <pc:docMk/>
            <pc:sldMk cId="1283747153" sldId="266"/>
            <ac:inkMk id="237" creationId="{F24B0FFD-90AE-4FCB-83EA-F55F63BE10AA}"/>
          </ac:inkMkLst>
        </pc:inkChg>
        <pc:inkChg chg="add del">
          <ac:chgData name="" userId="242feb3c33a8e7bf" providerId="LiveId" clId="{39C24DAF-E20C-4507-9157-C96F2FA882D0}" dt="2023-03-28T16:35:03.563" v="3120"/>
          <ac:inkMkLst>
            <pc:docMk/>
            <pc:sldMk cId="1283747153" sldId="266"/>
            <ac:inkMk id="238" creationId="{3434D082-9022-4A7F-B176-4F036EFAD598}"/>
          </ac:inkMkLst>
        </pc:inkChg>
        <pc:inkChg chg="add del">
          <ac:chgData name="" userId="242feb3c33a8e7bf" providerId="LiveId" clId="{39C24DAF-E20C-4507-9157-C96F2FA882D0}" dt="2023-03-28T16:35:03.563" v="3120"/>
          <ac:inkMkLst>
            <pc:docMk/>
            <pc:sldMk cId="1283747153" sldId="266"/>
            <ac:inkMk id="239" creationId="{A58F5642-2E1B-44AA-B83C-DDDBD2F0F8CB}"/>
          </ac:inkMkLst>
        </pc:inkChg>
        <pc:inkChg chg="add del">
          <ac:chgData name="" userId="242feb3c33a8e7bf" providerId="LiveId" clId="{39C24DAF-E20C-4507-9157-C96F2FA882D0}" dt="2023-03-28T16:35:03.563" v="3120"/>
          <ac:inkMkLst>
            <pc:docMk/>
            <pc:sldMk cId="1283747153" sldId="266"/>
            <ac:inkMk id="240" creationId="{1287D3D2-703F-4F26-989D-8E1C1D89D74F}"/>
          </ac:inkMkLst>
        </pc:inkChg>
        <pc:inkChg chg="add del">
          <ac:chgData name="" userId="242feb3c33a8e7bf" providerId="LiveId" clId="{39C24DAF-E20C-4507-9157-C96F2FA882D0}" dt="2023-03-28T16:35:03.563" v="3120"/>
          <ac:inkMkLst>
            <pc:docMk/>
            <pc:sldMk cId="1283747153" sldId="266"/>
            <ac:inkMk id="241" creationId="{10751B39-FF7E-4B9A-B08E-F861BB95B3F3}"/>
          </ac:inkMkLst>
        </pc:inkChg>
        <pc:inkChg chg="add del">
          <ac:chgData name="" userId="242feb3c33a8e7bf" providerId="LiveId" clId="{39C24DAF-E20C-4507-9157-C96F2FA882D0}" dt="2023-03-28T16:35:03.563" v="3120"/>
          <ac:inkMkLst>
            <pc:docMk/>
            <pc:sldMk cId="1283747153" sldId="266"/>
            <ac:inkMk id="242" creationId="{3C9F7EF7-8134-4513-80B6-31C6D56D84EF}"/>
          </ac:inkMkLst>
        </pc:inkChg>
        <pc:inkChg chg="add del">
          <ac:chgData name="" userId="242feb3c33a8e7bf" providerId="LiveId" clId="{39C24DAF-E20C-4507-9157-C96F2FA882D0}" dt="2023-03-28T16:35:03.563" v="3120"/>
          <ac:inkMkLst>
            <pc:docMk/>
            <pc:sldMk cId="1283747153" sldId="266"/>
            <ac:inkMk id="243" creationId="{D35F7CB0-E78E-4ECF-AD1E-EC32823BD3EC}"/>
          </ac:inkMkLst>
        </pc:inkChg>
        <pc:inkChg chg="add">
          <ac:chgData name="" userId="242feb3c33a8e7bf" providerId="LiveId" clId="{39C24DAF-E20C-4507-9157-C96F2FA882D0}" dt="2023-03-28T16:35:02.913" v="3119"/>
          <ac:inkMkLst>
            <pc:docMk/>
            <pc:sldMk cId="1283747153" sldId="266"/>
            <ac:inkMk id="244" creationId="{B02886D2-5A0F-4066-ADBD-10C34E3D312E}"/>
          </ac:inkMkLst>
        </pc:inkChg>
        <pc:inkChg chg="add">
          <ac:chgData name="" userId="242feb3c33a8e7bf" providerId="LiveId" clId="{39C24DAF-E20C-4507-9157-C96F2FA882D0}" dt="2023-03-28T16:35:03.563" v="3120"/>
          <ac:inkMkLst>
            <pc:docMk/>
            <pc:sldMk cId="1283747153" sldId="266"/>
            <ac:inkMk id="245" creationId="{A57F7A06-6493-4DC0-BB67-494267A749C2}"/>
          </ac:inkMkLst>
        </pc:inkChg>
        <pc:inkChg chg="add">
          <ac:chgData name="" userId="242feb3c33a8e7bf" providerId="LiveId" clId="{39C24DAF-E20C-4507-9157-C96F2FA882D0}" dt="2023-03-28T16:35:03.563" v="3120"/>
          <ac:inkMkLst>
            <pc:docMk/>
            <pc:sldMk cId="1283747153" sldId="266"/>
            <ac:inkMk id="246" creationId="{163000A5-D2A8-4985-BF86-5A0ACC45B889}"/>
          </ac:inkMkLst>
        </pc:inkChg>
        <pc:inkChg chg="add">
          <ac:chgData name="" userId="242feb3c33a8e7bf" providerId="LiveId" clId="{39C24DAF-E20C-4507-9157-C96F2FA882D0}" dt="2023-03-28T16:46:56.295" v="3575"/>
          <ac:inkMkLst>
            <pc:docMk/>
            <pc:sldMk cId="1283747153" sldId="266"/>
            <ac:inkMk id="247" creationId="{C73F5734-9CE9-49CF-BD88-5110F442F7AB}"/>
          </ac:inkMkLst>
        </pc:inkChg>
        <pc:inkChg chg="add del">
          <ac:chgData name="" userId="242feb3c33a8e7bf" providerId="LiveId" clId="{39C24DAF-E20C-4507-9157-C96F2FA882D0}" dt="2023-03-28T16:47:03.003" v="3587"/>
          <ac:inkMkLst>
            <pc:docMk/>
            <pc:sldMk cId="1283747153" sldId="266"/>
            <ac:inkMk id="248" creationId="{C2556AFC-022E-4723-A125-0E6C96F326E6}"/>
          </ac:inkMkLst>
        </pc:inkChg>
        <pc:inkChg chg="add del">
          <ac:chgData name="" userId="242feb3c33a8e7bf" providerId="LiveId" clId="{39C24DAF-E20C-4507-9157-C96F2FA882D0}" dt="2023-03-28T16:47:03.003" v="3587"/>
          <ac:inkMkLst>
            <pc:docMk/>
            <pc:sldMk cId="1283747153" sldId="266"/>
            <ac:inkMk id="249" creationId="{71448157-C0CA-4CB8-B879-6A8B225E916D}"/>
          </ac:inkMkLst>
        </pc:inkChg>
        <pc:inkChg chg="add del">
          <ac:chgData name="" userId="242feb3c33a8e7bf" providerId="LiveId" clId="{39C24DAF-E20C-4507-9157-C96F2FA882D0}" dt="2023-03-28T16:47:03.003" v="3587"/>
          <ac:inkMkLst>
            <pc:docMk/>
            <pc:sldMk cId="1283747153" sldId="266"/>
            <ac:inkMk id="250" creationId="{3D9E45C4-17CD-4DC4-B49E-03E236BC988C}"/>
          </ac:inkMkLst>
        </pc:inkChg>
        <pc:inkChg chg="add del">
          <ac:chgData name="" userId="242feb3c33a8e7bf" providerId="LiveId" clId="{39C24DAF-E20C-4507-9157-C96F2FA882D0}" dt="2023-03-28T16:47:03.003" v="3587"/>
          <ac:inkMkLst>
            <pc:docMk/>
            <pc:sldMk cId="1283747153" sldId="266"/>
            <ac:inkMk id="251" creationId="{1CF02713-3ADD-42F5-89DD-C5AEE002A14A}"/>
          </ac:inkMkLst>
        </pc:inkChg>
        <pc:inkChg chg="add del">
          <ac:chgData name="" userId="242feb3c33a8e7bf" providerId="LiveId" clId="{39C24DAF-E20C-4507-9157-C96F2FA882D0}" dt="2023-03-28T16:47:03.003" v="3587"/>
          <ac:inkMkLst>
            <pc:docMk/>
            <pc:sldMk cId="1283747153" sldId="266"/>
            <ac:inkMk id="252" creationId="{2FDF3F30-492F-47F2-97CB-6924CD820DDC}"/>
          </ac:inkMkLst>
        </pc:inkChg>
        <pc:inkChg chg="add del">
          <ac:chgData name="" userId="242feb3c33a8e7bf" providerId="LiveId" clId="{39C24DAF-E20C-4507-9157-C96F2FA882D0}" dt="2023-03-28T16:47:03.003" v="3587"/>
          <ac:inkMkLst>
            <pc:docMk/>
            <pc:sldMk cId="1283747153" sldId="266"/>
            <ac:inkMk id="253" creationId="{B9779094-14FB-4722-A2DC-7029744E0806}"/>
          </ac:inkMkLst>
        </pc:inkChg>
        <pc:inkChg chg="add del">
          <ac:chgData name="" userId="242feb3c33a8e7bf" providerId="LiveId" clId="{39C24DAF-E20C-4507-9157-C96F2FA882D0}" dt="2023-03-28T16:47:03.003" v="3587"/>
          <ac:inkMkLst>
            <pc:docMk/>
            <pc:sldMk cId="1283747153" sldId="266"/>
            <ac:inkMk id="254" creationId="{AB819F2E-735A-4B8C-A807-6B6841014CAF}"/>
          </ac:inkMkLst>
        </pc:inkChg>
        <pc:inkChg chg="add del">
          <ac:chgData name="" userId="242feb3c33a8e7bf" providerId="LiveId" clId="{39C24DAF-E20C-4507-9157-C96F2FA882D0}" dt="2023-03-28T16:47:03.003" v="3587"/>
          <ac:inkMkLst>
            <pc:docMk/>
            <pc:sldMk cId="1283747153" sldId="266"/>
            <ac:inkMk id="255" creationId="{120D39CD-E52D-4E7A-A207-982856A3F6CB}"/>
          </ac:inkMkLst>
        </pc:inkChg>
        <pc:inkChg chg="add del">
          <ac:chgData name="" userId="242feb3c33a8e7bf" providerId="LiveId" clId="{39C24DAF-E20C-4507-9157-C96F2FA882D0}" dt="2023-03-28T16:47:03.003" v="3587"/>
          <ac:inkMkLst>
            <pc:docMk/>
            <pc:sldMk cId="1283747153" sldId="266"/>
            <ac:inkMk id="256" creationId="{5622FBC6-2C3B-42CE-B5BE-DBC3B17A925B}"/>
          </ac:inkMkLst>
        </pc:inkChg>
        <pc:inkChg chg="add del">
          <ac:chgData name="" userId="242feb3c33a8e7bf" providerId="LiveId" clId="{39C24DAF-E20C-4507-9157-C96F2FA882D0}" dt="2023-03-28T16:47:03.003" v="3587"/>
          <ac:inkMkLst>
            <pc:docMk/>
            <pc:sldMk cId="1283747153" sldId="266"/>
            <ac:inkMk id="257" creationId="{04C889C6-0C4E-4203-BF5B-EE853058AAE6}"/>
          </ac:inkMkLst>
        </pc:inkChg>
        <pc:inkChg chg="add del">
          <ac:chgData name="" userId="242feb3c33a8e7bf" providerId="LiveId" clId="{39C24DAF-E20C-4507-9157-C96F2FA882D0}" dt="2023-03-28T16:47:03.003" v="3587"/>
          <ac:inkMkLst>
            <pc:docMk/>
            <pc:sldMk cId="1283747153" sldId="266"/>
            <ac:inkMk id="258" creationId="{EFE19037-470F-4E4B-A84A-891A0712E1D9}"/>
          </ac:inkMkLst>
        </pc:inkChg>
        <pc:inkChg chg="add">
          <ac:chgData name="" userId="242feb3c33a8e7bf" providerId="LiveId" clId="{39C24DAF-E20C-4507-9157-C96F2FA882D0}" dt="2023-03-28T16:47:03.003" v="3587"/>
          <ac:inkMkLst>
            <pc:docMk/>
            <pc:sldMk cId="1283747153" sldId="266"/>
            <ac:inkMk id="259" creationId="{5F81A26C-66CB-41F6-82F7-60D5154B6AB7}"/>
          </ac:inkMkLst>
        </pc:inkChg>
        <pc:inkChg chg="add del">
          <ac:chgData name="" userId="242feb3c33a8e7bf" providerId="LiveId" clId="{39C24DAF-E20C-4507-9157-C96F2FA882D0}" dt="2023-03-28T16:47:07.321" v="3600"/>
          <ac:inkMkLst>
            <pc:docMk/>
            <pc:sldMk cId="1283747153" sldId="266"/>
            <ac:inkMk id="260" creationId="{B3F13882-DA93-4F64-AC42-E884F0291A78}"/>
          </ac:inkMkLst>
        </pc:inkChg>
        <pc:inkChg chg="add del">
          <ac:chgData name="" userId="242feb3c33a8e7bf" providerId="LiveId" clId="{39C24DAF-E20C-4507-9157-C96F2FA882D0}" dt="2023-03-28T16:47:07.321" v="3600"/>
          <ac:inkMkLst>
            <pc:docMk/>
            <pc:sldMk cId="1283747153" sldId="266"/>
            <ac:inkMk id="261" creationId="{C0723121-75AD-4197-A8B5-10060CC7A84D}"/>
          </ac:inkMkLst>
        </pc:inkChg>
        <pc:inkChg chg="add del">
          <ac:chgData name="" userId="242feb3c33a8e7bf" providerId="LiveId" clId="{39C24DAF-E20C-4507-9157-C96F2FA882D0}" dt="2023-03-28T16:47:07.321" v="3600"/>
          <ac:inkMkLst>
            <pc:docMk/>
            <pc:sldMk cId="1283747153" sldId="266"/>
            <ac:inkMk id="262" creationId="{204E519A-6E6C-4F5E-BA9E-26D937703247}"/>
          </ac:inkMkLst>
        </pc:inkChg>
        <pc:inkChg chg="add del">
          <ac:chgData name="" userId="242feb3c33a8e7bf" providerId="LiveId" clId="{39C24DAF-E20C-4507-9157-C96F2FA882D0}" dt="2023-03-28T16:47:07.321" v="3600"/>
          <ac:inkMkLst>
            <pc:docMk/>
            <pc:sldMk cId="1283747153" sldId="266"/>
            <ac:inkMk id="263" creationId="{37569B76-CDB1-4CE1-9A05-D60F535BAF2B}"/>
          </ac:inkMkLst>
        </pc:inkChg>
        <pc:inkChg chg="add del">
          <ac:chgData name="" userId="242feb3c33a8e7bf" providerId="LiveId" clId="{39C24DAF-E20C-4507-9157-C96F2FA882D0}" dt="2023-03-28T16:47:07.321" v="3600"/>
          <ac:inkMkLst>
            <pc:docMk/>
            <pc:sldMk cId="1283747153" sldId="266"/>
            <ac:inkMk id="264" creationId="{06808332-769B-4037-A68F-A9EDC5B2F72C}"/>
          </ac:inkMkLst>
        </pc:inkChg>
        <pc:inkChg chg="add del">
          <ac:chgData name="" userId="242feb3c33a8e7bf" providerId="LiveId" clId="{39C24DAF-E20C-4507-9157-C96F2FA882D0}" dt="2023-03-28T16:47:07.321" v="3600"/>
          <ac:inkMkLst>
            <pc:docMk/>
            <pc:sldMk cId="1283747153" sldId="266"/>
            <ac:inkMk id="265" creationId="{A481D6F4-C61E-4AF4-9569-1A4A588BB9B1}"/>
          </ac:inkMkLst>
        </pc:inkChg>
        <pc:inkChg chg="add del">
          <ac:chgData name="" userId="242feb3c33a8e7bf" providerId="LiveId" clId="{39C24DAF-E20C-4507-9157-C96F2FA882D0}" dt="2023-03-28T16:47:07.321" v="3600"/>
          <ac:inkMkLst>
            <pc:docMk/>
            <pc:sldMk cId="1283747153" sldId="266"/>
            <ac:inkMk id="266" creationId="{45D25CB5-5E42-47A6-95A4-165B628B659E}"/>
          </ac:inkMkLst>
        </pc:inkChg>
        <pc:inkChg chg="add del">
          <ac:chgData name="" userId="242feb3c33a8e7bf" providerId="LiveId" clId="{39C24DAF-E20C-4507-9157-C96F2FA882D0}" dt="2023-03-28T16:47:07.321" v="3600"/>
          <ac:inkMkLst>
            <pc:docMk/>
            <pc:sldMk cId="1283747153" sldId="266"/>
            <ac:inkMk id="267" creationId="{4EBCEE4B-C9DA-4E53-948C-6AAF37BBDBA2}"/>
          </ac:inkMkLst>
        </pc:inkChg>
        <pc:inkChg chg="add del">
          <ac:chgData name="" userId="242feb3c33a8e7bf" providerId="LiveId" clId="{39C24DAF-E20C-4507-9157-C96F2FA882D0}" dt="2023-03-28T16:47:07.321" v="3600"/>
          <ac:inkMkLst>
            <pc:docMk/>
            <pc:sldMk cId="1283747153" sldId="266"/>
            <ac:inkMk id="268" creationId="{8ADBDE62-F83A-48FD-A986-C4DB838E0704}"/>
          </ac:inkMkLst>
        </pc:inkChg>
        <pc:inkChg chg="add del">
          <ac:chgData name="" userId="242feb3c33a8e7bf" providerId="LiveId" clId="{39C24DAF-E20C-4507-9157-C96F2FA882D0}" dt="2023-03-28T16:47:07.321" v="3600"/>
          <ac:inkMkLst>
            <pc:docMk/>
            <pc:sldMk cId="1283747153" sldId="266"/>
            <ac:inkMk id="269" creationId="{73FEA1AD-7D8D-421B-90EA-BD5F6E6827E6}"/>
          </ac:inkMkLst>
        </pc:inkChg>
        <pc:inkChg chg="add del">
          <ac:chgData name="" userId="242feb3c33a8e7bf" providerId="LiveId" clId="{39C24DAF-E20C-4507-9157-C96F2FA882D0}" dt="2023-03-28T16:47:07.321" v="3600"/>
          <ac:inkMkLst>
            <pc:docMk/>
            <pc:sldMk cId="1283747153" sldId="266"/>
            <ac:inkMk id="270" creationId="{60650179-2534-48B2-A7D0-3FC23226CBE9}"/>
          </ac:inkMkLst>
        </pc:inkChg>
        <pc:inkChg chg="add del">
          <ac:chgData name="" userId="242feb3c33a8e7bf" providerId="LiveId" clId="{39C24DAF-E20C-4507-9157-C96F2FA882D0}" dt="2023-03-28T16:47:07.321" v="3600"/>
          <ac:inkMkLst>
            <pc:docMk/>
            <pc:sldMk cId="1283747153" sldId="266"/>
            <ac:inkMk id="271" creationId="{869BDC54-BB8B-4367-85FB-DC06EFBBBC5F}"/>
          </ac:inkMkLst>
        </pc:inkChg>
        <pc:inkChg chg="add del">
          <ac:chgData name="" userId="242feb3c33a8e7bf" providerId="LiveId" clId="{39C24DAF-E20C-4507-9157-C96F2FA882D0}" dt="2023-03-28T16:47:11.282" v="3609"/>
          <ac:inkMkLst>
            <pc:docMk/>
            <pc:sldMk cId="1283747153" sldId="266"/>
            <ac:inkMk id="272" creationId="{91C943EE-7F63-44B0-A4F9-5A2785F60501}"/>
          </ac:inkMkLst>
        </pc:inkChg>
        <pc:inkChg chg="add del">
          <ac:chgData name="" userId="242feb3c33a8e7bf" providerId="LiveId" clId="{39C24DAF-E20C-4507-9157-C96F2FA882D0}" dt="2023-03-28T16:47:11.282" v="3609"/>
          <ac:inkMkLst>
            <pc:docMk/>
            <pc:sldMk cId="1283747153" sldId="266"/>
            <ac:inkMk id="273" creationId="{3ED28CAD-F804-4958-BC43-E6693F64E0C7}"/>
          </ac:inkMkLst>
        </pc:inkChg>
        <pc:inkChg chg="add del">
          <ac:chgData name="" userId="242feb3c33a8e7bf" providerId="LiveId" clId="{39C24DAF-E20C-4507-9157-C96F2FA882D0}" dt="2023-03-28T16:47:11.282" v="3609"/>
          <ac:inkMkLst>
            <pc:docMk/>
            <pc:sldMk cId="1283747153" sldId="266"/>
            <ac:inkMk id="274" creationId="{43424270-4CA9-4825-9E7D-EAD26A2CEA9F}"/>
          </ac:inkMkLst>
        </pc:inkChg>
        <pc:inkChg chg="add del">
          <ac:chgData name="" userId="242feb3c33a8e7bf" providerId="LiveId" clId="{39C24DAF-E20C-4507-9157-C96F2FA882D0}" dt="2023-03-28T16:47:11.282" v="3609"/>
          <ac:inkMkLst>
            <pc:docMk/>
            <pc:sldMk cId="1283747153" sldId="266"/>
            <ac:inkMk id="275" creationId="{73C9E842-7264-4284-9601-76EF8CD5A68A}"/>
          </ac:inkMkLst>
        </pc:inkChg>
        <pc:inkChg chg="add del">
          <ac:chgData name="" userId="242feb3c33a8e7bf" providerId="LiveId" clId="{39C24DAF-E20C-4507-9157-C96F2FA882D0}" dt="2023-03-28T16:47:11.282" v="3609"/>
          <ac:inkMkLst>
            <pc:docMk/>
            <pc:sldMk cId="1283747153" sldId="266"/>
            <ac:inkMk id="276" creationId="{D0C27967-8BBC-4299-9900-3DF0C038019F}"/>
          </ac:inkMkLst>
        </pc:inkChg>
        <pc:inkChg chg="add del">
          <ac:chgData name="" userId="242feb3c33a8e7bf" providerId="LiveId" clId="{39C24DAF-E20C-4507-9157-C96F2FA882D0}" dt="2023-03-28T16:47:11.282" v="3609"/>
          <ac:inkMkLst>
            <pc:docMk/>
            <pc:sldMk cId="1283747153" sldId="266"/>
            <ac:inkMk id="277" creationId="{6FF23303-B01F-44EC-8476-EC71EC2798DF}"/>
          </ac:inkMkLst>
        </pc:inkChg>
        <pc:inkChg chg="add del">
          <ac:chgData name="" userId="242feb3c33a8e7bf" providerId="LiveId" clId="{39C24DAF-E20C-4507-9157-C96F2FA882D0}" dt="2023-03-28T16:47:11.282" v="3609"/>
          <ac:inkMkLst>
            <pc:docMk/>
            <pc:sldMk cId="1283747153" sldId="266"/>
            <ac:inkMk id="278" creationId="{42CC3FDB-81D2-4D68-9AF7-B0BE0B9672BA}"/>
          </ac:inkMkLst>
        </pc:inkChg>
        <pc:inkChg chg="add del">
          <ac:chgData name="" userId="242feb3c33a8e7bf" providerId="LiveId" clId="{39C24DAF-E20C-4507-9157-C96F2FA882D0}" dt="2023-03-28T16:47:11.282" v="3609"/>
          <ac:inkMkLst>
            <pc:docMk/>
            <pc:sldMk cId="1283747153" sldId="266"/>
            <ac:inkMk id="279" creationId="{429AFA56-38E1-4949-BA57-F0928C34BD8F}"/>
          </ac:inkMkLst>
        </pc:inkChg>
        <pc:inkChg chg="add del">
          <ac:chgData name="" userId="242feb3c33a8e7bf" providerId="LiveId" clId="{39C24DAF-E20C-4507-9157-C96F2FA882D0}" dt="2023-03-28T16:47:11.282" v="3609"/>
          <ac:inkMkLst>
            <pc:docMk/>
            <pc:sldMk cId="1283747153" sldId="266"/>
            <ac:inkMk id="280" creationId="{47E88DAA-685B-4B13-B40C-2478927709E4}"/>
          </ac:inkMkLst>
        </pc:inkChg>
        <pc:inkChg chg="add">
          <ac:chgData name="" userId="242feb3c33a8e7bf" providerId="LiveId" clId="{39C24DAF-E20C-4507-9157-C96F2FA882D0}" dt="2023-03-28T16:47:11.282" v="3609"/>
          <ac:inkMkLst>
            <pc:docMk/>
            <pc:sldMk cId="1283747153" sldId="266"/>
            <ac:inkMk id="281" creationId="{9CC3AE7F-0051-4987-817E-7BE3117D3E46}"/>
          </ac:inkMkLst>
        </pc:inkChg>
      </pc:sldChg>
      <pc:sldChg chg="addSp delSp modSp add">
        <pc:chgData name="" userId="242feb3c33a8e7bf" providerId="LiveId" clId="{39C24DAF-E20C-4507-9157-C96F2FA882D0}" dt="2023-05-02T07:58:49.350" v="9140" actId="20577"/>
        <pc:sldMkLst>
          <pc:docMk/>
          <pc:sldMk cId="1488884901" sldId="267"/>
        </pc:sldMkLst>
        <pc:spChg chg="mod">
          <ac:chgData name="" userId="242feb3c33a8e7bf" providerId="LiveId" clId="{39C24DAF-E20C-4507-9157-C96F2FA882D0}" dt="2023-05-02T06:48:59.605" v="4480" actId="20577"/>
          <ac:spMkLst>
            <pc:docMk/>
            <pc:sldMk cId="1488884901" sldId="267"/>
            <ac:spMk id="2" creationId="{0CEBC99E-85C2-478B-A482-8EA9B4994C85}"/>
          </ac:spMkLst>
        </pc:spChg>
        <pc:spChg chg="mod">
          <ac:chgData name="" userId="242feb3c33a8e7bf" providerId="LiveId" clId="{39C24DAF-E20C-4507-9157-C96F2FA882D0}" dt="2023-05-02T07:48:15.252" v="9070" actId="20577"/>
          <ac:spMkLst>
            <pc:docMk/>
            <pc:sldMk cId="1488884901" sldId="267"/>
            <ac:spMk id="3" creationId="{494596EA-65D9-4F59-AE5D-066E7C631947}"/>
          </ac:spMkLst>
        </pc:spChg>
        <pc:spChg chg="add mod ord topLvl">
          <ac:chgData name="" userId="242feb3c33a8e7bf" providerId="LiveId" clId="{39C24DAF-E20C-4507-9157-C96F2FA882D0}" dt="2023-05-02T07:58:49.350" v="9140" actId="20577"/>
          <ac:spMkLst>
            <pc:docMk/>
            <pc:sldMk cId="1488884901" sldId="267"/>
            <ac:spMk id="7" creationId="{AD219EBB-5BC3-421E-B48C-2985D7573582}"/>
          </ac:spMkLst>
        </pc:spChg>
        <pc:grpChg chg="add del mod">
          <ac:chgData name="" userId="242feb3c33a8e7bf" providerId="LiveId" clId="{39C24DAF-E20C-4507-9157-C96F2FA882D0}" dt="2023-05-02T07:41:17.082" v="8602" actId="165"/>
          <ac:grpSpMkLst>
            <pc:docMk/>
            <pc:sldMk cId="1488884901" sldId="267"/>
            <ac:grpSpMk id="8" creationId="{12FBEA42-3677-4C18-BEA0-51756E802591}"/>
          </ac:grpSpMkLst>
        </pc:grpChg>
        <pc:picChg chg="add mod topLvl">
          <ac:chgData name="" userId="242feb3c33a8e7bf" providerId="LiveId" clId="{39C24DAF-E20C-4507-9157-C96F2FA882D0}" dt="2023-05-02T07:45:11.886" v="9065" actId="1076"/>
          <ac:picMkLst>
            <pc:docMk/>
            <pc:sldMk cId="1488884901" sldId="267"/>
            <ac:picMk id="4" creationId="{39A7C88D-3E50-4925-94EF-7F74481AAF08}"/>
          </ac:picMkLst>
        </pc:picChg>
        <pc:picChg chg="add mod">
          <ac:chgData name="" userId="242feb3c33a8e7bf" providerId="LiveId" clId="{39C24DAF-E20C-4507-9157-C96F2FA882D0}" dt="2023-05-02T07:50:23.691" v="9085" actId="14100"/>
          <ac:picMkLst>
            <pc:docMk/>
            <pc:sldMk cId="1488884901" sldId="267"/>
            <ac:picMk id="5" creationId="{1AEEC1E6-05AB-43DC-9E91-C8E46BA369ED}"/>
          </ac:picMkLst>
        </pc:picChg>
        <pc:picChg chg="add mod modCrop">
          <ac:chgData name="" userId="242feb3c33a8e7bf" providerId="LiveId" clId="{39C24DAF-E20C-4507-9157-C96F2FA882D0}" dt="2023-05-02T07:50:29.388" v="9088" actId="1076"/>
          <ac:picMkLst>
            <pc:docMk/>
            <pc:sldMk cId="1488884901" sldId="267"/>
            <ac:picMk id="6" creationId="{8664FB2C-068C-460B-B4D8-FA217A243CFF}"/>
          </ac:picMkLst>
        </pc:picChg>
      </pc:sldChg>
      <pc:sldChg chg="modSp add">
        <pc:chgData name="" userId="242feb3c33a8e7bf" providerId="LiveId" clId="{39C24DAF-E20C-4507-9157-C96F2FA882D0}" dt="2023-05-02T08:03:04.890" v="9203" actId="20577"/>
        <pc:sldMkLst>
          <pc:docMk/>
          <pc:sldMk cId="133478127" sldId="268"/>
        </pc:sldMkLst>
        <pc:spChg chg="mod">
          <ac:chgData name="" userId="242feb3c33a8e7bf" providerId="LiveId" clId="{39C24DAF-E20C-4507-9157-C96F2FA882D0}" dt="2023-05-02T06:49:29.379" v="4492" actId="20577"/>
          <ac:spMkLst>
            <pc:docMk/>
            <pc:sldMk cId="133478127" sldId="268"/>
            <ac:spMk id="2" creationId="{2D156E66-CB08-46F2-A6DE-0C9EEB086AFD}"/>
          </ac:spMkLst>
        </pc:spChg>
        <pc:spChg chg="mod">
          <ac:chgData name="" userId="242feb3c33a8e7bf" providerId="LiveId" clId="{39C24DAF-E20C-4507-9157-C96F2FA882D0}" dt="2023-05-02T08:03:04.890" v="9203" actId="20577"/>
          <ac:spMkLst>
            <pc:docMk/>
            <pc:sldMk cId="133478127" sldId="268"/>
            <ac:spMk id="3" creationId="{F31CB715-C433-4CF7-BB09-9B710E4EAF17}"/>
          </ac:spMkLst>
        </pc:spChg>
      </pc:sldChg>
    </pc:docChg>
  </pc:docChgLst>
  <pc:docChgLst>
    <pc:chgData userId="242feb3c33a8e7bf" providerId="LiveId" clId="{6C192596-F94B-4FAB-A38F-822CAE50B0CA}"/>
    <pc:docChg chg="undo custSel addSld delSld modSld sldOrd">
      <pc:chgData name="" userId="242feb3c33a8e7bf" providerId="LiveId" clId="{6C192596-F94B-4FAB-A38F-822CAE50B0CA}" dt="2023-03-22T18:02:18.905" v="4271"/>
      <pc:docMkLst>
        <pc:docMk/>
      </pc:docMkLst>
      <pc:sldChg chg="addSp delSp modSp add">
        <pc:chgData name="" userId="242feb3c33a8e7bf" providerId="LiveId" clId="{6C192596-F94B-4FAB-A38F-822CAE50B0CA}" dt="2023-03-22T17:58:33.794" v="4097" actId="20577"/>
        <pc:sldMkLst>
          <pc:docMk/>
          <pc:sldMk cId="1308517110" sldId="257"/>
        </pc:sldMkLst>
        <pc:spChg chg="add del">
          <ac:chgData name="" userId="242feb3c33a8e7bf" providerId="LiveId" clId="{6C192596-F94B-4FAB-A38F-822CAE50B0CA}" dt="2023-03-21T09:32:22.765" v="48" actId="478"/>
          <ac:spMkLst>
            <pc:docMk/>
            <pc:sldMk cId="1308517110" sldId="257"/>
            <ac:spMk id="2" creationId="{2A6762AA-0976-4A12-84DD-79EE85FE75A7}"/>
          </ac:spMkLst>
        </pc:spChg>
        <pc:spChg chg="add del mod">
          <ac:chgData name="" userId="242feb3c33a8e7bf" providerId="LiveId" clId="{6C192596-F94B-4FAB-A38F-822CAE50B0CA}" dt="2023-03-22T16:58:20.711" v="1296" actId="478"/>
          <ac:spMkLst>
            <pc:docMk/>
            <pc:sldMk cId="1308517110" sldId="257"/>
            <ac:spMk id="3" creationId="{470CF91E-E564-4A37-AD0B-B166FF276C74}"/>
          </ac:spMkLst>
        </pc:spChg>
        <pc:spChg chg="add mod">
          <ac:chgData name="" userId="242feb3c33a8e7bf" providerId="LiveId" clId="{6C192596-F94B-4FAB-A38F-822CAE50B0CA}" dt="2023-03-22T16:57:41.798" v="1290" actId="164"/>
          <ac:spMkLst>
            <pc:docMk/>
            <pc:sldMk cId="1308517110" sldId="257"/>
            <ac:spMk id="833" creationId="{0BA95B12-5421-4EAC-B303-2D46C93C0A8A}"/>
          </ac:spMkLst>
        </pc:spChg>
        <pc:spChg chg="add mod">
          <ac:chgData name="" userId="242feb3c33a8e7bf" providerId="LiveId" clId="{6C192596-F94B-4FAB-A38F-822CAE50B0CA}" dt="2023-03-22T16:57:41.798" v="1290" actId="164"/>
          <ac:spMkLst>
            <pc:docMk/>
            <pc:sldMk cId="1308517110" sldId="257"/>
            <ac:spMk id="846" creationId="{257D70B7-D8BB-49A3-8414-1419A9003D4B}"/>
          </ac:spMkLst>
        </pc:spChg>
        <pc:spChg chg="add del mod">
          <ac:chgData name="" userId="242feb3c33a8e7bf" providerId="LiveId" clId="{6C192596-F94B-4FAB-A38F-822CAE50B0CA}" dt="2023-03-22T16:58:23.412" v="1297" actId="478"/>
          <ac:spMkLst>
            <pc:docMk/>
            <pc:sldMk cId="1308517110" sldId="257"/>
            <ac:spMk id="857" creationId="{4FC3FA96-1822-4A76-8E16-32D82DE789EE}"/>
          </ac:spMkLst>
        </pc:spChg>
        <pc:spChg chg="add mod">
          <ac:chgData name="" userId="242feb3c33a8e7bf" providerId="LiveId" clId="{6C192596-F94B-4FAB-A38F-822CAE50B0CA}" dt="2023-03-22T17:52:37.825" v="3500" actId="20577"/>
          <ac:spMkLst>
            <pc:docMk/>
            <pc:sldMk cId="1308517110" sldId="257"/>
            <ac:spMk id="858" creationId="{E7900FF5-3CCD-48BF-9879-49CEBD09B85F}"/>
          </ac:spMkLst>
        </pc:spChg>
        <pc:spChg chg="add mod">
          <ac:chgData name="" userId="242feb3c33a8e7bf" providerId="LiveId" clId="{6C192596-F94B-4FAB-A38F-822CAE50B0CA}" dt="2023-03-22T17:58:33.794" v="4097" actId="20577"/>
          <ac:spMkLst>
            <pc:docMk/>
            <pc:sldMk cId="1308517110" sldId="257"/>
            <ac:spMk id="859" creationId="{EC4D3989-5D47-460A-A82F-217345C0E3B2}"/>
          </ac:spMkLst>
        </pc:spChg>
        <pc:spChg chg="add del">
          <ac:chgData name="" userId="242feb3c33a8e7bf" providerId="LiveId" clId="{6C192596-F94B-4FAB-A38F-822CAE50B0CA}" dt="2023-03-22T17:54:17.600" v="3845"/>
          <ac:spMkLst>
            <pc:docMk/>
            <pc:sldMk cId="1308517110" sldId="257"/>
            <ac:spMk id="860" creationId="{0BC078B0-A226-418D-9DC9-5549263A4825}"/>
          </ac:spMkLst>
        </pc:spChg>
        <pc:grpChg chg="add mod">
          <ac:chgData name="" userId="242feb3c33a8e7bf" providerId="LiveId" clId="{6C192596-F94B-4FAB-A38F-822CAE50B0CA}" dt="2023-03-22T16:57:41.798" v="1290" actId="164"/>
          <ac:grpSpMkLst>
            <pc:docMk/>
            <pc:sldMk cId="1308517110" sldId="257"/>
            <ac:grpSpMk id="855" creationId="{9D51F6B8-F0AD-4B2B-BF6D-F068DD74BAFC}"/>
          </ac:grpSpMkLst>
        </pc:grpChg>
        <pc:picChg chg="add mod ord">
          <ac:chgData name="" userId="242feb3c33a8e7bf" providerId="LiveId" clId="{6C192596-F94B-4FAB-A38F-822CAE50B0CA}" dt="2023-03-22T16:57:41.798" v="1290" actId="164"/>
          <ac:picMkLst>
            <pc:docMk/>
            <pc:sldMk cId="1308517110" sldId="257"/>
            <ac:picMk id="4" creationId="{AE7B7E20-1553-4D29-94B3-6B1B34F0E86A}"/>
          </ac:picMkLst>
        </pc:picChg>
        <pc:inkChg chg="add del">
          <ac:chgData name="" userId="242feb3c33a8e7bf" providerId="LiveId" clId="{6C192596-F94B-4FAB-A38F-822CAE50B0CA}" dt="2023-03-22T16:00:11.151" v="97"/>
          <ac:inkMkLst>
            <pc:docMk/>
            <pc:sldMk cId="1308517110" sldId="257"/>
            <ac:inkMk id="2" creationId="{3B69DCD0-C65C-42EE-8F06-F6B873481FED}"/>
          </ac:inkMkLst>
        </pc:inkChg>
        <pc:inkChg chg="add del">
          <ac:chgData name="" userId="242feb3c33a8e7bf" providerId="LiveId" clId="{6C192596-F94B-4FAB-A38F-822CAE50B0CA}" dt="2023-03-22T16:01:44.750" v="99"/>
          <ac:inkMkLst>
            <pc:docMk/>
            <pc:sldMk cId="1308517110" sldId="257"/>
            <ac:inkMk id="5" creationId="{57EBBC9B-3B45-4EBA-9E7B-AF0BDEC14FA7}"/>
          </ac:inkMkLst>
        </pc:inkChg>
        <pc:inkChg chg="add del">
          <ac:chgData name="" userId="242feb3c33a8e7bf" providerId="LiveId" clId="{6C192596-F94B-4FAB-A38F-822CAE50B0CA}" dt="2023-03-22T16:01:50.135" v="102"/>
          <ac:inkMkLst>
            <pc:docMk/>
            <pc:sldMk cId="1308517110" sldId="257"/>
            <ac:inkMk id="6" creationId="{BEB443FC-5F9F-454B-8B16-CA96F10BBBA8}"/>
          </ac:inkMkLst>
        </pc:inkChg>
        <pc:inkChg chg="add del">
          <ac:chgData name="" userId="242feb3c33a8e7bf" providerId="LiveId" clId="{6C192596-F94B-4FAB-A38F-822CAE50B0CA}" dt="2023-03-22T16:01:50.135" v="102"/>
          <ac:inkMkLst>
            <pc:docMk/>
            <pc:sldMk cId="1308517110" sldId="257"/>
            <ac:inkMk id="7" creationId="{46CB697F-CC44-459F-A788-FAC3508326B0}"/>
          </ac:inkMkLst>
        </pc:inkChg>
        <pc:inkChg chg="add del">
          <ac:chgData name="" userId="242feb3c33a8e7bf" providerId="LiveId" clId="{6C192596-F94B-4FAB-A38F-822CAE50B0CA}" dt="2023-03-22T16:01:52.175" v="104"/>
          <ac:inkMkLst>
            <pc:docMk/>
            <pc:sldMk cId="1308517110" sldId="257"/>
            <ac:inkMk id="8" creationId="{450DEE33-B38F-490F-8E45-41E46522C657}"/>
          </ac:inkMkLst>
        </pc:inkChg>
        <pc:inkChg chg="add del">
          <ac:chgData name="" userId="242feb3c33a8e7bf" providerId="LiveId" clId="{6C192596-F94B-4FAB-A38F-822CAE50B0CA}" dt="2023-03-22T16:01:52.175" v="104"/>
          <ac:inkMkLst>
            <pc:docMk/>
            <pc:sldMk cId="1308517110" sldId="257"/>
            <ac:inkMk id="9" creationId="{D8DF807A-791E-4399-9B14-31ED33A4BB3F}"/>
          </ac:inkMkLst>
        </pc:inkChg>
        <pc:inkChg chg="add del">
          <ac:chgData name="" userId="242feb3c33a8e7bf" providerId="LiveId" clId="{6C192596-F94B-4FAB-A38F-822CAE50B0CA}" dt="2023-03-22T16:01:59.770" v="107"/>
          <ac:inkMkLst>
            <pc:docMk/>
            <pc:sldMk cId="1308517110" sldId="257"/>
            <ac:inkMk id="10" creationId="{F7E3CA78-78B2-4592-BBBF-73C91A5E9361}"/>
          </ac:inkMkLst>
        </pc:inkChg>
        <pc:inkChg chg="add del">
          <ac:chgData name="" userId="242feb3c33a8e7bf" providerId="LiveId" clId="{6C192596-F94B-4FAB-A38F-822CAE50B0CA}" dt="2023-03-22T16:01:58.133" v="106"/>
          <ac:inkMkLst>
            <pc:docMk/>
            <pc:sldMk cId="1308517110" sldId="257"/>
            <ac:inkMk id="11" creationId="{4E07DA9D-CBA7-4401-A001-1A7E115F0579}"/>
          </ac:inkMkLst>
        </pc:inkChg>
        <pc:inkChg chg="add">
          <ac:chgData name="" userId="242feb3c33a8e7bf" providerId="LiveId" clId="{6C192596-F94B-4FAB-A38F-822CAE50B0CA}" dt="2023-03-22T16:02:07.290" v="108"/>
          <ac:inkMkLst>
            <pc:docMk/>
            <pc:sldMk cId="1308517110" sldId="257"/>
            <ac:inkMk id="12" creationId="{58CDEBE7-5981-4C32-A27D-8597A10F355F}"/>
          </ac:inkMkLst>
        </pc:inkChg>
        <pc:inkChg chg="add del">
          <ac:chgData name="" userId="242feb3c33a8e7bf" providerId="LiveId" clId="{6C192596-F94B-4FAB-A38F-822CAE50B0CA}" dt="2023-03-22T16:02:10.778" v="111"/>
          <ac:inkMkLst>
            <pc:docMk/>
            <pc:sldMk cId="1308517110" sldId="257"/>
            <ac:inkMk id="13" creationId="{939712D8-FD89-46EB-95D0-679FFAD58BF2}"/>
          </ac:inkMkLst>
        </pc:inkChg>
        <pc:inkChg chg="add del">
          <ac:chgData name="" userId="242feb3c33a8e7bf" providerId="LiveId" clId="{6C192596-F94B-4FAB-A38F-822CAE50B0CA}" dt="2023-03-22T16:02:10.778" v="111"/>
          <ac:inkMkLst>
            <pc:docMk/>
            <pc:sldMk cId="1308517110" sldId="257"/>
            <ac:inkMk id="14" creationId="{44823A44-CE2D-4A87-ADA3-D2A7FF2237F2}"/>
          </ac:inkMkLst>
        </pc:inkChg>
        <pc:inkChg chg="add">
          <ac:chgData name="" userId="242feb3c33a8e7bf" providerId="LiveId" clId="{6C192596-F94B-4FAB-A38F-822CAE50B0CA}" dt="2023-03-22T16:02:10.778" v="111"/>
          <ac:inkMkLst>
            <pc:docMk/>
            <pc:sldMk cId="1308517110" sldId="257"/>
            <ac:inkMk id="15" creationId="{EA4BFB1F-79AE-472E-AA98-BDEADB1101F6}"/>
          </ac:inkMkLst>
        </pc:inkChg>
        <pc:inkChg chg="add">
          <ac:chgData name="" userId="242feb3c33a8e7bf" providerId="LiveId" clId="{6C192596-F94B-4FAB-A38F-822CAE50B0CA}" dt="2023-03-22T16:02:12.816" v="112"/>
          <ac:inkMkLst>
            <pc:docMk/>
            <pc:sldMk cId="1308517110" sldId="257"/>
            <ac:inkMk id="16" creationId="{E43831B6-0D42-48FF-9E9E-3DC2D7C2DEA2}"/>
          </ac:inkMkLst>
        </pc:inkChg>
        <pc:inkChg chg="add del">
          <ac:chgData name="" userId="242feb3c33a8e7bf" providerId="LiveId" clId="{6C192596-F94B-4FAB-A38F-822CAE50B0CA}" dt="2023-03-22T16:02:17.484" v="115"/>
          <ac:inkMkLst>
            <pc:docMk/>
            <pc:sldMk cId="1308517110" sldId="257"/>
            <ac:inkMk id="17" creationId="{A593C721-CB2F-473C-A856-6C69873966A3}"/>
          </ac:inkMkLst>
        </pc:inkChg>
        <pc:inkChg chg="add del">
          <ac:chgData name="" userId="242feb3c33a8e7bf" providerId="LiveId" clId="{6C192596-F94B-4FAB-A38F-822CAE50B0CA}" dt="2023-03-22T16:02:17.484" v="115"/>
          <ac:inkMkLst>
            <pc:docMk/>
            <pc:sldMk cId="1308517110" sldId="257"/>
            <ac:inkMk id="18" creationId="{22EF0E74-9417-4333-91BF-53D29100BAE6}"/>
          </ac:inkMkLst>
        </pc:inkChg>
        <pc:inkChg chg="add">
          <ac:chgData name="" userId="242feb3c33a8e7bf" providerId="LiveId" clId="{6C192596-F94B-4FAB-A38F-822CAE50B0CA}" dt="2023-03-22T16:02:17.484" v="115"/>
          <ac:inkMkLst>
            <pc:docMk/>
            <pc:sldMk cId="1308517110" sldId="257"/>
            <ac:inkMk id="19" creationId="{5A2B8DEB-29F9-43E4-9191-831CA56D8ECD}"/>
          </ac:inkMkLst>
        </pc:inkChg>
        <pc:inkChg chg="add">
          <ac:chgData name="" userId="242feb3c33a8e7bf" providerId="LiveId" clId="{6C192596-F94B-4FAB-A38F-822CAE50B0CA}" dt="2023-03-22T16:02:20.280" v="116"/>
          <ac:inkMkLst>
            <pc:docMk/>
            <pc:sldMk cId="1308517110" sldId="257"/>
            <ac:inkMk id="20" creationId="{8AA5EEEC-B778-4EA9-B1B8-88D5B5520791}"/>
          </ac:inkMkLst>
        </pc:inkChg>
        <pc:inkChg chg="add del">
          <ac:chgData name="" userId="242feb3c33a8e7bf" providerId="LiveId" clId="{6C192596-F94B-4FAB-A38F-822CAE50B0CA}" dt="2023-03-22T16:02:23.911" v="119"/>
          <ac:inkMkLst>
            <pc:docMk/>
            <pc:sldMk cId="1308517110" sldId="257"/>
            <ac:inkMk id="21" creationId="{4EA2CFFB-C57B-4EDB-BE1E-E59D8115C4F7}"/>
          </ac:inkMkLst>
        </pc:inkChg>
        <pc:inkChg chg="add del">
          <ac:chgData name="" userId="242feb3c33a8e7bf" providerId="LiveId" clId="{6C192596-F94B-4FAB-A38F-822CAE50B0CA}" dt="2023-03-22T16:02:23.911" v="119"/>
          <ac:inkMkLst>
            <pc:docMk/>
            <pc:sldMk cId="1308517110" sldId="257"/>
            <ac:inkMk id="22" creationId="{85EC0F6C-2BB8-421E-B17C-6A0560FC0D36}"/>
          </ac:inkMkLst>
        </pc:inkChg>
        <pc:inkChg chg="add">
          <ac:chgData name="" userId="242feb3c33a8e7bf" providerId="LiveId" clId="{6C192596-F94B-4FAB-A38F-822CAE50B0CA}" dt="2023-03-22T16:02:23.911" v="119"/>
          <ac:inkMkLst>
            <pc:docMk/>
            <pc:sldMk cId="1308517110" sldId="257"/>
            <ac:inkMk id="23" creationId="{D710FE27-AB0D-4A4B-93D7-28562C60F4B4}"/>
          </ac:inkMkLst>
        </pc:inkChg>
        <pc:inkChg chg="add del">
          <ac:chgData name="" userId="242feb3c33a8e7bf" providerId="LiveId" clId="{6C192596-F94B-4FAB-A38F-822CAE50B0CA}" dt="2023-03-22T16:02:27.750" v="123"/>
          <ac:inkMkLst>
            <pc:docMk/>
            <pc:sldMk cId="1308517110" sldId="257"/>
            <ac:inkMk id="24" creationId="{7FF274B6-473C-411B-93D0-B58ED2805C0D}"/>
          </ac:inkMkLst>
        </pc:inkChg>
        <pc:inkChg chg="add del">
          <ac:chgData name="" userId="242feb3c33a8e7bf" providerId="LiveId" clId="{6C192596-F94B-4FAB-A38F-822CAE50B0CA}" dt="2023-03-22T16:02:27.750" v="123"/>
          <ac:inkMkLst>
            <pc:docMk/>
            <pc:sldMk cId="1308517110" sldId="257"/>
            <ac:inkMk id="25" creationId="{D1EEA2F1-5AE9-4C15-8E04-60B30E33B2D7}"/>
          </ac:inkMkLst>
        </pc:inkChg>
        <pc:inkChg chg="add del">
          <ac:chgData name="" userId="242feb3c33a8e7bf" providerId="LiveId" clId="{6C192596-F94B-4FAB-A38F-822CAE50B0CA}" dt="2023-03-22T16:02:27.750" v="123"/>
          <ac:inkMkLst>
            <pc:docMk/>
            <pc:sldMk cId="1308517110" sldId="257"/>
            <ac:inkMk id="26" creationId="{3ACC8F66-B516-4D53-A998-C891AB632012}"/>
          </ac:inkMkLst>
        </pc:inkChg>
        <pc:inkChg chg="add">
          <ac:chgData name="" userId="242feb3c33a8e7bf" providerId="LiveId" clId="{6C192596-F94B-4FAB-A38F-822CAE50B0CA}" dt="2023-03-22T16:02:27.750" v="123"/>
          <ac:inkMkLst>
            <pc:docMk/>
            <pc:sldMk cId="1308517110" sldId="257"/>
            <ac:inkMk id="27" creationId="{014C194F-22D2-413B-BAE7-8B44028A25CC}"/>
          </ac:inkMkLst>
        </pc:inkChg>
        <pc:inkChg chg="add del">
          <ac:chgData name="" userId="242feb3c33a8e7bf" providerId="LiveId" clId="{6C192596-F94B-4FAB-A38F-822CAE50B0CA}" dt="2023-03-22T16:02:30.219" v="126"/>
          <ac:inkMkLst>
            <pc:docMk/>
            <pc:sldMk cId="1308517110" sldId="257"/>
            <ac:inkMk id="28" creationId="{40454FCC-0F3B-469E-AB83-836156079C52}"/>
          </ac:inkMkLst>
        </pc:inkChg>
        <pc:inkChg chg="add del">
          <ac:chgData name="" userId="242feb3c33a8e7bf" providerId="LiveId" clId="{6C192596-F94B-4FAB-A38F-822CAE50B0CA}" dt="2023-03-22T16:02:30.219" v="126"/>
          <ac:inkMkLst>
            <pc:docMk/>
            <pc:sldMk cId="1308517110" sldId="257"/>
            <ac:inkMk id="29" creationId="{EA9CB696-7C62-4DCB-92E2-B45EF3E8CB50}"/>
          </ac:inkMkLst>
        </pc:inkChg>
        <pc:inkChg chg="add del">
          <ac:chgData name="" userId="242feb3c33a8e7bf" providerId="LiveId" clId="{6C192596-F94B-4FAB-A38F-822CAE50B0CA}" dt="2023-03-22T16:02:35.646" v="128"/>
          <ac:inkMkLst>
            <pc:docMk/>
            <pc:sldMk cId="1308517110" sldId="257"/>
            <ac:inkMk id="30" creationId="{0F71EE76-96DA-49DF-B333-495AE3489ABB}"/>
          </ac:inkMkLst>
        </pc:inkChg>
        <pc:inkChg chg="add del">
          <ac:chgData name="" userId="242feb3c33a8e7bf" providerId="LiveId" clId="{6C192596-F94B-4FAB-A38F-822CAE50B0CA}" dt="2023-03-22T16:02:35.646" v="129"/>
          <ac:inkMkLst>
            <pc:docMk/>
            <pc:sldMk cId="1308517110" sldId="257"/>
            <ac:inkMk id="31" creationId="{C15EC31C-4581-47DC-9539-6D745E3A9B96}"/>
          </ac:inkMkLst>
        </pc:inkChg>
        <pc:inkChg chg="add del">
          <ac:chgData name="" userId="242feb3c33a8e7bf" providerId="LiveId" clId="{6C192596-F94B-4FAB-A38F-822CAE50B0CA}" dt="2023-03-22T16:02:40.918" v="132"/>
          <ac:inkMkLst>
            <pc:docMk/>
            <pc:sldMk cId="1308517110" sldId="257"/>
            <ac:inkMk id="32" creationId="{26608053-2204-4F62-A1B1-1B12C98751B5}"/>
          </ac:inkMkLst>
        </pc:inkChg>
        <pc:inkChg chg="add del">
          <ac:chgData name="" userId="242feb3c33a8e7bf" providerId="LiveId" clId="{6C192596-F94B-4FAB-A38F-822CAE50B0CA}" dt="2023-03-22T16:02:40.918" v="132"/>
          <ac:inkMkLst>
            <pc:docMk/>
            <pc:sldMk cId="1308517110" sldId="257"/>
            <ac:inkMk id="33" creationId="{44772EFA-3F13-402A-B1E6-CBB48FC9D26F}"/>
          </ac:inkMkLst>
        </pc:inkChg>
        <pc:inkChg chg="add">
          <ac:chgData name="" userId="242feb3c33a8e7bf" providerId="LiveId" clId="{6C192596-F94B-4FAB-A38F-822CAE50B0CA}" dt="2023-03-22T16:02:40.918" v="132"/>
          <ac:inkMkLst>
            <pc:docMk/>
            <pc:sldMk cId="1308517110" sldId="257"/>
            <ac:inkMk id="34" creationId="{D69F2021-EF09-49D5-BB93-7F492F6AA821}"/>
          </ac:inkMkLst>
        </pc:inkChg>
        <pc:inkChg chg="add">
          <ac:chgData name="" userId="242feb3c33a8e7bf" providerId="LiveId" clId="{6C192596-F94B-4FAB-A38F-822CAE50B0CA}" dt="2023-03-22T16:02:43.026" v="133"/>
          <ac:inkMkLst>
            <pc:docMk/>
            <pc:sldMk cId="1308517110" sldId="257"/>
            <ac:inkMk id="35" creationId="{61ABC2D3-B174-45C2-AF8C-2746D153B658}"/>
          </ac:inkMkLst>
        </pc:inkChg>
        <pc:inkChg chg="add del">
          <ac:chgData name="" userId="242feb3c33a8e7bf" providerId="LiveId" clId="{6C192596-F94B-4FAB-A38F-822CAE50B0CA}" dt="2023-03-22T16:02:48.173" v="137"/>
          <ac:inkMkLst>
            <pc:docMk/>
            <pc:sldMk cId="1308517110" sldId="257"/>
            <ac:inkMk id="36" creationId="{360B6222-3CC5-4CD0-A808-7BD3B8D595F3}"/>
          </ac:inkMkLst>
        </pc:inkChg>
        <pc:inkChg chg="add del">
          <ac:chgData name="" userId="242feb3c33a8e7bf" providerId="LiveId" clId="{6C192596-F94B-4FAB-A38F-822CAE50B0CA}" dt="2023-03-22T16:02:48.173" v="137"/>
          <ac:inkMkLst>
            <pc:docMk/>
            <pc:sldMk cId="1308517110" sldId="257"/>
            <ac:inkMk id="37" creationId="{5C6D4057-262F-4B6F-8353-4CC3737A59BE}"/>
          </ac:inkMkLst>
        </pc:inkChg>
        <pc:inkChg chg="add del">
          <ac:chgData name="" userId="242feb3c33a8e7bf" providerId="LiveId" clId="{6C192596-F94B-4FAB-A38F-822CAE50B0CA}" dt="2023-03-22T16:02:48.173" v="137"/>
          <ac:inkMkLst>
            <pc:docMk/>
            <pc:sldMk cId="1308517110" sldId="257"/>
            <ac:inkMk id="38" creationId="{F3905F04-C758-4B3F-8992-724D937C0677}"/>
          </ac:inkMkLst>
        </pc:inkChg>
        <pc:inkChg chg="add del">
          <ac:chgData name="" userId="242feb3c33a8e7bf" providerId="LiveId" clId="{6C192596-F94B-4FAB-A38F-822CAE50B0CA}" dt="2023-03-22T16:02:51.266" v="140"/>
          <ac:inkMkLst>
            <pc:docMk/>
            <pc:sldMk cId="1308517110" sldId="257"/>
            <ac:inkMk id="39" creationId="{36D18F2A-FDD3-4E4C-BF49-EEFBA4A4DE23}"/>
          </ac:inkMkLst>
        </pc:inkChg>
        <pc:inkChg chg="add del">
          <ac:chgData name="" userId="242feb3c33a8e7bf" providerId="LiveId" clId="{6C192596-F94B-4FAB-A38F-822CAE50B0CA}" dt="2023-03-22T16:02:51.266" v="140"/>
          <ac:inkMkLst>
            <pc:docMk/>
            <pc:sldMk cId="1308517110" sldId="257"/>
            <ac:inkMk id="40" creationId="{1AEB11BC-42ED-4B62-9695-DA1015E94C96}"/>
          </ac:inkMkLst>
        </pc:inkChg>
        <pc:inkChg chg="add del">
          <ac:chgData name="" userId="242feb3c33a8e7bf" providerId="LiveId" clId="{6C192596-F94B-4FAB-A38F-822CAE50B0CA}" dt="2023-03-22T16:02:51.266" v="140"/>
          <ac:inkMkLst>
            <pc:docMk/>
            <pc:sldMk cId="1308517110" sldId="257"/>
            <ac:inkMk id="41" creationId="{A9B0EE62-2246-40E9-B67D-82EE8A81AAF2}"/>
          </ac:inkMkLst>
        </pc:inkChg>
        <pc:inkChg chg="add">
          <ac:chgData name="" userId="242feb3c33a8e7bf" providerId="LiveId" clId="{6C192596-F94B-4FAB-A38F-822CAE50B0CA}" dt="2023-03-22T16:02:51.266" v="140"/>
          <ac:inkMkLst>
            <pc:docMk/>
            <pc:sldMk cId="1308517110" sldId="257"/>
            <ac:inkMk id="42" creationId="{AE0E9F19-11C9-4ACF-99B2-208E8014C1AC}"/>
          </ac:inkMkLst>
        </pc:inkChg>
        <pc:inkChg chg="add">
          <ac:chgData name="" userId="242feb3c33a8e7bf" providerId="LiveId" clId="{6C192596-F94B-4FAB-A38F-822CAE50B0CA}" dt="2023-03-22T16:02:54.224" v="141"/>
          <ac:inkMkLst>
            <pc:docMk/>
            <pc:sldMk cId="1308517110" sldId="257"/>
            <ac:inkMk id="43" creationId="{58AE3ED7-748C-4AA1-975B-9D4EE06A34B7}"/>
          </ac:inkMkLst>
        </pc:inkChg>
        <pc:inkChg chg="add del">
          <ac:chgData name="" userId="242feb3c33a8e7bf" providerId="LiveId" clId="{6C192596-F94B-4FAB-A38F-822CAE50B0CA}" dt="2023-03-22T16:02:59.007" v="144"/>
          <ac:inkMkLst>
            <pc:docMk/>
            <pc:sldMk cId="1308517110" sldId="257"/>
            <ac:inkMk id="44" creationId="{50B68222-55C9-4A6C-A7AD-AE0323DF8A53}"/>
          </ac:inkMkLst>
        </pc:inkChg>
        <pc:inkChg chg="add del">
          <ac:chgData name="" userId="242feb3c33a8e7bf" providerId="LiveId" clId="{6C192596-F94B-4FAB-A38F-822CAE50B0CA}" dt="2023-03-22T16:02:59.007" v="144"/>
          <ac:inkMkLst>
            <pc:docMk/>
            <pc:sldMk cId="1308517110" sldId="257"/>
            <ac:inkMk id="45" creationId="{2958C074-7566-4DE5-ACBD-6E1C3BC9ED4B}"/>
          </ac:inkMkLst>
        </pc:inkChg>
        <pc:inkChg chg="add">
          <ac:chgData name="" userId="242feb3c33a8e7bf" providerId="LiveId" clId="{6C192596-F94B-4FAB-A38F-822CAE50B0CA}" dt="2023-03-22T16:02:59.007" v="144"/>
          <ac:inkMkLst>
            <pc:docMk/>
            <pc:sldMk cId="1308517110" sldId="257"/>
            <ac:inkMk id="46" creationId="{5186460E-D7A1-4D33-8BC3-2FCDAA97D84F}"/>
          </ac:inkMkLst>
        </pc:inkChg>
        <pc:inkChg chg="add del">
          <ac:chgData name="" userId="242feb3c33a8e7bf" providerId="LiveId" clId="{6C192596-F94B-4FAB-A38F-822CAE50B0CA}" dt="2023-03-22T16:03:02.781" v="147"/>
          <ac:inkMkLst>
            <pc:docMk/>
            <pc:sldMk cId="1308517110" sldId="257"/>
            <ac:inkMk id="47" creationId="{104CF7EA-4EC6-4FC7-AAB0-91AE920938F6}"/>
          </ac:inkMkLst>
        </pc:inkChg>
        <pc:inkChg chg="add del">
          <ac:chgData name="" userId="242feb3c33a8e7bf" providerId="LiveId" clId="{6C192596-F94B-4FAB-A38F-822CAE50B0CA}" dt="2023-03-22T16:03:02.781" v="147"/>
          <ac:inkMkLst>
            <pc:docMk/>
            <pc:sldMk cId="1308517110" sldId="257"/>
            <ac:inkMk id="48" creationId="{6F578C8A-5338-4271-A6A8-366DDD751A04}"/>
          </ac:inkMkLst>
        </pc:inkChg>
        <pc:inkChg chg="add">
          <ac:chgData name="" userId="242feb3c33a8e7bf" providerId="LiveId" clId="{6C192596-F94B-4FAB-A38F-822CAE50B0CA}" dt="2023-03-22T16:03:02.781" v="147"/>
          <ac:inkMkLst>
            <pc:docMk/>
            <pc:sldMk cId="1308517110" sldId="257"/>
            <ac:inkMk id="49" creationId="{BC907688-481E-4121-84EE-EF2C0F3A24F6}"/>
          </ac:inkMkLst>
        </pc:inkChg>
        <pc:inkChg chg="add del">
          <ac:chgData name="" userId="242feb3c33a8e7bf" providerId="LiveId" clId="{6C192596-F94B-4FAB-A38F-822CAE50B0CA}" dt="2023-03-22T16:03:06.874" v="150"/>
          <ac:inkMkLst>
            <pc:docMk/>
            <pc:sldMk cId="1308517110" sldId="257"/>
            <ac:inkMk id="50" creationId="{C08DA592-A043-49EB-8347-299CA7A82914}"/>
          </ac:inkMkLst>
        </pc:inkChg>
        <pc:inkChg chg="add del">
          <ac:chgData name="" userId="242feb3c33a8e7bf" providerId="LiveId" clId="{6C192596-F94B-4FAB-A38F-822CAE50B0CA}" dt="2023-03-22T16:03:06.874" v="150"/>
          <ac:inkMkLst>
            <pc:docMk/>
            <pc:sldMk cId="1308517110" sldId="257"/>
            <ac:inkMk id="51" creationId="{3B493FCB-6B56-43DB-9A06-21948870814A}"/>
          </ac:inkMkLst>
        </pc:inkChg>
        <pc:inkChg chg="add del">
          <ac:chgData name="" userId="242feb3c33a8e7bf" providerId="LiveId" clId="{6C192596-F94B-4FAB-A38F-822CAE50B0CA}" dt="2023-03-22T16:03:08.887" v="152"/>
          <ac:inkMkLst>
            <pc:docMk/>
            <pc:sldMk cId="1308517110" sldId="257"/>
            <ac:inkMk id="52" creationId="{73E4AD1B-2EEA-475A-BBD8-A588E21E2E96}"/>
          </ac:inkMkLst>
        </pc:inkChg>
        <pc:inkChg chg="add del">
          <ac:chgData name="" userId="242feb3c33a8e7bf" providerId="LiveId" clId="{6C192596-F94B-4FAB-A38F-822CAE50B0CA}" dt="2023-03-22T16:03:08.887" v="152"/>
          <ac:inkMkLst>
            <pc:docMk/>
            <pc:sldMk cId="1308517110" sldId="257"/>
            <ac:inkMk id="53" creationId="{30EC1EDC-8BDE-41EA-91EB-9757B5AB8D9E}"/>
          </ac:inkMkLst>
        </pc:inkChg>
        <pc:inkChg chg="add del">
          <ac:chgData name="" userId="242feb3c33a8e7bf" providerId="LiveId" clId="{6C192596-F94B-4FAB-A38F-822CAE50B0CA}" dt="2023-03-22T16:03:10.659" v="153"/>
          <ac:inkMkLst>
            <pc:docMk/>
            <pc:sldMk cId="1308517110" sldId="257"/>
            <ac:inkMk id="54" creationId="{2E6D7FCC-E49C-4864-8F8C-515D433FE20B}"/>
          </ac:inkMkLst>
        </pc:inkChg>
        <pc:inkChg chg="add del">
          <ac:chgData name="" userId="242feb3c33a8e7bf" providerId="LiveId" clId="{6C192596-F94B-4FAB-A38F-822CAE50B0CA}" dt="2023-03-22T16:03:16.487" v="156"/>
          <ac:inkMkLst>
            <pc:docMk/>
            <pc:sldMk cId="1308517110" sldId="257"/>
            <ac:inkMk id="55" creationId="{DB5AA8F6-0774-47FF-ABA9-33C5EB629B8F}"/>
          </ac:inkMkLst>
        </pc:inkChg>
        <pc:inkChg chg="add del">
          <ac:chgData name="" userId="242feb3c33a8e7bf" providerId="LiveId" clId="{6C192596-F94B-4FAB-A38F-822CAE50B0CA}" dt="2023-03-22T16:03:16.487" v="157"/>
          <ac:inkMkLst>
            <pc:docMk/>
            <pc:sldMk cId="1308517110" sldId="257"/>
            <ac:inkMk id="56" creationId="{E65A4F78-FE73-4730-893E-9A1CA8D9E836}"/>
          </ac:inkMkLst>
        </pc:inkChg>
        <pc:inkChg chg="add del">
          <ac:chgData name="" userId="242feb3c33a8e7bf" providerId="LiveId" clId="{6C192596-F94B-4FAB-A38F-822CAE50B0CA}" dt="2023-03-22T16:03:21.878" v="160"/>
          <ac:inkMkLst>
            <pc:docMk/>
            <pc:sldMk cId="1308517110" sldId="257"/>
            <ac:inkMk id="57" creationId="{B18DE742-9B07-416F-B644-F92B8DAFF6AB}"/>
          </ac:inkMkLst>
        </pc:inkChg>
        <pc:inkChg chg="add del">
          <ac:chgData name="" userId="242feb3c33a8e7bf" providerId="LiveId" clId="{6C192596-F94B-4FAB-A38F-822CAE50B0CA}" dt="2023-03-22T16:03:21.878" v="160"/>
          <ac:inkMkLst>
            <pc:docMk/>
            <pc:sldMk cId="1308517110" sldId="257"/>
            <ac:inkMk id="58" creationId="{97AE6CCE-956A-434D-9887-2D2C8F9CA4C6}"/>
          </ac:inkMkLst>
        </pc:inkChg>
        <pc:inkChg chg="add">
          <ac:chgData name="" userId="242feb3c33a8e7bf" providerId="LiveId" clId="{6C192596-F94B-4FAB-A38F-822CAE50B0CA}" dt="2023-03-22T16:03:21.878" v="160"/>
          <ac:inkMkLst>
            <pc:docMk/>
            <pc:sldMk cId="1308517110" sldId="257"/>
            <ac:inkMk id="59" creationId="{2C133B87-0F75-4DA4-A997-F57138F98B96}"/>
          </ac:inkMkLst>
        </pc:inkChg>
        <pc:inkChg chg="add del">
          <ac:chgData name="" userId="242feb3c33a8e7bf" providerId="LiveId" clId="{6C192596-F94B-4FAB-A38F-822CAE50B0CA}" dt="2023-03-22T16:03:26.219" v="163"/>
          <ac:inkMkLst>
            <pc:docMk/>
            <pc:sldMk cId="1308517110" sldId="257"/>
            <ac:inkMk id="60" creationId="{091EF4CC-361D-47A9-92BA-4AA30AE8775C}"/>
          </ac:inkMkLst>
        </pc:inkChg>
        <pc:inkChg chg="add del">
          <ac:chgData name="" userId="242feb3c33a8e7bf" providerId="LiveId" clId="{6C192596-F94B-4FAB-A38F-822CAE50B0CA}" dt="2023-03-22T16:03:26.219" v="163"/>
          <ac:inkMkLst>
            <pc:docMk/>
            <pc:sldMk cId="1308517110" sldId="257"/>
            <ac:inkMk id="61" creationId="{9A1BEE1D-0042-4B47-B7F3-710AA96CBDAE}"/>
          </ac:inkMkLst>
        </pc:inkChg>
        <pc:inkChg chg="add">
          <ac:chgData name="" userId="242feb3c33a8e7bf" providerId="LiveId" clId="{6C192596-F94B-4FAB-A38F-822CAE50B0CA}" dt="2023-03-22T16:03:26.219" v="163"/>
          <ac:inkMkLst>
            <pc:docMk/>
            <pc:sldMk cId="1308517110" sldId="257"/>
            <ac:inkMk id="62" creationId="{3389A666-7607-47E9-B501-1254D135E6F9}"/>
          </ac:inkMkLst>
        </pc:inkChg>
        <pc:inkChg chg="add del">
          <ac:chgData name="" userId="242feb3c33a8e7bf" providerId="LiveId" clId="{6C192596-F94B-4FAB-A38F-822CAE50B0CA}" dt="2023-03-22T16:03:29.537" v="166"/>
          <ac:inkMkLst>
            <pc:docMk/>
            <pc:sldMk cId="1308517110" sldId="257"/>
            <ac:inkMk id="63" creationId="{C2E615B9-662E-4D87-A7C6-53718F1A4718}"/>
          </ac:inkMkLst>
        </pc:inkChg>
        <pc:inkChg chg="add del">
          <ac:chgData name="" userId="242feb3c33a8e7bf" providerId="LiveId" clId="{6C192596-F94B-4FAB-A38F-822CAE50B0CA}" dt="2023-03-22T16:03:29.537" v="166"/>
          <ac:inkMkLst>
            <pc:docMk/>
            <pc:sldMk cId="1308517110" sldId="257"/>
            <ac:inkMk id="64" creationId="{E0C7D684-2674-4719-8FBE-95C7E12A151E}"/>
          </ac:inkMkLst>
        </pc:inkChg>
        <pc:inkChg chg="add">
          <ac:chgData name="" userId="242feb3c33a8e7bf" providerId="LiveId" clId="{6C192596-F94B-4FAB-A38F-822CAE50B0CA}" dt="2023-03-22T16:03:29.537" v="166"/>
          <ac:inkMkLst>
            <pc:docMk/>
            <pc:sldMk cId="1308517110" sldId="257"/>
            <ac:inkMk id="65" creationId="{A1B1F04A-6846-47C9-BADF-914A38635ED8}"/>
          </ac:inkMkLst>
        </pc:inkChg>
        <pc:inkChg chg="add">
          <ac:chgData name="" userId="242feb3c33a8e7bf" providerId="LiveId" clId="{6C192596-F94B-4FAB-A38F-822CAE50B0CA}" dt="2023-03-22T16:03:32.005" v="167"/>
          <ac:inkMkLst>
            <pc:docMk/>
            <pc:sldMk cId="1308517110" sldId="257"/>
            <ac:inkMk id="66" creationId="{07809334-ADDA-4241-867D-889DAD552497}"/>
          </ac:inkMkLst>
        </pc:inkChg>
        <pc:inkChg chg="add">
          <ac:chgData name="" userId="242feb3c33a8e7bf" providerId="LiveId" clId="{6C192596-F94B-4FAB-A38F-822CAE50B0CA}" dt="2023-03-22T16:03:33.568" v="168"/>
          <ac:inkMkLst>
            <pc:docMk/>
            <pc:sldMk cId="1308517110" sldId="257"/>
            <ac:inkMk id="67" creationId="{457FBC58-731C-49AF-8509-B34C976AE8B9}"/>
          </ac:inkMkLst>
        </pc:inkChg>
        <pc:inkChg chg="add del">
          <ac:chgData name="" userId="242feb3c33a8e7bf" providerId="LiveId" clId="{6C192596-F94B-4FAB-A38F-822CAE50B0CA}" dt="2023-03-22T16:03:39.634" v="172"/>
          <ac:inkMkLst>
            <pc:docMk/>
            <pc:sldMk cId="1308517110" sldId="257"/>
            <ac:inkMk id="68" creationId="{D157A0CD-BB18-48AE-AE35-AC697695EC38}"/>
          </ac:inkMkLst>
        </pc:inkChg>
        <pc:inkChg chg="add del">
          <ac:chgData name="" userId="242feb3c33a8e7bf" providerId="LiveId" clId="{6C192596-F94B-4FAB-A38F-822CAE50B0CA}" dt="2023-03-22T16:03:39.634" v="172"/>
          <ac:inkMkLst>
            <pc:docMk/>
            <pc:sldMk cId="1308517110" sldId="257"/>
            <ac:inkMk id="69" creationId="{E4739365-B1E5-4A1C-85DA-AF3D95B9BE77}"/>
          </ac:inkMkLst>
        </pc:inkChg>
        <pc:inkChg chg="add del">
          <ac:chgData name="" userId="242feb3c33a8e7bf" providerId="LiveId" clId="{6C192596-F94B-4FAB-A38F-822CAE50B0CA}" dt="2023-03-22T16:03:39.634" v="172"/>
          <ac:inkMkLst>
            <pc:docMk/>
            <pc:sldMk cId="1308517110" sldId="257"/>
            <ac:inkMk id="70" creationId="{8C3ABA04-DA00-4A8B-B2A1-628ED8B909DC}"/>
          </ac:inkMkLst>
        </pc:inkChg>
        <pc:inkChg chg="add">
          <ac:chgData name="" userId="242feb3c33a8e7bf" providerId="LiveId" clId="{6C192596-F94B-4FAB-A38F-822CAE50B0CA}" dt="2023-03-22T16:03:39.634" v="172"/>
          <ac:inkMkLst>
            <pc:docMk/>
            <pc:sldMk cId="1308517110" sldId="257"/>
            <ac:inkMk id="71" creationId="{9AEDF88D-5EF5-48D7-90CA-1C10EBDFF863}"/>
          </ac:inkMkLst>
        </pc:inkChg>
        <pc:inkChg chg="add">
          <ac:chgData name="" userId="242feb3c33a8e7bf" providerId="LiveId" clId="{6C192596-F94B-4FAB-A38F-822CAE50B0CA}" dt="2023-03-22T16:03:42.534" v="173"/>
          <ac:inkMkLst>
            <pc:docMk/>
            <pc:sldMk cId="1308517110" sldId="257"/>
            <ac:inkMk id="72" creationId="{9B8DCBB0-8EE9-4DC7-AECF-64E084C1C6AA}"/>
          </ac:inkMkLst>
        </pc:inkChg>
        <pc:inkChg chg="add">
          <ac:chgData name="" userId="242feb3c33a8e7bf" providerId="LiveId" clId="{6C192596-F94B-4FAB-A38F-822CAE50B0CA}" dt="2023-03-22T16:03:45.061" v="174"/>
          <ac:inkMkLst>
            <pc:docMk/>
            <pc:sldMk cId="1308517110" sldId="257"/>
            <ac:inkMk id="73" creationId="{1ABA0639-1B7E-47F3-AFED-09184D61428F}"/>
          </ac:inkMkLst>
        </pc:inkChg>
        <pc:inkChg chg="add">
          <ac:chgData name="" userId="242feb3c33a8e7bf" providerId="LiveId" clId="{6C192596-F94B-4FAB-A38F-822CAE50B0CA}" dt="2023-03-22T16:03:47.486" v="175"/>
          <ac:inkMkLst>
            <pc:docMk/>
            <pc:sldMk cId="1308517110" sldId="257"/>
            <ac:inkMk id="74" creationId="{277F2FA7-81A1-4E94-A6E0-2DB4B4EF012F}"/>
          </ac:inkMkLst>
        </pc:inkChg>
        <pc:inkChg chg="add del">
          <ac:chgData name="" userId="242feb3c33a8e7bf" providerId="LiveId" clId="{6C192596-F94B-4FAB-A38F-822CAE50B0CA}" dt="2023-03-22T16:03:51.700" v="178"/>
          <ac:inkMkLst>
            <pc:docMk/>
            <pc:sldMk cId="1308517110" sldId="257"/>
            <ac:inkMk id="75" creationId="{CA92FBC8-DD06-4063-89ED-5594EBFA1874}"/>
          </ac:inkMkLst>
        </pc:inkChg>
        <pc:inkChg chg="add del">
          <ac:chgData name="" userId="242feb3c33a8e7bf" providerId="LiveId" clId="{6C192596-F94B-4FAB-A38F-822CAE50B0CA}" dt="2023-03-22T16:03:51.700" v="178"/>
          <ac:inkMkLst>
            <pc:docMk/>
            <pc:sldMk cId="1308517110" sldId="257"/>
            <ac:inkMk id="76" creationId="{975637C9-031C-485B-B363-103BCA0E7FE2}"/>
          </ac:inkMkLst>
        </pc:inkChg>
        <pc:inkChg chg="add">
          <ac:chgData name="" userId="242feb3c33a8e7bf" providerId="LiveId" clId="{6C192596-F94B-4FAB-A38F-822CAE50B0CA}" dt="2023-03-22T16:03:51.700" v="178"/>
          <ac:inkMkLst>
            <pc:docMk/>
            <pc:sldMk cId="1308517110" sldId="257"/>
            <ac:inkMk id="77" creationId="{CDBFE300-59C4-4F1C-82FC-E5C5E71A332E}"/>
          </ac:inkMkLst>
        </pc:inkChg>
        <pc:inkChg chg="add del">
          <ac:chgData name="" userId="242feb3c33a8e7bf" providerId="LiveId" clId="{6C192596-F94B-4FAB-A38F-822CAE50B0CA}" dt="2023-03-22T16:03:55.076" v="181"/>
          <ac:inkMkLst>
            <pc:docMk/>
            <pc:sldMk cId="1308517110" sldId="257"/>
            <ac:inkMk id="78" creationId="{2B193F4E-4395-44F2-AD71-3BFE7DD9841B}"/>
          </ac:inkMkLst>
        </pc:inkChg>
        <pc:inkChg chg="add del">
          <ac:chgData name="" userId="242feb3c33a8e7bf" providerId="LiveId" clId="{6C192596-F94B-4FAB-A38F-822CAE50B0CA}" dt="2023-03-22T16:03:55.076" v="181"/>
          <ac:inkMkLst>
            <pc:docMk/>
            <pc:sldMk cId="1308517110" sldId="257"/>
            <ac:inkMk id="79" creationId="{193E58F5-96A1-478D-8099-80FA45FC342D}"/>
          </ac:inkMkLst>
        </pc:inkChg>
        <pc:inkChg chg="add">
          <ac:chgData name="" userId="242feb3c33a8e7bf" providerId="LiveId" clId="{6C192596-F94B-4FAB-A38F-822CAE50B0CA}" dt="2023-03-22T16:03:55.076" v="181"/>
          <ac:inkMkLst>
            <pc:docMk/>
            <pc:sldMk cId="1308517110" sldId="257"/>
            <ac:inkMk id="80" creationId="{E50644D1-3DC7-4110-938E-22AC6F020E3E}"/>
          </ac:inkMkLst>
        </pc:inkChg>
        <pc:inkChg chg="add">
          <ac:chgData name="" userId="242feb3c33a8e7bf" providerId="LiveId" clId="{6C192596-F94B-4FAB-A38F-822CAE50B0CA}" dt="2023-03-22T16:04:00.922" v="182"/>
          <ac:inkMkLst>
            <pc:docMk/>
            <pc:sldMk cId="1308517110" sldId="257"/>
            <ac:inkMk id="81" creationId="{B728D0BC-1810-4B21-A328-CC327B2F4BAA}"/>
          </ac:inkMkLst>
        </pc:inkChg>
        <pc:inkChg chg="add del">
          <ac:chgData name="" userId="242feb3c33a8e7bf" providerId="LiveId" clId="{6C192596-F94B-4FAB-A38F-822CAE50B0CA}" dt="2023-03-22T16:04:04.674" v="185"/>
          <ac:inkMkLst>
            <pc:docMk/>
            <pc:sldMk cId="1308517110" sldId="257"/>
            <ac:inkMk id="82" creationId="{DB9FDB3D-FCD3-4888-8E4E-C4801946C512}"/>
          </ac:inkMkLst>
        </pc:inkChg>
        <pc:inkChg chg="add del">
          <ac:chgData name="" userId="242feb3c33a8e7bf" providerId="LiveId" clId="{6C192596-F94B-4FAB-A38F-822CAE50B0CA}" dt="2023-03-22T16:04:04.674" v="185"/>
          <ac:inkMkLst>
            <pc:docMk/>
            <pc:sldMk cId="1308517110" sldId="257"/>
            <ac:inkMk id="83" creationId="{ABFB9FAE-2047-4D09-B891-705764673FC6}"/>
          </ac:inkMkLst>
        </pc:inkChg>
        <pc:inkChg chg="add del">
          <ac:chgData name="" userId="242feb3c33a8e7bf" providerId="LiveId" clId="{6C192596-F94B-4FAB-A38F-822CAE50B0CA}" dt="2023-03-22T16:51:52.270" v="971"/>
          <ac:inkMkLst>
            <pc:docMk/>
            <pc:sldMk cId="1308517110" sldId="257"/>
            <ac:inkMk id="84" creationId="{C9181533-2E97-4649-B602-B787A1F6CE17}"/>
          </ac:inkMkLst>
        </pc:inkChg>
        <pc:inkChg chg="add del">
          <ac:chgData name="" userId="242feb3c33a8e7bf" providerId="LiveId" clId="{6C192596-F94B-4FAB-A38F-822CAE50B0CA}" dt="2023-03-22T16:04:11.373" v="189"/>
          <ac:inkMkLst>
            <pc:docMk/>
            <pc:sldMk cId="1308517110" sldId="257"/>
            <ac:inkMk id="85" creationId="{99FE2991-C0BA-49CD-9327-6A6C7A461A87}"/>
          </ac:inkMkLst>
        </pc:inkChg>
        <pc:inkChg chg="add del">
          <ac:chgData name="" userId="242feb3c33a8e7bf" providerId="LiveId" clId="{6C192596-F94B-4FAB-A38F-822CAE50B0CA}" dt="2023-03-22T16:04:11.373" v="189"/>
          <ac:inkMkLst>
            <pc:docMk/>
            <pc:sldMk cId="1308517110" sldId="257"/>
            <ac:inkMk id="86" creationId="{D4C4ACD8-CF90-45B2-9E91-8BFEFA741EBD}"/>
          </ac:inkMkLst>
        </pc:inkChg>
        <pc:inkChg chg="add del">
          <ac:chgData name="" userId="242feb3c33a8e7bf" providerId="LiveId" clId="{6C192596-F94B-4FAB-A38F-822CAE50B0CA}" dt="2023-03-22T16:04:11.373" v="189"/>
          <ac:inkMkLst>
            <pc:docMk/>
            <pc:sldMk cId="1308517110" sldId="257"/>
            <ac:inkMk id="87" creationId="{38E7B456-7251-4F45-BF4C-8683A4E0A5D1}"/>
          </ac:inkMkLst>
        </pc:inkChg>
        <pc:inkChg chg="add">
          <ac:chgData name="" userId="242feb3c33a8e7bf" providerId="LiveId" clId="{6C192596-F94B-4FAB-A38F-822CAE50B0CA}" dt="2023-03-22T16:04:11.373" v="189"/>
          <ac:inkMkLst>
            <pc:docMk/>
            <pc:sldMk cId="1308517110" sldId="257"/>
            <ac:inkMk id="88" creationId="{07042937-662F-4FA9-9821-8808D45B5AE0}"/>
          </ac:inkMkLst>
        </pc:inkChg>
        <pc:inkChg chg="add del">
          <ac:chgData name="" userId="242feb3c33a8e7bf" providerId="LiveId" clId="{6C192596-F94B-4FAB-A38F-822CAE50B0CA}" dt="2023-03-22T16:04:16.205" v="192"/>
          <ac:inkMkLst>
            <pc:docMk/>
            <pc:sldMk cId="1308517110" sldId="257"/>
            <ac:inkMk id="89" creationId="{E6DF38BC-0857-43BE-8A0C-592D9DCF4B6F}"/>
          </ac:inkMkLst>
        </pc:inkChg>
        <pc:inkChg chg="add del">
          <ac:chgData name="" userId="242feb3c33a8e7bf" providerId="LiveId" clId="{6C192596-F94B-4FAB-A38F-822CAE50B0CA}" dt="2023-03-22T16:04:16.205" v="192"/>
          <ac:inkMkLst>
            <pc:docMk/>
            <pc:sldMk cId="1308517110" sldId="257"/>
            <ac:inkMk id="90" creationId="{E483405C-F63E-44E9-8A3D-6CE95F079FFC}"/>
          </ac:inkMkLst>
        </pc:inkChg>
        <pc:inkChg chg="add">
          <ac:chgData name="" userId="242feb3c33a8e7bf" providerId="LiveId" clId="{6C192596-F94B-4FAB-A38F-822CAE50B0CA}" dt="2023-03-22T16:04:16.205" v="192"/>
          <ac:inkMkLst>
            <pc:docMk/>
            <pc:sldMk cId="1308517110" sldId="257"/>
            <ac:inkMk id="91" creationId="{37D3DD0C-9E49-44D6-82CE-12F858A44A19}"/>
          </ac:inkMkLst>
        </pc:inkChg>
        <pc:inkChg chg="add del">
          <ac:chgData name="" userId="242feb3c33a8e7bf" providerId="LiveId" clId="{6C192596-F94B-4FAB-A38F-822CAE50B0CA}" dt="2023-03-22T16:04:21.813" v="196"/>
          <ac:inkMkLst>
            <pc:docMk/>
            <pc:sldMk cId="1308517110" sldId="257"/>
            <ac:inkMk id="92" creationId="{2EDB84B0-EF46-47C1-893C-71CF157695FC}"/>
          </ac:inkMkLst>
        </pc:inkChg>
        <pc:inkChg chg="add del">
          <ac:chgData name="" userId="242feb3c33a8e7bf" providerId="LiveId" clId="{6C192596-F94B-4FAB-A38F-822CAE50B0CA}" dt="2023-03-22T16:04:21.813" v="196"/>
          <ac:inkMkLst>
            <pc:docMk/>
            <pc:sldMk cId="1308517110" sldId="257"/>
            <ac:inkMk id="93" creationId="{C3F1367A-38FD-4ECC-A278-23AAF5C15DF8}"/>
          </ac:inkMkLst>
        </pc:inkChg>
        <pc:inkChg chg="add del">
          <ac:chgData name="" userId="242feb3c33a8e7bf" providerId="LiveId" clId="{6C192596-F94B-4FAB-A38F-822CAE50B0CA}" dt="2023-03-22T16:04:21.813" v="196"/>
          <ac:inkMkLst>
            <pc:docMk/>
            <pc:sldMk cId="1308517110" sldId="257"/>
            <ac:inkMk id="94" creationId="{F156923C-A6A1-4EA4-8020-486833634006}"/>
          </ac:inkMkLst>
        </pc:inkChg>
        <pc:inkChg chg="add">
          <ac:chgData name="" userId="242feb3c33a8e7bf" providerId="LiveId" clId="{6C192596-F94B-4FAB-A38F-822CAE50B0CA}" dt="2023-03-22T16:04:21.813" v="196"/>
          <ac:inkMkLst>
            <pc:docMk/>
            <pc:sldMk cId="1308517110" sldId="257"/>
            <ac:inkMk id="95" creationId="{16EC559C-22CB-4A5E-AC3E-A646A1306E2B}"/>
          </ac:inkMkLst>
        </pc:inkChg>
        <pc:inkChg chg="add">
          <ac:chgData name="" userId="242feb3c33a8e7bf" providerId="LiveId" clId="{6C192596-F94B-4FAB-A38F-822CAE50B0CA}" dt="2023-03-22T16:04:29.346" v="197"/>
          <ac:inkMkLst>
            <pc:docMk/>
            <pc:sldMk cId="1308517110" sldId="257"/>
            <ac:inkMk id="96" creationId="{FDD89492-7DB3-48B8-AEA2-C5D42DA032BD}"/>
          </ac:inkMkLst>
        </pc:inkChg>
        <pc:inkChg chg="add del">
          <ac:chgData name="" userId="242feb3c33a8e7bf" providerId="LiveId" clId="{6C192596-F94B-4FAB-A38F-822CAE50B0CA}" dt="2023-03-22T16:04:35.008" v="200"/>
          <ac:inkMkLst>
            <pc:docMk/>
            <pc:sldMk cId="1308517110" sldId="257"/>
            <ac:inkMk id="97" creationId="{62911FD1-AEE5-44C4-80D9-75FE8E012316}"/>
          </ac:inkMkLst>
        </pc:inkChg>
        <pc:inkChg chg="add del">
          <ac:chgData name="" userId="242feb3c33a8e7bf" providerId="LiveId" clId="{6C192596-F94B-4FAB-A38F-822CAE50B0CA}" dt="2023-03-22T16:04:35.008" v="200"/>
          <ac:inkMkLst>
            <pc:docMk/>
            <pc:sldMk cId="1308517110" sldId="257"/>
            <ac:inkMk id="98" creationId="{63939281-95A4-4096-BD4A-A6ADEB9F04A2}"/>
          </ac:inkMkLst>
        </pc:inkChg>
        <pc:inkChg chg="add">
          <ac:chgData name="" userId="242feb3c33a8e7bf" providerId="LiveId" clId="{6C192596-F94B-4FAB-A38F-822CAE50B0CA}" dt="2023-03-22T16:04:35.008" v="200"/>
          <ac:inkMkLst>
            <pc:docMk/>
            <pc:sldMk cId="1308517110" sldId="257"/>
            <ac:inkMk id="99" creationId="{F1865B71-FB0D-47AA-B27C-D88B990AC965}"/>
          </ac:inkMkLst>
        </pc:inkChg>
        <pc:inkChg chg="add">
          <ac:chgData name="" userId="242feb3c33a8e7bf" providerId="LiveId" clId="{6C192596-F94B-4FAB-A38F-822CAE50B0CA}" dt="2023-03-22T16:04:38.020" v="201"/>
          <ac:inkMkLst>
            <pc:docMk/>
            <pc:sldMk cId="1308517110" sldId="257"/>
            <ac:inkMk id="100" creationId="{7E9C10B0-BD1E-4AB5-BF17-76FB90E048C8}"/>
          </ac:inkMkLst>
        </pc:inkChg>
        <pc:inkChg chg="add">
          <ac:chgData name="" userId="242feb3c33a8e7bf" providerId="LiveId" clId="{6C192596-F94B-4FAB-A38F-822CAE50B0CA}" dt="2023-03-22T16:04:39.365" v="202"/>
          <ac:inkMkLst>
            <pc:docMk/>
            <pc:sldMk cId="1308517110" sldId="257"/>
            <ac:inkMk id="101" creationId="{A1789CB3-3BB2-4783-A10A-3FF9AD1A4F8B}"/>
          </ac:inkMkLst>
        </pc:inkChg>
        <pc:inkChg chg="add del">
          <ac:chgData name="" userId="242feb3c33a8e7bf" providerId="LiveId" clId="{6C192596-F94B-4FAB-A38F-822CAE50B0CA}" dt="2023-03-22T16:04:45.503" v="206"/>
          <ac:inkMkLst>
            <pc:docMk/>
            <pc:sldMk cId="1308517110" sldId="257"/>
            <ac:inkMk id="102" creationId="{9AF913B3-B4FC-49C3-88CF-B64F3EDE189F}"/>
          </ac:inkMkLst>
        </pc:inkChg>
        <pc:inkChg chg="add del">
          <ac:chgData name="" userId="242feb3c33a8e7bf" providerId="LiveId" clId="{6C192596-F94B-4FAB-A38F-822CAE50B0CA}" dt="2023-03-22T16:04:45.503" v="206"/>
          <ac:inkMkLst>
            <pc:docMk/>
            <pc:sldMk cId="1308517110" sldId="257"/>
            <ac:inkMk id="103" creationId="{4146A4C0-D14A-4D87-B6C1-7F1E37BD7B86}"/>
          </ac:inkMkLst>
        </pc:inkChg>
        <pc:inkChg chg="add del">
          <ac:chgData name="" userId="242feb3c33a8e7bf" providerId="LiveId" clId="{6C192596-F94B-4FAB-A38F-822CAE50B0CA}" dt="2023-03-22T16:04:45.503" v="206"/>
          <ac:inkMkLst>
            <pc:docMk/>
            <pc:sldMk cId="1308517110" sldId="257"/>
            <ac:inkMk id="104" creationId="{CD86299A-B4CF-4157-8B5A-E9297774510E}"/>
          </ac:inkMkLst>
        </pc:inkChg>
        <pc:inkChg chg="add">
          <ac:chgData name="" userId="242feb3c33a8e7bf" providerId="LiveId" clId="{6C192596-F94B-4FAB-A38F-822CAE50B0CA}" dt="2023-03-22T16:04:45.503" v="206"/>
          <ac:inkMkLst>
            <pc:docMk/>
            <pc:sldMk cId="1308517110" sldId="257"/>
            <ac:inkMk id="105" creationId="{D5CB4406-1EC3-444B-A7BF-E11C00358806}"/>
          </ac:inkMkLst>
        </pc:inkChg>
        <pc:inkChg chg="add del">
          <ac:chgData name="" userId="242feb3c33a8e7bf" providerId="LiveId" clId="{6C192596-F94B-4FAB-A38F-822CAE50B0CA}" dt="2023-03-22T16:04:50.903" v="209"/>
          <ac:inkMkLst>
            <pc:docMk/>
            <pc:sldMk cId="1308517110" sldId="257"/>
            <ac:inkMk id="106" creationId="{DAEFF858-7E6D-424C-86C6-F6C4B7E0E707}"/>
          </ac:inkMkLst>
        </pc:inkChg>
        <pc:inkChg chg="add del">
          <ac:chgData name="" userId="242feb3c33a8e7bf" providerId="LiveId" clId="{6C192596-F94B-4FAB-A38F-822CAE50B0CA}" dt="2023-03-22T16:04:50.903" v="209"/>
          <ac:inkMkLst>
            <pc:docMk/>
            <pc:sldMk cId="1308517110" sldId="257"/>
            <ac:inkMk id="107" creationId="{1FF280CB-17C5-4BEF-BD94-5D824A97F999}"/>
          </ac:inkMkLst>
        </pc:inkChg>
        <pc:inkChg chg="add del">
          <ac:chgData name="" userId="242feb3c33a8e7bf" providerId="LiveId" clId="{6C192596-F94B-4FAB-A38F-822CAE50B0CA}" dt="2023-03-22T16:04:52.650" v="210"/>
          <ac:inkMkLst>
            <pc:docMk/>
            <pc:sldMk cId="1308517110" sldId="257"/>
            <ac:inkMk id="108" creationId="{1686B6A2-DC02-49F6-9A7A-E8266F45D60E}"/>
          </ac:inkMkLst>
        </pc:inkChg>
        <pc:inkChg chg="add del">
          <ac:chgData name="" userId="242feb3c33a8e7bf" providerId="LiveId" clId="{6C192596-F94B-4FAB-A38F-822CAE50B0CA}" dt="2023-03-22T16:04:59.033" v="213"/>
          <ac:inkMkLst>
            <pc:docMk/>
            <pc:sldMk cId="1308517110" sldId="257"/>
            <ac:inkMk id="109" creationId="{A5C2CA7A-EC0C-46C8-9CC2-F8AF95DD3A1F}"/>
          </ac:inkMkLst>
        </pc:inkChg>
        <pc:inkChg chg="add del">
          <ac:chgData name="" userId="242feb3c33a8e7bf" providerId="LiveId" clId="{6C192596-F94B-4FAB-A38F-822CAE50B0CA}" dt="2023-03-22T16:04:59.033" v="213"/>
          <ac:inkMkLst>
            <pc:docMk/>
            <pc:sldMk cId="1308517110" sldId="257"/>
            <ac:inkMk id="110" creationId="{B60FAE5C-9759-4E92-AECF-F529A17BFF64}"/>
          </ac:inkMkLst>
        </pc:inkChg>
        <pc:inkChg chg="add">
          <ac:chgData name="" userId="242feb3c33a8e7bf" providerId="LiveId" clId="{6C192596-F94B-4FAB-A38F-822CAE50B0CA}" dt="2023-03-22T16:04:59.033" v="213"/>
          <ac:inkMkLst>
            <pc:docMk/>
            <pc:sldMk cId="1308517110" sldId="257"/>
            <ac:inkMk id="111" creationId="{3AF3867A-34EC-45D2-B937-652D5C841940}"/>
          </ac:inkMkLst>
        </pc:inkChg>
        <pc:inkChg chg="add del">
          <ac:chgData name="" userId="242feb3c33a8e7bf" providerId="LiveId" clId="{6C192596-F94B-4FAB-A38F-822CAE50B0CA}" dt="2023-03-22T16:05:18.808" v="218"/>
          <ac:inkMkLst>
            <pc:docMk/>
            <pc:sldMk cId="1308517110" sldId="257"/>
            <ac:inkMk id="112" creationId="{E4996C32-6895-46C6-A8F6-6FAE95FCB56C}"/>
          </ac:inkMkLst>
        </pc:inkChg>
        <pc:inkChg chg="add del">
          <ac:chgData name="" userId="242feb3c33a8e7bf" providerId="LiveId" clId="{6C192596-F94B-4FAB-A38F-822CAE50B0CA}" dt="2023-03-22T16:05:18.808" v="218"/>
          <ac:inkMkLst>
            <pc:docMk/>
            <pc:sldMk cId="1308517110" sldId="257"/>
            <ac:inkMk id="113" creationId="{A40F1BC6-C1A1-4483-9002-61490C6B8B71}"/>
          </ac:inkMkLst>
        </pc:inkChg>
        <pc:inkChg chg="add del">
          <ac:chgData name="" userId="242feb3c33a8e7bf" providerId="LiveId" clId="{6C192596-F94B-4FAB-A38F-822CAE50B0CA}" dt="2023-03-22T16:05:18.808" v="218"/>
          <ac:inkMkLst>
            <pc:docMk/>
            <pc:sldMk cId="1308517110" sldId="257"/>
            <ac:inkMk id="114" creationId="{438E2A2C-BDC2-4454-BBC7-8C66E74CA323}"/>
          </ac:inkMkLst>
        </pc:inkChg>
        <pc:inkChg chg="add del">
          <ac:chgData name="" userId="242feb3c33a8e7bf" providerId="LiveId" clId="{6C192596-F94B-4FAB-A38F-822CAE50B0CA}" dt="2023-03-22T16:05:18.808" v="218"/>
          <ac:inkMkLst>
            <pc:docMk/>
            <pc:sldMk cId="1308517110" sldId="257"/>
            <ac:inkMk id="115" creationId="{FD481B1E-0629-44AF-86DE-D027E66ED4E1}"/>
          </ac:inkMkLst>
        </pc:inkChg>
        <pc:inkChg chg="add">
          <ac:chgData name="" userId="242feb3c33a8e7bf" providerId="LiveId" clId="{6C192596-F94B-4FAB-A38F-822CAE50B0CA}" dt="2023-03-22T16:05:18.808" v="218"/>
          <ac:inkMkLst>
            <pc:docMk/>
            <pc:sldMk cId="1308517110" sldId="257"/>
            <ac:inkMk id="116" creationId="{82B4233B-F038-4DC3-BB58-BBDCA18B38F8}"/>
          </ac:inkMkLst>
        </pc:inkChg>
        <pc:inkChg chg="add del">
          <ac:chgData name="" userId="242feb3c33a8e7bf" providerId="LiveId" clId="{6C192596-F94B-4FAB-A38F-822CAE50B0CA}" dt="2023-03-22T16:05:23.884" v="223"/>
          <ac:inkMkLst>
            <pc:docMk/>
            <pc:sldMk cId="1308517110" sldId="257"/>
            <ac:inkMk id="117" creationId="{2D77B9F6-FE71-440F-B38E-13E16D078D0E}"/>
          </ac:inkMkLst>
        </pc:inkChg>
        <pc:inkChg chg="add del">
          <ac:chgData name="" userId="242feb3c33a8e7bf" providerId="LiveId" clId="{6C192596-F94B-4FAB-A38F-822CAE50B0CA}" dt="2023-03-22T16:05:23.884" v="223"/>
          <ac:inkMkLst>
            <pc:docMk/>
            <pc:sldMk cId="1308517110" sldId="257"/>
            <ac:inkMk id="118" creationId="{7F51B44A-A7FD-40BA-9C82-BAE824DBDDD6}"/>
          </ac:inkMkLst>
        </pc:inkChg>
        <pc:inkChg chg="add del">
          <ac:chgData name="" userId="242feb3c33a8e7bf" providerId="LiveId" clId="{6C192596-F94B-4FAB-A38F-822CAE50B0CA}" dt="2023-03-22T16:05:23.884" v="223"/>
          <ac:inkMkLst>
            <pc:docMk/>
            <pc:sldMk cId="1308517110" sldId="257"/>
            <ac:inkMk id="119" creationId="{69CBD01C-D71E-4EBF-A3C4-0806E143241F}"/>
          </ac:inkMkLst>
        </pc:inkChg>
        <pc:inkChg chg="add del">
          <ac:chgData name="" userId="242feb3c33a8e7bf" providerId="LiveId" clId="{6C192596-F94B-4FAB-A38F-822CAE50B0CA}" dt="2023-03-22T16:05:23.884" v="223"/>
          <ac:inkMkLst>
            <pc:docMk/>
            <pc:sldMk cId="1308517110" sldId="257"/>
            <ac:inkMk id="120" creationId="{A327AEB5-2AE5-43D4-8876-BD73CD8D90C9}"/>
          </ac:inkMkLst>
        </pc:inkChg>
        <pc:inkChg chg="add">
          <ac:chgData name="" userId="242feb3c33a8e7bf" providerId="LiveId" clId="{6C192596-F94B-4FAB-A38F-822CAE50B0CA}" dt="2023-03-22T16:05:23.884" v="223"/>
          <ac:inkMkLst>
            <pc:docMk/>
            <pc:sldMk cId="1308517110" sldId="257"/>
            <ac:inkMk id="121" creationId="{561EE3D5-158A-4AC5-B6A3-F7A30D41D633}"/>
          </ac:inkMkLst>
        </pc:inkChg>
        <pc:inkChg chg="add del">
          <ac:chgData name="" userId="242feb3c33a8e7bf" providerId="LiveId" clId="{6C192596-F94B-4FAB-A38F-822CAE50B0CA}" dt="2023-03-22T16:05:28.445" v="227"/>
          <ac:inkMkLst>
            <pc:docMk/>
            <pc:sldMk cId="1308517110" sldId="257"/>
            <ac:inkMk id="122" creationId="{DDEB64A5-FD62-416D-AD6C-8D93519F4761}"/>
          </ac:inkMkLst>
        </pc:inkChg>
        <pc:inkChg chg="add del">
          <ac:chgData name="" userId="242feb3c33a8e7bf" providerId="LiveId" clId="{6C192596-F94B-4FAB-A38F-822CAE50B0CA}" dt="2023-03-22T16:05:28.445" v="227"/>
          <ac:inkMkLst>
            <pc:docMk/>
            <pc:sldMk cId="1308517110" sldId="257"/>
            <ac:inkMk id="123" creationId="{953EBFC4-22C3-48C7-81ED-4838FDB94886}"/>
          </ac:inkMkLst>
        </pc:inkChg>
        <pc:inkChg chg="add del">
          <ac:chgData name="" userId="242feb3c33a8e7bf" providerId="LiveId" clId="{6C192596-F94B-4FAB-A38F-822CAE50B0CA}" dt="2023-03-22T16:05:28.445" v="227"/>
          <ac:inkMkLst>
            <pc:docMk/>
            <pc:sldMk cId="1308517110" sldId="257"/>
            <ac:inkMk id="124" creationId="{D197F174-3371-4785-A94B-204E6A147594}"/>
          </ac:inkMkLst>
        </pc:inkChg>
        <pc:inkChg chg="add">
          <ac:chgData name="" userId="242feb3c33a8e7bf" providerId="LiveId" clId="{6C192596-F94B-4FAB-A38F-822CAE50B0CA}" dt="2023-03-22T16:05:28.445" v="227"/>
          <ac:inkMkLst>
            <pc:docMk/>
            <pc:sldMk cId="1308517110" sldId="257"/>
            <ac:inkMk id="125" creationId="{C63FA930-7778-4413-AF72-6DD2C30EC82B}"/>
          </ac:inkMkLst>
        </pc:inkChg>
        <pc:inkChg chg="add del">
          <ac:chgData name="" userId="242feb3c33a8e7bf" providerId="LiveId" clId="{6C192596-F94B-4FAB-A38F-822CAE50B0CA}" dt="2023-03-22T16:05:34.111" v="233"/>
          <ac:inkMkLst>
            <pc:docMk/>
            <pc:sldMk cId="1308517110" sldId="257"/>
            <ac:inkMk id="126" creationId="{3FF02022-CDFB-42A3-9693-152866E454F2}"/>
          </ac:inkMkLst>
        </pc:inkChg>
        <pc:inkChg chg="add del">
          <ac:chgData name="" userId="242feb3c33a8e7bf" providerId="LiveId" clId="{6C192596-F94B-4FAB-A38F-822CAE50B0CA}" dt="2023-03-22T16:05:34.111" v="233"/>
          <ac:inkMkLst>
            <pc:docMk/>
            <pc:sldMk cId="1308517110" sldId="257"/>
            <ac:inkMk id="127" creationId="{0CA022A8-68CD-470E-B3C7-DBE4A0B93F3E}"/>
          </ac:inkMkLst>
        </pc:inkChg>
        <pc:inkChg chg="add del">
          <ac:chgData name="" userId="242feb3c33a8e7bf" providerId="LiveId" clId="{6C192596-F94B-4FAB-A38F-822CAE50B0CA}" dt="2023-03-22T16:05:34.111" v="233"/>
          <ac:inkMkLst>
            <pc:docMk/>
            <pc:sldMk cId="1308517110" sldId="257"/>
            <ac:inkMk id="128" creationId="{D25225A8-88D5-4A6C-B9C1-02B9ACB0B807}"/>
          </ac:inkMkLst>
        </pc:inkChg>
        <pc:inkChg chg="add del">
          <ac:chgData name="" userId="242feb3c33a8e7bf" providerId="LiveId" clId="{6C192596-F94B-4FAB-A38F-822CAE50B0CA}" dt="2023-03-22T16:05:34.111" v="233"/>
          <ac:inkMkLst>
            <pc:docMk/>
            <pc:sldMk cId="1308517110" sldId="257"/>
            <ac:inkMk id="129" creationId="{0F5387E7-6F6B-4BDC-A7FE-37F5804671FB}"/>
          </ac:inkMkLst>
        </pc:inkChg>
        <pc:inkChg chg="add del">
          <ac:chgData name="" userId="242feb3c33a8e7bf" providerId="LiveId" clId="{6C192596-F94B-4FAB-A38F-822CAE50B0CA}" dt="2023-03-22T16:05:34.111" v="233"/>
          <ac:inkMkLst>
            <pc:docMk/>
            <pc:sldMk cId="1308517110" sldId="257"/>
            <ac:inkMk id="130" creationId="{6B00EC12-9349-4244-81E3-F81C95C16248}"/>
          </ac:inkMkLst>
        </pc:inkChg>
        <pc:inkChg chg="add del">
          <ac:chgData name="" userId="242feb3c33a8e7bf" providerId="LiveId" clId="{6C192596-F94B-4FAB-A38F-822CAE50B0CA}" dt="2023-03-22T16:05:36.082" v="234"/>
          <ac:inkMkLst>
            <pc:docMk/>
            <pc:sldMk cId="1308517110" sldId="257"/>
            <ac:inkMk id="131" creationId="{0F85D59D-BB6C-40C6-811A-CAD218B763AC}"/>
          </ac:inkMkLst>
        </pc:inkChg>
        <pc:inkChg chg="add del">
          <ac:chgData name="" userId="242feb3c33a8e7bf" providerId="LiveId" clId="{6C192596-F94B-4FAB-A38F-822CAE50B0CA}" dt="2023-03-22T16:05:43.508" v="238"/>
          <ac:inkMkLst>
            <pc:docMk/>
            <pc:sldMk cId="1308517110" sldId="257"/>
            <ac:inkMk id="132" creationId="{88AFFA03-524B-4059-A8B3-062BF08ED807}"/>
          </ac:inkMkLst>
        </pc:inkChg>
        <pc:inkChg chg="add del">
          <ac:chgData name="" userId="242feb3c33a8e7bf" providerId="LiveId" clId="{6C192596-F94B-4FAB-A38F-822CAE50B0CA}" dt="2023-03-22T16:05:43.508" v="238"/>
          <ac:inkMkLst>
            <pc:docMk/>
            <pc:sldMk cId="1308517110" sldId="257"/>
            <ac:inkMk id="133" creationId="{816A8A81-1EA7-48E1-B2B4-2B0E1FB3F5CB}"/>
          </ac:inkMkLst>
        </pc:inkChg>
        <pc:inkChg chg="add del">
          <ac:chgData name="" userId="242feb3c33a8e7bf" providerId="LiveId" clId="{6C192596-F94B-4FAB-A38F-822CAE50B0CA}" dt="2023-03-22T16:05:43.508" v="238"/>
          <ac:inkMkLst>
            <pc:docMk/>
            <pc:sldMk cId="1308517110" sldId="257"/>
            <ac:inkMk id="134" creationId="{39C95AB0-D429-4C89-A400-EBF89DDB6CB6}"/>
          </ac:inkMkLst>
        </pc:inkChg>
        <pc:inkChg chg="add del">
          <ac:chgData name="" userId="242feb3c33a8e7bf" providerId="LiveId" clId="{6C192596-F94B-4FAB-A38F-822CAE50B0CA}" dt="2023-03-22T16:05:52.498" v="246"/>
          <ac:inkMkLst>
            <pc:docMk/>
            <pc:sldMk cId="1308517110" sldId="257"/>
            <ac:inkMk id="135" creationId="{1C9CFF6C-130D-4415-8299-A0814D4A68F1}"/>
          </ac:inkMkLst>
        </pc:inkChg>
        <pc:inkChg chg="add del">
          <ac:chgData name="" userId="242feb3c33a8e7bf" providerId="LiveId" clId="{6C192596-F94B-4FAB-A38F-822CAE50B0CA}" dt="2023-03-22T16:05:46.083" v="242"/>
          <ac:inkMkLst>
            <pc:docMk/>
            <pc:sldMk cId="1308517110" sldId="257"/>
            <ac:inkMk id="136" creationId="{58978F5C-2604-4198-B587-6EA63905CBCF}"/>
          </ac:inkMkLst>
        </pc:inkChg>
        <pc:inkChg chg="add del">
          <ac:chgData name="" userId="242feb3c33a8e7bf" providerId="LiveId" clId="{6C192596-F94B-4FAB-A38F-822CAE50B0CA}" dt="2023-03-22T16:05:46.083" v="241"/>
          <ac:inkMkLst>
            <pc:docMk/>
            <pc:sldMk cId="1308517110" sldId="257"/>
            <ac:inkMk id="137" creationId="{250E5B5A-6614-4E65-AB84-79C566F799CD}"/>
          </ac:inkMkLst>
        </pc:inkChg>
        <pc:inkChg chg="add del">
          <ac:chgData name="" userId="242feb3c33a8e7bf" providerId="LiveId" clId="{6C192596-F94B-4FAB-A38F-822CAE50B0CA}" dt="2023-03-22T16:05:52.498" v="246"/>
          <ac:inkMkLst>
            <pc:docMk/>
            <pc:sldMk cId="1308517110" sldId="257"/>
            <ac:inkMk id="138" creationId="{2A9C7F76-4BCE-41A5-AECE-342C0FAD5C4A}"/>
          </ac:inkMkLst>
        </pc:inkChg>
        <pc:inkChg chg="add del">
          <ac:chgData name="" userId="242feb3c33a8e7bf" providerId="LiveId" clId="{6C192596-F94B-4FAB-A38F-822CAE50B0CA}" dt="2023-03-22T16:05:52.498" v="246"/>
          <ac:inkMkLst>
            <pc:docMk/>
            <pc:sldMk cId="1308517110" sldId="257"/>
            <ac:inkMk id="139" creationId="{A7FCDA08-7EA3-45A4-8029-DEBED72A4B49}"/>
          </ac:inkMkLst>
        </pc:inkChg>
        <pc:inkChg chg="add del">
          <ac:chgData name="" userId="242feb3c33a8e7bf" providerId="LiveId" clId="{6C192596-F94B-4FAB-A38F-822CAE50B0CA}" dt="2023-03-22T16:05:52.498" v="246"/>
          <ac:inkMkLst>
            <pc:docMk/>
            <pc:sldMk cId="1308517110" sldId="257"/>
            <ac:inkMk id="140" creationId="{5B43AED7-0E85-4B2E-BBFF-748630D0154F}"/>
          </ac:inkMkLst>
        </pc:inkChg>
        <pc:inkChg chg="add del">
          <ac:chgData name="" userId="242feb3c33a8e7bf" providerId="LiveId" clId="{6C192596-F94B-4FAB-A38F-822CAE50B0CA}" dt="2023-03-22T16:05:55.601" v="247"/>
          <ac:inkMkLst>
            <pc:docMk/>
            <pc:sldMk cId="1308517110" sldId="257"/>
            <ac:inkMk id="141" creationId="{44DDD28A-A24F-4785-8370-3265543319C8}"/>
          </ac:inkMkLst>
        </pc:inkChg>
        <pc:inkChg chg="add del">
          <ac:chgData name="" userId="242feb3c33a8e7bf" providerId="LiveId" clId="{6C192596-F94B-4FAB-A38F-822CAE50B0CA}" dt="2023-03-22T16:06:01.022" v="250"/>
          <ac:inkMkLst>
            <pc:docMk/>
            <pc:sldMk cId="1308517110" sldId="257"/>
            <ac:inkMk id="142" creationId="{1A335351-AD2B-4361-90AF-9B4BC4CD60CB}"/>
          </ac:inkMkLst>
        </pc:inkChg>
        <pc:inkChg chg="add del">
          <ac:chgData name="" userId="242feb3c33a8e7bf" providerId="LiveId" clId="{6C192596-F94B-4FAB-A38F-822CAE50B0CA}" dt="2023-03-22T16:06:01.022" v="250"/>
          <ac:inkMkLst>
            <pc:docMk/>
            <pc:sldMk cId="1308517110" sldId="257"/>
            <ac:inkMk id="143" creationId="{54130185-7842-4256-829A-F3F08A6E352F}"/>
          </ac:inkMkLst>
        </pc:inkChg>
        <pc:inkChg chg="add">
          <ac:chgData name="" userId="242feb3c33a8e7bf" providerId="LiveId" clId="{6C192596-F94B-4FAB-A38F-822CAE50B0CA}" dt="2023-03-22T16:06:01.022" v="250"/>
          <ac:inkMkLst>
            <pc:docMk/>
            <pc:sldMk cId="1308517110" sldId="257"/>
            <ac:inkMk id="144" creationId="{E4643BFF-370C-4975-9324-8E9F2D324FC5}"/>
          </ac:inkMkLst>
        </pc:inkChg>
        <pc:inkChg chg="add del">
          <ac:chgData name="" userId="242feb3c33a8e7bf" providerId="LiveId" clId="{6C192596-F94B-4FAB-A38F-822CAE50B0CA}" dt="2023-03-22T16:06:06.443" v="253"/>
          <ac:inkMkLst>
            <pc:docMk/>
            <pc:sldMk cId="1308517110" sldId="257"/>
            <ac:inkMk id="145" creationId="{77E0FB7C-8968-4D28-90A1-F0AEB9790753}"/>
          </ac:inkMkLst>
        </pc:inkChg>
        <pc:inkChg chg="add del">
          <ac:chgData name="" userId="242feb3c33a8e7bf" providerId="LiveId" clId="{6C192596-F94B-4FAB-A38F-822CAE50B0CA}" dt="2023-03-22T16:06:06.443" v="253"/>
          <ac:inkMkLst>
            <pc:docMk/>
            <pc:sldMk cId="1308517110" sldId="257"/>
            <ac:inkMk id="146" creationId="{38176043-EE55-495C-BFED-A3A7F3E97A73}"/>
          </ac:inkMkLst>
        </pc:inkChg>
        <pc:inkChg chg="add del">
          <ac:chgData name="" userId="242feb3c33a8e7bf" providerId="LiveId" clId="{6C192596-F94B-4FAB-A38F-822CAE50B0CA}" dt="2023-03-22T16:06:07.745" v="255"/>
          <ac:inkMkLst>
            <pc:docMk/>
            <pc:sldMk cId="1308517110" sldId="257"/>
            <ac:inkMk id="147" creationId="{49D58E12-4EC3-4FE5-B4E5-748E34CEE581}"/>
          </ac:inkMkLst>
        </pc:inkChg>
        <pc:inkChg chg="add del">
          <ac:chgData name="" userId="242feb3c33a8e7bf" providerId="LiveId" clId="{6C192596-F94B-4FAB-A38F-822CAE50B0CA}" dt="2023-03-22T16:06:07.745" v="255"/>
          <ac:inkMkLst>
            <pc:docMk/>
            <pc:sldMk cId="1308517110" sldId="257"/>
            <ac:inkMk id="148" creationId="{DA53920A-50F9-4F06-B64A-C7E904590E25}"/>
          </ac:inkMkLst>
        </pc:inkChg>
        <pc:inkChg chg="add">
          <ac:chgData name="" userId="242feb3c33a8e7bf" providerId="LiveId" clId="{6C192596-F94B-4FAB-A38F-822CAE50B0CA}" dt="2023-03-22T16:06:07.745" v="255"/>
          <ac:inkMkLst>
            <pc:docMk/>
            <pc:sldMk cId="1308517110" sldId="257"/>
            <ac:inkMk id="149" creationId="{D9180AD7-0A02-48C4-9E64-89A337070FB0}"/>
          </ac:inkMkLst>
        </pc:inkChg>
        <pc:inkChg chg="add del">
          <ac:chgData name="" userId="242feb3c33a8e7bf" providerId="LiveId" clId="{6C192596-F94B-4FAB-A38F-822CAE50B0CA}" dt="2023-03-22T16:06:11.574" v="259"/>
          <ac:inkMkLst>
            <pc:docMk/>
            <pc:sldMk cId="1308517110" sldId="257"/>
            <ac:inkMk id="150" creationId="{3BDF7F5F-7D62-4127-9CCE-C02F0A02167A}"/>
          </ac:inkMkLst>
        </pc:inkChg>
        <pc:inkChg chg="add del">
          <ac:chgData name="" userId="242feb3c33a8e7bf" providerId="LiveId" clId="{6C192596-F94B-4FAB-A38F-822CAE50B0CA}" dt="2023-03-22T16:06:11.574" v="259"/>
          <ac:inkMkLst>
            <pc:docMk/>
            <pc:sldMk cId="1308517110" sldId="257"/>
            <ac:inkMk id="151" creationId="{CED5AD71-8EA2-43FC-A6B6-D7720AB69584}"/>
          </ac:inkMkLst>
        </pc:inkChg>
        <pc:inkChg chg="add del">
          <ac:chgData name="" userId="242feb3c33a8e7bf" providerId="LiveId" clId="{6C192596-F94B-4FAB-A38F-822CAE50B0CA}" dt="2023-03-22T16:06:11.574" v="259"/>
          <ac:inkMkLst>
            <pc:docMk/>
            <pc:sldMk cId="1308517110" sldId="257"/>
            <ac:inkMk id="152" creationId="{F761178B-8C10-43DA-8D31-376831FAAC4C}"/>
          </ac:inkMkLst>
        </pc:inkChg>
        <pc:inkChg chg="add">
          <ac:chgData name="" userId="242feb3c33a8e7bf" providerId="LiveId" clId="{6C192596-F94B-4FAB-A38F-822CAE50B0CA}" dt="2023-03-22T16:06:11.574" v="259"/>
          <ac:inkMkLst>
            <pc:docMk/>
            <pc:sldMk cId="1308517110" sldId="257"/>
            <ac:inkMk id="153" creationId="{CF7CECFA-C9F7-4B27-8E9A-117C309711EA}"/>
          </ac:inkMkLst>
        </pc:inkChg>
        <pc:inkChg chg="add">
          <ac:chgData name="" userId="242feb3c33a8e7bf" providerId="LiveId" clId="{6C192596-F94B-4FAB-A38F-822CAE50B0CA}" dt="2023-03-22T16:06:14.867" v="260"/>
          <ac:inkMkLst>
            <pc:docMk/>
            <pc:sldMk cId="1308517110" sldId="257"/>
            <ac:inkMk id="154" creationId="{32B47B02-B766-475D-A5B7-540CC1CACF91}"/>
          </ac:inkMkLst>
        </pc:inkChg>
        <pc:inkChg chg="add del">
          <ac:chgData name="" userId="242feb3c33a8e7bf" providerId="LiveId" clId="{6C192596-F94B-4FAB-A38F-822CAE50B0CA}" dt="2023-03-22T16:06:21.824" v="266"/>
          <ac:inkMkLst>
            <pc:docMk/>
            <pc:sldMk cId="1308517110" sldId="257"/>
            <ac:inkMk id="155" creationId="{C5E171A5-0376-4C77-9D91-853C68916C73}"/>
          </ac:inkMkLst>
        </pc:inkChg>
        <pc:inkChg chg="add del">
          <ac:chgData name="" userId="242feb3c33a8e7bf" providerId="LiveId" clId="{6C192596-F94B-4FAB-A38F-822CAE50B0CA}" dt="2023-03-22T16:06:21.824" v="266"/>
          <ac:inkMkLst>
            <pc:docMk/>
            <pc:sldMk cId="1308517110" sldId="257"/>
            <ac:inkMk id="156" creationId="{97AA6A28-AA9E-475D-B261-7C1B6BCFCCFA}"/>
          </ac:inkMkLst>
        </pc:inkChg>
        <pc:inkChg chg="add del">
          <ac:chgData name="" userId="242feb3c33a8e7bf" providerId="LiveId" clId="{6C192596-F94B-4FAB-A38F-822CAE50B0CA}" dt="2023-03-22T16:06:21.824" v="266"/>
          <ac:inkMkLst>
            <pc:docMk/>
            <pc:sldMk cId="1308517110" sldId="257"/>
            <ac:inkMk id="157" creationId="{B7BB8922-FBB8-4C0F-AC0A-3BB8B8BC09DF}"/>
          </ac:inkMkLst>
        </pc:inkChg>
        <pc:inkChg chg="add del">
          <ac:chgData name="" userId="242feb3c33a8e7bf" providerId="LiveId" clId="{6C192596-F94B-4FAB-A38F-822CAE50B0CA}" dt="2023-03-22T16:06:21.824" v="266"/>
          <ac:inkMkLst>
            <pc:docMk/>
            <pc:sldMk cId="1308517110" sldId="257"/>
            <ac:inkMk id="158" creationId="{8B7E9DD1-2C67-467F-A5B7-D2196D14E413}"/>
          </ac:inkMkLst>
        </pc:inkChg>
        <pc:inkChg chg="add del">
          <ac:chgData name="" userId="242feb3c33a8e7bf" providerId="LiveId" clId="{6C192596-F94B-4FAB-A38F-822CAE50B0CA}" dt="2023-03-22T16:06:21.824" v="266"/>
          <ac:inkMkLst>
            <pc:docMk/>
            <pc:sldMk cId="1308517110" sldId="257"/>
            <ac:inkMk id="159" creationId="{D1D84A0F-4EE7-41CC-BF1F-F1018CC8FD3C}"/>
          </ac:inkMkLst>
        </pc:inkChg>
        <pc:inkChg chg="add">
          <ac:chgData name="" userId="242feb3c33a8e7bf" providerId="LiveId" clId="{6C192596-F94B-4FAB-A38F-822CAE50B0CA}" dt="2023-03-22T16:06:21.824" v="266"/>
          <ac:inkMkLst>
            <pc:docMk/>
            <pc:sldMk cId="1308517110" sldId="257"/>
            <ac:inkMk id="160" creationId="{B33BBF04-6AB7-4FF2-BCAF-EB4EA8CF93E2}"/>
          </ac:inkMkLst>
        </pc:inkChg>
        <pc:inkChg chg="add">
          <ac:chgData name="" userId="242feb3c33a8e7bf" providerId="LiveId" clId="{6C192596-F94B-4FAB-A38F-822CAE50B0CA}" dt="2023-03-22T16:06:21.824" v="266"/>
          <ac:inkMkLst>
            <pc:docMk/>
            <pc:sldMk cId="1308517110" sldId="257"/>
            <ac:inkMk id="161" creationId="{B1F1F8B8-B013-4843-8A5D-88705BF267B2}"/>
          </ac:inkMkLst>
        </pc:inkChg>
        <pc:inkChg chg="add del">
          <ac:chgData name="" userId="242feb3c33a8e7bf" providerId="LiveId" clId="{6C192596-F94B-4FAB-A38F-822CAE50B0CA}" dt="2023-03-22T16:06:27.063" v="269"/>
          <ac:inkMkLst>
            <pc:docMk/>
            <pc:sldMk cId="1308517110" sldId="257"/>
            <ac:inkMk id="162" creationId="{1F142421-A6D0-43BA-82D3-AB49E9396109}"/>
          </ac:inkMkLst>
        </pc:inkChg>
        <pc:inkChg chg="add del">
          <ac:chgData name="" userId="242feb3c33a8e7bf" providerId="LiveId" clId="{6C192596-F94B-4FAB-A38F-822CAE50B0CA}" dt="2023-03-22T16:06:27.063" v="269"/>
          <ac:inkMkLst>
            <pc:docMk/>
            <pc:sldMk cId="1308517110" sldId="257"/>
            <ac:inkMk id="163" creationId="{DE6D50F9-409D-43CA-B31F-9EA8850148D0}"/>
          </ac:inkMkLst>
        </pc:inkChg>
        <pc:inkChg chg="add">
          <ac:chgData name="" userId="242feb3c33a8e7bf" providerId="LiveId" clId="{6C192596-F94B-4FAB-A38F-822CAE50B0CA}" dt="2023-03-22T16:06:27.063" v="269"/>
          <ac:inkMkLst>
            <pc:docMk/>
            <pc:sldMk cId="1308517110" sldId="257"/>
            <ac:inkMk id="164" creationId="{A76DDBC8-9AD2-4E78-B38E-AE89020CBED5}"/>
          </ac:inkMkLst>
        </pc:inkChg>
        <pc:inkChg chg="add del">
          <ac:chgData name="" userId="242feb3c33a8e7bf" providerId="LiveId" clId="{6C192596-F94B-4FAB-A38F-822CAE50B0CA}" dt="2023-03-22T16:06:32.454" v="272"/>
          <ac:inkMkLst>
            <pc:docMk/>
            <pc:sldMk cId="1308517110" sldId="257"/>
            <ac:inkMk id="165" creationId="{2E14B556-AD60-467A-A13B-8B716D828184}"/>
          </ac:inkMkLst>
        </pc:inkChg>
        <pc:inkChg chg="add del">
          <ac:chgData name="" userId="242feb3c33a8e7bf" providerId="LiveId" clId="{6C192596-F94B-4FAB-A38F-822CAE50B0CA}" dt="2023-03-22T16:06:32.455" v="273"/>
          <ac:inkMkLst>
            <pc:docMk/>
            <pc:sldMk cId="1308517110" sldId="257"/>
            <ac:inkMk id="166" creationId="{EF8A904C-A449-468E-AF94-96F247AA20F0}"/>
          </ac:inkMkLst>
        </pc:inkChg>
        <pc:inkChg chg="add del">
          <ac:chgData name="" userId="242feb3c33a8e7bf" providerId="LiveId" clId="{6C192596-F94B-4FAB-A38F-822CAE50B0CA}" dt="2023-03-22T16:06:35.631" v="276"/>
          <ac:inkMkLst>
            <pc:docMk/>
            <pc:sldMk cId="1308517110" sldId="257"/>
            <ac:inkMk id="167" creationId="{E51B0401-7C22-4ABC-A952-7CC6E4EFA103}"/>
          </ac:inkMkLst>
        </pc:inkChg>
        <pc:inkChg chg="add del">
          <ac:chgData name="" userId="242feb3c33a8e7bf" providerId="LiveId" clId="{6C192596-F94B-4FAB-A38F-822CAE50B0CA}" dt="2023-03-22T16:06:35.631" v="276"/>
          <ac:inkMkLst>
            <pc:docMk/>
            <pc:sldMk cId="1308517110" sldId="257"/>
            <ac:inkMk id="168" creationId="{C84E4863-DBAE-47F7-A6FB-828810BF4874}"/>
          </ac:inkMkLst>
        </pc:inkChg>
        <pc:inkChg chg="add del">
          <ac:chgData name="" userId="242feb3c33a8e7bf" providerId="LiveId" clId="{6C192596-F94B-4FAB-A38F-822CAE50B0CA}" dt="2023-03-22T16:06:36.721" v="277"/>
          <ac:inkMkLst>
            <pc:docMk/>
            <pc:sldMk cId="1308517110" sldId="257"/>
            <ac:inkMk id="169" creationId="{5B6059A8-04A3-4ED7-BC51-9103A448535A}"/>
          </ac:inkMkLst>
        </pc:inkChg>
        <pc:inkChg chg="add del">
          <ac:chgData name="" userId="242feb3c33a8e7bf" providerId="LiveId" clId="{6C192596-F94B-4FAB-A38F-822CAE50B0CA}" dt="2023-03-22T16:25:44.941" v="279"/>
          <ac:inkMkLst>
            <pc:docMk/>
            <pc:sldMk cId="1308517110" sldId="257"/>
            <ac:inkMk id="170" creationId="{A7CEF55F-44A3-40AA-B25A-D876F15DFE56}"/>
          </ac:inkMkLst>
        </pc:inkChg>
        <pc:inkChg chg="add del">
          <ac:chgData name="" userId="242feb3c33a8e7bf" providerId="LiveId" clId="{6C192596-F94B-4FAB-A38F-822CAE50B0CA}" dt="2023-03-22T16:25:48.614" v="281"/>
          <ac:inkMkLst>
            <pc:docMk/>
            <pc:sldMk cId="1308517110" sldId="257"/>
            <ac:inkMk id="171" creationId="{BB54F701-DBD3-4A16-9A1A-B46A347C5BEC}"/>
          </ac:inkMkLst>
        </pc:inkChg>
        <pc:inkChg chg="add del">
          <ac:chgData name="" userId="242feb3c33a8e7bf" providerId="LiveId" clId="{6C192596-F94B-4FAB-A38F-822CAE50B0CA}" dt="2023-03-22T16:25:53.907" v="285"/>
          <ac:inkMkLst>
            <pc:docMk/>
            <pc:sldMk cId="1308517110" sldId="257"/>
            <ac:inkMk id="172" creationId="{9D7D0CBA-1C74-447C-877A-080F57435969}"/>
          </ac:inkMkLst>
        </pc:inkChg>
        <pc:inkChg chg="add del">
          <ac:chgData name="" userId="242feb3c33a8e7bf" providerId="LiveId" clId="{6C192596-F94B-4FAB-A38F-822CAE50B0CA}" dt="2023-03-22T16:25:53.907" v="285"/>
          <ac:inkMkLst>
            <pc:docMk/>
            <pc:sldMk cId="1308517110" sldId="257"/>
            <ac:inkMk id="173" creationId="{54F9E111-33E9-4DC6-AEA8-218A82853EFB}"/>
          </ac:inkMkLst>
        </pc:inkChg>
        <pc:inkChg chg="add del">
          <ac:chgData name="" userId="242feb3c33a8e7bf" providerId="LiveId" clId="{6C192596-F94B-4FAB-A38F-822CAE50B0CA}" dt="2023-03-22T16:25:53.907" v="285"/>
          <ac:inkMkLst>
            <pc:docMk/>
            <pc:sldMk cId="1308517110" sldId="257"/>
            <ac:inkMk id="174" creationId="{822658EA-DDE7-4C89-83F4-939E01EACA9B}"/>
          </ac:inkMkLst>
        </pc:inkChg>
        <pc:inkChg chg="add">
          <ac:chgData name="" userId="242feb3c33a8e7bf" providerId="LiveId" clId="{6C192596-F94B-4FAB-A38F-822CAE50B0CA}" dt="2023-03-22T16:25:53.907" v="285"/>
          <ac:inkMkLst>
            <pc:docMk/>
            <pc:sldMk cId="1308517110" sldId="257"/>
            <ac:inkMk id="175" creationId="{A85AA598-59CE-47C8-AA2D-01B8284C3EF9}"/>
          </ac:inkMkLst>
        </pc:inkChg>
        <pc:inkChg chg="add del">
          <ac:chgData name="" userId="242feb3c33a8e7bf" providerId="LiveId" clId="{6C192596-F94B-4FAB-A38F-822CAE50B0CA}" dt="2023-03-22T16:26:02.540" v="293"/>
          <ac:inkMkLst>
            <pc:docMk/>
            <pc:sldMk cId="1308517110" sldId="257"/>
            <ac:inkMk id="176" creationId="{2592DEA6-12A1-4DB1-A7D8-479DC18A0263}"/>
          </ac:inkMkLst>
        </pc:inkChg>
        <pc:inkChg chg="add del">
          <ac:chgData name="" userId="242feb3c33a8e7bf" providerId="LiveId" clId="{6C192596-F94B-4FAB-A38F-822CAE50B0CA}" dt="2023-03-22T16:26:02.540" v="293"/>
          <ac:inkMkLst>
            <pc:docMk/>
            <pc:sldMk cId="1308517110" sldId="257"/>
            <ac:inkMk id="177" creationId="{280B265E-398C-414A-9190-557191A44099}"/>
          </ac:inkMkLst>
        </pc:inkChg>
        <pc:inkChg chg="add del">
          <ac:chgData name="" userId="242feb3c33a8e7bf" providerId="LiveId" clId="{6C192596-F94B-4FAB-A38F-822CAE50B0CA}" dt="2023-03-22T16:26:02.540" v="293"/>
          <ac:inkMkLst>
            <pc:docMk/>
            <pc:sldMk cId="1308517110" sldId="257"/>
            <ac:inkMk id="178" creationId="{524973C9-CF0C-4E81-B371-58843FB30124}"/>
          </ac:inkMkLst>
        </pc:inkChg>
        <pc:inkChg chg="add del">
          <ac:chgData name="" userId="242feb3c33a8e7bf" providerId="LiveId" clId="{6C192596-F94B-4FAB-A38F-822CAE50B0CA}" dt="2023-03-22T16:26:02.540" v="293"/>
          <ac:inkMkLst>
            <pc:docMk/>
            <pc:sldMk cId="1308517110" sldId="257"/>
            <ac:inkMk id="179" creationId="{765D39D8-D7E1-43A7-86DF-922D2AD39532}"/>
          </ac:inkMkLst>
        </pc:inkChg>
        <pc:inkChg chg="add del">
          <ac:chgData name="" userId="242feb3c33a8e7bf" providerId="LiveId" clId="{6C192596-F94B-4FAB-A38F-822CAE50B0CA}" dt="2023-03-22T16:26:02.540" v="293"/>
          <ac:inkMkLst>
            <pc:docMk/>
            <pc:sldMk cId="1308517110" sldId="257"/>
            <ac:inkMk id="180" creationId="{B09B3767-F3C2-40AB-A394-7896156A30CD}"/>
          </ac:inkMkLst>
        </pc:inkChg>
        <pc:inkChg chg="add del">
          <ac:chgData name="" userId="242feb3c33a8e7bf" providerId="LiveId" clId="{6C192596-F94B-4FAB-A38F-822CAE50B0CA}" dt="2023-03-22T16:26:02.540" v="293"/>
          <ac:inkMkLst>
            <pc:docMk/>
            <pc:sldMk cId="1308517110" sldId="257"/>
            <ac:inkMk id="181" creationId="{929F0E04-2AF3-456A-A2A7-5B34F0FC57EC}"/>
          </ac:inkMkLst>
        </pc:inkChg>
        <pc:inkChg chg="add del">
          <ac:chgData name="" userId="242feb3c33a8e7bf" providerId="LiveId" clId="{6C192596-F94B-4FAB-A38F-822CAE50B0CA}" dt="2023-03-22T16:26:02.540" v="293"/>
          <ac:inkMkLst>
            <pc:docMk/>
            <pc:sldMk cId="1308517110" sldId="257"/>
            <ac:inkMk id="182" creationId="{A11AA870-FCE8-4DF6-8B67-DEC3006500DB}"/>
          </ac:inkMkLst>
        </pc:inkChg>
        <pc:inkChg chg="add">
          <ac:chgData name="" userId="242feb3c33a8e7bf" providerId="LiveId" clId="{6C192596-F94B-4FAB-A38F-822CAE50B0CA}" dt="2023-03-22T16:26:02.540" v="293"/>
          <ac:inkMkLst>
            <pc:docMk/>
            <pc:sldMk cId="1308517110" sldId="257"/>
            <ac:inkMk id="183" creationId="{12116FEE-600A-49D4-B4BA-D9EFFB0EFEC7}"/>
          </ac:inkMkLst>
        </pc:inkChg>
        <pc:inkChg chg="add">
          <ac:chgData name="" userId="242feb3c33a8e7bf" providerId="LiveId" clId="{6C192596-F94B-4FAB-A38F-822CAE50B0CA}" dt="2023-03-22T16:26:02.540" v="293"/>
          <ac:inkMkLst>
            <pc:docMk/>
            <pc:sldMk cId="1308517110" sldId="257"/>
            <ac:inkMk id="184" creationId="{2CB69C3F-003A-49D2-97D8-F595A6101179}"/>
          </ac:inkMkLst>
        </pc:inkChg>
        <pc:inkChg chg="add del">
          <ac:chgData name="" userId="242feb3c33a8e7bf" providerId="LiveId" clId="{6C192596-F94B-4FAB-A38F-822CAE50B0CA}" dt="2023-03-22T16:26:06.985" v="297"/>
          <ac:inkMkLst>
            <pc:docMk/>
            <pc:sldMk cId="1308517110" sldId="257"/>
            <ac:inkMk id="185" creationId="{C7DD655F-D095-40FE-9137-DF66CE2C62AF}"/>
          </ac:inkMkLst>
        </pc:inkChg>
        <pc:inkChg chg="add del">
          <ac:chgData name="" userId="242feb3c33a8e7bf" providerId="LiveId" clId="{6C192596-F94B-4FAB-A38F-822CAE50B0CA}" dt="2023-03-22T16:26:06.985" v="297"/>
          <ac:inkMkLst>
            <pc:docMk/>
            <pc:sldMk cId="1308517110" sldId="257"/>
            <ac:inkMk id="186" creationId="{BFE17150-0CE5-4498-B62E-4207978508B4}"/>
          </ac:inkMkLst>
        </pc:inkChg>
        <pc:inkChg chg="add del">
          <ac:chgData name="" userId="242feb3c33a8e7bf" providerId="LiveId" clId="{6C192596-F94B-4FAB-A38F-822CAE50B0CA}" dt="2023-03-22T16:26:06.985" v="297"/>
          <ac:inkMkLst>
            <pc:docMk/>
            <pc:sldMk cId="1308517110" sldId="257"/>
            <ac:inkMk id="187" creationId="{1B443F2C-B2F1-4306-A262-671022C4D93F}"/>
          </ac:inkMkLst>
        </pc:inkChg>
        <pc:inkChg chg="add">
          <ac:chgData name="" userId="242feb3c33a8e7bf" providerId="LiveId" clId="{6C192596-F94B-4FAB-A38F-822CAE50B0CA}" dt="2023-03-22T16:26:06.985" v="297"/>
          <ac:inkMkLst>
            <pc:docMk/>
            <pc:sldMk cId="1308517110" sldId="257"/>
            <ac:inkMk id="188" creationId="{A4583C9A-E921-4CE0-B3C5-C04B38ECB52A}"/>
          </ac:inkMkLst>
        </pc:inkChg>
        <pc:inkChg chg="add del">
          <ac:chgData name="" userId="242feb3c33a8e7bf" providerId="LiveId" clId="{6C192596-F94B-4FAB-A38F-822CAE50B0CA}" dt="2023-03-22T16:26:11.519" v="301"/>
          <ac:inkMkLst>
            <pc:docMk/>
            <pc:sldMk cId="1308517110" sldId="257"/>
            <ac:inkMk id="189" creationId="{4BC990AA-E6B6-40C9-B224-E3339062C5C1}"/>
          </ac:inkMkLst>
        </pc:inkChg>
        <pc:inkChg chg="add del">
          <ac:chgData name="" userId="242feb3c33a8e7bf" providerId="LiveId" clId="{6C192596-F94B-4FAB-A38F-822CAE50B0CA}" dt="2023-03-22T16:26:11.519" v="301"/>
          <ac:inkMkLst>
            <pc:docMk/>
            <pc:sldMk cId="1308517110" sldId="257"/>
            <ac:inkMk id="190" creationId="{6EE6E384-7D2B-4010-95F1-58CB564E901C}"/>
          </ac:inkMkLst>
        </pc:inkChg>
        <pc:inkChg chg="add del">
          <ac:chgData name="" userId="242feb3c33a8e7bf" providerId="LiveId" clId="{6C192596-F94B-4FAB-A38F-822CAE50B0CA}" dt="2023-03-22T16:26:11.519" v="301"/>
          <ac:inkMkLst>
            <pc:docMk/>
            <pc:sldMk cId="1308517110" sldId="257"/>
            <ac:inkMk id="191" creationId="{098ABDE6-97C8-4EFC-B5CB-6F121F7E97F3}"/>
          </ac:inkMkLst>
        </pc:inkChg>
        <pc:inkChg chg="add">
          <ac:chgData name="" userId="242feb3c33a8e7bf" providerId="LiveId" clId="{6C192596-F94B-4FAB-A38F-822CAE50B0CA}" dt="2023-03-22T16:26:11.519" v="301"/>
          <ac:inkMkLst>
            <pc:docMk/>
            <pc:sldMk cId="1308517110" sldId="257"/>
            <ac:inkMk id="192" creationId="{B112CBA0-77CB-4E04-8A03-D778839FB94E}"/>
          </ac:inkMkLst>
        </pc:inkChg>
        <pc:inkChg chg="add del">
          <ac:chgData name="" userId="242feb3c33a8e7bf" providerId="LiveId" clId="{6C192596-F94B-4FAB-A38F-822CAE50B0CA}" dt="2023-03-22T16:26:16.916" v="307"/>
          <ac:inkMkLst>
            <pc:docMk/>
            <pc:sldMk cId="1308517110" sldId="257"/>
            <ac:inkMk id="193" creationId="{C1935B66-63F4-45C0-B8DD-85743579168B}"/>
          </ac:inkMkLst>
        </pc:inkChg>
        <pc:inkChg chg="add del">
          <ac:chgData name="" userId="242feb3c33a8e7bf" providerId="LiveId" clId="{6C192596-F94B-4FAB-A38F-822CAE50B0CA}" dt="2023-03-22T16:26:16.916" v="307"/>
          <ac:inkMkLst>
            <pc:docMk/>
            <pc:sldMk cId="1308517110" sldId="257"/>
            <ac:inkMk id="194" creationId="{195BCF0D-8427-4F92-9864-B11CBBE8E102}"/>
          </ac:inkMkLst>
        </pc:inkChg>
        <pc:inkChg chg="add del">
          <ac:chgData name="" userId="242feb3c33a8e7bf" providerId="LiveId" clId="{6C192596-F94B-4FAB-A38F-822CAE50B0CA}" dt="2023-03-22T16:26:16.916" v="307"/>
          <ac:inkMkLst>
            <pc:docMk/>
            <pc:sldMk cId="1308517110" sldId="257"/>
            <ac:inkMk id="195" creationId="{C4BDF86B-72C8-4186-BA48-3E9208F86A67}"/>
          </ac:inkMkLst>
        </pc:inkChg>
        <pc:inkChg chg="add del">
          <ac:chgData name="" userId="242feb3c33a8e7bf" providerId="LiveId" clId="{6C192596-F94B-4FAB-A38F-822CAE50B0CA}" dt="2023-03-22T16:26:16.916" v="307"/>
          <ac:inkMkLst>
            <pc:docMk/>
            <pc:sldMk cId="1308517110" sldId="257"/>
            <ac:inkMk id="196" creationId="{E95B7140-3ED1-4E08-8D13-B9B34D78AB60}"/>
          </ac:inkMkLst>
        </pc:inkChg>
        <pc:inkChg chg="add del">
          <ac:chgData name="" userId="242feb3c33a8e7bf" providerId="LiveId" clId="{6C192596-F94B-4FAB-A38F-822CAE50B0CA}" dt="2023-03-22T16:26:16.916" v="307"/>
          <ac:inkMkLst>
            <pc:docMk/>
            <pc:sldMk cId="1308517110" sldId="257"/>
            <ac:inkMk id="197" creationId="{83614C39-073C-4339-8C7D-E8D3424B7451}"/>
          </ac:inkMkLst>
        </pc:inkChg>
        <pc:inkChg chg="add">
          <ac:chgData name="" userId="242feb3c33a8e7bf" providerId="LiveId" clId="{6C192596-F94B-4FAB-A38F-822CAE50B0CA}" dt="2023-03-22T16:26:16.916" v="307"/>
          <ac:inkMkLst>
            <pc:docMk/>
            <pc:sldMk cId="1308517110" sldId="257"/>
            <ac:inkMk id="198" creationId="{6E1D1DDC-292B-4831-BBE1-8D96F4619969}"/>
          </ac:inkMkLst>
        </pc:inkChg>
        <pc:inkChg chg="add">
          <ac:chgData name="" userId="242feb3c33a8e7bf" providerId="LiveId" clId="{6C192596-F94B-4FAB-A38F-822CAE50B0CA}" dt="2023-03-22T16:26:16.916" v="307"/>
          <ac:inkMkLst>
            <pc:docMk/>
            <pc:sldMk cId="1308517110" sldId="257"/>
            <ac:inkMk id="199" creationId="{55F1210D-B6A8-475F-82B1-4C99FB687014}"/>
          </ac:inkMkLst>
        </pc:inkChg>
        <pc:inkChg chg="add">
          <ac:chgData name="" userId="242feb3c33a8e7bf" providerId="LiveId" clId="{6C192596-F94B-4FAB-A38F-822CAE50B0CA}" dt="2023-03-22T16:26:20.498" v="308"/>
          <ac:inkMkLst>
            <pc:docMk/>
            <pc:sldMk cId="1308517110" sldId="257"/>
            <ac:inkMk id="200" creationId="{36F7D106-146B-428A-93D8-C46F6D4AAB56}"/>
          </ac:inkMkLst>
        </pc:inkChg>
        <pc:inkChg chg="add">
          <ac:chgData name="" userId="242feb3c33a8e7bf" providerId="LiveId" clId="{6C192596-F94B-4FAB-A38F-822CAE50B0CA}" dt="2023-03-22T16:26:24.079" v="309"/>
          <ac:inkMkLst>
            <pc:docMk/>
            <pc:sldMk cId="1308517110" sldId="257"/>
            <ac:inkMk id="201" creationId="{6C73E13D-B6E9-4879-94D2-9A775BED6C65}"/>
          </ac:inkMkLst>
        </pc:inkChg>
        <pc:inkChg chg="add del">
          <ac:chgData name="" userId="242feb3c33a8e7bf" providerId="LiveId" clId="{6C192596-F94B-4FAB-A38F-822CAE50B0CA}" dt="2023-03-22T16:26:27.683" v="313"/>
          <ac:inkMkLst>
            <pc:docMk/>
            <pc:sldMk cId="1308517110" sldId="257"/>
            <ac:inkMk id="202" creationId="{6E420781-68C7-492A-BB39-8D35DD9EDA3E}"/>
          </ac:inkMkLst>
        </pc:inkChg>
        <pc:inkChg chg="add del">
          <ac:chgData name="" userId="242feb3c33a8e7bf" providerId="LiveId" clId="{6C192596-F94B-4FAB-A38F-822CAE50B0CA}" dt="2023-03-22T16:26:27.683" v="313"/>
          <ac:inkMkLst>
            <pc:docMk/>
            <pc:sldMk cId="1308517110" sldId="257"/>
            <ac:inkMk id="203" creationId="{67D31BE0-BF08-49AA-BFB2-BDEF2B59E377}"/>
          </ac:inkMkLst>
        </pc:inkChg>
        <pc:inkChg chg="add del">
          <ac:chgData name="" userId="242feb3c33a8e7bf" providerId="LiveId" clId="{6C192596-F94B-4FAB-A38F-822CAE50B0CA}" dt="2023-03-22T16:26:27.683" v="313"/>
          <ac:inkMkLst>
            <pc:docMk/>
            <pc:sldMk cId="1308517110" sldId="257"/>
            <ac:inkMk id="204" creationId="{F91D2929-3289-43B3-81FC-BF15EE4F155B}"/>
          </ac:inkMkLst>
        </pc:inkChg>
        <pc:inkChg chg="add">
          <ac:chgData name="" userId="242feb3c33a8e7bf" providerId="LiveId" clId="{6C192596-F94B-4FAB-A38F-822CAE50B0CA}" dt="2023-03-22T16:26:27.683" v="313"/>
          <ac:inkMkLst>
            <pc:docMk/>
            <pc:sldMk cId="1308517110" sldId="257"/>
            <ac:inkMk id="205" creationId="{CFBE4849-48FF-4F0A-AC38-1B0509AAAF3E}"/>
          </ac:inkMkLst>
        </pc:inkChg>
        <pc:inkChg chg="add del">
          <ac:chgData name="" userId="242feb3c33a8e7bf" providerId="LiveId" clId="{6C192596-F94B-4FAB-A38F-822CAE50B0CA}" dt="2023-03-22T16:26:31.034" v="317"/>
          <ac:inkMkLst>
            <pc:docMk/>
            <pc:sldMk cId="1308517110" sldId="257"/>
            <ac:inkMk id="206" creationId="{FDA78FD4-B4D1-49E8-AB19-0AA593443480}"/>
          </ac:inkMkLst>
        </pc:inkChg>
        <pc:inkChg chg="add del">
          <ac:chgData name="" userId="242feb3c33a8e7bf" providerId="LiveId" clId="{6C192596-F94B-4FAB-A38F-822CAE50B0CA}" dt="2023-03-22T16:26:31.034" v="316"/>
          <ac:inkMkLst>
            <pc:docMk/>
            <pc:sldMk cId="1308517110" sldId="257"/>
            <ac:inkMk id="207" creationId="{73CC78BB-163E-4565-B10C-DD8AA49EBC0D}"/>
          </ac:inkMkLst>
        </pc:inkChg>
        <pc:inkChg chg="add del">
          <ac:chgData name="" userId="242feb3c33a8e7bf" providerId="LiveId" clId="{6C192596-F94B-4FAB-A38F-822CAE50B0CA}" dt="2023-03-22T16:26:35.820" v="321"/>
          <ac:inkMkLst>
            <pc:docMk/>
            <pc:sldMk cId="1308517110" sldId="257"/>
            <ac:inkMk id="208" creationId="{B7C17F0B-47EE-4B5F-B1E9-B8795B879E81}"/>
          </ac:inkMkLst>
        </pc:inkChg>
        <pc:inkChg chg="add del">
          <ac:chgData name="" userId="242feb3c33a8e7bf" providerId="LiveId" clId="{6C192596-F94B-4FAB-A38F-822CAE50B0CA}" dt="2023-03-22T16:26:35.820" v="321"/>
          <ac:inkMkLst>
            <pc:docMk/>
            <pc:sldMk cId="1308517110" sldId="257"/>
            <ac:inkMk id="209" creationId="{97A4CBB7-84E1-419E-8100-57A6F99977F0}"/>
          </ac:inkMkLst>
        </pc:inkChg>
        <pc:inkChg chg="add del">
          <ac:chgData name="" userId="242feb3c33a8e7bf" providerId="LiveId" clId="{6C192596-F94B-4FAB-A38F-822CAE50B0CA}" dt="2023-03-22T16:26:35.820" v="321"/>
          <ac:inkMkLst>
            <pc:docMk/>
            <pc:sldMk cId="1308517110" sldId="257"/>
            <ac:inkMk id="210" creationId="{A1F22C5E-FA35-4B08-8440-63C7DD79EDCB}"/>
          </ac:inkMkLst>
        </pc:inkChg>
        <pc:inkChg chg="add">
          <ac:chgData name="" userId="242feb3c33a8e7bf" providerId="LiveId" clId="{6C192596-F94B-4FAB-A38F-822CAE50B0CA}" dt="2023-03-22T16:26:35.820" v="321"/>
          <ac:inkMkLst>
            <pc:docMk/>
            <pc:sldMk cId="1308517110" sldId="257"/>
            <ac:inkMk id="211" creationId="{D2E5D0EF-B276-4F98-B057-89FC41CB7A22}"/>
          </ac:inkMkLst>
        </pc:inkChg>
        <pc:inkChg chg="add del">
          <ac:chgData name="" userId="242feb3c33a8e7bf" providerId="LiveId" clId="{6C192596-F94B-4FAB-A38F-822CAE50B0CA}" dt="2023-03-22T16:26:38.612" v="324"/>
          <ac:inkMkLst>
            <pc:docMk/>
            <pc:sldMk cId="1308517110" sldId="257"/>
            <ac:inkMk id="212" creationId="{380BDCA7-2D28-425C-BEF9-F97E34682927}"/>
          </ac:inkMkLst>
        </pc:inkChg>
        <pc:inkChg chg="add del">
          <ac:chgData name="" userId="242feb3c33a8e7bf" providerId="LiveId" clId="{6C192596-F94B-4FAB-A38F-822CAE50B0CA}" dt="2023-03-22T16:26:38.612" v="324"/>
          <ac:inkMkLst>
            <pc:docMk/>
            <pc:sldMk cId="1308517110" sldId="257"/>
            <ac:inkMk id="213" creationId="{A2BF5344-EA5F-4F36-8E73-D10F0160F952}"/>
          </ac:inkMkLst>
        </pc:inkChg>
        <pc:inkChg chg="add del">
          <ac:chgData name="" userId="242feb3c33a8e7bf" providerId="LiveId" clId="{6C192596-F94B-4FAB-A38F-822CAE50B0CA}" dt="2023-03-22T16:26:39.050" v="325"/>
          <ac:inkMkLst>
            <pc:docMk/>
            <pc:sldMk cId="1308517110" sldId="257"/>
            <ac:inkMk id="214" creationId="{DB1AE401-D41B-41FB-9332-5797F1C29501}"/>
          </ac:inkMkLst>
        </pc:inkChg>
        <pc:inkChg chg="add del">
          <ac:chgData name="" userId="242feb3c33a8e7bf" providerId="LiveId" clId="{6C192596-F94B-4FAB-A38F-822CAE50B0CA}" dt="2023-03-22T16:26:43.183" v="329"/>
          <ac:inkMkLst>
            <pc:docMk/>
            <pc:sldMk cId="1308517110" sldId="257"/>
            <ac:inkMk id="215" creationId="{D6AF9206-86C3-4040-86E0-708E8236C8BB}"/>
          </ac:inkMkLst>
        </pc:inkChg>
        <pc:inkChg chg="add del">
          <ac:chgData name="" userId="242feb3c33a8e7bf" providerId="LiveId" clId="{6C192596-F94B-4FAB-A38F-822CAE50B0CA}" dt="2023-03-22T16:26:43.183" v="329"/>
          <ac:inkMkLst>
            <pc:docMk/>
            <pc:sldMk cId="1308517110" sldId="257"/>
            <ac:inkMk id="216" creationId="{41DD913D-C50F-4607-AAF6-C725E692D070}"/>
          </ac:inkMkLst>
        </pc:inkChg>
        <pc:inkChg chg="add del">
          <ac:chgData name="" userId="242feb3c33a8e7bf" providerId="LiveId" clId="{6C192596-F94B-4FAB-A38F-822CAE50B0CA}" dt="2023-03-22T16:26:43.183" v="329"/>
          <ac:inkMkLst>
            <pc:docMk/>
            <pc:sldMk cId="1308517110" sldId="257"/>
            <ac:inkMk id="217" creationId="{998AFD2B-60F9-405A-83A5-56EE68FBFCC8}"/>
          </ac:inkMkLst>
        </pc:inkChg>
        <pc:inkChg chg="add">
          <ac:chgData name="" userId="242feb3c33a8e7bf" providerId="LiveId" clId="{6C192596-F94B-4FAB-A38F-822CAE50B0CA}" dt="2023-03-22T16:26:43.183" v="329"/>
          <ac:inkMkLst>
            <pc:docMk/>
            <pc:sldMk cId="1308517110" sldId="257"/>
            <ac:inkMk id="218" creationId="{65223A6A-8F90-40B8-96AB-EF34883D8D6C}"/>
          </ac:inkMkLst>
        </pc:inkChg>
        <pc:inkChg chg="add del">
          <ac:chgData name="" userId="242feb3c33a8e7bf" providerId="LiveId" clId="{6C192596-F94B-4FAB-A38F-822CAE50B0CA}" dt="2023-03-22T16:26:46.236" v="331"/>
          <ac:inkMkLst>
            <pc:docMk/>
            <pc:sldMk cId="1308517110" sldId="257"/>
            <ac:inkMk id="219" creationId="{8202C050-A510-4EDB-A720-41D63E822097}"/>
          </ac:inkMkLst>
        </pc:inkChg>
        <pc:inkChg chg="add">
          <ac:chgData name="" userId="242feb3c33a8e7bf" providerId="LiveId" clId="{6C192596-F94B-4FAB-A38F-822CAE50B0CA}" dt="2023-03-22T16:26:49.248" v="332"/>
          <ac:inkMkLst>
            <pc:docMk/>
            <pc:sldMk cId="1308517110" sldId="257"/>
            <ac:inkMk id="220" creationId="{2F05F39F-C354-476D-A3A4-33BF59BBD62C}"/>
          </ac:inkMkLst>
        </pc:inkChg>
        <pc:inkChg chg="add">
          <ac:chgData name="" userId="242feb3c33a8e7bf" providerId="LiveId" clId="{6C192596-F94B-4FAB-A38F-822CAE50B0CA}" dt="2023-03-22T16:26:52.389" v="333"/>
          <ac:inkMkLst>
            <pc:docMk/>
            <pc:sldMk cId="1308517110" sldId="257"/>
            <ac:inkMk id="221" creationId="{865A937A-DF71-45BC-B29B-F3E05768A674}"/>
          </ac:inkMkLst>
        </pc:inkChg>
        <pc:inkChg chg="add">
          <ac:chgData name="" userId="242feb3c33a8e7bf" providerId="LiveId" clId="{6C192596-F94B-4FAB-A38F-822CAE50B0CA}" dt="2023-03-22T16:26:55.234" v="334"/>
          <ac:inkMkLst>
            <pc:docMk/>
            <pc:sldMk cId="1308517110" sldId="257"/>
            <ac:inkMk id="222" creationId="{08C826A2-697C-48BB-B956-31A2A4CDC59E}"/>
          </ac:inkMkLst>
        </pc:inkChg>
        <pc:inkChg chg="add del">
          <ac:chgData name="" userId="242feb3c33a8e7bf" providerId="LiveId" clId="{6C192596-F94B-4FAB-A38F-822CAE50B0CA}" dt="2023-03-22T16:26:58.968" v="336"/>
          <ac:inkMkLst>
            <pc:docMk/>
            <pc:sldMk cId="1308517110" sldId="257"/>
            <ac:inkMk id="223" creationId="{FCEE132B-A10D-4486-A86E-AFFD6915984A}"/>
          </ac:inkMkLst>
        </pc:inkChg>
        <pc:inkChg chg="add del">
          <ac:chgData name="" userId="242feb3c33a8e7bf" providerId="LiveId" clId="{6C192596-F94B-4FAB-A38F-822CAE50B0CA}" dt="2023-03-22T16:27:02.490" v="339"/>
          <ac:inkMkLst>
            <pc:docMk/>
            <pc:sldMk cId="1308517110" sldId="257"/>
            <ac:inkMk id="224" creationId="{DDE88C3D-92DA-4EDC-A172-4B8BDCA11E54}"/>
          </ac:inkMkLst>
        </pc:inkChg>
        <pc:inkChg chg="add del">
          <ac:chgData name="" userId="242feb3c33a8e7bf" providerId="LiveId" clId="{6C192596-F94B-4FAB-A38F-822CAE50B0CA}" dt="2023-03-22T16:27:02.490" v="339"/>
          <ac:inkMkLst>
            <pc:docMk/>
            <pc:sldMk cId="1308517110" sldId="257"/>
            <ac:inkMk id="225" creationId="{FE37D3A8-0DC1-435A-8085-2C8FFC7D512B}"/>
          </ac:inkMkLst>
        </pc:inkChg>
        <pc:inkChg chg="add">
          <ac:chgData name="" userId="242feb3c33a8e7bf" providerId="LiveId" clId="{6C192596-F94B-4FAB-A38F-822CAE50B0CA}" dt="2023-03-22T16:27:02.490" v="339"/>
          <ac:inkMkLst>
            <pc:docMk/>
            <pc:sldMk cId="1308517110" sldId="257"/>
            <ac:inkMk id="226" creationId="{D209DDB0-DE43-4203-A23D-4A188ED38158}"/>
          </ac:inkMkLst>
        </pc:inkChg>
        <pc:inkChg chg="add del">
          <ac:chgData name="" userId="242feb3c33a8e7bf" providerId="LiveId" clId="{6C192596-F94B-4FAB-A38F-822CAE50B0CA}" dt="2023-03-22T16:27:19.410" v="341"/>
          <ac:inkMkLst>
            <pc:docMk/>
            <pc:sldMk cId="1308517110" sldId="257"/>
            <ac:inkMk id="227" creationId="{92BBDBA6-95D1-445F-AF88-5F1822C977FB}"/>
          </ac:inkMkLst>
        </pc:inkChg>
        <pc:inkChg chg="add">
          <ac:chgData name="" userId="242feb3c33a8e7bf" providerId="LiveId" clId="{6C192596-F94B-4FAB-A38F-822CAE50B0CA}" dt="2023-03-22T16:27:22.105" v="342"/>
          <ac:inkMkLst>
            <pc:docMk/>
            <pc:sldMk cId="1308517110" sldId="257"/>
            <ac:inkMk id="228" creationId="{497323FE-36E9-442F-877B-4A50AE9399AF}"/>
          </ac:inkMkLst>
        </pc:inkChg>
        <pc:inkChg chg="add del">
          <ac:chgData name="" userId="242feb3c33a8e7bf" providerId="LiveId" clId="{6C192596-F94B-4FAB-A38F-822CAE50B0CA}" dt="2023-03-22T16:27:29.803" v="344"/>
          <ac:inkMkLst>
            <pc:docMk/>
            <pc:sldMk cId="1308517110" sldId="257"/>
            <ac:inkMk id="229" creationId="{1A75A453-5DAB-4FD1-89AB-531D1E8C3E13}"/>
          </ac:inkMkLst>
        </pc:inkChg>
        <pc:inkChg chg="add del">
          <ac:chgData name="" userId="242feb3c33a8e7bf" providerId="LiveId" clId="{6C192596-F94B-4FAB-A38F-822CAE50B0CA}" dt="2023-03-22T16:27:34.692" v="347"/>
          <ac:inkMkLst>
            <pc:docMk/>
            <pc:sldMk cId="1308517110" sldId="257"/>
            <ac:inkMk id="230" creationId="{2EF0F423-C9F1-4EEE-8A80-78CB9BA4E059}"/>
          </ac:inkMkLst>
        </pc:inkChg>
        <pc:inkChg chg="add del">
          <ac:chgData name="" userId="242feb3c33a8e7bf" providerId="LiveId" clId="{6C192596-F94B-4FAB-A38F-822CAE50B0CA}" dt="2023-03-22T16:27:34.692" v="347"/>
          <ac:inkMkLst>
            <pc:docMk/>
            <pc:sldMk cId="1308517110" sldId="257"/>
            <ac:inkMk id="231" creationId="{A8E22D94-618A-43D1-9524-9DE2F4947EE0}"/>
          </ac:inkMkLst>
        </pc:inkChg>
        <pc:inkChg chg="add">
          <ac:chgData name="" userId="242feb3c33a8e7bf" providerId="LiveId" clId="{6C192596-F94B-4FAB-A38F-822CAE50B0CA}" dt="2023-03-22T16:27:34.692" v="347"/>
          <ac:inkMkLst>
            <pc:docMk/>
            <pc:sldMk cId="1308517110" sldId="257"/>
            <ac:inkMk id="232" creationId="{DB3F1A75-B10D-4EB3-886D-853ECEC0739E}"/>
          </ac:inkMkLst>
        </pc:inkChg>
        <pc:inkChg chg="add del">
          <ac:chgData name="" userId="242feb3c33a8e7bf" providerId="LiveId" clId="{6C192596-F94B-4FAB-A38F-822CAE50B0CA}" dt="2023-03-22T16:27:38.868" v="351"/>
          <ac:inkMkLst>
            <pc:docMk/>
            <pc:sldMk cId="1308517110" sldId="257"/>
            <ac:inkMk id="233" creationId="{CB7CB070-D821-4380-975E-5A2875B6E9BF}"/>
          </ac:inkMkLst>
        </pc:inkChg>
        <pc:inkChg chg="add del">
          <ac:chgData name="" userId="242feb3c33a8e7bf" providerId="LiveId" clId="{6C192596-F94B-4FAB-A38F-822CAE50B0CA}" dt="2023-03-22T16:27:38.868" v="350"/>
          <ac:inkMkLst>
            <pc:docMk/>
            <pc:sldMk cId="1308517110" sldId="257"/>
            <ac:inkMk id="234" creationId="{5B23142A-52AA-4FC2-8A4F-008F2F690E5F}"/>
          </ac:inkMkLst>
        </pc:inkChg>
        <pc:inkChg chg="add del">
          <ac:chgData name="" userId="242feb3c33a8e7bf" providerId="LiveId" clId="{6C192596-F94B-4FAB-A38F-822CAE50B0CA}" dt="2023-03-22T16:27:42.349" v="354"/>
          <ac:inkMkLst>
            <pc:docMk/>
            <pc:sldMk cId="1308517110" sldId="257"/>
            <ac:inkMk id="235" creationId="{D721479C-D9E1-45C5-BE0C-CAE97EBFB433}"/>
          </ac:inkMkLst>
        </pc:inkChg>
        <pc:inkChg chg="add del">
          <ac:chgData name="" userId="242feb3c33a8e7bf" providerId="LiveId" clId="{6C192596-F94B-4FAB-A38F-822CAE50B0CA}" dt="2023-03-22T16:27:42.349" v="354"/>
          <ac:inkMkLst>
            <pc:docMk/>
            <pc:sldMk cId="1308517110" sldId="257"/>
            <ac:inkMk id="236" creationId="{99921171-B69A-44AD-AA9A-3EA644C620AB}"/>
          </ac:inkMkLst>
        </pc:inkChg>
        <pc:inkChg chg="add del">
          <ac:chgData name="" userId="242feb3c33a8e7bf" providerId="LiveId" clId="{6C192596-F94B-4FAB-A38F-822CAE50B0CA}" dt="2023-03-22T16:27:44.092" v="356"/>
          <ac:inkMkLst>
            <pc:docMk/>
            <pc:sldMk cId="1308517110" sldId="257"/>
            <ac:inkMk id="237" creationId="{FB4A13CF-1750-4699-BA31-767D685B7896}"/>
          </ac:inkMkLst>
        </pc:inkChg>
        <pc:inkChg chg="add del">
          <ac:chgData name="" userId="242feb3c33a8e7bf" providerId="LiveId" clId="{6C192596-F94B-4FAB-A38F-822CAE50B0CA}" dt="2023-03-22T16:27:44.092" v="356"/>
          <ac:inkMkLst>
            <pc:docMk/>
            <pc:sldMk cId="1308517110" sldId="257"/>
            <ac:inkMk id="238" creationId="{71774717-1473-4414-ADF7-81E2A7F0C4B4}"/>
          </ac:inkMkLst>
        </pc:inkChg>
        <pc:inkChg chg="add">
          <ac:chgData name="" userId="242feb3c33a8e7bf" providerId="LiveId" clId="{6C192596-F94B-4FAB-A38F-822CAE50B0CA}" dt="2023-03-22T16:27:44.092" v="356"/>
          <ac:inkMkLst>
            <pc:docMk/>
            <pc:sldMk cId="1308517110" sldId="257"/>
            <ac:inkMk id="239" creationId="{62FF343A-A46B-4023-ADCB-11D6B3454328}"/>
          </ac:inkMkLst>
        </pc:inkChg>
        <pc:inkChg chg="add del">
          <ac:chgData name="" userId="242feb3c33a8e7bf" providerId="LiveId" clId="{6C192596-F94B-4FAB-A38F-822CAE50B0CA}" dt="2023-03-22T16:27:50.959" v="361"/>
          <ac:inkMkLst>
            <pc:docMk/>
            <pc:sldMk cId="1308517110" sldId="257"/>
            <ac:inkMk id="240" creationId="{57951585-3150-4AFB-85B2-AE182F3C3E37}"/>
          </ac:inkMkLst>
        </pc:inkChg>
        <pc:inkChg chg="add del">
          <ac:chgData name="" userId="242feb3c33a8e7bf" providerId="LiveId" clId="{6C192596-F94B-4FAB-A38F-822CAE50B0CA}" dt="2023-03-22T16:27:50.959" v="362"/>
          <ac:inkMkLst>
            <pc:docMk/>
            <pc:sldMk cId="1308517110" sldId="257"/>
            <ac:inkMk id="241" creationId="{FFC40ED1-0E46-4CA3-B6B0-CBD8CC20BEC3}"/>
          </ac:inkMkLst>
        </pc:inkChg>
        <pc:inkChg chg="add del">
          <ac:chgData name="" userId="242feb3c33a8e7bf" providerId="LiveId" clId="{6C192596-F94B-4FAB-A38F-822CAE50B0CA}" dt="2023-03-22T16:27:50.959" v="360"/>
          <ac:inkMkLst>
            <pc:docMk/>
            <pc:sldMk cId="1308517110" sldId="257"/>
            <ac:inkMk id="242" creationId="{341C2350-B3C7-4E14-9D61-AD5173257EB0}"/>
          </ac:inkMkLst>
        </pc:inkChg>
        <pc:inkChg chg="add del">
          <ac:chgData name="" userId="242feb3c33a8e7bf" providerId="LiveId" clId="{6C192596-F94B-4FAB-A38F-822CAE50B0CA}" dt="2023-03-22T16:27:56.461" v="365"/>
          <ac:inkMkLst>
            <pc:docMk/>
            <pc:sldMk cId="1308517110" sldId="257"/>
            <ac:inkMk id="243" creationId="{C8E0DB73-A800-4A57-90FF-87D68E5FFB41}"/>
          </ac:inkMkLst>
        </pc:inkChg>
        <pc:inkChg chg="add del">
          <ac:chgData name="" userId="242feb3c33a8e7bf" providerId="LiveId" clId="{6C192596-F94B-4FAB-A38F-822CAE50B0CA}" dt="2023-03-22T16:27:56.461" v="365"/>
          <ac:inkMkLst>
            <pc:docMk/>
            <pc:sldMk cId="1308517110" sldId="257"/>
            <ac:inkMk id="244" creationId="{C27EB893-A528-47DF-8CEE-19ED68ED5462}"/>
          </ac:inkMkLst>
        </pc:inkChg>
        <pc:inkChg chg="add">
          <ac:chgData name="" userId="242feb3c33a8e7bf" providerId="LiveId" clId="{6C192596-F94B-4FAB-A38F-822CAE50B0CA}" dt="2023-03-22T16:27:56.461" v="365"/>
          <ac:inkMkLst>
            <pc:docMk/>
            <pc:sldMk cId="1308517110" sldId="257"/>
            <ac:inkMk id="245" creationId="{8D6373B5-6497-494C-8C17-E78ADF315C53}"/>
          </ac:inkMkLst>
        </pc:inkChg>
        <pc:inkChg chg="add del">
          <ac:chgData name="" userId="242feb3c33a8e7bf" providerId="LiveId" clId="{6C192596-F94B-4FAB-A38F-822CAE50B0CA}" dt="2023-03-22T16:28:02.512" v="371"/>
          <ac:inkMkLst>
            <pc:docMk/>
            <pc:sldMk cId="1308517110" sldId="257"/>
            <ac:inkMk id="246" creationId="{1C0AF8E5-1247-4C1C-A2C1-E24E8D3C453F}"/>
          </ac:inkMkLst>
        </pc:inkChg>
        <pc:inkChg chg="add del">
          <ac:chgData name="" userId="242feb3c33a8e7bf" providerId="LiveId" clId="{6C192596-F94B-4FAB-A38F-822CAE50B0CA}" dt="2023-03-22T16:28:02.512" v="371"/>
          <ac:inkMkLst>
            <pc:docMk/>
            <pc:sldMk cId="1308517110" sldId="257"/>
            <ac:inkMk id="247" creationId="{8403AB81-BFEB-4247-A965-161BE03AD1FF}"/>
          </ac:inkMkLst>
        </pc:inkChg>
        <pc:inkChg chg="add del">
          <ac:chgData name="" userId="242feb3c33a8e7bf" providerId="LiveId" clId="{6C192596-F94B-4FAB-A38F-822CAE50B0CA}" dt="2023-03-22T16:28:02.512" v="371"/>
          <ac:inkMkLst>
            <pc:docMk/>
            <pc:sldMk cId="1308517110" sldId="257"/>
            <ac:inkMk id="248" creationId="{491D978C-E444-4333-B4A9-8A3B9D773CF0}"/>
          </ac:inkMkLst>
        </pc:inkChg>
        <pc:inkChg chg="add del">
          <ac:chgData name="" userId="242feb3c33a8e7bf" providerId="LiveId" clId="{6C192596-F94B-4FAB-A38F-822CAE50B0CA}" dt="2023-03-22T16:28:02.512" v="371"/>
          <ac:inkMkLst>
            <pc:docMk/>
            <pc:sldMk cId="1308517110" sldId="257"/>
            <ac:inkMk id="249" creationId="{9D3C2F9C-4F22-4AB9-9318-D881BA9AF600}"/>
          </ac:inkMkLst>
        </pc:inkChg>
        <pc:inkChg chg="add del">
          <ac:chgData name="" userId="242feb3c33a8e7bf" providerId="LiveId" clId="{6C192596-F94B-4FAB-A38F-822CAE50B0CA}" dt="2023-03-22T16:28:02.512" v="371"/>
          <ac:inkMkLst>
            <pc:docMk/>
            <pc:sldMk cId="1308517110" sldId="257"/>
            <ac:inkMk id="250" creationId="{656F187E-C81D-495D-A422-035DEA5EB951}"/>
          </ac:inkMkLst>
        </pc:inkChg>
        <pc:inkChg chg="add">
          <ac:chgData name="" userId="242feb3c33a8e7bf" providerId="LiveId" clId="{6C192596-F94B-4FAB-A38F-822CAE50B0CA}" dt="2023-03-22T16:28:02.512" v="371"/>
          <ac:inkMkLst>
            <pc:docMk/>
            <pc:sldMk cId="1308517110" sldId="257"/>
            <ac:inkMk id="251" creationId="{0FB7B293-9106-44C8-9DDE-F5E63FD52D29}"/>
          </ac:inkMkLst>
        </pc:inkChg>
        <pc:inkChg chg="add">
          <ac:chgData name="" userId="242feb3c33a8e7bf" providerId="LiveId" clId="{6C192596-F94B-4FAB-A38F-822CAE50B0CA}" dt="2023-03-22T16:28:02.512" v="371"/>
          <ac:inkMkLst>
            <pc:docMk/>
            <pc:sldMk cId="1308517110" sldId="257"/>
            <ac:inkMk id="252" creationId="{145DB9E7-F68E-4EBB-8134-BBE3529FF711}"/>
          </ac:inkMkLst>
        </pc:inkChg>
        <pc:inkChg chg="add del">
          <ac:chgData name="" userId="242feb3c33a8e7bf" providerId="LiveId" clId="{6C192596-F94B-4FAB-A38F-822CAE50B0CA}" dt="2023-03-22T16:28:09.376" v="375"/>
          <ac:inkMkLst>
            <pc:docMk/>
            <pc:sldMk cId="1308517110" sldId="257"/>
            <ac:inkMk id="253" creationId="{A8E53B98-1FEC-4F17-961F-F3B9E49651FA}"/>
          </ac:inkMkLst>
        </pc:inkChg>
        <pc:inkChg chg="add del">
          <ac:chgData name="" userId="242feb3c33a8e7bf" providerId="LiveId" clId="{6C192596-F94B-4FAB-A38F-822CAE50B0CA}" dt="2023-03-22T16:28:09.376" v="375"/>
          <ac:inkMkLst>
            <pc:docMk/>
            <pc:sldMk cId="1308517110" sldId="257"/>
            <ac:inkMk id="254" creationId="{82B48D08-DB95-46C4-AF13-6150464A5179}"/>
          </ac:inkMkLst>
        </pc:inkChg>
        <pc:inkChg chg="add del">
          <ac:chgData name="" userId="242feb3c33a8e7bf" providerId="LiveId" clId="{6C192596-F94B-4FAB-A38F-822CAE50B0CA}" dt="2023-03-22T16:28:09.376" v="375"/>
          <ac:inkMkLst>
            <pc:docMk/>
            <pc:sldMk cId="1308517110" sldId="257"/>
            <ac:inkMk id="255" creationId="{BB023F34-87D5-440C-A38C-6E6A812CC34F}"/>
          </ac:inkMkLst>
        </pc:inkChg>
        <pc:inkChg chg="add">
          <ac:chgData name="" userId="242feb3c33a8e7bf" providerId="LiveId" clId="{6C192596-F94B-4FAB-A38F-822CAE50B0CA}" dt="2023-03-22T16:28:09.376" v="375"/>
          <ac:inkMkLst>
            <pc:docMk/>
            <pc:sldMk cId="1308517110" sldId="257"/>
            <ac:inkMk id="256" creationId="{686702B1-E618-4E58-B6CA-5CFD198A4BDF}"/>
          </ac:inkMkLst>
        </pc:inkChg>
        <pc:inkChg chg="add del">
          <ac:chgData name="" userId="242feb3c33a8e7bf" providerId="LiveId" clId="{6C192596-F94B-4FAB-A38F-822CAE50B0CA}" dt="2023-03-22T16:28:15.304" v="377"/>
          <ac:inkMkLst>
            <pc:docMk/>
            <pc:sldMk cId="1308517110" sldId="257"/>
            <ac:inkMk id="257" creationId="{CBFAB71C-94D6-4E04-B0DA-B5372A696563}"/>
          </ac:inkMkLst>
        </pc:inkChg>
        <pc:inkChg chg="add del">
          <ac:chgData name="" userId="242feb3c33a8e7bf" providerId="LiveId" clId="{6C192596-F94B-4FAB-A38F-822CAE50B0CA}" dt="2023-03-22T16:28:21.461" v="380"/>
          <ac:inkMkLst>
            <pc:docMk/>
            <pc:sldMk cId="1308517110" sldId="257"/>
            <ac:inkMk id="258" creationId="{8E325E07-17D8-4D42-81E9-9B8533C758D1}"/>
          </ac:inkMkLst>
        </pc:inkChg>
        <pc:inkChg chg="add del">
          <ac:chgData name="" userId="242feb3c33a8e7bf" providerId="LiveId" clId="{6C192596-F94B-4FAB-A38F-822CAE50B0CA}" dt="2023-03-22T16:28:21.461" v="380"/>
          <ac:inkMkLst>
            <pc:docMk/>
            <pc:sldMk cId="1308517110" sldId="257"/>
            <ac:inkMk id="259" creationId="{D943BB71-6B51-44A5-ACA6-728CE5345FE0}"/>
          </ac:inkMkLst>
        </pc:inkChg>
        <pc:inkChg chg="add">
          <ac:chgData name="" userId="242feb3c33a8e7bf" providerId="LiveId" clId="{6C192596-F94B-4FAB-A38F-822CAE50B0CA}" dt="2023-03-22T16:28:21.461" v="380"/>
          <ac:inkMkLst>
            <pc:docMk/>
            <pc:sldMk cId="1308517110" sldId="257"/>
            <ac:inkMk id="260" creationId="{07632EB7-46FD-4690-A7FE-3AE4B67C76E6}"/>
          </ac:inkMkLst>
        </pc:inkChg>
        <pc:inkChg chg="add del">
          <ac:chgData name="" userId="242feb3c33a8e7bf" providerId="LiveId" clId="{6C192596-F94B-4FAB-A38F-822CAE50B0CA}" dt="2023-03-22T16:28:26.133" v="383"/>
          <ac:inkMkLst>
            <pc:docMk/>
            <pc:sldMk cId="1308517110" sldId="257"/>
            <ac:inkMk id="261" creationId="{CA0D334C-5155-41D8-B5A8-CCCD64AE24F1}"/>
          </ac:inkMkLst>
        </pc:inkChg>
        <pc:inkChg chg="add del">
          <ac:chgData name="" userId="242feb3c33a8e7bf" providerId="LiveId" clId="{6C192596-F94B-4FAB-A38F-822CAE50B0CA}" dt="2023-03-22T16:28:26.133" v="383"/>
          <ac:inkMkLst>
            <pc:docMk/>
            <pc:sldMk cId="1308517110" sldId="257"/>
            <ac:inkMk id="262" creationId="{AB89AD31-8381-4795-93D2-D5774980E229}"/>
          </ac:inkMkLst>
        </pc:inkChg>
        <pc:inkChg chg="add">
          <ac:chgData name="" userId="242feb3c33a8e7bf" providerId="LiveId" clId="{6C192596-F94B-4FAB-A38F-822CAE50B0CA}" dt="2023-03-22T16:28:26.133" v="383"/>
          <ac:inkMkLst>
            <pc:docMk/>
            <pc:sldMk cId="1308517110" sldId="257"/>
            <ac:inkMk id="263" creationId="{9DAA3F6D-1FC3-48CE-8860-FDC7D98C2B59}"/>
          </ac:inkMkLst>
        </pc:inkChg>
        <pc:inkChg chg="add del">
          <ac:chgData name="" userId="242feb3c33a8e7bf" providerId="LiveId" clId="{6C192596-F94B-4FAB-A38F-822CAE50B0CA}" dt="2023-03-22T16:28:31.482" v="387"/>
          <ac:inkMkLst>
            <pc:docMk/>
            <pc:sldMk cId="1308517110" sldId="257"/>
            <ac:inkMk id="264" creationId="{99A78105-CD88-41E7-B563-A2B4A47E2AED}"/>
          </ac:inkMkLst>
        </pc:inkChg>
        <pc:inkChg chg="add del">
          <ac:chgData name="" userId="242feb3c33a8e7bf" providerId="LiveId" clId="{6C192596-F94B-4FAB-A38F-822CAE50B0CA}" dt="2023-03-22T16:28:31.482" v="387"/>
          <ac:inkMkLst>
            <pc:docMk/>
            <pc:sldMk cId="1308517110" sldId="257"/>
            <ac:inkMk id="265" creationId="{79394756-FDD4-426F-B288-15E23D475544}"/>
          </ac:inkMkLst>
        </pc:inkChg>
        <pc:inkChg chg="add del">
          <ac:chgData name="" userId="242feb3c33a8e7bf" providerId="LiveId" clId="{6C192596-F94B-4FAB-A38F-822CAE50B0CA}" dt="2023-03-22T16:28:31.482" v="387"/>
          <ac:inkMkLst>
            <pc:docMk/>
            <pc:sldMk cId="1308517110" sldId="257"/>
            <ac:inkMk id="266" creationId="{2C78FA4D-B265-4F12-8C16-C51DCE8BC31A}"/>
          </ac:inkMkLst>
        </pc:inkChg>
        <pc:inkChg chg="add">
          <ac:chgData name="" userId="242feb3c33a8e7bf" providerId="LiveId" clId="{6C192596-F94B-4FAB-A38F-822CAE50B0CA}" dt="2023-03-22T16:28:31.482" v="387"/>
          <ac:inkMkLst>
            <pc:docMk/>
            <pc:sldMk cId="1308517110" sldId="257"/>
            <ac:inkMk id="267" creationId="{40C8F1AB-5E38-4B27-8C0E-BDEFF862A90C}"/>
          </ac:inkMkLst>
        </pc:inkChg>
        <pc:inkChg chg="add del">
          <ac:chgData name="" userId="242feb3c33a8e7bf" providerId="LiveId" clId="{6C192596-F94B-4FAB-A38F-822CAE50B0CA}" dt="2023-03-22T16:28:35.680" v="390"/>
          <ac:inkMkLst>
            <pc:docMk/>
            <pc:sldMk cId="1308517110" sldId="257"/>
            <ac:inkMk id="268" creationId="{436EBA23-982D-4086-8B47-119CEC044881}"/>
          </ac:inkMkLst>
        </pc:inkChg>
        <pc:inkChg chg="add del">
          <ac:chgData name="" userId="242feb3c33a8e7bf" providerId="LiveId" clId="{6C192596-F94B-4FAB-A38F-822CAE50B0CA}" dt="2023-03-22T16:28:35.680" v="390"/>
          <ac:inkMkLst>
            <pc:docMk/>
            <pc:sldMk cId="1308517110" sldId="257"/>
            <ac:inkMk id="269" creationId="{48444B37-DF1E-4C9F-8CC9-4C3A73903F36}"/>
          </ac:inkMkLst>
        </pc:inkChg>
        <pc:inkChg chg="add">
          <ac:chgData name="" userId="242feb3c33a8e7bf" providerId="LiveId" clId="{6C192596-F94B-4FAB-A38F-822CAE50B0CA}" dt="2023-03-22T16:28:35.680" v="390"/>
          <ac:inkMkLst>
            <pc:docMk/>
            <pc:sldMk cId="1308517110" sldId="257"/>
            <ac:inkMk id="270" creationId="{DC9DE06E-5AE6-4337-A481-D52CF105E244}"/>
          </ac:inkMkLst>
        </pc:inkChg>
        <pc:inkChg chg="add del">
          <ac:chgData name="" userId="242feb3c33a8e7bf" providerId="LiveId" clId="{6C192596-F94B-4FAB-A38F-822CAE50B0CA}" dt="2023-03-22T16:28:40.457" v="394"/>
          <ac:inkMkLst>
            <pc:docMk/>
            <pc:sldMk cId="1308517110" sldId="257"/>
            <ac:inkMk id="271" creationId="{4AD0F684-28A2-4FD8-A96E-8C12B0BCC600}"/>
          </ac:inkMkLst>
        </pc:inkChg>
        <pc:inkChg chg="add del">
          <ac:chgData name="" userId="242feb3c33a8e7bf" providerId="LiveId" clId="{6C192596-F94B-4FAB-A38F-822CAE50B0CA}" dt="2023-03-22T16:28:40.457" v="394"/>
          <ac:inkMkLst>
            <pc:docMk/>
            <pc:sldMk cId="1308517110" sldId="257"/>
            <ac:inkMk id="272" creationId="{06454091-C166-4077-B85A-4D0053C1BEED}"/>
          </ac:inkMkLst>
        </pc:inkChg>
        <pc:inkChg chg="add del">
          <ac:chgData name="" userId="242feb3c33a8e7bf" providerId="LiveId" clId="{6C192596-F94B-4FAB-A38F-822CAE50B0CA}" dt="2023-03-22T16:28:40.457" v="394"/>
          <ac:inkMkLst>
            <pc:docMk/>
            <pc:sldMk cId="1308517110" sldId="257"/>
            <ac:inkMk id="273" creationId="{50404D3E-9E8F-4E15-A0D4-CA24943A9C38}"/>
          </ac:inkMkLst>
        </pc:inkChg>
        <pc:inkChg chg="add del">
          <ac:chgData name="" userId="242feb3c33a8e7bf" providerId="LiveId" clId="{6C192596-F94B-4FAB-A38F-822CAE50B0CA}" dt="2023-03-22T16:28:41.565" v="395"/>
          <ac:inkMkLst>
            <pc:docMk/>
            <pc:sldMk cId="1308517110" sldId="257"/>
            <ac:inkMk id="274" creationId="{EB6B907E-7E36-4287-B9AF-79ACB41417D6}"/>
          </ac:inkMkLst>
        </pc:inkChg>
        <pc:inkChg chg="add del">
          <ac:chgData name="" userId="242feb3c33a8e7bf" providerId="LiveId" clId="{6C192596-F94B-4FAB-A38F-822CAE50B0CA}" dt="2023-03-22T16:28:44.881" v="397"/>
          <ac:inkMkLst>
            <pc:docMk/>
            <pc:sldMk cId="1308517110" sldId="257"/>
            <ac:inkMk id="275" creationId="{6220F968-3609-4471-A9E7-AEAAAF2317B8}"/>
          </ac:inkMkLst>
        </pc:inkChg>
        <pc:inkChg chg="add del">
          <ac:chgData name="" userId="242feb3c33a8e7bf" providerId="LiveId" clId="{6C192596-F94B-4FAB-A38F-822CAE50B0CA}" dt="2023-03-22T16:28:53.880" v="400"/>
          <ac:inkMkLst>
            <pc:docMk/>
            <pc:sldMk cId="1308517110" sldId="257"/>
            <ac:inkMk id="276" creationId="{012DA197-2658-48EE-87DF-1752DEAAFD2F}"/>
          </ac:inkMkLst>
        </pc:inkChg>
        <pc:inkChg chg="add del">
          <ac:chgData name="" userId="242feb3c33a8e7bf" providerId="LiveId" clId="{6C192596-F94B-4FAB-A38F-822CAE50B0CA}" dt="2023-03-22T16:28:53.880" v="400"/>
          <ac:inkMkLst>
            <pc:docMk/>
            <pc:sldMk cId="1308517110" sldId="257"/>
            <ac:inkMk id="277" creationId="{A702301A-C9F1-4EC6-9005-F8C4C8F8DEEC}"/>
          </ac:inkMkLst>
        </pc:inkChg>
        <pc:inkChg chg="add del">
          <ac:chgData name="" userId="242feb3c33a8e7bf" providerId="LiveId" clId="{6C192596-F94B-4FAB-A38F-822CAE50B0CA}" dt="2023-03-22T16:28:57.990" v="402"/>
          <ac:inkMkLst>
            <pc:docMk/>
            <pc:sldMk cId="1308517110" sldId="257"/>
            <ac:inkMk id="278" creationId="{E40A5C83-C320-4CF7-9A50-AA1352310843}"/>
          </ac:inkMkLst>
        </pc:inkChg>
        <pc:inkChg chg="add del">
          <ac:chgData name="" userId="242feb3c33a8e7bf" providerId="LiveId" clId="{6C192596-F94B-4FAB-A38F-822CAE50B0CA}" dt="2023-03-22T16:28:57.990" v="402"/>
          <ac:inkMkLst>
            <pc:docMk/>
            <pc:sldMk cId="1308517110" sldId="257"/>
            <ac:inkMk id="279" creationId="{E5231DEC-778B-41C8-A985-0387ED345A53}"/>
          </ac:inkMkLst>
        </pc:inkChg>
        <pc:inkChg chg="add">
          <ac:chgData name="" userId="242feb3c33a8e7bf" providerId="LiveId" clId="{6C192596-F94B-4FAB-A38F-822CAE50B0CA}" dt="2023-03-22T16:28:57.990" v="402"/>
          <ac:inkMkLst>
            <pc:docMk/>
            <pc:sldMk cId="1308517110" sldId="257"/>
            <ac:inkMk id="280" creationId="{8C1EF387-5EBB-40D8-963B-775B7C7B4B35}"/>
          </ac:inkMkLst>
        </pc:inkChg>
        <pc:inkChg chg="add del">
          <ac:chgData name="" userId="242feb3c33a8e7bf" providerId="LiveId" clId="{6C192596-F94B-4FAB-A38F-822CAE50B0CA}" dt="2023-03-22T16:29:00.532" v="405"/>
          <ac:inkMkLst>
            <pc:docMk/>
            <pc:sldMk cId="1308517110" sldId="257"/>
            <ac:inkMk id="281" creationId="{5F6E4779-6CAF-4B50-A374-9587C5808807}"/>
          </ac:inkMkLst>
        </pc:inkChg>
        <pc:inkChg chg="add del">
          <ac:chgData name="" userId="242feb3c33a8e7bf" providerId="LiveId" clId="{6C192596-F94B-4FAB-A38F-822CAE50B0CA}" dt="2023-03-22T16:29:00.532" v="405"/>
          <ac:inkMkLst>
            <pc:docMk/>
            <pc:sldMk cId="1308517110" sldId="257"/>
            <ac:inkMk id="282" creationId="{A6058B1E-3951-41C0-81F5-D046C4B0210B}"/>
          </ac:inkMkLst>
        </pc:inkChg>
        <pc:inkChg chg="add">
          <ac:chgData name="" userId="242feb3c33a8e7bf" providerId="LiveId" clId="{6C192596-F94B-4FAB-A38F-822CAE50B0CA}" dt="2023-03-22T16:29:00.532" v="405"/>
          <ac:inkMkLst>
            <pc:docMk/>
            <pc:sldMk cId="1308517110" sldId="257"/>
            <ac:inkMk id="283" creationId="{7C4ED1C3-EEFD-4BB1-8241-76A9D68F1A74}"/>
          </ac:inkMkLst>
        </pc:inkChg>
        <pc:inkChg chg="add del">
          <ac:chgData name="" userId="242feb3c33a8e7bf" providerId="LiveId" clId="{6C192596-F94B-4FAB-A38F-822CAE50B0CA}" dt="2023-03-22T16:29:04.906" v="408"/>
          <ac:inkMkLst>
            <pc:docMk/>
            <pc:sldMk cId="1308517110" sldId="257"/>
            <ac:inkMk id="284" creationId="{99BCD176-A614-4489-941B-9ED61791D4B5}"/>
          </ac:inkMkLst>
        </pc:inkChg>
        <pc:inkChg chg="add del">
          <ac:chgData name="" userId="242feb3c33a8e7bf" providerId="LiveId" clId="{6C192596-F94B-4FAB-A38F-822CAE50B0CA}" dt="2023-03-22T16:29:04.906" v="408"/>
          <ac:inkMkLst>
            <pc:docMk/>
            <pc:sldMk cId="1308517110" sldId="257"/>
            <ac:inkMk id="285" creationId="{DEEEA1B2-0FE4-411E-8D2C-2ACFA9F7697D}"/>
          </ac:inkMkLst>
        </pc:inkChg>
        <pc:inkChg chg="add">
          <ac:chgData name="" userId="242feb3c33a8e7bf" providerId="LiveId" clId="{6C192596-F94B-4FAB-A38F-822CAE50B0CA}" dt="2023-03-22T16:29:04.906" v="408"/>
          <ac:inkMkLst>
            <pc:docMk/>
            <pc:sldMk cId="1308517110" sldId="257"/>
            <ac:inkMk id="286" creationId="{1328AAFD-3456-4465-804B-9AFCFC3F70DD}"/>
          </ac:inkMkLst>
        </pc:inkChg>
        <pc:inkChg chg="add del">
          <ac:chgData name="" userId="242feb3c33a8e7bf" providerId="LiveId" clId="{6C192596-F94B-4FAB-A38F-822CAE50B0CA}" dt="2023-03-22T16:29:12.829" v="411"/>
          <ac:inkMkLst>
            <pc:docMk/>
            <pc:sldMk cId="1308517110" sldId="257"/>
            <ac:inkMk id="287" creationId="{5EE022CC-768A-4FB6-924E-82D2F43926E2}"/>
          </ac:inkMkLst>
        </pc:inkChg>
        <pc:inkChg chg="add del">
          <ac:chgData name="" userId="242feb3c33a8e7bf" providerId="LiveId" clId="{6C192596-F94B-4FAB-A38F-822CAE50B0CA}" dt="2023-03-22T16:29:12.829" v="411"/>
          <ac:inkMkLst>
            <pc:docMk/>
            <pc:sldMk cId="1308517110" sldId="257"/>
            <ac:inkMk id="288" creationId="{66C49E3A-467B-4945-8C52-DB05A08EA9D5}"/>
          </ac:inkMkLst>
        </pc:inkChg>
        <pc:inkChg chg="add">
          <ac:chgData name="" userId="242feb3c33a8e7bf" providerId="LiveId" clId="{6C192596-F94B-4FAB-A38F-822CAE50B0CA}" dt="2023-03-22T16:29:12.829" v="411"/>
          <ac:inkMkLst>
            <pc:docMk/>
            <pc:sldMk cId="1308517110" sldId="257"/>
            <ac:inkMk id="289" creationId="{3455B451-B82C-464F-B552-F750061E7DC0}"/>
          </ac:inkMkLst>
        </pc:inkChg>
        <pc:inkChg chg="add">
          <ac:chgData name="" userId="242feb3c33a8e7bf" providerId="LiveId" clId="{6C192596-F94B-4FAB-A38F-822CAE50B0CA}" dt="2023-03-22T16:29:16.551" v="412"/>
          <ac:inkMkLst>
            <pc:docMk/>
            <pc:sldMk cId="1308517110" sldId="257"/>
            <ac:inkMk id="290" creationId="{A5BD446B-FF78-4880-A56A-7624F0F48107}"/>
          </ac:inkMkLst>
        </pc:inkChg>
        <pc:inkChg chg="add">
          <ac:chgData name="" userId="242feb3c33a8e7bf" providerId="LiveId" clId="{6C192596-F94B-4FAB-A38F-822CAE50B0CA}" dt="2023-03-22T16:29:18.669" v="413"/>
          <ac:inkMkLst>
            <pc:docMk/>
            <pc:sldMk cId="1308517110" sldId="257"/>
            <ac:inkMk id="291" creationId="{E09FD23A-9360-4426-953A-18E2B29789F9}"/>
          </ac:inkMkLst>
        </pc:inkChg>
        <pc:inkChg chg="add del">
          <ac:chgData name="" userId="242feb3c33a8e7bf" providerId="LiveId" clId="{6C192596-F94B-4FAB-A38F-822CAE50B0CA}" dt="2023-03-22T16:29:22.829" v="415"/>
          <ac:inkMkLst>
            <pc:docMk/>
            <pc:sldMk cId="1308517110" sldId="257"/>
            <ac:inkMk id="292" creationId="{BDF35290-B11B-4708-9A87-B8FF7E14D5A0}"/>
          </ac:inkMkLst>
        </pc:inkChg>
        <pc:inkChg chg="add del">
          <ac:chgData name="" userId="242feb3c33a8e7bf" providerId="LiveId" clId="{6C192596-F94B-4FAB-A38F-822CAE50B0CA}" dt="2023-03-22T16:29:28.629" v="419"/>
          <ac:inkMkLst>
            <pc:docMk/>
            <pc:sldMk cId="1308517110" sldId="257"/>
            <ac:inkMk id="293" creationId="{5F5BEA92-C367-483B-8849-257F18FE9183}"/>
          </ac:inkMkLst>
        </pc:inkChg>
        <pc:inkChg chg="add del">
          <ac:chgData name="" userId="242feb3c33a8e7bf" providerId="LiveId" clId="{6C192596-F94B-4FAB-A38F-822CAE50B0CA}" dt="2023-03-22T16:29:28.629" v="419"/>
          <ac:inkMkLst>
            <pc:docMk/>
            <pc:sldMk cId="1308517110" sldId="257"/>
            <ac:inkMk id="294" creationId="{B3053905-27FE-428D-92AE-01B431A6C4C6}"/>
          </ac:inkMkLst>
        </pc:inkChg>
        <pc:inkChg chg="add del">
          <ac:chgData name="" userId="242feb3c33a8e7bf" providerId="LiveId" clId="{6C192596-F94B-4FAB-A38F-822CAE50B0CA}" dt="2023-03-22T16:29:28.629" v="419"/>
          <ac:inkMkLst>
            <pc:docMk/>
            <pc:sldMk cId="1308517110" sldId="257"/>
            <ac:inkMk id="295" creationId="{F8E1E598-CA09-44E1-BA84-18C40728BC1C}"/>
          </ac:inkMkLst>
        </pc:inkChg>
        <pc:inkChg chg="add del">
          <ac:chgData name="" userId="242feb3c33a8e7bf" providerId="LiveId" clId="{6C192596-F94B-4FAB-A38F-822CAE50B0CA}" dt="2023-03-22T16:29:34.073" v="421"/>
          <ac:inkMkLst>
            <pc:docMk/>
            <pc:sldMk cId="1308517110" sldId="257"/>
            <ac:inkMk id="296" creationId="{1EDB648E-EE8D-41B1-9585-6C9FE71E5340}"/>
          </ac:inkMkLst>
        </pc:inkChg>
        <pc:inkChg chg="add del">
          <ac:chgData name="" userId="242feb3c33a8e7bf" providerId="LiveId" clId="{6C192596-F94B-4FAB-A38F-822CAE50B0CA}" dt="2023-03-22T16:29:34.073" v="421"/>
          <ac:inkMkLst>
            <pc:docMk/>
            <pc:sldMk cId="1308517110" sldId="257"/>
            <ac:inkMk id="297" creationId="{C164B925-6E6D-4884-A20D-A0C657476524}"/>
          </ac:inkMkLst>
        </pc:inkChg>
        <pc:inkChg chg="add del">
          <ac:chgData name="" userId="242feb3c33a8e7bf" providerId="LiveId" clId="{6C192596-F94B-4FAB-A38F-822CAE50B0CA}" dt="2023-03-22T16:29:46.895" v="426"/>
          <ac:inkMkLst>
            <pc:docMk/>
            <pc:sldMk cId="1308517110" sldId="257"/>
            <ac:inkMk id="298" creationId="{E7805C78-890E-48C9-8202-272128AD7280}"/>
          </ac:inkMkLst>
        </pc:inkChg>
        <pc:inkChg chg="add del">
          <ac:chgData name="" userId="242feb3c33a8e7bf" providerId="LiveId" clId="{6C192596-F94B-4FAB-A38F-822CAE50B0CA}" dt="2023-03-22T16:29:44.204" v="424"/>
          <ac:inkMkLst>
            <pc:docMk/>
            <pc:sldMk cId="1308517110" sldId="257"/>
            <ac:inkMk id="299" creationId="{6D29ABDD-2BE8-467D-A603-3EBB0373DB25}"/>
          </ac:inkMkLst>
        </pc:inkChg>
        <pc:inkChg chg="add del">
          <ac:chgData name="" userId="242feb3c33a8e7bf" providerId="LiveId" clId="{6C192596-F94B-4FAB-A38F-822CAE50B0CA}" dt="2023-03-22T16:29:44.204" v="424"/>
          <ac:inkMkLst>
            <pc:docMk/>
            <pc:sldMk cId="1308517110" sldId="257"/>
            <ac:inkMk id="300" creationId="{C9C7E81F-EC66-41E5-A4C7-A2DA5120E77B}"/>
          </ac:inkMkLst>
        </pc:inkChg>
        <pc:inkChg chg="add">
          <ac:chgData name="" userId="242feb3c33a8e7bf" providerId="LiveId" clId="{6C192596-F94B-4FAB-A38F-822CAE50B0CA}" dt="2023-03-22T16:29:44.204" v="424"/>
          <ac:inkMkLst>
            <pc:docMk/>
            <pc:sldMk cId="1308517110" sldId="257"/>
            <ac:inkMk id="301" creationId="{CB815297-0EAD-4E9F-BC50-3DD5DACDAE0E}"/>
          </ac:inkMkLst>
        </pc:inkChg>
        <pc:inkChg chg="add del">
          <ac:chgData name="" userId="242feb3c33a8e7bf" providerId="LiveId" clId="{6C192596-F94B-4FAB-A38F-822CAE50B0CA}" dt="2023-03-22T16:29:46.895" v="426"/>
          <ac:inkMkLst>
            <pc:docMk/>
            <pc:sldMk cId="1308517110" sldId="257"/>
            <ac:inkMk id="302" creationId="{2008A731-D82B-4CF1-9A19-37D0EC7B6F36}"/>
          </ac:inkMkLst>
        </pc:inkChg>
        <pc:inkChg chg="add">
          <ac:chgData name="" userId="242feb3c33a8e7bf" providerId="LiveId" clId="{6C192596-F94B-4FAB-A38F-822CAE50B0CA}" dt="2023-03-22T16:29:46.895" v="426"/>
          <ac:inkMkLst>
            <pc:docMk/>
            <pc:sldMk cId="1308517110" sldId="257"/>
            <ac:inkMk id="303" creationId="{A290C208-9FD6-4364-A642-E8864A254872}"/>
          </ac:inkMkLst>
        </pc:inkChg>
        <pc:inkChg chg="add del">
          <ac:chgData name="" userId="242feb3c33a8e7bf" providerId="LiveId" clId="{6C192596-F94B-4FAB-A38F-822CAE50B0CA}" dt="2023-03-22T16:29:54.642" v="430"/>
          <ac:inkMkLst>
            <pc:docMk/>
            <pc:sldMk cId="1308517110" sldId="257"/>
            <ac:inkMk id="304" creationId="{EEE1D0ED-2D5F-4CFA-A23F-5D19CAF514AA}"/>
          </ac:inkMkLst>
        </pc:inkChg>
        <pc:inkChg chg="add del">
          <ac:chgData name="" userId="242feb3c33a8e7bf" providerId="LiveId" clId="{6C192596-F94B-4FAB-A38F-822CAE50B0CA}" dt="2023-03-22T16:29:54.642" v="430"/>
          <ac:inkMkLst>
            <pc:docMk/>
            <pc:sldMk cId="1308517110" sldId="257"/>
            <ac:inkMk id="305" creationId="{6E266441-AB89-456C-9834-94A0C7E3243F}"/>
          </ac:inkMkLst>
        </pc:inkChg>
        <pc:inkChg chg="add del">
          <ac:chgData name="" userId="242feb3c33a8e7bf" providerId="LiveId" clId="{6C192596-F94B-4FAB-A38F-822CAE50B0CA}" dt="2023-03-22T16:29:54.642" v="430"/>
          <ac:inkMkLst>
            <pc:docMk/>
            <pc:sldMk cId="1308517110" sldId="257"/>
            <ac:inkMk id="306" creationId="{A18A6D5C-03C4-46C6-9FC7-472E292F003B}"/>
          </ac:inkMkLst>
        </pc:inkChg>
        <pc:inkChg chg="add">
          <ac:chgData name="" userId="242feb3c33a8e7bf" providerId="LiveId" clId="{6C192596-F94B-4FAB-A38F-822CAE50B0CA}" dt="2023-03-22T16:29:54.642" v="430"/>
          <ac:inkMkLst>
            <pc:docMk/>
            <pc:sldMk cId="1308517110" sldId="257"/>
            <ac:inkMk id="307" creationId="{06B7B174-342B-41F5-B9B9-C8FD3A49B339}"/>
          </ac:inkMkLst>
        </pc:inkChg>
        <pc:inkChg chg="add del">
          <ac:chgData name="" userId="242feb3c33a8e7bf" providerId="LiveId" clId="{6C192596-F94B-4FAB-A38F-822CAE50B0CA}" dt="2023-03-22T16:30:06.280" v="434"/>
          <ac:inkMkLst>
            <pc:docMk/>
            <pc:sldMk cId="1308517110" sldId="257"/>
            <ac:inkMk id="308" creationId="{EE37857F-6384-45AB-BA3B-CF33BD990F8F}"/>
          </ac:inkMkLst>
        </pc:inkChg>
        <pc:inkChg chg="add del">
          <ac:chgData name="" userId="242feb3c33a8e7bf" providerId="LiveId" clId="{6C192596-F94B-4FAB-A38F-822CAE50B0CA}" dt="2023-03-22T16:30:06.280" v="433"/>
          <ac:inkMkLst>
            <pc:docMk/>
            <pc:sldMk cId="1308517110" sldId="257"/>
            <ac:inkMk id="309" creationId="{C1D8DF0B-AAE9-4C8B-B396-59711BEB0AD8}"/>
          </ac:inkMkLst>
        </pc:inkChg>
        <pc:inkChg chg="add">
          <ac:chgData name="" userId="242feb3c33a8e7bf" providerId="LiveId" clId="{6C192596-F94B-4FAB-A38F-822CAE50B0CA}" dt="2023-03-22T16:30:07.983" v="435"/>
          <ac:inkMkLst>
            <pc:docMk/>
            <pc:sldMk cId="1308517110" sldId="257"/>
            <ac:inkMk id="310" creationId="{7A017744-B21C-4865-8000-1C6478D43FB5}"/>
          </ac:inkMkLst>
        </pc:inkChg>
        <pc:inkChg chg="add">
          <ac:chgData name="" userId="242feb3c33a8e7bf" providerId="LiveId" clId="{6C192596-F94B-4FAB-A38F-822CAE50B0CA}" dt="2023-03-22T16:30:08.785" v="436"/>
          <ac:inkMkLst>
            <pc:docMk/>
            <pc:sldMk cId="1308517110" sldId="257"/>
            <ac:inkMk id="311" creationId="{65CE400F-6F02-4465-B629-CD9047FE000B}"/>
          </ac:inkMkLst>
        </pc:inkChg>
        <pc:inkChg chg="add del">
          <ac:chgData name="" userId="242feb3c33a8e7bf" providerId="LiveId" clId="{6C192596-F94B-4FAB-A38F-822CAE50B0CA}" dt="2023-03-22T16:30:13.602" v="440"/>
          <ac:inkMkLst>
            <pc:docMk/>
            <pc:sldMk cId="1308517110" sldId="257"/>
            <ac:inkMk id="312" creationId="{3F0FF9C2-1F43-4559-BE59-B7206608553B}"/>
          </ac:inkMkLst>
        </pc:inkChg>
        <pc:inkChg chg="add del">
          <ac:chgData name="" userId="242feb3c33a8e7bf" providerId="LiveId" clId="{6C192596-F94B-4FAB-A38F-822CAE50B0CA}" dt="2023-03-22T16:30:13.601" v="439"/>
          <ac:inkMkLst>
            <pc:docMk/>
            <pc:sldMk cId="1308517110" sldId="257"/>
            <ac:inkMk id="313" creationId="{539C2591-DF37-4776-8B79-71EB2D2E0DC8}"/>
          </ac:inkMkLst>
        </pc:inkChg>
        <pc:inkChg chg="add del">
          <ac:chgData name="" userId="242feb3c33a8e7bf" providerId="LiveId" clId="{6C192596-F94B-4FAB-A38F-822CAE50B0CA}" dt="2023-03-22T16:30:17.283" v="443"/>
          <ac:inkMkLst>
            <pc:docMk/>
            <pc:sldMk cId="1308517110" sldId="257"/>
            <ac:inkMk id="314" creationId="{04EE8C94-830A-48D5-A6F5-61E2EA1E61A4}"/>
          </ac:inkMkLst>
        </pc:inkChg>
        <pc:inkChg chg="add del">
          <ac:chgData name="" userId="242feb3c33a8e7bf" providerId="LiveId" clId="{6C192596-F94B-4FAB-A38F-822CAE50B0CA}" dt="2023-03-22T16:30:17.284" v="444"/>
          <ac:inkMkLst>
            <pc:docMk/>
            <pc:sldMk cId="1308517110" sldId="257"/>
            <ac:inkMk id="315" creationId="{6A0940BA-6463-45D7-98D4-CC43E1C39E72}"/>
          </ac:inkMkLst>
        </pc:inkChg>
        <pc:inkChg chg="add">
          <ac:chgData name="" userId="242feb3c33a8e7bf" providerId="LiveId" clId="{6C192596-F94B-4FAB-A38F-822CAE50B0CA}" dt="2023-03-22T16:30:18.940" v="445"/>
          <ac:inkMkLst>
            <pc:docMk/>
            <pc:sldMk cId="1308517110" sldId="257"/>
            <ac:inkMk id="316" creationId="{067D914C-188C-4DEC-945A-996AABD2A6E9}"/>
          </ac:inkMkLst>
        </pc:inkChg>
        <pc:inkChg chg="add del">
          <ac:chgData name="" userId="242feb3c33a8e7bf" providerId="LiveId" clId="{6C192596-F94B-4FAB-A38F-822CAE50B0CA}" dt="2023-03-22T16:30:21.397" v="448"/>
          <ac:inkMkLst>
            <pc:docMk/>
            <pc:sldMk cId="1308517110" sldId="257"/>
            <ac:inkMk id="317" creationId="{7B04158A-BC7B-4C89-90EF-C575529EE05E}"/>
          </ac:inkMkLst>
        </pc:inkChg>
        <pc:inkChg chg="add del">
          <ac:chgData name="" userId="242feb3c33a8e7bf" providerId="LiveId" clId="{6C192596-F94B-4FAB-A38F-822CAE50B0CA}" dt="2023-03-22T16:30:21.397" v="448"/>
          <ac:inkMkLst>
            <pc:docMk/>
            <pc:sldMk cId="1308517110" sldId="257"/>
            <ac:inkMk id="318" creationId="{DF651827-D988-4F40-8161-076CC6F93909}"/>
          </ac:inkMkLst>
        </pc:inkChg>
        <pc:inkChg chg="add">
          <ac:chgData name="" userId="242feb3c33a8e7bf" providerId="LiveId" clId="{6C192596-F94B-4FAB-A38F-822CAE50B0CA}" dt="2023-03-22T16:30:21.397" v="448"/>
          <ac:inkMkLst>
            <pc:docMk/>
            <pc:sldMk cId="1308517110" sldId="257"/>
            <ac:inkMk id="319" creationId="{3CBB23E5-2D3E-4ED7-B242-7A5981831569}"/>
          </ac:inkMkLst>
        </pc:inkChg>
        <pc:inkChg chg="add">
          <ac:chgData name="" userId="242feb3c33a8e7bf" providerId="LiveId" clId="{6C192596-F94B-4FAB-A38F-822CAE50B0CA}" dt="2023-03-22T16:30:27.201" v="449"/>
          <ac:inkMkLst>
            <pc:docMk/>
            <pc:sldMk cId="1308517110" sldId="257"/>
            <ac:inkMk id="320" creationId="{80855140-6FFA-43A3-8AD7-3FD6C380F37B}"/>
          </ac:inkMkLst>
        </pc:inkChg>
        <pc:inkChg chg="add del">
          <ac:chgData name="" userId="242feb3c33a8e7bf" providerId="LiveId" clId="{6C192596-F94B-4FAB-A38F-822CAE50B0CA}" dt="2023-03-22T16:30:30.673" v="451"/>
          <ac:inkMkLst>
            <pc:docMk/>
            <pc:sldMk cId="1308517110" sldId="257"/>
            <ac:inkMk id="321" creationId="{512312BC-D0DD-485C-A28F-FDE9A2223F3D}"/>
          </ac:inkMkLst>
        </pc:inkChg>
        <pc:inkChg chg="add">
          <ac:chgData name="" userId="242feb3c33a8e7bf" providerId="LiveId" clId="{6C192596-F94B-4FAB-A38F-822CAE50B0CA}" dt="2023-03-22T16:30:33.448" v="452"/>
          <ac:inkMkLst>
            <pc:docMk/>
            <pc:sldMk cId="1308517110" sldId="257"/>
            <ac:inkMk id="322" creationId="{D59E3190-8BEA-4381-9522-9F2D80727412}"/>
          </ac:inkMkLst>
        </pc:inkChg>
        <pc:inkChg chg="add">
          <ac:chgData name="" userId="242feb3c33a8e7bf" providerId="LiveId" clId="{6C192596-F94B-4FAB-A38F-822CAE50B0CA}" dt="2023-03-22T16:30:37.180" v="453"/>
          <ac:inkMkLst>
            <pc:docMk/>
            <pc:sldMk cId="1308517110" sldId="257"/>
            <ac:inkMk id="323" creationId="{6210BADA-4E21-4700-8084-30B6E8C17ECD}"/>
          </ac:inkMkLst>
        </pc:inkChg>
        <pc:inkChg chg="add">
          <ac:chgData name="" userId="242feb3c33a8e7bf" providerId="LiveId" clId="{6C192596-F94B-4FAB-A38F-822CAE50B0CA}" dt="2023-03-22T16:30:40.034" v="454"/>
          <ac:inkMkLst>
            <pc:docMk/>
            <pc:sldMk cId="1308517110" sldId="257"/>
            <ac:inkMk id="324" creationId="{9CD6B769-EAD8-45FB-B98F-95BE1C7D2A98}"/>
          </ac:inkMkLst>
        </pc:inkChg>
        <pc:inkChg chg="add">
          <ac:chgData name="" userId="242feb3c33a8e7bf" providerId="LiveId" clId="{6C192596-F94B-4FAB-A38F-822CAE50B0CA}" dt="2023-03-22T16:30:42.641" v="455"/>
          <ac:inkMkLst>
            <pc:docMk/>
            <pc:sldMk cId="1308517110" sldId="257"/>
            <ac:inkMk id="325" creationId="{435B1233-0F91-4FD5-8D4A-07B06AACD835}"/>
          </ac:inkMkLst>
        </pc:inkChg>
        <pc:inkChg chg="add">
          <ac:chgData name="" userId="242feb3c33a8e7bf" providerId="LiveId" clId="{6C192596-F94B-4FAB-A38F-822CAE50B0CA}" dt="2023-03-22T16:30:46.513" v="456"/>
          <ac:inkMkLst>
            <pc:docMk/>
            <pc:sldMk cId="1308517110" sldId="257"/>
            <ac:inkMk id="326" creationId="{DD0F8CA0-33F0-40F4-AE20-9D3186923B33}"/>
          </ac:inkMkLst>
        </pc:inkChg>
        <pc:inkChg chg="add">
          <ac:chgData name="" userId="242feb3c33a8e7bf" providerId="LiveId" clId="{6C192596-F94B-4FAB-A38F-822CAE50B0CA}" dt="2023-03-22T16:30:50.802" v="457"/>
          <ac:inkMkLst>
            <pc:docMk/>
            <pc:sldMk cId="1308517110" sldId="257"/>
            <ac:inkMk id="327" creationId="{60E12F86-3CE2-492C-B3C1-6597E05A163D}"/>
          </ac:inkMkLst>
        </pc:inkChg>
        <pc:inkChg chg="add del">
          <ac:chgData name="" userId="242feb3c33a8e7bf" providerId="LiveId" clId="{6C192596-F94B-4FAB-A38F-822CAE50B0CA}" dt="2023-03-22T16:31:09.244" v="463"/>
          <ac:inkMkLst>
            <pc:docMk/>
            <pc:sldMk cId="1308517110" sldId="257"/>
            <ac:inkMk id="328" creationId="{DD83275C-4E9D-42DA-A3B4-3F1A1909E1B7}"/>
          </ac:inkMkLst>
        </pc:inkChg>
        <pc:inkChg chg="add del">
          <ac:chgData name="" userId="242feb3c33a8e7bf" providerId="LiveId" clId="{6C192596-F94B-4FAB-A38F-822CAE50B0CA}" dt="2023-03-22T16:31:39.963" v="475"/>
          <ac:inkMkLst>
            <pc:docMk/>
            <pc:sldMk cId="1308517110" sldId="257"/>
            <ac:inkMk id="329" creationId="{B0E5EC0C-86D5-426E-BFF7-B41A24180F05}"/>
          </ac:inkMkLst>
        </pc:inkChg>
        <pc:inkChg chg="add">
          <ac:chgData name="" userId="242feb3c33a8e7bf" providerId="LiveId" clId="{6C192596-F94B-4FAB-A38F-822CAE50B0CA}" dt="2023-03-22T16:31:04.625" v="460"/>
          <ac:inkMkLst>
            <pc:docMk/>
            <pc:sldMk cId="1308517110" sldId="257"/>
            <ac:inkMk id="330" creationId="{80DBD9DE-A6AF-4CEA-958A-09D418136174}"/>
          </ac:inkMkLst>
        </pc:inkChg>
        <pc:inkChg chg="add del">
          <ac:chgData name="" userId="242feb3c33a8e7bf" providerId="LiveId" clId="{6C192596-F94B-4FAB-A38F-822CAE50B0CA}" dt="2023-03-22T16:31:08.373" v="462"/>
          <ac:inkMkLst>
            <pc:docMk/>
            <pc:sldMk cId="1308517110" sldId="257"/>
            <ac:inkMk id="331" creationId="{BB4D663F-A183-41E1-BBB5-03DC33876C88}"/>
          </ac:inkMkLst>
        </pc:inkChg>
        <pc:inkChg chg="add del">
          <ac:chgData name="" userId="242feb3c33a8e7bf" providerId="LiveId" clId="{6C192596-F94B-4FAB-A38F-822CAE50B0CA}" dt="2023-03-22T16:31:14.271" v="465"/>
          <ac:inkMkLst>
            <pc:docMk/>
            <pc:sldMk cId="1308517110" sldId="257"/>
            <ac:inkMk id="332" creationId="{83384305-B9F5-4344-A137-EB0BEA9D1DB2}"/>
          </ac:inkMkLst>
        </pc:inkChg>
        <pc:inkChg chg="add del">
          <ac:chgData name="" userId="242feb3c33a8e7bf" providerId="LiveId" clId="{6C192596-F94B-4FAB-A38F-822CAE50B0CA}" dt="2023-03-22T16:31:17.208" v="467"/>
          <ac:inkMkLst>
            <pc:docMk/>
            <pc:sldMk cId="1308517110" sldId="257"/>
            <ac:inkMk id="333" creationId="{9F123250-EA5C-40B8-879C-575D0C0E1BDB}"/>
          </ac:inkMkLst>
        </pc:inkChg>
        <pc:inkChg chg="add del">
          <ac:chgData name="" userId="242feb3c33a8e7bf" providerId="LiveId" clId="{6C192596-F94B-4FAB-A38F-822CAE50B0CA}" dt="2023-03-22T16:31:29.861" v="472"/>
          <ac:inkMkLst>
            <pc:docMk/>
            <pc:sldMk cId="1308517110" sldId="257"/>
            <ac:inkMk id="334" creationId="{2FE705C4-B415-45F9-A311-9184DC80FE79}"/>
          </ac:inkMkLst>
        </pc:inkChg>
        <pc:inkChg chg="add del">
          <ac:chgData name="" userId="242feb3c33a8e7bf" providerId="LiveId" clId="{6C192596-F94B-4FAB-A38F-822CAE50B0CA}" dt="2023-03-22T16:31:28.490" v="471"/>
          <ac:inkMkLst>
            <pc:docMk/>
            <pc:sldMk cId="1308517110" sldId="257"/>
            <ac:inkMk id="335" creationId="{A204B019-12D3-46FE-9002-F3E66855BFF4}"/>
          </ac:inkMkLst>
        </pc:inkChg>
        <pc:inkChg chg="add del">
          <ac:chgData name="" userId="242feb3c33a8e7bf" providerId="LiveId" clId="{6C192596-F94B-4FAB-A38F-822CAE50B0CA}" dt="2023-03-22T16:31:28.490" v="471"/>
          <ac:inkMkLst>
            <pc:docMk/>
            <pc:sldMk cId="1308517110" sldId="257"/>
            <ac:inkMk id="336" creationId="{D70DD66F-9638-42CF-8F87-EE88964E8CB4}"/>
          </ac:inkMkLst>
        </pc:inkChg>
        <pc:inkChg chg="add">
          <ac:chgData name="" userId="242feb3c33a8e7bf" providerId="LiveId" clId="{6C192596-F94B-4FAB-A38F-822CAE50B0CA}" dt="2023-03-22T16:31:28.490" v="471"/>
          <ac:inkMkLst>
            <pc:docMk/>
            <pc:sldMk cId="1308517110" sldId="257"/>
            <ac:inkMk id="337" creationId="{49C7C755-9FC2-43CC-A80C-FF5C637DC379}"/>
          </ac:inkMkLst>
        </pc:inkChg>
        <pc:inkChg chg="add del">
          <ac:chgData name="" userId="242feb3c33a8e7bf" providerId="LiveId" clId="{6C192596-F94B-4FAB-A38F-822CAE50B0CA}" dt="2023-03-22T16:31:43.903" v="477"/>
          <ac:inkMkLst>
            <pc:docMk/>
            <pc:sldMk cId="1308517110" sldId="257"/>
            <ac:inkMk id="338" creationId="{F67F3132-9BD8-4BB5-80CE-A6AE5A64BFB2}"/>
          </ac:inkMkLst>
        </pc:inkChg>
        <pc:inkChg chg="add">
          <ac:chgData name="" userId="242feb3c33a8e7bf" providerId="LiveId" clId="{6C192596-F94B-4FAB-A38F-822CAE50B0CA}" dt="2023-03-22T16:31:38.337" v="474"/>
          <ac:inkMkLst>
            <pc:docMk/>
            <pc:sldMk cId="1308517110" sldId="257"/>
            <ac:inkMk id="339" creationId="{A40A90C4-60FE-4992-94D9-DFAF9FDE3252}"/>
          </ac:inkMkLst>
        </pc:inkChg>
        <pc:inkChg chg="add del">
          <ac:chgData name="" userId="242feb3c33a8e7bf" providerId="LiveId" clId="{6C192596-F94B-4FAB-A38F-822CAE50B0CA}" dt="2023-03-22T16:31:43.903" v="477"/>
          <ac:inkMkLst>
            <pc:docMk/>
            <pc:sldMk cId="1308517110" sldId="257"/>
            <ac:inkMk id="340" creationId="{89C235DA-DB0A-4684-963D-AC865FCC6B53}"/>
          </ac:inkMkLst>
        </pc:inkChg>
        <pc:inkChg chg="add">
          <ac:chgData name="" userId="242feb3c33a8e7bf" providerId="LiveId" clId="{6C192596-F94B-4FAB-A38F-822CAE50B0CA}" dt="2023-03-22T16:31:43.903" v="477"/>
          <ac:inkMkLst>
            <pc:docMk/>
            <pc:sldMk cId="1308517110" sldId="257"/>
            <ac:inkMk id="341" creationId="{7C9222D4-EA2D-44D4-834D-19638AE04B5F}"/>
          </ac:inkMkLst>
        </pc:inkChg>
        <pc:inkChg chg="add">
          <ac:chgData name="" userId="242feb3c33a8e7bf" providerId="LiveId" clId="{6C192596-F94B-4FAB-A38F-822CAE50B0CA}" dt="2023-03-22T16:31:55.453" v="478"/>
          <ac:inkMkLst>
            <pc:docMk/>
            <pc:sldMk cId="1308517110" sldId="257"/>
            <ac:inkMk id="342" creationId="{524912ED-7B0E-4CAC-A707-0A6B6BC81E9B}"/>
          </ac:inkMkLst>
        </pc:inkChg>
        <pc:inkChg chg="add">
          <ac:chgData name="" userId="242feb3c33a8e7bf" providerId="LiveId" clId="{6C192596-F94B-4FAB-A38F-822CAE50B0CA}" dt="2023-03-22T16:31:56.696" v="479"/>
          <ac:inkMkLst>
            <pc:docMk/>
            <pc:sldMk cId="1308517110" sldId="257"/>
            <ac:inkMk id="343" creationId="{C98CF494-4263-484F-AA36-580853DD068E}"/>
          </ac:inkMkLst>
        </pc:inkChg>
        <pc:inkChg chg="add">
          <ac:chgData name="" userId="242feb3c33a8e7bf" providerId="LiveId" clId="{6C192596-F94B-4FAB-A38F-822CAE50B0CA}" dt="2023-03-22T16:32:00.248" v="480"/>
          <ac:inkMkLst>
            <pc:docMk/>
            <pc:sldMk cId="1308517110" sldId="257"/>
            <ac:inkMk id="344" creationId="{40C7A112-9847-4785-95FB-DA563411EB92}"/>
          </ac:inkMkLst>
        </pc:inkChg>
        <pc:inkChg chg="add del">
          <ac:chgData name="" userId="242feb3c33a8e7bf" providerId="LiveId" clId="{6C192596-F94B-4FAB-A38F-822CAE50B0CA}" dt="2023-03-22T16:32:04.294" v="483"/>
          <ac:inkMkLst>
            <pc:docMk/>
            <pc:sldMk cId="1308517110" sldId="257"/>
            <ac:inkMk id="345" creationId="{811EE35E-DD3A-4EE5-B038-C27181F8CD0F}"/>
          </ac:inkMkLst>
        </pc:inkChg>
        <pc:inkChg chg="add del">
          <ac:chgData name="" userId="242feb3c33a8e7bf" providerId="LiveId" clId="{6C192596-F94B-4FAB-A38F-822CAE50B0CA}" dt="2023-03-22T16:32:04.294" v="483"/>
          <ac:inkMkLst>
            <pc:docMk/>
            <pc:sldMk cId="1308517110" sldId="257"/>
            <ac:inkMk id="346" creationId="{8CE02B26-20AA-41D2-81F4-D5A0FD06DB82}"/>
          </ac:inkMkLst>
        </pc:inkChg>
        <pc:inkChg chg="add">
          <ac:chgData name="" userId="242feb3c33a8e7bf" providerId="LiveId" clId="{6C192596-F94B-4FAB-A38F-822CAE50B0CA}" dt="2023-03-22T16:32:04.294" v="483"/>
          <ac:inkMkLst>
            <pc:docMk/>
            <pc:sldMk cId="1308517110" sldId="257"/>
            <ac:inkMk id="347" creationId="{6CAF99C2-C1A7-4F8C-BF95-3C897D3BB99E}"/>
          </ac:inkMkLst>
        </pc:inkChg>
        <pc:inkChg chg="add del">
          <ac:chgData name="" userId="242feb3c33a8e7bf" providerId="LiveId" clId="{6C192596-F94B-4FAB-A38F-822CAE50B0CA}" dt="2023-03-22T16:32:08.787" v="486"/>
          <ac:inkMkLst>
            <pc:docMk/>
            <pc:sldMk cId="1308517110" sldId="257"/>
            <ac:inkMk id="348" creationId="{73AF172E-6E1C-4608-9E23-2207B8D3094E}"/>
          </ac:inkMkLst>
        </pc:inkChg>
        <pc:inkChg chg="add del">
          <ac:chgData name="" userId="242feb3c33a8e7bf" providerId="LiveId" clId="{6C192596-F94B-4FAB-A38F-822CAE50B0CA}" dt="2023-03-22T16:32:08.787" v="486"/>
          <ac:inkMkLst>
            <pc:docMk/>
            <pc:sldMk cId="1308517110" sldId="257"/>
            <ac:inkMk id="349" creationId="{D67C8095-39C5-40A6-BA81-0BB5858DB94B}"/>
          </ac:inkMkLst>
        </pc:inkChg>
        <pc:inkChg chg="add">
          <ac:chgData name="" userId="242feb3c33a8e7bf" providerId="LiveId" clId="{6C192596-F94B-4FAB-A38F-822CAE50B0CA}" dt="2023-03-22T16:32:08.787" v="486"/>
          <ac:inkMkLst>
            <pc:docMk/>
            <pc:sldMk cId="1308517110" sldId="257"/>
            <ac:inkMk id="350" creationId="{5F282A72-9E58-458F-B4FD-BFEC006DB42B}"/>
          </ac:inkMkLst>
        </pc:inkChg>
        <pc:inkChg chg="add del">
          <ac:chgData name="" userId="242feb3c33a8e7bf" providerId="LiveId" clId="{6C192596-F94B-4FAB-A38F-822CAE50B0CA}" dt="2023-03-22T16:32:56.579" v="489"/>
          <ac:inkMkLst>
            <pc:docMk/>
            <pc:sldMk cId="1308517110" sldId="257"/>
            <ac:inkMk id="351" creationId="{5FE5E16D-8117-4397-93FF-068E35242666}"/>
          </ac:inkMkLst>
        </pc:inkChg>
        <pc:inkChg chg="add del">
          <ac:chgData name="" userId="242feb3c33a8e7bf" providerId="LiveId" clId="{6C192596-F94B-4FAB-A38F-822CAE50B0CA}" dt="2023-03-22T16:32:56.579" v="489"/>
          <ac:inkMkLst>
            <pc:docMk/>
            <pc:sldMk cId="1308517110" sldId="257"/>
            <ac:inkMk id="352" creationId="{E959761D-8B94-4A40-8FCA-7EF1253647E8}"/>
          </ac:inkMkLst>
        </pc:inkChg>
        <pc:inkChg chg="add">
          <ac:chgData name="" userId="242feb3c33a8e7bf" providerId="LiveId" clId="{6C192596-F94B-4FAB-A38F-822CAE50B0CA}" dt="2023-03-22T16:32:56.579" v="489"/>
          <ac:inkMkLst>
            <pc:docMk/>
            <pc:sldMk cId="1308517110" sldId="257"/>
            <ac:inkMk id="353" creationId="{1B1A13BA-64F0-413B-A4BE-D905FF548458}"/>
          </ac:inkMkLst>
        </pc:inkChg>
        <pc:inkChg chg="add del">
          <ac:chgData name="" userId="242feb3c33a8e7bf" providerId="LiveId" clId="{6C192596-F94B-4FAB-A38F-822CAE50B0CA}" dt="2023-03-22T16:33:04.060" v="492"/>
          <ac:inkMkLst>
            <pc:docMk/>
            <pc:sldMk cId="1308517110" sldId="257"/>
            <ac:inkMk id="354" creationId="{31BF9F40-58FB-45D5-8E0E-5E7AD0DB4A94}"/>
          </ac:inkMkLst>
        </pc:inkChg>
        <pc:inkChg chg="add del">
          <ac:chgData name="" userId="242feb3c33a8e7bf" providerId="LiveId" clId="{6C192596-F94B-4FAB-A38F-822CAE50B0CA}" dt="2023-03-22T16:33:04.060" v="492"/>
          <ac:inkMkLst>
            <pc:docMk/>
            <pc:sldMk cId="1308517110" sldId="257"/>
            <ac:inkMk id="355" creationId="{56803A99-42AA-437B-AC44-7A694F336FEA}"/>
          </ac:inkMkLst>
        </pc:inkChg>
        <pc:inkChg chg="add del">
          <ac:chgData name="" userId="242feb3c33a8e7bf" providerId="LiveId" clId="{6C192596-F94B-4FAB-A38F-822CAE50B0CA}" dt="2023-03-22T16:33:04.412" v="493"/>
          <ac:inkMkLst>
            <pc:docMk/>
            <pc:sldMk cId="1308517110" sldId="257"/>
            <ac:inkMk id="356" creationId="{F396AE46-68CF-4BBE-939E-CEC45A3B7563}"/>
          </ac:inkMkLst>
        </pc:inkChg>
        <pc:inkChg chg="add del">
          <ac:chgData name="" userId="242feb3c33a8e7bf" providerId="LiveId" clId="{6C192596-F94B-4FAB-A38F-822CAE50B0CA}" dt="2023-03-22T16:33:08.111" v="496"/>
          <ac:inkMkLst>
            <pc:docMk/>
            <pc:sldMk cId="1308517110" sldId="257"/>
            <ac:inkMk id="357" creationId="{72E628DC-4B6A-44B6-844B-109F6B303EA1}"/>
          </ac:inkMkLst>
        </pc:inkChg>
        <pc:inkChg chg="add del">
          <ac:chgData name="" userId="242feb3c33a8e7bf" providerId="LiveId" clId="{6C192596-F94B-4FAB-A38F-822CAE50B0CA}" dt="2023-03-22T16:33:08.111" v="496"/>
          <ac:inkMkLst>
            <pc:docMk/>
            <pc:sldMk cId="1308517110" sldId="257"/>
            <ac:inkMk id="358" creationId="{7FBE8808-A862-46D8-89CD-DD9B1A59E3E2}"/>
          </ac:inkMkLst>
        </pc:inkChg>
        <pc:inkChg chg="add">
          <ac:chgData name="" userId="242feb3c33a8e7bf" providerId="LiveId" clId="{6C192596-F94B-4FAB-A38F-822CAE50B0CA}" dt="2023-03-22T16:33:08.111" v="496"/>
          <ac:inkMkLst>
            <pc:docMk/>
            <pc:sldMk cId="1308517110" sldId="257"/>
            <ac:inkMk id="359" creationId="{ABF58BB7-5B1D-40D1-903B-946D23117862}"/>
          </ac:inkMkLst>
        </pc:inkChg>
        <pc:inkChg chg="add del">
          <ac:chgData name="" userId="242feb3c33a8e7bf" providerId="LiveId" clId="{6C192596-F94B-4FAB-A38F-822CAE50B0CA}" dt="2023-03-22T16:33:11.952" v="499"/>
          <ac:inkMkLst>
            <pc:docMk/>
            <pc:sldMk cId="1308517110" sldId="257"/>
            <ac:inkMk id="360" creationId="{5E50E550-7DC5-4DA7-B0F9-09779C487E07}"/>
          </ac:inkMkLst>
        </pc:inkChg>
        <pc:inkChg chg="add del">
          <ac:chgData name="" userId="242feb3c33a8e7bf" providerId="LiveId" clId="{6C192596-F94B-4FAB-A38F-822CAE50B0CA}" dt="2023-03-22T16:33:11.952" v="499"/>
          <ac:inkMkLst>
            <pc:docMk/>
            <pc:sldMk cId="1308517110" sldId="257"/>
            <ac:inkMk id="361" creationId="{B9155CC1-6C5B-45E8-A026-52C11F7FF74C}"/>
          </ac:inkMkLst>
        </pc:inkChg>
        <pc:inkChg chg="add del">
          <ac:chgData name="" userId="242feb3c33a8e7bf" providerId="LiveId" clId="{6C192596-F94B-4FAB-A38F-822CAE50B0CA}" dt="2023-03-22T16:33:13.330" v="501"/>
          <ac:inkMkLst>
            <pc:docMk/>
            <pc:sldMk cId="1308517110" sldId="257"/>
            <ac:inkMk id="362" creationId="{786CAC82-26C9-4C79-892B-914086060C5A}"/>
          </ac:inkMkLst>
        </pc:inkChg>
        <pc:inkChg chg="add del">
          <ac:chgData name="" userId="242feb3c33a8e7bf" providerId="LiveId" clId="{6C192596-F94B-4FAB-A38F-822CAE50B0CA}" dt="2023-03-22T16:33:13.330" v="501"/>
          <ac:inkMkLst>
            <pc:docMk/>
            <pc:sldMk cId="1308517110" sldId="257"/>
            <ac:inkMk id="363" creationId="{0CA92B32-8516-44F7-8200-271CE11D16D5}"/>
          </ac:inkMkLst>
        </pc:inkChg>
        <pc:inkChg chg="add del">
          <ac:chgData name="" userId="242feb3c33a8e7bf" providerId="LiveId" clId="{6C192596-F94B-4FAB-A38F-822CAE50B0CA}" dt="2023-03-22T16:33:18.446" v="503"/>
          <ac:inkMkLst>
            <pc:docMk/>
            <pc:sldMk cId="1308517110" sldId="257"/>
            <ac:inkMk id="364" creationId="{7133F648-B4B2-4661-B58E-14D4FCE9DCCF}"/>
          </ac:inkMkLst>
        </pc:inkChg>
        <pc:inkChg chg="add del">
          <ac:chgData name="" userId="242feb3c33a8e7bf" providerId="LiveId" clId="{6C192596-F94B-4FAB-A38F-822CAE50B0CA}" dt="2023-03-22T16:33:18.446" v="503"/>
          <ac:inkMkLst>
            <pc:docMk/>
            <pc:sldMk cId="1308517110" sldId="257"/>
            <ac:inkMk id="365" creationId="{E5C1020A-9AAE-497C-898F-105880347A47}"/>
          </ac:inkMkLst>
        </pc:inkChg>
        <pc:inkChg chg="add">
          <ac:chgData name="" userId="242feb3c33a8e7bf" providerId="LiveId" clId="{6C192596-F94B-4FAB-A38F-822CAE50B0CA}" dt="2023-03-22T16:33:18.446" v="503"/>
          <ac:inkMkLst>
            <pc:docMk/>
            <pc:sldMk cId="1308517110" sldId="257"/>
            <ac:inkMk id="366" creationId="{8E0B8449-E481-4FC3-94CE-BDCE955EB9A7}"/>
          </ac:inkMkLst>
        </pc:inkChg>
        <pc:inkChg chg="add del">
          <ac:chgData name="" userId="242feb3c33a8e7bf" providerId="LiveId" clId="{6C192596-F94B-4FAB-A38F-822CAE50B0CA}" dt="2023-03-22T16:33:23.824" v="507"/>
          <ac:inkMkLst>
            <pc:docMk/>
            <pc:sldMk cId="1308517110" sldId="257"/>
            <ac:inkMk id="367" creationId="{266DAE49-DD0B-4512-995B-8F5BEA4EBC48}"/>
          </ac:inkMkLst>
        </pc:inkChg>
        <pc:inkChg chg="add del">
          <ac:chgData name="" userId="242feb3c33a8e7bf" providerId="LiveId" clId="{6C192596-F94B-4FAB-A38F-822CAE50B0CA}" dt="2023-03-22T16:33:23.824" v="507"/>
          <ac:inkMkLst>
            <pc:docMk/>
            <pc:sldMk cId="1308517110" sldId="257"/>
            <ac:inkMk id="368" creationId="{94F95184-B39E-4907-A82A-2A608BE42D6F}"/>
          </ac:inkMkLst>
        </pc:inkChg>
        <pc:inkChg chg="add del">
          <ac:chgData name="" userId="242feb3c33a8e7bf" providerId="LiveId" clId="{6C192596-F94B-4FAB-A38F-822CAE50B0CA}" dt="2023-03-22T16:33:23.824" v="507"/>
          <ac:inkMkLst>
            <pc:docMk/>
            <pc:sldMk cId="1308517110" sldId="257"/>
            <ac:inkMk id="369" creationId="{02718222-EA01-4401-98D0-51BEDDBBEF56}"/>
          </ac:inkMkLst>
        </pc:inkChg>
        <pc:inkChg chg="add del">
          <ac:chgData name="" userId="242feb3c33a8e7bf" providerId="LiveId" clId="{6C192596-F94B-4FAB-A38F-822CAE50B0CA}" dt="2023-03-22T16:33:24.779" v="509"/>
          <ac:inkMkLst>
            <pc:docMk/>
            <pc:sldMk cId="1308517110" sldId="257"/>
            <ac:inkMk id="370" creationId="{C3280F30-A182-419E-AD92-7A863FCDFCA3}"/>
          </ac:inkMkLst>
        </pc:inkChg>
        <pc:inkChg chg="add del">
          <ac:chgData name="" userId="242feb3c33a8e7bf" providerId="LiveId" clId="{6C192596-F94B-4FAB-A38F-822CAE50B0CA}" dt="2023-03-22T16:33:24.779" v="509"/>
          <ac:inkMkLst>
            <pc:docMk/>
            <pc:sldMk cId="1308517110" sldId="257"/>
            <ac:inkMk id="371" creationId="{ED5A2760-7B15-45BC-B571-29949A35A406}"/>
          </ac:inkMkLst>
        </pc:inkChg>
        <pc:inkChg chg="add">
          <ac:chgData name="" userId="242feb3c33a8e7bf" providerId="LiveId" clId="{6C192596-F94B-4FAB-A38F-822CAE50B0CA}" dt="2023-03-22T16:33:24.779" v="509"/>
          <ac:inkMkLst>
            <pc:docMk/>
            <pc:sldMk cId="1308517110" sldId="257"/>
            <ac:inkMk id="372" creationId="{2228888D-45E2-4DEB-9D3E-8FB351287BC6}"/>
          </ac:inkMkLst>
        </pc:inkChg>
        <pc:inkChg chg="add del">
          <ac:chgData name="" userId="242feb3c33a8e7bf" providerId="LiveId" clId="{6C192596-F94B-4FAB-A38F-822CAE50B0CA}" dt="2023-03-22T16:33:30.733" v="514"/>
          <ac:inkMkLst>
            <pc:docMk/>
            <pc:sldMk cId="1308517110" sldId="257"/>
            <ac:inkMk id="373" creationId="{512CF6F4-C455-4984-834A-E4D57D81D35D}"/>
          </ac:inkMkLst>
        </pc:inkChg>
        <pc:inkChg chg="add del">
          <ac:chgData name="" userId="242feb3c33a8e7bf" providerId="LiveId" clId="{6C192596-F94B-4FAB-A38F-822CAE50B0CA}" dt="2023-03-22T16:33:30.733" v="514"/>
          <ac:inkMkLst>
            <pc:docMk/>
            <pc:sldMk cId="1308517110" sldId="257"/>
            <ac:inkMk id="374" creationId="{59DC9C12-3525-4E00-89CE-F5219BA2C161}"/>
          </ac:inkMkLst>
        </pc:inkChg>
        <pc:inkChg chg="add del">
          <ac:chgData name="" userId="242feb3c33a8e7bf" providerId="LiveId" clId="{6C192596-F94B-4FAB-A38F-822CAE50B0CA}" dt="2023-03-22T16:33:30.733" v="514"/>
          <ac:inkMkLst>
            <pc:docMk/>
            <pc:sldMk cId="1308517110" sldId="257"/>
            <ac:inkMk id="375" creationId="{93B364F2-DEAE-4721-AEA4-B5E006F8FB92}"/>
          </ac:inkMkLst>
        </pc:inkChg>
        <pc:inkChg chg="add del">
          <ac:chgData name="" userId="242feb3c33a8e7bf" providerId="LiveId" clId="{6C192596-F94B-4FAB-A38F-822CAE50B0CA}" dt="2023-03-22T16:33:30.733" v="514"/>
          <ac:inkMkLst>
            <pc:docMk/>
            <pc:sldMk cId="1308517110" sldId="257"/>
            <ac:inkMk id="376" creationId="{76A11476-FBD0-4F56-8753-EBEE6BDAEDC5}"/>
          </ac:inkMkLst>
        </pc:inkChg>
        <pc:inkChg chg="add">
          <ac:chgData name="" userId="242feb3c33a8e7bf" providerId="LiveId" clId="{6C192596-F94B-4FAB-A38F-822CAE50B0CA}" dt="2023-03-22T16:33:30.733" v="514"/>
          <ac:inkMkLst>
            <pc:docMk/>
            <pc:sldMk cId="1308517110" sldId="257"/>
            <ac:inkMk id="377" creationId="{1A58C171-520F-48F9-A784-14A590611EE4}"/>
          </ac:inkMkLst>
        </pc:inkChg>
        <pc:inkChg chg="add">
          <ac:chgData name="" userId="242feb3c33a8e7bf" providerId="LiveId" clId="{6C192596-F94B-4FAB-A38F-822CAE50B0CA}" dt="2023-03-22T16:33:32.471" v="515"/>
          <ac:inkMkLst>
            <pc:docMk/>
            <pc:sldMk cId="1308517110" sldId="257"/>
            <ac:inkMk id="378" creationId="{483A3C8A-0395-48EE-9CCF-F162B96E4C91}"/>
          </ac:inkMkLst>
        </pc:inkChg>
        <pc:inkChg chg="add del">
          <ac:chgData name="" userId="242feb3c33a8e7bf" providerId="LiveId" clId="{6C192596-F94B-4FAB-A38F-822CAE50B0CA}" dt="2023-03-22T16:33:34.414" v="518"/>
          <ac:inkMkLst>
            <pc:docMk/>
            <pc:sldMk cId="1308517110" sldId="257"/>
            <ac:inkMk id="379" creationId="{AE762CA3-DE1E-4C7E-A727-F2018F7E3800}"/>
          </ac:inkMkLst>
        </pc:inkChg>
        <pc:inkChg chg="add del">
          <ac:chgData name="" userId="242feb3c33a8e7bf" providerId="LiveId" clId="{6C192596-F94B-4FAB-A38F-822CAE50B0CA}" dt="2023-03-22T16:33:34.414" v="518"/>
          <ac:inkMkLst>
            <pc:docMk/>
            <pc:sldMk cId="1308517110" sldId="257"/>
            <ac:inkMk id="380" creationId="{C7B37781-864B-40A4-9C40-D63D4F5E9731}"/>
          </ac:inkMkLst>
        </pc:inkChg>
        <pc:inkChg chg="add">
          <ac:chgData name="" userId="242feb3c33a8e7bf" providerId="LiveId" clId="{6C192596-F94B-4FAB-A38F-822CAE50B0CA}" dt="2023-03-22T16:33:34.414" v="518"/>
          <ac:inkMkLst>
            <pc:docMk/>
            <pc:sldMk cId="1308517110" sldId="257"/>
            <ac:inkMk id="381" creationId="{4B6DD445-1BE8-4414-9549-9288661EF6E8}"/>
          </ac:inkMkLst>
        </pc:inkChg>
        <pc:inkChg chg="add del">
          <ac:chgData name="" userId="242feb3c33a8e7bf" providerId="LiveId" clId="{6C192596-F94B-4FAB-A38F-822CAE50B0CA}" dt="2023-03-22T16:33:38.177" v="521"/>
          <ac:inkMkLst>
            <pc:docMk/>
            <pc:sldMk cId="1308517110" sldId="257"/>
            <ac:inkMk id="382" creationId="{83BD9AEE-2136-4FB7-8FB3-057E89D49900}"/>
          </ac:inkMkLst>
        </pc:inkChg>
        <pc:inkChg chg="add del">
          <ac:chgData name="" userId="242feb3c33a8e7bf" providerId="LiveId" clId="{6C192596-F94B-4FAB-A38F-822CAE50B0CA}" dt="2023-03-22T16:33:38.177" v="521"/>
          <ac:inkMkLst>
            <pc:docMk/>
            <pc:sldMk cId="1308517110" sldId="257"/>
            <ac:inkMk id="383" creationId="{023B690F-C076-48F7-ABEA-6F8FBD13B720}"/>
          </ac:inkMkLst>
        </pc:inkChg>
        <pc:inkChg chg="add">
          <ac:chgData name="" userId="242feb3c33a8e7bf" providerId="LiveId" clId="{6C192596-F94B-4FAB-A38F-822CAE50B0CA}" dt="2023-03-22T16:33:38.177" v="521"/>
          <ac:inkMkLst>
            <pc:docMk/>
            <pc:sldMk cId="1308517110" sldId="257"/>
            <ac:inkMk id="384" creationId="{E9E7C93E-F5B8-4398-A58C-84F0160731CA}"/>
          </ac:inkMkLst>
        </pc:inkChg>
        <pc:inkChg chg="add del">
          <ac:chgData name="" userId="242feb3c33a8e7bf" providerId="LiveId" clId="{6C192596-F94B-4FAB-A38F-822CAE50B0CA}" dt="2023-03-22T16:33:58.484" v="524"/>
          <ac:inkMkLst>
            <pc:docMk/>
            <pc:sldMk cId="1308517110" sldId="257"/>
            <ac:inkMk id="385" creationId="{52D57858-B9C6-4F46-97AF-4D851237F314}"/>
          </ac:inkMkLst>
        </pc:inkChg>
        <pc:inkChg chg="add del">
          <ac:chgData name="" userId="242feb3c33a8e7bf" providerId="LiveId" clId="{6C192596-F94B-4FAB-A38F-822CAE50B0CA}" dt="2023-03-22T16:33:58.484" v="524"/>
          <ac:inkMkLst>
            <pc:docMk/>
            <pc:sldMk cId="1308517110" sldId="257"/>
            <ac:inkMk id="386" creationId="{74E6CBE3-6861-48DA-BA3E-82B84FB53C0A}"/>
          </ac:inkMkLst>
        </pc:inkChg>
        <pc:inkChg chg="add">
          <ac:chgData name="" userId="242feb3c33a8e7bf" providerId="LiveId" clId="{6C192596-F94B-4FAB-A38F-822CAE50B0CA}" dt="2023-03-22T16:33:58.484" v="524"/>
          <ac:inkMkLst>
            <pc:docMk/>
            <pc:sldMk cId="1308517110" sldId="257"/>
            <ac:inkMk id="387" creationId="{3725F2F8-E643-4A9E-B83F-AE80BBF291A2}"/>
          </ac:inkMkLst>
        </pc:inkChg>
        <pc:inkChg chg="add del">
          <ac:chgData name="" userId="242feb3c33a8e7bf" providerId="LiveId" clId="{6C192596-F94B-4FAB-A38F-822CAE50B0CA}" dt="2023-03-22T16:34:02.525" v="527"/>
          <ac:inkMkLst>
            <pc:docMk/>
            <pc:sldMk cId="1308517110" sldId="257"/>
            <ac:inkMk id="388" creationId="{DA72A9E9-9F32-45D6-857F-0266A82B37DA}"/>
          </ac:inkMkLst>
        </pc:inkChg>
        <pc:inkChg chg="add del">
          <ac:chgData name="" userId="242feb3c33a8e7bf" providerId="LiveId" clId="{6C192596-F94B-4FAB-A38F-822CAE50B0CA}" dt="2023-03-22T16:34:02.525" v="527"/>
          <ac:inkMkLst>
            <pc:docMk/>
            <pc:sldMk cId="1308517110" sldId="257"/>
            <ac:inkMk id="389" creationId="{E661B7C0-5B4B-4D4F-B541-E8A70A7454A4}"/>
          </ac:inkMkLst>
        </pc:inkChg>
        <pc:inkChg chg="add del">
          <ac:chgData name="" userId="242feb3c33a8e7bf" providerId="LiveId" clId="{6C192596-F94B-4FAB-A38F-822CAE50B0CA}" dt="2023-03-22T16:34:04.262" v="528"/>
          <ac:inkMkLst>
            <pc:docMk/>
            <pc:sldMk cId="1308517110" sldId="257"/>
            <ac:inkMk id="390" creationId="{43EC8199-2433-4A4B-A7CF-5B16071B0F2D}"/>
          </ac:inkMkLst>
        </pc:inkChg>
        <pc:inkChg chg="add del">
          <ac:chgData name="" userId="242feb3c33a8e7bf" providerId="LiveId" clId="{6C192596-F94B-4FAB-A38F-822CAE50B0CA}" dt="2023-03-22T16:34:09.815" v="531"/>
          <ac:inkMkLst>
            <pc:docMk/>
            <pc:sldMk cId="1308517110" sldId="257"/>
            <ac:inkMk id="391" creationId="{63044FBC-BAD9-4006-8B2C-4C7147DCA8E4}"/>
          </ac:inkMkLst>
        </pc:inkChg>
        <pc:inkChg chg="add del">
          <ac:chgData name="" userId="242feb3c33a8e7bf" providerId="LiveId" clId="{6C192596-F94B-4FAB-A38F-822CAE50B0CA}" dt="2023-03-22T16:34:09.815" v="531"/>
          <ac:inkMkLst>
            <pc:docMk/>
            <pc:sldMk cId="1308517110" sldId="257"/>
            <ac:inkMk id="392" creationId="{D347520F-C50E-4E7A-A08C-2C273C9E5269}"/>
          </ac:inkMkLst>
        </pc:inkChg>
        <pc:inkChg chg="add del">
          <ac:chgData name="" userId="242feb3c33a8e7bf" providerId="LiveId" clId="{6C192596-F94B-4FAB-A38F-822CAE50B0CA}" dt="2023-03-22T16:34:10.778" v="533"/>
          <ac:inkMkLst>
            <pc:docMk/>
            <pc:sldMk cId="1308517110" sldId="257"/>
            <ac:inkMk id="393" creationId="{03AC44A5-7284-402C-9F74-E0AA5A50B352}"/>
          </ac:inkMkLst>
        </pc:inkChg>
        <pc:inkChg chg="add del">
          <ac:chgData name="" userId="242feb3c33a8e7bf" providerId="LiveId" clId="{6C192596-F94B-4FAB-A38F-822CAE50B0CA}" dt="2023-03-22T16:34:10.778" v="533"/>
          <ac:inkMkLst>
            <pc:docMk/>
            <pc:sldMk cId="1308517110" sldId="257"/>
            <ac:inkMk id="394" creationId="{34ADFEBA-E166-442F-A57A-B186D10BBDD2}"/>
          </ac:inkMkLst>
        </pc:inkChg>
        <pc:inkChg chg="add">
          <ac:chgData name="" userId="242feb3c33a8e7bf" providerId="LiveId" clId="{6C192596-F94B-4FAB-A38F-822CAE50B0CA}" dt="2023-03-22T16:34:10.778" v="533"/>
          <ac:inkMkLst>
            <pc:docMk/>
            <pc:sldMk cId="1308517110" sldId="257"/>
            <ac:inkMk id="395" creationId="{CF9FBD20-E7A8-42A2-9D26-0611EFE5C140}"/>
          </ac:inkMkLst>
        </pc:inkChg>
        <pc:inkChg chg="add del">
          <ac:chgData name="" userId="242feb3c33a8e7bf" providerId="LiveId" clId="{6C192596-F94B-4FAB-A38F-822CAE50B0CA}" dt="2023-03-22T16:34:15.833" v="537"/>
          <ac:inkMkLst>
            <pc:docMk/>
            <pc:sldMk cId="1308517110" sldId="257"/>
            <ac:inkMk id="396" creationId="{1715C3A2-908D-4F40-88A6-E30EB547FB9D}"/>
          </ac:inkMkLst>
        </pc:inkChg>
        <pc:inkChg chg="add del">
          <ac:chgData name="" userId="242feb3c33a8e7bf" providerId="LiveId" clId="{6C192596-F94B-4FAB-A38F-822CAE50B0CA}" dt="2023-03-22T16:34:15.833" v="536"/>
          <ac:inkMkLst>
            <pc:docMk/>
            <pc:sldMk cId="1308517110" sldId="257"/>
            <ac:inkMk id="397" creationId="{F9ECF39D-3493-4107-A9A3-107EBDB8FEBB}"/>
          </ac:inkMkLst>
        </pc:inkChg>
        <pc:inkChg chg="add del">
          <ac:chgData name="" userId="242feb3c33a8e7bf" providerId="LiveId" clId="{6C192596-F94B-4FAB-A38F-822CAE50B0CA}" dt="2023-03-22T16:34:21.965" v="540"/>
          <ac:inkMkLst>
            <pc:docMk/>
            <pc:sldMk cId="1308517110" sldId="257"/>
            <ac:inkMk id="398" creationId="{69FA187A-2C45-4AB7-AFD1-071C5E605BBD}"/>
          </ac:inkMkLst>
        </pc:inkChg>
        <pc:inkChg chg="add del">
          <ac:chgData name="" userId="242feb3c33a8e7bf" providerId="LiveId" clId="{6C192596-F94B-4FAB-A38F-822CAE50B0CA}" dt="2023-03-22T16:34:21.965" v="540"/>
          <ac:inkMkLst>
            <pc:docMk/>
            <pc:sldMk cId="1308517110" sldId="257"/>
            <ac:inkMk id="399" creationId="{8D3E56C5-A68E-4A83-B72D-7FD61BFBC69B}"/>
          </ac:inkMkLst>
        </pc:inkChg>
        <pc:inkChg chg="add">
          <ac:chgData name="" userId="242feb3c33a8e7bf" providerId="LiveId" clId="{6C192596-F94B-4FAB-A38F-822CAE50B0CA}" dt="2023-03-22T16:34:21.965" v="540"/>
          <ac:inkMkLst>
            <pc:docMk/>
            <pc:sldMk cId="1308517110" sldId="257"/>
            <ac:inkMk id="400" creationId="{CBF5ADD2-7184-444C-A85D-EFAA3E06BF6B}"/>
          </ac:inkMkLst>
        </pc:inkChg>
        <pc:inkChg chg="add del">
          <ac:chgData name="" userId="242feb3c33a8e7bf" providerId="LiveId" clId="{6C192596-F94B-4FAB-A38F-822CAE50B0CA}" dt="2023-03-22T16:34:26.269" v="543"/>
          <ac:inkMkLst>
            <pc:docMk/>
            <pc:sldMk cId="1308517110" sldId="257"/>
            <ac:inkMk id="401" creationId="{C182F230-3490-4AE3-85FE-A413F59580EB}"/>
          </ac:inkMkLst>
        </pc:inkChg>
        <pc:inkChg chg="add del">
          <ac:chgData name="" userId="242feb3c33a8e7bf" providerId="LiveId" clId="{6C192596-F94B-4FAB-A38F-822CAE50B0CA}" dt="2023-03-22T16:34:26.269" v="543"/>
          <ac:inkMkLst>
            <pc:docMk/>
            <pc:sldMk cId="1308517110" sldId="257"/>
            <ac:inkMk id="402" creationId="{346C42B1-22B5-4041-9A4C-32BF95B18EB5}"/>
          </ac:inkMkLst>
        </pc:inkChg>
        <pc:inkChg chg="add">
          <ac:chgData name="" userId="242feb3c33a8e7bf" providerId="LiveId" clId="{6C192596-F94B-4FAB-A38F-822CAE50B0CA}" dt="2023-03-22T16:34:26.269" v="543"/>
          <ac:inkMkLst>
            <pc:docMk/>
            <pc:sldMk cId="1308517110" sldId="257"/>
            <ac:inkMk id="403" creationId="{793ED35C-F2DB-4A5E-A8AC-A8C716930B98}"/>
          </ac:inkMkLst>
        </pc:inkChg>
        <pc:inkChg chg="add">
          <ac:chgData name="" userId="242feb3c33a8e7bf" providerId="LiveId" clId="{6C192596-F94B-4FAB-A38F-822CAE50B0CA}" dt="2023-03-22T16:34:29.265" v="544"/>
          <ac:inkMkLst>
            <pc:docMk/>
            <pc:sldMk cId="1308517110" sldId="257"/>
            <ac:inkMk id="404" creationId="{CB71F7B8-1829-44AD-9DE7-A5A3F574A59D}"/>
          </ac:inkMkLst>
        </pc:inkChg>
        <pc:inkChg chg="add del">
          <ac:chgData name="" userId="242feb3c33a8e7bf" providerId="LiveId" clId="{6C192596-F94B-4FAB-A38F-822CAE50B0CA}" dt="2023-03-22T16:34:33.596" v="547"/>
          <ac:inkMkLst>
            <pc:docMk/>
            <pc:sldMk cId="1308517110" sldId="257"/>
            <ac:inkMk id="405" creationId="{036DAE63-57FA-4558-9BFB-E2F832B3C3A3}"/>
          </ac:inkMkLst>
        </pc:inkChg>
        <pc:inkChg chg="add del">
          <ac:chgData name="" userId="242feb3c33a8e7bf" providerId="LiveId" clId="{6C192596-F94B-4FAB-A38F-822CAE50B0CA}" dt="2023-03-22T16:34:33.596" v="547"/>
          <ac:inkMkLst>
            <pc:docMk/>
            <pc:sldMk cId="1308517110" sldId="257"/>
            <ac:inkMk id="406" creationId="{5669BC89-B0F9-417B-A77E-80896FF7D460}"/>
          </ac:inkMkLst>
        </pc:inkChg>
        <pc:inkChg chg="add">
          <ac:chgData name="" userId="242feb3c33a8e7bf" providerId="LiveId" clId="{6C192596-F94B-4FAB-A38F-822CAE50B0CA}" dt="2023-03-22T16:34:33.596" v="547"/>
          <ac:inkMkLst>
            <pc:docMk/>
            <pc:sldMk cId="1308517110" sldId="257"/>
            <ac:inkMk id="407" creationId="{26993B56-865F-4045-9957-BEB380BB2B2F}"/>
          </ac:inkMkLst>
        </pc:inkChg>
        <pc:inkChg chg="add">
          <ac:chgData name="" userId="242feb3c33a8e7bf" providerId="LiveId" clId="{6C192596-F94B-4FAB-A38F-822CAE50B0CA}" dt="2023-03-22T16:34:35.829" v="548"/>
          <ac:inkMkLst>
            <pc:docMk/>
            <pc:sldMk cId="1308517110" sldId="257"/>
            <ac:inkMk id="408" creationId="{837BEF8B-F7A7-44CF-B259-A07C57658EB1}"/>
          </ac:inkMkLst>
        </pc:inkChg>
        <pc:inkChg chg="add">
          <ac:chgData name="" userId="242feb3c33a8e7bf" providerId="LiveId" clId="{6C192596-F94B-4FAB-A38F-822CAE50B0CA}" dt="2023-03-22T16:34:37.273" v="549"/>
          <ac:inkMkLst>
            <pc:docMk/>
            <pc:sldMk cId="1308517110" sldId="257"/>
            <ac:inkMk id="409" creationId="{7B2E4FF5-C5C9-4B8D-A5E1-DA685147A402}"/>
          </ac:inkMkLst>
        </pc:inkChg>
        <pc:inkChg chg="add">
          <ac:chgData name="" userId="242feb3c33a8e7bf" providerId="LiveId" clId="{6C192596-F94B-4FAB-A38F-822CAE50B0CA}" dt="2023-03-22T16:34:41.122" v="550"/>
          <ac:inkMkLst>
            <pc:docMk/>
            <pc:sldMk cId="1308517110" sldId="257"/>
            <ac:inkMk id="410" creationId="{D14B5972-7D9B-4A6D-8735-4BE08C9233AA}"/>
          </ac:inkMkLst>
        </pc:inkChg>
        <pc:inkChg chg="add del">
          <ac:chgData name="" userId="242feb3c33a8e7bf" providerId="LiveId" clId="{6C192596-F94B-4FAB-A38F-822CAE50B0CA}" dt="2023-03-22T16:34:46.670" v="553"/>
          <ac:inkMkLst>
            <pc:docMk/>
            <pc:sldMk cId="1308517110" sldId="257"/>
            <ac:inkMk id="411" creationId="{232C71B6-436B-4926-AD0F-2724AC8A7007}"/>
          </ac:inkMkLst>
        </pc:inkChg>
        <pc:inkChg chg="add del">
          <ac:chgData name="" userId="242feb3c33a8e7bf" providerId="LiveId" clId="{6C192596-F94B-4FAB-A38F-822CAE50B0CA}" dt="2023-03-22T16:34:46.670" v="553"/>
          <ac:inkMkLst>
            <pc:docMk/>
            <pc:sldMk cId="1308517110" sldId="257"/>
            <ac:inkMk id="412" creationId="{53FBE651-B903-41FB-BA79-E5BB022F21C7}"/>
          </ac:inkMkLst>
        </pc:inkChg>
        <pc:inkChg chg="add">
          <ac:chgData name="" userId="242feb3c33a8e7bf" providerId="LiveId" clId="{6C192596-F94B-4FAB-A38F-822CAE50B0CA}" dt="2023-03-22T16:34:46.670" v="553"/>
          <ac:inkMkLst>
            <pc:docMk/>
            <pc:sldMk cId="1308517110" sldId="257"/>
            <ac:inkMk id="413" creationId="{F7FC7722-9E96-494D-8E15-4E1948FE0AC8}"/>
          </ac:inkMkLst>
        </pc:inkChg>
        <pc:inkChg chg="add del">
          <ac:chgData name="" userId="242feb3c33a8e7bf" providerId="LiveId" clId="{6C192596-F94B-4FAB-A38F-822CAE50B0CA}" dt="2023-03-22T16:34:50.744" v="556"/>
          <ac:inkMkLst>
            <pc:docMk/>
            <pc:sldMk cId="1308517110" sldId="257"/>
            <ac:inkMk id="414" creationId="{5A3E2B8B-7064-48A2-9E8E-FB74A7367CD4}"/>
          </ac:inkMkLst>
        </pc:inkChg>
        <pc:inkChg chg="add del">
          <ac:chgData name="" userId="242feb3c33a8e7bf" providerId="LiveId" clId="{6C192596-F94B-4FAB-A38F-822CAE50B0CA}" dt="2023-03-22T16:34:50.744" v="556"/>
          <ac:inkMkLst>
            <pc:docMk/>
            <pc:sldMk cId="1308517110" sldId="257"/>
            <ac:inkMk id="415" creationId="{AAE21040-ED83-4FD8-B92E-2CEE05D952FE}"/>
          </ac:inkMkLst>
        </pc:inkChg>
        <pc:inkChg chg="add">
          <ac:chgData name="" userId="242feb3c33a8e7bf" providerId="LiveId" clId="{6C192596-F94B-4FAB-A38F-822CAE50B0CA}" dt="2023-03-22T16:34:50.744" v="556"/>
          <ac:inkMkLst>
            <pc:docMk/>
            <pc:sldMk cId="1308517110" sldId="257"/>
            <ac:inkMk id="416" creationId="{557EF5CE-F77B-4C57-B11E-4CB6ACEF95F3}"/>
          </ac:inkMkLst>
        </pc:inkChg>
        <pc:inkChg chg="add">
          <ac:chgData name="" userId="242feb3c33a8e7bf" providerId="LiveId" clId="{6C192596-F94B-4FAB-A38F-822CAE50B0CA}" dt="2023-03-22T16:34:53.908" v="557"/>
          <ac:inkMkLst>
            <pc:docMk/>
            <pc:sldMk cId="1308517110" sldId="257"/>
            <ac:inkMk id="417" creationId="{531C9912-37D0-4155-93B3-209A1034462A}"/>
          </ac:inkMkLst>
        </pc:inkChg>
        <pc:inkChg chg="add del">
          <ac:chgData name="" userId="242feb3c33a8e7bf" providerId="LiveId" clId="{6C192596-F94B-4FAB-A38F-822CAE50B0CA}" dt="2023-03-22T16:34:59.542" v="562"/>
          <ac:inkMkLst>
            <pc:docMk/>
            <pc:sldMk cId="1308517110" sldId="257"/>
            <ac:inkMk id="418" creationId="{8C1EB47D-0D0C-4F8C-8972-FDF7927239A8}"/>
          </ac:inkMkLst>
        </pc:inkChg>
        <pc:inkChg chg="add del">
          <ac:chgData name="" userId="242feb3c33a8e7bf" providerId="LiveId" clId="{6C192596-F94B-4FAB-A38F-822CAE50B0CA}" dt="2023-03-22T16:34:59.542" v="562"/>
          <ac:inkMkLst>
            <pc:docMk/>
            <pc:sldMk cId="1308517110" sldId="257"/>
            <ac:inkMk id="419" creationId="{F04F458E-78F8-4FE3-8BCA-C4CEBDC3CB54}"/>
          </ac:inkMkLst>
        </pc:inkChg>
        <pc:inkChg chg="add del">
          <ac:chgData name="" userId="242feb3c33a8e7bf" providerId="LiveId" clId="{6C192596-F94B-4FAB-A38F-822CAE50B0CA}" dt="2023-03-22T16:34:59.542" v="562"/>
          <ac:inkMkLst>
            <pc:docMk/>
            <pc:sldMk cId="1308517110" sldId="257"/>
            <ac:inkMk id="420" creationId="{881FE50F-9B55-42DB-8BBD-153530E9CBD3}"/>
          </ac:inkMkLst>
        </pc:inkChg>
        <pc:inkChg chg="add del">
          <ac:chgData name="" userId="242feb3c33a8e7bf" providerId="LiveId" clId="{6C192596-F94B-4FAB-A38F-822CAE50B0CA}" dt="2023-03-22T16:34:59.542" v="562"/>
          <ac:inkMkLst>
            <pc:docMk/>
            <pc:sldMk cId="1308517110" sldId="257"/>
            <ac:inkMk id="421" creationId="{6FD2B2F9-6CD4-431A-856D-4588D15C1CE5}"/>
          </ac:inkMkLst>
        </pc:inkChg>
        <pc:inkChg chg="add">
          <ac:chgData name="" userId="242feb3c33a8e7bf" providerId="LiveId" clId="{6C192596-F94B-4FAB-A38F-822CAE50B0CA}" dt="2023-03-22T16:34:59.542" v="562"/>
          <ac:inkMkLst>
            <pc:docMk/>
            <pc:sldMk cId="1308517110" sldId="257"/>
            <ac:inkMk id="422" creationId="{17102775-FBC1-4230-9ABD-7A017BD838C0}"/>
          </ac:inkMkLst>
        </pc:inkChg>
        <pc:inkChg chg="add">
          <ac:chgData name="" userId="242feb3c33a8e7bf" providerId="LiveId" clId="{6C192596-F94B-4FAB-A38F-822CAE50B0CA}" dt="2023-03-22T16:35:00.415" v="563"/>
          <ac:inkMkLst>
            <pc:docMk/>
            <pc:sldMk cId="1308517110" sldId="257"/>
            <ac:inkMk id="423" creationId="{64D2990D-F8C8-4617-BC61-AE40DDE9400A}"/>
          </ac:inkMkLst>
        </pc:inkChg>
        <pc:inkChg chg="add del">
          <ac:chgData name="" userId="242feb3c33a8e7bf" providerId="LiveId" clId="{6C192596-F94B-4FAB-A38F-822CAE50B0CA}" dt="2023-03-22T16:35:05.467" v="565"/>
          <ac:inkMkLst>
            <pc:docMk/>
            <pc:sldMk cId="1308517110" sldId="257"/>
            <ac:inkMk id="424" creationId="{489F2074-6CFC-439A-A629-68118E2F6205}"/>
          </ac:inkMkLst>
        </pc:inkChg>
        <pc:inkChg chg="add">
          <ac:chgData name="" userId="242feb3c33a8e7bf" providerId="LiveId" clId="{6C192596-F94B-4FAB-A38F-822CAE50B0CA}" dt="2023-03-22T16:35:08.416" v="566"/>
          <ac:inkMkLst>
            <pc:docMk/>
            <pc:sldMk cId="1308517110" sldId="257"/>
            <ac:inkMk id="425" creationId="{1EC73CAA-82A5-4BCB-9EB8-1289CA42BB07}"/>
          </ac:inkMkLst>
        </pc:inkChg>
        <pc:inkChg chg="add">
          <ac:chgData name="" userId="242feb3c33a8e7bf" providerId="LiveId" clId="{6C192596-F94B-4FAB-A38F-822CAE50B0CA}" dt="2023-03-22T16:35:11.047" v="567"/>
          <ac:inkMkLst>
            <pc:docMk/>
            <pc:sldMk cId="1308517110" sldId="257"/>
            <ac:inkMk id="426" creationId="{A770F6A9-A60E-4254-AB6E-AE79AC926B62}"/>
          </ac:inkMkLst>
        </pc:inkChg>
        <pc:inkChg chg="add">
          <ac:chgData name="" userId="242feb3c33a8e7bf" providerId="LiveId" clId="{6C192596-F94B-4FAB-A38F-822CAE50B0CA}" dt="2023-03-22T16:35:12.094" v="568"/>
          <ac:inkMkLst>
            <pc:docMk/>
            <pc:sldMk cId="1308517110" sldId="257"/>
            <ac:inkMk id="427" creationId="{1E56BD16-C512-4286-B80F-6DD5BF7E5DEF}"/>
          </ac:inkMkLst>
        </pc:inkChg>
        <pc:inkChg chg="add del">
          <ac:chgData name="" userId="242feb3c33a8e7bf" providerId="LiveId" clId="{6C192596-F94B-4FAB-A38F-822CAE50B0CA}" dt="2023-03-22T16:35:16.501" v="572"/>
          <ac:inkMkLst>
            <pc:docMk/>
            <pc:sldMk cId="1308517110" sldId="257"/>
            <ac:inkMk id="428" creationId="{9F80B2AD-65DE-4A87-925B-8063A1C0BA71}"/>
          </ac:inkMkLst>
        </pc:inkChg>
        <pc:inkChg chg="add del">
          <ac:chgData name="" userId="242feb3c33a8e7bf" providerId="LiveId" clId="{6C192596-F94B-4FAB-A38F-822CAE50B0CA}" dt="2023-03-22T16:35:16.501" v="572"/>
          <ac:inkMkLst>
            <pc:docMk/>
            <pc:sldMk cId="1308517110" sldId="257"/>
            <ac:inkMk id="429" creationId="{9212F9BE-2201-461B-A193-FB01E8583FC7}"/>
          </ac:inkMkLst>
        </pc:inkChg>
        <pc:inkChg chg="add del">
          <ac:chgData name="" userId="242feb3c33a8e7bf" providerId="LiveId" clId="{6C192596-F94B-4FAB-A38F-822CAE50B0CA}" dt="2023-03-22T16:35:16.501" v="572"/>
          <ac:inkMkLst>
            <pc:docMk/>
            <pc:sldMk cId="1308517110" sldId="257"/>
            <ac:inkMk id="430" creationId="{489EC132-C130-42D0-8208-3898A586B711}"/>
          </ac:inkMkLst>
        </pc:inkChg>
        <pc:inkChg chg="add">
          <ac:chgData name="" userId="242feb3c33a8e7bf" providerId="LiveId" clId="{6C192596-F94B-4FAB-A38F-822CAE50B0CA}" dt="2023-03-22T16:35:16.501" v="572"/>
          <ac:inkMkLst>
            <pc:docMk/>
            <pc:sldMk cId="1308517110" sldId="257"/>
            <ac:inkMk id="431" creationId="{F606BF4E-8F57-4BD5-9FE2-4D7DA66DEE9A}"/>
          </ac:inkMkLst>
        </pc:inkChg>
        <pc:inkChg chg="add del">
          <ac:chgData name="" userId="242feb3c33a8e7bf" providerId="LiveId" clId="{6C192596-F94B-4FAB-A38F-822CAE50B0CA}" dt="2023-03-22T16:35:21.046" v="574"/>
          <ac:inkMkLst>
            <pc:docMk/>
            <pc:sldMk cId="1308517110" sldId="257"/>
            <ac:inkMk id="432" creationId="{F8D33A70-579C-4D45-A493-DF5C2BB7DF74}"/>
          </ac:inkMkLst>
        </pc:inkChg>
        <pc:inkChg chg="add del">
          <ac:chgData name="" userId="242feb3c33a8e7bf" providerId="LiveId" clId="{6C192596-F94B-4FAB-A38F-822CAE50B0CA}" dt="2023-03-22T16:35:25.867" v="577"/>
          <ac:inkMkLst>
            <pc:docMk/>
            <pc:sldMk cId="1308517110" sldId="257"/>
            <ac:inkMk id="433" creationId="{DC2D7CE2-7686-4B27-B870-80182E0902F5}"/>
          </ac:inkMkLst>
        </pc:inkChg>
        <pc:inkChg chg="add del">
          <ac:chgData name="" userId="242feb3c33a8e7bf" providerId="LiveId" clId="{6C192596-F94B-4FAB-A38F-822CAE50B0CA}" dt="2023-03-22T16:35:25.867" v="577"/>
          <ac:inkMkLst>
            <pc:docMk/>
            <pc:sldMk cId="1308517110" sldId="257"/>
            <ac:inkMk id="434" creationId="{DD9EE79C-5AC7-435A-9274-FEA172F6889E}"/>
          </ac:inkMkLst>
        </pc:inkChg>
        <pc:inkChg chg="add">
          <ac:chgData name="" userId="242feb3c33a8e7bf" providerId="LiveId" clId="{6C192596-F94B-4FAB-A38F-822CAE50B0CA}" dt="2023-03-22T16:35:25.867" v="577"/>
          <ac:inkMkLst>
            <pc:docMk/>
            <pc:sldMk cId="1308517110" sldId="257"/>
            <ac:inkMk id="435" creationId="{C5CB2C29-566A-4464-9444-91C2ABBF63C5}"/>
          </ac:inkMkLst>
        </pc:inkChg>
        <pc:inkChg chg="add">
          <ac:chgData name="" userId="242feb3c33a8e7bf" providerId="LiveId" clId="{6C192596-F94B-4FAB-A38F-822CAE50B0CA}" dt="2023-03-22T16:36:54.905" v="578"/>
          <ac:inkMkLst>
            <pc:docMk/>
            <pc:sldMk cId="1308517110" sldId="257"/>
            <ac:inkMk id="436" creationId="{83A108FF-8981-4637-B6B8-F262862A9550}"/>
          </ac:inkMkLst>
        </pc:inkChg>
        <pc:inkChg chg="add">
          <ac:chgData name="" userId="242feb3c33a8e7bf" providerId="LiveId" clId="{6C192596-F94B-4FAB-A38F-822CAE50B0CA}" dt="2023-03-22T16:36:56.543" v="579"/>
          <ac:inkMkLst>
            <pc:docMk/>
            <pc:sldMk cId="1308517110" sldId="257"/>
            <ac:inkMk id="437" creationId="{4DFAB7CA-D8EA-4E3C-B0B5-B6DEE1F1ECB2}"/>
          </ac:inkMkLst>
        </pc:inkChg>
        <pc:inkChg chg="add">
          <ac:chgData name="" userId="242feb3c33a8e7bf" providerId="LiveId" clId="{6C192596-F94B-4FAB-A38F-822CAE50B0CA}" dt="2023-03-22T16:36:57.517" v="580"/>
          <ac:inkMkLst>
            <pc:docMk/>
            <pc:sldMk cId="1308517110" sldId="257"/>
            <ac:inkMk id="438" creationId="{7D8AC2A1-ADD3-44CB-AAE9-5076DFD02F2E}"/>
          </ac:inkMkLst>
        </pc:inkChg>
        <pc:inkChg chg="add">
          <ac:chgData name="" userId="242feb3c33a8e7bf" providerId="LiveId" clId="{6C192596-F94B-4FAB-A38F-822CAE50B0CA}" dt="2023-03-22T16:37:05.490" v="581"/>
          <ac:inkMkLst>
            <pc:docMk/>
            <pc:sldMk cId="1308517110" sldId="257"/>
            <ac:inkMk id="439" creationId="{3E4DE61B-7406-4E66-A7A6-3B190EB5ADFD}"/>
          </ac:inkMkLst>
        </pc:inkChg>
        <pc:inkChg chg="add">
          <ac:chgData name="" userId="242feb3c33a8e7bf" providerId="LiveId" clId="{6C192596-F94B-4FAB-A38F-822CAE50B0CA}" dt="2023-03-22T16:37:06.897" v="582"/>
          <ac:inkMkLst>
            <pc:docMk/>
            <pc:sldMk cId="1308517110" sldId="257"/>
            <ac:inkMk id="440" creationId="{92EACE3E-F275-43BE-AEAB-C488E4425285}"/>
          </ac:inkMkLst>
        </pc:inkChg>
        <pc:inkChg chg="add">
          <ac:chgData name="" userId="242feb3c33a8e7bf" providerId="LiveId" clId="{6C192596-F94B-4FAB-A38F-822CAE50B0CA}" dt="2023-03-22T16:37:08.385" v="583"/>
          <ac:inkMkLst>
            <pc:docMk/>
            <pc:sldMk cId="1308517110" sldId="257"/>
            <ac:inkMk id="441" creationId="{3689AEE1-F119-44BB-9CDB-4868DACD6DE3}"/>
          </ac:inkMkLst>
        </pc:inkChg>
        <pc:inkChg chg="add del">
          <ac:chgData name="" userId="242feb3c33a8e7bf" providerId="LiveId" clId="{6C192596-F94B-4FAB-A38F-822CAE50B0CA}" dt="2023-03-22T16:37:15.315" v="587"/>
          <ac:inkMkLst>
            <pc:docMk/>
            <pc:sldMk cId="1308517110" sldId="257"/>
            <ac:inkMk id="442" creationId="{026184D6-9328-4856-94F5-5C6185F63BC5}"/>
          </ac:inkMkLst>
        </pc:inkChg>
        <pc:inkChg chg="add del">
          <ac:chgData name="" userId="242feb3c33a8e7bf" providerId="LiveId" clId="{6C192596-F94B-4FAB-A38F-822CAE50B0CA}" dt="2023-03-22T16:37:15.315" v="587"/>
          <ac:inkMkLst>
            <pc:docMk/>
            <pc:sldMk cId="1308517110" sldId="257"/>
            <ac:inkMk id="443" creationId="{882DD4AB-C68E-47F5-B7FA-0E367B3583B6}"/>
          </ac:inkMkLst>
        </pc:inkChg>
        <pc:inkChg chg="add del">
          <ac:chgData name="" userId="242feb3c33a8e7bf" providerId="LiveId" clId="{6C192596-F94B-4FAB-A38F-822CAE50B0CA}" dt="2023-03-22T16:37:15.315" v="587"/>
          <ac:inkMkLst>
            <pc:docMk/>
            <pc:sldMk cId="1308517110" sldId="257"/>
            <ac:inkMk id="444" creationId="{E6FEEE03-197B-47BC-B6A3-20A2656D7628}"/>
          </ac:inkMkLst>
        </pc:inkChg>
        <pc:inkChg chg="add del">
          <ac:chgData name="" userId="242feb3c33a8e7bf" providerId="LiveId" clId="{6C192596-F94B-4FAB-A38F-822CAE50B0CA}" dt="2023-03-22T16:37:16.281" v="589"/>
          <ac:inkMkLst>
            <pc:docMk/>
            <pc:sldMk cId="1308517110" sldId="257"/>
            <ac:inkMk id="445" creationId="{A0684BD9-067B-4B2F-9194-C3E5EE1AD831}"/>
          </ac:inkMkLst>
        </pc:inkChg>
        <pc:inkChg chg="add del">
          <ac:chgData name="" userId="242feb3c33a8e7bf" providerId="LiveId" clId="{6C192596-F94B-4FAB-A38F-822CAE50B0CA}" dt="2023-03-22T16:37:16.281" v="589"/>
          <ac:inkMkLst>
            <pc:docMk/>
            <pc:sldMk cId="1308517110" sldId="257"/>
            <ac:inkMk id="446" creationId="{B6C89639-C812-46C5-A709-EEEA50B15F75}"/>
          </ac:inkMkLst>
        </pc:inkChg>
        <pc:inkChg chg="add del">
          <ac:chgData name="" userId="242feb3c33a8e7bf" providerId="LiveId" clId="{6C192596-F94B-4FAB-A38F-822CAE50B0CA}" dt="2023-03-22T16:37:17.914" v="590"/>
          <ac:inkMkLst>
            <pc:docMk/>
            <pc:sldMk cId="1308517110" sldId="257"/>
            <ac:inkMk id="447" creationId="{C84564C4-E877-4E46-BCAC-CCA8571C0F7B}"/>
          </ac:inkMkLst>
        </pc:inkChg>
        <pc:inkChg chg="add del">
          <ac:chgData name="" userId="242feb3c33a8e7bf" providerId="LiveId" clId="{6C192596-F94B-4FAB-A38F-822CAE50B0CA}" dt="2023-03-22T16:37:26.655" v="596"/>
          <ac:inkMkLst>
            <pc:docMk/>
            <pc:sldMk cId="1308517110" sldId="257"/>
            <ac:inkMk id="448" creationId="{14638AEA-CC0E-4EC4-890B-126B266050EE}"/>
          </ac:inkMkLst>
        </pc:inkChg>
        <pc:inkChg chg="add del">
          <ac:chgData name="" userId="242feb3c33a8e7bf" providerId="LiveId" clId="{6C192596-F94B-4FAB-A38F-822CAE50B0CA}" dt="2023-03-22T16:37:26.655" v="596"/>
          <ac:inkMkLst>
            <pc:docMk/>
            <pc:sldMk cId="1308517110" sldId="257"/>
            <ac:inkMk id="449" creationId="{B0A2C4B8-D4A7-4D92-A6CF-5A7426853F01}"/>
          </ac:inkMkLst>
        </pc:inkChg>
        <pc:inkChg chg="add del">
          <ac:chgData name="" userId="242feb3c33a8e7bf" providerId="LiveId" clId="{6C192596-F94B-4FAB-A38F-822CAE50B0CA}" dt="2023-03-22T16:37:26.655" v="596"/>
          <ac:inkMkLst>
            <pc:docMk/>
            <pc:sldMk cId="1308517110" sldId="257"/>
            <ac:inkMk id="450" creationId="{E3940976-DAC3-4912-B2A2-B2E0FAF9BBF5}"/>
          </ac:inkMkLst>
        </pc:inkChg>
        <pc:inkChg chg="add del">
          <ac:chgData name="" userId="242feb3c33a8e7bf" providerId="LiveId" clId="{6C192596-F94B-4FAB-A38F-822CAE50B0CA}" dt="2023-03-22T16:37:26.655" v="596"/>
          <ac:inkMkLst>
            <pc:docMk/>
            <pc:sldMk cId="1308517110" sldId="257"/>
            <ac:inkMk id="451" creationId="{128E4A76-45D4-4DB4-A4C6-E5EF5E3FBE25}"/>
          </ac:inkMkLst>
        </pc:inkChg>
        <pc:inkChg chg="add del">
          <ac:chgData name="" userId="242feb3c33a8e7bf" providerId="LiveId" clId="{6C192596-F94B-4FAB-A38F-822CAE50B0CA}" dt="2023-03-22T16:37:26.655" v="596"/>
          <ac:inkMkLst>
            <pc:docMk/>
            <pc:sldMk cId="1308517110" sldId="257"/>
            <ac:inkMk id="452" creationId="{0724B354-A075-4E4B-9405-C17E6CAB479D}"/>
          </ac:inkMkLst>
        </pc:inkChg>
        <pc:inkChg chg="add">
          <ac:chgData name="" userId="242feb3c33a8e7bf" providerId="LiveId" clId="{6C192596-F94B-4FAB-A38F-822CAE50B0CA}" dt="2023-03-22T16:37:26.655" v="596"/>
          <ac:inkMkLst>
            <pc:docMk/>
            <pc:sldMk cId="1308517110" sldId="257"/>
            <ac:inkMk id="453" creationId="{34811B3F-5218-4ED1-967C-53E0EF3B4491}"/>
          </ac:inkMkLst>
        </pc:inkChg>
        <pc:inkChg chg="add del">
          <ac:chgData name="" userId="242feb3c33a8e7bf" providerId="LiveId" clId="{6C192596-F94B-4FAB-A38F-822CAE50B0CA}" dt="2023-03-22T16:37:33.814" v="599"/>
          <ac:inkMkLst>
            <pc:docMk/>
            <pc:sldMk cId="1308517110" sldId="257"/>
            <ac:inkMk id="454" creationId="{96333F27-8C64-4E36-A308-AE081AA2CEC0}"/>
          </ac:inkMkLst>
        </pc:inkChg>
        <pc:inkChg chg="add del">
          <ac:chgData name="" userId="242feb3c33a8e7bf" providerId="LiveId" clId="{6C192596-F94B-4FAB-A38F-822CAE50B0CA}" dt="2023-03-22T16:37:33.814" v="599"/>
          <ac:inkMkLst>
            <pc:docMk/>
            <pc:sldMk cId="1308517110" sldId="257"/>
            <ac:inkMk id="455" creationId="{D65F3395-414F-4A8F-8BA5-4868699C914D}"/>
          </ac:inkMkLst>
        </pc:inkChg>
        <pc:inkChg chg="add">
          <ac:chgData name="" userId="242feb3c33a8e7bf" providerId="LiveId" clId="{6C192596-F94B-4FAB-A38F-822CAE50B0CA}" dt="2023-03-22T16:37:33.814" v="599"/>
          <ac:inkMkLst>
            <pc:docMk/>
            <pc:sldMk cId="1308517110" sldId="257"/>
            <ac:inkMk id="456" creationId="{606534BB-FEB5-4446-9FF2-9C70A07F5E22}"/>
          </ac:inkMkLst>
        </pc:inkChg>
        <pc:inkChg chg="add del">
          <ac:chgData name="" userId="242feb3c33a8e7bf" providerId="LiveId" clId="{6C192596-F94B-4FAB-A38F-822CAE50B0CA}" dt="2023-03-22T16:37:36.878" v="602"/>
          <ac:inkMkLst>
            <pc:docMk/>
            <pc:sldMk cId="1308517110" sldId="257"/>
            <ac:inkMk id="457" creationId="{E230D302-9807-4F19-9356-4B07FA7ADDA6}"/>
          </ac:inkMkLst>
        </pc:inkChg>
        <pc:inkChg chg="add del">
          <ac:chgData name="" userId="242feb3c33a8e7bf" providerId="LiveId" clId="{6C192596-F94B-4FAB-A38F-822CAE50B0CA}" dt="2023-03-22T16:37:36.878" v="602"/>
          <ac:inkMkLst>
            <pc:docMk/>
            <pc:sldMk cId="1308517110" sldId="257"/>
            <ac:inkMk id="458" creationId="{232A35AA-CE1A-4FAB-8B01-165CCC3E50D3}"/>
          </ac:inkMkLst>
        </pc:inkChg>
        <pc:inkChg chg="add del">
          <ac:chgData name="" userId="242feb3c33a8e7bf" providerId="LiveId" clId="{6C192596-F94B-4FAB-A38F-822CAE50B0CA}" dt="2023-03-22T16:37:38.437" v="604"/>
          <ac:inkMkLst>
            <pc:docMk/>
            <pc:sldMk cId="1308517110" sldId="257"/>
            <ac:inkMk id="459" creationId="{65F56E5E-3D31-4DDB-AD8F-61590F32D8B8}"/>
          </ac:inkMkLst>
        </pc:inkChg>
        <pc:inkChg chg="add del">
          <ac:chgData name="" userId="242feb3c33a8e7bf" providerId="LiveId" clId="{6C192596-F94B-4FAB-A38F-822CAE50B0CA}" dt="2023-03-22T16:37:38.437" v="604"/>
          <ac:inkMkLst>
            <pc:docMk/>
            <pc:sldMk cId="1308517110" sldId="257"/>
            <ac:inkMk id="460" creationId="{523756FD-8A27-48E2-9E99-A9A1012D99F4}"/>
          </ac:inkMkLst>
        </pc:inkChg>
        <pc:inkChg chg="add del">
          <ac:chgData name="" userId="242feb3c33a8e7bf" providerId="LiveId" clId="{6C192596-F94B-4FAB-A38F-822CAE50B0CA}" dt="2023-03-22T16:37:40.171" v="605"/>
          <ac:inkMkLst>
            <pc:docMk/>
            <pc:sldMk cId="1308517110" sldId="257"/>
            <ac:inkMk id="461" creationId="{257CCA8E-AC97-41DB-ACE8-40BFA6FF64C9}"/>
          </ac:inkMkLst>
        </pc:inkChg>
        <pc:inkChg chg="add del">
          <ac:chgData name="" userId="242feb3c33a8e7bf" providerId="LiveId" clId="{6C192596-F94B-4FAB-A38F-822CAE50B0CA}" dt="2023-03-22T16:37:45.465" v="608"/>
          <ac:inkMkLst>
            <pc:docMk/>
            <pc:sldMk cId="1308517110" sldId="257"/>
            <ac:inkMk id="462" creationId="{96918139-D72C-47B0-8DE0-E89155535325}"/>
          </ac:inkMkLst>
        </pc:inkChg>
        <pc:inkChg chg="add del">
          <ac:chgData name="" userId="242feb3c33a8e7bf" providerId="LiveId" clId="{6C192596-F94B-4FAB-A38F-822CAE50B0CA}" dt="2023-03-22T16:37:45.465" v="609"/>
          <ac:inkMkLst>
            <pc:docMk/>
            <pc:sldMk cId="1308517110" sldId="257"/>
            <ac:inkMk id="463" creationId="{1094A68B-1494-4380-9C58-367FDD2D9CA5}"/>
          </ac:inkMkLst>
        </pc:inkChg>
        <pc:inkChg chg="add">
          <ac:chgData name="" userId="242feb3c33a8e7bf" providerId="LiveId" clId="{6C192596-F94B-4FAB-A38F-822CAE50B0CA}" dt="2023-03-22T16:37:47.329" v="610"/>
          <ac:inkMkLst>
            <pc:docMk/>
            <pc:sldMk cId="1308517110" sldId="257"/>
            <ac:inkMk id="464" creationId="{FE73B980-39EE-4FBE-96A2-BCA38C9D492D}"/>
          </ac:inkMkLst>
        </pc:inkChg>
        <pc:inkChg chg="add">
          <ac:chgData name="" userId="242feb3c33a8e7bf" providerId="LiveId" clId="{6C192596-F94B-4FAB-A38F-822CAE50B0CA}" dt="2023-03-22T16:37:48.152" v="611"/>
          <ac:inkMkLst>
            <pc:docMk/>
            <pc:sldMk cId="1308517110" sldId="257"/>
            <ac:inkMk id="465" creationId="{ACE5DC84-DEB9-4A33-AFE6-9500B0F809D3}"/>
          </ac:inkMkLst>
        </pc:inkChg>
        <pc:inkChg chg="add del">
          <ac:chgData name="" userId="242feb3c33a8e7bf" providerId="LiveId" clId="{6C192596-F94B-4FAB-A38F-822CAE50B0CA}" dt="2023-03-22T16:37:59.091" v="622"/>
          <ac:inkMkLst>
            <pc:docMk/>
            <pc:sldMk cId="1308517110" sldId="257"/>
            <ac:inkMk id="466" creationId="{7C50531B-A4F0-4592-93A8-61BA3D3F6ED0}"/>
          </ac:inkMkLst>
        </pc:inkChg>
        <pc:inkChg chg="add del">
          <ac:chgData name="" userId="242feb3c33a8e7bf" providerId="LiveId" clId="{6C192596-F94B-4FAB-A38F-822CAE50B0CA}" dt="2023-03-22T16:37:59.091" v="622"/>
          <ac:inkMkLst>
            <pc:docMk/>
            <pc:sldMk cId="1308517110" sldId="257"/>
            <ac:inkMk id="467" creationId="{DBAE39AA-01A5-403D-B24B-6826F5BAEC69}"/>
          </ac:inkMkLst>
        </pc:inkChg>
        <pc:inkChg chg="add del">
          <ac:chgData name="" userId="242feb3c33a8e7bf" providerId="LiveId" clId="{6C192596-F94B-4FAB-A38F-822CAE50B0CA}" dt="2023-03-22T16:37:59.091" v="622"/>
          <ac:inkMkLst>
            <pc:docMk/>
            <pc:sldMk cId="1308517110" sldId="257"/>
            <ac:inkMk id="468" creationId="{08437E38-B1B8-4BA1-A894-9A5F6B23F14C}"/>
          </ac:inkMkLst>
        </pc:inkChg>
        <pc:inkChg chg="add">
          <ac:chgData name="" userId="242feb3c33a8e7bf" providerId="LiveId" clId="{6C192596-F94B-4FAB-A38F-822CAE50B0CA}" dt="2023-03-22T16:37:54.777" v="615"/>
          <ac:inkMkLst>
            <pc:docMk/>
            <pc:sldMk cId="1308517110" sldId="257"/>
            <ac:inkMk id="469" creationId="{042C7297-1398-428A-83EE-5EAEC765B097}"/>
          </ac:inkMkLst>
        </pc:inkChg>
        <pc:inkChg chg="add del">
          <ac:chgData name="" userId="242feb3c33a8e7bf" providerId="LiveId" clId="{6C192596-F94B-4FAB-A38F-822CAE50B0CA}" dt="2023-03-22T16:37:58.837" v="620"/>
          <ac:inkMkLst>
            <pc:docMk/>
            <pc:sldMk cId="1308517110" sldId="257"/>
            <ac:inkMk id="470" creationId="{5CE3240A-BF31-46FE-BB2D-B24FA8B9A13A}"/>
          </ac:inkMkLst>
        </pc:inkChg>
        <pc:inkChg chg="add del">
          <ac:chgData name="" userId="242feb3c33a8e7bf" providerId="LiveId" clId="{6C192596-F94B-4FAB-A38F-822CAE50B0CA}" dt="2023-03-22T16:37:58.837" v="619"/>
          <ac:inkMkLst>
            <pc:docMk/>
            <pc:sldMk cId="1308517110" sldId="257"/>
            <ac:inkMk id="471" creationId="{B5A08C17-25E4-4A8F-8925-2A1D7D70F7F1}"/>
          </ac:inkMkLst>
        </pc:inkChg>
        <pc:inkChg chg="add del">
          <ac:chgData name="" userId="242feb3c33a8e7bf" providerId="LiveId" clId="{6C192596-F94B-4FAB-A38F-822CAE50B0CA}" dt="2023-03-22T16:37:58.837" v="621"/>
          <ac:inkMkLst>
            <pc:docMk/>
            <pc:sldMk cId="1308517110" sldId="257"/>
            <ac:inkMk id="472" creationId="{242DE99E-2CE1-4087-9738-C4BD29BF85EE}"/>
          </ac:inkMkLst>
        </pc:inkChg>
        <pc:inkChg chg="add">
          <ac:chgData name="" userId="242feb3c33a8e7bf" providerId="LiveId" clId="{6C192596-F94B-4FAB-A38F-822CAE50B0CA}" dt="2023-03-22T16:37:59.091" v="622"/>
          <ac:inkMkLst>
            <pc:docMk/>
            <pc:sldMk cId="1308517110" sldId="257"/>
            <ac:inkMk id="473" creationId="{FE4F13F5-5472-43BD-AF9D-76028E1B6907}"/>
          </ac:inkMkLst>
        </pc:inkChg>
        <pc:inkChg chg="add del">
          <ac:chgData name="" userId="242feb3c33a8e7bf" providerId="LiveId" clId="{6C192596-F94B-4FAB-A38F-822CAE50B0CA}" dt="2023-03-22T16:38:04.214" v="626"/>
          <ac:inkMkLst>
            <pc:docMk/>
            <pc:sldMk cId="1308517110" sldId="257"/>
            <ac:inkMk id="474" creationId="{DC8FDF3B-1A0D-46A8-A3FE-7A39A32EACFE}"/>
          </ac:inkMkLst>
        </pc:inkChg>
        <pc:inkChg chg="add del">
          <ac:chgData name="" userId="242feb3c33a8e7bf" providerId="LiveId" clId="{6C192596-F94B-4FAB-A38F-822CAE50B0CA}" dt="2023-03-22T16:38:04.214" v="626"/>
          <ac:inkMkLst>
            <pc:docMk/>
            <pc:sldMk cId="1308517110" sldId="257"/>
            <ac:inkMk id="475" creationId="{9FFE965B-9E23-4984-846E-3358C65ECD5D}"/>
          </ac:inkMkLst>
        </pc:inkChg>
        <pc:inkChg chg="add del">
          <ac:chgData name="" userId="242feb3c33a8e7bf" providerId="LiveId" clId="{6C192596-F94B-4FAB-A38F-822CAE50B0CA}" dt="2023-03-22T16:38:04.214" v="626"/>
          <ac:inkMkLst>
            <pc:docMk/>
            <pc:sldMk cId="1308517110" sldId="257"/>
            <ac:inkMk id="476" creationId="{09C7A153-ADAC-4CA1-9345-1CC2438CC38F}"/>
          </ac:inkMkLst>
        </pc:inkChg>
        <pc:inkChg chg="add">
          <ac:chgData name="" userId="242feb3c33a8e7bf" providerId="LiveId" clId="{6C192596-F94B-4FAB-A38F-822CAE50B0CA}" dt="2023-03-22T16:38:04.214" v="626"/>
          <ac:inkMkLst>
            <pc:docMk/>
            <pc:sldMk cId="1308517110" sldId="257"/>
            <ac:inkMk id="477" creationId="{AB0A39BF-B7B0-498E-8584-A35EA8481282}"/>
          </ac:inkMkLst>
        </pc:inkChg>
        <pc:inkChg chg="add del">
          <ac:chgData name="" userId="242feb3c33a8e7bf" providerId="LiveId" clId="{6C192596-F94B-4FAB-A38F-822CAE50B0CA}" dt="2023-03-22T16:38:09.949" v="631"/>
          <ac:inkMkLst>
            <pc:docMk/>
            <pc:sldMk cId="1308517110" sldId="257"/>
            <ac:inkMk id="478" creationId="{34EB12A0-094D-4DBE-BDEF-5A43EB95FB71}"/>
          </ac:inkMkLst>
        </pc:inkChg>
        <pc:inkChg chg="add del">
          <ac:chgData name="" userId="242feb3c33a8e7bf" providerId="LiveId" clId="{6C192596-F94B-4FAB-A38F-822CAE50B0CA}" dt="2023-03-22T16:38:09.949" v="631"/>
          <ac:inkMkLst>
            <pc:docMk/>
            <pc:sldMk cId="1308517110" sldId="257"/>
            <ac:inkMk id="479" creationId="{55B163B9-5DDD-4958-B0B4-B17A3F8A352C}"/>
          </ac:inkMkLst>
        </pc:inkChg>
        <pc:inkChg chg="add del">
          <ac:chgData name="" userId="242feb3c33a8e7bf" providerId="LiveId" clId="{6C192596-F94B-4FAB-A38F-822CAE50B0CA}" dt="2023-03-22T16:38:09.949" v="631"/>
          <ac:inkMkLst>
            <pc:docMk/>
            <pc:sldMk cId="1308517110" sldId="257"/>
            <ac:inkMk id="480" creationId="{3D7E1BBB-96D9-433F-832C-4F6EA7B9EC94}"/>
          </ac:inkMkLst>
        </pc:inkChg>
        <pc:inkChg chg="add del">
          <ac:chgData name="" userId="242feb3c33a8e7bf" providerId="LiveId" clId="{6C192596-F94B-4FAB-A38F-822CAE50B0CA}" dt="2023-03-22T16:38:09.949" v="631"/>
          <ac:inkMkLst>
            <pc:docMk/>
            <pc:sldMk cId="1308517110" sldId="257"/>
            <ac:inkMk id="481" creationId="{F97F323C-022B-49EC-AD35-04FADEA6D0B9}"/>
          </ac:inkMkLst>
        </pc:inkChg>
        <pc:inkChg chg="add">
          <ac:chgData name="" userId="242feb3c33a8e7bf" providerId="LiveId" clId="{6C192596-F94B-4FAB-A38F-822CAE50B0CA}" dt="2023-03-22T16:38:09.949" v="631"/>
          <ac:inkMkLst>
            <pc:docMk/>
            <pc:sldMk cId="1308517110" sldId="257"/>
            <ac:inkMk id="482" creationId="{6DB28121-7EFD-45EC-B020-249812B085CB}"/>
          </ac:inkMkLst>
        </pc:inkChg>
        <pc:inkChg chg="add del">
          <ac:chgData name="" userId="242feb3c33a8e7bf" providerId="LiveId" clId="{6C192596-F94B-4FAB-A38F-822CAE50B0CA}" dt="2023-03-22T16:38:20.295" v="651"/>
          <ac:inkMkLst>
            <pc:docMk/>
            <pc:sldMk cId="1308517110" sldId="257"/>
            <ac:inkMk id="483" creationId="{23DB42BE-54FE-4BD3-AF05-7A9EC15155EB}"/>
          </ac:inkMkLst>
        </pc:inkChg>
        <pc:inkChg chg="add del">
          <ac:chgData name="" userId="242feb3c33a8e7bf" providerId="LiveId" clId="{6C192596-F94B-4FAB-A38F-822CAE50B0CA}" dt="2023-03-22T16:38:20.295" v="651"/>
          <ac:inkMkLst>
            <pc:docMk/>
            <pc:sldMk cId="1308517110" sldId="257"/>
            <ac:inkMk id="484" creationId="{84009660-4BC4-46F0-B930-04A4F89C71A8}"/>
          </ac:inkMkLst>
        </pc:inkChg>
        <pc:inkChg chg="add del">
          <ac:chgData name="" userId="242feb3c33a8e7bf" providerId="LiveId" clId="{6C192596-F94B-4FAB-A38F-822CAE50B0CA}" dt="2023-03-22T16:38:20.295" v="651"/>
          <ac:inkMkLst>
            <pc:docMk/>
            <pc:sldMk cId="1308517110" sldId="257"/>
            <ac:inkMk id="485" creationId="{088BD190-6CB4-4737-B08F-D4C52727E549}"/>
          </ac:inkMkLst>
        </pc:inkChg>
        <pc:inkChg chg="add del">
          <ac:chgData name="" userId="242feb3c33a8e7bf" providerId="LiveId" clId="{6C192596-F94B-4FAB-A38F-822CAE50B0CA}" dt="2023-03-22T16:38:20.295" v="651"/>
          <ac:inkMkLst>
            <pc:docMk/>
            <pc:sldMk cId="1308517110" sldId="257"/>
            <ac:inkMk id="486" creationId="{EBD1C074-9DF7-44FC-8155-1A8D59F744E0}"/>
          </ac:inkMkLst>
        </pc:inkChg>
        <pc:inkChg chg="add del">
          <ac:chgData name="" userId="242feb3c33a8e7bf" providerId="LiveId" clId="{6C192596-F94B-4FAB-A38F-822CAE50B0CA}" dt="2023-03-22T16:38:20.295" v="651"/>
          <ac:inkMkLst>
            <pc:docMk/>
            <pc:sldMk cId="1308517110" sldId="257"/>
            <ac:inkMk id="487" creationId="{DEE48FEB-4CCE-4471-A799-9D4533065DCF}"/>
          </ac:inkMkLst>
        </pc:inkChg>
        <pc:inkChg chg="add del">
          <ac:chgData name="" userId="242feb3c33a8e7bf" providerId="LiveId" clId="{6C192596-F94B-4FAB-A38F-822CAE50B0CA}" dt="2023-03-22T16:38:20.295" v="651"/>
          <ac:inkMkLst>
            <pc:docMk/>
            <pc:sldMk cId="1308517110" sldId="257"/>
            <ac:inkMk id="488" creationId="{3F6D42FF-44F8-4FCF-91DE-7CC634B981DB}"/>
          </ac:inkMkLst>
        </pc:inkChg>
        <pc:inkChg chg="add del">
          <ac:chgData name="" userId="242feb3c33a8e7bf" providerId="LiveId" clId="{6C192596-F94B-4FAB-A38F-822CAE50B0CA}" dt="2023-03-22T16:38:20.295" v="651"/>
          <ac:inkMkLst>
            <pc:docMk/>
            <pc:sldMk cId="1308517110" sldId="257"/>
            <ac:inkMk id="489" creationId="{B2B1DDCE-1EA0-4736-B7E5-B0FEFC9D4DE7}"/>
          </ac:inkMkLst>
        </pc:inkChg>
        <pc:inkChg chg="add del">
          <ac:chgData name="" userId="242feb3c33a8e7bf" providerId="LiveId" clId="{6C192596-F94B-4FAB-A38F-822CAE50B0CA}" dt="2023-03-22T16:38:20.295" v="651"/>
          <ac:inkMkLst>
            <pc:docMk/>
            <pc:sldMk cId="1308517110" sldId="257"/>
            <ac:inkMk id="490" creationId="{165FDDCE-98B5-4FB1-9CD1-FD5ECFB38966}"/>
          </ac:inkMkLst>
        </pc:inkChg>
        <pc:inkChg chg="add del">
          <ac:chgData name="" userId="242feb3c33a8e7bf" providerId="LiveId" clId="{6C192596-F94B-4FAB-A38F-822CAE50B0CA}" dt="2023-03-22T16:38:20.295" v="651"/>
          <ac:inkMkLst>
            <pc:docMk/>
            <pc:sldMk cId="1308517110" sldId="257"/>
            <ac:inkMk id="491" creationId="{6C1C3F98-8AF9-4E43-A8EE-A6BBEE8B5810}"/>
          </ac:inkMkLst>
        </pc:inkChg>
        <pc:inkChg chg="add del">
          <ac:chgData name="" userId="242feb3c33a8e7bf" providerId="LiveId" clId="{6C192596-F94B-4FAB-A38F-822CAE50B0CA}" dt="2023-03-22T16:38:20.295" v="651"/>
          <ac:inkMkLst>
            <pc:docMk/>
            <pc:sldMk cId="1308517110" sldId="257"/>
            <ac:inkMk id="492" creationId="{05D87C7A-2B36-419D-9213-94CF50F8D6BA}"/>
          </ac:inkMkLst>
        </pc:inkChg>
        <pc:inkChg chg="add del">
          <ac:chgData name="" userId="242feb3c33a8e7bf" providerId="LiveId" clId="{6C192596-F94B-4FAB-A38F-822CAE50B0CA}" dt="2023-03-22T16:38:20.295" v="651"/>
          <ac:inkMkLst>
            <pc:docMk/>
            <pc:sldMk cId="1308517110" sldId="257"/>
            <ac:inkMk id="493" creationId="{3A426AB6-8492-4407-955E-FFEA993EDCE5}"/>
          </ac:inkMkLst>
        </pc:inkChg>
        <pc:inkChg chg="add del">
          <ac:chgData name="" userId="242feb3c33a8e7bf" providerId="LiveId" clId="{6C192596-F94B-4FAB-A38F-822CAE50B0CA}" dt="2023-03-22T16:38:20.295" v="651"/>
          <ac:inkMkLst>
            <pc:docMk/>
            <pc:sldMk cId="1308517110" sldId="257"/>
            <ac:inkMk id="494" creationId="{10E753D4-6BE1-4382-9091-45913E34BF0C}"/>
          </ac:inkMkLst>
        </pc:inkChg>
        <pc:inkChg chg="add del">
          <ac:chgData name="" userId="242feb3c33a8e7bf" providerId="LiveId" clId="{6C192596-F94B-4FAB-A38F-822CAE50B0CA}" dt="2023-03-22T16:38:20.295" v="651"/>
          <ac:inkMkLst>
            <pc:docMk/>
            <pc:sldMk cId="1308517110" sldId="257"/>
            <ac:inkMk id="495" creationId="{ED9CC786-0F2F-4B90-890D-66CEBB4DFDFA}"/>
          </ac:inkMkLst>
        </pc:inkChg>
        <pc:inkChg chg="add del">
          <ac:chgData name="" userId="242feb3c33a8e7bf" providerId="LiveId" clId="{6C192596-F94B-4FAB-A38F-822CAE50B0CA}" dt="2023-03-22T16:38:20.295" v="651"/>
          <ac:inkMkLst>
            <pc:docMk/>
            <pc:sldMk cId="1308517110" sldId="257"/>
            <ac:inkMk id="496" creationId="{24890E48-2BB5-4A59-BEE8-2B7C1599ACBB}"/>
          </ac:inkMkLst>
        </pc:inkChg>
        <pc:inkChg chg="add del">
          <ac:chgData name="" userId="242feb3c33a8e7bf" providerId="LiveId" clId="{6C192596-F94B-4FAB-A38F-822CAE50B0CA}" dt="2023-03-22T16:38:20.295" v="651"/>
          <ac:inkMkLst>
            <pc:docMk/>
            <pc:sldMk cId="1308517110" sldId="257"/>
            <ac:inkMk id="497" creationId="{5BCA3158-711D-49A5-AA03-A1D7C5894C38}"/>
          </ac:inkMkLst>
        </pc:inkChg>
        <pc:inkChg chg="add del">
          <ac:chgData name="" userId="242feb3c33a8e7bf" providerId="LiveId" clId="{6C192596-F94B-4FAB-A38F-822CAE50B0CA}" dt="2023-03-22T16:38:20.295" v="651"/>
          <ac:inkMkLst>
            <pc:docMk/>
            <pc:sldMk cId="1308517110" sldId="257"/>
            <ac:inkMk id="498" creationId="{08B93705-7D90-486C-AD2F-006DFBEE773C}"/>
          </ac:inkMkLst>
        </pc:inkChg>
        <pc:inkChg chg="add del">
          <ac:chgData name="" userId="242feb3c33a8e7bf" providerId="LiveId" clId="{6C192596-F94B-4FAB-A38F-822CAE50B0CA}" dt="2023-03-22T16:38:20.295" v="651"/>
          <ac:inkMkLst>
            <pc:docMk/>
            <pc:sldMk cId="1308517110" sldId="257"/>
            <ac:inkMk id="499" creationId="{6210847F-6DB4-484B-939D-F3DC54BCB1D7}"/>
          </ac:inkMkLst>
        </pc:inkChg>
        <pc:inkChg chg="add del">
          <ac:chgData name="" userId="242feb3c33a8e7bf" providerId="LiveId" clId="{6C192596-F94B-4FAB-A38F-822CAE50B0CA}" dt="2023-03-22T16:38:20.295" v="651"/>
          <ac:inkMkLst>
            <pc:docMk/>
            <pc:sldMk cId="1308517110" sldId="257"/>
            <ac:inkMk id="500" creationId="{2969CCFF-034F-450F-AB9D-04FFDE9B1DB1}"/>
          </ac:inkMkLst>
        </pc:inkChg>
        <pc:inkChg chg="add del">
          <ac:chgData name="" userId="242feb3c33a8e7bf" providerId="LiveId" clId="{6C192596-F94B-4FAB-A38F-822CAE50B0CA}" dt="2023-03-22T16:38:20.295" v="651"/>
          <ac:inkMkLst>
            <pc:docMk/>
            <pc:sldMk cId="1308517110" sldId="257"/>
            <ac:inkMk id="501" creationId="{50C0EAAF-4504-46FE-8330-D63D2B7F1431}"/>
          </ac:inkMkLst>
        </pc:inkChg>
        <pc:inkChg chg="add">
          <ac:chgData name="" userId="242feb3c33a8e7bf" providerId="LiveId" clId="{6C192596-F94B-4FAB-A38F-822CAE50B0CA}" dt="2023-03-22T16:38:20.295" v="651"/>
          <ac:inkMkLst>
            <pc:docMk/>
            <pc:sldMk cId="1308517110" sldId="257"/>
            <ac:inkMk id="502" creationId="{0EBEC151-6E6C-418B-B884-C081D31CCD99}"/>
          </ac:inkMkLst>
        </pc:inkChg>
        <pc:inkChg chg="add">
          <ac:chgData name="" userId="242feb3c33a8e7bf" providerId="LiveId" clId="{6C192596-F94B-4FAB-A38F-822CAE50B0CA}" dt="2023-03-22T16:38:20.295" v="651"/>
          <ac:inkMkLst>
            <pc:docMk/>
            <pc:sldMk cId="1308517110" sldId="257"/>
            <ac:inkMk id="503" creationId="{D539AC96-424B-4517-8625-0D25280D35D5}"/>
          </ac:inkMkLst>
        </pc:inkChg>
        <pc:inkChg chg="add del">
          <ac:chgData name="" userId="242feb3c33a8e7bf" providerId="LiveId" clId="{6C192596-F94B-4FAB-A38F-822CAE50B0CA}" dt="2023-03-22T16:38:25.202" v="656"/>
          <ac:inkMkLst>
            <pc:docMk/>
            <pc:sldMk cId="1308517110" sldId="257"/>
            <ac:inkMk id="504" creationId="{C8D928B5-27A9-4EF2-85E4-40195EF5512E}"/>
          </ac:inkMkLst>
        </pc:inkChg>
        <pc:inkChg chg="add del">
          <ac:chgData name="" userId="242feb3c33a8e7bf" providerId="LiveId" clId="{6C192596-F94B-4FAB-A38F-822CAE50B0CA}" dt="2023-03-22T16:38:25.202" v="656"/>
          <ac:inkMkLst>
            <pc:docMk/>
            <pc:sldMk cId="1308517110" sldId="257"/>
            <ac:inkMk id="505" creationId="{3227CF52-C514-49D7-9BF8-919400C74FF3}"/>
          </ac:inkMkLst>
        </pc:inkChg>
        <pc:inkChg chg="add del">
          <ac:chgData name="" userId="242feb3c33a8e7bf" providerId="LiveId" clId="{6C192596-F94B-4FAB-A38F-822CAE50B0CA}" dt="2023-03-22T16:38:25.202" v="656"/>
          <ac:inkMkLst>
            <pc:docMk/>
            <pc:sldMk cId="1308517110" sldId="257"/>
            <ac:inkMk id="506" creationId="{3DEB0229-CA4C-4323-9688-166B54BE50A8}"/>
          </ac:inkMkLst>
        </pc:inkChg>
        <pc:inkChg chg="add del">
          <ac:chgData name="" userId="242feb3c33a8e7bf" providerId="LiveId" clId="{6C192596-F94B-4FAB-A38F-822CAE50B0CA}" dt="2023-03-22T16:38:25.202" v="656"/>
          <ac:inkMkLst>
            <pc:docMk/>
            <pc:sldMk cId="1308517110" sldId="257"/>
            <ac:inkMk id="507" creationId="{03278B7B-06B4-4F0A-9EB2-5FEB72B82024}"/>
          </ac:inkMkLst>
        </pc:inkChg>
        <pc:inkChg chg="add">
          <ac:chgData name="" userId="242feb3c33a8e7bf" providerId="LiveId" clId="{6C192596-F94B-4FAB-A38F-822CAE50B0CA}" dt="2023-03-22T16:38:25.202" v="656"/>
          <ac:inkMkLst>
            <pc:docMk/>
            <pc:sldMk cId="1308517110" sldId="257"/>
            <ac:inkMk id="508" creationId="{F2B1CF30-63DE-4880-B546-50CBE37D3CD8}"/>
          </ac:inkMkLst>
        </pc:inkChg>
        <pc:inkChg chg="add">
          <ac:chgData name="" userId="242feb3c33a8e7bf" providerId="LiveId" clId="{6C192596-F94B-4FAB-A38F-822CAE50B0CA}" dt="2023-03-22T16:38:26.113" v="657"/>
          <ac:inkMkLst>
            <pc:docMk/>
            <pc:sldMk cId="1308517110" sldId="257"/>
            <ac:inkMk id="509" creationId="{A844BF97-AD7B-4CE8-892E-1998EA31B391}"/>
          </ac:inkMkLst>
        </pc:inkChg>
        <pc:inkChg chg="add">
          <ac:chgData name="" userId="242feb3c33a8e7bf" providerId="LiveId" clId="{6C192596-F94B-4FAB-A38F-822CAE50B0CA}" dt="2023-03-22T16:38:27.383" v="658"/>
          <ac:inkMkLst>
            <pc:docMk/>
            <pc:sldMk cId="1308517110" sldId="257"/>
            <ac:inkMk id="510" creationId="{73DC3869-F61D-425A-98CE-14B06EB9C113}"/>
          </ac:inkMkLst>
        </pc:inkChg>
        <pc:inkChg chg="add del">
          <ac:chgData name="" userId="242feb3c33a8e7bf" providerId="LiveId" clId="{6C192596-F94B-4FAB-A38F-822CAE50B0CA}" dt="2023-03-22T16:38:33.918" v="663"/>
          <ac:inkMkLst>
            <pc:docMk/>
            <pc:sldMk cId="1308517110" sldId="257"/>
            <ac:inkMk id="511" creationId="{29C8BF2E-6A5F-40AA-A57F-EBCD0FF2B761}"/>
          </ac:inkMkLst>
        </pc:inkChg>
        <pc:inkChg chg="add del">
          <ac:chgData name="" userId="242feb3c33a8e7bf" providerId="LiveId" clId="{6C192596-F94B-4FAB-A38F-822CAE50B0CA}" dt="2023-03-22T16:38:33.918" v="663"/>
          <ac:inkMkLst>
            <pc:docMk/>
            <pc:sldMk cId="1308517110" sldId="257"/>
            <ac:inkMk id="512" creationId="{EEE6033E-F27B-4A86-BCC9-7FF5C93F1417}"/>
          </ac:inkMkLst>
        </pc:inkChg>
        <pc:inkChg chg="add del">
          <ac:chgData name="" userId="242feb3c33a8e7bf" providerId="LiveId" clId="{6C192596-F94B-4FAB-A38F-822CAE50B0CA}" dt="2023-03-22T16:38:33.918" v="663"/>
          <ac:inkMkLst>
            <pc:docMk/>
            <pc:sldMk cId="1308517110" sldId="257"/>
            <ac:inkMk id="513" creationId="{14A85FE1-62D8-4C62-9458-343178CCE2C8}"/>
          </ac:inkMkLst>
        </pc:inkChg>
        <pc:inkChg chg="add del">
          <ac:chgData name="" userId="242feb3c33a8e7bf" providerId="LiveId" clId="{6C192596-F94B-4FAB-A38F-822CAE50B0CA}" dt="2023-03-22T16:38:33.918" v="663"/>
          <ac:inkMkLst>
            <pc:docMk/>
            <pc:sldMk cId="1308517110" sldId="257"/>
            <ac:inkMk id="514" creationId="{23EB65D5-A249-432A-B2EC-C24BA397737F}"/>
          </ac:inkMkLst>
        </pc:inkChg>
        <pc:inkChg chg="add">
          <ac:chgData name="" userId="242feb3c33a8e7bf" providerId="LiveId" clId="{6C192596-F94B-4FAB-A38F-822CAE50B0CA}" dt="2023-03-22T16:38:33.918" v="663"/>
          <ac:inkMkLst>
            <pc:docMk/>
            <pc:sldMk cId="1308517110" sldId="257"/>
            <ac:inkMk id="515" creationId="{3B2D5A6D-AA8D-4F1C-9D3B-FC0133FE7093}"/>
          </ac:inkMkLst>
        </pc:inkChg>
        <pc:inkChg chg="add del">
          <ac:chgData name="" userId="242feb3c33a8e7bf" providerId="LiveId" clId="{6C192596-F94B-4FAB-A38F-822CAE50B0CA}" dt="2023-03-22T16:38:36.862" v="666"/>
          <ac:inkMkLst>
            <pc:docMk/>
            <pc:sldMk cId="1308517110" sldId="257"/>
            <ac:inkMk id="516" creationId="{2E06CF8A-7197-406F-83E5-E1C83F8DFF47}"/>
          </ac:inkMkLst>
        </pc:inkChg>
        <pc:inkChg chg="add del">
          <ac:chgData name="" userId="242feb3c33a8e7bf" providerId="LiveId" clId="{6C192596-F94B-4FAB-A38F-822CAE50B0CA}" dt="2023-03-22T16:38:36.862" v="666"/>
          <ac:inkMkLst>
            <pc:docMk/>
            <pc:sldMk cId="1308517110" sldId="257"/>
            <ac:inkMk id="517" creationId="{5B2B751B-2403-4419-B9C0-87BED0E15F81}"/>
          </ac:inkMkLst>
        </pc:inkChg>
        <pc:inkChg chg="add del">
          <ac:chgData name="" userId="242feb3c33a8e7bf" providerId="LiveId" clId="{6C192596-F94B-4FAB-A38F-822CAE50B0CA}" dt="2023-03-22T16:38:39.423" v="671"/>
          <ac:inkMkLst>
            <pc:docMk/>
            <pc:sldMk cId="1308517110" sldId="257"/>
            <ac:inkMk id="518" creationId="{D33723EB-D523-4FB3-A64B-641B5ADFD30E}"/>
          </ac:inkMkLst>
        </pc:inkChg>
        <pc:inkChg chg="add del">
          <ac:chgData name="" userId="242feb3c33a8e7bf" providerId="LiveId" clId="{6C192596-F94B-4FAB-A38F-822CAE50B0CA}" dt="2023-03-22T16:38:39.423" v="671"/>
          <ac:inkMkLst>
            <pc:docMk/>
            <pc:sldMk cId="1308517110" sldId="257"/>
            <ac:inkMk id="519" creationId="{95338B75-DDE4-45EA-AB90-4C3DCE8BE102}"/>
          </ac:inkMkLst>
        </pc:inkChg>
        <pc:inkChg chg="add del">
          <ac:chgData name="" userId="242feb3c33a8e7bf" providerId="LiveId" clId="{6C192596-F94B-4FAB-A38F-822CAE50B0CA}" dt="2023-03-22T16:38:39.423" v="671"/>
          <ac:inkMkLst>
            <pc:docMk/>
            <pc:sldMk cId="1308517110" sldId="257"/>
            <ac:inkMk id="520" creationId="{4B28F300-4966-404E-88E3-C396D10DDC45}"/>
          </ac:inkMkLst>
        </pc:inkChg>
        <pc:inkChg chg="add del">
          <ac:chgData name="" userId="242feb3c33a8e7bf" providerId="LiveId" clId="{6C192596-F94B-4FAB-A38F-822CAE50B0CA}" dt="2023-03-22T16:38:39.423" v="671"/>
          <ac:inkMkLst>
            <pc:docMk/>
            <pc:sldMk cId="1308517110" sldId="257"/>
            <ac:inkMk id="521" creationId="{46810FAE-D47C-4E98-8A25-6523E13F00DE}"/>
          </ac:inkMkLst>
        </pc:inkChg>
        <pc:inkChg chg="add del">
          <ac:chgData name="" userId="242feb3c33a8e7bf" providerId="LiveId" clId="{6C192596-F94B-4FAB-A38F-822CAE50B0CA}" dt="2023-03-22T16:38:39.423" v="671"/>
          <ac:inkMkLst>
            <pc:docMk/>
            <pc:sldMk cId="1308517110" sldId="257"/>
            <ac:inkMk id="522" creationId="{28F82B6D-BB3B-4F24-AE54-2EACC62C17D4}"/>
          </ac:inkMkLst>
        </pc:inkChg>
        <pc:inkChg chg="add">
          <ac:chgData name="" userId="242feb3c33a8e7bf" providerId="LiveId" clId="{6C192596-F94B-4FAB-A38F-822CAE50B0CA}" dt="2023-03-22T16:38:39.423" v="671"/>
          <ac:inkMkLst>
            <pc:docMk/>
            <pc:sldMk cId="1308517110" sldId="257"/>
            <ac:inkMk id="523" creationId="{AFDA19EC-CCC0-45D4-9FD9-B73DCBD2ACC7}"/>
          </ac:inkMkLst>
        </pc:inkChg>
        <pc:inkChg chg="add del">
          <ac:chgData name="" userId="242feb3c33a8e7bf" providerId="LiveId" clId="{6C192596-F94B-4FAB-A38F-822CAE50B0CA}" dt="2023-03-22T16:38:43.878" v="677"/>
          <ac:inkMkLst>
            <pc:docMk/>
            <pc:sldMk cId="1308517110" sldId="257"/>
            <ac:inkMk id="524" creationId="{21366F3F-FEF7-4EF7-A023-07348F243EED}"/>
          </ac:inkMkLst>
        </pc:inkChg>
        <pc:inkChg chg="add del">
          <ac:chgData name="" userId="242feb3c33a8e7bf" providerId="LiveId" clId="{6C192596-F94B-4FAB-A38F-822CAE50B0CA}" dt="2023-03-22T16:38:43.878" v="677"/>
          <ac:inkMkLst>
            <pc:docMk/>
            <pc:sldMk cId="1308517110" sldId="257"/>
            <ac:inkMk id="525" creationId="{B2F2EF50-1FF4-4D07-91BC-2FDD8CF5049A}"/>
          </ac:inkMkLst>
        </pc:inkChg>
        <pc:inkChg chg="add del">
          <ac:chgData name="" userId="242feb3c33a8e7bf" providerId="LiveId" clId="{6C192596-F94B-4FAB-A38F-822CAE50B0CA}" dt="2023-03-22T16:38:43.878" v="677"/>
          <ac:inkMkLst>
            <pc:docMk/>
            <pc:sldMk cId="1308517110" sldId="257"/>
            <ac:inkMk id="526" creationId="{F4A63270-9B81-49B4-A8CD-0222C342457D}"/>
          </ac:inkMkLst>
        </pc:inkChg>
        <pc:inkChg chg="add del">
          <ac:chgData name="" userId="242feb3c33a8e7bf" providerId="LiveId" clId="{6C192596-F94B-4FAB-A38F-822CAE50B0CA}" dt="2023-03-22T16:38:43.878" v="677"/>
          <ac:inkMkLst>
            <pc:docMk/>
            <pc:sldMk cId="1308517110" sldId="257"/>
            <ac:inkMk id="527" creationId="{ABCCA8DE-B1F2-4EE6-9B98-5E7B37362CAE}"/>
          </ac:inkMkLst>
        </pc:inkChg>
        <pc:inkChg chg="add del">
          <ac:chgData name="" userId="242feb3c33a8e7bf" providerId="LiveId" clId="{6C192596-F94B-4FAB-A38F-822CAE50B0CA}" dt="2023-03-22T16:38:43.878" v="677"/>
          <ac:inkMkLst>
            <pc:docMk/>
            <pc:sldMk cId="1308517110" sldId="257"/>
            <ac:inkMk id="528" creationId="{890B6473-48F1-4FF8-B38F-EF56BC933ED2}"/>
          </ac:inkMkLst>
        </pc:inkChg>
        <pc:inkChg chg="add">
          <ac:chgData name="" userId="242feb3c33a8e7bf" providerId="LiveId" clId="{6C192596-F94B-4FAB-A38F-822CAE50B0CA}" dt="2023-03-22T16:38:43.878" v="677"/>
          <ac:inkMkLst>
            <pc:docMk/>
            <pc:sldMk cId="1308517110" sldId="257"/>
            <ac:inkMk id="529" creationId="{80E29C9F-D76D-4181-97B9-903D79DA88A4}"/>
          </ac:inkMkLst>
        </pc:inkChg>
        <pc:inkChg chg="add del">
          <ac:chgData name="" userId="242feb3c33a8e7bf" providerId="LiveId" clId="{6C192596-F94B-4FAB-A38F-822CAE50B0CA}" dt="2023-03-22T16:38:49.662" v="686"/>
          <ac:inkMkLst>
            <pc:docMk/>
            <pc:sldMk cId="1308517110" sldId="257"/>
            <ac:inkMk id="530" creationId="{886AB787-9014-44C1-AC11-C3825C79207B}"/>
          </ac:inkMkLst>
        </pc:inkChg>
        <pc:inkChg chg="add del">
          <ac:chgData name="" userId="242feb3c33a8e7bf" providerId="LiveId" clId="{6C192596-F94B-4FAB-A38F-822CAE50B0CA}" dt="2023-03-22T16:38:47.786" v="684"/>
          <ac:inkMkLst>
            <pc:docMk/>
            <pc:sldMk cId="1308517110" sldId="257"/>
            <ac:inkMk id="531" creationId="{B0C110D5-DE61-48E0-9125-B750CD52739F}"/>
          </ac:inkMkLst>
        </pc:inkChg>
        <pc:inkChg chg="add del">
          <ac:chgData name="" userId="242feb3c33a8e7bf" providerId="LiveId" clId="{6C192596-F94B-4FAB-A38F-822CAE50B0CA}" dt="2023-03-22T16:38:47.786" v="684"/>
          <ac:inkMkLst>
            <pc:docMk/>
            <pc:sldMk cId="1308517110" sldId="257"/>
            <ac:inkMk id="532" creationId="{9158944D-BFC2-412B-A948-85C0834883C1}"/>
          </ac:inkMkLst>
        </pc:inkChg>
        <pc:inkChg chg="add del">
          <ac:chgData name="" userId="242feb3c33a8e7bf" providerId="LiveId" clId="{6C192596-F94B-4FAB-A38F-822CAE50B0CA}" dt="2023-03-22T16:38:47.786" v="684"/>
          <ac:inkMkLst>
            <pc:docMk/>
            <pc:sldMk cId="1308517110" sldId="257"/>
            <ac:inkMk id="533" creationId="{3FCFD5DE-5499-46E3-AACC-3BCAF164B93D}"/>
          </ac:inkMkLst>
        </pc:inkChg>
        <pc:inkChg chg="add del">
          <ac:chgData name="" userId="242feb3c33a8e7bf" providerId="LiveId" clId="{6C192596-F94B-4FAB-A38F-822CAE50B0CA}" dt="2023-03-22T16:38:47.786" v="684"/>
          <ac:inkMkLst>
            <pc:docMk/>
            <pc:sldMk cId="1308517110" sldId="257"/>
            <ac:inkMk id="534" creationId="{64E49B0E-9A44-4D5F-9A94-02328D3E72B9}"/>
          </ac:inkMkLst>
        </pc:inkChg>
        <pc:inkChg chg="add del">
          <ac:chgData name="" userId="242feb3c33a8e7bf" providerId="LiveId" clId="{6C192596-F94B-4FAB-A38F-822CAE50B0CA}" dt="2023-03-22T16:38:47.786" v="684"/>
          <ac:inkMkLst>
            <pc:docMk/>
            <pc:sldMk cId="1308517110" sldId="257"/>
            <ac:inkMk id="535" creationId="{9A4A0E1A-A3FD-48CE-9756-7E8C8DD8DD1E}"/>
          </ac:inkMkLst>
        </pc:inkChg>
        <pc:inkChg chg="add del">
          <ac:chgData name="" userId="242feb3c33a8e7bf" providerId="LiveId" clId="{6C192596-F94B-4FAB-A38F-822CAE50B0CA}" dt="2023-03-22T16:38:49.662" v="685"/>
          <ac:inkMkLst>
            <pc:docMk/>
            <pc:sldMk cId="1308517110" sldId="257"/>
            <ac:inkMk id="536" creationId="{C23DAEF3-3848-429C-932D-35EC231D16D8}"/>
          </ac:inkMkLst>
        </pc:inkChg>
        <pc:inkChg chg="add del">
          <ac:chgData name="" userId="242feb3c33a8e7bf" providerId="LiveId" clId="{6C192596-F94B-4FAB-A38F-822CAE50B0CA}" dt="2023-03-22T16:55:28.523" v="1207"/>
          <ac:inkMkLst>
            <pc:docMk/>
            <pc:sldMk cId="1308517110" sldId="257"/>
            <ac:inkMk id="537" creationId="{1A1E2892-2EEA-479B-AD43-8033AA20C804}"/>
          </ac:inkMkLst>
        </pc:inkChg>
        <pc:inkChg chg="add del">
          <ac:chgData name="" userId="242feb3c33a8e7bf" providerId="LiveId" clId="{6C192596-F94B-4FAB-A38F-822CAE50B0CA}" dt="2023-03-22T16:38:56.162" v="693"/>
          <ac:inkMkLst>
            <pc:docMk/>
            <pc:sldMk cId="1308517110" sldId="257"/>
            <ac:inkMk id="538" creationId="{4CC811C0-C08F-48AE-9C28-B6FC2B45E4DA}"/>
          </ac:inkMkLst>
        </pc:inkChg>
        <pc:inkChg chg="add del">
          <ac:chgData name="" userId="242feb3c33a8e7bf" providerId="LiveId" clId="{6C192596-F94B-4FAB-A38F-822CAE50B0CA}" dt="2023-03-22T16:38:56.162" v="693"/>
          <ac:inkMkLst>
            <pc:docMk/>
            <pc:sldMk cId="1308517110" sldId="257"/>
            <ac:inkMk id="539" creationId="{34F9D962-8682-408E-9486-9CAC5A33D894}"/>
          </ac:inkMkLst>
        </pc:inkChg>
        <pc:inkChg chg="add del">
          <ac:chgData name="" userId="242feb3c33a8e7bf" providerId="LiveId" clId="{6C192596-F94B-4FAB-A38F-822CAE50B0CA}" dt="2023-03-22T16:38:56.162" v="693"/>
          <ac:inkMkLst>
            <pc:docMk/>
            <pc:sldMk cId="1308517110" sldId="257"/>
            <ac:inkMk id="540" creationId="{B4397F4C-DCD4-48F8-B4D5-B2F19D411F25}"/>
          </ac:inkMkLst>
        </pc:inkChg>
        <pc:inkChg chg="add del">
          <ac:chgData name="" userId="242feb3c33a8e7bf" providerId="LiveId" clId="{6C192596-F94B-4FAB-A38F-822CAE50B0CA}" dt="2023-03-22T16:38:56.162" v="693"/>
          <ac:inkMkLst>
            <pc:docMk/>
            <pc:sldMk cId="1308517110" sldId="257"/>
            <ac:inkMk id="541" creationId="{6A25CC21-D6E0-4AD8-89A1-6076C34ADFF4}"/>
          </ac:inkMkLst>
        </pc:inkChg>
        <pc:inkChg chg="add del">
          <ac:chgData name="" userId="242feb3c33a8e7bf" providerId="LiveId" clId="{6C192596-F94B-4FAB-A38F-822CAE50B0CA}" dt="2023-03-22T16:38:56.162" v="693"/>
          <ac:inkMkLst>
            <pc:docMk/>
            <pc:sldMk cId="1308517110" sldId="257"/>
            <ac:inkMk id="542" creationId="{6D8C82E1-6114-4157-87C1-CED966432274}"/>
          </ac:inkMkLst>
        </pc:inkChg>
        <pc:inkChg chg="add del">
          <ac:chgData name="" userId="242feb3c33a8e7bf" providerId="LiveId" clId="{6C192596-F94B-4FAB-A38F-822CAE50B0CA}" dt="2023-03-22T16:38:58.122" v="698"/>
          <ac:inkMkLst>
            <pc:docMk/>
            <pc:sldMk cId="1308517110" sldId="257"/>
            <ac:inkMk id="543" creationId="{42702D5B-DCE2-4851-8505-8EA71288E4A7}"/>
          </ac:inkMkLst>
        </pc:inkChg>
        <pc:inkChg chg="add del">
          <ac:chgData name="" userId="242feb3c33a8e7bf" providerId="LiveId" clId="{6C192596-F94B-4FAB-A38F-822CAE50B0CA}" dt="2023-03-22T16:38:58.122" v="698"/>
          <ac:inkMkLst>
            <pc:docMk/>
            <pc:sldMk cId="1308517110" sldId="257"/>
            <ac:inkMk id="544" creationId="{7542A369-C0DD-45EE-9A96-49A0D9173785}"/>
          </ac:inkMkLst>
        </pc:inkChg>
        <pc:inkChg chg="add del">
          <ac:chgData name="" userId="242feb3c33a8e7bf" providerId="LiveId" clId="{6C192596-F94B-4FAB-A38F-822CAE50B0CA}" dt="2023-03-22T16:38:58.122" v="698"/>
          <ac:inkMkLst>
            <pc:docMk/>
            <pc:sldMk cId="1308517110" sldId="257"/>
            <ac:inkMk id="545" creationId="{45C0C36C-850D-431F-BEFF-0231018CCDAD}"/>
          </ac:inkMkLst>
        </pc:inkChg>
        <pc:inkChg chg="add del">
          <ac:chgData name="" userId="242feb3c33a8e7bf" providerId="LiveId" clId="{6C192596-F94B-4FAB-A38F-822CAE50B0CA}" dt="2023-03-22T16:38:58.122" v="698"/>
          <ac:inkMkLst>
            <pc:docMk/>
            <pc:sldMk cId="1308517110" sldId="257"/>
            <ac:inkMk id="546" creationId="{79181FE6-028E-487D-8385-0C177F98D75D}"/>
          </ac:inkMkLst>
        </pc:inkChg>
        <pc:inkChg chg="add del">
          <ac:chgData name="" userId="242feb3c33a8e7bf" providerId="LiveId" clId="{6C192596-F94B-4FAB-A38F-822CAE50B0CA}" dt="2023-03-22T16:38:58.122" v="698"/>
          <ac:inkMkLst>
            <pc:docMk/>
            <pc:sldMk cId="1308517110" sldId="257"/>
            <ac:inkMk id="547" creationId="{4B488E2B-0A50-413B-865E-59FDCF29FD45}"/>
          </ac:inkMkLst>
        </pc:inkChg>
        <pc:inkChg chg="add del">
          <ac:chgData name="" userId="242feb3c33a8e7bf" providerId="LiveId" clId="{6C192596-F94B-4FAB-A38F-822CAE50B0CA}" dt="2023-03-22T16:55:28.522" v="1206"/>
          <ac:inkMkLst>
            <pc:docMk/>
            <pc:sldMk cId="1308517110" sldId="257"/>
            <ac:inkMk id="548" creationId="{3A0CF969-2E64-475E-94A5-99D770B44B8E}"/>
          </ac:inkMkLst>
        </pc:inkChg>
        <pc:inkChg chg="add del">
          <ac:chgData name="" userId="242feb3c33a8e7bf" providerId="LiveId" clId="{6C192596-F94B-4FAB-A38F-822CAE50B0CA}" dt="2023-03-22T16:39:10.122" v="702"/>
          <ac:inkMkLst>
            <pc:docMk/>
            <pc:sldMk cId="1308517110" sldId="257"/>
            <ac:inkMk id="549" creationId="{E3AACA26-225D-4299-B17B-A8C800A41971}"/>
          </ac:inkMkLst>
        </pc:inkChg>
        <pc:inkChg chg="add del">
          <ac:chgData name="" userId="242feb3c33a8e7bf" providerId="LiveId" clId="{6C192596-F94B-4FAB-A38F-822CAE50B0CA}" dt="2023-03-22T16:39:10.122" v="702"/>
          <ac:inkMkLst>
            <pc:docMk/>
            <pc:sldMk cId="1308517110" sldId="257"/>
            <ac:inkMk id="550" creationId="{615F8951-DA26-4F0A-846B-1D79CA1FBC99}"/>
          </ac:inkMkLst>
        </pc:inkChg>
        <pc:inkChg chg="add del">
          <ac:chgData name="" userId="242feb3c33a8e7bf" providerId="LiveId" clId="{6C192596-F94B-4FAB-A38F-822CAE50B0CA}" dt="2023-03-22T16:39:10.122" v="702"/>
          <ac:inkMkLst>
            <pc:docMk/>
            <pc:sldMk cId="1308517110" sldId="257"/>
            <ac:inkMk id="551" creationId="{7339DE9E-FC32-451D-8EB0-42E906DE6BE4}"/>
          </ac:inkMkLst>
        </pc:inkChg>
        <pc:inkChg chg="add del">
          <ac:chgData name="" userId="242feb3c33a8e7bf" providerId="LiveId" clId="{6C192596-F94B-4FAB-A38F-822CAE50B0CA}" dt="2023-03-22T16:39:19.741" v="706"/>
          <ac:inkMkLst>
            <pc:docMk/>
            <pc:sldMk cId="1308517110" sldId="257"/>
            <ac:inkMk id="552" creationId="{DB444585-3AC9-47D5-AF2A-153C33A9645A}"/>
          </ac:inkMkLst>
        </pc:inkChg>
        <pc:inkChg chg="add del">
          <ac:chgData name="" userId="242feb3c33a8e7bf" providerId="LiveId" clId="{6C192596-F94B-4FAB-A38F-822CAE50B0CA}" dt="2023-03-22T16:39:15.264" v="704"/>
          <ac:inkMkLst>
            <pc:docMk/>
            <pc:sldMk cId="1308517110" sldId="257"/>
            <ac:inkMk id="553" creationId="{FA3D0972-5895-4DAD-95E4-93D9E3CE6D01}"/>
          </ac:inkMkLst>
        </pc:inkChg>
        <pc:inkChg chg="add del">
          <ac:chgData name="" userId="242feb3c33a8e7bf" providerId="LiveId" clId="{6C192596-F94B-4FAB-A38F-822CAE50B0CA}" dt="2023-03-22T16:39:19.741" v="706"/>
          <ac:inkMkLst>
            <pc:docMk/>
            <pc:sldMk cId="1308517110" sldId="257"/>
            <ac:inkMk id="554" creationId="{515709E1-6473-4310-B570-B976F55EF077}"/>
          </ac:inkMkLst>
        </pc:inkChg>
        <pc:inkChg chg="add del">
          <ac:chgData name="" userId="242feb3c33a8e7bf" providerId="LiveId" clId="{6C192596-F94B-4FAB-A38F-822CAE50B0CA}" dt="2023-03-22T16:56:25.980" v="1275"/>
          <ac:inkMkLst>
            <pc:docMk/>
            <pc:sldMk cId="1308517110" sldId="257"/>
            <ac:inkMk id="555" creationId="{3A3C211A-402F-464B-8573-B07A277DA4C3}"/>
          </ac:inkMkLst>
        </pc:inkChg>
        <pc:inkChg chg="add del">
          <ac:chgData name="" userId="242feb3c33a8e7bf" providerId="LiveId" clId="{6C192596-F94B-4FAB-A38F-822CAE50B0CA}" dt="2023-03-22T16:39:22.374" v="708"/>
          <ac:inkMkLst>
            <pc:docMk/>
            <pc:sldMk cId="1308517110" sldId="257"/>
            <ac:inkMk id="556" creationId="{F2EE9DA6-EB2C-42DA-9343-1542F219B6F1}"/>
          </ac:inkMkLst>
        </pc:inkChg>
        <pc:inkChg chg="add del">
          <ac:chgData name="" userId="242feb3c33a8e7bf" providerId="LiveId" clId="{6C192596-F94B-4FAB-A38F-822CAE50B0CA}" dt="2023-03-22T16:39:26.172" v="711"/>
          <ac:inkMkLst>
            <pc:docMk/>
            <pc:sldMk cId="1308517110" sldId="257"/>
            <ac:inkMk id="557" creationId="{6CD80B79-66F7-444D-BDA0-AEE656D0390B}"/>
          </ac:inkMkLst>
        </pc:inkChg>
        <pc:inkChg chg="add del">
          <ac:chgData name="" userId="242feb3c33a8e7bf" providerId="LiveId" clId="{6C192596-F94B-4FAB-A38F-822CAE50B0CA}" dt="2023-03-22T16:39:26.172" v="711"/>
          <ac:inkMkLst>
            <pc:docMk/>
            <pc:sldMk cId="1308517110" sldId="257"/>
            <ac:inkMk id="558" creationId="{657201AA-0138-4292-8A52-93E5B0E868EF}"/>
          </ac:inkMkLst>
        </pc:inkChg>
        <pc:inkChg chg="add">
          <ac:chgData name="" userId="242feb3c33a8e7bf" providerId="LiveId" clId="{6C192596-F94B-4FAB-A38F-822CAE50B0CA}" dt="2023-03-22T16:39:26.172" v="711"/>
          <ac:inkMkLst>
            <pc:docMk/>
            <pc:sldMk cId="1308517110" sldId="257"/>
            <ac:inkMk id="559" creationId="{84A13E5D-B85A-485A-844B-98A31D606A15}"/>
          </ac:inkMkLst>
        </pc:inkChg>
        <pc:inkChg chg="add del">
          <ac:chgData name="" userId="242feb3c33a8e7bf" providerId="LiveId" clId="{6C192596-F94B-4FAB-A38F-822CAE50B0CA}" dt="2023-03-22T16:39:34.014" v="719"/>
          <ac:inkMkLst>
            <pc:docMk/>
            <pc:sldMk cId="1308517110" sldId="257"/>
            <ac:inkMk id="560" creationId="{BB879390-56FE-4AFA-A51D-592D19D7424B}"/>
          </ac:inkMkLst>
        </pc:inkChg>
        <pc:inkChg chg="add del">
          <ac:chgData name="" userId="242feb3c33a8e7bf" providerId="LiveId" clId="{6C192596-F94B-4FAB-A38F-822CAE50B0CA}" dt="2023-03-22T16:39:34.014" v="719"/>
          <ac:inkMkLst>
            <pc:docMk/>
            <pc:sldMk cId="1308517110" sldId="257"/>
            <ac:inkMk id="561" creationId="{CB766EAC-622A-46DF-9859-A6483A7EB249}"/>
          </ac:inkMkLst>
        </pc:inkChg>
        <pc:inkChg chg="add del">
          <ac:chgData name="" userId="242feb3c33a8e7bf" providerId="LiveId" clId="{6C192596-F94B-4FAB-A38F-822CAE50B0CA}" dt="2023-03-22T16:39:34.014" v="719"/>
          <ac:inkMkLst>
            <pc:docMk/>
            <pc:sldMk cId="1308517110" sldId="257"/>
            <ac:inkMk id="562" creationId="{5E964465-8B39-456F-9B73-CACC6F080A49}"/>
          </ac:inkMkLst>
        </pc:inkChg>
        <pc:inkChg chg="add del">
          <ac:chgData name="" userId="242feb3c33a8e7bf" providerId="LiveId" clId="{6C192596-F94B-4FAB-A38F-822CAE50B0CA}" dt="2023-03-22T16:39:34.014" v="719"/>
          <ac:inkMkLst>
            <pc:docMk/>
            <pc:sldMk cId="1308517110" sldId="257"/>
            <ac:inkMk id="563" creationId="{B32CDE54-3AF5-43FA-B0F8-508233D0BA34}"/>
          </ac:inkMkLst>
        </pc:inkChg>
        <pc:inkChg chg="add del">
          <ac:chgData name="" userId="242feb3c33a8e7bf" providerId="LiveId" clId="{6C192596-F94B-4FAB-A38F-822CAE50B0CA}" dt="2023-03-22T16:39:34.014" v="719"/>
          <ac:inkMkLst>
            <pc:docMk/>
            <pc:sldMk cId="1308517110" sldId="257"/>
            <ac:inkMk id="564" creationId="{036C90D4-649C-4ECC-AF6B-E16C30F8C272}"/>
          </ac:inkMkLst>
        </pc:inkChg>
        <pc:inkChg chg="add del">
          <ac:chgData name="" userId="242feb3c33a8e7bf" providerId="LiveId" clId="{6C192596-F94B-4FAB-A38F-822CAE50B0CA}" dt="2023-03-22T16:39:34.014" v="719"/>
          <ac:inkMkLst>
            <pc:docMk/>
            <pc:sldMk cId="1308517110" sldId="257"/>
            <ac:inkMk id="565" creationId="{4230343F-82F7-4F95-A8C9-A4107738722C}"/>
          </ac:inkMkLst>
        </pc:inkChg>
        <pc:inkChg chg="add del">
          <ac:chgData name="" userId="242feb3c33a8e7bf" providerId="LiveId" clId="{6C192596-F94B-4FAB-A38F-822CAE50B0CA}" dt="2023-03-22T16:39:34.014" v="719"/>
          <ac:inkMkLst>
            <pc:docMk/>
            <pc:sldMk cId="1308517110" sldId="257"/>
            <ac:inkMk id="566" creationId="{F357ABA7-D9DC-4BE7-9007-4FA2A57AE24A}"/>
          </ac:inkMkLst>
        </pc:inkChg>
        <pc:inkChg chg="add">
          <ac:chgData name="" userId="242feb3c33a8e7bf" providerId="LiveId" clId="{6C192596-F94B-4FAB-A38F-822CAE50B0CA}" dt="2023-03-22T16:39:34.014" v="719"/>
          <ac:inkMkLst>
            <pc:docMk/>
            <pc:sldMk cId="1308517110" sldId="257"/>
            <ac:inkMk id="567" creationId="{200D4C9F-300D-426A-A15A-130006E97407}"/>
          </ac:inkMkLst>
        </pc:inkChg>
        <pc:inkChg chg="add">
          <ac:chgData name="" userId="242feb3c33a8e7bf" providerId="LiveId" clId="{6C192596-F94B-4FAB-A38F-822CAE50B0CA}" dt="2023-03-22T16:39:34.014" v="719"/>
          <ac:inkMkLst>
            <pc:docMk/>
            <pc:sldMk cId="1308517110" sldId="257"/>
            <ac:inkMk id="568" creationId="{D785964B-9D4E-4370-AC14-A56559A2153F}"/>
          </ac:inkMkLst>
        </pc:inkChg>
        <pc:inkChg chg="add del">
          <ac:chgData name="" userId="242feb3c33a8e7bf" providerId="LiveId" clId="{6C192596-F94B-4FAB-A38F-822CAE50B0CA}" dt="2023-03-22T16:39:37.710" v="723"/>
          <ac:inkMkLst>
            <pc:docMk/>
            <pc:sldMk cId="1308517110" sldId="257"/>
            <ac:inkMk id="569" creationId="{842B39C4-622F-4B96-A82D-9C75AF88B01F}"/>
          </ac:inkMkLst>
        </pc:inkChg>
        <pc:inkChg chg="add del">
          <ac:chgData name="" userId="242feb3c33a8e7bf" providerId="LiveId" clId="{6C192596-F94B-4FAB-A38F-822CAE50B0CA}" dt="2023-03-22T16:39:37.710" v="723"/>
          <ac:inkMkLst>
            <pc:docMk/>
            <pc:sldMk cId="1308517110" sldId="257"/>
            <ac:inkMk id="570" creationId="{32BDFC8D-8AFB-4AFD-89AA-82684DB926BF}"/>
          </ac:inkMkLst>
        </pc:inkChg>
        <pc:inkChg chg="add del">
          <ac:chgData name="" userId="242feb3c33a8e7bf" providerId="LiveId" clId="{6C192596-F94B-4FAB-A38F-822CAE50B0CA}" dt="2023-03-22T16:39:37.710" v="723"/>
          <ac:inkMkLst>
            <pc:docMk/>
            <pc:sldMk cId="1308517110" sldId="257"/>
            <ac:inkMk id="571" creationId="{533DB5ED-18A6-4A32-A9C6-CA48A3311368}"/>
          </ac:inkMkLst>
        </pc:inkChg>
        <pc:inkChg chg="add">
          <ac:chgData name="" userId="242feb3c33a8e7bf" providerId="LiveId" clId="{6C192596-F94B-4FAB-A38F-822CAE50B0CA}" dt="2023-03-22T16:39:37.710" v="723"/>
          <ac:inkMkLst>
            <pc:docMk/>
            <pc:sldMk cId="1308517110" sldId="257"/>
            <ac:inkMk id="572" creationId="{F6D1069C-C7CC-47A1-A616-203BA1E56322}"/>
          </ac:inkMkLst>
        </pc:inkChg>
        <pc:inkChg chg="add del">
          <ac:chgData name="" userId="242feb3c33a8e7bf" providerId="LiveId" clId="{6C192596-F94B-4FAB-A38F-822CAE50B0CA}" dt="2023-03-22T16:39:41.253" v="726"/>
          <ac:inkMkLst>
            <pc:docMk/>
            <pc:sldMk cId="1308517110" sldId="257"/>
            <ac:inkMk id="573" creationId="{B9F453C3-FB75-4264-9D35-E7BEFC7C4DB7}"/>
          </ac:inkMkLst>
        </pc:inkChg>
        <pc:inkChg chg="add del">
          <ac:chgData name="" userId="242feb3c33a8e7bf" providerId="LiveId" clId="{6C192596-F94B-4FAB-A38F-822CAE50B0CA}" dt="2023-03-22T16:39:41.253" v="726"/>
          <ac:inkMkLst>
            <pc:docMk/>
            <pc:sldMk cId="1308517110" sldId="257"/>
            <ac:inkMk id="574" creationId="{F3C2F4A8-DC2B-4AE7-A369-87F213C2DDEC}"/>
          </ac:inkMkLst>
        </pc:inkChg>
        <pc:inkChg chg="add">
          <ac:chgData name="" userId="242feb3c33a8e7bf" providerId="LiveId" clId="{6C192596-F94B-4FAB-A38F-822CAE50B0CA}" dt="2023-03-22T16:39:41.253" v="726"/>
          <ac:inkMkLst>
            <pc:docMk/>
            <pc:sldMk cId="1308517110" sldId="257"/>
            <ac:inkMk id="575" creationId="{30A76D01-A527-4340-89EE-776ACFCBE521}"/>
          </ac:inkMkLst>
        </pc:inkChg>
        <pc:inkChg chg="add">
          <ac:chgData name="" userId="242feb3c33a8e7bf" providerId="LiveId" clId="{6C192596-F94B-4FAB-A38F-822CAE50B0CA}" dt="2023-03-22T16:39:43.295" v="727"/>
          <ac:inkMkLst>
            <pc:docMk/>
            <pc:sldMk cId="1308517110" sldId="257"/>
            <ac:inkMk id="576" creationId="{0BE524E7-A173-41BA-A4C5-9CF11D10AEEE}"/>
          </ac:inkMkLst>
        </pc:inkChg>
        <pc:inkChg chg="add del">
          <ac:chgData name="" userId="242feb3c33a8e7bf" providerId="LiveId" clId="{6C192596-F94B-4FAB-A38F-822CAE50B0CA}" dt="2023-03-22T16:39:47.665" v="730"/>
          <ac:inkMkLst>
            <pc:docMk/>
            <pc:sldMk cId="1308517110" sldId="257"/>
            <ac:inkMk id="577" creationId="{9A1358FF-79D0-4E99-A5B6-D83B4278DDBB}"/>
          </ac:inkMkLst>
        </pc:inkChg>
        <pc:inkChg chg="add del">
          <ac:chgData name="" userId="242feb3c33a8e7bf" providerId="LiveId" clId="{6C192596-F94B-4FAB-A38F-822CAE50B0CA}" dt="2023-03-22T16:39:47.665" v="730"/>
          <ac:inkMkLst>
            <pc:docMk/>
            <pc:sldMk cId="1308517110" sldId="257"/>
            <ac:inkMk id="578" creationId="{52324256-BC8E-48A3-AE8A-907AF94DCFD0}"/>
          </ac:inkMkLst>
        </pc:inkChg>
        <pc:inkChg chg="add">
          <ac:chgData name="" userId="242feb3c33a8e7bf" providerId="LiveId" clId="{6C192596-F94B-4FAB-A38F-822CAE50B0CA}" dt="2023-03-22T16:39:47.665" v="730"/>
          <ac:inkMkLst>
            <pc:docMk/>
            <pc:sldMk cId="1308517110" sldId="257"/>
            <ac:inkMk id="579" creationId="{AAA5D836-CE86-4E00-BD74-52E818931DFA}"/>
          </ac:inkMkLst>
        </pc:inkChg>
        <pc:inkChg chg="add">
          <ac:chgData name="" userId="242feb3c33a8e7bf" providerId="LiveId" clId="{6C192596-F94B-4FAB-A38F-822CAE50B0CA}" dt="2023-03-22T16:39:49.325" v="731"/>
          <ac:inkMkLst>
            <pc:docMk/>
            <pc:sldMk cId="1308517110" sldId="257"/>
            <ac:inkMk id="580" creationId="{BD964589-167B-4EAD-B2A2-8FE1AA7A7784}"/>
          </ac:inkMkLst>
        </pc:inkChg>
        <pc:inkChg chg="add del">
          <ac:chgData name="" userId="242feb3c33a8e7bf" providerId="LiveId" clId="{6C192596-F94B-4FAB-A38F-822CAE50B0CA}" dt="2023-03-22T16:39:55.112" v="735"/>
          <ac:inkMkLst>
            <pc:docMk/>
            <pc:sldMk cId="1308517110" sldId="257"/>
            <ac:inkMk id="581" creationId="{1C827B33-E438-4624-A1BC-D25B0ECBD9F7}"/>
          </ac:inkMkLst>
        </pc:inkChg>
        <pc:inkChg chg="add del">
          <ac:chgData name="" userId="242feb3c33a8e7bf" providerId="LiveId" clId="{6C192596-F94B-4FAB-A38F-822CAE50B0CA}" dt="2023-03-22T16:39:55.112" v="735"/>
          <ac:inkMkLst>
            <pc:docMk/>
            <pc:sldMk cId="1308517110" sldId="257"/>
            <ac:inkMk id="582" creationId="{3303627E-C70F-4A26-9F59-FAE90677E057}"/>
          </ac:inkMkLst>
        </pc:inkChg>
        <pc:inkChg chg="add del">
          <ac:chgData name="" userId="242feb3c33a8e7bf" providerId="LiveId" clId="{6C192596-F94B-4FAB-A38F-822CAE50B0CA}" dt="2023-03-22T16:39:55.112" v="735"/>
          <ac:inkMkLst>
            <pc:docMk/>
            <pc:sldMk cId="1308517110" sldId="257"/>
            <ac:inkMk id="583" creationId="{4B68D0CE-C2D7-41F3-81A4-35BDBA3EDF6D}"/>
          </ac:inkMkLst>
        </pc:inkChg>
        <pc:inkChg chg="add">
          <ac:chgData name="" userId="242feb3c33a8e7bf" providerId="LiveId" clId="{6C192596-F94B-4FAB-A38F-822CAE50B0CA}" dt="2023-03-22T16:39:55.112" v="735"/>
          <ac:inkMkLst>
            <pc:docMk/>
            <pc:sldMk cId="1308517110" sldId="257"/>
            <ac:inkMk id="584" creationId="{9B12B8B2-F485-460D-85F7-830B7A657578}"/>
          </ac:inkMkLst>
        </pc:inkChg>
        <pc:inkChg chg="add del">
          <ac:chgData name="" userId="242feb3c33a8e7bf" providerId="LiveId" clId="{6C192596-F94B-4FAB-A38F-822CAE50B0CA}" dt="2023-03-22T16:40:00.737" v="737"/>
          <ac:inkMkLst>
            <pc:docMk/>
            <pc:sldMk cId="1308517110" sldId="257"/>
            <ac:inkMk id="585" creationId="{18FC4CF7-3FF5-4FB2-B6DD-AA6411957D9A}"/>
          </ac:inkMkLst>
        </pc:inkChg>
        <pc:inkChg chg="add">
          <ac:chgData name="" userId="242feb3c33a8e7bf" providerId="LiveId" clId="{6C192596-F94B-4FAB-A38F-822CAE50B0CA}" dt="2023-03-22T16:40:03.312" v="738"/>
          <ac:inkMkLst>
            <pc:docMk/>
            <pc:sldMk cId="1308517110" sldId="257"/>
            <ac:inkMk id="586" creationId="{95A5B6C8-BF4F-42ED-A824-192B742AB095}"/>
          </ac:inkMkLst>
        </pc:inkChg>
        <pc:inkChg chg="add del">
          <ac:chgData name="" userId="242feb3c33a8e7bf" providerId="LiveId" clId="{6C192596-F94B-4FAB-A38F-822CAE50B0CA}" dt="2023-03-22T16:40:10.438" v="743"/>
          <ac:inkMkLst>
            <pc:docMk/>
            <pc:sldMk cId="1308517110" sldId="257"/>
            <ac:inkMk id="587" creationId="{B6EB5225-9448-40D6-9976-938CC9AE4A12}"/>
          </ac:inkMkLst>
        </pc:inkChg>
        <pc:inkChg chg="add del">
          <ac:chgData name="" userId="242feb3c33a8e7bf" providerId="LiveId" clId="{6C192596-F94B-4FAB-A38F-822CAE50B0CA}" dt="2023-03-22T16:40:10.438" v="743"/>
          <ac:inkMkLst>
            <pc:docMk/>
            <pc:sldMk cId="1308517110" sldId="257"/>
            <ac:inkMk id="588" creationId="{10EB79CD-AD46-42C3-ACA7-D46B02A45FA5}"/>
          </ac:inkMkLst>
        </pc:inkChg>
        <pc:inkChg chg="add del">
          <ac:chgData name="" userId="242feb3c33a8e7bf" providerId="LiveId" clId="{6C192596-F94B-4FAB-A38F-822CAE50B0CA}" dt="2023-03-22T16:40:10.438" v="743"/>
          <ac:inkMkLst>
            <pc:docMk/>
            <pc:sldMk cId="1308517110" sldId="257"/>
            <ac:inkMk id="589" creationId="{91DD0DF9-5247-4FAC-9C69-BEE35F3DB70F}"/>
          </ac:inkMkLst>
        </pc:inkChg>
        <pc:inkChg chg="add del">
          <ac:chgData name="" userId="242feb3c33a8e7bf" providerId="LiveId" clId="{6C192596-F94B-4FAB-A38F-822CAE50B0CA}" dt="2023-03-22T16:40:10.438" v="743"/>
          <ac:inkMkLst>
            <pc:docMk/>
            <pc:sldMk cId="1308517110" sldId="257"/>
            <ac:inkMk id="590" creationId="{9E6AAE52-AE60-484C-B52E-051C9CB127D6}"/>
          </ac:inkMkLst>
        </pc:inkChg>
        <pc:inkChg chg="add">
          <ac:chgData name="" userId="242feb3c33a8e7bf" providerId="LiveId" clId="{6C192596-F94B-4FAB-A38F-822CAE50B0CA}" dt="2023-03-22T16:40:10.438" v="743"/>
          <ac:inkMkLst>
            <pc:docMk/>
            <pc:sldMk cId="1308517110" sldId="257"/>
            <ac:inkMk id="591" creationId="{17A240DF-AFD8-4CF7-8EA5-90AA84EA2FEF}"/>
          </ac:inkMkLst>
        </pc:inkChg>
        <pc:inkChg chg="add">
          <ac:chgData name="" userId="242feb3c33a8e7bf" providerId="LiveId" clId="{6C192596-F94B-4FAB-A38F-822CAE50B0CA}" dt="2023-03-22T16:40:10.438" v="743"/>
          <ac:inkMkLst>
            <pc:docMk/>
            <pc:sldMk cId="1308517110" sldId="257"/>
            <ac:inkMk id="592" creationId="{608EC704-E208-4EEC-9618-A7EB01DAEC2F}"/>
          </ac:inkMkLst>
        </pc:inkChg>
        <pc:inkChg chg="add del">
          <ac:chgData name="" userId="242feb3c33a8e7bf" providerId="LiveId" clId="{6C192596-F94B-4FAB-A38F-822CAE50B0CA}" dt="2023-03-22T16:40:14.619" v="746"/>
          <ac:inkMkLst>
            <pc:docMk/>
            <pc:sldMk cId="1308517110" sldId="257"/>
            <ac:inkMk id="593" creationId="{C278A45F-3AB0-470E-AEE0-5D718672253A}"/>
          </ac:inkMkLst>
        </pc:inkChg>
        <pc:inkChg chg="add del">
          <ac:chgData name="" userId="242feb3c33a8e7bf" providerId="LiveId" clId="{6C192596-F94B-4FAB-A38F-822CAE50B0CA}" dt="2023-03-22T16:40:14.619" v="746"/>
          <ac:inkMkLst>
            <pc:docMk/>
            <pc:sldMk cId="1308517110" sldId="257"/>
            <ac:inkMk id="594" creationId="{10150F8F-5491-45BE-89A2-640BF76515DB}"/>
          </ac:inkMkLst>
        </pc:inkChg>
        <pc:inkChg chg="add">
          <ac:chgData name="" userId="242feb3c33a8e7bf" providerId="LiveId" clId="{6C192596-F94B-4FAB-A38F-822CAE50B0CA}" dt="2023-03-22T16:40:14.619" v="746"/>
          <ac:inkMkLst>
            <pc:docMk/>
            <pc:sldMk cId="1308517110" sldId="257"/>
            <ac:inkMk id="595" creationId="{0784820C-E0D8-4AC9-B8E0-BB8E6999AFF0}"/>
          </ac:inkMkLst>
        </pc:inkChg>
        <pc:inkChg chg="add">
          <ac:chgData name="" userId="242feb3c33a8e7bf" providerId="LiveId" clId="{6C192596-F94B-4FAB-A38F-822CAE50B0CA}" dt="2023-03-22T16:40:16.171" v="747"/>
          <ac:inkMkLst>
            <pc:docMk/>
            <pc:sldMk cId="1308517110" sldId="257"/>
            <ac:inkMk id="596" creationId="{0F7B79EC-DE29-4D4B-B404-386562D73916}"/>
          </ac:inkMkLst>
        </pc:inkChg>
        <pc:inkChg chg="add">
          <ac:chgData name="" userId="242feb3c33a8e7bf" providerId="LiveId" clId="{6C192596-F94B-4FAB-A38F-822CAE50B0CA}" dt="2023-03-22T16:40:17.630" v="748"/>
          <ac:inkMkLst>
            <pc:docMk/>
            <pc:sldMk cId="1308517110" sldId="257"/>
            <ac:inkMk id="597" creationId="{67A336A9-C302-4C7D-BA1D-8E6F9DBD2AD3}"/>
          </ac:inkMkLst>
        </pc:inkChg>
        <pc:inkChg chg="add">
          <ac:chgData name="" userId="242feb3c33a8e7bf" providerId="LiveId" clId="{6C192596-F94B-4FAB-A38F-822CAE50B0CA}" dt="2023-03-22T16:40:20.170" v="749"/>
          <ac:inkMkLst>
            <pc:docMk/>
            <pc:sldMk cId="1308517110" sldId="257"/>
            <ac:inkMk id="598" creationId="{DAF1A0A2-654C-4613-8969-DA09116F49CE}"/>
          </ac:inkMkLst>
        </pc:inkChg>
        <pc:inkChg chg="add">
          <ac:chgData name="" userId="242feb3c33a8e7bf" providerId="LiveId" clId="{6C192596-F94B-4FAB-A38F-822CAE50B0CA}" dt="2023-03-22T16:40:21.273" v="750"/>
          <ac:inkMkLst>
            <pc:docMk/>
            <pc:sldMk cId="1308517110" sldId="257"/>
            <ac:inkMk id="599" creationId="{6553FD94-7013-4013-A61B-7B240864A972}"/>
          </ac:inkMkLst>
        </pc:inkChg>
        <pc:inkChg chg="add del">
          <ac:chgData name="" userId="242feb3c33a8e7bf" providerId="LiveId" clId="{6C192596-F94B-4FAB-A38F-822CAE50B0CA}" dt="2023-03-22T16:40:23.120" v="753"/>
          <ac:inkMkLst>
            <pc:docMk/>
            <pc:sldMk cId="1308517110" sldId="257"/>
            <ac:inkMk id="600" creationId="{154A965B-44CB-496C-A605-8295AEDED762}"/>
          </ac:inkMkLst>
        </pc:inkChg>
        <pc:inkChg chg="add del">
          <ac:chgData name="" userId="242feb3c33a8e7bf" providerId="LiveId" clId="{6C192596-F94B-4FAB-A38F-822CAE50B0CA}" dt="2023-03-22T16:40:23.120" v="753"/>
          <ac:inkMkLst>
            <pc:docMk/>
            <pc:sldMk cId="1308517110" sldId="257"/>
            <ac:inkMk id="601" creationId="{AD7E02CA-E0F4-4697-9166-54E9A6583328}"/>
          </ac:inkMkLst>
        </pc:inkChg>
        <pc:inkChg chg="add">
          <ac:chgData name="" userId="242feb3c33a8e7bf" providerId="LiveId" clId="{6C192596-F94B-4FAB-A38F-822CAE50B0CA}" dt="2023-03-22T16:40:23.120" v="753"/>
          <ac:inkMkLst>
            <pc:docMk/>
            <pc:sldMk cId="1308517110" sldId="257"/>
            <ac:inkMk id="602" creationId="{B60E87D9-1D41-43A6-9588-60EB2624EEE7}"/>
          </ac:inkMkLst>
        </pc:inkChg>
        <pc:inkChg chg="add del">
          <ac:chgData name="" userId="242feb3c33a8e7bf" providerId="LiveId" clId="{6C192596-F94B-4FAB-A38F-822CAE50B0CA}" dt="2023-03-22T16:40:26.760" v="757"/>
          <ac:inkMkLst>
            <pc:docMk/>
            <pc:sldMk cId="1308517110" sldId="257"/>
            <ac:inkMk id="603" creationId="{3922CF0F-8A54-4CF6-91B1-FB3C807DDD41}"/>
          </ac:inkMkLst>
        </pc:inkChg>
        <pc:inkChg chg="add del">
          <ac:chgData name="" userId="242feb3c33a8e7bf" providerId="LiveId" clId="{6C192596-F94B-4FAB-A38F-822CAE50B0CA}" dt="2023-03-22T16:40:26.760" v="757"/>
          <ac:inkMkLst>
            <pc:docMk/>
            <pc:sldMk cId="1308517110" sldId="257"/>
            <ac:inkMk id="604" creationId="{D1FCB07E-D076-404A-8163-DC8DB57C314D}"/>
          </ac:inkMkLst>
        </pc:inkChg>
        <pc:inkChg chg="add del">
          <ac:chgData name="" userId="242feb3c33a8e7bf" providerId="LiveId" clId="{6C192596-F94B-4FAB-A38F-822CAE50B0CA}" dt="2023-03-22T16:40:26.760" v="757"/>
          <ac:inkMkLst>
            <pc:docMk/>
            <pc:sldMk cId="1308517110" sldId="257"/>
            <ac:inkMk id="605" creationId="{CEA29E8A-83DD-4576-A04F-B651C0098E15}"/>
          </ac:inkMkLst>
        </pc:inkChg>
        <pc:inkChg chg="add del">
          <ac:chgData name="" userId="242feb3c33a8e7bf" providerId="LiveId" clId="{6C192596-F94B-4FAB-A38F-822CAE50B0CA}" dt="2023-03-22T16:40:30.743" v="759"/>
          <ac:inkMkLst>
            <pc:docMk/>
            <pc:sldMk cId="1308517110" sldId="257"/>
            <ac:inkMk id="606" creationId="{C557F214-86C1-4469-8A29-FD1C03652661}"/>
          </ac:inkMkLst>
        </pc:inkChg>
        <pc:inkChg chg="add del">
          <ac:chgData name="" userId="242feb3c33a8e7bf" providerId="LiveId" clId="{6C192596-F94B-4FAB-A38F-822CAE50B0CA}" dt="2023-03-22T16:40:30.743" v="759"/>
          <ac:inkMkLst>
            <pc:docMk/>
            <pc:sldMk cId="1308517110" sldId="257"/>
            <ac:inkMk id="607" creationId="{2FB22F66-A152-490D-8E61-839D561BD1E0}"/>
          </ac:inkMkLst>
        </pc:inkChg>
        <pc:inkChg chg="add">
          <ac:chgData name="" userId="242feb3c33a8e7bf" providerId="LiveId" clId="{6C192596-F94B-4FAB-A38F-822CAE50B0CA}" dt="2023-03-22T16:40:30.743" v="759"/>
          <ac:inkMkLst>
            <pc:docMk/>
            <pc:sldMk cId="1308517110" sldId="257"/>
            <ac:inkMk id="608" creationId="{21887C2F-77C6-4404-B752-47A18E9A32DA}"/>
          </ac:inkMkLst>
        </pc:inkChg>
        <pc:inkChg chg="add del">
          <ac:chgData name="" userId="242feb3c33a8e7bf" providerId="LiveId" clId="{6C192596-F94B-4FAB-A38F-822CAE50B0CA}" dt="2023-03-22T16:40:34.085" v="762"/>
          <ac:inkMkLst>
            <pc:docMk/>
            <pc:sldMk cId="1308517110" sldId="257"/>
            <ac:inkMk id="609" creationId="{DA676E80-43DB-4151-84B7-0B2724080EEF}"/>
          </ac:inkMkLst>
        </pc:inkChg>
        <pc:inkChg chg="add del">
          <ac:chgData name="" userId="242feb3c33a8e7bf" providerId="LiveId" clId="{6C192596-F94B-4FAB-A38F-822CAE50B0CA}" dt="2023-03-22T16:40:34.085" v="762"/>
          <ac:inkMkLst>
            <pc:docMk/>
            <pc:sldMk cId="1308517110" sldId="257"/>
            <ac:inkMk id="610" creationId="{25B8EBE0-3F7F-45CD-A02D-762B8AB53CBE}"/>
          </ac:inkMkLst>
        </pc:inkChg>
        <pc:inkChg chg="add del">
          <ac:chgData name="" userId="242feb3c33a8e7bf" providerId="LiveId" clId="{6C192596-F94B-4FAB-A38F-822CAE50B0CA}" dt="2023-03-22T16:40:35.050" v="764"/>
          <ac:inkMkLst>
            <pc:docMk/>
            <pc:sldMk cId="1308517110" sldId="257"/>
            <ac:inkMk id="611" creationId="{7B2BF068-4F10-4D70-B303-C57401D67AE8}"/>
          </ac:inkMkLst>
        </pc:inkChg>
        <pc:inkChg chg="add del">
          <ac:chgData name="" userId="242feb3c33a8e7bf" providerId="LiveId" clId="{6C192596-F94B-4FAB-A38F-822CAE50B0CA}" dt="2023-03-22T16:40:35.050" v="764"/>
          <ac:inkMkLst>
            <pc:docMk/>
            <pc:sldMk cId="1308517110" sldId="257"/>
            <ac:inkMk id="612" creationId="{262714BE-AB23-476A-A454-DD528E217A7F}"/>
          </ac:inkMkLst>
        </pc:inkChg>
        <pc:inkChg chg="add">
          <ac:chgData name="" userId="242feb3c33a8e7bf" providerId="LiveId" clId="{6C192596-F94B-4FAB-A38F-822CAE50B0CA}" dt="2023-03-22T16:40:35.050" v="764"/>
          <ac:inkMkLst>
            <pc:docMk/>
            <pc:sldMk cId="1308517110" sldId="257"/>
            <ac:inkMk id="613" creationId="{108C4077-FB4A-4196-8662-701387F92DD5}"/>
          </ac:inkMkLst>
        </pc:inkChg>
        <pc:inkChg chg="add del">
          <ac:chgData name="" userId="242feb3c33a8e7bf" providerId="LiveId" clId="{6C192596-F94B-4FAB-A38F-822CAE50B0CA}" dt="2023-03-22T16:40:38.490" v="768"/>
          <ac:inkMkLst>
            <pc:docMk/>
            <pc:sldMk cId="1308517110" sldId="257"/>
            <ac:inkMk id="614" creationId="{57FB7A78-7837-46F6-9B1D-F5C0B7340BF7}"/>
          </ac:inkMkLst>
        </pc:inkChg>
        <pc:inkChg chg="add del">
          <ac:chgData name="" userId="242feb3c33a8e7bf" providerId="LiveId" clId="{6C192596-F94B-4FAB-A38F-822CAE50B0CA}" dt="2023-03-22T16:40:38.490" v="768"/>
          <ac:inkMkLst>
            <pc:docMk/>
            <pc:sldMk cId="1308517110" sldId="257"/>
            <ac:inkMk id="615" creationId="{6F36C40E-339B-4012-93FC-E2B030BFA06F}"/>
          </ac:inkMkLst>
        </pc:inkChg>
        <pc:inkChg chg="add del">
          <ac:chgData name="" userId="242feb3c33a8e7bf" providerId="LiveId" clId="{6C192596-F94B-4FAB-A38F-822CAE50B0CA}" dt="2023-03-22T16:40:38.490" v="768"/>
          <ac:inkMkLst>
            <pc:docMk/>
            <pc:sldMk cId="1308517110" sldId="257"/>
            <ac:inkMk id="616" creationId="{7E3B6477-FFC2-474D-9E38-098ABB54FE06}"/>
          </ac:inkMkLst>
        </pc:inkChg>
        <pc:inkChg chg="add">
          <ac:chgData name="" userId="242feb3c33a8e7bf" providerId="LiveId" clId="{6C192596-F94B-4FAB-A38F-822CAE50B0CA}" dt="2023-03-22T16:40:38.490" v="768"/>
          <ac:inkMkLst>
            <pc:docMk/>
            <pc:sldMk cId="1308517110" sldId="257"/>
            <ac:inkMk id="617" creationId="{382551D9-C53B-48B5-BCDA-1468C86A45B1}"/>
          </ac:inkMkLst>
        </pc:inkChg>
        <pc:inkChg chg="add del">
          <ac:chgData name="" userId="242feb3c33a8e7bf" providerId="LiveId" clId="{6C192596-F94B-4FAB-A38F-822CAE50B0CA}" dt="2023-03-22T16:40:42.284" v="771"/>
          <ac:inkMkLst>
            <pc:docMk/>
            <pc:sldMk cId="1308517110" sldId="257"/>
            <ac:inkMk id="618" creationId="{A7A483CA-2044-46DA-AD83-B95743A23C4F}"/>
          </ac:inkMkLst>
        </pc:inkChg>
        <pc:inkChg chg="add del">
          <ac:chgData name="" userId="242feb3c33a8e7bf" providerId="LiveId" clId="{6C192596-F94B-4FAB-A38F-822CAE50B0CA}" dt="2023-03-22T16:40:42.284" v="771"/>
          <ac:inkMkLst>
            <pc:docMk/>
            <pc:sldMk cId="1308517110" sldId="257"/>
            <ac:inkMk id="619" creationId="{08C3647C-0D06-4019-B8EC-6D64BB88D57B}"/>
          </ac:inkMkLst>
        </pc:inkChg>
        <pc:inkChg chg="add">
          <ac:chgData name="" userId="242feb3c33a8e7bf" providerId="LiveId" clId="{6C192596-F94B-4FAB-A38F-822CAE50B0CA}" dt="2023-03-22T16:40:42.284" v="771"/>
          <ac:inkMkLst>
            <pc:docMk/>
            <pc:sldMk cId="1308517110" sldId="257"/>
            <ac:inkMk id="620" creationId="{9717DCC2-7618-4018-8B7E-CD9EF17924A4}"/>
          </ac:inkMkLst>
        </pc:inkChg>
        <pc:inkChg chg="add">
          <ac:chgData name="" userId="242feb3c33a8e7bf" providerId="LiveId" clId="{6C192596-F94B-4FAB-A38F-822CAE50B0CA}" dt="2023-03-22T16:40:43.891" v="772"/>
          <ac:inkMkLst>
            <pc:docMk/>
            <pc:sldMk cId="1308517110" sldId="257"/>
            <ac:inkMk id="621" creationId="{DDBA76EC-70B0-4CCC-B2B1-C0450BAA868D}"/>
          </ac:inkMkLst>
        </pc:inkChg>
        <pc:inkChg chg="add">
          <ac:chgData name="" userId="242feb3c33a8e7bf" providerId="LiveId" clId="{6C192596-F94B-4FAB-A38F-822CAE50B0CA}" dt="2023-03-22T16:40:46.385" v="773"/>
          <ac:inkMkLst>
            <pc:docMk/>
            <pc:sldMk cId="1308517110" sldId="257"/>
            <ac:inkMk id="622" creationId="{F4A0167C-9419-4E4C-945E-14AEA292E7E5}"/>
          </ac:inkMkLst>
        </pc:inkChg>
        <pc:inkChg chg="add">
          <ac:chgData name="" userId="242feb3c33a8e7bf" providerId="LiveId" clId="{6C192596-F94B-4FAB-A38F-822CAE50B0CA}" dt="2023-03-22T16:40:47.285" v="774"/>
          <ac:inkMkLst>
            <pc:docMk/>
            <pc:sldMk cId="1308517110" sldId="257"/>
            <ac:inkMk id="623" creationId="{48A13D30-0F65-4E4D-BA43-4F155793078A}"/>
          </ac:inkMkLst>
        </pc:inkChg>
        <pc:inkChg chg="add del">
          <ac:chgData name="" userId="242feb3c33a8e7bf" providerId="LiveId" clId="{6C192596-F94B-4FAB-A38F-822CAE50B0CA}" dt="2023-03-22T16:40:54.207" v="777"/>
          <ac:inkMkLst>
            <pc:docMk/>
            <pc:sldMk cId="1308517110" sldId="257"/>
            <ac:inkMk id="624" creationId="{1F8F5A1A-875B-4119-8C01-6528618C687B}"/>
          </ac:inkMkLst>
        </pc:inkChg>
        <pc:inkChg chg="add del">
          <ac:chgData name="" userId="242feb3c33a8e7bf" providerId="LiveId" clId="{6C192596-F94B-4FAB-A38F-822CAE50B0CA}" dt="2023-03-22T16:40:54.207" v="777"/>
          <ac:inkMkLst>
            <pc:docMk/>
            <pc:sldMk cId="1308517110" sldId="257"/>
            <ac:inkMk id="625" creationId="{F39A245B-5DD5-4E94-9931-9426D7C49B20}"/>
          </ac:inkMkLst>
        </pc:inkChg>
        <pc:inkChg chg="add">
          <ac:chgData name="" userId="242feb3c33a8e7bf" providerId="LiveId" clId="{6C192596-F94B-4FAB-A38F-822CAE50B0CA}" dt="2023-03-22T16:40:54.207" v="777"/>
          <ac:inkMkLst>
            <pc:docMk/>
            <pc:sldMk cId="1308517110" sldId="257"/>
            <ac:inkMk id="626" creationId="{F11B6188-B745-4F1D-97FA-4451A95C0CE7}"/>
          </ac:inkMkLst>
        </pc:inkChg>
        <pc:inkChg chg="add del">
          <ac:chgData name="" userId="242feb3c33a8e7bf" providerId="LiveId" clId="{6C192596-F94B-4FAB-A38F-822CAE50B0CA}" dt="2023-03-22T16:40:57.795" v="780"/>
          <ac:inkMkLst>
            <pc:docMk/>
            <pc:sldMk cId="1308517110" sldId="257"/>
            <ac:inkMk id="627" creationId="{7369CFE6-CC27-4671-8FB4-74CE386832C8}"/>
          </ac:inkMkLst>
        </pc:inkChg>
        <pc:inkChg chg="add del">
          <ac:chgData name="" userId="242feb3c33a8e7bf" providerId="LiveId" clId="{6C192596-F94B-4FAB-A38F-822CAE50B0CA}" dt="2023-03-22T16:40:57.795" v="780"/>
          <ac:inkMkLst>
            <pc:docMk/>
            <pc:sldMk cId="1308517110" sldId="257"/>
            <ac:inkMk id="628" creationId="{309CD361-9200-491E-9D2B-5C1E1701EFB7}"/>
          </ac:inkMkLst>
        </pc:inkChg>
        <pc:inkChg chg="add del">
          <ac:chgData name="" userId="242feb3c33a8e7bf" providerId="LiveId" clId="{6C192596-F94B-4FAB-A38F-822CAE50B0CA}" dt="2023-03-22T16:40:58.768" v="782"/>
          <ac:inkMkLst>
            <pc:docMk/>
            <pc:sldMk cId="1308517110" sldId="257"/>
            <ac:inkMk id="629" creationId="{0CA72BB9-D42F-4386-8522-328111EEA072}"/>
          </ac:inkMkLst>
        </pc:inkChg>
        <pc:inkChg chg="add del">
          <ac:chgData name="" userId="242feb3c33a8e7bf" providerId="LiveId" clId="{6C192596-F94B-4FAB-A38F-822CAE50B0CA}" dt="2023-03-22T16:40:58.768" v="782"/>
          <ac:inkMkLst>
            <pc:docMk/>
            <pc:sldMk cId="1308517110" sldId="257"/>
            <ac:inkMk id="630" creationId="{5533E04C-D818-47FD-823F-CCE0233373A1}"/>
          </ac:inkMkLst>
        </pc:inkChg>
        <pc:inkChg chg="add">
          <ac:chgData name="" userId="242feb3c33a8e7bf" providerId="LiveId" clId="{6C192596-F94B-4FAB-A38F-822CAE50B0CA}" dt="2023-03-22T16:40:58.768" v="782"/>
          <ac:inkMkLst>
            <pc:docMk/>
            <pc:sldMk cId="1308517110" sldId="257"/>
            <ac:inkMk id="631" creationId="{29650C61-36FB-4D44-8AB5-AFD36CD3F7CD}"/>
          </ac:inkMkLst>
        </pc:inkChg>
        <pc:inkChg chg="add">
          <ac:chgData name="" userId="242feb3c33a8e7bf" providerId="LiveId" clId="{6C192596-F94B-4FAB-A38F-822CAE50B0CA}" dt="2023-03-22T16:41:00.731" v="783"/>
          <ac:inkMkLst>
            <pc:docMk/>
            <pc:sldMk cId="1308517110" sldId="257"/>
            <ac:inkMk id="632" creationId="{1C121C7C-0779-4E13-A157-10197C39EE5A}"/>
          </ac:inkMkLst>
        </pc:inkChg>
        <pc:inkChg chg="add del">
          <ac:chgData name="" userId="242feb3c33a8e7bf" providerId="LiveId" clId="{6C192596-F94B-4FAB-A38F-822CAE50B0CA}" dt="2023-03-22T16:41:06.752" v="788"/>
          <ac:inkMkLst>
            <pc:docMk/>
            <pc:sldMk cId="1308517110" sldId="257"/>
            <ac:inkMk id="633" creationId="{1F949154-3B29-461F-BF88-A7232095932E}"/>
          </ac:inkMkLst>
        </pc:inkChg>
        <pc:inkChg chg="add del">
          <ac:chgData name="" userId="242feb3c33a8e7bf" providerId="LiveId" clId="{6C192596-F94B-4FAB-A38F-822CAE50B0CA}" dt="2023-03-22T16:41:06.752" v="788"/>
          <ac:inkMkLst>
            <pc:docMk/>
            <pc:sldMk cId="1308517110" sldId="257"/>
            <ac:inkMk id="634" creationId="{D978A8B3-C074-4A65-A705-019EA5E80DE7}"/>
          </ac:inkMkLst>
        </pc:inkChg>
        <pc:inkChg chg="add del">
          <ac:chgData name="" userId="242feb3c33a8e7bf" providerId="LiveId" clId="{6C192596-F94B-4FAB-A38F-822CAE50B0CA}" dt="2023-03-22T16:41:06.752" v="788"/>
          <ac:inkMkLst>
            <pc:docMk/>
            <pc:sldMk cId="1308517110" sldId="257"/>
            <ac:inkMk id="635" creationId="{E49A97A4-3B9F-4555-9D08-F368FFBC0C17}"/>
          </ac:inkMkLst>
        </pc:inkChg>
        <pc:inkChg chg="add del">
          <ac:chgData name="" userId="242feb3c33a8e7bf" providerId="LiveId" clId="{6C192596-F94B-4FAB-A38F-822CAE50B0CA}" dt="2023-03-22T16:41:06.752" v="788"/>
          <ac:inkMkLst>
            <pc:docMk/>
            <pc:sldMk cId="1308517110" sldId="257"/>
            <ac:inkMk id="636" creationId="{CE1A0DD5-F1BB-4176-82BE-1CF052958B96}"/>
          </ac:inkMkLst>
        </pc:inkChg>
        <pc:inkChg chg="add">
          <ac:chgData name="" userId="242feb3c33a8e7bf" providerId="LiveId" clId="{6C192596-F94B-4FAB-A38F-822CAE50B0CA}" dt="2023-03-22T16:41:06.752" v="788"/>
          <ac:inkMkLst>
            <pc:docMk/>
            <pc:sldMk cId="1308517110" sldId="257"/>
            <ac:inkMk id="637" creationId="{C557A1FB-19F0-4477-A51E-CC4FE8950FCE}"/>
          </ac:inkMkLst>
        </pc:inkChg>
        <pc:inkChg chg="add del">
          <ac:chgData name="" userId="242feb3c33a8e7bf" providerId="LiveId" clId="{6C192596-F94B-4FAB-A38F-822CAE50B0CA}" dt="2023-03-22T16:41:11.154" v="792"/>
          <ac:inkMkLst>
            <pc:docMk/>
            <pc:sldMk cId="1308517110" sldId="257"/>
            <ac:inkMk id="638" creationId="{D57877C8-A760-4471-815D-C22EE244354E}"/>
          </ac:inkMkLst>
        </pc:inkChg>
        <pc:inkChg chg="add del">
          <ac:chgData name="" userId="242feb3c33a8e7bf" providerId="LiveId" clId="{6C192596-F94B-4FAB-A38F-822CAE50B0CA}" dt="2023-03-22T16:41:11.154" v="792"/>
          <ac:inkMkLst>
            <pc:docMk/>
            <pc:sldMk cId="1308517110" sldId="257"/>
            <ac:inkMk id="639" creationId="{94E63922-BD20-47EC-911B-E69D801EB0EA}"/>
          </ac:inkMkLst>
        </pc:inkChg>
        <pc:inkChg chg="add del">
          <ac:chgData name="" userId="242feb3c33a8e7bf" providerId="LiveId" clId="{6C192596-F94B-4FAB-A38F-822CAE50B0CA}" dt="2023-03-22T16:41:11.154" v="792"/>
          <ac:inkMkLst>
            <pc:docMk/>
            <pc:sldMk cId="1308517110" sldId="257"/>
            <ac:inkMk id="640" creationId="{E34A3FDE-5C76-48A3-8BF3-E5331C3ECA64}"/>
          </ac:inkMkLst>
        </pc:inkChg>
        <pc:inkChg chg="add">
          <ac:chgData name="" userId="242feb3c33a8e7bf" providerId="LiveId" clId="{6C192596-F94B-4FAB-A38F-822CAE50B0CA}" dt="2023-03-22T16:41:11.154" v="792"/>
          <ac:inkMkLst>
            <pc:docMk/>
            <pc:sldMk cId="1308517110" sldId="257"/>
            <ac:inkMk id="641" creationId="{3E8109C0-3FED-4266-95F7-CD74D890C055}"/>
          </ac:inkMkLst>
        </pc:inkChg>
        <pc:inkChg chg="add">
          <ac:chgData name="" userId="242feb3c33a8e7bf" providerId="LiveId" clId="{6C192596-F94B-4FAB-A38F-822CAE50B0CA}" dt="2023-03-22T16:41:12.574" v="793"/>
          <ac:inkMkLst>
            <pc:docMk/>
            <pc:sldMk cId="1308517110" sldId="257"/>
            <ac:inkMk id="642" creationId="{A0F01341-B0FA-45DA-B37F-3957F3FE9F0A}"/>
          </ac:inkMkLst>
        </pc:inkChg>
        <pc:inkChg chg="add">
          <ac:chgData name="" userId="242feb3c33a8e7bf" providerId="LiveId" clId="{6C192596-F94B-4FAB-A38F-822CAE50B0CA}" dt="2023-03-22T16:41:20.159" v="794"/>
          <ac:inkMkLst>
            <pc:docMk/>
            <pc:sldMk cId="1308517110" sldId="257"/>
            <ac:inkMk id="643" creationId="{3BFF3739-246C-455C-98A8-69998E334EAA}"/>
          </ac:inkMkLst>
        </pc:inkChg>
        <pc:inkChg chg="add del">
          <ac:chgData name="" userId="242feb3c33a8e7bf" providerId="LiveId" clId="{6C192596-F94B-4FAB-A38F-822CAE50B0CA}" dt="2023-03-22T16:41:24.991" v="797"/>
          <ac:inkMkLst>
            <pc:docMk/>
            <pc:sldMk cId="1308517110" sldId="257"/>
            <ac:inkMk id="644" creationId="{5E3A57E1-3B5C-4DA5-93D9-A8907BA85415}"/>
          </ac:inkMkLst>
        </pc:inkChg>
        <pc:inkChg chg="add del">
          <ac:chgData name="" userId="242feb3c33a8e7bf" providerId="LiveId" clId="{6C192596-F94B-4FAB-A38F-822CAE50B0CA}" dt="2023-03-22T16:41:24.991" v="797"/>
          <ac:inkMkLst>
            <pc:docMk/>
            <pc:sldMk cId="1308517110" sldId="257"/>
            <ac:inkMk id="645" creationId="{EF2D3665-1FEF-4C24-B5A0-C8B3194D7B0A}"/>
          </ac:inkMkLst>
        </pc:inkChg>
        <pc:inkChg chg="add">
          <ac:chgData name="" userId="242feb3c33a8e7bf" providerId="LiveId" clId="{6C192596-F94B-4FAB-A38F-822CAE50B0CA}" dt="2023-03-22T16:41:24.991" v="797"/>
          <ac:inkMkLst>
            <pc:docMk/>
            <pc:sldMk cId="1308517110" sldId="257"/>
            <ac:inkMk id="646" creationId="{9FFA6220-CF84-4915-8AF9-FB226F36D978}"/>
          </ac:inkMkLst>
        </pc:inkChg>
        <pc:inkChg chg="add del">
          <ac:chgData name="" userId="242feb3c33a8e7bf" providerId="LiveId" clId="{6C192596-F94B-4FAB-A38F-822CAE50B0CA}" dt="2023-03-22T16:47:03.068" v="801"/>
          <ac:inkMkLst>
            <pc:docMk/>
            <pc:sldMk cId="1308517110" sldId="257"/>
            <ac:inkMk id="647" creationId="{8FE23F80-678D-49DB-BF08-4FD8ECA91CD1}"/>
          </ac:inkMkLst>
        </pc:inkChg>
        <pc:inkChg chg="add del">
          <ac:chgData name="" userId="242feb3c33a8e7bf" providerId="LiveId" clId="{6C192596-F94B-4FAB-A38F-822CAE50B0CA}" dt="2023-03-22T16:47:07.209" v="806"/>
          <ac:inkMkLst>
            <pc:docMk/>
            <pc:sldMk cId="1308517110" sldId="257"/>
            <ac:inkMk id="648" creationId="{6CA2687B-76A3-4540-8706-66633D07F3E2}"/>
          </ac:inkMkLst>
        </pc:inkChg>
        <pc:inkChg chg="add del">
          <ac:chgData name="" userId="242feb3c33a8e7bf" providerId="LiveId" clId="{6C192596-F94B-4FAB-A38F-822CAE50B0CA}" dt="2023-03-22T16:47:07.209" v="807"/>
          <ac:inkMkLst>
            <pc:docMk/>
            <pc:sldMk cId="1308517110" sldId="257"/>
            <ac:inkMk id="649" creationId="{BAE15058-FAE9-490A-A180-7394835BE0FE}"/>
          </ac:inkMkLst>
        </pc:inkChg>
        <pc:inkChg chg="add del">
          <ac:chgData name="" userId="242feb3c33a8e7bf" providerId="LiveId" clId="{6C192596-F94B-4FAB-A38F-822CAE50B0CA}" dt="2023-03-22T16:47:07.208" v="805"/>
          <ac:inkMkLst>
            <pc:docMk/>
            <pc:sldMk cId="1308517110" sldId="257"/>
            <ac:inkMk id="650" creationId="{05D01405-2DD3-48D1-B7AA-E7EE8198F3CE}"/>
          </ac:inkMkLst>
        </pc:inkChg>
        <pc:inkChg chg="add del">
          <ac:chgData name="" userId="242feb3c33a8e7bf" providerId="LiveId" clId="{6C192596-F94B-4FAB-A38F-822CAE50B0CA}" dt="2023-03-22T16:47:12.067" v="811"/>
          <ac:inkMkLst>
            <pc:docMk/>
            <pc:sldMk cId="1308517110" sldId="257"/>
            <ac:inkMk id="651" creationId="{536B12A7-FC7A-4E24-BACE-6BDFDE24FE18}"/>
          </ac:inkMkLst>
        </pc:inkChg>
        <pc:inkChg chg="add del">
          <ac:chgData name="" userId="242feb3c33a8e7bf" providerId="LiveId" clId="{6C192596-F94B-4FAB-A38F-822CAE50B0CA}" dt="2023-03-22T16:47:12.067" v="811"/>
          <ac:inkMkLst>
            <pc:docMk/>
            <pc:sldMk cId="1308517110" sldId="257"/>
            <ac:inkMk id="652" creationId="{2E202415-1AD0-4DB5-BDDD-1C61D69679B5}"/>
          </ac:inkMkLst>
        </pc:inkChg>
        <pc:inkChg chg="add">
          <ac:chgData name="" userId="242feb3c33a8e7bf" providerId="LiveId" clId="{6C192596-F94B-4FAB-A38F-822CAE50B0CA}" dt="2023-03-22T16:47:11.118" v="810"/>
          <ac:inkMkLst>
            <pc:docMk/>
            <pc:sldMk cId="1308517110" sldId="257"/>
            <ac:inkMk id="653" creationId="{AE5300AB-6247-4A40-91B6-4BDAC6DE8D5A}"/>
          </ac:inkMkLst>
        </pc:inkChg>
        <pc:inkChg chg="add">
          <ac:chgData name="" userId="242feb3c33a8e7bf" providerId="LiveId" clId="{6C192596-F94B-4FAB-A38F-822CAE50B0CA}" dt="2023-03-22T16:47:12.067" v="811"/>
          <ac:inkMkLst>
            <pc:docMk/>
            <pc:sldMk cId="1308517110" sldId="257"/>
            <ac:inkMk id="654" creationId="{3BE38E57-5DF9-4279-927C-510F5A2A2EC7}"/>
          </ac:inkMkLst>
        </pc:inkChg>
        <pc:inkChg chg="add del">
          <ac:chgData name="" userId="242feb3c33a8e7bf" providerId="LiveId" clId="{6C192596-F94B-4FAB-A38F-822CAE50B0CA}" dt="2023-03-22T16:47:17.359" v="814"/>
          <ac:inkMkLst>
            <pc:docMk/>
            <pc:sldMk cId="1308517110" sldId="257"/>
            <ac:inkMk id="655" creationId="{3D08457F-43D3-4BAD-82FB-87152F081815}"/>
          </ac:inkMkLst>
        </pc:inkChg>
        <pc:inkChg chg="add del">
          <ac:chgData name="" userId="242feb3c33a8e7bf" providerId="LiveId" clId="{6C192596-F94B-4FAB-A38F-822CAE50B0CA}" dt="2023-03-22T16:47:17.359" v="814"/>
          <ac:inkMkLst>
            <pc:docMk/>
            <pc:sldMk cId="1308517110" sldId="257"/>
            <ac:inkMk id="656" creationId="{FDAE85D5-8700-4087-92E6-F70A004A0827}"/>
          </ac:inkMkLst>
        </pc:inkChg>
        <pc:inkChg chg="add">
          <ac:chgData name="" userId="242feb3c33a8e7bf" providerId="LiveId" clId="{6C192596-F94B-4FAB-A38F-822CAE50B0CA}" dt="2023-03-22T16:47:17.359" v="814"/>
          <ac:inkMkLst>
            <pc:docMk/>
            <pc:sldMk cId="1308517110" sldId="257"/>
            <ac:inkMk id="657" creationId="{299D67E7-605A-4C6D-ADB7-D7781100B690}"/>
          </ac:inkMkLst>
        </pc:inkChg>
        <pc:inkChg chg="add del">
          <ac:chgData name="" userId="242feb3c33a8e7bf" providerId="LiveId" clId="{6C192596-F94B-4FAB-A38F-822CAE50B0CA}" dt="2023-03-22T16:47:21.269" v="817"/>
          <ac:inkMkLst>
            <pc:docMk/>
            <pc:sldMk cId="1308517110" sldId="257"/>
            <ac:inkMk id="658" creationId="{FC1D42A4-7D32-403E-B7C4-869C17483878}"/>
          </ac:inkMkLst>
        </pc:inkChg>
        <pc:inkChg chg="add del">
          <ac:chgData name="" userId="242feb3c33a8e7bf" providerId="LiveId" clId="{6C192596-F94B-4FAB-A38F-822CAE50B0CA}" dt="2023-03-22T16:47:21.269" v="817"/>
          <ac:inkMkLst>
            <pc:docMk/>
            <pc:sldMk cId="1308517110" sldId="257"/>
            <ac:inkMk id="659" creationId="{6C1E1A32-A624-4B13-B131-C9D73E63A1DC}"/>
          </ac:inkMkLst>
        </pc:inkChg>
        <pc:inkChg chg="add">
          <ac:chgData name="" userId="242feb3c33a8e7bf" providerId="LiveId" clId="{6C192596-F94B-4FAB-A38F-822CAE50B0CA}" dt="2023-03-22T16:47:21.269" v="817"/>
          <ac:inkMkLst>
            <pc:docMk/>
            <pc:sldMk cId="1308517110" sldId="257"/>
            <ac:inkMk id="660" creationId="{E1FD1E40-75B2-4E41-B57F-7352A866AC4A}"/>
          </ac:inkMkLst>
        </pc:inkChg>
        <pc:inkChg chg="add del">
          <ac:chgData name="" userId="242feb3c33a8e7bf" providerId="LiveId" clId="{6C192596-F94B-4FAB-A38F-822CAE50B0CA}" dt="2023-03-22T16:47:23.885" v="821"/>
          <ac:inkMkLst>
            <pc:docMk/>
            <pc:sldMk cId="1308517110" sldId="257"/>
            <ac:inkMk id="661" creationId="{C7392E5E-E22A-48E8-804F-7C52EF065D4B}"/>
          </ac:inkMkLst>
        </pc:inkChg>
        <pc:inkChg chg="add del">
          <ac:chgData name="" userId="242feb3c33a8e7bf" providerId="LiveId" clId="{6C192596-F94B-4FAB-A38F-822CAE50B0CA}" dt="2023-03-22T16:47:23.885" v="821"/>
          <ac:inkMkLst>
            <pc:docMk/>
            <pc:sldMk cId="1308517110" sldId="257"/>
            <ac:inkMk id="662" creationId="{6626B355-E369-421C-9A25-8D62AD924FCB}"/>
          </ac:inkMkLst>
        </pc:inkChg>
        <pc:inkChg chg="add del">
          <ac:chgData name="" userId="242feb3c33a8e7bf" providerId="LiveId" clId="{6C192596-F94B-4FAB-A38F-822CAE50B0CA}" dt="2023-03-22T16:47:23.885" v="821"/>
          <ac:inkMkLst>
            <pc:docMk/>
            <pc:sldMk cId="1308517110" sldId="257"/>
            <ac:inkMk id="663" creationId="{82D78B3A-BD48-4BCA-AFC6-50816310C903}"/>
          </ac:inkMkLst>
        </pc:inkChg>
        <pc:inkChg chg="add">
          <ac:chgData name="" userId="242feb3c33a8e7bf" providerId="LiveId" clId="{6C192596-F94B-4FAB-A38F-822CAE50B0CA}" dt="2023-03-22T16:47:23.885" v="821"/>
          <ac:inkMkLst>
            <pc:docMk/>
            <pc:sldMk cId="1308517110" sldId="257"/>
            <ac:inkMk id="664" creationId="{18142DFD-1CC3-4BFA-AC36-BDD9C4743B2D}"/>
          </ac:inkMkLst>
        </pc:inkChg>
        <pc:inkChg chg="add del">
          <ac:chgData name="" userId="242feb3c33a8e7bf" providerId="LiveId" clId="{6C192596-F94B-4FAB-A38F-822CAE50B0CA}" dt="2023-03-22T16:47:27.088" v="825"/>
          <ac:inkMkLst>
            <pc:docMk/>
            <pc:sldMk cId="1308517110" sldId="257"/>
            <ac:inkMk id="665" creationId="{42F628F8-45D8-4F4C-9A09-7C3AD5C9522D}"/>
          </ac:inkMkLst>
        </pc:inkChg>
        <pc:inkChg chg="add del">
          <ac:chgData name="" userId="242feb3c33a8e7bf" providerId="LiveId" clId="{6C192596-F94B-4FAB-A38F-822CAE50B0CA}" dt="2023-03-22T16:47:27.088" v="825"/>
          <ac:inkMkLst>
            <pc:docMk/>
            <pc:sldMk cId="1308517110" sldId="257"/>
            <ac:inkMk id="666" creationId="{0084906E-3C64-4A61-B59E-B02F9CBE2611}"/>
          </ac:inkMkLst>
        </pc:inkChg>
        <pc:inkChg chg="add del">
          <ac:chgData name="" userId="242feb3c33a8e7bf" providerId="LiveId" clId="{6C192596-F94B-4FAB-A38F-822CAE50B0CA}" dt="2023-03-22T16:47:27.088" v="825"/>
          <ac:inkMkLst>
            <pc:docMk/>
            <pc:sldMk cId="1308517110" sldId="257"/>
            <ac:inkMk id="667" creationId="{32E0453C-ED92-4078-AE7E-973D36809AB1}"/>
          </ac:inkMkLst>
        </pc:inkChg>
        <pc:inkChg chg="add">
          <ac:chgData name="" userId="242feb3c33a8e7bf" providerId="LiveId" clId="{6C192596-F94B-4FAB-A38F-822CAE50B0CA}" dt="2023-03-22T16:47:27.088" v="825"/>
          <ac:inkMkLst>
            <pc:docMk/>
            <pc:sldMk cId="1308517110" sldId="257"/>
            <ac:inkMk id="668" creationId="{EF606AB0-1C67-47B7-8D1A-535D88951375}"/>
          </ac:inkMkLst>
        </pc:inkChg>
        <pc:inkChg chg="add del">
          <ac:chgData name="" userId="242feb3c33a8e7bf" providerId="LiveId" clId="{6C192596-F94B-4FAB-A38F-822CAE50B0CA}" dt="2023-03-22T16:47:32.358" v="831"/>
          <ac:inkMkLst>
            <pc:docMk/>
            <pc:sldMk cId="1308517110" sldId="257"/>
            <ac:inkMk id="669" creationId="{1900F06C-71F7-4E59-83D2-5744C501636B}"/>
          </ac:inkMkLst>
        </pc:inkChg>
        <pc:inkChg chg="add del">
          <ac:chgData name="" userId="242feb3c33a8e7bf" providerId="LiveId" clId="{6C192596-F94B-4FAB-A38F-822CAE50B0CA}" dt="2023-03-22T16:47:32.358" v="831"/>
          <ac:inkMkLst>
            <pc:docMk/>
            <pc:sldMk cId="1308517110" sldId="257"/>
            <ac:inkMk id="670" creationId="{61E47620-BE2A-4397-AB18-797A1B1DFE47}"/>
          </ac:inkMkLst>
        </pc:inkChg>
        <pc:inkChg chg="add del">
          <ac:chgData name="" userId="242feb3c33a8e7bf" providerId="LiveId" clId="{6C192596-F94B-4FAB-A38F-822CAE50B0CA}" dt="2023-03-22T16:47:32.358" v="831"/>
          <ac:inkMkLst>
            <pc:docMk/>
            <pc:sldMk cId="1308517110" sldId="257"/>
            <ac:inkMk id="671" creationId="{E0FDCE62-0B9B-407E-B095-126BD34EB01D}"/>
          </ac:inkMkLst>
        </pc:inkChg>
        <pc:inkChg chg="add del">
          <ac:chgData name="" userId="242feb3c33a8e7bf" providerId="LiveId" clId="{6C192596-F94B-4FAB-A38F-822CAE50B0CA}" dt="2023-03-22T16:47:32.358" v="831"/>
          <ac:inkMkLst>
            <pc:docMk/>
            <pc:sldMk cId="1308517110" sldId="257"/>
            <ac:inkMk id="672" creationId="{7C526BE4-715E-461F-89E9-EABC61EBECBA}"/>
          </ac:inkMkLst>
        </pc:inkChg>
        <pc:inkChg chg="add del">
          <ac:chgData name="" userId="242feb3c33a8e7bf" providerId="LiveId" clId="{6C192596-F94B-4FAB-A38F-822CAE50B0CA}" dt="2023-03-22T16:47:32.358" v="831"/>
          <ac:inkMkLst>
            <pc:docMk/>
            <pc:sldMk cId="1308517110" sldId="257"/>
            <ac:inkMk id="673" creationId="{E6264404-8C76-4772-B04F-34DC81258AD7}"/>
          </ac:inkMkLst>
        </pc:inkChg>
        <pc:inkChg chg="add">
          <ac:chgData name="" userId="242feb3c33a8e7bf" providerId="LiveId" clId="{6C192596-F94B-4FAB-A38F-822CAE50B0CA}" dt="2023-03-22T16:47:32.358" v="831"/>
          <ac:inkMkLst>
            <pc:docMk/>
            <pc:sldMk cId="1308517110" sldId="257"/>
            <ac:inkMk id="674" creationId="{447C4DDA-3767-4FE6-9D0A-400724680D4E}"/>
          </ac:inkMkLst>
        </pc:inkChg>
        <pc:inkChg chg="add">
          <ac:chgData name="" userId="242feb3c33a8e7bf" providerId="LiveId" clId="{6C192596-F94B-4FAB-A38F-822CAE50B0CA}" dt="2023-03-22T16:47:32.358" v="831"/>
          <ac:inkMkLst>
            <pc:docMk/>
            <pc:sldMk cId="1308517110" sldId="257"/>
            <ac:inkMk id="675" creationId="{8CF140A7-915D-415F-A810-BA52A554EA55}"/>
          </ac:inkMkLst>
        </pc:inkChg>
        <pc:inkChg chg="add del">
          <ac:chgData name="" userId="242feb3c33a8e7bf" providerId="LiveId" clId="{6C192596-F94B-4FAB-A38F-822CAE50B0CA}" dt="2023-03-22T16:47:33.832" v="834"/>
          <ac:inkMkLst>
            <pc:docMk/>
            <pc:sldMk cId="1308517110" sldId="257"/>
            <ac:inkMk id="676" creationId="{405FCCCD-3C1A-430C-ABCF-6DBE9769645D}"/>
          </ac:inkMkLst>
        </pc:inkChg>
        <pc:inkChg chg="add del">
          <ac:chgData name="" userId="242feb3c33a8e7bf" providerId="LiveId" clId="{6C192596-F94B-4FAB-A38F-822CAE50B0CA}" dt="2023-03-22T16:47:33.832" v="834"/>
          <ac:inkMkLst>
            <pc:docMk/>
            <pc:sldMk cId="1308517110" sldId="257"/>
            <ac:inkMk id="677" creationId="{6E1D60B7-AC98-49DB-B242-8A284A85F9E9}"/>
          </ac:inkMkLst>
        </pc:inkChg>
        <pc:inkChg chg="add del">
          <ac:chgData name="" userId="242feb3c33a8e7bf" providerId="LiveId" clId="{6C192596-F94B-4FAB-A38F-822CAE50B0CA}" dt="2023-03-22T16:47:36.093" v="835"/>
          <ac:inkMkLst>
            <pc:docMk/>
            <pc:sldMk cId="1308517110" sldId="257"/>
            <ac:inkMk id="678" creationId="{B44A09A2-B472-478C-A87D-3BE7DE38A91A}"/>
          </ac:inkMkLst>
        </pc:inkChg>
        <pc:inkChg chg="add del">
          <ac:chgData name="" userId="242feb3c33a8e7bf" providerId="LiveId" clId="{6C192596-F94B-4FAB-A38F-822CAE50B0CA}" dt="2023-03-22T16:47:46.154" v="848"/>
          <ac:inkMkLst>
            <pc:docMk/>
            <pc:sldMk cId="1308517110" sldId="257"/>
            <ac:inkMk id="679" creationId="{AF1A9E4F-D920-4532-BC0F-AE98A83436D1}"/>
          </ac:inkMkLst>
        </pc:inkChg>
        <pc:inkChg chg="add del">
          <ac:chgData name="" userId="242feb3c33a8e7bf" providerId="LiveId" clId="{6C192596-F94B-4FAB-A38F-822CAE50B0CA}" dt="2023-03-22T16:47:46.154" v="848"/>
          <ac:inkMkLst>
            <pc:docMk/>
            <pc:sldMk cId="1308517110" sldId="257"/>
            <ac:inkMk id="680" creationId="{5C98C7E8-F56D-4EA3-836A-B9A399D1D416}"/>
          </ac:inkMkLst>
        </pc:inkChg>
        <pc:inkChg chg="add del">
          <ac:chgData name="" userId="242feb3c33a8e7bf" providerId="LiveId" clId="{6C192596-F94B-4FAB-A38F-822CAE50B0CA}" dt="2023-03-22T16:47:46.154" v="848"/>
          <ac:inkMkLst>
            <pc:docMk/>
            <pc:sldMk cId="1308517110" sldId="257"/>
            <ac:inkMk id="681" creationId="{A07950B5-0AB8-4C3B-931D-A0DBE7398D92}"/>
          </ac:inkMkLst>
        </pc:inkChg>
        <pc:inkChg chg="add del">
          <ac:chgData name="" userId="242feb3c33a8e7bf" providerId="LiveId" clId="{6C192596-F94B-4FAB-A38F-822CAE50B0CA}" dt="2023-03-22T16:47:46.154" v="848"/>
          <ac:inkMkLst>
            <pc:docMk/>
            <pc:sldMk cId="1308517110" sldId="257"/>
            <ac:inkMk id="682" creationId="{795DC5D3-A709-4F36-9DFC-85CB2342AF00}"/>
          </ac:inkMkLst>
        </pc:inkChg>
        <pc:inkChg chg="add del">
          <ac:chgData name="" userId="242feb3c33a8e7bf" providerId="LiveId" clId="{6C192596-F94B-4FAB-A38F-822CAE50B0CA}" dt="2023-03-22T16:47:46.154" v="848"/>
          <ac:inkMkLst>
            <pc:docMk/>
            <pc:sldMk cId="1308517110" sldId="257"/>
            <ac:inkMk id="683" creationId="{9461D15B-E4C1-43AA-ADFC-2178957F5FBD}"/>
          </ac:inkMkLst>
        </pc:inkChg>
        <pc:inkChg chg="add del">
          <ac:chgData name="" userId="242feb3c33a8e7bf" providerId="LiveId" clId="{6C192596-F94B-4FAB-A38F-822CAE50B0CA}" dt="2023-03-22T16:47:46.154" v="848"/>
          <ac:inkMkLst>
            <pc:docMk/>
            <pc:sldMk cId="1308517110" sldId="257"/>
            <ac:inkMk id="684" creationId="{5586C97D-4B9D-4FD7-B97C-3A0441E2E66E}"/>
          </ac:inkMkLst>
        </pc:inkChg>
        <pc:inkChg chg="add del">
          <ac:chgData name="" userId="242feb3c33a8e7bf" providerId="LiveId" clId="{6C192596-F94B-4FAB-A38F-822CAE50B0CA}" dt="2023-03-22T16:47:46.154" v="848"/>
          <ac:inkMkLst>
            <pc:docMk/>
            <pc:sldMk cId="1308517110" sldId="257"/>
            <ac:inkMk id="685" creationId="{49A71FAB-3596-40F4-BE39-8580BA3DC6F4}"/>
          </ac:inkMkLst>
        </pc:inkChg>
        <pc:inkChg chg="add del">
          <ac:chgData name="" userId="242feb3c33a8e7bf" providerId="LiveId" clId="{6C192596-F94B-4FAB-A38F-822CAE50B0CA}" dt="2023-03-22T16:47:46.154" v="848"/>
          <ac:inkMkLst>
            <pc:docMk/>
            <pc:sldMk cId="1308517110" sldId="257"/>
            <ac:inkMk id="686" creationId="{E2598D14-CB17-4F84-9277-13E6E3739993}"/>
          </ac:inkMkLst>
        </pc:inkChg>
        <pc:inkChg chg="add del">
          <ac:chgData name="" userId="242feb3c33a8e7bf" providerId="LiveId" clId="{6C192596-F94B-4FAB-A38F-822CAE50B0CA}" dt="2023-03-22T16:47:46.154" v="848"/>
          <ac:inkMkLst>
            <pc:docMk/>
            <pc:sldMk cId="1308517110" sldId="257"/>
            <ac:inkMk id="687" creationId="{1DBF7A60-A2ED-4469-9EAF-8CDFD4D92693}"/>
          </ac:inkMkLst>
        </pc:inkChg>
        <pc:inkChg chg="add del">
          <ac:chgData name="" userId="242feb3c33a8e7bf" providerId="LiveId" clId="{6C192596-F94B-4FAB-A38F-822CAE50B0CA}" dt="2023-03-22T16:47:46.154" v="848"/>
          <ac:inkMkLst>
            <pc:docMk/>
            <pc:sldMk cId="1308517110" sldId="257"/>
            <ac:inkMk id="688" creationId="{CD153C0D-F87C-4B6E-B9DF-141887B44AAD}"/>
          </ac:inkMkLst>
        </pc:inkChg>
        <pc:inkChg chg="add del">
          <ac:chgData name="" userId="242feb3c33a8e7bf" providerId="LiveId" clId="{6C192596-F94B-4FAB-A38F-822CAE50B0CA}" dt="2023-03-22T16:47:46.154" v="848"/>
          <ac:inkMkLst>
            <pc:docMk/>
            <pc:sldMk cId="1308517110" sldId="257"/>
            <ac:inkMk id="689" creationId="{FBE6CD15-FF5A-4FF6-AAED-3B8E453629E2}"/>
          </ac:inkMkLst>
        </pc:inkChg>
        <pc:inkChg chg="add del">
          <ac:chgData name="" userId="242feb3c33a8e7bf" providerId="LiveId" clId="{6C192596-F94B-4FAB-A38F-822CAE50B0CA}" dt="2023-03-22T16:47:46.154" v="848"/>
          <ac:inkMkLst>
            <pc:docMk/>
            <pc:sldMk cId="1308517110" sldId="257"/>
            <ac:inkMk id="690" creationId="{C1D76D02-CF3F-4EB3-9361-27EFBF4C8D7C}"/>
          </ac:inkMkLst>
        </pc:inkChg>
        <pc:inkChg chg="add del">
          <ac:chgData name="" userId="242feb3c33a8e7bf" providerId="LiveId" clId="{6C192596-F94B-4FAB-A38F-822CAE50B0CA}" dt="2023-03-22T16:47:46.611" v="849"/>
          <ac:inkMkLst>
            <pc:docMk/>
            <pc:sldMk cId="1308517110" sldId="257"/>
            <ac:inkMk id="691" creationId="{C73E6C81-161A-4836-B8DA-BE6F93AD3C57}"/>
          </ac:inkMkLst>
        </pc:inkChg>
        <pc:inkChg chg="add">
          <ac:chgData name="" userId="242feb3c33a8e7bf" providerId="LiveId" clId="{6C192596-F94B-4FAB-A38F-822CAE50B0CA}" dt="2023-03-22T16:47:46.154" v="848"/>
          <ac:inkMkLst>
            <pc:docMk/>
            <pc:sldMk cId="1308517110" sldId="257"/>
            <ac:inkMk id="692" creationId="{56D7CFD9-E27E-4B09-B8F2-7562AFB04629}"/>
          </ac:inkMkLst>
        </pc:inkChg>
        <pc:inkChg chg="add">
          <ac:chgData name="" userId="242feb3c33a8e7bf" providerId="LiveId" clId="{6C192596-F94B-4FAB-A38F-822CAE50B0CA}" dt="2023-03-22T16:47:46.154" v="848"/>
          <ac:inkMkLst>
            <pc:docMk/>
            <pc:sldMk cId="1308517110" sldId="257"/>
            <ac:inkMk id="693" creationId="{7308465D-A5ED-442D-8CF9-32C8A3BC9710}"/>
          </ac:inkMkLst>
        </pc:inkChg>
        <pc:inkChg chg="add">
          <ac:chgData name="" userId="242feb3c33a8e7bf" providerId="LiveId" clId="{6C192596-F94B-4FAB-A38F-822CAE50B0CA}" dt="2023-03-22T16:47:46.154" v="848"/>
          <ac:inkMkLst>
            <pc:docMk/>
            <pc:sldMk cId="1308517110" sldId="257"/>
            <ac:inkMk id="694" creationId="{86F60463-8D98-475A-A7BA-5664469A4C98}"/>
          </ac:inkMkLst>
        </pc:inkChg>
        <pc:inkChg chg="add">
          <ac:chgData name="" userId="242feb3c33a8e7bf" providerId="LiveId" clId="{6C192596-F94B-4FAB-A38F-822CAE50B0CA}" dt="2023-03-22T16:47:46.154" v="848"/>
          <ac:inkMkLst>
            <pc:docMk/>
            <pc:sldMk cId="1308517110" sldId="257"/>
            <ac:inkMk id="695" creationId="{B680DC6B-6C78-424A-B0FD-5FE69F1D0F17}"/>
          </ac:inkMkLst>
        </pc:inkChg>
        <pc:inkChg chg="add del">
          <ac:chgData name="" userId="242feb3c33a8e7bf" providerId="LiveId" clId="{6C192596-F94B-4FAB-A38F-822CAE50B0CA}" dt="2023-03-22T16:47:49.347" v="852"/>
          <ac:inkMkLst>
            <pc:docMk/>
            <pc:sldMk cId="1308517110" sldId="257"/>
            <ac:inkMk id="696" creationId="{468F65FE-DF34-4522-9D47-1F87E93570D9}"/>
          </ac:inkMkLst>
        </pc:inkChg>
        <pc:inkChg chg="add del">
          <ac:chgData name="" userId="242feb3c33a8e7bf" providerId="LiveId" clId="{6C192596-F94B-4FAB-A38F-822CAE50B0CA}" dt="2023-03-22T16:47:49.347" v="852"/>
          <ac:inkMkLst>
            <pc:docMk/>
            <pc:sldMk cId="1308517110" sldId="257"/>
            <ac:inkMk id="697" creationId="{33931EB2-F96E-45F3-81AA-B764DCA4A427}"/>
          </ac:inkMkLst>
        </pc:inkChg>
        <pc:inkChg chg="add">
          <ac:chgData name="" userId="242feb3c33a8e7bf" providerId="LiveId" clId="{6C192596-F94B-4FAB-A38F-822CAE50B0CA}" dt="2023-03-22T16:47:49.347" v="852"/>
          <ac:inkMkLst>
            <pc:docMk/>
            <pc:sldMk cId="1308517110" sldId="257"/>
            <ac:inkMk id="698" creationId="{2F1F5326-7837-46FD-93F1-B19AA0E5E102}"/>
          </ac:inkMkLst>
        </pc:inkChg>
        <pc:inkChg chg="add">
          <ac:chgData name="" userId="242feb3c33a8e7bf" providerId="LiveId" clId="{6C192596-F94B-4FAB-A38F-822CAE50B0CA}" dt="2023-03-22T16:47:51.766" v="853"/>
          <ac:inkMkLst>
            <pc:docMk/>
            <pc:sldMk cId="1308517110" sldId="257"/>
            <ac:inkMk id="699" creationId="{66A0F41C-2EF6-40F2-BC93-D224AABF39CD}"/>
          </ac:inkMkLst>
        </pc:inkChg>
        <pc:inkChg chg="add del">
          <ac:chgData name="" userId="242feb3c33a8e7bf" providerId="LiveId" clId="{6C192596-F94B-4FAB-A38F-822CAE50B0CA}" dt="2023-03-22T16:47:55.663" v="856"/>
          <ac:inkMkLst>
            <pc:docMk/>
            <pc:sldMk cId="1308517110" sldId="257"/>
            <ac:inkMk id="700" creationId="{3B4B3AC2-0BA7-43BE-8B70-2A812692ACA7}"/>
          </ac:inkMkLst>
        </pc:inkChg>
        <pc:inkChg chg="add del">
          <ac:chgData name="" userId="242feb3c33a8e7bf" providerId="LiveId" clId="{6C192596-F94B-4FAB-A38F-822CAE50B0CA}" dt="2023-03-22T16:47:55.663" v="856"/>
          <ac:inkMkLst>
            <pc:docMk/>
            <pc:sldMk cId="1308517110" sldId="257"/>
            <ac:inkMk id="701" creationId="{49204AB5-52C8-4741-8406-A080AF9DCDC7}"/>
          </ac:inkMkLst>
        </pc:inkChg>
        <pc:inkChg chg="add">
          <ac:chgData name="" userId="242feb3c33a8e7bf" providerId="LiveId" clId="{6C192596-F94B-4FAB-A38F-822CAE50B0CA}" dt="2023-03-22T16:47:55.663" v="856"/>
          <ac:inkMkLst>
            <pc:docMk/>
            <pc:sldMk cId="1308517110" sldId="257"/>
            <ac:inkMk id="702" creationId="{C30A54BD-E26A-4FC4-922D-0C11802E4A4B}"/>
          </ac:inkMkLst>
        </pc:inkChg>
        <pc:inkChg chg="add">
          <ac:chgData name="" userId="242feb3c33a8e7bf" providerId="LiveId" clId="{6C192596-F94B-4FAB-A38F-822CAE50B0CA}" dt="2023-03-22T16:47:57.646" v="857"/>
          <ac:inkMkLst>
            <pc:docMk/>
            <pc:sldMk cId="1308517110" sldId="257"/>
            <ac:inkMk id="703" creationId="{2A92C139-2A36-4DF2-B9AD-1DC30868329E}"/>
          </ac:inkMkLst>
        </pc:inkChg>
        <pc:inkChg chg="add del">
          <ac:chgData name="" userId="242feb3c33a8e7bf" providerId="LiveId" clId="{6C192596-F94B-4FAB-A38F-822CAE50B0CA}" dt="2023-03-22T16:48:00.100" v="860"/>
          <ac:inkMkLst>
            <pc:docMk/>
            <pc:sldMk cId="1308517110" sldId="257"/>
            <ac:inkMk id="704" creationId="{84B20A95-4ABE-4DDA-9B1C-D8B4176FE140}"/>
          </ac:inkMkLst>
        </pc:inkChg>
        <pc:inkChg chg="add del">
          <ac:chgData name="" userId="242feb3c33a8e7bf" providerId="LiveId" clId="{6C192596-F94B-4FAB-A38F-822CAE50B0CA}" dt="2023-03-22T16:48:00.100" v="860"/>
          <ac:inkMkLst>
            <pc:docMk/>
            <pc:sldMk cId="1308517110" sldId="257"/>
            <ac:inkMk id="705" creationId="{87420369-6626-4116-B9A3-868525B1F489}"/>
          </ac:inkMkLst>
        </pc:inkChg>
        <pc:inkChg chg="add">
          <ac:chgData name="" userId="242feb3c33a8e7bf" providerId="LiveId" clId="{6C192596-F94B-4FAB-A38F-822CAE50B0CA}" dt="2023-03-22T16:48:00.100" v="860"/>
          <ac:inkMkLst>
            <pc:docMk/>
            <pc:sldMk cId="1308517110" sldId="257"/>
            <ac:inkMk id="706" creationId="{5C199287-FC00-41B0-8703-5C667910C874}"/>
          </ac:inkMkLst>
        </pc:inkChg>
        <pc:inkChg chg="add">
          <ac:chgData name="" userId="242feb3c33a8e7bf" providerId="LiveId" clId="{6C192596-F94B-4FAB-A38F-822CAE50B0CA}" dt="2023-03-22T16:48:07.483" v="861"/>
          <ac:inkMkLst>
            <pc:docMk/>
            <pc:sldMk cId="1308517110" sldId="257"/>
            <ac:inkMk id="707" creationId="{E0A5995B-52C1-41BE-85CB-52848943EB26}"/>
          </ac:inkMkLst>
        </pc:inkChg>
        <pc:inkChg chg="add del">
          <ac:chgData name="" userId="242feb3c33a8e7bf" providerId="LiveId" clId="{6C192596-F94B-4FAB-A38F-822CAE50B0CA}" dt="2023-03-22T16:48:15.794" v="864"/>
          <ac:inkMkLst>
            <pc:docMk/>
            <pc:sldMk cId="1308517110" sldId="257"/>
            <ac:inkMk id="708" creationId="{F6F3F62D-E92B-437A-A03E-D7F61684F04D}"/>
          </ac:inkMkLst>
        </pc:inkChg>
        <pc:inkChg chg="add del">
          <ac:chgData name="" userId="242feb3c33a8e7bf" providerId="LiveId" clId="{6C192596-F94B-4FAB-A38F-822CAE50B0CA}" dt="2023-03-22T16:48:15.794" v="864"/>
          <ac:inkMkLst>
            <pc:docMk/>
            <pc:sldMk cId="1308517110" sldId="257"/>
            <ac:inkMk id="709" creationId="{930F3815-A923-4D14-8631-ECF07B667E1F}"/>
          </ac:inkMkLst>
        </pc:inkChg>
        <pc:inkChg chg="add">
          <ac:chgData name="" userId="242feb3c33a8e7bf" providerId="LiveId" clId="{6C192596-F94B-4FAB-A38F-822CAE50B0CA}" dt="2023-03-22T16:48:15.794" v="864"/>
          <ac:inkMkLst>
            <pc:docMk/>
            <pc:sldMk cId="1308517110" sldId="257"/>
            <ac:inkMk id="710" creationId="{1D66A9D7-1DAC-4E30-B353-D15258B9FD6D}"/>
          </ac:inkMkLst>
        </pc:inkChg>
        <pc:inkChg chg="add del">
          <ac:chgData name="" userId="242feb3c33a8e7bf" providerId="LiveId" clId="{6C192596-F94B-4FAB-A38F-822CAE50B0CA}" dt="2023-03-22T16:48:20.509" v="869"/>
          <ac:inkMkLst>
            <pc:docMk/>
            <pc:sldMk cId="1308517110" sldId="257"/>
            <ac:inkMk id="711" creationId="{38657D6F-D2D1-4111-9DA7-57BFF10E77B3}"/>
          </ac:inkMkLst>
        </pc:inkChg>
        <pc:inkChg chg="add del">
          <ac:chgData name="" userId="242feb3c33a8e7bf" providerId="LiveId" clId="{6C192596-F94B-4FAB-A38F-822CAE50B0CA}" dt="2023-03-22T16:48:20.509" v="869"/>
          <ac:inkMkLst>
            <pc:docMk/>
            <pc:sldMk cId="1308517110" sldId="257"/>
            <ac:inkMk id="712" creationId="{44D0E8FF-45AB-42ED-A7A8-FA132D2E567C}"/>
          </ac:inkMkLst>
        </pc:inkChg>
        <pc:inkChg chg="add del">
          <ac:chgData name="" userId="242feb3c33a8e7bf" providerId="LiveId" clId="{6C192596-F94B-4FAB-A38F-822CAE50B0CA}" dt="2023-03-22T16:48:20.509" v="869"/>
          <ac:inkMkLst>
            <pc:docMk/>
            <pc:sldMk cId="1308517110" sldId="257"/>
            <ac:inkMk id="713" creationId="{4F47F919-8224-40E1-B86F-6CDB672AC6B5}"/>
          </ac:inkMkLst>
        </pc:inkChg>
        <pc:inkChg chg="add del">
          <ac:chgData name="" userId="242feb3c33a8e7bf" providerId="LiveId" clId="{6C192596-F94B-4FAB-A38F-822CAE50B0CA}" dt="2023-03-22T16:48:20.509" v="869"/>
          <ac:inkMkLst>
            <pc:docMk/>
            <pc:sldMk cId="1308517110" sldId="257"/>
            <ac:inkMk id="714" creationId="{28343A29-7AED-4D5F-A547-6AAB1151C337}"/>
          </ac:inkMkLst>
        </pc:inkChg>
        <pc:inkChg chg="add del">
          <ac:chgData name="" userId="242feb3c33a8e7bf" providerId="LiveId" clId="{6C192596-F94B-4FAB-A38F-822CAE50B0CA}" dt="2023-03-22T16:48:21.447" v="870"/>
          <ac:inkMkLst>
            <pc:docMk/>
            <pc:sldMk cId="1308517110" sldId="257"/>
            <ac:inkMk id="715" creationId="{EFBD422D-C9DF-40C6-B55B-AE724319A461}"/>
          </ac:inkMkLst>
        </pc:inkChg>
        <pc:inkChg chg="add del">
          <ac:chgData name="" userId="242feb3c33a8e7bf" providerId="LiveId" clId="{6C192596-F94B-4FAB-A38F-822CAE50B0CA}" dt="2023-03-22T16:48:25.994" v="875"/>
          <ac:inkMkLst>
            <pc:docMk/>
            <pc:sldMk cId="1308517110" sldId="257"/>
            <ac:inkMk id="716" creationId="{0237C642-04D0-426E-AD20-83247B5AF478}"/>
          </ac:inkMkLst>
        </pc:inkChg>
        <pc:inkChg chg="add del">
          <ac:chgData name="" userId="242feb3c33a8e7bf" providerId="LiveId" clId="{6C192596-F94B-4FAB-A38F-822CAE50B0CA}" dt="2023-03-22T16:48:25.994" v="875"/>
          <ac:inkMkLst>
            <pc:docMk/>
            <pc:sldMk cId="1308517110" sldId="257"/>
            <ac:inkMk id="717" creationId="{C069569B-EE76-49BC-B2D7-785F4F30AC9D}"/>
          </ac:inkMkLst>
        </pc:inkChg>
        <pc:inkChg chg="add del">
          <ac:chgData name="" userId="242feb3c33a8e7bf" providerId="LiveId" clId="{6C192596-F94B-4FAB-A38F-822CAE50B0CA}" dt="2023-03-22T16:48:25.994" v="875"/>
          <ac:inkMkLst>
            <pc:docMk/>
            <pc:sldMk cId="1308517110" sldId="257"/>
            <ac:inkMk id="718" creationId="{8CB66526-466A-454E-AAC2-0CABFC208F29}"/>
          </ac:inkMkLst>
        </pc:inkChg>
        <pc:inkChg chg="add del">
          <ac:chgData name="" userId="242feb3c33a8e7bf" providerId="LiveId" clId="{6C192596-F94B-4FAB-A38F-822CAE50B0CA}" dt="2023-03-22T16:48:25.994" v="875"/>
          <ac:inkMkLst>
            <pc:docMk/>
            <pc:sldMk cId="1308517110" sldId="257"/>
            <ac:inkMk id="719" creationId="{8615DDFC-7961-4BE2-B371-6745F1C93414}"/>
          </ac:inkMkLst>
        </pc:inkChg>
        <pc:inkChg chg="add">
          <ac:chgData name="" userId="242feb3c33a8e7bf" providerId="LiveId" clId="{6C192596-F94B-4FAB-A38F-822CAE50B0CA}" dt="2023-03-22T16:48:25.994" v="875"/>
          <ac:inkMkLst>
            <pc:docMk/>
            <pc:sldMk cId="1308517110" sldId="257"/>
            <ac:inkMk id="720" creationId="{5DF3C112-A1BE-4001-8228-29AE509E3271}"/>
          </ac:inkMkLst>
        </pc:inkChg>
        <pc:inkChg chg="add del">
          <ac:chgData name="" userId="242feb3c33a8e7bf" providerId="LiveId" clId="{6C192596-F94B-4FAB-A38F-822CAE50B0CA}" dt="2023-03-22T16:48:32.340" v="882"/>
          <ac:inkMkLst>
            <pc:docMk/>
            <pc:sldMk cId="1308517110" sldId="257"/>
            <ac:inkMk id="721" creationId="{7441F7B7-6584-43B9-9119-28A9A3081A23}"/>
          </ac:inkMkLst>
        </pc:inkChg>
        <pc:inkChg chg="add del">
          <ac:chgData name="" userId="242feb3c33a8e7bf" providerId="LiveId" clId="{6C192596-F94B-4FAB-A38F-822CAE50B0CA}" dt="2023-03-22T16:48:32.340" v="882"/>
          <ac:inkMkLst>
            <pc:docMk/>
            <pc:sldMk cId="1308517110" sldId="257"/>
            <ac:inkMk id="722" creationId="{C4C25B3D-C2D7-40FA-9C70-44368E0B108A}"/>
          </ac:inkMkLst>
        </pc:inkChg>
        <pc:inkChg chg="add del">
          <ac:chgData name="" userId="242feb3c33a8e7bf" providerId="LiveId" clId="{6C192596-F94B-4FAB-A38F-822CAE50B0CA}" dt="2023-03-22T16:48:32.340" v="882"/>
          <ac:inkMkLst>
            <pc:docMk/>
            <pc:sldMk cId="1308517110" sldId="257"/>
            <ac:inkMk id="723" creationId="{012A02B7-3644-4E7C-84E3-88DEE4DC4290}"/>
          </ac:inkMkLst>
        </pc:inkChg>
        <pc:inkChg chg="add del">
          <ac:chgData name="" userId="242feb3c33a8e7bf" providerId="LiveId" clId="{6C192596-F94B-4FAB-A38F-822CAE50B0CA}" dt="2023-03-22T16:48:32.340" v="882"/>
          <ac:inkMkLst>
            <pc:docMk/>
            <pc:sldMk cId="1308517110" sldId="257"/>
            <ac:inkMk id="724" creationId="{7025CA39-48CA-4BAA-B825-9469B1DD7050}"/>
          </ac:inkMkLst>
        </pc:inkChg>
        <pc:inkChg chg="add del">
          <ac:chgData name="" userId="242feb3c33a8e7bf" providerId="LiveId" clId="{6C192596-F94B-4FAB-A38F-822CAE50B0CA}" dt="2023-03-22T16:48:32.340" v="882"/>
          <ac:inkMkLst>
            <pc:docMk/>
            <pc:sldMk cId="1308517110" sldId="257"/>
            <ac:inkMk id="725" creationId="{2EA9CF15-6610-4F8A-8CEA-7E0173CBEFA1}"/>
          </ac:inkMkLst>
        </pc:inkChg>
        <pc:inkChg chg="add del">
          <ac:chgData name="" userId="242feb3c33a8e7bf" providerId="LiveId" clId="{6C192596-F94B-4FAB-A38F-822CAE50B0CA}" dt="2023-03-22T16:48:32.340" v="882"/>
          <ac:inkMkLst>
            <pc:docMk/>
            <pc:sldMk cId="1308517110" sldId="257"/>
            <ac:inkMk id="726" creationId="{B39D87FA-2EC6-416D-8055-5FC9547D2FCB}"/>
          </ac:inkMkLst>
        </pc:inkChg>
        <pc:inkChg chg="add">
          <ac:chgData name="" userId="242feb3c33a8e7bf" providerId="LiveId" clId="{6C192596-F94B-4FAB-A38F-822CAE50B0CA}" dt="2023-03-22T16:48:32.340" v="882"/>
          <ac:inkMkLst>
            <pc:docMk/>
            <pc:sldMk cId="1308517110" sldId="257"/>
            <ac:inkMk id="727" creationId="{2914FA7E-09ED-402B-ABA8-21882EA15D81}"/>
          </ac:inkMkLst>
        </pc:inkChg>
        <pc:inkChg chg="add">
          <ac:chgData name="" userId="242feb3c33a8e7bf" providerId="LiveId" clId="{6C192596-F94B-4FAB-A38F-822CAE50B0CA}" dt="2023-03-22T16:48:32.340" v="882"/>
          <ac:inkMkLst>
            <pc:docMk/>
            <pc:sldMk cId="1308517110" sldId="257"/>
            <ac:inkMk id="728" creationId="{77E05E26-C05E-4253-93AE-3F96E83E04E8}"/>
          </ac:inkMkLst>
        </pc:inkChg>
        <pc:inkChg chg="add del">
          <ac:chgData name="" userId="242feb3c33a8e7bf" providerId="LiveId" clId="{6C192596-F94B-4FAB-A38F-822CAE50B0CA}" dt="2023-03-22T16:48:34.822" v="885"/>
          <ac:inkMkLst>
            <pc:docMk/>
            <pc:sldMk cId="1308517110" sldId="257"/>
            <ac:inkMk id="729" creationId="{A2C2DEB3-4C62-4163-9C22-44FC543F697F}"/>
          </ac:inkMkLst>
        </pc:inkChg>
        <pc:inkChg chg="add del">
          <ac:chgData name="" userId="242feb3c33a8e7bf" providerId="LiveId" clId="{6C192596-F94B-4FAB-A38F-822CAE50B0CA}" dt="2023-03-22T16:48:34.822" v="885"/>
          <ac:inkMkLst>
            <pc:docMk/>
            <pc:sldMk cId="1308517110" sldId="257"/>
            <ac:inkMk id="730" creationId="{E8EEC858-C6F8-48AF-A732-1F56A92D48CB}"/>
          </ac:inkMkLst>
        </pc:inkChg>
        <pc:inkChg chg="add">
          <ac:chgData name="" userId="242feb3c33a8e7bf" providerId="LiveId" clId="{6C192596-F94B-4FAB-A38F-822CAE50B0CA}" dt="2023-03-22T16:48:34.822" v="885"/>
          <ac:inkMkLst>
            <pc:docMk/>
            <pc:sldMk cId="1308517110" sldId="257"/>
            <ac:inkMk id="731" creationId="{6F563D61-B5A6-46C4-B02F-EA02DE1B140A}"/>
          </ac:inkMkLst>
        </pc:inkChg>
        <pc:inkChg chg="add">
          <ac:chgData name="" userId="242feb3c33a8e7bf" providerId="LiveId" clId="{6C192596-F94B-4FAB-A38F-822CAE50B0CA}" dt="2023-03-22T16:48:37.135" v="886"/>
          <ac:inkMkLst>
            <pc:docMk/>
            <pc:sldMk cId="1308517110" sldId="257"/>
            <ac:inkMk id="732" creationId="{8D4C7A86-C0C4-4D49-9F9F-49D65E310FD6}"/>
          </ac:inkMkLst>
        </pc:inkChg>
        <pc:inkChg chg="add del">
          <ac:chgData name="" userId="242feb3c33a8e7bf" providerId="LiveId" clId="{6C192596-F94B-4FAB-A38F-822CAE50B0CA}" dt="2023-03-22T16:48:42.117" v="892"/>
          <ac:inkMkLst>
            <pc:docMk/>
            <pc:sldMk cId="1308517110" sldId="257"/>
            <ac:inkMk id="733" creationId="{7CC381C8-1163-4ACD-A329-9B24DA7D5933}"/>
          </ac:inkMkLst>
        </pc:inkChg>
        <pc:inkChg chg="add del">
          <ac:chgData name="" userId="242feb3c33a8e7bf" providerId="LiveId" clId="{6C192596-F94B-4FAB-A38F-822CAE50B0CA}" dt="2023-03-22T16:48:42.117" v="892"/>
          <ac:inkMkLst>
            <pc:docMk/>
            <pc:sldMk cId="1308517110" sldId="257"/>
            <ac:inkMk id="734" creationId="{DFDE6500-72B0-4244-9840-3E5761D7AA23}"/>
          </ac:inkMkLst>
        </pc:inkChg>
        <pc:inkChg chg="add del">
          <ac:chgData name="" userId="242feb3c33a8e7bf" providerId="LiveId" clId="{6C192596-F94B-4FAB-A38F-822CAE50B0CA}" dt="2023-03-22T16:48:42.117" v="892"/>
          <ac:inkMkLst>
            <pc:docMk/>
            <pc:sldMk cId="1308517110" sldId="257"/>
            <ac:inkMk id="735" creationId="{62959CCC-7946-4EE7-AB6D-0A227F8B77AE}"/>
          </ac:inkMkLst>
        </pc:inkChg>
        <pc:inkChg chg="add del">
          <ac:chgData name="" userId="242feb3c33a8e7bf" providerId="LiveId" clId="{6C192596-F94B-4FAB-A38F-822CAE50B0CA}" dt="2023-03-22T16:48:42.117" v="892"/>
          <ac:inkMkLst>
            <pc:docMk/>
            <pc:sldMk cId="1308517110" sldId="257"/>
            <ac:inkMk id="736" creationId="{65BC3CB9-5AC4-4ACD-A1DC-FECFD18BF6FC}"/>
          </ac:inkMkLst>
        </pc:inkChg>
        <pc:inkChg chg="add del">
          <ac:chgData name="" userId="242feb3c33a8e7bf" providerId="LiveId" clId="{6C192596-F94B-4FAB-A38F-822CAE50B0CA}" dt="2023-03-22T16:48:42.117" v="892"/>
          <ac:inkMkLst>
            <pc:docMk/>
            <pc:sldMk cId="1308517110" sldId="257"/>
            <ac:inkMk id="737" creationId="{B0DB91D4-78E6-4DD9-889C-ED7895B472EF}"/>
          </ac:inkMkLst>
        </pc:inkChg>
        <pc:inkChg chg="add">
          <ac:chgData name="" userId="242feb3c33a8e7bf" providerId="LiveId" clId="{6C192596-F94B-4FAB-A38F-822CAE50B0CA}" dt="2023-03-22T16:48:42.117" v="892"/>
          <ac:inkMkLst>
            <pc:docMk/>
            <pc:sldMk cId="1308517110" sldId="257"/>
            <ac:inkMk id="738" creationId="{36B3E9BE-AA38-4030-BC57-400F301BB1DE}"/>
          </ac:inkMkLst>
        </pc:inkChg>
        <pc:inkChg chg="add del">
          <ac:chgData name="" userId="242feb3c33a8e7bf" providerId="LiveId" clId="{6C192596-F94B-4FAB-A38F-822CAE50B0CA}" dt="2023-03-22T16:48:47.638" v="898"/>
          <ac:inkMkLst>
            <pc:docMk/>
            <pc:sldMk cId="1308517110" sldId="257"/>
            <ac:inkMk id="739" creationId="{EDF19060-F4EC-4739-9C82-639F06B57DF4}"/>
          </ac:inkMkLst>
        </pc:inkChg>
        <pc:inkChg chg="add del">
          <ac:chgData name="" userId="242feb3c33a8e7bf" providerId="LiveId" clId="{6C192596-F94B-4FAB-A38F-822CAE50B0CA}" dt="2023-03-22T16:48:47.638" v="898"/>
          <ac:inkMkLst>
            <pc:docMk/>
            <pc:sldMk cId="1308517110" sldId="257"/>
            <ac:inkMk id="740" creationId="{05B7C030-CB82-4C90-9A74-7DDF573D0483}"/>
          </ac:inkMkLst>
        </pc:inkChg>
        <pc:inkChg chg="add del">
          <ac:chgData name="" userId="242feb3c33a8e7bf" providerId="LiveId" clId="{6C192596-F94B-4FAB-A38F-822CAE50B0CA}" dt="2023-03-22T16:48:47.638" v="898"/>
          <ac:inkMkLst>
            <pc:docMk/>
            <pc:sldMk cId="1308517110" sldId="257"/>
            <ac:inkMk id="741" creationId="{C0FBC3CE-7404-43B2-B356-B72E9488D02A}"/>
          </ac:inkMkLst>
        </pc:inkChg>
        <pc:inkChg chg="add del">
          <ac:chgData name="" userId="242feb3c33a8e7bf" providerId="LiveId" clId="{6C192596-F94B-4FAB-A38F-822CAE50B0CA}" dt="2023-03-22T16:48:47.638" v="898"/>
          <ac:inkMkLst>
            <pc:docMk/>
            <pc:sldMk cId="1308517110" sldId="257"/>
            <ac:inkMk id="742" creationId="{84DBE5EC-F416-480E-BF6B-D9599BB8D8EB}"/>
          </ac:inkMkLst>
        </pc:inkChg>
        <pc:inkChg chg="add del">
          <ac:chgData name="" userId="242feb3c33a8e7bf" providerId="LiveId" clId="{6C192596-F94B-4FAB-A38F-822CAE50B0CA}" dt="2023-03-22T16:48:47.638" v="898"/>
          <ac:inkMkLst>
            <pc:docMk/>
            <pc:sldMk cId="1308517110" sldId="257"/>
            <ac:inkMk id="743" creationId="{A3D4A5FB-9811-4041-9AF6-61F397DDDDBE}"/>
          </ac:inkMkLst>
        </pc:inkChg>
        <pc:inkChg chg="add">
          <ac:chgData name="" userId="242feb3c33a8e7bf" providerId="LiveId" clId="{6C192596-F94B-4FAB-A38F-822CAE50B0CA}" dt="2023-03-22T16:48:47.638" v="898"/>
          <ac:inkMkLst>
            <pc:docMk/>
            <pc:sldMk cId="1308517110" sldId="257"/>
            <ac:inkMk id="744" creationId="{BA5C00C2-8A41-45F9-B809-79B55EEEF368}"/>
          </ac:inkMkLst>
        </pc:inkChg>
        <pc:inkChg chg="add del">
          <ac:chgData name="" userId="242feb3c33a8e7bf" providerId="LiveId" clId="{6C192596-F94B-4FAB-A38F-822CAE50B0CA}" dt="2023-03-22T16:48:51.989" v="904"/>
          <ac:inkMkLst>
            <pc:docMk/>
            <pc:sldMk cId="1308517110" sldId="257"/>
            <ac:inkMk id="745" creationId="{47001192-3046-48B9-877D-F4FEBCFD3F65}"/>
          </ac:inkMkLst>
        </pc:inkChg>
        <pc:inkChg chg="add del">
          <ac:chgData name="" userId="242feb3c33a8e7bf" providerId="LiveId" clId="{6C192596-F94B-4FAB-A38F-822CAE50B0CA}" dt="2023-03-22T16:48:51.989" v="904"/>
          <ac:inkMkLst>
            <pc:docMk/>
            <pc:sldMk cId="1308517110" sldId="257"/>
            <ac:inkMk id="746" creationId="{8AFC51DC-0F45-44C5-B64F-BFC9F693DB72}"/>
          </ac:inkMkLst>
        </pc:inkChg>
        <pc:inkChg chg="add del">
          <ac:chgData name="" userId="242feb3c33a8e7bf" providerId="LiveId" clId="{6C192596-F94B-4FAB-A38F-822CAE50B0CA}" dt="2023-03-22T16:48:51.989" v="904"/>
          <ac:inkMkLst>
            <pc:docMk/>
            <pc:sldMk cId="1308517110" sldId="257"/>
            <ac:inkMk id="747" creationId="{3BB25465-9C36-4EBD-A4B2-84C715B7DCE9}"/>
          </ac:inkMkLst>
        </pc:inkChg>
        <pc:inkChg chg="add del">
          <ac:chgData name="" userId="242feb3c33a8e7bf" providerId="LiveId" clId="{6C192596-F94B-4FAB-A38F-822CAE50B0CA}" dt="2023-03-22T16:48:51.989" v="904"/>
          <ac:inkMkLst>
            <pc:docMk/>
            <pc:sldMk cId="1308517110" sldId="257"/>
            <ac:inkMk id="748" creationId="{83B4D39C-121D-49C9-ADE8-96CCD21C1DAC}"/>
          </ac:inkMkLst>
        </pc:inkChg>
        <pc:inkChg chg="add del">
          <ac:chgData name="" userId="242feb3c33a8e7bf" providerId="LiveId" clId="{6C192596-F94B-4FAB-A38F-822CAE50B0CA}" dt="2023-03-22T16:48:51.989" v="904"/>
          <ac:inkMkLst>
            <pc:docMk/>
            <pc:sldMk cId="1308517110" sldId="257"/>
            <ac:inkMk id="749" creationId="{9F7E0DEB-1E99-4D3D-804D-0FFE2019D6DE}"/>
          </ac:inkMkLst>
        </pc:inkChg>
        <pc:inkChg chg="add">
          <ac:chgData name="" userId="242feb3c33a8e7bf" providerId="LiveId" clId="{6C192596-F94B-4FAB-A38F-822CAE50B0CA}" dt="2023-03-22T16:48:51.989" v="904"/>
          <ac:inkMkLst>
            <pc:docMk/>
            <pc:sldMk cId="1308517110" sldId="257"/>
            <ac:inkMk id="750" creationId="{ACEAD900-8E15-464F-8C85-D5CCB613F518}"/>
          </ac:inkMkLst>
        </pc:inkChg>
        <pc:inkChg chg="add del">
          <ac:chgData name="" userId="242feb3c33a8e7bf" providerId="LiveId" clId="{6C192596-F94B-4FAB-A38F-822CAE50B0CA}" dt="2023-03-22T16:49:01.441" v="909"/>
          <ac:inkMkLst>
            <pc:docMk/>
            <pc:sldMk cId="1308517110" sldId="257"/>
            <ac:inkMk id="751" creationId="{12DB2A61-A2E0-43CC-80D5-C4BDFD79564F}"/>
          </ac:inkMkLst>
        </pc:inkChg>
        <pc:inkChg chg="add del">
          <ac:chgData name="" userId="242feb3c33a8e7bf" providerId="LiveId" clId="{6C192596-F94B-4FAB-A38F-822CAE50B0CA}" dt="2023-03-22T16:48:56.316" v="907"/>
          <ac:inkMkLst>
            <pc:docMk/>
            <pc:sldMk cId="1308517110" sldId="257"/>
            <ac:inkMk id="752" creationId="{4AB2352C-AD36-49F1-ADAA-02646FE85B3C}"/>
          </ac:inkMkLst>
        </pc:inkChg>
        <pc:inkChg chg="add del">
          <ac:chgData name="" userId="242feb3c33a8e7bf" providerId="LiveId" clId="{6C192596-F94B-4FAB-A38F-822CAE50B0CA}" dt="2023-03-22T16:49:01.441" v="909"/>
          <ac:inkMkLst>
            <pc:docMk/>
            <pc:sldMk cId="1308517110" sldId="257"/>
            <ac:inkMk id="753" creationId="{B1E695C5-9399-44F7-91D2-3A4495FA696A}"/>
          </ac:inkMkLst>
        </pc:inkChg>
        <pc:inkChg chg="add">
          <ac:chgData name="" userId="242feb3c33a8e7bf" providerId="LiveId" clId="{6C192596-F94B-4FAB-A38F-822CAE50B0CA}" dt="2023-03-22T16:49:01.441" v="909"/>
          <ac:inkMkLst>
            <pc:docMk/>
            <pc:sldMk cId="1308517110" sldId="257"/>
            <ac:inkMk id="754" creationId="{82CE0678-388E-4EB2-993A-54B0FB400AB7}"/>
          </ac:inkMkLst>
        </pc:inkChg>
        <pc:inkChg chg="add del">
          <ac:chgData name="" userId="242feb3c33a8e7bf" providerId="LiveId" clId="{6C192596-F94B-4FAB-A38F-822CAE50B0CA}" dt="2023-03-22T16:49:05.344" v="913"/>
          <ac:inkMkLst>
            <pc:docMk/>
            <pc:sldMk cId="1308517110" sldId="257"/>
            <ac:inkMk id="755" creationId="{6F51F333-A7D6-4068-8B5E-BBE8302BEBA6}"/>
          </ac:inkMkLst>
        </pc:inkChg>
        <pc:inkChg chg="add del">
          <ac:chgData name="" userId="242feb3c33a8e7bf" providerId="LiveId" clId="{6C192596-F94B-4FAB-A38F-822CAE50B0CA}" dt="2023-03-22T16:49:05.344" v="913"/>
          <ac:inkMkLst>
            <pc:docMk/>
            <pc:sldMk cId="1308517110" sldId="257"/>
            <ac:inkMk id="756" creationId="{3C44FE44-92A9-44DE-88A1-D340499FCBDC}"/>
          </ac:inkMkLst>
        </pc:inkChg>
        <pc:inkChg chg="add del">
          <ac:chgData name="" userId="242feb3c33a8e7bf" providerId="LiveId" clId="{6C192596-F94B-4FAB-A38F-822CAE50B0CA}" dt="2023-03-22T16:49:05.344" v="913"/>
          <ac:inkMkLst>
            <pc:docMk/>
            <pc:sldMk cId="1308517110" sldId="257"/>
            <ac:inkMk id="757" creationId="{39F0BB8C-10D5-4972-B721-6BA1792BE55F}"/>
          </ac:inkMkLst>
        </pc:inkChg>
        <pc:inkChg chg="add">
          <ac:chgData name="" userId="242feb3c33a8e7bf" providerId="LiveId" clId="{6C192596-F94B-4FAB-A38F-822CAE50B0CA}" dt="2023-03-22T16:49:05.344" v="913"/>
          <ac:inkMkLst>
            <pc:docMk/>
            <pc:sldMk cId="1308517110" sldId="257"/>
            <ac:inkMk id="758" creationId="{F94793EC-F648-4AD2-834E-AC061BCAC185}"/>
          </ac:inkMkLst>
        </pc:inkChg>
        <pc:inkChg chg="add del">
          <ac:chgData name="" userId="242feb3c33a8e7bf" providerId="LiveId" clId="{6C192596-F94B-4FAB-A38F-822CAE50B0CA}" dt="2023-03-22T16:49:07.212" v="916"/>
          <ac:inkMkLst>
            <pc:docMk/>
            <pc:sldMk cId="1308517110" sldId="257"/>
            <ac:inkMk id="759" creationId="{F27B9B5A-1CA8-492A-A64C-B56D3CCD88C1}"/>
          </ac:inkMkLst>
        </pc:inkChg>
        <pc:inkChg chg="add del">
          <ac:chgData name="" userId="242feb3c33a8e7bf" providerId="LiveId" clId="{6C192596-F94B-4FAB-A38F-822CAE50B0CA}" dt="2023-03-22T16:49:07.212" v="916"/>
          <ac:inkMkLst>
            <pc:docMk/>
            <pc:sldMk cId="1308517110" sldId="257"/>
            <ac:inkMk id="760" creationId="{76B1A5B5-FB5C-4569-8C2C-D42238DCD1EB}"/>
          </ac:inkMkLst>
        </pc:inkChg>
        <pc:inkChg chg="add">
          <ac:chgData name="" userId="242feb3c33a8e7bf" providerId="LiveId" clId="{6C192596-F94B-4FAB-A38F-822CAE50B0CA}" dt="2023-03-22T16:49:07.212" v="916"/>
          <ac:inkMkLst>
            <pc:docMk/>
            <pc:sldMk cId="1308517110" sldId="257"/>
            <ac:inkMk id="761" creationId="{DD73D9C2-20D9-4FFA-95A6-454425D220B8}"/>
          </ac:inkMkLst>
        </pc:inkChg>
        <pc:inkChg chg="add del">
          <ac:chgData name="" userId="242feb3c33a8e7bf" providerId="LiveId" clId="{6C192596-F94B-4FAB-A38F-822CAE50B0CA}" dt="2023-03-22T16:49:10.323" v="920"/>
          <ac:inkMkLst>
            <pc:docMk/>
            <pc:sldMk cId="1308517110" sldId="257"/>
            <ac:inkMk id="762" creationId="{8DB61166-2C1D-48E5-83A3-5960FA78B56B}"/>
          </ac:inkMkLst>
        </pc:inkChg>
        <pc:inkChg chg="add del">
          <ac:chgData name="" userId="242feb3c33a8e7bf" providerId="LiveId" clId="{6C192596-F94B-4FAB-A38F-822CAE50B0CA}" dt="2023-03-22T16:49:10.323" v="920"/>
          <ac:inkMkLst>
            <pc:docMk/>
            <pc:sldMk cId="1308517110" sldId="257"/>
            <ac:inkMk id="763" creationId="{A8959864-1F24-4AB5-BA2B-FB12C1DDB49E}"/>
          </ac:inkMkLst>
        </pc:inkChg>
        <pc:inkChg chg="add del">
          <ac:chgData name="" userId="242feb3c33a8e7bf" providerId="LiveId" clId="{6C192596-F94B-4FAB-A38F-822CAE50B0CA}" dt="2023-03-22T16:49:10.323" v="920"/>
          <ac:inkMkLst>
            <pc:docMk/>
            <pc:sldMk cId="1308517110" sldId="257"/>
            <ac:inkMk id="764" creationId="{A320BABC-20C4-4672-8491-82E31636A5AB}"/>
          </ac:inkMkLst>
        </pc:inkChg>
        <pc:inkChg chg="add">
          <ac:chgData name="" userId="242feb3c33a8e7bf" providerId="LiveId" clId="{6C192596-F94B-4FAB-A38F-822CAE50B0CA}" dt="2023-03-22T16:49:10.323" v="920"/>
          <ac:inkMkLst>
            <pc:docMk/>
            <pc:sldMk cId="1308517110" sldId="257"/>
            <ac:inkMk id="765" creationId="{80D69A34-80BA-4D66-AD2A-4ADFADE13B0A}"/>
          </ac:inkMkLst>
        </pc:inkChg>
        <pc:inkChg chg="add del">
          <ac:chgData name="" userId="242feb3c33a8e7bf" providerId="LiveId" clId="{6C192596-F94B-4FAB-A38F-822CAE50B0CA}" dt="2023-03-22T16:49:13.023" v="924"/>
          <ac:inkMkLst>
            <pc:docMk/>
            <pc:sldMk cId="1308517110" sldId="257"/>
            <ac:inkMk id="766" creationId="{E8EC1955-1561-45A1-B10A-BB16480B2181}"/>
          </ac:inkMkLst>
        </pc:inkChg>
        <pc:inkChg chg="add del">
          <ac:chgData name="" userId="242feb3c33a8e7bf" providerId="LiveId" clId="{6C192596-F94B-4FAB-A38F-822CAE50B0CA}" dt="2023-03-22T16:49:13.023" v="924"/>
          <ac:inkMkLst>
            <pc:docMk/>
            <pc:sldMk cId="1308517110" sldId="257"/>
            <ac:inkMk id="767" creationId="{BD0C9463-6143-458D-9840-067D4F3E87FB}"/>
          </ac:inkMkLst>
        </pc:inkChg>
        <pc:inkChg chg="add del">
          <ac:chgData name="" userId="242feb3c33a8e7bf" providerId="LiveId" clId="{6C192596-F94B-4FAB-A38F-822CAE50B0CA}" dt="2023-03-22T16:49:13.023" v="924"/>
          <ac:inkMkLst>
            <pc:docMk/>
            <pc:sldMk cId="1308517110" sldId="257"/>
            <ac:inkMk id="768" creationId="{AF1439D5-15ED-41B3-A3CA-9E7DD8FC2EAB}"/>
          </ac:inkMkLst>
        </pc:inkChg>
        <pc:inkChg chg="add">
          <ac:chgData name="" userId="242feb3c33a8e7bf" providerId="LiveId" clId="{6C192596-F94B-4FAB-A38F-822CAE50B0CA}" dt="2023-03-22T16:49:13.023" v="924"/>
          <ac:inkMkLst>
            <pc:docMk/>
            <pc:sldMk cId="1308517110" sldId="257"/>
            <ac:inkMk id="769" creationId="{9F37EEBC-2F11-44E6-B68E-8CB73D4C3C33}"/>
          </ac:inkMkLst>
        </pc:inkChg>
        <pc:inkChg chg="add del">
          <ac:chgData name="" userId="242feb3c33a8e7bf" providerId="LiveId" clId="{6C192596-F94B-4FAB-A38F-822CAE50B0CA}" dt="2023-03-22T16:49:15.588" v="928"/>
          <ac:inkMkLst>
            <pc:docMk/>
            <pc:sldMk cId="1308517110" sldId="257"/>
            <ac:inkMk id="770" creationId="{5252ABE1-BD93-4DD6-B849-330AA7616A45}"/>
          </ac:inkMkLst>
        </pc:inkChg>
        <pc:inkChg chg="add del">
          <ac:chgData name="" userId="242feb3c33a8e7bf" providerId="LiveId" clId="{6C192596-F94B-4FAB-A38F-822CAE50B0CA}" dt="2023-03-22T16:49:15.588" v="928"/>
          <ac:inkMkLst>
            <pc:docMk/>
            <pc:sldMk cId="1308517110" sldId="257"/>
            <ac:inkMk id="771" creationId="{F3CA132D-868C-4011-8DDB-1D622C7E0588}"/>
          </ac:inkMkLst>
        </pc:inkChg>
        <pc:inkChg chg="add del">
          <ac:chgData name="" userId="242feb3c33a8e7bf" providerId="LiveId" clId="{6C192596-F94B-4FAB-A38F-822CAE50B0CA}" dt="2023-03-22T16:49:15.588" v="928"/>
          <ac:inkMkLst>
            <pc:docMk/>
            <pc:sldMk cId="1308517110" sldId="257"/>
            <ac:inkMk id="772" creationId="{F8611927-00B9-440B-9453-CB5BBDBC6594}"/>
          </ac:inkMkLst>
        </pc:inkChg>
        <pc:inkChg chg="add">
          <ac:chgData name="" userId="242feb3c33a8e7bf" providerId="LiveId" clId="{6C192596-F94B-4FAB-A38F-822CAE50B0CA}" dt="2023-03-22T16:49:15.588" v="928"/>
          <ac:inkMkLst>
            <pc:docMk/>
            <pc:sldMk cId="1308517110" sldId="257"/>
            <ac:inkMk id="773" creationId="{74B650FE-8B66-419B-A753-8C9EF20DDC91}"/>
          </ac:inkMkLst>
        </pc:inkChg>
        <pc:inkChg chg="add del">
          <ac:chgData name="" userId="242feb3c33a8e7bf" providerId="LiveId" clId="{6C192596-F94B-4FAB-A38F-822CAE50B0CA}" dt="2023-03-22T16:49:20.700" v="931"/>
          <ac:inkMkLst>
            <pc:docMk/>
            <pc:sldMk cId="1308517110" sldId="257"/>
            <ac:inkMk id="774" creationId="{52C64883-7840-4863-A064-04209D8BD9F5}"/>
          </ac:inkMkLst>
        </pc:inkChg>
        <pc:inkChg chg="add del">
          <ac:chgData name="" userId="242feb3c33a8e7bf" providerId="LiveId" clId="{6C192596-F94B-4FAB-A38F-822CAE50B0CA}" dt="2023-03-22T16:49:20.700" v="931"/>
          <ac:inkMkLst>
            <pc:docMk/>
            <pc:sldMk cId="1308517110" sldId="257"/>
            <ac:inkMk id="775" creationId="{D032353B-55BD-40E8-A8E2-FA2CE526BAA0}"/>
          </ac:inkMkLst>
        </pc:inkChg>
        <pc:inkChg chg="add">
          <ac:chgData name="" userId="242feb3c33a8e7bf" providerId="LiveId" clId="{6C192596-F94B-4FAB-A38F-822CAE50B0CA}" dt="2023-03-22T16:49:20.700" v="931"/>
          <ac:inkMkLst>
            <pc:docMk/>
            <pc:sldMk cId="1308517110" sldId="257"/>
            <ac:inkMk id="776" creationId="{FAC012E7-95CB-42CE-B988-48AF11482ECB}"/>
          </ac:inkMkLst>
        </pc:inkChg>
        <pc:inkChg chg="add">
          <ac:chgData name="" userId="242feb3c33a8e7bf" providerId="LiveId" clId="{6C192596-F94B-4FAB-A38F-822CAE50B0CA}" dt="2023-03-22T16:49:24.688" v="932"/>
          <ac:inkMkLst>
            <pc:docMk/>
            <pc:sldMk cId="1308517110" sldId="257"/>
            <ac:inkMk id="777" creationId="{9CD8B958-F01F-4DB4-A3EC-52189FE9CA82}"/>
          </ac:inkMkLst>
        </pc:inkChg>
        <pc:inkChg chg="add del">
          <ac:chgData name="" userId="242feb3c33a8e7bf" providerId="LiveId" clId="{6C192596-F94B-4FAB-A38F-822CAE50B0CA}" dt="2023-03-22T16:49:28.386" v="935"/>
          <ac:inkMkLst>
            <pc:docMk/>
            <pc:sldMk cId="1308517110" sldId="257"/>
            <ac:inkMk id="778" creationId="{EDC128AC-BC6C-4F4B-AE82-05BE7C745D13}"/>
          </ac:inkMkLst>
        </pc:inkChg>
        <pc:inkChg chg="add del">
          <ac:chgData name="" userId="242feb3c33a8e7bf" providerId="LiveId" clId="{6C192596-F94B-4FAB-A38F-822CAE50B0CA}" dt="2023-03-22T16:49:28.386" v="935"/>
          <ac:inkMkLst>
            <pc:docMk/>
            <pc:sldMk cId="1308517110" sldId="257"/>
            <ac:inkMk id="779" creationId="{A8D4839C-0744-499B-A02E-DF632F0CF3A7}"/>
          </ac:inkMkLst>
        </pc:inkChg>
        <pc:inkChg chg="add">
          <ac:chgData name="" userId="242feb3c33a8e7bf" providerId="LiveId" clId="{6C192596-F94B-4FAB-A38F-822CAE50B0CA}" dt="2023-03-22T16:49:28.386" v="935"/>
          <ac:inkMkLst>
            <pc:docMk/>
            <pc:sldMk cId="1308517110" sldId="257"/>
            <ac:inkMk id="780" creationId="{36F22F9C-C422-4F91-8604-3FD96905D33C}"/>
          </ac:inkMkLst>
        </pc:inkChg>
        <pc:inkChg chg="add del">
          <ac:chgData name="" userId="242feb3c33a8e7bf" providerId="LiveId" clId="{6C192596-F94B-4FAB-A38F-822CAE50B0CA}" dt="2023-03-22T16:49:32.820" v="939"/>
          <ac:inkMkLst>
            <pc:docMk/>
            <pc:sldMk cId="1308517110" sldId="257"/>
            <ac:inkMk id="781" creationId="{FCC6A1BC-2CC3-4C85-BBEE-55215EEB05F6}"/>
          </ac:inkMkLst>
        </pc:inkChg>
        <pc:inkChg chg="add del">
          <ac:chgData name="" userId="242feb3c33a8e7bf" providerId="LiveId" clId="{6C192596-F94B-4FAB-A38F-822CAE50B0CA}" dt="2023-03-22T16:49:32.820" v="939"/>
          <ac:inkMkLst>
            <pc:docMk/>
            <pc:sldMk cId="1308517110" sldId="257"/>
            <ac:inkMk id="782" creationId="{05ADB2D4-A29C-4858-9E6E-81D55D43A393}"/>
          </ac:inkMkLst>
        </pc:inkChg>
        <pc:inkChg chg="add del">
          <ac:chgData name="" userId="242feb3c33a8e7bf" providerId="LiveId" clId="{6C192596-F94B-4FAB-A38F-822CAE50B0CA}" dt="2023-03-22T16:49:32.820" v="939"/>
          <ac:inkMkLst>
            <pc:docMk/>
            <pc:sldMk cId="1308517110" sldId="257"/>
            <ac:inkMk id="783" creationId="{86F5441B-15B0-453A-8DF1-7378791752E2}"/>
          </ac:inkMkLst>
        </pc:inkChg>
        <pc:inkChg chg="add">
          <ac:chgData name="" userId="242feb3c33a8e7bf" providerId="LiveId" clId="{6C192596-F94B-4FAB-A38F-822CAE50B0CA}" dt="2023-03-22T16:49:32.820" v="939"/>
          <ac:inkMkLst>
            <pc:docMk/>
            <pc:sldMk cId="1308517110" sldId="257"/>
            <ac:inkMk id="784" creationId="{FFFD7621-DCC8-4512-9A74-D68C636F87C7}"/>
          </ac:inkMkLst>
        </pc:inkChg>
        <pc:inkChg chg="add del">
          <ac:chgData name="" userId="242feb3c33a8e7bf" providerId="LiveId" clId="{6C192596-F94B-4FAB-A38F-822CAE50B0CA}" dt="2023-03-22T16:49:38.050" v="945"/>
          <ac:inkMkLst>
            <pc:docMk/>
            <pc:sldMk cId="1308517110" sldId="257"/>
            <ac:inkMk id="785" creationId="{CB4F89EC-BAD7-4EE0-85FE-AC2C907E048A}"/>
          </ac:inkMkLst>
        </pc:inkChg>
        <pc:inkChg chg="add del">
          <ac:chgData name="" userId="242feb3c33a8e7bf" providerId="LiveId" clId="{6C192596-F94B-4FAB-A38F-822CAE50B0CA}" dt="2023-03-22T16:49:38.050" v="945"/>
          <ac:inkMkLst>
            <pc:docMk/>
            <pc:sldMk cId="1308517110" sldId="257"/>
            <ac:inkMk id="786" creationId="{6AFFFFA1-2246-4253-AD1D-4CB3EE44A614}"/>
          </ac:inkMkLst>
        </pc:inkChg>
        <pc:inkChg chg="add del">
          <ac:chgData name="" userId="242feb3c33a8e7bf" providerId="LiveId" clId="{6C192596-F94B-4FAB-A38F-822CAE50B0CA}" dt="2023-03-22T16:49:38.050" v="945"/>
          <ac:inkMkLst>
            <pc:docMk/>
            <pc:sldMk cId="1308517110" sldId="257"/>
            <ac:inkMk id="787" creationId="{697F4607-1F4D-4533-BF4E-943AA7692410}"/>
          </ac:inkMkLst>
        </pc:inkChg>
        <pc:inkChg chg="add del">
          <ac:chgData name="" userId="242feb3c33a8e7bf" providerId="LiveId" clId="{6C192596-F94B-4FAB-A38F-822CAE50B0CA}" dt="2023-03-22T16:49:38.050" v="945"/>
          <ac:inkMkLst>
            <pc:docMk/>
            <pc:sldMk cId="1308517110" sldId="257"/>
            <ac:inkMk id="788" creationId="{AF7C3ECF-A855-4407-A4BB-C69522FC1998}"/>
          </ac:inkMkLst>
        </pc:inkChg>
        <pc:inkChg chg="add del">
          <ac:chgData name="" userId="242feb3c33a8e7bf" providerId="LiveId" clId="{6C192596-F94B-4FAB-A38F-822CAE50B0CA}" dt="2023-03-22T16:49:38.050" v="945"/>
          <ac:inkMkLst>
            <pc:docMk/>
            <pc:sldMk cId="1308517110" sldId="257"/>
            <ac:inkMk id="789" creationId="{53FE2010-8386-4406-8F77-F51AB72A54C3}"/>
          </ac:inkMkLst>
        </pc:inkChg>
        <pc:inkChg chg="add">
          <ac:chgData name="" userId="242feb3c33a8e7bf" providerId="LiveId" clId="{6C192596-F94B-4FAB-A38F-822CAE50B0CA}" dt="2023-03-22T16:49:38.050" v="945"/>
          <ac:inkMkLst>
            <pc:docMk/>
            <pc:sldMk cId="1308517110" sldId="257"/>
            <ac:inkMk id="790" creationId="{F83BEEF2-1265-463E-90D8-46217F2AA3D4}"/>
          </ac:inkMkLst>
        </pc:inkChg>
        <pc:inkChg chg="add">
          <ac:chgData name="" userId="242feb3c33a8e7bf" providerId="LiveId" clId="{6C192596-F94B-4FAB-A38F-822CAE50B0CA}" dt="2023-03-22T16:49:38.050" v="945"/>
          <ac:inkMkLst>
            <pc:docMk/>
            <pc:sldMk cId="1308517110" sldId="257"/>
            <ac:inkMk id="791" creationId="{D4B69B6C-934C-4D0C-8316-A15A6343488B}"/>
          </ac:inkMkLst>
        </pc:inkChg>
        <pc:inkChg chg="add">
          <ac:chgData name="" userId="242feb3c33a8e7bf" providerId="LiveId" clId="{6C192596-F94B-4FAB-A38F-822CAE50B0CA}" dt="2023-03-22T16:49:40.077" v="946"/>
          <ac:inkMkLst>
            <pc:docMk/>
            <pc:sldMk cId="1308517110" sldId="257"/>
            <ac:inkMk id="792" creationId="{5FF966D3-093F-4A92-82CF-62ABB72F41D6}"/>
          </ac:inkMkLst>
        </pc:inkChg>
        <pc:inkChg chg="add">
          <ac:chgData name="" userId="242feb3c33a8e7bf" providerId="LiveId" clId="{6C192596-F94B-4FAB-A38F-822CAE50B0CA}" dt="2023-03-22T16:49:43.108" v="947"/>
          <ac:inkMkLst>
            <pc:docMk/>
            <pc:sldMk cId="1308517110" sldId="257"/>
            <ac:inkMk id="793" creationId="{4EACC565-D92B-4648-BA81-E71A56859915}"/>
          </ac:inkMkLst>
        </pc:inkChg>
        <pc:inkChg chg="add del">
          <ac:chgData name="" userId="242feb3c33a8e7bf" providerId="LiveId" clId="{6C192596-F94B-4FAB-A38F-822CAE50B0CA}" dt="2023-03-22T16:49:46.863" v="950"/>
          <ac:inkMkLst>
            <pc:docMk/>
            <pc:sldMk cId="1308517110" sldId="257"/>
            <ac:inkMk id="794" creationId="{4F46501A-5B42-4A75-960F-30403C264827}"/>
          </ac:inkMkLst>
        </pc:inkChg>
        <pc:inkChg chg="add del">
          <ac:chgData name="" userId="242feb3c33a8e7bf" providerId="LiveId" clId="{6C192596-F94B-4FAB-A38F-822CAE50B0CA}" dt="2023-03-22T16:49:46.863" v="950"/>
          <ac:inkMkLst>
            <pc:docMk/>
            <pc:sldMk cId="1308517110" sldId="257"/>
            <ac:inkMk id="795" creationId="{1427AA83-F833-4EA3-8077-A846046385B9}"/>
          </ac:inkMkLst>
        </pc:inkChg>
        <pc:inkChg chg="add">
          <ac:chgData name="" userId="242feb3c33a8e7bf" providerId="LiveId" clId="{6C192596-F94B-4FAB-A38F-822CAE50B0CA}" dt="2023-03-22T16:49:46.863" v="950"/>
          <ac:inkMkLst>
            <pc:docMk/>
            <pc:sldMk cId="1308517110" sldId="257"/>
            <ac:inkMk id="796" creationId="{114FADD5-4CAE-4F38-8726-7D8792A1809B}"/>
          </ac:inkMkLst>
        </pc:inkChg>
        <pc:inkChg chg="add">
          <ac:chgData name="" userId="242feb3c33a8e7bf" providerId="LiveId" clId="{6C192596-F94B-4FAB-A38F-822CAE50B0CA}" dt="2023-03-22T16:49:48.333" v="951"/>
          <ac:inkMkLst>
            <pc:docMk/>
            <pc:sldMk cId="1308517110" sldId="257"/>
            <ac:inkMk id="797" creationId="{48E7B606-B26A-4672-B7EA-F10DD6BBFBD5}"/>
          </ac:inkMkLst>
        </pc:inkChg>
        <pc:inkChg chg="add">
          <ac:chgData name="" userId="242feb3c33a8e7bf" providerId="LiveId" clId="{6C192596-F94B-4FAB-A38F-822CAE50B0CA}" dt="2023-03-22T16:49:49.030" v="952"/>
          <ac:inkMkLst>
            <pc:docMk/>
            <pc:sldMk cId="1308517110" sldId="257"/>
            <ac:inkMk id="798" creationId="{A0957A09-D964-4658-B9CF-41828083C1DF}"/>
          </ac:inkMkLst>
        </pc:inkChg>
        <pc:inkChg chg="add">
          <ac:chgData name="" userId="242feb3c33a8e7bf" providerId="LiveId" clId="{6C192596-F94B-4FAB-A38F-822CAE50B0CA}" dt="2023-03-22T16:49:52.120" v="953"/>
          <ac:inkMkLst>
            <pc:docMk/>
            <pc:sldMk cId="1308517110" sldId="257"/>
            <ac:inkMk id="799" creationId="{F57EFE7E-B15E-4DB2-B856-E9A39A42D3DE}"/>
          </ac:inkMkLst>
        </pc:inkChg>
        <pc:inkChg chg="add">
          <ac:chgData name="" userId="242feb3c33a8e7bf" providerId="LiveId" clId="{6C192596-F94B-4FAB-A38F-822CAE50B0CA}" dt="2023-03-22T16:50:01.170" v="954"/>
          <ac:inkMkLst>
            <pc:docMk/>
            <pc:sldMk cId="1308517110" sldId="257"/>
            <ac:inkMk id="800" creationId="{34686DEF-7048-4C91-AC6D-F015E63F33CD}"/>
          </ac:inkMkLst>
        </pc:inkChg>
        <pc:inkChg chg="add del">
          <ac:chgData name="" userId="242feb3c33a8e7bf" providerId="LiveId" clId="{6C192596-F94B-4FAB-A38F-822CAE50B0CA}" dt="2023-03-22T16:50:07.767" v="957"/>
          <ac:inkMkLst>
            <pc:docMk/>
            <pc:sldMk cId="1308517110" sldId="257"/>
            <ac:inkMk id="801" creationId="{C3113E2D-A809-4E33-97AD-270C3502D730}"/>
          </ac:inkMkLst>
        </pc:inkChg>
        <pc:inkChg chg="add del">
          <ac:chgData name="" userId="242feb3c33a8e7bf" providerId="LiveId" clId="{6C192596-F94B-4FAB-A38F-822CAE50B0CA}" dt="2023-03-22T16:50:07.767" v="957"/>
          <ac:inkMkLst>
            <pc:docMk/>
            <pc:sldMk cId="1308517110" sldId="257"/>
            <ac:inkMk id="802" creationId="{3DFABDCC-5C2D-4758-83B4-3EA9DFED5C86}"/>
          </ac:inkMkLst>
        </pc:inkChg>
        <pc:inkChg chg="add">
          <ac:chgData name="" userId="242feb3c33a8e7bf" providerId="LiveId" clId="{6C192596-F94B-4FAB-A38F-822CAE50B0CA}" dt="2023-03-22T16:50:07.767" v="957"/>
          <ac:inkMkLst>
            <pc:docMk/>
            <pc:sldMk cId="1308517110" sldId="257"/>
            <ac:inkMk id="803" creationId="{BBA8E0F1-9E2E-461F-AAD0-AA32217C863F}"/>
          </ac:inkMkLst>
        </pc:inkChg>
        <pc:inkChg chg="add del">
          <ac:chgData name="" userId="242feb3c33a8e7bf" providerId="LiveId" clId="{6C192596-F94B-4FAB-A38F-822CAE50B0CA}" dt="2023-03-22T16:50:09.923" v="960"/>
          <ac:inkMkLst>
            <pc:docMk/>
            <pc:sldMk cId="1308517110" sldId="257"/>
            <ac:inkMk id="804" creationId="{3ACA53E3-7B69-43DF-9B27-26E3469A0240}"/>
          </ac:inkMkLst>
        </pc:inkChg>
        <pc:inkChg chg="add del">
          <ac:chgData name="" userId="242feb3c33a8e7bf" providerId="LiveId" clId="{6C192596-F94B-4FAB-A38F-822CAE50B0CA}" dt="2023-03-22T16:50:09.923" v="960"/>
          <ac:inkMkLst>
            <pc:docMk/>
            <pc:sldMk cId="1308517110" sldId="257"/>
            <ac:inkMk id="805" creationId="{6446852A-74BA-4F4E-96B7-87163B03EEA8}"/>
          </ac:inkMkLst>
        </pc:inkChg>
        <pc:inkChg chg="add">
          <ac:chgData name="" userId="242feb3c33a8e7bf" providerId="LiveId" clId="{6C192596-F94B-4FAB-A38F-822CAE50B0CA}" dt="2023-03-22T16:50:09.923" v="960"/>
          <ac:inkMkLst>
            <pc:docMk/>
            <pc:sldMk cId="1308517110" sldId="257"/>
            <ac:inkMk id="806" creationId="{1498EC4B-6B7E-4C7F-AE07-7DC45695B82A}"/>
          </ac:inkMkLst>
        </pc:inkChg>
        <pc:inkChg chg="add">
          <ac:chgData name="" userId="242feb3c33a8e7bf" providerId="LiveId" clId="{6C192596-F94B-4FAB-A38F-822CAE50B0CA}" dt="2023-03-22T16:50:12.801" v="961"/>
          <ac:inkMkLst>
            <pc:docMk/>
            <pc:sldMk cId="1308517110" sldId="257"/>
            <ac:inkMk id="807" creationId="{D33B7486-AFF0-4DAC-BC55-2B9DB3ACD96C}"/>
          </ac:inkMkLst>
        </pc:inkChg>
        <pc:inkChg chg="add">
          <ac:chgData name="" userId="242feb3c33a8e7bf" providerId="LiveId" clId="{6C192596-F94B-4FAB-A38F-822CAE50B0CA}" dt="2023-03-22T16:50:16.303" v="962"/>
          <ac:inkMkLst>
            <pc:docMk/>
            <pc:sldMk cId="1308517110" sldId="257"/>
            <ac:inkMk id="808" creationId="{1883D41B-E5A5-4E6C-A7A8-C53C2601794E}"/>
          </ac:inkMkLst>
        </pc:inkChg>
        <pc:inkChg chg="add del">
          <ac:chgData name="" userId="242feb3c33a8e7bf" providerId="LiveId" clId="{6C192596-F94B-4FAB-A38F-822CAE50B0CA}" dt="2023-03-22T16:50:21.022" v="965"/>
          <ac:inkMkLst>
            <pc:docMk/>
            <pc:sldMk cId="1308517110" sldId="257"/>
            <ac:inkMk id="809" creationId="{B68C85B2-D245-4DB1-815D-1841D625CD10}"/>
          </ac:inkMkLst>
        </pc:inkChg>
        <pc:inkChg chg="add del">
          <ac:chgData name="" userId="242feb3c33a8e7bf" providerId="LiveId" clId="{6C192596-F94B-4FAB-A38F-822CAE50B0CA}" dt="2023-03-22T16:50:21.022" v="965"/>
          <ac:inkMkLst>
            <pc:docMk/>
            <pc:sldMk cId="1308517110" sldId="257"/>
            <ac:inkMk id="810" creationId="{6C207E3E-C8A5-41EC-B852-4023279815F9}"/>
          </ac:inkMkLst>
        </pc:inkChg>
        <pc:inkChg chg="add">
          <ac:chgData name="" userId="242feb3c33a8e7bf" providerId="LiveId" clId="{6C192596-F94B-4FAB-A38F-822CAE50B0CA}" dt="2023-03-22T16:50:21.022" v="965"/>
          <ac:inkMkLst>
            <pc:docMk/>
            <pc:sldMk cId="1308517110" sldId="257"/>
            <ac:inkMk id="811" creationId="{3E8BC235-99D6-4210-A534-3843E55E3FFF}"/>
          </ac:inkMkLst>
        </pc:inkChg>
        <pc:inkChg chg="add">
          <ac:chgData name="" userId="242feb3c33a8e7bf" providerId="LiveId" clId="{6C192596-F94B-4FAB-A38F-822CAE50B0CA}" dt="2023-03-22T16:50:23.479" v="966"/>
          <ac:inkMkLst>
            <pc:docMk/>
            <pc:sldMk cId="1308517110" sldId="257"/>
            <ac:inkMk id="812" creationId="{A1653B62-71F3-4BEF-8828-A41B6A11C0D7}"/>
          </ac:inkMkLst>
        </pc:inkChg>
        <pc:inkChg chg="add">
          <ac:chgData name="" userId="242feb3c33a8e7bf" providerId="LiveId" clId="{6C192596-F94B-4FAB-A38F-822CAE50B0CA}" dt="2023-03-22T16:50:24.756" v="967"/>
          <ac:inkMkLst>
            <pc:docMk/>
            <pc:sldMk cId="1308517110" sldId="257"/>
            <ac:inkMk id="813" creationId="{1B9F12AC-882E-473F-8F2F-14F8E7CEE463}"/>
          </ac:inkMkLst>
        </pc:inkChg>
        <pc:inkChg chg="add del">
          <ac:chgData name="" userId="242feb3c33a8e7bf" providerId="LiveId" clId="{6C192596-F94B-4FAB-A38F-822CAE50B0CA}" dt="2023-03-22T16:50:28.015" v="970"/>
          <ac:inkMkLst>
            <pc:docMk/>
            <pc:sldMk cId="1308517110" sldId="257"/>
            <ac:inkMk id="814" creationId="{74C65684-241A-4BA2-B24D-2BAE4BF85087}"/>
          </ac:inkMkLst>
        </pc:inkChg>
        <pc:inkChg chg="add del">
          <ac:chgData name="" userId="242feb3c33a8e7bf" providerId="LiveId" clId="{6C192596-F94B-4FAB-A38F-822CAE50B0CA}" dt="2023-03-22T16:50:28.015" v="970"/>
          <ac:inkMkLst>
            <pc:docMk/>
            <pc:sldMk cId="1308517110" sldId="257"/>
            <ac:inkMk id="815" creationId="{11034162-7AD1-4402-94F0-9E1775CEACA6}"/>
          </ac:inkMkLst>
        </pc:inkChg>
        <pc:inkChg chg="add">
          <ac:chgData name="" userId="242feb3c33a8e7bf" providerId="LiveId" clId="{6C192596-F94B-4FAB-A38F-822CAE50B0CA}" dt="2023-03-22T16:50:28.015" v="970"/>
          <ac:inkMkLst>
            <pc:docMk/>
            <pc:sldMk cId="1308517110" sldId="257"/>
            <ac:inkMk id="816" creationId="{FF5D6707-0473-4560-BC98-E8FCE6BC7D12}"/>
          </ac:inkMkLst>
        </pc:inkChg>
        <pc:inkChg chg="add">
          <ac:chgData name="" userId="242feb3c33a8e7bf" providerId="LiveId" clId="{6C192596-F94B-4FAB-A38F-822CAE50B0CA}" dt="2023-03-22T16:55:31.536" v="1208"/>
          <ac:inkMkLst>
            <pc:docMk/>
            <pc:sldMk cId="1308517110" sldId="257"/>
            <ac:inkMk id="834" creationId="{F408AA08-D868-43ED-AA6D-7BA68C065E8A}"/>
          </ac:inkMkLst>
        </pc:inkChg>
        <pc:inkChg chg="add del">
          <ac:chgData name="" userId="242feb3c33a8e7bf" providerId="LiveId" clId="{6C192596-F94B-4FAB-A38F-822CAE50B0CA}" dt="2023-03-22T16:55:35.993" v="1213"/>
          <ac:inkMkLst>
            <pc:docMk/>
            <pc:sldMk cId="1308517110" sldId="257"/>
            <ac:inkMk id="835" creationId="{4C4DDDF8-D623-4150-9FE6-0895BFE9823C}"/>
          </ac:inkMkLst>
        </pc:inkChg>
        <pc:inkChg chg="add del">
          <ac:chgData name="" userId="242feb3c33a8e7bf" providerId="LiveId" clId="{6C192596-F94B-4FAB-A38F-822CAE50B0CA}" dt="2023-03-22T16:55:35.993" v="1213"/>
          <ac:inkMkLst>
            <pc:docMk/>
            <pc:sldMk cId="1308517110" sldId="257"/>
            <ac:inkMk id="836" creationId="{58BBA7A1-9858-4D2B-94A8-5998EE18986F}"/>
          </ac:inkMkLst>
        </pc:inkChg>
        <pc:inkChg chg="add del">
          <ac:chgData name="" userId="242feb3c33a8e7bf" providerId="LiveId" clId="{6C192596-F94B-4FAB-A38F-822CAE50B0CA}" dt="2023-03-22T16:55:35.993" v="1213"/>
          <ac:inkMkLst>
            <pc:docMk/>
            <pc:sldMk cId="1308517110" sldId="257"/>
            <ac:inkMk id="837" creationId="{1330C7A0-D48D-4C98-87CF-55483F67CE79}"/>
          </ac:inkMkLst>
        </pc:inkChg>
        <pc:inkChg chg="add del">
          <ac:chgData name="" userId="242feb3c33a8e7bf" providerId="LiveId" clId="{6C192596-F94B-4FAB-A38F-822CAE50B0CA}" dt="2023-03-22T16:55:38.461" v="1219"/>
          <ac:inkMkLst>
            <pc:docMk/>
            <pc:sldMk cId="1308517110" sldId="257"/>
            <ac:inkMk id="838" creationId="{4F31598E-7FF1-4F3E-BAD1-465AE5A8ED9C}"/>
          </ac:inkMkLst>
        </pc:inkChg>
        <pc:inkChg chg="add del">
          <ac:chgData name="" userId="242feb3c33a8e7bf" providerId="LiveId" clId="{6C192596-F94B-4FAB-A38F-822CAE50B0CA}" dt="2023-03-22T16:55:38.461" v="1219"/>
          <ac:inkMkLst>
            <pc:docMk/>
            <pc:sldMk cId="1308517110" sldId="257"/>
            <ac:inkMk id="839" creationId="{DC82A1D5-CE8C-46C6-8C76-4346606FACE7}"/>
          </ac:inkMkLst>
        </pc:inkChg>
        <pc:inkChg chg="add del">
          <ac:chgData name="" userId="242feb3c33a8e7bf" providerId="LiveId" clId="{6C192596-F94B-4FAB-A38F-822CAE50B0CA}" dt="2023-03-22T16:55:38.461" v="1219"/>
          <ac:inkMkLst>
            <pc:docMk/>
            <pc:sldMk cId="1308517110" sldId="257"/>
            <ac:inkMk id="840" creationId="{0DDC9881-998E-45EC-B277-ABC63D7C6F98}"/>
          </ac:inkMkLst>
        </pc:inkChg>
        <pc:inkChg chg="add del">
          <ac:chgData name="" userId="242feb3c33a8e7bf" providerId="LiveId" clId="{6C192596-F94B-4FAB-A38F-822CAE50B0CA}" dt="2023-03-22T16:55:38.461" v="1219"/>
          <ac:inkMkLst>
            <pc:docMk/>
            <pc:sldMk cId="1308517110" sldId="257"/>
            <ac:inkMk id="841" creationId="{A056F4E3-33F8-4432-8F0C-4597312BA6FE}"/>
          </ac:inkMkLst>
        </pc:inkChg>
        <pc:inkChg chg="add del">
          <ac:chgData name="" userId="242feb3c33a8e7bf" providerId="LiveId" clId="{6C192596-F94B-4FAB-A38F-822CAE50B0CA}" dt="2023-03-22T16:55:38.461" v="1219"/>
          <ac:inkMkLst>
            <pc:docMk/>
            <pc:sldMk cId="1308517110" sldId="257"/>
            <ac:inkMk id="842" creationId="{2BE85F5C-5274-430E-BDDF-37E41FD24BC8}"/>
          </ac:inkMkLst>
        </pc:inkChg>
        <pc:inkChg chg="add del">
          <ac:chgData name="" userId="242feb3c33a8e7bf" providerId="LiveId" clId="{6C192596-F94B-4FAB-A38F-822CAE50B0CA}" dt="2023-03-22T16:55:38.461" v="1219"/>
          <ac:inkMkLst>
            <pc:docMk/>
            <pc:sldMk cId="1308517110" sldId="257"/>
            <ac:inkMk id="843" creationId="{F5AD91FD-55DD-450D-B8E8-19CC1413AAF9}"/>
          </ac:inkMkLst>
        </pc:inkChg>
        <pc:inkChg chg="add del">
          <ac:chgData name="" userId="242feb3c33a8e7bf" providerId="LiveId" clId="{6C192596-F94B-4FAB-A38F-822CAE50B0CA}" dt="2023-03-22T16:55:38.461" v="1219"/>
          <ac:inkMkLst>
            <pc:docMk/>
            <pc:sldMk cId="1308517110" sldId="257"/>
            <ac:inkMk id="844" creationId="{C0F85328-CAE7-435E-AE1F-7459D844674B}"/>
          </ac:inkMkLst>
        </pc:inkChg>
        <pc:inkChg chg="add">
          <ac:chgData name="" userId="242feb3c33a8e7bf" providerId="LiveId" clId="{6C192596-F94B-4FAB-A38F-822CAE50B0CA}" dt="2023-03-22T16:55:38.461" v="1219"/>
          <ac:inkMkLst>
            <pc:docMk/>
            <pc:sldMk cId="1308517110" sldId="257"/>
            <ac:inkMk id="845" creationId="{27B95168-7F25-4893-9426-E323E027B4A4}"/>
          </ac:inkMkLst>
        </pc:inkChg>
        <pc:inkChg chg="add del">
          <ac:chgData name="" userId="242feb3c33a8e7bf" providerId="LiveId" clId="{6C192596-F94B-4FAB-A38F-822CAE50B0CA}" dt="2023-03-22T16:56:20.961" v="1272"/>
          <ac:inkMkLst>
            <pc:docMk/>
            <pc:sldMk cId="1308517110" sldId="257"/>
            <ac:inkMk id="847" creationId="{8250917D-6AFA-4010-A3E8-2AA7C97363E2}"/>
          </ac:inkMkLst>
        </pc:inkChg>
        <pc:inkChg chg="add">
          <ac:chgData name="" userId="242feb3c33a8e7bf" providerId="LiveId" clId="{6C192596-F94B-4FAB-A38F-822CAE50B0CA}" dt="2023-03-22T16:56:21.495" v="1273"/>
          <ac:inkMkLst>
            <pc:docMk/>
            <pc:sldMk cId="1308517110" sldId="257"/>
            <ac:inkMk id="848" creationId="{1221F7CA-8253-4439-92F8-2B6FA2718467}"/>
          </ac:inkMkLst>
        </pc:inkChg>
        <pc:inkChg chg="add del">
          <ac:chgData name="" userId="242feb3c33a8e7bf" providerId="LiveId" clId="{6C192596-F94B-4FAB-A38F-822CAE50B0CA}" dt="2023-03-22T16:56:25.980" v="1275"/>
          <ac:inkMkLst>
            <pc:docMk/>
            <pc:sldMk cId="1308517110" sldId="257"/>
            <ac:inkMk id="849" creationId="{C502E038-3AB6-4EB3-A62E-88C85BAE2D8F}"/>
          </ac:inkMkLst>
        </pc:inkChg>
        <pc:inkChg chg="add del">
          <ac:chgData name="" userId="242feb3c33a8e7bf" providerId="LiveId" clId="{6C192596-F94B-4FAB-A38F-822CAE50B0CA}" dt="2023-03-22T16:56:27.838" v="1277"/>
          <ac:inkMkLst>
            <pc:docMk/>
            <pc:sldMk cId="1308517110" sldId="257"/>
            <ac:inkMk id="850" creationId="{FAD11A7F-A834-4E62-8C42-01CEA331D18B}"/>
          </ac:inkMkLst>
        </pc:inkChg>
        <pc:inkChg chg="add del">
          <ac:chgData name="" userId="242feb3c33a8e7bf" providerId="LiveId" clId="{6C192596-F94B-4FAB-A38F-822CAE50B0CA}" dt="2023-03-22T16:56:27.838" v="1277"/>
          <ac:inkMkLst>
            <pc:docMk/>
            <pc:sldMk cId="1308517110" sldId="257"/>
            <ac:inkMk id="851" creationId="{5D0DAA9F-B62D-4FBC-B86E-066ED9BF73EF}"/>
          </ac:inkMkLst>
        </pc:inkChg>
        <pc:inkChg chg="add del">
          <ac:chgData name="" userId="242feb3c33a8e7bf" providerId="LiveId" clId="{6C192596-F94B-4FAB-A38F-822CAE50B0CA}" dt="2023-03-22T16:56:32.432" v="1279"/>
          <ac:inkMkLst>
            <pc:docMk/>
            <pc:sldMk cId="1308517110" sldId="257"/>
            <ac:inkMk id="852" creationId="{EB851B8F-316A-4ADF-A239-C59AB826D98F}"/>
          </ac:inkMkLst>
        </pc:inkChg>
        <pc:inkChg chg="add del">
          <ac:chgData name="" userId="242feb3c33a8e7bf" providerId="LiveId" clId="{6C192596-F94B-4FAB-A38F-822CAE50B0CA}" dt="2023-03-22T16:56:32.432" v="1279"/>
          <ac:inkMkLst>
            <pc:docMk/>
            <pc:sldMk cId="1308517110" sldId="257"/>
            <ac:inkMk id="853" creationId="{E1861560-CC27-4CED-9FCE-23C2C6E8FE88}"/>
          </ac:inkMkLst>
        </pc:inkChg>
        <pc:inkChg chg="add">
          <ac:chgData name="" userId="242feb3c33a8e7bf" providerId="LiveId" clId="{6C192596-F94B-4FAB-A38F-822CAE50B0CA}" dt="2023-03-22T16:56:32.432" v="1279"/>
          <ac:inkMkLst>
            <pc:docMk/>
            <pc:sldMk cId="1308517110" sldId="257"/>
            <ac:inkMk id="854" creationId="{A1B62945-4753-48D1-A8E6-1BE9E23AE37E}"/>
          </ac:inkMkLst>
        </pc:inkChg>
        <pc:cxnChg chg="add del mod">
          <ac:chgData name="" userId="242feb3c33a8e7bf" providerId="LiveId" clId="{6C192596-F94B-4FAB-A38F-822CAE50B0CA}" dt="2023-03-22T16:53:38.928" v="1143" actId="478"/>
          <ac:cxnSpMkLst>
            <pc:docMk/>
            <pc:sldMk cId="1308517110" sldId="257"/>
            <ac:cxnSpMk id="818" creationId="{9CC2880A-7972-45A1-A195-182A3A3D627C}"/>
          </ac:cxnSpMkLst>
        </pc:cxnChg>
        <pc:cxnChg chg="add del mod">
          <ac:chgData name="" userId="242feb3c33a8e7bf" providerId="LiveId" clId="{6C192596-F94B-4FAB-A38F-822CAE50B0CA}" dt="2023-03-22T16:53:16.004" v="1055" actId="478"/>
          <ac:cxnSpMkLst>
            <pc:docMk/>
            <pc:sldMk cId="1308517110" sldId="257"/>
            <ac:cxnSpMk id="822" creationId="{C652B004-DEE7-4A91-BB99-AE59233C9385}"/>
          </ac:cxnSpMkLst>
        </pc:cxnChg>
        <pc:cxnChg chg="add mod">
          <ac:chgData name="" userId="242feb3c33a8e7bf" providerId="LiveId" clId="{6C192596-F94B-4FAB-A38F-822CAE50B0CA}" dt="2023-03-22T16:57:41.798" v="1290" actId="164"/>
          <ac:cxnSpMkLst>
            <pc:docMk/>
            <pc:sldMk cId="1308517110" sldId="257"/>
            <ac:cxnSpMk id="831" creationId="{648D9B6C-E18C-4711-9888-24BEAB40240F}"/>
          </ac:cxnSpMkLst>
        </pc:cxnChg>
        <pc:cxnChg chg="add mod">
          <ac:chgData name="" userId="242feb3c33a8e7bf" providerId="LiveId" clId="{6C192596-F94B-4FAB-A38F-822CAE50B0CA}" dt="2023-03-22T16:57:41.798" v="1290" actId="164"/>
          <ac:cxnSpMkLst>
            <pc:docMk/>
            <pc:sldMk cId="1308517110" sldId="257"/>
            <ac:cxnSpMk id="832" creationId="{AB599ED6-5F12-4725-A1F6-C0EB70DE938C}"/>
          </ac:cxnSpMkLst>
        </pc:cxnChg>
      </pc:sldChg>
      <pc:sldChg chg="addSp delSp modSp add">
        <pc:chgData name="" userId="242feb3c33a8e7bf" providerId="LiveId" clId="{6C192596-F94B-4FAB-A38F-822CAE50B0CA}" dt="2023-03-22T17:57:53.664" v="4040" actId="20577"/>
        <pc:sldMkLst>
          <pc:docMk/>
          <pc:sldMk cId="2054048512" sldId="258"/>
        </pc:sldMkLst>
        <pc:spChg chg="del mod">
          <ac:chgData name="" userId="242feb3c33a8e7bf" providerId="LiveId" clId="{6C192596-F94B-4FAB-A38F-822CAE50B0CA}" dt="2023-03-22T16:58:54.188" v="1307" actId="478"/>
          <ac:spMkLst>
            <pc:docMk/>
            <pc:sldMk cId="2054048512" sldId="258"/>
            <ac:spMk id="2" creationId="{0AD6F5F6-69F9-475D-9D34-D6DF03237C4D}"/>
          </ac:spMkLst>
        </pc:spChg>
        <pc:spChg chg="mod">
          <ac:chgData name="" userId="242feb3c33a8e7bf" providerId="LiveId" clId="{6C192596-F94B-4FAB-A38F-822CAE50B0CA}" dt="2023-03-22T17:57:53.664" v="4040" actId="20577"/>
          <ac:spMkLst>
            <pc:docMk/>
            <pc:sldMk cId="2054048512" sldId="258"/>
            <ac:spMk id="3" creationId="{83115C68-7C5D-4A7C-ACBB-3A52EE2CE713}"/>
          </ac:spMkLst>
        </pc:spChg>
        <pc:spChg chg="add">
          <ac:chgData name="" userId="242feb3c33a8e7bf" providerId="LiveId" clId="{6C192596-F94B-4FAB-A38F-822CAE50B0CA}" dt="2023-03-22T16:57:49.058" v="1292"/>
          <ac:spMkLst>
            <pc:docMk/>
            <pc:sldMk cId="2054048512" sldId="258"/>
            <ac:spMk id="7" creationId="{F3BC2CFC-8EE3-4195-A139-4C3354FEB1DD}"/>
          </ac:spMkLst>
        </pc:spChg>
        <pc:spChg chg="add">
          <ac:chgData name="" userId="242feb3c33a8e7bf" providerId="LiveId" clId="{6C192596-F94B-4FAB-A38F-822CAE50B0CA}" dt="2023-03-22T16:57:49.058" v="1292"/>
          <ac:spMkLst>
            <pc:docMk/>
            <pc:sldMk cId="2054048512" sldId="258"/>
            <ac:spMk id="8" creationId="{139D02C3-12C6-464B-AD55-26CE56DE5E7C}"/>
          </ac:spMkLst>
        </pc:spChg>
        <pc:spChg chg="add mod">
          <ac:chgData name="" userId="242feb3c33a8e7bf" providerId="LiveId" clId="{6C192596-F94B-4FAB-A38F-822CAE50B0CA}" dt="2023-03-22T17:06:28.934" v="2000" actId="1076"/>
          <ac:spMkLst>
            <pc:docMk/>
            <pc:sldMk cId="2054048512" sldId="258"/>
            <ac:spMk id="9" creationId="{83C22E9D-957F-4B3C-8935-20C0CB7FA374}"/>
          </ac:spMkLst>
        </pc:spChg>
        <pc:picChg chg="add">
          <ac:chgData name="" userId="242feb3c33a8e7bf" providerId="LiveId" clId="{6C192596-F94B-4FAB-A38F-822CAE50B0CA}" dt="2023-03-22T16:57:49.058" v="1292"/>
          <ac:picMkLst>
            <pc:docMk/>
            <pc:sldMk cId="2054048512" sldId="258"/>
            <ac:picMk id="4" creationId="{FD214BBB-7417-4F16-8CDF-6F498F926E81}"/>
          </ac:picMkLst>
        </pc:picChg>
        <pc:picChg chg="add del mod">
          <ac:chgData name="" userId="242feb3c33a8e7bf" providerId="LiveId" clId="{6C192596-F94B-4FAB-A38F-822CAE50B0CA}" dt="2023-03-22T17:52:20.022" v="3490" actId="478"/>
          <ac:picMkLst>
            <pc:docMk/>
            <pc:sldMk cId="2054048512" sldId="258"/>
            <ac:picMk id="10" creationId="{CAF6C5FF-8E5F-4064-936F-141A773DBACF}"/>
          </ac:picMkLst>
        </pc:picChg>
        <pc:cxnChg chg="add">
          <ac:chgData name="" userId="242feb3c33a8e7bf" providerId="LiveId" clId="{6C192596-F94B-4FAB-A38F-822CAE50B0CA}" dt="2023-03-22T16:57:49.058" v="1292"/>
          <ac:cxnSpMkLst>
            <pc:docMk/>
            <pc:sldMk cId="2054048512" sldId="258"/>
            <ac:cxnSpMk id="5" creationId="{DA7618D4-7A61-4C95-B772-7988CC9FD832}"/>
          </ac:cxnSpMkLst>
        </pc:cxnChg>
        <pc:cxnChg chg="add">
          <ac:chgData name="" userId="242feb3c33a8e7bf" providerId="LiveId" clId="{6C192596-F94B-4FAB-A38F-822CAE50B0CA}" dt="2023-03-22T16:57:49.058" v="1292"/>
          <ac:cxnSpMkLst>
            <pc:docMk/>
            <pc:sldMk cId="2054048512" sldId="258"/>
            <ac:cxnSpMk id="6" creationId="{FFBD72B3-E6DB-4405-8EBF-823B7EDB30E1}"/>
          </ac:cxnSpMkLst>
        </pc:cxnChg>
      </pc:sldChg>
      <pc:sldChg chg="addSp delSp modSp add ord">
        <pc:chgData name="" userId="242feb3c33a8e7bf" providerId="LiveId" clId="{6C192596-F94B-4FAB-A38F-822CAE50B0CA}" dt="2023-03-22T17:27:20.445" v="2395" actId="2711"/>
        <pc:sldMkLst>
          <pc:docMk/>
          <pc:sldMk cId="1054089474" sldId="259"/>
        </pc:sldMkLst>
        <pc:spChg chg="del">
          <ac:chgData name="" userId="242feb3c33a8e7bf" providerId="LiveId" clId="{6C192596-F94B-4FAB-A38F-822CAE50B0CA}" dt="2023-03-22T17:15:44.876" v="2024" actId="478"/>
          <ac:spMkLst>
            <pc:docMk/>
            <pc:sldMk cId="1054089474" sldId="259"/>
            <ac:spMk id="2" creationId="{BD2146F9-B024-41AD-9C5A-F8302A3D852A}"/>
          </ac:spMkLst>
        </pc:spChg>
        <pc:spChg chg="add del mod">
          <ac:chgData name="" userId="242feb3c33a8e7bf" providerId="LiveId" clId="{6C192596-F94B-4FAB-A38F-822CAE50B0CA}" dt="2023-03-22T17:27:20.445" v="2395" actId="2711"/>
          <ac:spMkLst>
            <pc:docMk/>
            <pc:sldMk cId="1054089474" sldId="259"/>
            <ac:spMk id="3" creationId="{1FDEC4CB-D07B-4B89-868B-9AE13F3165BA}"/>
          </ac:spMkLst>
        </pc:spChg>
        <pc:picChg chg="add del mod">
          <ac:chgData name="" userId="242feb3c33a8e7bf" providerId="LiveId" clId="{6C192596-F94B-4FAB-A38F-822CAE50B0CA}" dt="2023-03-22T17:07:34.421" v="2019"/>
          <ac:picMkLst>
            <pc:docMk/>
            <pc:sldMk cId="1054089474" sldId="259"/>
            <ac:picMk id="4" creationId="{76BFA9A6-5625-4B59-A04C-13088E7064EA}"/>
          </ac:picMkLst>
        </pc:picChg>
        <pc:inkChg chg="add del">
          <ac:chgData name="" userId="242feb3c33a8e7bf" providerId="LiveId" clId="{6C192596-F94B-4FAB-A38F-822CAE50B0CA}" dt="2023-03-22T17:15:54.270" v="2026"/>
          <ac:inkMkLst>
            <pc:docMk/>
            <pc:sldMk cId="1054089474" sldId="259"/>
            <ac:inkMk id="5" creationId="{2A2D9806-BFF1-41FF-A7C9-E1AEA1CBEE9E}"/>
          </ac:inkMkLst>
        </pc:inkChg>
        <pc:inkChg chg="add del">
          <ac:chgData name="" userId="242feb3c33a8e7bf" providerId="LiveId" clId="{6C192596-F94B-4FAB-A38F-822CAE50B0CA}" dt="2023-03-22T17:15:58.172" v="2029"/>
          <ac:inkMkLst>
            <pc:docMk/>
            <pc:sldMk cId="1054089474" sldId="259"/>
            <ac:inkMk id="6" creationId="{01B35F3B-2540-4E8D-B736-3B3F9C7401FB}"/>
          </ac:inkMkLst>
        </pc:inkChg>
        <pc:inkChg chg="add del">
          <ac:chgData name="" userId="242feb3c33a8e7bf" providerId="LiveId" clId="{6C192596-F94B-4FAB-A38F-822CAE50B0CA}" dt="2023-03-22T17:15:58.172" v="2029"/>
          <ac:inkMkLst>
            <pc:docMk/>
            <pc:sldMk cId="1054089474" sldId="259"/>
            <ac:inkMk id="7" creationId="{34C339FF-80BE-4F33-8CC3-2A0722734ECF}"/>
          </ac:inkMkLst>
        </pc:inkChg>
        <pc:inkChg chg="add">
          <ac:chgData name="" userId="242feb3c33a8e7bf" providerId="LiveId" clId="{6C192596-F94B-4FAB-A38F-822CAE50B0CA}" dt="2023-03-22T17:15:58.172" v="2029"/>
          <ac:inkMkLst>
            <pc:docMk/>
            <pc:sldMk cId="1054089474" sldId="259"/>
            <ac:inkMk id="8" creationId="{E4F694B1-742D-431A-BCD2-EE01C5195D3E}"/>
          </ac:inkMkLst>
        </pc:inkChg>
        <pc:inkChg chg="add del">
          <ac:chgData name="" userId="242feb3c33a8e7bf" providerId="LiveId" clId="{6C192596-F94B-4FAB-A38F-822CAE50B0CA}" dt="2023-03-22T17:16:01.897" v="2033"/>
          <ac:inkMkLst>
            <pc:docMk/>
            <pc:sldMk cId="1054089474" sldId="259"/>
            <ac:inkMk id="9" creationId="{218C3F8D-3EF1-4D16-A76A-0C64381BA505}"/>
          </ac:inkMkLst>
        </pc:inkChg>
        <pc:inkChg chg="add del">
          <ac:chgData name="" userId="242feb3c33a8e7bf" providerId="LiveId" clId="{6C192596-F94B-4FAB-A38F-822CAE50B0CA}" dt="2023-03-22T17:16:01.897" v="2033"/>
          <ac:inkMkLst>
            <pc:docMk/>
            <pc:sldMk cId="1054089474" sldId="259"/>
            <ac:inkMk id="10" creationId="{C14D2C3F-911F-4EE3-859F-81CD6161AE77}"/>
          </ac:inkMkLst>
        </pc:inkChg>
        <pc:inkChg chg="add del">
          <ac:chgData name="" userId="242feb3c33a8e7bf" providerId="LiveId" clId="{6C192596-F94B-4FAB-A38F-822CAE50B0CA}" dt="2023-03-22T17:16:01.897" v="2033"/>
          <ac:inkMkLst>
            <pc:docMk/>
            <pc:sldMk cId="1054089474" sldId="259"/>
            <ac:inkMk id="11" creationId="{0894E33A-DA08-4E09-BE58-B7B8A045A2D8}"/>
          </ac:inkMkLst>
        </pc:inkChg>
        <pc:inkChg chg="add">
          <ac:chgData name="" userId="242feb3c33a8e7bf" providerId="LiveId" clId="{6C192596-F94B-4FAB-A38F-822CAE50B0CA}" dt="2023-03-22T17:16:01.897" v="2033"/>
          <ac:inkMkLst>
            <pc:docMk/>
            <pc:sldMk cId="1054089474" sldId="259"/>
            <ac:inkMk id="12" creationId="{BFFDBCCF-1117-4025-9B91-521C8920D695}"/>
          </ac:inkMkLst>
        </pc:inkChg>
        <pc:inkChg chg="add del">
          <ac:chgData name="" userId="242feb3c33a8e7bf" providerId="LiveId" clId="{6C192596-F94B-4FAB-A38F-822CAE50B0CA}" dt="2023-03-22T17:16:07.570" v="2037"/>
          <ac:inkMkLst>
            <pc:docMk/>
            <pc:sldMk cId="1054089474" sldId="259"/>
            <ac:inkMk id="13" creationId="{C63D8F2C-C856-4DC5-9E94-BF41FDB8464D}"/>
          </ac:inkMkLst>
        </pc:inkChg>
        <pc:inkChg chg="add del">
          <ac:chgData name="" userId="242feb3c33a8e7bf" providerId="LiveId" clId="{6C192596-F94B-4FAB-A38F-822CAE50B0CA}" dt="2023-03-22T17:16:07.570" v="2037"/>
          <ac:inkMkLst>
            <pc:docMk/>
            <pc:sldMk cId="1054089474" sldId="259"/>
            <ac:inkMk id="14" creationId="{693ECADF-1F44-4F43-A8C5-4FDECCC73EEB}"/>
          </ac:inkMkLst>
        </pc:inkChg>
        <pc:inkChg chg="add del">
          <ac:chgData name="" userId="242feb3c33a8e7bf" providerId="LiveId" clId="{6C192596-F94B-4FAB-A38F-822CAE50B0CA}" dt="2023-03-22T17:16:07.570" v="2037"/>
          <ac:inkMkLst>
            <pc:docMk/>
            <pc:sldMk cId="1054089474" sldId="259"/>
            <ac:inkMk id="15" creationId="{F897414F-5EFF-4EC0-8E6E-79599DABFEB3}"/>
          </ac:inkMkLst>
        </pc:inkChg>
        <pc:inkChg chg="add">
          <ac:chgData name="" userId="242feb3c33a8e7bf" providerId="LiveId" clId="{6C192596-F94B-4FAB-A38F-822CAE50B0CA}" dt="2023-03-22T17:16:07.570" v="2037"/>
          <ac:inkMkLst>
            <pc:docMk/>
            <pc:sldMk cId="1054089474" sldId="259"/>
            <ac:inkMk id="16" creationId="{FE0F374E-A953-44C8-93CE-7E581A31E9AB}"/>
          </ac:inkMkLst>
        </pc:inkChg>
        <pc:inkChg chg="add">
          <ac:chgData name="" userId="242feb3c33a8e7bf" providerId="LiveId" clId="{6C192596-F94B-4FAB-A38F-822CAE50B0CA}" dt="2023-03-22T17:16:08.848" v="2038"/>
          <ac:inkMkLst>
            <pc:docMk/>
            <pc:sldMk cId="1054089474" sldId="259"/>
            <ac:inkMk id="17" creationId="{D6531A7D-7729-4C6C-B720-6937E14ABAEC}"/>
          </ac:inkMkLst>
        </pc:inkChg>
        <pc:inkChg chg="add del">
          <ac:chgData name="" userId="242feb3c33a8e7bf" providerId="LiveId" clId="{6C192596-F94B-4FAB-A38F-822CAE50B0CA}" dt="2023-03-22T17:16:22.426" v="2041"/>
          <ac:inkMkLst>
            <pc:docMk/>
            <pc:sldMk cId="1054089474" sldId="259"/>
            <ac:inkMk id="18" creationId="{206BCF34-706E-4FE2-B538-FD26E120BF00}"/>
          </ac:inkMkLst>
        </pc:inkChg>
        <pc:inkChg chg="add del">
          <ac:chgData name="" userId="242feb3c33a8e7bf" providerId="LiveId" clId="{6C192596-F94B-4FAB-A38F-822CAE50B0CA}" dt="2023-03-22T17:16:22.427" v="2042"/>
          <ac:inkMkLst>
            <pc:docMk/>
            <pc:sldMk cId="1054089474" sldId="259"/>
            <ac:inkMk id="19" creationId="{6BCCDB7C-F259-4437-A837-C2B1C0DCB9F9}"/>
          </ac:inkMkLst>
        </pc:inkChg>
        <pc:inkChg chg="add del">
          <ac:chgData name="" userId="242feb3c33a8e7bf" providerId="LiveId" clId="{6C192596-F94B-4FAB-A38F-822CAE50B0CA}" dt="2023-03-22T17:16:26.255" v="2044"/>
          <ac:inkMkLst>
            <pc:docMk/>
            <pc:sldMk cId="1054089474" sldId="259"/>
            <ac:inkMk id="20" creationId="{1EEE99F6-859B-43FE-A190-D32BD94B9C62}"/>
          </ac:inkMkLst>
        </pc:inkChg>
        <pc:inkChg chg="add">
          <ac:chgData name="" userId="242feb3c33a8e7bf" providerId="LiveId" clId="{6C192596-F94B-4FAB-A38F-822CAE50B0CA}" dt="2023-03-22T17:16:28.309" v="2045"/>
          <ac:inkMkLst>
            <pc:docMk/>
            <pc:sldMk cId="1054089474" sldId="259"/>
            <ac:inkMk id="21" creationId="{49BE83E1-5C98-4E47-A221-B80AD14E2EFD}"/>
          </ac:inkMkLst>
        </pc:inkChg>
        <pc:inkChg chg="add del">
          <ac:chgData name="" userId="242feb3c33a8e7bf" providerId="LiveId" clId="{6C192596-F94B-4FAB-A38F-822CAE50B0CA}" dt="2023-03-22T17:16:35.919" v="2050"/>
          <ac:inkMkLst>
            <pc:docMk/>
            <pc:sldMk cId="1054089474" sldId="259"/>
            <ac:inkMk id="22" creationId="{D3316CBB-7C41-425D-815B-D452D41AF09B}"/>
          </ac:inkMkLst>
        </pc:inkChg>
        <pc:inkChg chg="add del">
          <ac:chgData name="" userId="242feb3c33a8e7bf" providerId="LiveId" clId="{6C192596-F94B-4FAB-A38F-822CAE50B0CA}" dt="2023-03-22T17:16:35.919" v="2050"/>
          <ac:inkMkLst>
            <pc:docMk/>
            <pc:sldMk cId="1054089474" sldId="259"/>
            <ac:inkMk id="23" creationId="{241AB34A-1120-43B8-BE52-E6E6C5A908AD}"/>
          </ac:inkMkLst>
        </pc:inkChg>
        <pc:inkChg chg="add del">
          <ac:chgData name="" userId="242feb3c33a8e7bf" providerId="LiveId" clId="{6C192596-F94B-4FAB-A38F-822CAE50B0CA}" dt="2023-03-22T17:16:35.919" v="2050"/>
          <ac:inkMkLst>
            <pc:docMk/>
            <pc:sldMk cId="1054089474" sldId="259"/>
            <ac:inkMk id="24" creationId="{67D91B10-6205-4D93-9F53-B73F3D3A58C2}"/>
          </ac:inkMkLst>
        </pc:inkChg>
        <pc:inkChg chg="add del">
          <ac:chgData name="" userId="242feb3c33a8e7bf" providerId="LiveId" clId="{6C192596-F94B-4FAB-A38F-822CAE50B0CA}" dt="2023-03-22T17:16:35.919" v="2050"/>
          <ac:inkMkLst>
            <pc:docMk/>
            <pc:sldMk cId="1054089474" sldId="259"/>
            <ac:inkMk id="25" creationId="{2FB08D14-F0BE-4F5E-A1DC-A97E1148844C}"/>
          </ac:inkMkLst>
        </pc:inkChg>
        <pc:inkChg chg="add">
          <ac:chgData name="" userId="242feb3c33a8e7bf" providerId="LiveId" clId="{6C192596-F94B-4FAB-A38F-822CAE50B0CA}" dt="2023-03-22T17:16:35.919" v="2050"/>
          <ac:inkMkLst>
            <pc:docMk/>
            <pc:sldMk cId="1054089474" sldId="259"/>
            <ac:inkMk id="26" creationId="{1EACD948-214E-46FE-84B9-F1D3CCC6B9AE}"/>
          </ac:inkMkLst>
        </pc:inkChg>
        <pc:inkChg chg="add">
          <ac:chgData name="" userId="242feb3c33a8e7bf" providerId="LiveId" clId="{6C192596-F94B-4FAB-A38F-822CAE50B0CA}" dt="2023-03-22T17:16:35.919" v="2050"/>
          <ac:inkMkLst>
            <pc:docMk/>
            <pc:sldMk cId="1054089474" sldId="259"/>
            <ac:inkMk id="27" creationId="{AF13BF1E-A943-4341-BD5C-EB7C8FC6D7C4}"/>
          </ac:inkMkLst>
        </pc:inkChg>
      </pc:sldChg>
      <pc:sldChg chg="addSp delSp modSp add">
        <pc:chgData name="" userId="242feb3c33a8e7bf" providerId="LiveId" clId="{6C192596-F94B-4FAB-A38F-822CAE50B0CA}" dt="2023-03-22T17:27:30.835" v="2396" actId="2711"/>
        <pc:sldMkLst>
          <pc:docMk/>
          <pc:sldMk cId="2141415106" sldId="260"/>
        </pc:sldMkLst>
        <pc:spChg chg="del">
          <ac:chgData name="" userId="242feb3c33a8e7bf" providerId="LiveId" clId="{6C192596-F94B-4FAB-A38F-822CAE50B0CA}" dt="2023-03-22T17:18:57.141" v="2085" actId="478"/>
          <ac:spMkLst>
            <pc:docMk/>
            <pc:sldMk cId="2141415106" sldId="260"/>
            <ac:spMk id="2" creationId="{8550B203-1657-4CFB-8D20-15DA1759A240}"/>
          </ac:spMkLst>
        </pc:spChg>
        <pc:spChg chg="mod">
          <ac:chgData name="" userId="242feb3c33a8e7bf" providerId="LiveId" clId="{6C192596-F94B-4FAB-A38F-822CAE50B0CA}" dt="2023-03-22T17:27:30.835" v="2396" actId="2711"/>
          <ac:spMkLst>
            <pc:docMk/>
            <pc:sldMk cId="2141415106" sldId="260"/>
            <ac:spMk id="3" creationId="{9B31EB84-4E00-44C0-B9E3-205261CB5F37}"/>
          </ac:spMkLst>
        </pc:spChg>
        <pc:inkChg chg="add del">
          <ac:chgData name="" userId="242feb3c33a8e7bf" providerId="LiveId" clId="{6C192596-F94B-4FAB-A38F-822CAE50B0CA}" dt="2023-03-22T17:19:04.842" v="2088"/>
          <ac:inkMkLst>
            <pc:docMk/>
            <pc:sldMk cId="2141415106" sldId="260"/>
            <ac:inkMk id="4" creationId="{43224E02-61FC-4CA0-B598-B37FDF62DDD8}"/>
          </ac:inkMkLst>
        </pc:inkChg>
        <pc:inkChg chg="add del">
          <ac:chgData name="" userId="242feb3c33a8e7bf" providerId="LiveId" clId="{6C192596-F94B-4FAB-A38F-822CAE50B0CA}" dt="2023-03-22T17:19:04.842" v="2089"/>
          <ac:inkMkLst>
            <pc:docMk/>
            <pc:sldMk cId="2141415106" sldId="260"/>
            <ac:inkMk id="5" creationId="{0EBCC8DD-EC11-4D8A-80C9-225887A46327}"/>
          </ac:inkMkLst>
        </pc:inkChg>
        <pc:inkChg chg="add del">
          <ac:chgData name="" userId="242feb3c33a8e7bf" providerId="LiveId" clId="{6C192596-F94B-4FAB-A38F-822CAE50B0CA}" dt="2023-03-22T17:19:07.793" v="2091"/>
          <ac:inkMkLst>
            <pc:docMk/>
            <pc:sldMk cId="2141415106" sldId="260"/>
            <ac:inkMk id="6" creationId="{CBE5C76C-8728-460C-B890-4CE117184807}"/>
          </ac:inkMkLst>
        </pc:inkChg>
        <pc:inkChg chg="add">
          <ac:chgData name="" userId="242feb3c33a8e7bf" providerId="LiveId" clId="{6C192596-F94B-4FAB-A38F-822CAE50B0CA}" dt="2023-03-22T17:19:10.835" v="2092"/>
          <ac:inkMkLst>
            <pc:docMk/>
            <pc:sldMk cId="2141415106" sldId="260"/>
            <ac:inkMk id="7" creationId="{C63FB451-9AE6-4F90-B830-21B026E923C2}"/>
          </ac:inkMkLst>
        </pc:inkChg>
        <pc:inkChg chg="add">
          <ac:chgData name="" userId="242feb3c33a8e7bf" providerId="LiveId" clId="{6C192596-F94B-4FAB-A38F-822CAE50B0CA}" dt="2023-03-22T17:19:16.173" v="2093"/>
          <ac:inkMkLst>
            <pc:docMk/>
            <pc:sldMk cId="2141415106" sldId="260"/>
            <ac:inkMk id="8" creationId="{6CD277F5-B200-4D9C-8BC1-F8D2DD64F1C2}"/>
          </ac:inkMkLst>
        </pc:inkChg>
        <pc:inkChg chg="add del">
          <ac:chgData name="" userId="242feb3c33a8e7bf" providerId="LiveId" clId="{6C192596-F94B-4FAB-A38F-822CAE50B0CA}" dt="2023-03-22T17:19:23.114" v="2096"/>
          <ac:inkMkLst>
            <pc:docMk/>
            <pc:sldMk cId="2141415106" sldId="260"/>
            <ac:inkMk id="9" creationId="{EE77C529-D47F-40A7-84F9-9901037BDE9F}"/>
          </ac:inkMkLst>
        </pc:inkChg>
        <pc:inkChg chg="add del">
          <ac:chgData name="" userId="242feb3c33a8e7bf" providerId="LiveId" clId="{6C192596-F94B-4FAB-A38F-822CAE50B0CA}" dt="2023-03-22T17:19:23.114" v="2096"/>
          <ac:inkMkLst>
            <pc:docMk/>
            <pc:sldMk cId="2141415106" sldId="260"/>
            <ac:inkMk id="10" creationId="{012BF3B3-C822-4407-9986-3293A4806515}"/>
          </ac:inkMkLst>
        </pc:inkChg>
        <pc:inkChg chg="add">
          <ac:chgData name="" userId="242feb3c33a8e7bf" providerId="LiveId" clId="{6C192596-F94B-4FAB-A38F-822CAE50B0CA}" dt="2023-03-22T17:19:23.114" v="2096"/>
          <ac:inkMkLst>
            <pc:docMk/>
            <pc:sldMk cId="2141415106" sldId="260"/>
            <ac:inkMk id="11" creationId="{81B2B25A-B6EE-4BDB-B35B-E27D71EB82E0}"/>
          </ac:inkMkLst>
        </pc:inkChg>
        <pc:inkChg chg="add">
          <ac:chgData name="" userId="242feb3c33a8e7bf" providerId="LiveId" clId="{6C192596-F94B-4FAB-A38F-822CAE50B0CA}" dt="2023-03-22T17:19:30.247" v="2097"/>
          <ac:inkMkLst>
            <pc:docMk/>
            <pc:sldMk cId="2141415106" sldId="260"/>
            <ac:inkMk id="12" creationId="{D46FB99D-FBBD-4235-AC9F-C7ECCEDB0AC5}"/>
          </ac:inkMkLst>
        </pc:inkChg>
        <pc:inkChg chg="add del">
          <ac:chgData name="" userId="242feb3c33a8e7bf" providerId="LiveId" clId="{6C192596-F94B-4FAB-A38F-822CAE50B0CA}" dt="2023-03-22T17:19:37.999" v="2099"/>
          <ac:inkMkLst>
            <pc:docMk/>
            <pc:sldMk cId="2141415106" sldId="260"/>
            <ac:inkMk id="13" creationId="{976498B0-06DE-4EED-8738-293A8EF8F729}"/>
          </ac:inkMkLst>
        </pc:inkChg>
        <pc:inkChg chg="add">
          <ac:chgData name="" userId="242feb3c33a8e7bf" providerId="LiveId" clId="{6C192596-F94B-4FAB-A38F-822CAE50B0CA}" dt="2023-03-22T17:19:41.382" v="2100"/>
          <ac:inkMkLst>
            <pc:docMk/>
            <pc:sldMk cId="2141415106" sldId="260"/>
            <ac:inkMk id="14" creationId="{6A1F09FC-6BCD-410A-B577-942F09F02619}"/>
          </ac:inkMkLst>
        </pc:inkChg>
      </pc:sldChg>
      <pc:sldChg chg="addSp delSp modSp add">
        <pc:chgData name="" userId="242feb3c33a8e7bf" providerId="LiveId" clId="{6C192596-F94B-4FAB-A38F-822CAE50B0CA}" dt="2023-03-22T17:31:38.622" v="2508" actId="113"/>
        <pc:sldMkLst>
          <pc:docMk/>
          <pc:sldMk cId="2607278515" sldId="261"/>
        </pc:sldMkLst>
        <pc:spChg chg="del">
          <ac:chgData name="" userId="242feb3c33a8e7bf" providerId="LiveId" clId="{6C192596-F94B-4FAB-A38F-822CAE50B0CA}" dt="2023-03-22T17:28:17.021" v="2398" actId="478"/>
          <ac:spMkLst>
            <pc:docMk/>
            <pc:sldMk cId="2607278515" sldId="261"/>
            <ac:spMk id="2" creationId="{B625948E-224A-4BB4-AAE3-E02C8A91448A}"/>
          </ac:spMkLst>
        </pc:spChg>
        <pc:spChg chg="mod">
          <ac:chgData name="" userId="242feb3c33a8e7bf" providerId="LiveId" clId="{6C192596-F94B-4FAB-A38F-822CAE50B0CA}" dt="2023-03-22T17:31:38.622" v="2508" actId="113"/>
          <ac:spMkLst>
            <pc:docMk/>
            <pc:sldMk cId="2607278515" sldId="261"/>
            <ac:spMk id="3" creationId="{BAFBE066-8EE1-4231-B96A-4D7C2ED68895}"/>
          </ac:spMkLst>
        </pc:spChg>
        <pc:spChg chg="add del mod">
          <ac:chgData name="" userId="242feb3c33a8e7bf" providerId="LiveId" clId="{6C192596-F94B-4FAB-A38F-822CAE50B0CA}" dt="2023-03-22T17:28:59.461" v="2416" actId="478"/>
          <ac:spMkLst>
            <pc:docMk/>
            <pc:sldMk cId="2607278515" sldId="261"/>
            <ac:spMk id="17" creationId="{768AD678-8458-4F6D-8ACB-461FD11A5337}"/>
          </ac:spMkLst>
        </pc:spChg>
        <pc:inkChg chg="add del">
          <ac:chgData name="" userId="242feb3c33a8e7bf" providerId="LiveId" clId="{6C192596-F94B-4FAB-A38F-822CAE50B0CA}" dt="2023-03-22T17:28:23.284" v="2401"/>
          <ac:inkMkLst>
            <pc:docMk/>
            <pc:sldMk cId="2607278515" sldId="261"/>
            <ac:inkMk id="4" creationId="{80E0D8D0-4278-4558-9611-7D79173175BE}"/>
          </ac:inkMkLst>
        </pc:inkChg>
        <pc:inkChg chg="add del">
          <ac:chgData name="" userId="242feb3c33a8e7bf" providerId="LiveId" clId="{6C192596-F94B-4FAB-A38F-822CAE50B0CA}" dt="2023-03-22T17:28:23.284" v="2401"/>
          <ac:inkMkLst>
            <pc:docMk/>
            <pc:sldMk cId="2607278515" sldId="261"/>
            <ac:inkMk id="5" creationId="{565821F7-FA88-41AC-A921-533F342E6CFA}"/>
          </ac:inkMkLst>
        </pc:inkChg>
        <pc:inkChg chg="add del">
          <ac:chgData name="" userId="242feb3c33a8e7bf" providerId="LiveId" clId="{6C192596-F94B-4FAB-A38F-822CAE50B0CA}" dt="2023-03-22T17:28:32.071" v="2405"/>
          <ac:inkMkLst>
            <pc:docMk/>
            <pc:sldMk cId="2607278515" sldId="261"/>
            <ac:inkMk id="6" creationId="{6C3D4A99-884C-43D4-B531-B711B6A42075}"/>
          </ac:inkMkLst>
        </pc:inkChg>
        <pc:inkChg chg="add del">
          <ac:chgData name="" userId="242feb3c33a8e7bf" providerId="LiveId" clId="{6C192596-F94B-4FAB-A38F-822CAE50B0CA}" dt="2023-03-22T17:28:32.071" v="2405"/>
          <ac:inkMkLst>
            <pc:docMk/>
            <pc:sldMk cId="2607278515" sldId="261"/>
            <ac:inkMk id="7" creationId="{3E6A2C4C-447D-4F17-BED8-C379EDEDDFEF}"/>
          </ac:inkMkLst>
        </pc:inkChg>
        <pc:inkChg chg="add del">
          <ac:chgData name="" userId="242feb3c33a8e7bf" providerId="LiveId" clId="{6C192596-F94B-4FAB-A38F-822CAE50B0CA}" dt="2023-03-22T17:28:32.071" v="2405"/>
          <ac:inkMkLst>
            <pc:docMk/>
            <pc:sldMk cId="2607278515" sldId="261"/>
            <ac:inkMk id="8" creationId="{A2EAF3BD-B8A1-4662-AAE5-85506039A942}"/>
          </ac:inkMkLst>
        </pc:inkChg>
        <pc:inkChg chg="add del">
          <ac:chgData name="" userId="242feb3c33a8e7bf" providerId="LiveId" clId="{6C192596-F94B-4FAB-A38F-822CAE50B0CA}" dt="2023-03-22T17:28:32.071" v="2405"/>
          <ac:inkMkLst>
            <pc:docMk/>
            <pc:sldMk cId="2607278515" sldId="261"/>
            <ac:inkMk id="9" creationId="{9B174AAD-AE7D-4570-A692-A68C5873F037}"/>
          </ac:inkMkLst>
        </pc:inkChg>
        <pc:inkChg chg="add del">
          <ac:chgData name="" userId="242feb3c33a8e7bf" providerId="LiveId" clId="{6C192596-F94B-4FAB-A38F-822CAE50B0CA}" dt="2023-03-22T17:28:42.134" v="2413"/>
          <ac:inkMkLst>
            <pc:docMk/>
            <pc:sldMk cId="2607278515" sldId="261"/>
            <ac:inkMk id="10" creationId="{E8EBF7AB-A210-4723-8A34-5C4232E5E7EA}"/>
          </ac:inkMkLst>
        </pc:inkChg>
        <pc:inkChg chg="add del">
          <ac:chgData name="" userId="242feb3c33a8e7bf" providerId="LiveId" clId="{6C192596-F94B-4FAB-A38F-822CAE50B0CA}" dt="2023-03-22T17:28:37.100" v="2409"/>
          <ac:inkMkLst>
            <pc:docMk/>
            <pc:sldMk cId="2607278515" sldId="261"/>
            <ac:inkMk id="11" creationId="{B220C9CE-1A17-4A14-86BF-BEFA20815824}"/>
          </ac:inkMkLst>
        </pc:inkChg>
        <pc:inkChg chg="add del">
          <ac:chgData name="" userId="242feb3c33a8e7bf" providerId="LiveId" clId="{6C192596-F94B-4FAB-A38F-822CAE50B0CA}" dt="2023-03-22T17:28:37.100" v="2409"/>
          <ac:inkMkLst>
            <pc:docMk/>
            <pc:sldMk cId="2607278515" sldId="261"/>
            <ac:inkMk id="12" creationId="{4108D6E3-0BEA-425C-8ED2-2BD7E12E8435}"/>
          </ac:inkMkLst>
        </pc:inkChg>
        <pc:inkChg chg="add del">
          <ac:chgData name="" userId="242feb3c33a8e7bf" providerId="LiveId" clId="{6C192596-F94B-4FAB-A38F-822CAE50B0CA}" dt="2023-03-22T17:28:37.100" v="2409"/>
          <ac:inkMkLst>
            <pc:docMk/>
            <pc:sldMk cId="2607278515" sldId="261"/>
            <ac:inkMk id="13" creationId="{B437EEF0-10DF-4B46-AC5D-06E483F37D06}"/>
          </ac:inkMkLst>
        </pc:inkChg>
        <pc:inkChg chg="add del">
          <ac:chgData name="" userId="242feb3c33a8e7bf" providerId="LiveId" clId="{6C192596-F94B-4FAB-A38F-822CAE50B0CA}" dt="2023-03-22T17:28:42.134" v="2412"/>
          <ac:inkMkLst>
            <pc:docMk/>
            <pc:sldMk cId="2607278515" sldId="261"/>
            <ac:inkMk id="14" creationId="{E41B7198-85F9-4F51-AF5D-C95FAA1EF5FD}"/>
          </ac:inkMkLst>
        </pc:inkChg>
        <pc:inkChg chg="add del">
          <ac:chgData name="" userId="242feb3c33a8e7bf" providerId="LiveId" clId="{6C192596-F94B-4FAB-A38F-822CAE50B0CA}" dt="2023-03-22T17:28:42.133" v="2411"/>
          <ac:inkMkLst>
            <pc:docMk/>
            <pc:sldMk cId="2607278515" sldId="261"/>
            <ac:inkMk id="15" creationId="{D03BA336-F04F-4FAA-AEB2-00FABD2121F1}"/>
          </ac:inkMkLst>
        </pc:inkChg>
        <pc:inkChg chg="add del">
          <ac:chgData name="" userId="242feb3c33a8e7bf" providerId="LiveId" clId="{6C192596-F94B-4FAB-A38F-822CAE50B0CA}" dt="2023-03-22T17:28:57.804" v="2415"/>
          <ac:inkMkLst>
            <pc:docMk/>
            <pc:sldMk cId="2607278515" sldId="261"/>
            <ac:inkMk id="16" creationId="{97EEB95F-9C0B-4F5B-92D2-2FFCE41CB789}"/>
          </ac:inkMkLst>
        </pc:inkChg>
        <pc:inkChg chg="add del">
          <ac:chgData name="" userId="242feb3c33a8e7bf" providerId="LiveId" clId="{6C192596-F94B-4FAB-A38F-822CAE50B0CA}" dt="2023-03-22T17:29:10.414" v="2421"/>
          <ac:inkMkLst>
            <pc:docMk/>
            <pc:sldMk cId="2607278515" sldId="261"/>
            <ac:inkMk id="18" creationId="{B4D30607-BD14-44C3-9602-56F77083BC1E}"/>
          </ac:inkMkLst>
        </pc:inkChg>
        <pc:inkChg chg="add del">
          <ac:chgData name="" userId="242feb3c33a8e7bf" providerId="LiveId" clId="{6C192596-F94B-4FAB-A38F-822CAE50B0CA}" dt="2023-03-22T17:29:10.414" v="2421"/>
          <ac:inkMkLst>
            <pc:docMk/>
            <pc:sldMk cId="2607278515" sldId="261"/>
            <ac:inkMk id="19" creationId="{472521A2-520E-4F82-91C6-4BBB33BAB8A2}"/>
          </ac:inkMkLst>
        </pc:inkChg>
        <pc:inkChg chg="add del">
          <ac:chgData name="" userId="242feb3c33a8e7bf" providerId="LiveId" clId="{6C192596-F94B-4FAB-A38F-822CAE50B0CA}" dt="2023-03-22T17:29:10.414" v="2421"/>
          <ac:inkMkLst>
            <pc:docMk/>
            <pc:sldMk cId="2607278515" sldId="261"/>
            <ac:inkMk id="20" creationId="{83113748-F3B1-4F86-B859-CD982D12DA14}"/>
          </ac:inkMkLst>
        </pc:inkChg>
        <pc:inkChg chg="add del">
          <ac:chgData name="" userId="242feb3c33a8e7bf" providerId="LiveId" clId="{6C192596-F94B-4FAB-A38F-822CAE50B0CA}" dt="2023-03-22T17:29:10.414" v="2421"/>
          <ac:inkMkLst>
            <pc:docMk/>
            <pc:sldMk cId="2607278515" sldId="261"/>
            <ac:inkMk id="21" creationId="{9125B602-4A0B-43E1-AAAE-9C45D8EFE5D2}"/>
          </ac:inkMkLst>
        </pc:inkChg>
        <pc:inkChg chg="add">
          <ac:chgData name="" userId="242feb3c33a8e7bf" providerId="LiveId" clId="{6C192596-F94B-4FAB-A38F-822CAE50B0CA}" dt="2023-03-22T17:29:10.414" v="2421"/>
          <ac:inkMkLst>
            <pc:docMk/>
            <pc:sldMk cId="2607278515" sldId="261"/>
            <ac:inkMk id="22" creationId="{BDE163E3-67C1-410E-82A7-A130F7797A7B}"/>
          </ac:inkMkLst>
        </pc:inkChg>
        <pc:inkChg chg="add del">
          <ac:chgData name="" userId="242feb3c33a8e7bf" providerId="LiveId" clId="{6C192596-F94B-4FAB-A38F-822CAE50B0CA}" dt="2023-03-22T17:29:13.358" v="2424"/>
          <ac:inkMkLst>
            <pc:docMk/>
            <pc:sldMk cId="2607278515" sldId="261"/>
            <ac:inkMk id="23" creationId="{5705CED0-6473-4953-A342-7004C4518907}"/>
          </ac:inkMkLst>
        </pc:inkChg>
        <pc:inkChg chg="add del">
          <ac:chgData name="" userId="242feb3c33a8e7bf" providerId="LiveId" clId="{6C192596-F94B-4FAB-A38F-822CAE50B0CA}" dt="2023-03-22T17:29:13.358" v="2424"/>
          <ac:inkMkLst>
            <pc:docMk/>
            <pc:sldMk cId="2607278515" sldId="261"/>
            <ac:inkMk id="24" creationId="{51E4F614-455F-4808-BE51-F78EE20C7BAA}"/>
          </ac:inkMkLst>
        </pc:inkChg>
        <pc:inkChg chg="add del">
          <ac:chgData name="" userId="242feb3c33a8e7bf" providerId="LiveId" clId="{6C192596-F94B-4FAB-A38F-822CAE50B0CA}" dt="2023-03-22T17:29:18.112" v="2428"/>
          <ac:inkMkLst>
            <pc:docMk/>
            <pc:sldMk cId="2607278515" sldId="261"/>
            <ac:inkMk id="25" creationId="{28414C97-88B9-4D7A-907C-9260C1DF2C5D}"/>
          </ac:inkMkLst>
        </pc:inkChg>
        <pc:inkChg chg="add del">
          <ac:chgData name="" userId="242feb3c33a8e7bf" providerId="LiveId" clId="{6C192596-F94B-4FAB-A38F-822CAE50B0CA}" dt="2023-03-22T17:29:18.112" v="2428"/>
          <ac:inkMkLst>
            <pc:docMk/>
            <pc:sldMk cId="2607278515" sldId="261"/>
            <ac:inkMk id="26" creationId="{C2810AE7-8699-423E-BF62-7E2E7C56A27B}"/>
          </ac:inkMkLst>
        </pc:inkChg>
        <pc:inkChg chg="add del">
          <ac:chgData name="" userId="242feb3c33a8e7bf" providerId="LiveId" clId="{6C192596-F94B-4FAB-A38F-822CAE50B0CA}" dt="2023-03-22T17:29:18.112" v="2428"/>
          <ac:inkMkLst>
            <pc:docMk/>
            <pc:sldMk cId="2607278515" sldId="261"/>
            <ac:inkMk id="27" creationId="{56A0638A-7B1B-4C69-9D56-1F246481EAC4}"/>
          </ac:inkMkLst>
        </pc:inkChg>
        <pc:inkChg chg="add del">
          <ac:chgData name="" userId="242feb3c33a8e7bf" providerId="LiveId" clId="{6C192596-F94B-4FAB-A38F-822CAE50B0CA}" dt="2023-03-22T17:29:18.112" v="2428"/>
          <ac:inkMkLst>
            <pc:docMk/>
            <pc:sldMk cId="2607278515" sldId="261"/>
            <ac:inkMk id="28" creationId="{4B15F005-50EC-4B18-85BE-D4094DE6E9D5}"/>
          </ac:inkMkLst>
        </pc:inkChg>
        <pc:inkChg chg="add mod">
          <ac:chgData name="" userId="242feb3c33a8e7bf" providerId="LiveId" clId="{6C192596-F94B-4FAB-A38F-822CAE50B0CA}" dt="2023-03-22T17:30:02.029" v="2458" actId="1076"/>
          <ac:inkMkLst>
            <pc:docMk/>
            <pc:sldMk cId="2607278515" sldId="261"/>
            <ac:inkMk id="29" creationId="{BA301F73-7B47-4AF2-826C-7C6B72765E31}"/>
          </ac:inkMkLst>
        </pc:inkChg>
        <pc:inkChg chg="add mod">
          <ac:chgData name="" userId="242feb3c33a8e7bf" providerId="LiveId" clId="{6C192596-F94B-4FAB-A38F-822CAE50B0CA}" dt="2023-03-22T17:30:00.237" v="2457" actId="1076"/>
          <ac:inkMkLst>
            <pc:docMk/>
            <pc:sldMk cId="2607278515" sldId="261"/>
            <ac:inkMk id="30" creationId="{F7871FB5-DFF2-4893-89E3-C57D5F023DAA}"/>
          </ac:inkMkLst>
        </pc:inkChg>
        <pc:inkChg chg="add del">
          <ac:chgData name="" userId="242feb3c33a8e7bf" providerId="LiveId" clId="{6C192596-F94B-4FAB-A38F-822CAE50B0CA}" dt="2023-03-22T17:29:20.944" v="2431"/>
          <ac:inkMkLst>
            <pc:docMk/>
            <pc:sldMk cId="2607278515" sldId="261"/>
            <ac:inkMk id="31" creationId="{B48C887A-31F8-4055-B8A0-5BB3B96E140F}"/>
          </ac:inkMkLst>
        </pc:inkChg>
        <pc:inkChg chg="add del">
          <ac:chgData name="" userId="242feb3c33a8e7bf" providerId="LiveId" clId="{6C192596-F94B-4FAB-A38F-822CAE50B0CA}" dt="2023-03-22T17:29:20.944" v="2431"/>
          <ac:inkMkLst>
            <pc:docMk/>
            <pc:sldMk cId="2607278515" sldId="261"/>
            <ac:inkMk id="32" creationId="{FE2BCCEA-419A-481F-90C1-08E7B1C99D00}"/>
          </ac:inkMkLst>
        </pc:inkChg>
        <pc:inkChg chg="add mod">
          <ac:chgData name="" userId="242feb3c33a8e7bf" providerId="LiveId" clId="{6C192596-F94B-4FAB-A38F-822CAE50B0CA}" dt="2023-03-22T17:30:03.276" v="2459" actId="1076"/>
          <ac:inkMkLst>
            <pc:docMk/>
            <pc:sldMk cId="2607278515" sldId="261"/>
            <ac:inkMk id="33" creationId="{C26B15C4-0FE1-4521-8F68-BCD9BF744B3A}"/>
          </ac:inkMkLst>
        </pc:inkChg>
        <pc:inkChg chg="add del">
          <ac:chgData name="" userId="242feb3c33a8e7bf" providerId="LiveId" clId="{6C192596-F94B-4FAB-A38F-822CAE50B0CA}" dt="2023-03-22T17:29:25.097" v="2434"/>
          <ac:inkMkLst>
            <pc:docMk/>
            <pc:sldMk cId="2607278515" sldId="261"/>
            <ac:inkMk id="34" creationId="{21656F1D-A88E-459F-9C88-8650C70491EF}"/>
          </ac:inkMkLst>
        </pc:inkChg>
        <pc:inkChg chg="add del">
          <ac:chgData name="" userId="242feb3c33a8e7bf" providerId="LiveId" clId="{6C192596-F94B-4FAB-A38F-822CAE50B0CA}" dt="2023-03-22T17:29:25.097" v="2434"/>
          <ac:inkMkLst>
            <pc:docMk/>
            <pc:sldMk cId="2607278515" sldId="261"/>
            <ac:inkMk id="35" creationId="{F2ACFEFE-14BF-4CA2-AA45-D66A84740304}"/>
          </ac:inkMkLst>
        </pc:inkChg>
        <pc:inkChg chg="add del">
          <ac:chgData name="" userId="242feb3c33a8e7bf" providerId="LiveId" clId="{6C192596-F94B-4FAB-A38F-822CAE50B0CA}" dt="2023-03-22T17:29:30.057" v="2438"/>
          <ac:inkMkLst>
            <pc:docMk/>
            <pc:sldMk cId="2607278515" sldId="261"/>
            <ac:inkMk id="36" creationId="{4814B1AA-836D-4040-A703-6C0D5F67608A}"/>
          </ac:inkMkLst>
        </pc:inkChg>
        <pc:inkChg chg="add del">
          <ac:chgData name="" userId="242feb3c33a8e7bf" providerId="LiveId" clId="{6C192596-F94B-4FAB-A38F-822CAE50B0CA}" dt="2023-03-22T17:29:30.057" v="2438"/>
          <ac:inkMkLst>
            <pc:docMk/>
            <pc:sldMk cId="2607278515" sldId="261"/>
            <ac:inkMk id="37" creationId="{2E099F4E-98A8-42BB-A08D-6E67164EBBF8}"/>
          </ac:inkMkLst>
        </pc:inkChg>
        <pc:inkChg chg="add del">
          <ac:chgData name="" userId="242feb3c33a8e7bf" providerId="LiveId" clId="{6C192596-F94B-4FAB-A38F-822CAE50B0CA}" dt="2023-03-22T17:29:30.057" v="2438"/>
          <ac:inkMkLst>
            <pc:docMk/>
            <pc:sldMk cId="2607278515" sldId="261"/>
            <ac:inkMk id="38" creationId="{01ACBECD-5D8B-4C4F-8F66-5868D7338475}"/>
          </ac:inkMkLst>
        </pc:inkChg>
        <pc:inkChg chg="add del">
          <ac:chgData name="" userId="242feb3c33a8e7bf" providerId="LiveId" clId="{6C192596-F94B-4FAB-A38F-822CAE50B0CA}" dt="2023-03-22T17:29:30.057" v="2438"/>
          <ac:inkMkLst>
            <pc:docMk/>
            <pc:sldMk cId="2607278515" sldId="261"/>
            <ac:inkMk id="39" creationId="{ABFE81C5-7828-4B88-AE00-976A51F20642}"/>
          </ac:inkMkLst>
        </pc:inkChg>
        <pc:inkChg chg="add mod">
          <ac:chgData name="" userId="242feb3c33a8e7bf" providerId="LiveId" clId="{6C192596-F94B-4FAB-A38F-822CAE50B0CA}" dt="2023-03-22T17:30:09.254" v="2463" actId="1076"/>
          <ac:inkMkLst>
            <pc:docMk/>
            <pc:sldMk cId="2607278515" sldId="261"/>
            <ac:inkMk id="40" creationId="{078AE212-370A-482A-AF23-92198C3270FB}"/>
          </ac:inkMkLst>
        </pc:inkChg>
        <pc:inkChg chg="add mod">
          <ac:chgData name="" userId="242feb3c33a8e7bf" providerId="LiveId" clId="{6C192596-F94B-4FAB-A38F-822CAE50B0CA}" dt="2023-03-22T17:30:08.200" v="2462" actId="1076"/>
          <ac:inkMkLst>
            <pc:docMk/>
            <pc:sldMk cId="2607278515" sldId="261"/>
            <ac:inkMk id="41" creationId="{9D94B144-51A7-4345-9344-EFDE97D3FCF8}"/>
          </ac:inkMkLst>
        </pc:inkChg>
        <pc:inkChg chg="add del">
          <ac:chgData name="" userId="242feb3c33a8e7bf" providerId="LiveId" clId="{6C192596-F94B-4FAB-A38F-822CAE50B0CA}" dt="2023-03-22T17:29:42.859" v="2447"/>
          <ac:inkMkLst>
            <pc:docMk/>
            <pc:sldMk cId="2607278515" sldId="261"/>
            <ac:inkMk id="42" creationId="{CD649555-D7C7-46E8-95D9-52621675A3F9}"/>
          </ac:inkMkLst>
        </pc:inkChg>
        <pc:inkChg chg="add del">
          <ac:chgData name="" userId="242feb3c33a8e7bf" providerId="LiveId" clId="{6C192596-F94B-4FAB-A38F-822CAE50B0CA}" dt="2023-03-22T17:29:42.859" v="2447"/>
          <ac:inkMkLst>
            <pc:docMk/>
            <pc:sldMk cId="2607278515" sldId="261"/>
            <ac:inkMk id="43" creationId="{F1E6843B-4381-4DA2-9C99-0DFED80EEDF3}"/>
          </ac:inkMkLst>
        </pc:inkChg>
        <pc:inkChg chg="add del">
          <ac:chgData name="" userId="242feb3c33a8e7bf" providerId="LiveId" clId="{6C192596-F94B-4FAB-A38F-822CAE50B0CA}" dt="2023-03-22T17:29:42.859" v="2447"/>
          <ac:inkMkLst>
            <pc:docMk/>
            <pc:sldMk cId="2607278515" sldId="261"/>
            <ac:inkMk id="44" creationId="{83A83C65-BF0C-4AC5-9469-5CBCF4FAEA88}"/>
          </ac:inkMkLst>
        </pc:inkChg>
        <pc:inkChg chg="add del">
          <ac:chgData name="" userId="242feb3c33a8e7bf" providerId="LiveId" clId="{6C192596-F94B-4FAB-A38F-822CAE50B0CA}" dt="2023-03-22T17:29:42.859" v="2447"/>
          <ac:inkMkLst>
            <pc:docMk/>
            <pc:sldMk cId="2607278515" sldId="261"/>
            <ac:inkMk id="45" creationId="{87027176-D23A-426D-BCDC-6E54CB64BD10}"/>
          </ac:inkMkLst>
        </pc:inkChg>
        <pc:inkChg chg="add del">
          <ac:chgData name="" userId="242feb3c33a8e7bf" providerId="LiveId" clId="{6C192596-F94B-4FAB-A38F-822CAE50B0CA}" dt="2023-03-22T17:29:42.859" v="2447"/>
          <ac:inkMkLst>
            <pc:docMk/>
            <pc:sldMk cId="2607278515" sldId="261"/>
            <ac:inkMk id="46" creationId="{A9EB072E-19BA-41B8-BFE6-DC940F40DF5D}"/>
          </ac:inkMkLst>
        </pc:inkChg>
        <pc:inkChg chg="add del">
          <ac:chgData name="" userId="242feb3c33a8e7bf" providerId="LiveId" clId="{6C192596-F94B-4FAB-A38F-822CAE50B0CA}" dt="2023-03-22T17:29:42.859" v="2447"/>
          <ac:inkMkLst>
            <pc:docMk/>
            <pc:sldMk cId="2607278515" sldId="261"/>
            <ac:inkMk id="47" creationId="{65CF4F2B-E107-4E19-9FF9-1356AE315F08}"/>
          </ac:inkMkLst>
        </pc:inkChg>
        <pc:inkChg chg="add del">
          <ac:chgData name="" userId="242feb3c33a8e7bf" providerId="LiveId" clId="{6C192596-F94B-4FAB-A38F-822CAE50B0CA}" dt="2023-03-22T17:29:42.859" v="2447"/>
          <ac:inkMkLst>
            <pc:docMk/>
            <pc:sldMk cId="2607278515" sldId="261"/>
            <ac:inkMk id="48" creationId="{2B41ED13-23E8-40CC-A166-4E37A3A675BF}"/>
          </ac:inkMkLst>
        </pc:inkChg>
        <pc:inkChg chg="add del">
          <ac:chgData name="" userId="242feb3c33a8e7bf" providerId="LiveId" clId="{6C192596-F94B-4FAB-A38F-822CAE50B0CA}" dt="2023-03-22T17:29:48.822" v="2453"/>
          <ac:inkMkLst>
            <pc:docMk/>
            <pc:sldMk cId="2607278515" sldId="261"/>
            <ac:inkMk id="49" creationId="{461C856C-CAA5-4093-8F9E-67E434DF3DCF}"/>
          </ac:inkMkLst>
        </pc:inkChg>
        <pc:inkChg chg="add">
          <ac:chgData name="" userId="242feb3c33a8e7bf" providerId="LiveId" clId="{6C192596-F94B-4FAB-A38F-822CAE50B0CA}" dt="2023-03-22T17:29:42.859" v="2447"/>
          <ac:inkMkLst>
            <pc:docMk/>
            <pc:sldMk cId="2607278515" sldId="261"/>
            <ac:inkMk id="50" creationId="{9EE9FBDC-D726-4D9D-A126-D82A3FA89FC2}"/>
          </ac:inkMkLst>
        </pc:inkChg>
        <pc:inkChg chg="add">
          <ac:chgData name="" userId="242feb3c33a8e7bf" providerId="LiveId" clId="{6C192596-F94B-4FAB-A38F-822CAE50B0CA}" dt="2023-03-22T17:29:42.859" v="2447"/>
          <ac:inkMkLst>
            <pc:docMk/>
            <pc:sldMk cId="2607278515" sldId="261"/>
            <ac:inkMk id="51" creationId="{ED0E6E5F-1383-4750-82DD-6AE1546A6D90}"/>
          </ac:inkMkLst>
        </pc:inkChg>
        <pc:inkChg chg="add del">
          <ac:chgData name="" userId="242feb3c33a8e7bf" providerId="LiveId" clId="{6C192596-F94B-4FAB-A38F-822CAE50B0CA}" dt="2023-03-22T17:29:48.822" v="2453"/>
          <ac:inkMkLst>
            <pc:docMk/>
            <pc:sldMk cId="2607278515" sldId="261"/>
            <ac:inkMk id="52" creationId="{C222279D-0C18-4D59-867D-CD9C1FB48FB1}"/>
          </ac:inkMkLst>
        </pc:inkChg>
        <pc:inkChg chg="add del">
          <ac:chgData name="" userId="242feb3c33a8e7bf" providerId="LiveId" clId="{6C192596-F94B-4FAB-A38F-822CAE50B0CA}" dt="2023-03-22T17:29:48.822" v="2453"/>
          <ac:inkMkLst>
            <pc:docMk/>
            <pc:sldMk cId="2607278515" sldId="261"/>
            <ac:inkMk id="53" creationId="{8F66FBB8-7946-4150-844C-A3196C06B5D9}"/>
          </ac:inkMkLst>
        </pc:inkChg>
        <pc:inkChg chg="add del">
          <ac:chgData name="" userId="242feb3c33a8e7bf" providerId="LiveId" clId="{6C192596-F94B-4FAB-A38F-822CAE50B0CA}" dt="2023-03-22T17:29:48.822" v="2453"/>
          <ac:inkMkLst>
            <pc:docMk/>
            <pc:sldMk cId="2607278515" sldId="261"/>
            <ac:inkMk id="54" creationId="{C35BAF29-320B-46E9-BB97-A6AD5D6C48CB}"/>
          </ac:inkMkLst>
        </pc:inkChg>
        <pc:inkChg chg="add del">
          <ac:chgData name="" userId="242feb3c33a8e7bf" providerId="LiveId" clId="{6C192596-F94B-4FAB-A38F-822CAE50B0CA}" dt="2023-03-22T17:29:48.822" v="2453"/>
          <ac:inkMkLst>
            <pc:docMk/>
            <pc:sldMk cId="2607278515" sldId="261"/>
            <ac:inkMk id="55" creationId="{40EF99AB-353E-48CA-B6BA-888A192D1A21}"/>
          </ac:inkMkLst>
        </pc:inkChg>
        <pc:inkChg chg="add del">
          <ac:chgData name="" userId="242feb3c33a8e7bf" providerId="LiveId" clId="{6C192596-F94B-4FAB-A38F-822CAE50B0CA}" dt="2023-03-22T17:29:48.822" v="2453"/>
          <ac:inkMkLst>
            <pc:docMk/>
            <pc:sldMk cId="2607278515" sldId="261"/>
            <ac:inkMk id="56" creationId="{FB17ECC2-D03F-45AD-AAB3-A8DE7D185CC2}"/>
          </ac:inkMkLst>
        </pc:inkChg>
        <pc:inkChg chg="add">
          <ac:chgData name="" userId="242feb3c33a8e7bf" providerId="LiveId" clId="{6C192596-F94B-4FAB-A38F-822CAE50B0CA}" dt="2023-03-22T17:29:48.822" v="2453"/>
          <ac:inkMkLst>
            <pc:docMk/>
            <pc:sldMk cId="2607278515" sldId="261"/>
            <ac:inkMk id="57" creationId="{D54D97BB-72A4-440F-8FCA-4A85BB5AA2DF}"/>
          </ac:inkMkLst>
        </pc:inkChg>
        <pc:inkChg chg="add">
          <ac:chgData name="" userId="242feb3c33a8e7bf" providerId="LiveId" clId="{6C192596-F94B-4FAB-A38F-822CAE50B0CA}" dt="2023-03-22T17:29:48.822" v="2453"/>
          <ac:inkMkLst>
            <pc:docMk/>
            <pc:sldMk cId="2607278515" sldId="261"/>
            <ac:inkMk id="58" creationId="{A494AB85-6393-4D3F-9004-FB0EF720036D}"/>
          </ac:inkMkLst>
        </pc:inkChg>
        <pc:inkChg chg="add del">
          <ac:chgData name="" userId="242feb3c33a8e7bf" providerId="LiveId" clId="{6C192596-F94B-4FAB-A38F-822CAE50B0CA}" dt="2023-03-22T17:29:51.140" v="2456"/>
          <ac:inkMkLst>
            <pc:docMk/>
            <pc:sldMk cId="2607278515" sldId="261"/>
            <ac:inkMk id="59" creationId="{87207CB6-47EE-4C3E-8688-E92904A8C138}"/>
          </ac:inkMkLst>
        </pc:inkChg>
        <pc:inkChg chg="add del">
          <ac:chgData name="" userId="242feb3c33a8e7bf" providerId="LiveId" clId="{6C192596-F94B-4FAB-A38F-822CAE50B0CA}" dt="2023-03-22T17:29:51.140" v="2456"/>
          <ac:inkMkLst>
            <pc:docMk/>
            <pc:sldMk cId="2607278515" sldId="261"/>
            <ac:inkMk id="60" creationId="{71A1CD63-8B1F-408E-9362-32B3F5ADCFC4}"/>
          </ac:inkMkLst>
        </pc:inkChg>
        <pc:inkChg chg="add">
          <ac:chgData name="" userId="242feb3c33a8e7bf" providerId="LiveId" clId="{6C192596-F94B-4FAB-A38F-822CAE50B0CA}" dt="2023-03-22T17:29:51.140" v="2456"/>
          <ac:inkMkLst>
            <pc:docMk/>
            <pc:sldMk cId="2607278515" sldId="261"/>
            <ac:inkMk id="61" creationId="{CF369292-1920-4A35-86AF-3A2A3FAD52DC}"/>
          </ac:inkMkLst>
        </pc:inkChg>
      </pc:sldChg>
      <pc:sldChg chg="addSp delSp modSp add">
        <pc:chgData name="" userId="242feb3c33a8e7bf" providerId="LiveId" clId="{6C192596-F94B-4FAB-A38F-822CAE50B0CA}" dt="2023-03-22T17:36:46.908" v="2700" actId="14100"/>
        <pc:sldMkLst>
          <pc:docMk/>
          <pc:sldMk cId="4095713827" sldId="262"/>
        </pc:sldMkLst>
        <pc:spChg chg="del">
          <ac:chgData name="" userId="242feb3c33a8e7bf" providerId="LiveId" clId="{6C192596-F94B-4FAB-A38F-822CAE50B0CA}" dt="2023-03-22T17:31:53.510" v="2510" actId="478"/>
          <ac:spMkLst>
            <pc:docMk/>
            <pc:sldMk cId="4095713827" sldId="262"/>
            <ac:spMk id="2" creationId="{6C5063B1-F9E9-45AF-9323-26D81D70B56D}"/>
          </ac:spMkLst>
        </pc:spChg>
        <pc:spChg chg="mod">
          <ac:chgData name="" userId="242feb3c33a8e7bf" providerId="LiveId" clId="{6C192596-F94B-4FAB-A38F-822CAE50B0CA}" dt="2023-03-22T17:36:46.908" v="2700" actId="14100"/>
          <ac:spMkLst>
            <pc:docMk/>
            <pc:sldMk cId="4095713827" sldId="262"/>
            <ac:spMk id="3" creationId="{6F25C899-5EED-4FA1-80B4-A2DCDD5E9955}"/>
          </ac:spMkLst>
        </pc:spChg>
        <pc:inkChg chg="add del">
          <ac:chgData name="" userId="242feb3c33a8e7bf" providerId="LiveId" clId="{6C192596-F94B-4FAB-A38F-822CAE50B0CA}" dt="2023-03-22T17:32:28.324" v="2513"/>
          <ac:inkMkLst>
            <pc:docMk/>
            <pc:sldMk cId="4095713827" sldId="262"/>
            <ac:inkMk id="4" creationId="{37A03F80-0F28-4545-AEDB-7E4AA5FC536C}"/>
          </ac:inkMkLst>
        </pc:inkChg>
        <pc:inkChg chg="add del">
          <ac:chgData name="" userId="242feb3c33a8e7bf" providerId="LiveId" clId="{6C192596-F94B-4FAB-A38F-822CAE50B0CA}" dt="2023-03-22T17:32:28.326" v="2514"/>
          <ac:inkMkLst>
            <pc:docMk/>
            <pc:sldMk cId="4095713827" sldId="262"/>
            <ac:inkMk id="5" creationId="{143876BC-DA35-4476-A01D-CDA9A99020B5}"/>
          </ac:inkMkLst>
        </pc:inkChg>
        <pc:inkChg chg="add del">
          <ac:chgData name="" userId="242feb3c33a8e7bf" providerId="LiveId" clId="{6C192596-F94B-4FAB-A38F-822CAE50B0CA}" dt="2023-03-22T17:32:35.818" v="2516"/>
          <ac:inkMkLst>
            <pc:docMk/>
            <pc:sldMk cId="4095713827" sldId="262"/>
            <ac:inkMk id="6" creationId="{3EB7BE32-AEBB-484F-B3B8-F0BA8845F3AB}"/>
          </ac:inkMkLst>
        </pc:inkChg>
        <pc:inkChg chg="add del">
          <ac:chgData name="" userId="242feb3c33a8e7bf" providerId="LiveId" clId="{6C192596-F94B-4FAB-A38F-822CAE50B0CA}" dt="2023-03-22T17:32:40.624" v="2519"/>
          <ac:inkMkLst>
            <pc:docMk/>
            <pc:sldMk cId="4095713827" sldId="262"/>
            <ac:inkMk id="7" creationId="{285843BA-7365-4388-AF73-2EA1DD087D14}"/>
          </ac:inkMkLst>
        </pc:inkChg>
        <pc:inkChg chg="add del">
          <ac:chgData name="" userId="242feb3c33a8e7bf" providerId="LiveId" clId="{6C192596-F94B-4FAB-A38F-822CAE50B0CA}" dt="2023-03-22T17:32:40.624" v="2519"/>
          <ac:inkMkLst>
            <pc:docMk/>
            <pc:sldMk cId="4095713827" sldId="262"/>
            <ac:inkMk id="8" creationId="{DE48FEA4-4D1B-4D4F-AEE0-E1F48B9D1697}"/>
          </ac:inkMkLst>
        </pc:inkChg>
        <pc:inkChg chg="add">
          <ac:chgData name="" userId="242feb3c33a8e7bf" providerId="LiveId" clId="{6C192596-F94B-4FAB-A38F-822CAE50B0CA}" dt="2023-03-22T17:32:40.624" v="2519"/>
          <ac:inkMkLst>
            <pc:docMk/>
            <pc:sldMk cId="4095713827" sldId="262"/>
            <ac:inkMk id="9" creationId="{CEF80739-165E-4FB1-AEC0-E509203FFC94}"/>
          </ac:inkMkLst>
        </pc:inkChg>
        <pc:inkChg chg="add del">
          <ac:chgData name="" userId="242feb3c33a8e7bf" providerId="LiveId" clId="{6C192596-F94B-4FAB-A38F-822CAE50B0CA}" dt="2023-03-22T17:32:47.504" v="2523"/>
          <ac:inkMkLst>
            <pc:docMk/>
            <pc:sldMk cId="4095713827" sldId="262"/>
            <ac:inkMk id="10" creationId="{B96CCB74-A229-4DE5-B1BB-C3AD84621FE0}"/>
          </ac:inkMkLst>
        </pc:inkChg>
        <pc:inkChg chg="add del">
          <ac:chgData name="" userId="242feb3c33a8e7bf" providerId="LiveId" clId="{6C192596-F94B-4FAB-A38F-822CAE50B0CA}" dt="2023-03-22T17:32:47.504" v="2523"/>
          <ac:inkMkLst>
            <pc:docMk/>
            <pc:sldMk cId="4095713827" sldId="262"/>
            <ac:inkMk id="11" creationId="{E6D9E35A-DF81-435E-B991-718F3501CDC0}"/>
          </ac:inkMkLst>
        </pc:inkChg>
        <pc:inkChg chg="add del">
          <ac:chgData name="" userId="242feb3c33a8e7bf" providerId="LiveId" clId="{6C192596-F94B-4FAB-A38F-822CAE50B0CA}" dt="2023-03-22T17:32:47.504" v="2523"/>
          <ac:inkMkLst>
            <pc:docMk/>
            <pc:sldMk cId="4095713827" sldId="262"/>
            <ac:inkMk id="12" creationId="{DE887F75-1C42-4A75-BBD1-C0A1EEA6F92A}"/>
          </ac:inkMkLst>
        </pc:inkChg>
        <pc:inkChg chg="add del">
          <ac:chgData name="" userId="242feb3c33a8e7bf" providerId="LiveId" clId="{6C192596-F94B-4FAB-A38F-822CAE50B0CA}" dt="2023-03-22T17:33:01.272" v="2529"/>
          <ac:inkMkLst>
            <pc:docMk/>
            <pc:sldMk cId="4095713827" sldId="262"/>
            <ac:inkMk id="13" creationId="{411C23DA-EE21-40DB-B8BA-543B991D6F27}"/>
          </ac:inkMkLst>
        </pc:inkChg>
        <pc:inkChg chg="add del">
          <ac:chgData name="" userId="242feb3c33a8e7bf" providerId="LiveId" clId="{6C192596-F94B-4FAB-A38F-822CAE50B0CA}" dt="2023-03-22T17:32:52.460" v="2527"/>
          <ac:inkMkLst>
            <pc:docMk/>
            <pc:sldMk cId="4095713827" sldId="262"/>
            <ac:inkMk id="14" creationId="{2E2FC2FF-911D-4CC7-876F-978FAD0E1713}"/>
          </ac:inkMkLst>
        </pc:inkChg>
        <pc:inkChg chg="add del">
          <ac:chgData name="" userId="242feb3c33a8e7bf" providerId="LiveId" clId="{6C192596-F94B-4FAB-A38F-822CAE50B0CA}" dt="2023-03-22T17:32:52.460" v="2527"/>
          <ac:inkMkLst>
            <pc:docMk/>
            <pc:sldMk cId="4095713827" sldId="262"/>
            <ac:inkMk id="15" creationId="{CB5F3511-519E-4AA4-9179-AFB3635CD2D0}"/>
          </ac:inkMkLst>
        </pc:inkChg>
        <pc:inkChg chg="add del">
          <ac:chgData name="" userId="242feb3c33a8e7bf" providerId="LiveId" clId="{6C192596-F94B-4FAB-A38F-822CAE50B0CA}" dt="2023-03-22T17:32:52.460" v="2527"/>
          <ac:inkMkLst>
            <pc:docMk/>
            <pc:sldMk cId="4095713827" sldId="262"/>
            <ac:inkMk id="16" creationId="{10180F67-C4E8-4A90-8C59-4A5B818C4147}"/>
          </ac:inkMkLst>
        </pc:inkChg>
        <pc:inkChg chg="add del">
          <ac:chgData name="" userId="242feb3c33a8e7bf" providerId="LiveId" clId="{6C192596-F94B-4FAB-A38F-822CAE50B0CA}" dt="2023-03-22T17:33:01.271" v="2528"/>
          <ac:inkMkLst>
            <pc:docMk/>
            <pc:sldMk cId="4095713827" sldId="262"/>
            <ac:inkMk id="17" creationId="{4BCC08DA-54DD-40C9-A39F-58714CBA3022}"/>
          </ac:inkMkLst>
        </pc:inkChg>
        <pc:inkChg chg="add">
          <ac:chgData name="" userId="242feb3c33a8e7bf" providerId="LiveId" clId="{6C192596-F94B-4FAB-A38F-822CAE50B0CA}" dt="2023-03-22T17:33:03.958" v="2530"/>
          <ac:inkMkLst>
            <pc:docMk/>
            <pc:sldMk cId="4095713827" sldId="262"/>
            <ac:inkMk id="18" creationId="{66629C34-F686-498A-8CF1-8402BF1D2083}"/>
          </ac:inkMkLst>
        </pc:inkChg>
        <pc:inkChg chg="add del">
          <ac:chgData name="" userId="242feb3c33a8e7bf" providerId="LiveId" clId="{6C192596-F94B-4FAB-A38F-822CAE50B0CA}" dt="2023-03-22T17:33:08.914" v="2533"/>
          <ac:inkMkLst>
            <pc:docMk/>
            <pc:sldMk cId="4095713827" sldId="262"/>
            <ac:inkMk id="19" creationId="{AA854C53-7BE9-4EE3-95E8-D729408CFAF9}"/>
          </ac:inkMkLst>
        </pc:inkChg>
        <pc:inkChg chg="add del">
          <ac:chgData name="" userId="242feb3c33a8e7bf" providerId="LiveId" clId="{6C192596-F94B-4FAB-A38F-822CAE50B0CA}" dt="2023-03-22T17:33:08.914" v="2533"/>
          <ac:inkMkLst>
            <pc:docMk/>
            <pc:sldMk cId="4095713827" sldId="262"/>
            <ac:inkMk id="20" creationId="{076B4EEF-CFFF-4B19-A22E-B0BE17509AB2}"/>
          </ac:inkMkLst>
        </pc:inkChg>
        <pc:inkChg chg="add">
          <ac:chgData name="" userId="242feb3c33a8e7bf" providerId="LiveId" clId="{6C192596-F94B-4FAB-A38F-822CAE50B0CA}" dt="2023-03-22T17:33:08.914" v="2533"/>
          <ac:inkMkLst>
            <pc:docMk/>
            <pc:sldMk cId="4095713827" sldId="262"/>
            <ac:inkMk id="21" creationId="{32F7F79B-376F-4234-A1CB-BEABFD1D1EDD}"/>
          </ac:inkMkLst>
        </pc:inkChg>
        <pc:inkChg chg="add">
          <ac:chgData name="" userId="242feb3c33a8e7bf" providerId="LiveId" clId="{6C192596-F94B-4FAB-A38F-822CAE50B0CA}" dt="2023-03-22T17:33:16.869" v="2534"/>
          <ac:inkMkLst>
            <pc:docMk/>
            <pc:sldMk cId="4095713827" sldId="262"/>
            <ac:inkMk id="22" creationId="{0F233F9B-1C8C-42A3-8CB8-1388A03BC125}"/>
          </ac:inkMkLst>
        </pc:inkChg>
        <pc:inkChg chg="add del">
          <ac:chgData name="" userId="242feb3c33a8e7bf" providerId="LiveId" clId="{6C192596-F94B-4FAB-A38F-822CAE50B0CA}" dt="2023-03-22T17:33:23.824" v="2539"/>
          <ac:inkMkLst>
            <pc:docMk/>
            <pc:sldMk cId="4095713827" sldId="262"/>
            <ac:inkMk id="23" creationId="{89932D21-2326-4860-A03D-7B5BE334E725}"/>
          </ac:inkMkLst>
        </pc:inkChg>
        <pc:inkChg chg="add del">
          <ac:chgData name="" userId="242feb3c33a8e7bf" providerId="LiveId" clId="{6C192596-F94B-4FAB-A38F-822CAE50B0CA}" dt="2023-03-22T17:33:23.824" v="2539"/>
          <ac:inkMkLst>
            <pc:docMk/>
            <pc:sldMk cId="4095713827" sldId="262"/>
            <ac:inkMk id="24" creationId="{714EA223-0A86-45B0-A35A-FD4F503F6CD9}"/>
          </ac:inkMkLst>
        </pc:inkChg>
        <pc:inkChg chg="add del">
          <ac:chgData name="" userId="242feb3c33a8e7bf" providerId="LiveId" clId="{6C192596-F94B-4FAB-A38F-822CAE50B0CA}" dt="2023-03-22T17:33:23.824" v="2539"/>
          <ac:inkMkLst>
            <pc:docMk/>
            <pc:sldMk cId="4095713827" sldId="262"/>
            <ac:inkMk id="25" creationId="{0FAD7AD3-43A1-4E32-9DC5-8B65D6ACB0FD}"/>
          </ac:inkMkLst>
        </pc:inkChg>
        <pc:inkChg chg="add del">
          <ac:chgData name="" userId="242feb3c33a8e7bf" providerId="LiveId" clId="{6C192596-F94B-4FAB-A38F-822CAE50B0CA}" dt="2023-03-22T17:33:23.824" v="2539"/>
          <ac:inkMkLst>
            <pc:docMk/>
            <pc:sldMk cId="4095713827" sldId="262"/>
            <ac:inkMk id="26" creationId="{D61F1E00-D3F8-48E8-84E7-AE11DEEEB64C}"/>
          </ac:inkMkLst>
        </pc:inkChg>
        <pc:inkChg chg="add">
          <ac:chgData name="" userId="242feb3c33a8e7bf" providerId="LiveId" clId="{6C192596-F94B-4FAB-A38F-822CAE50B0CA}" dt="2023-03-22T17:33:23.824" v="2539"/>
          <ac:inkMkLst>
            <pc:docMk/>
            <pc:sldMk cId="4095713827" sldId="262"/>
            <ac:inkMk id="27" creationId="{A549751E-5709-49A4-922B-D20AC5F6A227}"/>
          </ac:inkMkLst>
        </pc:inkChg>
        <pc:inkChg chg="add">
          <ac:chgData name="" userId="242feb3c33a8e7bf" providerId="LiveId" clId="{6C192596-F94B-4FAB-A38F-822CAE50B0CA}" dt="2023-03-22T17:33:25.306" v="2540"/>
          <ac:inkMkLst>
            <pc:docMk/>
            <pc:sldMk cId="4095713827" sldId="262"/>
            <ac:inkMk id="28" creationId="{2D5073B3-0B48-4B2D-8A63-74A096A29768}"/>
          </ac:inkMkLst>
        </pc:inkChg>
        <pc:inkChg chg="add del">
          <ac:chgData name="" userId="242feb3c33a8e7bf" providerId="LiveId" clId="{6C192596-F94B-4FAB-A38F-822CAE50B0CA}" dt="2023-03-22T17:33:29.257" v="2543"/>
          <ac:inkMkLst>
            <pc:docMk/>
            <pc:sldMk cId="4095713827" sldId="262"/>
            <ac:inkMk id="29" creationId="{1BA5AA19-9589-40FD-BD4F-25DF2C16A9C4}"/>
          </ac:inkMkLst>
        </pc:inkChg>
        <pc:inkChg chg="add del">
          <ac:chgData name="" userId="242feb3c33a8e7bf" providerId="LiveId" clId="{6C192596-F94B-4FAB-A38F-822CAE50B0CA}" dt="2023-03-22T17:33:29.257" v="2543"/>
          <ac:inkMkLst>
            <pc:docMk/>
            <pc:sldMk cId="4095713827" sldId="262"/>
            <ac:inkMk id="30" creationId="{B6535556-C2CB-46F4-8352-23DBD8ECB909}"/>
          </ac:inkMkLst>
        </pc:inkChg>
        <pc:inkChg chg="add">
          <ac:chgData name="" userId="242feb3c33a8e7bf" providerId="LiveId" clId="{6C192596-F94B-4FAB-A38F-822CAE50B0CA}" dt="2023-03-22T17:33:29.257" v="2543"/>
          <ac:inkMkLst>
            <pc:docMk/>
            <pc:sldMk cId="4095713827" sldId="262"/>
            <ac:inkMk id="31" creationId="{D0E6374A-DFAE-4AA9-AB35-2FDD5302C622}"/>
          </ac:inkMkLst>
        </pc:inkChg>
        <pc:inkChg chg="add">
          <ac:chgData name="" userId="242feb3c33a8e7bf" providerId="LiveId" clId="{6C192596-F94B-4FAB-A38F-822CAE50B0CA}" dt="2023-03-22T17:33:31.130" v="2544"/>
          <ac:inkMkLst>
            <pc:docMk/>
            <pc:sldMk cId="4095713827" sldId="262"/>
            <ac:inkMk id="32" creationId="{B6816670-24BA-4730-B589-8A94180E5F46}"/>
          </ac:inkMkLst>
        </pc:inkChg>
        <pc:inkChg chg="add del">
          <ac:chgData name="" userId="242feb3c33a8e7bf" providerId="LiveId" clId="{6C192596-F94B-4FAB-A38F-822CAE50B0CA}" dt="2023-03-22T17:33:39.033" v="2549"/>
          <ac:inkMkLst>
            <pc:docMk/>
            <pc:sldMk cId="4095713827" sldId="262"/>
            <ac:inkMk id="33" creationId="{DAD77111-DEE0-4917-8D92-E52545F7672F}"/>
          </ac:inkMkLst>
        </pc:inkChg>
        <pc:inkChg chg="add del">
          <ac:chgData name="" userId="242feb3c33a8e7bf" providerId="LiveId" clId="{6C192596-F94B-4FAB-A38F-822CAE50B0CA}" dt="2023-03-22T17:33:39.033" v="2549"/>
          <ac:inkMkLst>
            <pc:docMk/>
            <pc:sldMk cId="4095713827" sldId="262"/>
            <ac:inkMk id="34" creationId="{78146FAC-CCFB-4555-8E51-6CAFC4F2583A}"/>
          </ac:inkMkLst>
        </pc:inkChg>
        <pc:inkChg chg="add del">
          <ac:chgData name="" userId="242feb3c33a8e7bf" providerId="LiveId" clId="{6C192596-F94B-4FAB-A38F-822CAE50B0CA}" dt="2023-03-22T17:33:39.033" v="2549"/>
          <ac:inkMkLst>
            <pc:docMk/>
            <pc:sldMk cId="4095713827" sldId="262"/>
            <ac:inkMk id="35" creationId="{BB8579C0-26D0-43F3-BF25-BB05F51EBE64}"/>
          </ac:inkMkLst>
        </pc:inkChg>
        <pc:inkChg chg="add del">
          <ac:chgData name="" userId="242feb3c33a8e7bf" providerId="LiveId" clId="{6C192596-F94B-4FAB-A38F-822CAE50B0CA}" dt="2023-03-22T17:33:39.033" v="2549"/>
          <ac:inkMkLst>
            <pc:docMk/>
            <pc:sldMk cId="4095713827" sldId="262"/>
            <ac:inkMk id="36" creationId="{E39DF90F-F957-4801-9441-148C8AC3ACF6}"/>
          </ac:inkMkLst>
        </pc:inkChg>
        <pc:inkChg chg="add">
          <ac:chgData name="" userId="242feb3c33a8e7bf" providerId="LiveId" clId="{6C192596-F94B-4FAB-A38F-822CAE50B0CA}" dt="2023-03-22T17:33:39.033" v="2549"/>
          <ac:inkMkLst>
            <pc:docMk/>
            <pc:sldMk cId="4095713827" sldId="262"/>
            <ac:inkMk id="37" creationId="{5E1C7B16-DD82-477D-B3DC-03C28803387E}"/>
          </ac:inkMkLst>
        </pc:inkChg>
        <pc:inkChg chg="add del">
          <ac:chgData name="" userId="242feb3c33a8e7bf" providerId="LiveId" clId="{6C192596-F94B-4FAB-A38F-822CAE50B0CA}" dt="2023-03-22T17:33:44.165" v="2553"/>
          <ac:inkMkLst>
            <pc:docMk/>
            <pc:sldMk cId="4095713827" sldId="262"/>
            <ac:inkMk id="38" creationId="{E950882C-9575-48D1-83F1-1B1975B69AC4}"/>
          </ac:inkMkLst>
        </pc:inkChg>
        <pc:inkChg chg="add del">
          <ac:chgData name="" userId="242feb3c33a8e7bf" providerId="LiveId" clId="{6C192596-F94B-4FAB-A38F-822CAE50B0CA}" dt="2023-03-22T17:33:44.165" v="2553"/>
          <ac:inkMkLst>
            <pc:docMk/>
            <pc:sldMk cId="4095713827" sldId="262"/>
            <ac:inkMk id="39" creationId="{4B1874A1-EBF1-403B-9DF5-DEAA78A0D217}"/>
          </ac:inkMkLst>
        </pc:inkChg>
        <pc:inkChg chg="add del">
          <ac:chgData name="" userId="242feb3c33a8e7bf" providerId="LiveId" clId="{6C192596-F94B-4FAB-A38F-822CAE50B0CA}" dt="2023-03-22T17:33:44.165" v="2553"/>
          <ac:inkMkLst>
            <pc:docMk/>
            <pc:sldMk cId="4095713827" sldId="262"/>
            <ac:inkMk id="40" creationId="{D3675437-32CD-48A2-88DC-8E0BCAE699D1}"/>
          </ac:inkMkLst>
        </pc:inkChg>
        <pc:inkChg chg="add mod">
          <ac:chgData name="" userId="242feb3c33a8e7bf" providerId="LiveId" clId="{6C192596-F94B-4FAB-A38F-822CAE50B0CA}" dt="2023-03-22T17:34:12.318" v="2579" actId="1036"/>
          <ac:inkMkLst>
            <pc:docMk/>
            <pc:sldMk cId="4095713827" sldId="262"/>
            <ac:inkMk id="41" creationId="{4F4D08A2-14B1-4B53-BA1A-6F6C9FC4CE47}"/>
          </ac:inkMkLst>
        </pc:inkChg>
        <pc:inkChg chg="add del">
          <ac:chgData name="" userId="242feb3c33a8e7bf" providerId="LiveId" clId="{6C192596-F94B-4FAB-A38F-822CAE50B0CA}" dt="2023-03-22T17:33:54.527" v="2563"/>
          <ac:inkMkLst>
            <pc:docMk/>
            <pc:sldMk cId="4095713827" sldId="262"/>
            <ac:inkMk id="42" creationId="{0AAC7B42-7694-42B3-A4D3-C718620D4EA8}"/>
          </ac:inkMkLst>
        </pc:inkChg>
        <pc:inkChg chg="add del">
          <ac:chgData name="" userId="242feb3c33a8e7bf" providerId="LiveId" clId="{6C192596-F94B-4FAB-A38F-822CAE50B0CA}" dt="2023-03-22T17:33:54.527" v="2563"/>
          <ac:inkMkLst>
            <pc:docMk/>
            <pc:sldMk cId="4095713827" sldId="262"/>
            <ac:inkMk id="43" creationId="{DE5F690F-62E0-424C-920E-207557D2D3B8}"/>
          </ac:inkMkLst>
        </pc:inkChg>
        <pc:inkChg chg="add del">
          <ac:chgData name="" userId="242feb3c33a8e7bf" providerId="LiveId" clId="{6C192596-F94B-4FAB-A38F-822CAE50B0CA}" dt="2023-03-22T17:33:54.527" v="2563"/>
          <ac:inkMkLst>
            <pc:docMk/>
            <pc:sldMk cId="4095713827" sldId="262"/>
            <ac:inkMk id="44" creationId="{84BE9266-5C0A-4504-BAE7-443D8393117B}"/>
          </ac:inkMkLst>
        </pc:inkChg>
        <pc:inkChg chg="add del">
          <ac:chgData name="" userId="242feb3c33a8e7bf" providerId="LiveId" clId="{6C192596-F94B-4FAB-A38F-822CAE50B0CA}" dt="2023-03-22T17:33:54.527" v="2563"/>
          <ac:inkMkLst>
            <pc:docMk/>
            <pc:sldMk cId="4095713827" sldId="262"/>
            <ac:inkMk id="45" creationId="{F57B1F13-2B7A-4EE3-B1A1-72EDCE6C2F44}"/>
          </ac:inkMkLst>
        </pc:inkChg>
        <pc:inkChg chg="add del">
          <ac:chgData name="" userId="242feb3c33a8e7bf" providerId="LiveId" clId="{6C192596-F94B-4FAB-A38F-822CAE50B0CA}" dt="2023-03-22T17:33:54.527" v="2563"/>
          <ac:inkMkLst>
            <pc:docMk/>
            <pc:sldMk cId="4095713827" sldId="262"/>
            <ac:inkMk id="46" creationId="{8F5BE752-DEA2-4B3E-9648-1C217FC792C9}"/>
          </ac:inkMkLst>
        </pc:inkChg>
        <pc:inkChg chg="add del">
          <ac:chgData name="" userId="242feb3c33a8e7bf" providerId="LiveId" clId="{6C192596-F94B-4FAB-A38F-822CAE50B0CA}" dt="2023-03-22T17:33:54.527" v="2563"/>
          <ac:inkMkLst>
            <pc:docMk/>
            <pc:sldMk cId="4095713827" sldId="262"/>
            <ac:inkMk id="47" creationId="{D827257A-0503-4BF4-B141-1F2330D45A12}"/>
          </ac:inkMkLst>
        </pc:inkChg>
        <pc:inkChg chg="add del">
          <ac:chgData name="" userId="242feb3c33a8e7bf" providerId="LiveId" clId="{6C192596-F94B-4FAB-A38F-822CAE50B0CA}" dt="2023-03-22T17:33:54.527" v="2563"/>
          <ac:inkMkLst>
            <pc:docMk/>
            <pc:sldMk cId="4095713827" sldId="262"/>
            <ac:inkMk id="48" creationId="{7F2E3A7A-5CA4-4650-A029-8F556050005B}"/>
          </ac:inkMkLst>
        </pc:inkChg>
        <pc:inkChg chg="add del">
          <ac:chgData name="" userId="242feb3c33a8e7bf" providerId="LiveId" clId="{6C192596-F94B-4FAB-A38F-822CAE50B0CA}" dt="2023-03-22T17:33:54.527" v="2563"/>
          <ac:inkMkLst>
            <pc:docMk/>
            <pc:sldMk cId="4095713827" sldId="262"/>
            <ac:inkMk id="49" creationId="{5E14F720-A88B-46D4-AF21-E383A40DBA29}"/>
          </ac:inkMkLst>
        </pc:inkChg>
        <pc:inkChg chg="add del">
          <ac:chgData name="" userId="242feb3c33a8e7bf" providerId="LiveId" clId="{6C192596-F94B-4FAB-A38F-822CAE50B0CA}" dt="2023-03-22T17:33:54.527" v="2563"/>
          <ac:inkMkLst>
            <pc:docMk/>
            <pc:sldMk cId="4095713827" sldId="262"/>
            <ac:inkMk id="50" creationId="{40788CED-EE31-4D82-A419-A0F7DEF8CC01}"/>
          </ac:inkMkLst>
        </pc:inkChg>
        <pc:inkChg chg="add del mod">
          <ac:chgData name="" userId="242feb3c33a8e7bf" providerId="LiveId" clId="{6C192596-F94B-4FAB-A38F-822CAE50B0CA}" dt="2023-03-22T17:34:22.714" v="2583"/>
          <ac:inkMkLst>
            <pc:docMk/>
            <pc:sldMk cId="4095713827" sldId="262"/>
            <ac:inkMk id="51" creationId="{FD3F9AA0-A35E-4AF3-8FE7-5CB236867C38}"/>
          </ac:inkMkLst>
        </pc:inkChg>
        <pc:inkChg chg="add del">
          <ac:chgData name="" userId="242feb3c33a8e7bf" providerId="LiveId" clId="{6C192596-F94B-4FAB-A38F-822CAE50B0CA}" dt="2023-03-22T17:33:59.792" v="2568"/>
          <ac:inkMkLst>
            <pc:docMk/>
            <pc:sldMk cId="4095713827" sldId="262"/>
            <ac:inkMk id="52" creationId="{D8318BA0-68A8-40B6-AA11-DF3C472ECDD3}"/>
          </ac:inkMkLst>
        </pc:inkChg>
        <pc:inkChg chg="add del">
          <ac:chgData name="" userId="242feb3c33a8e7bf" providerId="LiveId" clId="{6C192596-F94B-4FAB-A38F-822CAE50B0CA}" dt="2023-03-22T17:33:59.792" v="2568"/>
          <ac:inkMkLst>
            <pc:docMk/>
            <pc:sldMk cId="4095713827" sldId="262"/>
            <ac:inkMk id="53" creationId="{AADC5289-CA97-4EA5-91CF-13DFBC3A22A4}"/>
          </ac:inkMkLst>
        </pc:inkChg>
        <pc:inkChg chg="add del">
          <ac:chgData name="" userId="242feb3c33a8e7bf" providerId="LiveId" clId="{6C192596-F94B-4FAB-A38F-822CAE50B0CA}" dt="2023-03-22T17:33:59.792" v="2568"/>
          <ac:inkMkLst>
            <pc:docMk/>
            <pc:sldMk cId="4095713827" sldId="262"/>
            <ac:inkMk id="54" creationId="{248A8824-EDF1-4ECA-9235-5BBA4929337E}"/>
          </ac:inkMkLst>
        </pc:inkChg>
        <pc:inkChg chg="add del">
          <ac:chgData name="" userId="242feb3c33a8e7bf" providerId="LiveId" clId="{6C192596-F94B-4FAB-A38F-822CAE50B0CA}" dt="2023-03-22T17:33:59.792" v="2568"/>
          <ac:inkMkLst>
            <pc:docMk/>
            <pc:sldMk cId="4095713827" sldId="262"/>
            <ac:inkMk id="55" creationId="{D41C72BF-C9AB-41C6-A2B6-D376C21F277C}"/>
          </ac:inkMkLst>
        </pc:inkChg>
        <pc:inkChg chg="add mod">
          <ac:chgData name="" userId="242feb3c33a8e7bf" providerId="LiveId" clId="{6C192596-F94B-4FAB-A38F-822CAE50B0CA}" dt="2023-03-22T17:34:13.341" v="2580" actId="1036"/>
          <ac:inkMkLst>
            <pc:docMk/>
            <pc:sldMk cId="4095713827" sldId="262"/>
            <ac:inkMk id="56" creationId="{48F3D746-31F7-42B3-855D-1EB71DBC24E6}"/>
          </ac:inkMkLst>
        </pc:inkChg>
        <pc:inkChg chg="add del">
          <ac:chgData name="" userId="242feb3c33a8e7bf" providerId="LiveId" clId="{6C192596-F94B-4FAB-A38F-822CAE50B0CA}" dt="2023-03-22T17:34:22.714" v="2583"/>
          <ac:inkMkLst>
            <pc:docMk/>
            <pc:sldMk cId="4095713827" sldId="262"/>
            <ac:inkMk id="57" creationId="{AB2B6BF4-CF37-4FFC-8CB8-A9E703EC6389}"/>
          </ac:inkMkLst>
        </pc:inkChg>
        <pc:inkChg chg="add">
          <ac:chgData name="" userId="242feb3c33a8e7bf" providerId="LiveId" clId="{6C192596-F94B-4FAB-A38F-822CAE50B0CA}" dt="2023-03-22T17:34:22.714" v="2583"/>
          <ac:inkMkLst>
            <pc:docMk/>
            <pc:sldMk cId="4095713827" sldId="262"/>
            <ac:inkMk id="58" creationId="{4A8FCFE2-1A21-4D34-BDCF-24E4738988B6}"/>
          </ac:inkMkLst>
        </pc:inkChg>
      </pc:sldChg>
      <pc:sldChg chg="addSp delSp modSp add">
        <pc:chgData name="" userId="242feb3c33a8e7bf" providerId="LiveId" clId="{6C192596-F94B-4FAB-A38F-822CAE50B0CA}" dt="2023-03-22T17:40:41.726" v="2843" actId="20577"/>
        <pc:sldMkLst>
          <pc:docMk/>
          <pc:sldMk cId="2546658784" sldId="263"/>
        </pc:sldMkLst>
        <pc:spChg chg="del">
          <ac:chgData name="" userId="242feb3c33a8e7bf" providerId="LiveId" clId="{6C192596-F94B-4FAB-A38F-822CAE50B0CA}" dt="2023-03-22T17:37:32.374" v="2702" actId="478"/>
          <ac:spMkLst>
            <pc:docMk/>
            <pc:sldMk cId="2546658784" sldId="263"/>
            <ac:spMk id="2" creationId="{CD3666E5-D410-46EF-9EB3-A74B586C2F88}"/>
          </ac:spMkLst>
        </pc:spChg>
        <pc:spChg chg="mod">
          <ac:chgData name="" userId="242feb3c33a8e7bf" providerId="LiveId" clId="{6C192596-F94B-4FAB-A38F-822CAE50B0CA}" dt="2023-03-22T17:40:41.726" v="2843" actId="20577"/>
          <ac:spMkLst>
            <pc:docMk/>
            <pc:sldMk cId="2546658784" sldId="263"/>
            <ac:spMk id="3" creationId="{6305E3D8-D6BD-4FC9-A6FB-2FBA5CE877D8}"/>
          </ac:spMkLst>
        </pc:spChg>
        <pc:inkChg chg="add mod">
          <ac:chgData name="" userId="242feb3c33a8e7bf" providerId="LiveId" clId="{6C192596-F94B-4FAB-A38F-822CAE50B0CA}" dt="2023-03-22T17:38:34.183" v="2747" actId="14100"/>
          <ac:inkMkLst>
            <pc:docMk/>
            <pc:sldMk cId="2546658784" sldId="263"/>
            <ac:inkMk id="4" creationId="{2139287B-18B9-4DCC-B406-2D870020DF1E}"/>
          </ac:inkMkLst>
        </pc:inkChg>
        <pc:inkChg chg="add del">
          <ac:chgData name="" userId="242feb3c33a8e7bf" providerId="LiveId" clId="{6C192596-F94B-4FAB-A38F-822CAE50B0CA}" dt="2023-03-22T17:37:42.260" v="2706"/>
          <ac:inkMkLst>
            <pc:docMk/>
            <pc:sldMk cId="2546658784" sldId="263"/>
            <ac:inkMk id="5" creationId="{C69DBB8E-8128-4294-8570-75E0B6F6F6EC}"/>
          </ac:inkMkLst>
        </pc:inkChg>
        <pc:inkChg chg="add del">
          <ac:chgData name="" userId="242feb3c33a8e7bf" providerId="LiveId" clId="{6C192596-F94B-4FAB-A38F-822CAE50B0CA}" dt="2023-03-22T17:37:42.260" v="2706"/>
          <ac:inkMkLst>
            <pc:docMk/>
            <pc:sldMk cId="2546658784" sldId="263"/>
            <ac:inkMk id="6" creationId="{CA4311A9-C6D9-498A-88F9-83D59BC4A263}"/>
          </ac:inkMkLst>
        </pc:inkChg>
        <pc:inkChg chg="add del">
          <ac:chgData name="" userId="242feb3c33a8e7bf" providerId="LiveId" clId="{6C192596-F94B-4FAB-A38F-822CAE50B0CA}" dt="2023-03-22T17:37:43.855" v="2708"/>
          <ac:inkMkLst>
            <pc:docMk/>
            <pc:sldMk cId="2546658784" sldId="263"/>
            <ac:inkMk id="7" creationId="{A912B5BC-360A-456E-ADBA-B8B5B426C1B5}"/>
          </ac:inkMkLst>
        </pc:inkChg>
        <pc:inkChg chg="add del">
          <ac:chgData name="" userId="242feb3c33a8e7bf" providerId="LiveId" clId="{6C192596-F94B-4FAB-A38F-822CAE50B0CA}" dt="2023-03-22T17:37:43.855" v="2708"/>
          <ac:inkMkLst>
            <pc:docMk/>
            <pc:sldMk cId="2546658784" sldId="263"/>
            <ac:inkMk id="8" creationId="{DE268FEC-5E13-424C-ADC1-884D45111698}"/>
          </ac:inkMkLst>
        </pc:inkChg>
        <pc:inkChg chg="add mod">
          <ac:chgData name="" userId="242feb3c33a8e7bf" providerId="LiveId" clId="{6C192596-F94B-4FAB-A38F-822CAE50B0CA}" dt="2023-03-22T17:38:39.184" v="2755" actId="1038"/>
          <ac:inkMkLst>
            <pc:docMk/>
            <pc:sldMk cId="2546658784" sldId="263"/>
            <ac:inkMk id="9" creationId="{86B2FC3B-86B7-4EF8-A91C-1A4FD3D0B63A}"/>
          </ac:inkMkLst>
        </pc:inkChg>
        <pc:inkChg chg="add mod">
          <ac:chgData name="" userId="242feb3c33a8e7bf" providerId="LiveId" clId="{6C192596-F94B-4FAB-A38F-822CAE50B0CA}" dt="2023-03-22T17:38:40.860" v="2763" actId="1038"/>
          <ac:inkMkLst>
            <pc:docMk/>
            <pc:sldMk cId="2546658784" sldId="263"/>
            <ac:inkMk id="10" creationId="{C935CEE9-8D78-4937-AFFB-7E7EBEB6400E}"/>
          </ac:inkMkLst>
        </pc:inkChg>
        <pc:inkChg chg="add del">
          <ac:chgData name="" userId="242feb3c33a8e7bf" providerId="LiveId" clId="{6C192596-F94B-4FAB-A38F-822CAE50B0CA}" dt="2023-03-22T17:37:51.604" v="2714"/>
          <ac:inkMkLst>
            <pc:docMk/>
            <pc:sldMk cId="2546658784" sldId="263"/>
            <ac:inkMk id="11" creationId="{B7F38F02-F884-4E88-84C8-FBB9DA88AD60}"/>
          </ac:inkMkLst>
        </pc:inkChg>
        <pc:inkChg chg="add del">
          <ac:chgData name="" userId="242feb3c33a8e7bf" providerId="LiveId" clId="{6C192596-F94B-4FAB-A38F-822CAE50B0CA}" dt="2023-03-22T17:37:51.604" v="2714"/>
          <ac:inkMkLst>
            <pc:docMk/>
            <pc:sldMk cId="2546658784" sldId="263"/>
            <ac:inkMk id="12" creationId="{93836187-0B62-4D19-B24D-21B45E8267F7}"/>
          </ac:inkMkLst>
        </pc:inkChg>
        <pc:inkChg chg="add del">
          <ac:chgData name="" userId="242feb3c33a8e7bf" providerId="LiveId" clId="{6C192596-F94B-4FAB-A38F-822CAE50B0CA}" dt="2023-03-22T17:37:51.604" v="2714"/>
          <ac:inkMkLst>
            <pc:docMk/>
            <pc:sldMk cId="2546658784" sldId="263"/>
            <ac:inkMk id="13" creationId="{9FF9E232-31FC-47C4-9A58-A57F4785D209}"/>
          </ac:inkMkLst>
        </pc:inkChg>
        <pc:inkChg chg="add del">
          <ac:chgData name="" userId="242feb3c33a8e7bf" providerId="LiveId" clId="{6C192596-F94B-4FAB-A38F-822CAE50B0CA}" dt="2023-03-22T17:37:51.604" v="2714"/>
          <ac:inkMkLst>
            <pc:docMk/>
            <pc:sldMk cId="2546658784" sldId="263"/>
            <ac:inkMk id="14" creationId="{ED73C0F5-9D8C-496C-9A8C-81D65C4685AA}"/>
          </ac:inkMkLst>
        </pc:inkChg>
        <pc:inkChg chg="add del">
          <ac:chgData name="" userId="242feb3c33a8e7bf" providerId="LiveId" clId="{6C192596-F94B-4FAB-A38F-822CAE50B0CA}" dt="2023-03-22T17:37:53.252" v="2716"/>
          <ac:inkMkLst>
            <pc:docMk/>
            <pc:sldMk cId="2546658784" sldId="263"/>
            <ac:inkMk id="15" creationId="{92EF90EC-A81A-423D-AF56-6CEB54BBC00A}"/>
          </ac:inkMkLst>
        </pc:inkChg>
        <pc:inkChg chg="add del">
          <ac:chgData name="" userId="242feb3c33a8e7bf" providerId="LiveId" clId="{6C192596-F94B-4FAB-A38F-822CAE50B0CA}" dt="2023-03-22T17:37:53.252" v="2717"/>
          <ac:inkMkLst>
            <pc:docMk/>
            <pc:sldMk cId="2546658784" sldId="263"/>
            <ac:inkMk id="16" creationId="{715695CC-71C5-47F6-AA46-076C30133991}"/>
          </ac:inkMkLst>
        </pc:inkChg>
        <pc:inkChg chg="add del">
          <ac:chgData name="" userId="242feb3c33a8e7bf" providerId="LiveId" clId="{6C192596-F94B-4FAB-A38F-822CAE50B0CA}" dt="2023-03-22T17:37:57.569" v="2721"/>
          <ac:inkMkLst>
            <pc:docMk/>
            <pc:sldMk cId="2546658784" sldId="263"/>
            <ac:inkMk id="17" creationId="{CF8F3C50-25C8-48B1-B141-DCD788F5C874}"/>
          </ac:inkMkLst>
        </pc:inkChg>
        <pc:inkChg chg="add del">
          <ac:chgData name="" userId="242feb3c33a8e7bf" providerId="LiveId" clId="{6C192596-F94B-4FAB-A38F-822CAE50B0CA}" dt="2023-03-22T17:37:57.569" v="2721"/>
          <ac:inkMkLst>
            <pc:docMk/>
            <pc:sldMk cId="2546658784" sldId="263"/>
            <ac:inkMk id="18" creationId="{1AC8B97B-BDE5-41D6-AD86-A14204DE3A57}"/>
          </ac:inkMkLst>
        </pc:inkChg>
        <pc:inkChg chg="add del">
          <ac:chgData name="" userId="242feb3c33a8e7bf" providerId="LiveId" clId="{6C192596-F94B-4FAB-A38F-822CAE50B0CA}" dt="2023-03-22T17:37:57.569" v="2721"/>
          <ac:inkMkLst>
            <pc:docMk/>
            <pc:sldMk cId="2546658784" sldId="263"/>
            <ac:inkMk id="19" creationId="{FBF36842-32C7-4447-84C9-0D27DDBB305E}"/>
          </ac:inkMkLst>
        </pc:inkChg>
        <pc:inkChg chg="add del">
          <ac:chgData name="" userId="242feb3c33a8e7bf" providerId="LiveId" clId="{6C192596-F94B-4FAB-A38F-822CAE50B0CA}" dt="2023-03-22T17:37:59.030" v="2724"/>
          <ac:inkMkLst>
            <pc:docMk/>
            <pc:sldMk cId="2546658784" sldId="263"/>
            <ac:inkMk id="20" creationId="{32E71B70-AB67-4465-8006-59511639916F}"/>
          </ac:inkMkLst>
        </pc:inkChg>
        <pc:inkChg chg="add del">
          <ac:chgData name="" userId="242feb3c33a8e7bf" providerId="LiveId" clId="{6C192596-F94B-4FAB-A38F-822CAE50B0CA}" dt="2023-03-22T17:37:59.030" v="2724"/>
          <ac:inkMkLst>
            <pc:docMk/>
            <pc:sldMk cId="2546658784" sldId="263"/>
            <ac:inkMk id="21" creationId="{E9CD5245-46DF-4DBA-8166-92F76D7699A9}"/>
          </ac:inkMkLst>
        </pc:inkChg>
        <pc:inkChg chg="add del">
          <ac:chgData name="" userId="242feb3c33a8e7bf" providerId="LiveId" clId="{6C192596-F94B-4FAB-A38F-822CAE50B0CA}" dt="2023-03-22T17:37:59.030" v="2724"/>
          <ac:inkMkLst>
            <pc:docMk/>
            <pc:sldMk cId="2546658784" sldId="263"/>
            <ac:inkMk id="22" creationId="{A2458A71-75F6-4499-A76C-040789C21760}"/>
          </ac:inkMkLst>
        </pc:inkChg>
        <pc:inkChg chg="add mod">
          <ac:chgData name="" userId="242feb3c33a8e7bf" providerId="LiveId" clId="{6C192596-F94B-4FAB-A38F-822CAE50B0CA}" dt="2023-03-22T17:38:42.126" v="2766" actId="1038"/>
          <ac:inkMkLst>
            <pc:docMk/>
            <pc:sldMk cId="2546658784" sldId="263"/>
            <ac:inkMk id="23" creationId="{DF321AEA-00EC-4E52-A502-8330227CE234}"/>
          </ac:inkMkLst>
        </pc:inkChg>
        <pc:inkChg chg="add del">
          <ac:chgData name="" userId="242feb3c33a8e7bf" providerId="LiveId" clId="{6C192596-F94B-4FAB-A38F-822CAE50B0CA}" dt="2023-03-22T17:38:03.369" v="2727"/>
          <ac:inkMkLst>
            <pc:docMk/>
            <pc:sldMk cId="2546658784" sldId="263"/>
            <ac:inkMk id="24" creationId="{B6B3DAC5-1079-46B9-8727-64ED6421360E}"/>
          </ac:inkMkLst>
        </pc:inkChg>
        <pc:inkChg chg="add del">
          <ac:chgData name="" userId="242feb3c33a8e7bf" providerId="LiveId" clId="{6C192596-F94B-4FAB-A38F-822CAE50B0CA}" dt="2023-03-22T17:38:03.369" v="2727"/>
          <ac:inkMkLst>
            <pc:docMk/>
            <pc:sldMk cId="2546658784" sldId="263"/>
            <ac:inkMk id="25" creationId="{26F286B1-2109-45AA-A5E6-A580CCC3655B}"/>
          </ac:inkMkLst>
        </pc:inkChg>
        <pc:inkChg chg="add mod">
          <ac:chgData name="" userId="242feb3c33a8e7bf" providerId="LiveId" clId="{6C192596-F94B-4FAB-A38F-822CAE50B0CA}" dt="2023-03-22T17:38:43.179" v="2773" actId="1038"/>
          <ac:inkMkLst>
            <pc:docMk/>
            <pc:sldMk cId="2546658784" sldId="263"/>
            <ac:inkMk id="26" creationId="{18C88368-E776-47F2-B5AB-B1FEADE07D41}"/>
          </ac:inkMkLst>
        </pc:inkChg>
        <pc:inkChg chg="add mod">
          <ac:chgData name="" userId="242feb3c33a8e7bf" providerId="LiveId" clId="{6C192596-F94B-4FAB-A38F-822CAE50B0CA}" dt="2023-03-22T17:38:45.310" v="2781" actId="1038"/>
          <ac:inkMkLst>
            <pc:docMk/>
            <pc:sldMk cId="2546658784" sldId="263"/>
            <ac:inkMk id="27" creationId="{50394995-6DDD-4922-8181-1F9E18805C9F}"/>
          </ac:inkMkLst>
        </pc:inkChg>
        <pc:inkChg chg="add del">
          <ac:chgData name="" userId="242feb3c33a8e7bf" providerId="LiveId" clId="{6C192596-F94B-4FAB-A38F-822CAE50B0CA}" dt="2023-03-22T17:38:09.554" v="2730"/>
          <ac:inkMkLst>
            <pc:docMk/>
            <pc:sldMk cId="2546658784" sldId="263"/>
            <ac:inkMk id="28" creationId="{9D297187-F6C7-4341-BB61-68D54939DE0E}"/>
          </ac:inkMkLst>
        </pc:inkChg>
        <pc:inkChg chg="add mod">
          <ac:chgData name="" userId="242feb3c33a8e7bf" providerId="LiveId" clId="{6C192596-F94B-4FAB-A38F-822CAE50B0CA}" dt="2023-03-22T17:38:49.709" v="2801" actId="1038"/>
          <ac:inkMkLst>
            <pc:docMk/>
            <pc:sldMk cId="2546658784" sldId="263"/>
            <ac:inkMk id="29" creationId="{2A4B1A5D-05F1-4A3B-9D8F-C3B37CA92B36}"/>
          </ac:inkMkLst>
        </pc:inkChg>
        <pc:inkChg chg="add del">
          <ac:chgData name="" userId="242feb3c33a8e7bf" providerId="LiveId" clId="{6C192596-F94B-4FAB-A38F-822CAE50B0CA}" dt="2023-03-22T17:38:15.522" v="2734"/>
          <ac:inkMkLst>
            <pc:docMk/>
            <pc:sldMk cId="2546658784" sldId="263"/>
            <ac:inkMk id="30" creationId="{4799A429-9148-4B26-AE7E-A83F05A16175}"/>
          </ac:inkMkLst>
        </pc:inkChg>
        <pc:inkChg chg="add del">
          <ac:chgData name="" userId="242feb3c33a8e7bf" providerId="LiveId" clId="{6C192596-F94B-4FAB-A38F-822CAE50B0CA}" dt="2023-03-22T17:38:15.522" v="2734"/>
          <ac:inkMkLst>
            <pc:docMk/>
            <pc:sldMk cId="2546658784" sldId="263"/>
            <ac:inkMk id="31" creationId="{DCAFBEC7-4443-4F75-A2AA-ABA258B8CAC8}"/>
          </ac:inkMkLst>
        </pc:inkChg>
        <pc:inkChg chg="add del">
          <ac:chgData name="" userId="242feb3c33a8e7bf" providerId="LiveId" clId="{6C192596-F94B-4FAB-A38F-822CAE50B0CA}" dt="2023-03-22T17:38:16.796" v="2735"/>
          <ac:inkMkLst>
            <pc:docMk/>
            <pc:sldMk cId="2546658784" sldId="263"/>
            <ac:inkMk id="32" creationId="{2EEE6FA3-068B-4A7C-9227-DFB821EC9F1A}"/>
          </ac:inkMkLst>
        </pc:inkChg>
        <pc:inkChg chg="add del">
          <ac:chgData name="" userId="242feb3c33a8e7bf" providerId="LiveId" clId="{6C192596-F94B-4FAB-A38F-822CAE50B0CA}" dt="2023-03-22T17:38:19.990" v="2738"/>
          <ac:inkMkLst>
            <pc:docMk/>
            <pc:sldMk cId="2546658784" sldId="263"/>
            <ac:inkMk id="33" creationId="{6F853619-8EF1-4673-A3E5-8F2152EB3537}"/>
          </ac:inkMkLst>
        </pc:inkChg>
        <pc:inkChg chg="add del">
          <ac:chgData name="" userId="242feb3c33a8e7bf" providerId="LiveId" clId="{6C192596-F94B-4FAB-A38F-822CAE50B0CA}" dt="2023-03-22T17:38:19.990" v="2738"/>
          <ac:inkMkLst>
            <pc:docMk/>
            <pc:sldMk cId="2546658784" sldId="263"/>
            <ac:inkMk id="34" creationId="{819BA6AC-1583-4095-B557-B49C69870367}"/>
          </ac:inkMkLst>
        </pc:inkChg>
        <pc:inkChg chg="add mod">
          <ac:chgData name="" userId="242feb3c33a8e7bf" providerId="LiveId" clId="{6C192596-F94B-4FAB-A38F-822CAE50B0CA}" dt="2023-03-22T17:38:47.216" v="2793" actId="1038"/>
          <ac:inkMkLst>
            <pc:docMk/>
            <pc:sldMk cId="2546658784" sldId="263"/>
            <ac:inkMk id="35" creationId="{D87A312B-D7E1-4B8E-9FBA-60F68B458906}"/>
          </ac:inkMkLst>
        </pc:inkChg>
        <pc:inkChg chg="add del">
          <ac:chgData name="" userId="242feb3c33a8e7bf" providerId="LiveId" clId="{6C192596-F94B-4FAB-A38F-822CAE50B0CA}" dt="2023-03-22T17:38:23.348" v="2742"/>
          <ac:inkMkLst>
            <pc:docMk/>
            <pc:sldMk cId="2546658784" sldId="263"/>
            <ac:inkMk id="36" creationId="{A12C9371-C800-47F7-BD4E-213605FE0558}"/>
          </ac:inkMkLst>
        </pc:inkChg>
        <pc:inkChg chg="add del">
          <ac:chgData name="" userId="242feb3c33a8e7bf" providerId="LiveId" clId="{6C192596-F94B-4FAB-A38F-822CAE50B0CA}" dt="2023-03-22T17:38:23.348" v="2742"/>
          <ac:inkMkLst>
            <pc:docMk/>
            <pc:sldMk cId="2546658784" sldId="263"/>
            <ac:inkMk id="37" creationId="{17ABD2CE-537D-4161-BDC3-C9561766E395}"/>
          </ac:inkMkLst>
        </pc:inkChg>
        <pc:inkChg chg="add del">
          <ac:chgData name="" userId="242feb3c33a8e7bf" providerId="LiveId" clId="{6C192596-F94B-4FAB-A38F-822CAE50B0CA}" dt="2023-03-22T17:38:23.348" v="2742"/>
          <ac:inkMkLst>
            <pc:docMk/>
            <pc:sldMk cId="2546658784" sldId="263"/>
            <ac:inkMk id="38" creationId="{19D6CAD8-F71B-44F0-845F-0E8C10A332C9}"/>
          </ac:inkMkLst>
        </pc:inkChg>
        <pc:inkChg chg="add mod">
          <ac:chgData name="" userId="242feb3c33a8e7bf" providerId="LiveId" clId="{6C192596-F94B-4FAB-A38F-822CAE50B0CA}" dt="2023-03-22T17:38:47.216" v="2793" actId="1038"/>
          <ac:inkMkLst>
            <pc:docMk/>
            <pc:sldMk cId="2546658784" sldId="263"/>
            <ac:inkMk id="39" creationId="{20E178AC-E2FC-4D57-9636-D3AF4AEAC697}"/>
          </ac:inkMkLst>
        </pc:inkChg>
        <pc:inkChg chg="add del">
          <ac:chgData name="" userId="242feb3c33a8e7bf" providerId="LiveId" clId="{6C192596-F94B-4FAB-A38F-822CAE50B0CA}" dt="2023-03-22T17:38:26.612" v="2746"/>
          <ac:inkMkLst>
            <pc:docMk/>
            <pc:sldMk cId="2546658784" sldId="263"/>
            <ac:inkMk id="40" creationId="{6D2AB94F-CAC7-43E6-8321-B75B45881CA7}"/>
          </ac:inkMkLst>
        </pc:inkChg>
        <pc:inkChg chg="add del">
          <ac:chgData name="" userId="242feb3c33a8e7bf" providerId="LiveId" clId="{6C192596-F94B-4FAB-A38F-822CAE50B0CA}" dt="2023-03-22T17:38:26.612" v="2746"/>
          <ac:inkMkLst>
            <pc:docMk/>
            <pc:sldMk cId="2546658784" sldId="263"/>
            <ac:inkMk id="41" creationId="{C3EF76D9-775A-4249-B5E9-C7A319804932}"/>
          </ac:inkMkLst>
        </pc:inkChg>
        <pc:inkChg chg="add del">
          <ac:chgData name="" userId="242feb3c33a8e7bf" providerId="LiveId" clId="{6C192596-F94B-4FAB-A38F-822CAE50B0CA}" dt="2023-03-22T17:38:26.612" v="2746"/>
          <ac:inkMkLst>
            <pc:docMk/>
            <pc:sldMk cId="2546658784" sldId="263"/>
            <ac:inkMk id="42" creationId="{727CC0AE-E100-487B-873C-51F2CFC1A9ED}"/>
          </ac:inkMkLst>
        </pc:inkChg>
        <pc:inkChg chg="add mod">
          <ac:chgData name="" userId="242feb3c33a8e7bf" providerId="LiveId" clId="{6C192596-F94B-4FAB-A38F-822CAE50B0CA}" dt="2023-03-22T17:38:47.216" v="2793" actId="1038"/>
          <ac:inkMkLst>
            <pc:docMk/>
            <pc:sldMk cId="2546658784" sldId="263"/>
            <ac:inkMk id="43" creationId="{53FF3A6E-588F-456F-B063-0B8B1A0E86E5}"/>
          </ac:inkMkLst>
        </pc:inkChg>
      </pc:sldChg>
      <pc:sldChg chg="addSp delSp modSp add">
        <pc:chgData name="" userId="242feb3c33a8e7bf" providerId="LiveId" clId="{6C192596-F94B-4FAB-A38F-822CAE50B0CA}" dt="2023-03-22T17:44:04.649" v="2936" actId="2711"/>
        <pc:sldMkLst>
          <pc:docMk/>
          <pc:sldMk cId="2295581324" sldId="264"/>
        </pc:sldMkLst>
        <pc:spChg chg="del">
          <ac:chgData name="" userId="242feb3c33a8e7bf" providerId="LiveId" clId="{6C192596-F94B-4FAB-A38F-822CAE50B0CA}" dt="2023-03-22T17:41:14.150" v="2845" actId="478"/>
          <ac:spMkLst>
            <pc:docMk/>
            <pc:sldMk cId="2295581324" sldId="264"/>
            <ac:spMk id="2" creationId="{B8384468-A89C-4AE4-881E-AAEF4C5EAF4A}"/>
          </ac:spMkLst>
        </pc:spChg>
        <pc:spChg chg="mod">
          <ac:chgData name="" userId="242feb3c33a8e7bf" providerId="LiveId" clId="{6C192596-F94B-4FAB-A38F-822CAE50B0CA}" dt="2023-03-22T17:44:04.649" v="2936" actId="2711"/>
          <ac:spMkLst>
            <pc:docMk/>
            <pc:sldMk cId="2295581324" sldId="264"/>
            <ac:spMk id="3" creationId="{CE5889E9-ABF6-4A3C-A899-A137F926D997}"/>
          </ac:spMkLst>
        </pc:spChg>
        <pc:inkChg chg="add del">
          <ac:chgData name="" userId="242feb3c33a8e7bf" providerId="LiveId" clId="{6C192596-F94B-4FAB-A38F-822CAE50B0CA}" dt="2023-03-22T17:41:26.557" v="2848"/>
          <ac:inkMkLst>
            <pc:docMk/>
            <pc:sldMk cId="2295581324" sldId="264"/>
            <ac:inkMk id="4" creationId="{4A97F79C-170B-4645-B8C8-FB356C0D7F15}"/>
          </ac:inkMkLst>
        </pc:inkChg>
        <pc:inkChg chg="add del">
          <ac:chgData name="" userId="242feb3c33a8e7bf" providerId="LiveId" clId="{6C192596-F94B-4FAB-A38F-822CAE50B0CA}" dt="2023-03-22T17:41:26.557" v="2848"/>
          <ac:inkMkLst>
            <pc:docMk/>
            <pc:sldMk cId="2295581324" sldId="264"/>
            <ac:inkMk id="5" creationId="{FB8D6667-C742-4D78-9342-DC5A2900A77C}"/>
          </ac:inkMkLst>
        </pc:inkChg>
        <pc:inkChg chg="add">
          <ac:chgData name="" userId="242feb3c33a8e7bf" providerId="LiveId" clId="{6C192596-F94B-4FAB-A38F-822CAE50B0CA}" dt="2023-03-22T17:41:26.557" v="2848"/>
          <ac:inkMkLst>
            <pc:docMk/>
            <pc:sldMk cId="2295581324" sldId="264"/>
            <ac:inkMk id="6" creationId="{F832E1A6-EB8D-4666-AB41-94FE80431C9B}"/>
          </ac:inkMkLst>
        </pc:inkChg>
        <pc:inkChg chg="add del">
          <ac:chgData name="" userId="242feb3c33a8e7bf" providerId="LiveId" clId="{6C192596-F94B-4FAB-A38F-822CAE50B0CA}" dt="2023-03-22T17:41:35.096" v="2851"/>
          <ac:inkMkLst>
            <pc:docMk/>
            <pc:sldMk cId="2295581324" sldId="264"/>
            <ac:inkMk id="7" creationId="{ADEC8232-D784-49BB-8E36-0854F9154E4C}"/>
          </ac:inkMkLst>
        </pc:inkChg>
        <pc:inkChg chg="add del">
          <ac:chgData name="" userId="242feb3c33a8e7bf" providerId="LiveId" clId="{6C192596-F94B-4FAB-A38F-822CAE50B0CA}" dt="2023-03-22T17:41:35.096" v="2851"/>
          <ac:inkMkLst>
            <pc:docMk/>
            <pc:sldMk cId="2295581324" sldId="264"/>
            <ac:inkMk id="8" creationId="{648E166F-2B65-4189-B30C-ECC75C905690}"/>
          </ac:inkMkLst>
        </pc:inkChg>
        <pc:inkChg chg="add mod">
          <ac:chgData name="" userId="242feb3c33a8e7bf" providerId="LiveId" clId="{6C192596-F94B-4FAB-A38F-822CAE50B0CA}" dt="2023-03-22T17:41:48.722" v="2856" actId="14100"/>
          <ac:inkMkLst>
            <pc:docMk/>
            <pc:sldMk cId="2295581324" sldId="264"/>
            <ac:inkMk id="9" creationId="{BBC75173-0BE0-4616-868E-3ACE80348001}"/>
          </ac:inkMkLst>
        </pc:inkChg>
        <pc:inkChg chg="add del">
          <ac:chgData name="" userId="242feb3c33a8e7bf" providerId="LiveId" clId="{6C192596-F94B-4FAB-A38F-822CAE50B0CA}" dt="2023-03-22T17:41:39.163" v="2854"/>
          <ac:inkMkLst>
            <pc:docMk/>
            <pc:sldMk cId="2295581324" sldId="264"/>
            <ac:inkMk id="10" creationId="{D3F513C7-F825-4814-B6B6-69723611C6E7}"/>
          </ac:inkMkLst>
        </pc:inkChg>
        <pc:inkChg chg="add del">
          <ac:chgData name="" userId="242feb3c33a8e7bf" providerId="LiveId" clId="{6C192596-F94B-4FAB-A38F-822CAE50B0CA}" dt="2023-03-22T17:41:39.163" v="2854"/>
          <ac:inkMkLst>
            <pc:docMk/>
            <pc:sldMk cId="2295581324" sldId="264"/>
            <ac:inkMk id="11" creationId="{CCCD8F03-A3CF-438C-BC4F-71255EA1EE00}"/>
          </ac:inkMkLst>
        </pc:inkChg>
        <pc:inkChg chg="add mod">
          <ac:chgData name="" userId="242feb3c33a8e7bf" providerId="LiveId" clId="{6C192596-F94B-4FAB-A38F-822CAE50B0CA}" dt="2023-03-22T17:41:51.919" v="2857" actId="14100"/>
          <ac:inkMkLst>
            <pc:docMk/>
            <pc:sldMk cId="2295581324" sldId="264"/>
            <ac:inkMk id="12" creationId="{3A896BE4-3751-46B8-9514-87F5CEBBB0E2}"/>
          </ac:inkMkLst>
        </pc:inkChg>
        <pc:inkChg chg="add">
          <ac:chgData name="" userId="242feb3c33a8e7bf" providerId="LiveId" clId="{6C192596-F94B-4FAB-A38F-822CAE50B0CA}" dt="2023-03-22T17:42:01.081" v="2858"/>
          <ac:inkMkLst>
            <pc:docMk/>
            <pc:sldMk cId="2295581324" sldId="264"/>
            <ac:inkMk id="13" creationId="{1920A5EE-5F15-49E2-8832-E7CE33A264B6}"/>
          </ac:inkMkLst>
        </pc:inkChg>
        <pc:inkChg chg="add del">
          <ac:chgData name="" userId="242feb3c33a8e7bf" providerId="LiveId" clId="{6C192596-F94B-4FAB-A38F-822CAE50B0CA}" dt="2023-03-22T17:42:04.965" v="2861"/>
          <ac:inkMkLst>
            <pc:docMk/>
            <pc:sldMk cId="2295581324" sldId="264"/>
            <ac:inkMk id="14" creationId="{205966DD-9509-4C51-BA38-74544648C734}"/>
          </ac:inkMkLst>
        </pc:inkChg>
        <pc:inkChg chg="add del">
          <ac:chgData name="" userId="242feb3c33a8e7bf" providerId="LiveId" clId="{6C192596-F94B-4FAB-A38F-822CAE50B0CA}" dt="2023-03-22T17:42:04.965" v="2861"/>
          <ac:inkMkLst>
            <pc:docMk/>
            <pc:sldMk cId="2295581324" sldId="264"/>
            <ac:inkMk id="15" creationId="{00C60DBF-9492-44BC-A166-5BAC3E2EB884}"/>
          </ac:inkMkLst>
        </pc:inkChg>
        <pc:inkChg chg="add">
          <ac:chgData name="" userId="242feb3c33a8e7bf" providerId="LiveId" clId="{6C192596-F94B-4FAB-A38F-822CAE50B0CA}" dt="2023-03-22T17:42:04.965" v="2861"/>
          <ac:inkMkLst>
            <pc:docMk/>
            <pc:sldMk cId="2295581324" sldId="264"/>
            <ac:inkMk id="16" creationId="{9321D9F8-04A5-487B-AA1F-E1D5BB689B7A}"/>
          </ac:inkMkLst>
        </pc:inkChg>
        <pc:inkChg chg="add del">
          <ac:chgData name="" userId="242feb3c33a8e7bf" providerId="LiveId" clId="{6C192596-F94B-4FAB-A38F-822CAE50B0CA}" dt="2023-03-22T17:42:08.755" v="2865"/>
          <ac:inkMkLst>
            <pc:docMk/>
            <pc:sldMk cId="2295581324" sldId="264"/>
            <ac:inkMk id="17" creationId="{0E6B391B-A71A-496C-B7D4-CB85D5318D65}"/>
          </ac:inkMkLst>
        </pc:inkChg>
        <pc:inkChg chg="add del">
          <ac:chgData name="" userId="242feb3c33a8e7bf" providerId="LiveId" clId="{6C192596-F94B-4FAB-A38F-822CAE50B0CA}" dt="2023-03-22T17:42:08.755" v="2865"/>
          <ac:inkMkLst>
            <pc:docMk/>
            <pc:sldMk cId="2295581324" sldId="264"/>
            <ac:inkMk id="18" creationId="{566532EE-8FAA-4AAB-B939-86EF436F8151}"/>
          </ac:inkMkLst>
        </pc:inkChg>
        <pc:inkChg chg="add del">
          <ac:chgData name="" userId="242feb3c33a8e7bf" providerId="LiveId" clId="{6C192596-F94B-4FAB-A38F-822CAE50B0CA}" dt="2023-03-22T17:42:08.755" v="2865"/>
          <ac:inkMkLst>
            <pc:docMk/>
            <pc:sldMk cId="2295581324" sldId="264"/>
            <ac:inkMk id="19" creationId="{1A30C295-22E7-42B4-BE62-DB6D663513AB}"/>
          </ac:inkMkLst>
        </pc:inkChg>
        <pc:inkChg chg="add del">
          <ac:chgData name="" userId="242feb3c33a8e7bf" providerId="LiveId" clId="{6C192596-F94B-4FAB-A38F-822CAE50B0CA}" dt="2023-03-22T17:42:09.433" v="2866"/>
          <ac:inkMkLst>
            <pc:docMk/>
            <pc:sldMk cId="2295581324" sldId="264"/>
            <ac:inkMk id="20" creationId="{2C6BB4BF-AF79-4042-873E-E496BD9FAA1F}"/>
          </ac:inkMkLst>
        </pc:inkChg>
        <pc:inkChg chg="add del">
          <ac:chgData name="" userId="242feb3c33a8e7bf" providerId="LiveId" clId="{6C192596-F94B-4FAB-A38F-822CAE50B0CA}" dt="2023-03-22T17:42:12.585" v="2868"/>
          <ac:inkMkLst>
            <pc:docMk/>
            <pc:sldMk cId="2295581324" sldId="264"/>
            <ac:inkMk id="21" creationId="{4FACF3F5-4117-4E30-9E46-E4C0F0F3C8AF}"/>
          </ac:inkMkLst>
        </pc:inkChg>
        <pc:inkChg chg="add del">
          <ac:chgData name="" userId="242feb3c33a8e7bf" providerId="LiveId" clId="{6C192596-F94B-4FAB-A38F-822CAE50B0CA}" dt="2023-03-22T17:42:18.290" v="2872"/>
          <ac:inkMkLst>
            <pc:docMk/>
            <pc:sldMk cId="2295581324" sldId="264"/>
            <ac:inkMk id="22" creationId="{D350EF2A-AE53-47AA-AECA-B8646DB43E4B}"/>
          </ac:inkMkLst>
        </pc:inkChg>
        <pc:inkChg chg="add del">
          <ac:chgData name="" userId="242feb3c33a8e7bf" providerId="LiveId" clId="{6C192596-F94B-4FAB-A38F-822CAE50B0CA}" dt="2023-03-22T17:42:18.290" v="2872"/>
          <ac:inkMkLst>
            <pc:docMk/>
            <pc:sldMk cId="2295581324" sldId="264"/>
            <ac:inkMk id="23" creationId="{CD7A46ED-FB93-47AA-8416-37CADF79499E}"/>
          </ac:inkMkLst>
        </pc:inkChg>
        <pc:inkChg chg="add del">
          <ac:chgData name="" userId="242feb3c33a8e7bf" providerId="LiveId" clId="{6C192596-F94B-4FAB-A38F-822CAE50B0CA}" dt="2023-03-22T17:42:18.290" v="2872"/>
          <ac:inkMkLst>
            <pc:docMk/>
            <pc:sldMk cId="2295581324" sldId="264"/>
            <ac:inkMk id="24" creationId="{552D7393-3524-4E36-B2F8-5AB5D891966F}"/>
          </ac:inkMkLst>
        </pc:inkChg>
        <pc:inkChg chg="add">
          <ac:chgData name="" userId="242feb3c33a8e7bf" providerId="LiveId" clId="{6C192596-F94B-4FAB-A38F-822CAE50B0CA}" dt="2023-03-22T17:42:18.290" v="2872"/>
          <ac:inkMkLst>
            <pc:docMk/>
            <pc:sldMk cId="2295581324" sldId="264"/>
            <ac:inkMk id="25" creationId="{FF290DC6-9618-4CAF-B5CB-B13CED57878A}"/>
          </ac:inkMkLst>
        </pc:inkChg>
      </pc:sldChg>
      <pc:sldChg chg="addSp delSp modSp add">
        <pc:chgData name="" userId="242feb3c33a8e7bf" providerId="LiveId" clId="{6C192596-F94B-4FAB-A38F-822CAE50B0CA}" dt="2023-03-22T17:46:54.825" v="3056" actId="2711"/>
        <pc:sldMkLst>
          <pc:docMk/>
          <pc:sldMk cId="1643825080" sldId="265"/>
        </pc:sldMkLst>
        <pc:spChg chg="del">
          <ac:chgData name="" userId="242feb3c33a8e7bf" providerId="LiveId" clId="{6C192596-F94B-4FAB-A38F-822CAE50B0CA}" dt="2023-03-22T17:44:23.935" v="2938" actId="478"/>
          <ac:spMkLst>
            <pc:docMk/>
            <pc:sldMk cId="1643825080" sldId="265"/>
            <ac:spMk id="2" creationId="{BCB06B4E-83AB-42F9-BB41-71B06E9DD587}"/>
          </ac:spMkLst>
        </pc:spChg>
        <pc:spChg chg="mod">
          <ac:chgData name="" userId="242feb3c33a8e7bf" providerId="LiveId" clId="{6C192596-F94B-4FAB-A38F-822CAE50B0CA}" dt="2023-03-22T17:46:54.825" v="3056" actId="2711"/>
          <ac:spMkLst>
            <pc:docMk/>
            <pc:sldMk cId="1643825080" sldId="265"/>
            <ac:spMk id="3" creationId="{0DCE28B4-AA7F-4372-9DC4-4870CB2EAE81}"/>
          </ac:spMkLst>
        </pc:spChg>
        <pc:inkChg chg="add">
          <ac:chgData name="" userId="242feb3c33a8e7bf" providerId="LiveId" clId="{6C192596-F94B-4FAB-A38F-822CAE50B0CA}" dt="2023-03-22T17:44:31.754" v="2939"/>
          <ac:inkMkLst>
            <pc:docMk/>
            <pc:sldMk cId="1643825080" sldId="265"/>
            <ac:inkMk id="4" creationId="{4497460F-EFF3-46A2-8D6E-E3EC7ED6D2D3}"/>
          </ac:inkMkLst>
        </pc:inkChg>
        <pc:inkChg chg="add del">
          <ac:chgData name="" userId="242feb3c33a8e7bf" providerId="LiveId" clId="{6C192596-F94B-4FAB-A38F-822CAE50B0CA}" dt="2023-03-22T17:44:39.655" v="2942"/>
          <ac:inkMkLst>
            <pc:docMk/>
            <pc:sldMk cId="1643825080" sldId="265"/>
            <ac:inkMk id="5" creationId="{7843E7E9-4D5A-4CD0-A4E8-73BB106F38ED}"/>
          </ac:inkMkLst>
        </pc:inkChg>
        <pc:inkChg chg="add del">
          <ac:chgData name="" userId="242feb3c33a8e7bf" providerId="LiveId" clId="{6C192596-F94B-4FAB-A38F-822CAE50B0CA}" dt="2023-03-22T17:44:39.655" v="2942"/>
          <ac:inkMkLst>
            <pc:docMk/>
            <pc:sldMk cId="1643825080" sldId="265"/>
            <ac:inkMk id="6" creationId="{60084045-43D7-4187-AAB8-54A90B05C056}"/>
          </ac:inkMkLst>
        </pc:inkChg>
        <pc:inkChg chg="add">
          <ac:chgData name="" userId="242feb3c33a8e7bf" providerId="LiveId" clId="{6C192596-F94B-4FAB-A38F-822CAE50B0CA}" dt="2023-03-22T17:44:39.655" v="2942"/>
          <ac:inkMkLst>
            <pc:docMk/>
            <pc:sldMk cId="1643825080" sldId="265"/>
            <ac:inkMk id="7" creationId="{61BFD4F0-C447-48FF-BA81-6165A31ED179}"/>
          </ac:inkMkLst>
        </pc:inkChg>
      </pc:sldChg>
      <pc:sldChg chg="addSp delSp modSp add">
        <pc:chgData name="" userId="242feb3c33a8e7bf" providerId="LiveId" clId="{6C192596-F94B-4FAB-A38F-822CAE50B0CA}" dt="2023-03-22T18:02:18.905" v="4271"/>
        <pc:sldMkLst>
          <pc:docMk/>
          <pc:sldMk cId="1283747153" sldId="266"/>
        </pc:sldMkLst>
        <pc:spChg chg="del">
          <ac:chgData name="" userId="242feb3c33a8e7bf" providerId="LiveId" clId="{6C192596-F94B-4FAB-A38F-822CAE50B0CA}" dt="2023-03-22T17:47:13.942" v="3058" actId="478"/>
          <ac:spMkLst>
            <pc:docMk/>
            <pc:sldMk cId="1283747153" sldId="266"/>
            <ac:spMk id="2" creationId="{916340B6-ED99-4B6F-A49B-F8BD72C69BC3}"/>
          </ac:spMkLst>
        </pc:spChg>
        <pc:spChg chg="mod">
          <ac:chgData name="" userId="242feb3c33a8e7bf" providerId="LiveId" clId="{6C192596-F94B-4FAB-A38F-822CAE50B0CA}" dt="2023-03-22T17:49:45.631" v="3396" actId="113"/>
          <ac:spMkLst>
            <pc:docMk/>
            <pc:sldMk cId="1283747153" sldId="266"/>
            <ac:spMk id="3" creationId="{C859AA5F-17E8-4463-BB64-C9838D885F8D}"/>
          </ac:spMkLst>
        </pc:spChg>
        <pc:spChg chg="add mod">
          <ac:chgData name="" userId="242feb3c33a8e7bf" providerId="LiveId" clId="{6C192596-F94B-4FAB-A38F-822CAE50B0CA}" dt="2023-03-22T17:52:05.481" v="3489" actId="1076"/>
          <ac:spMkLst>
            <pc:docMk/>
            <pc:sldMk cId="1283747153" sldId="266"/>
            <ac:spMk id="32" creationId="{BBA01EB5-3BA5-4515-A2DB-3A17C0F4DC45}"/>
          </ac:spMkLst>
        </pc:spChg>
        <pc:inkChg chg="add del">
          <ac:chgData name="" userId="242feb3c33a8e7bf" providerId="LiveId" clId="{6C192596-F94B-4FAB-A38F-822CAE50B0CA}" dt="2023-03-22T18:01:07.270" v="4099"/>
          <ac:inkMkLst>
            <pc:docMk/>
            <pc:sldMk cId="1283747153" sldId="266"/>
            <ac:inkMk id="2" creationId="{1DA464AD-AF6F-4D23-B409-7B677FAF1486}"/>
          </ac:inkMkLst>
        </pc:inkChg>
        <pc:inkChg chg="add del">
          <ac:chgData name="" userId="242feb3c33a8e7bf" providerId="LiveId" clId="{6C192596-F94B-4FAB-A38F-822CAE50B0CA}" dt="2023-03-22T18:01:18.857" v="4124"/>
          <ac:inkMkLst>
            <pc:docMk/>
            <pc:sldMk cId="1283747153" sldId="266"/>
            <ac:inkMk id="4" creationId="{19F1E4E5-D55C-466B-AB56-021D77BF46F5}"/>
          </ac:inkMkLst>
        </pc:inkChg>
        <pc:inkChg chg="add del">
          <ac:chgData name="" userId="242feb3c33a8e7bf" providerId="LiveId" clId="{6C192596-F94B-4FAB-A38F-822CAE50B0CA}" dt="2023-03-22T17:47:21.985" v="3061"/>
          <ac:inkMkLst>
            <pc:docMk/>
            <pc:sldMk cId="1283747153" sldId="266"/>
            <ac:inkMk id="4" creationId="{61E7E922-6815-4B21-A268-BB9AD75D544D}"/>
          </ac:inkMkLst>
        </pc:inkChg>
        <pc:inkChg chg="add del">
          <ac:chgData name="" userId="242feb3c33a8e7bf" providerId="LiveId" clId="{6C192596-F94B-4FAB-A38F-822CAE50B0CA}" dt="2023-03-22T18:01:18.857" v="4124"/>
          <ac:inkMkLst>
            <pc:docMk/>
            <pc:sldMk cId="1283747153" sldId="266"/>
            <ac:inkMk id="5" creationId="{161E1746-0688-40B0-BD02-2FCFC81FD8A0}"/>
          </ac:inkMkLst>
        </pc:inkChg>
        <pc:inkChg chg="add del">
          <ac:chgData name="" userId="242feb3c33a8e7bf" providerId="LiveId" clId="{6C192596-F94B-4FAB-A38F-822CAE50B0CA}" dt="2023-03-22T17:47:21.985" v="3061"/>
          <ac:inkMkLst>
            <pc:docMk/>
            <pc:sldMk cId="1283747153" sldId="266"/>
            <ac:inkMk id="5" creationId="{DEB93C4B-4A00-4443-BF2F-76858E7789BB}"/>
          </ac:inkMkLst>
        </pc:inkChg>
        <pc:inkChg chg="add mod">
          <ac:chgData name="" userId="242feb3c33a8e7bf" providerId="LiveId" clId="{6C192596-F94B-4FAB-A38F-822CAE50B0CA}" dt="2023-03-22T17:48:10.537" v="3089" actId="14100"/>
          <ac:inkMkLst>
            <pc:docMk/>
            <pc:sldMk cId="1283747153" sldId="266"/>
            <ac:inkMk id="6" creationId="{AB51F409-EB8C-4301-8777-A5B3CFAF145F}"/>
          </ac:inkMkLst>
        </pc:inkChg>
        <pc:inkChg chg="add del">
          <ac:chgData name="" userId="242feb3c33a8e7bf" providerId="LiveId" clId="{6C192596-F94B-4FAB-A38F-822CAE50B0CA}" dt="2023-03-22T18:01:18.857" v="4124"/>
          <ac:inkMkLst>
            <pc:docMk/>
            <pc:sldMk cId="1283747153" sldId="266"/>
            <ac:inkMk id="7" creationId="{5AB067F4-3DA8-4AE8-B8A6-B8A07BF285C3}"/>
          </ac:inkMkLst>
        </pc:inkChg>
        <pc:inkChg chg="add del">
          <ac:chgData name="" userId="242feb3c33a8e7bf" providerId="LiveId" clId="{6C192596-F94B-4FAB-A38F-822CAE50B0CA}" dt="2023-03-22T17:47:27.326" v="3065"/>
          <ac:inkMkLst>
            <pc:docMk/>
            <pc:sldMk cId="1283747153" sldId="266"/>
            <ac:inkMk id="7" creationId="{CFB7CE9D-E2C4-4EBD-AACE-355440E61C0E}"/>
          </ac:inkMkLst>
        </pc:inkChg>
        <pc:inkChg chg="add del">
          <ac:chgData name="" userId="242feb3c33a8e7bf" providerId="LiveId" clId="{6C192596-F94B-4FAB-A38F-822CAE50B0CA}" dt="2023-03-22T17:47:27.326" v="3067"/>
          <ac:inkMkLst>
            <pc:docMk/>
            <pc:sldMk cId="1283747153" sldId="266"/>
            <ac:inkMk id="8" creationId="{1123F7B3-71EE-47E0-8A12-EA710EAA2C89}"/>
          </ac:inkMkLst>
        </pc:inkChg>
        <pc:inkChg chg="add del">
          <ac:chgData name="" userId="242feb3c33a8e7bf" providerId="LiveId" clId="{6C192596-F94B-4FAB-A38F-822CAE50B0CA}" dt="2023-03-22T18:01:18.857" v="4124"/>
          <ac:inkMkLst>
            <pc:docMk/>
            <pc:sldMk cId="1283747153" sldId="266"/>
            <ac:inkMk id="8" creationId="{23B1B561-31EA-4318-835F-7A216305BDBA}"/>
          </ac:inkMkLst>
        </pc:inkChg>
        <pc:inkChg chg="add del">
          <ac:chgData name="" userId="242feb3c33a8e7bf" providerId="LiveId" clId="{6C192596-F94B-4FAB-A38F-822CAE50B0CA}" dt="2023-03-22T17:47:27.326" v="3066"/>
          <ac:inkMkLst>
            <pc:docMk/>
            <pc:sldMk cId="1283747153" sldId="266"/>
            <ac:inkMk id="9" creationId="{D536FE79-FCCF-46F8-983C-C2B5194D295D}"/>
          </ac:inkMkLst>
        </pc:inkChg>
        <pc:inkChg chg="add del">
          <ac:chgData name="" userId="242feb3c33a8e7bf" providerId="LiveId" clId="{6C192596-F94B-4FAB-A38F-822CAE50B0CA}" dt="2023-03-22T18:01:18.857" v="4124"/>
          <ac:inkMkLst>
            <pc:docMk/>
            <pc:sldMk cId="1283747153" sldId="266"/>
            <ac:inkMk id="9" creationId="{D85D848F-21E2-4A34-8828-63AEC4991D4B}"/>
          </ac:inkMkLst>
        </pc:inkChg>
        <pc:inkChg chg="add del">
          <ac:chgData name="" userId="242feb3c33a8e7bf" providerId="LiveId" clId="{6C192596-F94B-4FAB-A38F-822CAE50B0CA}" dt="2023-03-22T18:01:18.857" v="4124"/>
          <ac:inkMkLst>
            <pc:docMk/>
            <pc:sldMk cId="1283747153" sldId="266"/>
            <ac:inkMk id="10" creationId="{6B033E8A-2945-4664-AEF8-4F4443F33935}"/>
          </ac:inkMkLst>
        </pc:inkChg>
        <pc:inkChg chg="add del">
          <ac:chgData name="" userId="242feb3c33a8e7bf" providerId="LiveId" clId="{6C192596-F94B-4FAB-A38F-822CAE50B0CA}" dt="2023-03-22T17:47:31.069" v="3070"/>
          <ac:inkMkLst>
            <pc:docMk/>
            <pc:sldMk cId="1283747153" sldId="266"/>
            <ac:inkMk id="10" creationId="{FFC52B1C-65F3-4EE8-91F0-773FAFEA0A0B}"/>
          </ac:inkMkLst>
        </pc:inkChg>
        <pc:inkChg chg="add del">
          <ac:chgData name="" userId="242feb3c33a8e7bf" providerId="LiveId" clId="{6C192596-F94B-4FAB-A38F-822CAE50B0CA}" dt="2023-03-22T17:47:31.069" v="3070"/>
          <ac:inkMkLst>
            <pc:docMk/>
            <pc:sldMk cId="1283747153" sldId="266"/>
            <ac:inkMk id="11" creationId="{F61EDDE0-B63A-4B6E-AC69-407759F54E50}"/>
          </ac:inkMkLst>
        </pc:inkChg>
        <pc:inkChg chg="add del">
          <ac:chgData name="" userId="242feb3c33a8e7bf" providerId="LiveId" clId="{6C192596-F94B-4FAB-A38F-822CAE50B0CA}" dt="2023-03-22T18:01:18.857" v="4124"/>
          <ac:inkMkLst>
            <pc:docMk/>
            <pc:sldMk cId="1283747153" sldId="266"/>
            <ac:inkMk id="11" creationId="{FA5ED327-E39E-4934-A8B5-573D760F510F}"/>
          </ac:inkMkLst>
        </pc:inkChg>
        <pc:inkChg chg="add mod">
          <ac:chgData name="" userId="242feb3c33a8e7bf" providerId="LiveId" clId="{6C192596-F94B-4FAB-A38F-822CAE50B0CA}" dt="2023-03-22T17:48:14.894" v="3094" actId="1038"/>
          <ac:inkMkLst>
            <pc:docMk/>
            <pc:sldMk cId="1283747153" sldId="266"/>
            <ac:inkMk id="12" creationId="{7EAB22BB-FBC1-4685-93DC-5682955D57BD}"/>
          </ac:inkMkLst>
        </pc:inkChg>
        <pc:inkChg chg="add del">
          <ac:chgData name="" userId="242feb3c33a8e7bf" providerId="LiveId" clId="{6C192596-F94B-4FAB-A38F-822CAE50B0CA}" dt="2023-03-22T17:47:33.755" v="3073"/>
          <ac:inkMkLst>
            <pc:docMk/>
            <pc:sldMk cId="1283747153" sldId="266"/>
            <ac:inkMk id="13" creationId="{23D1278E-07C5-48BB-8457-90D4E3F4CC95}"/>
          </ac:inkMkLst>
        </pc:inkChg>
        <pc:inkChg chg="add del">
          <ac:chgData name="" userId="242feb3c33a8e7bf" providerId="LiveId" clId="{6C192596-F94B-4FAB-A38F-822CAE50B0CA}" dt="2023-03-22T18:01:18.857" v="4124"/>
          <ac:inkMkLst>
            <pc:docMk/>
            <pc:sldMk cId="1283747153" sldId="266"/>
            <ac:inkMk id="13" creationId="{D26C5F24-EFDF-42A1-A7CE-500C4AD52066}"/>
          </ac:inkMkLst>
        </pc:inkChg>
        <pc:inkChg chg="add del">
          <ac:chgData name="" userId="242feb3c33a8e7bf" providerId="LiveId" clId="{6C192596-F94B-4FAB-A38F-822CAE50B0CA}" dt="2023-03-22T17:47:33.755" v="3073"/>
          <ac:inkMkLst>
            <pc:docMk/>
            <pc:sldMk cId="1283747153" sldId="266"/>
            <ac:inkMk id="14" creationId="{16F6874C-0402-4DC9-8297-33400645DEF3}"/>
          </ac:inkMkLst>
        </pc:inkChg>
        <pc:inkChg chg="add del">
          <ac:chgData name="" userId="242feb3c33a8e7bf" providerId="LiveId" clId="{6C192596-F94B-4FAB-A38F-822CAE50B0CA}" dt="2023-03-22T18:01:18.857" v="4124"/>
          <ac:inkMkLst>
            <pc:docMk/>
            <pc:sldMk cId="1283747153" sldId="266"/>
            <ac:inkMk id="14" creationId="{6A9E4799-C314-428F-8E7C-C6DB0B8A03A8}"/>
          </ac:inkMkLst>
        </pc:inkChg>
        <pc:inkChg chg="add mod">
          <ac:chgData name="" userId="242feb3c33a8e7bf" providerId="LiveId" clId="{6C192596-F94B-4FAB-A38F-822CAE50B0CA}" dt="2023-03-22T17:48:19.696" v="3115" actId="1038"/>
          <ac:inkMkLst>
            <pc:docMk/>
            <pc:sldMk cId="1283747153" sldId="266"/>
            <ac:inkMk id="15" creationId="{FFADE27F-2C53-4414-8B03-139820CFFB1B}"/>
          </ac:inkMkLst>
        </pc:inkChg>
        <pc:inkChg chg="add del">
          <ac:chgData name="" userId="242feb3c33a8e7bf" providerId="LiveId" clId="{6C192596-F94B-4FAB-A38F-822CAE50B0CA}" dt="2023-03-22T18:01:18.857" v="4124"/>
          <ac:inkMkLst>
            <pc:docMk/>
            <pc:sldMk cId="1283747153" sldId="266"/>
            <ac:inkMk id="16" creationId="{2BDE36E0-4A13-4DF8-ADC5-6BA3F1026767}"/>
          </ac:inkMkLst>
        </pc:inkChg>
        <pc:inkChg chg="add del">
          <ac:chgData name="" userId="242feb3c33a8e7bf" providerId="LiveId" clId="{6C192596-F94B-4FAB-A38F-822CAE50B0CA}" dt="2023-03-22T17:47:37.919" v="3076"/>
          <ac:inkMkLst>
            <pc:docMk/>
            <pc:sldMk cId="1283747153" sldId="266"/>
            <ac:inkMk id="16" creationId="{82A7A1EB-AE8E-4CDD-B667-124707580B4D}"/>
          </ac:inkMkLst>
        </pc:inkChg>
        <pc:inkChg chg="add del">
          <ac:chgData name="" userId="242feb3c33a8e7bf" providerId="LiveId" clId="{6C192596-F94B-4FAB-A38F-822CAE50B0CA}" dt="2023-03-22T18:01:18.857" v="4124"/>
          <ac:inkMkLst>
            <pc:docMk/>
            <pc:sldMk cId="1283747153" sldId="266"/>
            <ac:inkMk id="17" creationId="{6B418928-DFA3-446D-BD4F-54F2D440F7EB}"/>
          </ac:inkMkLst>
        </pc:inkChg>
        <pc:inkChg chg="add del">
          <ac:chgData name="" userId="242feb3c33a8e7bf" providerId="LiveId" clId="{6C192596-F94B-4FAB-A38F-822CAE50B0CA}" dt="2023-03-22T17:47:37.919" v="3076"/>
          <ac:inkMkLst>
            <pc:docMk/>
            <pc:sldMk cId="1283747153" sldId="266"/>
            <ac:inkMk id="17" creationId="{BB9FC1DF-CC25-4806-9B62-7C75D2A33EE1}"/>
          </ac:inkMkLst>
        </pc:inkChg>
        <pc:inkChg chg="add mod">
          <ac:chgData name="" userId="242feb3c33a8e7bf" providerId="LiveId" clId="{6C192596-F94B-4FAB-A38F-822CAE50B0CA}" dt="2023-03-22T17:48:22.148" v="3137" actId="1038"/>
          <ac:inkMkLst>
            <pc:docMk/>
            <pc:sldMk cId="1283747153" sldId="266"/>
            <ac:inkMk id="18" creationId="{F0C24F53-609A-40F0-B553-149AFE42595A}"/>
          </ac:inkMkLst>
        </pc:inkChg>
        <pc:inkChg chg="add del">
          <ac:chgData name="" userId="242feb3c33a8e7bf" providerId="LiveId" clId="{6C192596-F94B-4FAB-A38F-822CAE50B0CA}" dt="2023-03-22T17:47:42.676" v="3079"/>
          <ac:inkMkLst>
            <pc:docMk/>
            <pc:sldMk cId="1283747153" sldId="266"/>
            <ac:inkMk id="19" creationId="{390BC0D2-949F-44BC-AAFB-EDF490772690}"/>
          </ac:inkMkLst>
        </pc:inkChg>
        <pc:inkChg chg="add del">
          <ac:chgData name="" userId="242feb3c33a8e7bf" providerId="LiveId" clId="{6C192596-F94B-4FAB-A38F-822CAE50B0CA}" dt="2023-03-22T18:01:18.857" v="4124"/>
          <ac:inkMkLst>
            <pc:docMk/>
            <pc:sldMk cId="1283747153" sldId="266"/>
            <ac:inkMk id="19" creationId="{9BA95841-7ADA-4095-8639-0C74672E5F17}"/>
          </ac:inkMkLst>
        </pc:inkChg>
        <pc:inkChg chg="add del">
          <ac:chgData name="" userId="242feb3c33a8e7bf" providerId="LiveId" clId="{6C192596-F94B-4FAB-A38F-822CAE50B0CA}" dt="2023-03-22T18:01:18.857" v="4124"/>
          <ac:inkMkLst>
            <pc:docMk/>
            <pc:sldMk cId="1283747153" sldId="266"/>
            <ac:inkMk id="20" creationId="{1CA27A7A-84D6-42DD-9F1B-207E8FC8C496}"/>
          </ac:inkMkLst>
        </pc:inkChg>
        <pc:inkChg chg="add del">
          <ac:chgData name="" userId="242feb3c33a8e7bf" providerId="LiveId" clId="{6C192596-F94B-4FAB-A38F-822CAE50B0CA}" dt="2023-03-22T17:47:42.676" v="3079"/>
          <ac:inkMkLst>
            <pc:docMk/>
            <pc:sldMk cId="1283747153" sldId="266"/>
            <ac:inkMk id="20" creationId="{AF68C393-C585-4505-A00C-A708243D3B78}"/>
          </ac:inkMkLst>
        </pc:inkChg>
        <pc:inkChg chg="add mod">
          <ac:chgData name="" userId="242feb3c33a8e7bf" providerId="LiveId" clId="{6C192596-F94B-4FAB-A38F-822CAE50B0CA}" dt="2023-03-22T17:48:24.450" v="3161" actId="1038"/>
          <ac:inkMkLst>
            <pc:docMk/>
            <pc:sldMk cId="1283747153" sldId="266"/>
            <ac:inkMk id="21" creationId="{0D9F5FCB-4A40-4CEC-BA26-F473F20CC113}"/>
          </ac:inkMkLst>
        </pc:inkChg>
        <pc:inkChg chg="add del">
          <ac:chgData name="" userId="242feb3c33a8e7bf" providerId="LiveId" clId="{6C192596-F94B-4FAB-A38F-822CAE50B0CA}" dt="2023-03-22T18:01:18.857" v="4124"/>
          <ac:inkMkLst>
            <pc:docMk/>
            <pc:sldMk cId="1283747153" sldId="266"/>
            <ac:inkMk id="22" creationId="{64214BCA-474B-4E12-B65D-7916CB7E5B26}"/>
          </ac:inkMkLst>
        </pc:inkChg>
        <pc:inkChg chg="add del">
          <ac:chgData name="" userId="242feb3c33a8e7bf" providerId="LiveId" clId="{6C192596-F94B-4FAB-A38F-822CAE50B0CA}" dt="2023-03-22T17:47:47.128" v="3082"/>
          <ac:inkMkLst>
            <pc:docMk/>
            <pc:sldMk cId="1283747153" sldId="266"/>
            <ac:inkMk id="22" creationId="{9C091A26-318E-444F-8309-6B8DB28E951A}"/>
          </ac:inkMkLst>
        </pc:inkChg>
        <pc:inkChg chg="add del">
          <ac:chgData name="" userId="242feb3c33a8e7bf" providerId="LiveId" clId="{6C192596-F94B-4FAB-A38F-822CAE50B0CA}" dt="2023-03-22T18:01:18.857" v="4124"/>
          <ac:inkMkLst>
            <pc:docMk/>
            <pc:sldMk cId="1283747153" sldId="266"/>
            <ac:inkMk id="23" creationId="{6087F108-8ACF-453A-A69C-E45E3B8666C5}"/>
          </ac:inkMkLst>
        </pc:inkChg>
        <pc:inkChg chg="add del">
          <ac:chgData name="" userId="242feb3c33a8e7bf" providerId="LiveId" clId="{6C192596-F94B-4FAB-A38F-822CAE50B0CA}" dt="2023-03-22T17:47:47.128" v="3082"/>
          <ac:inkMkLst>
            <pc:docMk/>
            <pc:sldMk cId="1283747153" sldId="266"/>
            <ac:inkMk id="23" creationId="{9F7328CD-7A3C-4CFB-BA95-D69984BA7720}"/>
          </ac:inkMkLst>
        </pc:inkChg>
        <pc:inkChg chg="add mod">
          <ac:chgData name="" userId="242feb3c33a8e7bf" providerId="LiveId" clId="{6C192596-F94B-4FAB-A38F-822CAE50B0CA}" dt="2023-03-22T17:48:26.182" v="3184" actId="1038"/>
          <ac:inkMkLst>
            <pc:docMk/>
            <pc:sldMk cId="1283747153" sldId="266"/>
            <ac:inkMk id="24" creationId="{2B28CC98-38FF-4721-B2C0-945EC1E9822C}"/>
          </ac:inkMkLst>
        </pc:inkChg>
        <pc:inkChg chg="add mod">
          <ac:chgData name="" userId="242feb3c33a8e7bf" providerId="LiveId" clId="{6C192596-F94B-4FAB-A38F-822CAE50B0CA}" dt="2023-03-22T17:48:30.662" v="3230" actId="1037"/>
          <ac:inkMkLst>
            <pc:docMk/>
            <pc:sldMk cId="1283747153" sldId="266"/>
            <ac:inkMk id="25" creationId="{52AF180F-DBFD-4AFA-BB57-87A2847DBDC8}"/>
          </ac:inkMkLst>
        </pc:inkChg>
        <pc:inkChg chg="add del">
          <ac:chgData name="" userId="242feb3c33a8e7bf" providerId="LiveId" clId="{6C192596-F94B-4FAB-A38F-822CAE50B0CA}" dt="2023-03-22T18:01:18.857" v="4124"/>
          <ac:inkMkLst>
            <pc:docMk/>
            <pc:sldMk cId="1283747153" sldId="266"/>
            <ac:inkMk id="26" creationId="{4A8176EA-F569-4A2A-85F9-C4FFDB9E0574}"/>
          </ac:inkMkLst>
        </pc:inkChg>
        <pc:inkChg chg="add del mod">
          <ac:chgData name="" userId="242feb3c33a8e7bf" providerId="LiveId" clId="{6C192596-F94B-4FAB-A38F-822CAE50B0CA}" dt="2023-03-22T17:48:44.953" v="3357"/>
          <ac:inkMkLst>
            <pc:docMk/>
            <pc:sldMk cId="1283747153" sldId="266"/>
            <ac:inkMk id="26" creationId="{9105C373-DBD9-475F-BB8C-725A634D096A}"/>
          </ac:inkMkLst>
        </pc:inkChg>
        <pc:inkChg chg="add mod">
          <ac:chgData name="" userId="242feb3c33a8e7bf" providerId="LiveId" clId="{6C192596-F94B-4FAB-A38F-822CAE50B0CA}" dt="2023-03-22T17:48:38.015" v="3313" actId="1038"/>
          <ac:inkMkLst>
            <pc:docMk/>
            <pc:sldMk cId="1283747153" sldId="266"/>
            <ac:inkMk id="27" creationId="{6B89EC63-E336-4DA4-8488-4486469426B5}"/>
          </ac:inkMkLst>
        </pc:inkChg>
        <pc:inkChg chg="add del">
          <ac:chgData name="" userId="242feb3c33a8e7bf" providerId="LiveId" clId="{6C192596-F94B-4FAB-A38F-822CAE50B0CA}" dt="2023-03-22T18:01:18.857" v="4124"/>
          <ac:inkMkLst>
            <pc:docMk/>
            <pc:sldMk cId="1283747153" sldId="266"/>
            <ac:inkMk id="28" creationId="{3AD6C9A2-A87B-404D-BB64-F345D6E2980A}"/>
          </ac:inkMkLst>
        </pc:inkChg>
        <pc:inkChg chg="add del">
          <ac:chgData name="" userId="242feb3c33a8e7bf" providerId="LiveId" clId="{6C192596-F94B-4FAB-A38F-822CAE50B0CA}" dt="2023-03-22T17:48:00.857" v="3088"/>
          <ac:inkMkLst>
            <pc:docMk/>
            <pc:sldMk cId="1283747153" sldId="266"/>
            <ac:inkMk id="28" creationId="{CE2E26DC-7708-4486-B3D9-DE6B54324129}"/>
          </ac:inkMkLst>
        </pc:inkChg>
        <pc:inkChg chg="add del">
          <ac:chgData name="" userId="242feb3c33a8e7bf" providerId="LiveId" clId="{6C192596-F94B-4FAB-A38F-822CAE50B0CA}" dt="2023-03-22T17:48:00.857" v="3088"/>
          <ac:inkMkLst>
            <pc:docMk/>
            <pc:sldMk cId="1283747153" sldId="266"/>
            <ac:inkMk id="29" creationId="{15E7DCF1-DF56-4777-8012-2C5DE5A3514A}"/>
          </ac:inkMkLst>
        </pc:inkChg>
        <pc:inkChg chg="add del">
          <ac:chgData name="" userId="242feb3c33a8e7bf" providerId="LiveId" clId="{6C192596-F94B-4FAB-A38F-822CAE50B0CA}" dt="2023-03-22T18:01:18.857" v="4124"/>
          <ac:inkMkLst>
            <pc:docMk/>
            <pc:sldMk cId="1283747153" sldId="266"/>
            <ac:inkMk id="29" creationId="{D33988FD-C2C1-409A-A553-09F6D44E250A}"/>
          </ac:inkMkLst>
        </pc:inkChg>
        <pc:inkChg chg="add mod">
          <ac:chgData name="" userId="242feb3c33a8e7bf" providerId="LiveId" clId="{6C192596-F94B-4FAB-A38F-822CAE50B0CA}" dt="2023-03-22T17:48:41.662" v="3356" actId="1038"/>
          <ac:inkMkLst>
            <pc:docMk/>
            <pc:sldMk cId="1283747153" sldId="266"/>
            <ac:inkMk id="30" creationId="{5A47AB70-3190-458B-A998-E6C56D8D11DB}"/>
          </ac:inkMkLst>
        </pc:inkChg>
        <pc:inkChg chg="add">
          <ac:chgData name="" userId="242feb3c33a8e7bf" providerId="LiveId" clId="{6C192596-F94B-4FAB-A38F-822CAE50B0CA}" dt="2023-03-22T17:48:47.406" v="3358"/>
          <ac:inkMkLst>
            <pc:docMk/>
            <pc:sldMk cId="1283747153" sldId="266"/>
            <ac:inkMk id="31" creationId="{8D2F3AEF-0B26-48E6-9CBE-5E45698A40F7}"/>
          </ac:inkMkLst>
        </pc:inkChg>
        <pc:inkChg chg="add del">
          <ac:chgData name="" userId="242feb3c33a8e7bf" providerId="LiveId" clId="{6C192596-F94B-4FAB-A38F-822CAE50B0CA}" dt="2023-03-22T18:01:18.857" v="4124"/>
          <ac:inkMkLst>
            <pc:docMk/>
            <pc:sldMk cId="1283747153" sldId="266"/>
            <ac:inkMk id="33" creationId="{9885AA43-57C4-4BD2-B741-39642112BA53}"/>
          </ac:inkMkLst>
        </pc:inkChg>
        <pc:inkChg chg="add del">
          <ac:chgData name="" userId="242feb3c33a8e7bf" providerId="LiveId" clId="{6C192596-F94B-4FAB-A38F-822CAE50B0CA}" dt="2023-03-22T18:01:18.857" v="4124"/>
          <ac:inkMkLst>
            <pc:docMk/>
            <pc:sldMk cId="1283747153" sldId="266"/>
            <ac:inkMk id="34" creationId="{49A4E49F-98B9-48B4-A1D3-65AB7C973A22}"/>
          </ac:inkMkLst>
        </pc:inkChg>
        <pc:inkChg chg="add del">
          <ac:chgData name="" userId="242feb3c33a8e7bf" providerId="LiveId" clId="{6C192596-F94B-4FAB-A38F-822CAE50B0CA}" dt="2023-03-22T18:01:18.857" v="4124"/>
          <ac:inkMkLst>
            <pc:docMk/>
            <pc:sldMk cId="1283747153" sldId="266"/>
            <ac:inkMk id="35" creationId="{D57437C9-F6CE-4E8B-805D-477F94F91D23}"/>
          </ac:inkMkLst>
        </pc:inkChg>
        <pc:inkChg chg="add del">
          <ac:chgData name="" userId="242feb3c33a8e7bf" providerId="LiveId" clId="{6C192596-F94B-4FAB-A38F-822CAE50B0CA}" dt="2023-03-22T18:01:18.857" v="4124"/>
          <ac:inkMkLst>
            <pc:docMk/>
            <pc:sldMk cId="1283747153" sldId="266"/>
            <ac:inkMk id="36" creationId="{E572A873-0169-4B80-A206-8510E31E148A}"/>
          </ac:inkMkLst>
        </pc:inkChg>
        <pc:inkChg chg="add del">
          <ac:chgData name="" userId="242feb3c33a8e7bf" providerId="LiveId" clId="{6C192596-F94B-4FAB-A38F-822CAE50B0CA}" dt="2023-03-22T18:01:18.857" v="4124"/>
          <ac:inkMkLst>
            <pc:docMk/>
            <pc:sldMk cId="1283747153" sldId="266"/>
            <ac:inkMk id="37" creationId="{2E3FFF2F-844E-4F73-AF67-24F8C9803C4C}"/>
          </ac:inkMkLst>
        </pc:inkChg>
        <pc:inkChg chg="add del">
          <ac:chgData name="" userId="242feb3c33a8e7bf" providerId="LiveId" clId="{6C192596-F94B-4FAB-A38F-822CAE50B0CA}" dt="2023-03-22T18:01:18.857" v="4124"/>
          <ac:inkMkLst>
            <pc:docMk/>
            <pc:sldMk cId="1283747153" sldId="266"/>
            <ac:inkMk id="38" creationId="{5E92E13C-453C-4BDB-8D07-BB8128EBC20C}"/>
          </ac:inkMkLst>
        </pc:inkChg>
        <pc:inkChg chg="add">
          <ac:chgData name="" userId="242feb3c33a8e7bf" providerId="LiveId" clId="{6C192596-F94B-4FAB-A38F-822CAE50B0CA}" dt="2023-03-22T18:01:18.857" v="4124"/>
          <ac:inkMkLst>
            <pc:docMk/>
            <pc:sldMk cId="1283747153" sldId="266"/>
            <ac:inkMk id="39" creationId="{DFA3DAD1-67C9-402B-800F-277EF952F7A6}"/>
          </ac:inkMkLst>
        </pc:inkChg>
        <pc:inkChg chg="add">
          <ac:chgData name="" userId="242feb3c33a8e7bf" providerId="LiveId" clId="{6C192596-F94B-4FAB-A38F-822CAE50B0CA}" dt="2023-03-22T18:01:18.857" v="4124"/>
          <ac:inkMkLst>
            <pc:docMk/>
            <pc:sldMk cId="1283747153" sldId="266"/>
            <ac:inkMk id="40" creationId="{C6BF4C4E-C241-40A2-BC3B-54E80824D8D0}"/>
          </ac:inkMkLst>
        </pc:inkChg>
        <pc:inkChg chg="add del">
          <ac:chgData name="" userId="242feb3c33a8e7bf" providerId="LiveId" clId="{6C192596-F94B-4FAB-A38F-822CAE50B0CA}" dt="2023-03-22T18:01:28.140" v="4151"/>
          <ac:inkMkLst>
            <pc:docMk/>
            <pc:sldMk cId="1283747153" sldId="266"/>
            <ac:inkMk id="41" creationId="{4209A070-D248-4C11-885A-D5301D1FA44F}"/>
          </ac:inkMkLst>
        </pc:inkChg>
        <pc:inkChg chg="add del">
          <ac:chgData name="" userId="242feb3c33a8e7bf" providerId="LiveId" clId="{6C192596-F94B-4FAB-A38F-822CAE50B0CA}" dt="2023-03-22T18:01:28.140" v="4151"/>
          <ac:inkMkLst>
            <pc:docMk/>
            <pc:sldMk cId="1283747153" sldId="266"/>
            <ac:inkMk id="42" creationId="{2E2E6EEB-2348-4BDE-9E9F-8CAB11CDB706}"/>
          </ac:inkMkLst>
        </pc:inkChg>
        <pc:inkChg chg="add del">
          <ac:chgData name="" userId="242feb3c33a8e7bf" providerId="LiveId" clId="{6C192596-F94B-4FAB-A38F-822CAE50B0CA}" dt="2023-03-22T18:01:28.140" v="4151"/>
          <ac:inkMkLst>
            <pc:docMk/>
            <pc:sldMk cId="1283747153" sldId="266"/>
            <ac:inkMk id="43" creationId="{6C6A6C79-34F1-462E-845E-7DEC5B260841}"/>
          </ac:inkMkLst>
        </pc:inkChg>
        <pc:inkChg chg="add del">
          <ac:chgData name="" userId="242feb3c33a8e7bf" providerId="LiveId" clId="{6C192596-F94B-4FAB-A38F-822CAE50B0CA}" dt="2023-03-22T18:01:28.140" v="4151"/>
          <ac:inkMkLst>
            <pc:docMk/>
            <pc:sldMk cId="1283747153" sldId="266"/>
            <ac:inkMk id="44" creationId="{6714D97D-BEDE-43D6-B81C-C5DE3633E407}"/>
          </ac:inkMkLst>
        </pc:inkChg>
        <pc:inkChg chg="add del">
          <ac:chgData name="" userId="242feb3c33a8e7bf" providerId="LiveId" clId="{6C192596-F94B-4FAB-A38F-822CAE50B0CA}" dt="2023-03-22T18:01:28.140" v="4151"/>
          <ac:inkMkLst>
            <pc:docMk/>
            <pc:sldMk cId="1283747153" sldId="266"/>
            <ac:inkMk id="45" creationId="{33D83B8C-3FBC-4703-A821-A82908D7134B}"/>
          </ac:inkMkLst>
        </pc:inkChg>
        <pc:inkChg chg="add del">
          <ac:chgData name="" userId="242feb3c33a8e7bf" providerId="LiveId" clId="{6C192596-F94B-4FAB-A38F-822CAE50B0CA}" dt="2023-03-22T18:01:28.140" v="4151"/>
          <ac:inkMkLst>
            <pc:docMk/>
            <pc:sldMk cId="1283747153" sldId="266"/>
            <ac:inkMk id="46" creationId="{B5B2DDC2-D9DC-4299-B1E9-393C48139B0D}"/>
          </ac:inkMkLst>
        </pc:inkChg>
        <pc:inkChg chg="add del">
          <ac:chgData name="" userId="242feb3c33a8e7bf" providerId="LiveId" clId="{6C192596-F94B-4FAB-A38F-822CAE50B0CA}" dt="2023-03-22T18:01:28.140" v="4151"/>
          <ac:inkMkLst>
            <pc:docMk/>
            <pc:sldMk cId="1283747153" sldId="266"/>
            <ac:inkMk id="47" creationId="{54841E98-2EED-4938-99BB-2AFB1E8B691C}"/>
          </ac:inkMkLst>
        </pc:inkChg>
        <pc:inkChg chg="add del">
          <ac:chgData name="" userId="242feb3c33a8e7bf" providerId="LiveId" clId="{6C192596-F94B-4FAB-A38F-822CAE50B0CA}" dt="2023-03-22T18:01:28.140" v="4151"/>
          <ac:inkMkLst>
            <pc:docMk/>
            <pc:sldMk cId="1283747153" sldId="266"/>
            <ac:inkMk id="48" creationId="{4D324CC7-3B46-40FD-A3B7-5DBAEA32F733}"/>
          </ac:inkMkLst>
        </pc:inkChg>
        <pc:inkChg chg="add del">
          <ac:chgData name="" userId="242feb3c33a8e7bf" providerId="LiveId" clId="{6C192596-F94B-4FAB-A38F-822CAE50B0CA}" dt="2023-03-22T18:01:28.140" v="4151"/>
          <ac:inkMkLst>
            <pc:docMk/>
            <pc:sldMk cId="1283747153" sldId="266"/>
            <ac:inkMk id="49" creationId="{B036F1E9-DB73-4F4C-8FA3-9AA24AA3CBF8}"/>
          </ac:inkMkLst>
        </pc:inkChg>
        <pc:inkChg chg="add del">
          <ac:chgData name="" userId="242feb3c33a8e7bf" providerId="LiveId" clId="{6C192596-F94B-4FAB-A38F-822CAE50B0CA}" dt="2023-03-22T18:01:28.140" v="4151"/>
          <ac:inkMkLst>
            <pc:docMk/>
            <pc:sldMk cId="1283747153" sldId="266"/>
            <ac:inkMk id="50" creationId="{74CD7EEE-9C39-4797-900B-524CB164B8F5}"/>
          </ac:inkMkLst>
        </pc:inkChg>
        <pc:inkChg chg="add del">
          <ac:chgData name="" userId="242feb3c33a8e7bf" providerId="LiveId" clId="{6C192596-F94B-4FAB-A38F-822CAE50B0CA}" dt="2023-03-22T18:01:28.140" v="4151"/>
          <ac:inkMkLst>
            <pc:docMk/>
            <pc:sldMk cId="1283747153" sldId="266"/>
            <ac:inkMk id="51" creationId="{AF5D4D9E-55E7-4E73-B940-87CD2574FD0D}"/>
          </ac:inkMkLst>
        </pc:inkChg>
        <pc:inkChg chg="add del">
          <ac:chgData name="" userId="242feb3c33a8e7bf" providerId="LiveId" clId="{6C192596-F94B-4FAB-A38F-822CAE50B0CA}" dt="2023-03-22T18:01:28.140" v="4151"/>
          <ac:inkMkLst>
            <pc:docMk/>
            <pc:sldMk cId="1283747153" sldId="266"/>
            <ac:inkMk id="52" creationId="{629AA5E2-701E-4D0E-90ED-936A931F7300}"/>
          </ac:inkMkLst>
        </pc:inkChg>
        <pc:inkChg chg="add del">
          <ac:chgData name="" userId="242feb3c33a8e7bf" providerId="LiveId" clId="{6C192596-F94B-4FAB-A38F-822CAE50B0CA}" dt="2023-03-22T18:01:28.140" v="4151"/>
          <ac:inkMkLst>
            <pc:docMk/>
            <pc:sldMk cId="1283747153" sldId="266"/>
            <ac:inkMk id="53" creationId="{CBAE0114-8022-4AB9-AF70-212CD8463288}"/>
          </ac:inkMkLst>
        </pc:inkChg>
        <pc:inkChg chg="add del">
          <ac:chgData name="" userId="242feb3c33a8e7bf" providerId="LiveId" clId="{6C192596-F94B-4FAB-A38F-822CAE50B0CA}" dt="2023-03-22T18:01:28.140" v="4151"/>
          <ac:inkMkLst>
            <pc:docMk/>
            <pc:sldMk cId="1283747153" sldId="266"/>
            <ac:inkMk id="54" creationId="{CCC381E9-6255-4AC3-9868-95B12DCD5251}"/>
          </ac:inkMkLst>
        </pc:inkChg>
        <pc:inkChg chg="add del">
          <ac:chgData name="" userId="242feb3c33a8e7bf" providerId="LiveId" clId="{6C192596-F94B-4FAB-A38F-822CAE50B0CA}" dt="2023-03-22T18:01:28.140" v="4151"/>
          <ac:inkMkLst>
            <pc:docMk/>
            <pc:sldMk cId="1283747153" sldId="266"/>
            <ac:inkMk id="55" creationId="{33B3A165-D8FE-45DF-B8BF-F1EC09737E56}"/>
          </ac:inkMkLst>
        </pc:inkChg>
        <pc:inkChg chg="add del">
          <ac:chgData name="" userId="242feb3c33a8e7bf" providerId="LiveId" clId="{6C192596-F94B-4FAB-A38F-822CAE50B0CA}" dt="2023-03-22T18:01:28.140" v="4151"/>
          <ac:inkMkLst>
            <pc:docMk/>
            <pc:sldMk cId="1283747153" sldId="266"/>
            <ac:inkMk id="56" creationId="{F36315AA-C469-42A7-B433-8927D399ADF1}"/>
          </ac:inkMkLst>
        </pc:inkChg>
        <pc:inkChg chg="add del">
          <ac:chgData name="" userId="242feb3c33a8e7bf" providerId="LiveId" clId="{6C192596-F94B-4FAB-A38F-822CAE50B0CA}" dt="2023-03-22T18:01:28.140" v="4151"/>
          <ac:inkMkLst>
            <pc:docMk/>
            <pc:sldMk cId="1283747153" sldId="266"/>
            <ac:inkMk id="57" creationId="{78541071-D917-4798-8E30-1FA0174C6688}"/>
          </ac:inkMkLst>
        </pc:inkChg>
        <pc:inkChg chg="add del">
          <ac:chgData name="" userId="242feb3c33a8e7bf" providerId="LiveId" clId="{6C192596-F94B-4FAB-A38F-822CAE50B0CA}" dt="2023-03-22T18:01:28.140" v="4151"/>
          <ac:inkMkLst>
            <pc:docMk/>
            <pc:sldMk cId="1283747153" sldId="266"/>
            <ac:inkMk id="58" creationId="{307240C0-4020-427B-91AD-47EB5B310D27}"/>
          </ac:inkMkLst>
        </pc:inkChg>
        <pc:inkChg chg="add del">
          <ac:chgData name="" userId="242feb3c33a8e7bf" providerId="LiveId" clId="{6C192596-F94B-4FAB-A38F-822CAE50B0CA}" dt="2023-03-22T18:01:28.140" v="4151"/>
          <ac:inkMkLst>
            <pc:docMk/>
            <pc:sldMk cId="1283747153" sldId="266"/>
            <ac:inkMk id="59" creationId="{8BB846C8-CB10-4F78-9A32-C1C8B17FDAAF}"/>
          </ac:inkMkLst>
        </pc:inkChg>
        <pc:inkChg chg="add del">
          <ac:chgData name="" userId="242feb3c33a8e7bf" providerId="LiveId" clId="{6C192596-F94B-4FAB-A38F-822CAE50B0CA}" dt="2023-03-22T18:01:28.140" v="4151"/>
          <ac:inkMkLst>
            <pc:docMk/>
            <pc:sldMk cId="1283747153" sldId="266"/>
            <ac:inkMk id="60" creationId="{1FCCB9F8-8DF4-4915-BEBF-BCE32F3BD506}"/>
          </ac:inkMkLst>
        </pc:inkChg>
        <pc:inkChg chg="add del">
          <ac:chgData name="" userId="242feb3c33a8e7bf" providerId="LiveId" clId="{6C192596-F94B-4FAB-A38F-822CAE50B0CA}" dt="2023-03-22T18:01:28.140" v="4151"/>
          <ac:inkMkLst>
            <pc:docMk/>
            <pc:sldMk cId="1283747153" sldId="266"/>
            <ac:inkMk id="61" creationId="{81E5E424-8754-4D34-9F5C-FCD209EE257A}"/>
          </ac:inkMkLst>
        </pc:inkChg>
        <pc:inkChg chg="add del">
          <ac:chgData name="" userId="242feb3c33a8e7bf" providerId="LiveId" clId="{6C192596-F94B-4FAB-A38F-822CAE50B0CA}" dt="2023-03-22T18:01:28.140" v="4151"/>
          <ac:inkMkLst>
            <pc:docMk/>
            <pc:sldMk cId="1283747153" sldId="266"/>
            <ac:inkMk id="62" creationId="{51C8AE77-FB03-42D7-B03F-A3FCC097390E}"/>
          </ac:inkMkLst>
        </pc:inkChg>
        <pc:inkChg chg="add del">
          <ac:chgData name="" userId="242feb3c33a8e7bf" providerId="LiveId" clId="{6C192596-F94B-4FAB-A38F-822CAE50B0CA}" dt="2023-03-22T18:01:28.140" v="4151"/>
          <ac:inkMkLst>
            <pc:docMk/>
            <pc:sldMk cId="1283747153" sldId="266"/>
            <ac:inkMk id="63" creationId="{13D1B77F-AB12-4A9A-A6F4-9FE8C13E4B10}"/>
          </ac:inkMkLst>
        </pc:inkChg>
        <pc:inkChg chg="add del">
          <ac:chgData name="" userId="242feb3c33a8e7bf" providerId="LiveId" clId="{6C192596-F94B-4FAB-A38F-822CAE50B0CA}" dt="2023-03-22T18:01:28.140" v="4151"/>
          <ac:inkMkLst>
            <pc:docMk/>
            <pc:sldMk cId="1283747153" sldId="266"/>
            <ac:inkMk id="64" creationId="{0AD2509A-54EF-4968-8E9E-47C25DCE7BFA}"/>
          </ac:inkMkLst>
        </pc:inkChg>
        <pc:inkChg chg="add del">
          <ac:chgData name="" userId="242feb3c33a8e7bf" providerId="LiveId" clId="{6C192596-F94B-4FAB-A38F-822CAE50B0CA}" dt="2023-03-22T18:01:28.140" v="4151"/>
          <ac:inkMkLst>
            <pc:docMk/>
            <pc:sldMk cId="1283747153" sldId="266"/>
            <ac:inkMk id="65" creationId="{7FE1ECD3-BDA9-4BB1-AF3D-7E2F78A1CA6E}"/>
          </ac:inkMkLst>
        </pc:inkChg>
        <pc:inkChg chg="add del">
          <ac:chgData name="" userId="242feb3c33a8e7bf" providerId="LiveId" clId="{6C192596-F94B-4FAB-A38F-822CAE50B0CA}" dt="2023-03-22T18:01:28.140" v="4151"/>
          <ac:inkMkLst>
            <pc:docMk/>
            <pc:sldMk cId="1283747153" sldId="266"/>
            <ac:inkMk id="66" creationId="{4310490C-024F-4503-BCB3-076C895DE754}"/>
          </ac:inkMkLst>
        </pc:inkChg>
        <pc:inkChg chg="add">
          <ac:chgData name="" userId="242feb3c33a8e7bf" providerId="LiveId" clId="{6C192596-F94B-4FAB-A38F-822CAE50B0CA}" dt="2023-03-22T18:01:28.140" v="4151"/>
          <ac:inkMkLst>
            <pc:docMk/>
            <pc:sldMk cId="1283747153" sldId="266"/>
            <ac:inkMk id="67" creationId="{DCD64EAE-B615-4A08-AB2B-2BAC69B26547}"/>
          </ac:inkMkLst>
        </pc:inkChg>
        <pc:inkChg chg="add">
          <ac:chgData name="" userId="242feb3c33a8e7bf" providerId="LiveId" clId="{6C192596-F94B-4FAB-A38F-822CAE50B0CA}" dt="2023-03-22T18:01:28.140" v="4151"/>
          <ac:inkMkLst>
            <pc:docMk/>
            <pc:sldMk cId="1283747153" sldId="266"/>
            <ac:inkMk id="68" creationId="{14784D5E-E3E7-4CE0-A2BD-C0A90E384342}"/>
          </ac:inkMkLst>
        </pc:inkChg>
        <pc:inkChg chg="add">
          <ac:chgData name="" userId="242feb3c33a8e7bf" providerId="LiveId" clId="{6C192596-F94B-4FAB-A38F-822CAE50B0CA}" dt="2023-03-22T18:01:28.140" v="4151"/>
          <ac:inkMkLst>
            <pc:docMk/>
            <pc:sldMk cId="1283747153" sldId="266"/>
            <ac:inkMk id="69" creationId="{46DA2C25-A236-4B27-A99F-CFB1C7E76CF3}"/>
          </ac:inkMkLst>
        </pc:inkChg>
        <pc:inkChg chg="add">
          <ac:chgData name="" userId="242feb3c33a8e7bf" providerId="LiveId" clId="{6C192596-F94B-4FAB-A38F-822CAE50B0CA}" dt="2023-03-22T18:01:28.140" v="4151"/>
          <ac:inkMkLst>
            <pc:docMk/>
            <pc:sldMk cId="1283747153" sldId="266"/>
            <ac:inkMk id="70" creationId="{D511024B-81DE-4676-B746-B323B005B5B5}"/>
          </ac:inkMkLst>
        </pc:inkChg>
        <pc:inkChg chg="add del">
          <ac:chgData name="" userId="242feb3c33a8e7bf" providerId="LiveId" clId="{6C192596-F94B-4FAB-A38F-822CAE50B0CA}" dt="2023-03-22T18:01:43.753" v="4193"/>
          <ac:inkMkLst>
            <pc:docMk/>
            <pc:sldMk cId="1283747153" sldId="266"/>
            <ac:inkMk id="71" creationId="{CC0A48F9-AE8F-46EE-86E2-AF56C64B72D1}"/>
          </ac:inkMkLst>
        </pc:inkChg>
        <pc:inkChg chg="add del">
          <ac:chgData name="" userId="242feb3c33a8e7bf" providerId="LiveId" clId="{6C192596-F94B-4FAB-A38F-822CAE50B0CA}" dt="2023-03-22T18:01:43.753" v="4193"/>
          <ac:inkMkLst>
            <pc:docMk/>
            <pc:sldMk cId="1283747153" sldId="266"/>
            <ac:inkMk id="72" creationId="{89EFF13D-9D6F-49CC-A268-D237456D8520}"/>
          </ac:inkMkLst>
        </pc:inkChg>
        <pc:inkChg chg="add del">
          <ac:chgData name="" userId="242feb3c33a8e7bf" providerId="LiveId" clId="{6C192596-F94B-4FAB-A38F-822CAE50B0CA}" dt="2023-03-22T18:01:43.753" v="4193"/>
          <ac:inkMkLst>
            <pc:docMk/>
            <pc:sldMk cId="1283747153" sldId="266"/>
            <ac:inkMk id="73" creationId="{C39B6359-1E7E-43B9-BC86-F2639FC9DF62}"/>
          </ac:inkMkLst>
        </pc:inkChg>
        <pc:inkChg chg="add del">
          <ac:chgData name="" userId="242feb3c33a8e7bf" providerId="LiveId" clId="{6C192596-F94B-4FAB-A38F-822CAE50B0CA}" dt="2023-03-22T18:01:43.753" v="4193"/>
          <ac:inkMkLst>
            <pc:docMk/>
            <pc:sldMk cId="1283747153" sldId="266"/>
            <ac:inkMk id="74" creationId="{305E11BB-AF7A-4585-875D-4C555BAE5573}"/>
          </ac:inkMkLst>
        </pc:inkChg>
        <pc:inkChg chg="add del">
          <ac:chgData name="" userId="242feb3c33a8e7bf" providerId="LiveId" clId="{6C192596-F94B-4FAB-A38F-822CAE50B0CA}" dt="2023-03-22T18:01:43.753" v="4193"/>
          <ac:inkMkLst>
            <pc:docMk/>
            <pc:sldMk cId="1283747153" sldId="266"/>
            <ac:inkMk id="75" creationId="{99303919-537B-4F04-919B-76984513C7C6}"/>
          </ac:inkMkLst>
        </pc:inkChg>
        <pc:inkChg chg="add del">
          <ac:chgData name="" userId="242feb3c33a8e7bf" providerId="LiveId" clId="{6C192596-F94B-4FAB-A38F-822CAE50B0CA}" dt="2023-03-22T18:01:43.753" v="4193"/>
          <ac:inkMkLst>
            <pc:docMk/>
            <pc:sldMk cId="1283747153" sldId="266"/>
            <ac:inkMk id="76" creationId="{C22AC229-387F-458B-BFEF-E9B11E5B7C0B}"/>
          </ac:inkMkLst>
        </pc:inkChg>
        <pc:inkChg chg="add del">
          <ac:chgData name="" userId="242feb3c33a8e7bf" providerId="LiveId" clId="{6C192596-F94B-4FAB-A38F-822CAE50B0CA}" dt="2023-03-22T18:01:43.753" v="4193"/>
          <ac:inkMkLst>
            <pc:docMk/>
            <pc:sldMk cId="1283747153" sldId="266"/>
            <ac:inkMk id="77" creationId="{14ACFD94-CD5E-4B52-8E6D-A3B408CF434B}"/>
          </ac:inkMkLst>
        </pc:inkChg>
        <pc:inkChg chg="add del">
          <ac:chgData name="" userId="242feb3c33a8e7bf" providerId="LiveId" clId="{6C192596-F94B-4FAB-A38F-822CAE50B0CA}" dt="2023-03-22T18:01:43.753" v="4193"/>
          <ac:inkMkLst>
            <pc:docMk/>
            <pc:sldMk cId="1283747153" sldId="266"/>
            <ac:inkMk id="78" creationId="{18D4498A-48FE-44F2-9054-F620EDE39278}"/>
          </ac:inkMkLst>
        </pc:inkChg>
        <pc:inkChg chg="add del">
          <ac:chgData name="" userId="242feb3c33a8e7bf" providerId="LiveId" clId="{6C192596-F94B-4FAB-A38F-822CAE50B0CA}" dt="2023-03-22T18:01:43.753" v="4193"/>
          <ac:inkMkLst>
            <pc:docMk/>
            <pc:sldMk cId="1283747153" sldId="266"/>
            <ac:inkMk id="79" creationId="{127C6CA1-4BC1-4783-BF75-FDF1263D85CD}"/>
          </ac:inkMkLst>
        </pc:inkChg>
        <pc:inkChg chg="add del">
          <ac:chgData name="" userId="242feb3c33a8e7bf" providerId="LiveId" clId="{6C192596-F94B-4FAB-A38F-822CAE50B0CA}" dt="2023-03-22T18:01:43.753" v="4193"/>
          <ac:inkMkLst>
            <pc:docMk/>
            <pc:sldMk cId="1283747153" sldId="266"/>
            <ac:inkMk id="80" creationId="{B51F27A1-27B9-4291-BBA2-3C27C8E36201}"/>
          </ac:inkMkLst>
        </pc:inkChg>
        <pc:inkChg chg="add del">
          <ac:chgData name="" userId="242feb3c33a8e7bf" providerId="LiveId" clId="{6C192596-F94B-4FAB-A38F-822CAE50B0CA}" dt="2023-03-22T18:01:43.753" v="4193"/>
          <ac:inkMkLst>
            <pc:docMk/>
            <pc:sldMk cId="1283747153" sldId="266"/>
            <ac:inkMk id="81" creationId="{31D3AE1C-1114-474F-8E4F-E0EA96D35415}"/>
          </ac:inkMkLst>
        </pc:inkChg>
        <pc:inkChg chg="add del">
          <ac:chgData name="" userId="242feb3c33a8e7bf" providerId="LiveId" clId="{6C192596-F94B-4FAB-A38F-822CAE50B0CA}" dt="2023-03-22T18:01:43.753" v="4193"/>
          <ac:inkMkLst>
            <pc:docMk/>
            <pc:sldMk cId="1283747153" sldId="266"/>
            <ac:inkMk id="82" creationId="{8E1BB45A-34CF-494F-9BBD-D8ADF652FEEE}"/>
          </ac:inkMkLst>
        </pc:inkChg>
        <pc:inkChg chg="add del">
          <ac:chgData name="" userId="242feb3c33a8e7bf" providerId="LiveId" clId="{6C192596-F94B-4FAB-A38F-822CAE50B0CA}" dt="2023-03-22T18:01:43.753" v="4193"/>
          <ac:inkMkLst>
            <pc:docMk/>
            <pc:sldMk cId="1283747153" sldId="266"/>
            <ac:inkMk id="83" creationId="{15ECDD11-E837-4B62-8652-A8866E579F07}"/>
          </ac:inkMkLst>
        </pc:inkChg>
        <pc:inkChg chg="add del">
          <ac:chgData name="" userId="242feb3c33a8e7bf" providerId="LiveId" clId="{6C192596-F94B-4FAB-A38F-822CAE50B0CA}" dt="2023-03-22T18:01:43.753" v="4193"/>
          <ac:inkMkLst>
            <pc:docMk/>
            <pc:sldMk cId="1283747153" sldId="266"/>
            <ac:inkMk id="84" creationId="{A1CD01A9-5751-4828-B5E4-BF876124EF0A}"/>
          </ac:inkMkLst>
        </pc:inkChg>
        <pc:inkChg chg="add del">
          <ac:chgData name="" userId="242feb3c33a8e7bf" providerId="LiveId" clId="{6C192596-F94B-4FAB-A38F-822CAE50B0CA}" dt="2023-03-22T18:01:43.753" v="4193"/>
          <ac:inkMkLst>
            <pc:docMk/>
            <pc:sldMk cId="1283747153" sldId="266"/>
            <ac:inkMk id="85" creationId="{D5B61015-E7BF-47E6-996E-52C3C70DBE41}"/>
          </ac:inkMkLst>
        </pc:inkChg>
        <pc:inkChg chg="add del">
          <ac:chgData name="" userId="242feb3c33a8e7bf" providerId="LiveId" clId="{6C192596-F94B-4FAB-A38F-822CAE50B0CA}" dt="2023-03-22T18:01:43.753" v="4193"/>
          <ac:inkMkLst>
            <pc:docMk/>
            <pc:sldMk cId="1283747153" sldId="266"/>
            <ac:inkMk id="86" creationId="{3B16E155-E056-4CBF-941D-802C3459D053}"/>
          </ac:inkMkLst>
        </pc:inkChg>
        <pc:inkChg chg="add del">
          <ac:chgData name="" userId="242feb3c33a8e7bf" providerId="LiveId" clId="{6C192596-F94B-4FAB-A38F-822CAE50B0CA}" dt="2023-03-22T18:01:43.753" v="4193"/>
          <ac:inkMkLst>
            <pc:docMk/>
            <pc:sldMk cId="1283747153" sldId="266"/>
            <ac:inkMk id="87" creationId="{69B41066-72B7-46BA-87E6-EF295AE57770}"/>
          </ac:inkMkLst>
        </pc:inkChg>
        <pc:inkChg chg="add del">
          <ac:chgData name="" userId="242feb3c33a8e7bf" providerId="LiveId" clId="{6C192596-F94B-4FAB-A38F-822CAE50B0CA}" dt="2023-03-22T18:01:43.753" v="4193"/>
          <ac:inkMkLst>
            <pc:docMk/>
            <pc:sldMk cId="1283747153" sldId="266"/>
            <ac:inkMk id="88" creationId="{12DB5677-E4DF-4A66-BF7D-6C9A95E45F23}"/>
          </ac:inkMkLst>
        </pc:inkChg>
        <pc:inkChg chg="add del">
          <ac:chgData name="" userId="242feb3c33a8e7bf" providerId="LiveId" clId="{6C192596-F94B-4FAB-A38F-822CAE50B0CA}" dt="2023-03-22T18:01:43.753" v="4193"/>
          <ac:inkMkLst>
            <pc:docMk/>
            <pc:sldMk cId="1283747153" sldId="266"/>
            <ac:inkMk id="89" creationId="{06CC9E44-FE11-47DB-9D34-DDDDFA6555C7}"/>
          </ac:inkMkLst>
        </pc:inkChg>
        <pc:inkChg chg="add del">
          <ac:chgData name="" userId="242feb3c33a8e7bf" providerId="LiveId" clId="{6C192596-F94B-4FAB-A38F-822CAE50B0CA}" dt="2023-03-22T18:01:43.753" v="4193"/>
          <ac:inkMkLst>
            <pc:docMk/>
            <pc:sldMk cId="1283747153" sldId="266"/>
            <ac:inkMk id="90" creationId="{A3084D38-D5A0-44EA-8FBB-0A09BBD9F9C5}"/>
          </ac:inkMkLst>
        </pc:inkChg>
        <pc:inkChg chg="add del">
          <ac:chgData name="" userId="242feb3c33a8e7bf" providerId="LiveId" clId="{6C192596-F94B-4FAB-A38F-822CAE50B0CA}" dt="2023-03-22T18:01:43.753" v="4193"/>
          <ac:inkMkLst>
            <pc:docMk/>
            <pc:sldMk cId="1283747153" sldId="266"/>
            <ac:inkMk id="91" creationId="{12F74607-4210-4E45-B6B0-95D6A338BEF1}"/>
          </ac:inkMkLst>
        </pc:inkChg>
        <pc:inkChg chg="add del">
          <ac:chgData name="" userId="242feb3c33a8e7bf" providerId="LiveId" clId="{6C192596-F94B-4FAB-A38F-822CAE50B0CA}" dt="2023-03-22T18:01:43.753" v="4193"/>
          <ac:inkMkLst>
            <pc:docMk/>
            <pc:sldMk cId="1283747153" sldId="266"/>
            <ac:inkMk id="92" creationId="{B0B4A6D1-C4D0-4D24-A480-125C81F3F7A0}"/>
          </ac:inkMkLst>
        </pc:inkChg>
        <pc:inkChg chg="add del">
          <ac:chgData name="" userId="242feb3c33a8e7bf" providerId="LiveId" clId="{6C192596-F94B-4FAB-A38F-822CAE50B0CA}" dt="2023-03-22T18:01:43.753" v="4193"/>
          <ac:inkMkLst>
            <pc:docMk/>
            <pc:sldMk cId="1283747153" sldId="266"/>
            <ac:inkMk id="93" creationId="{C6EDC38B-E7DD-4105-B123-2FCFA3766B21}"/>
          </ac:inkMkLst>
        </pc:inkChg>
        <pc:inkChg chg="add del">
          <ac:chgData name="" userId="242feb3c33a8e7bf" providerId="LiveId" clId="{6C192596-F94B-4FAB-A38F-822CAE50B0CA}" dt="2023-03-22T18:01:43.753" v="4193"/>
          <ac:inkMkLst>
            <pc:docMk/>
            <pc:sldMk cId="1283747153" sldId="266"/>
            <ac:inkMk id="94" creationId="{126AD291-CEE1-4633-A560-AFDE3E83E4B6}"/>
          </ac:inkMkLst>
        </pc:inkChg>
        <pc:inkChg chg="add del">
          <ac:chgData name="" userId="242feb3c33a8e7bf" providerId="LiveId" clId="{6C192596-F94B-4FAB-A38F-822CAE50B0CA}" dt="2023-03-22T18:01:43.753" v="4193"/>
          <ac:inkMkLst>
            <pc:docMk/>
            <pc:sldMk cId="1283747153" sldId="266"/>
            <ac:inkMk id="95" creationId="{CB25AEDA-9C3D-40AE-A505-9D15C734F7B5}"/>
          </ac:inkMkLst>
        </pc:inkChg>
        <pc:inkChg chg="add del">
          <ac:chgData name="" userId="242feb3c33a8e7bf" providerId="LiveId" clId="{6C192596-F94B-4FAB-A38F-822CAE50B0CA}" dt="2023-03-22T18:01:43.753" v="4193"/>
          <ac:inkMkLst>
            <pc:docMk/>
            <pc:sldMk cId="1283747153" sldId="266"/>
            <ac:inkMk id="96" creationId="{C869C565-C135-4F4D-8819-E5304A756582}"/>
          </ac:inkMkLst>
        </pc:inkChg>
        <pc:inkChg chg="add del">
          <ac:chgData name="" userId="242feb3c33a8e7bf" providerId="LiveId" clId="{6C192596-F94B-4FAB-A38F-822CAE50B0CA}" dt="2023-03-22T18:01:43.753" v="4193"/>
          <ac:inkMkLst>
            <pc:docMk/>
            <pc:sldMk cId="1283747153" sldId="266"/>
            <ac:inkMk id="97" creationId="{21B894A1-B7F6-476D-A0B8-FBDB730E8C7C}"/>
          </ac:inkMkLst>
        </pc:inkChg>
        <pc:inkChg chg="add del">
          <ac:chgData name="" userId="242feb3c33a8e7bf" providerId="LiveId" clId="{6C192596-F94B-4FAB-A38F-822CAE50B0CA}" dt="2023-03-22T18:01:43.753" v="4193"/>
          <ac:inkMkLst>
            <pc:docMk/>
            <pc:sldMk cId="1283747153" sldId="266"/>
            <ac:inkMk id="98" creationId="{21BA32F3-72F9-4870-8090-2FEC40E3E70F}"/>
          </ac:inkMkLst>
        </pc:inkChg>
        <pc:inkChg chg="add del">
          <ac:chgData name="" userId="242feb3c33a8e7bf" providerId="LiveId" clId="{6C192596-F94B-4FAB-A38F-822CAE50B0CA}" dt="2023-03-22T18:01:43.753" v="4193"/>
          <ac:inkMkLst>
            <pc:docMk/>
            <pc:sldMk cId="1283747153" sldId="266"/>
            <ac:inkMk id="99" creationId="{1CBF3934-1AC6-4CD4-914A-87E805A6D287}"/>
          </ac:inkMkLst>
        </pc:inkChg>
        <pc:inkChg chg="add del">
          <ac:chgData name="" userId="242feb3c33a8e7bf" providerId="LiveId" clId="{6C192596-F94B-4FAB-A38F-822CAE50B0CA}" dt="2023-03-22T18:01:43.753" v="4193"/>
          <ac:inkMkLst>
            <pc:docMk/>
            <pc:sldMk cId="1283747153" sldId="266"/>
            <ac:inkMk id="100" creationId="{68030F2D-8751-48AB-88D2-458AA706F815}"/>
          </ac:inkMkLst>
        </pc:inkChg>
        <pc:inkChg chg="add del">
          <ac:chgData name="" userId="242feb3c33a8e7bf" providerId="LiveId" clId="{6C192596-F94B-4FAB-A38F-822CAE50B0CA}" dt="2023-03-22T18:01:43.753" v="4193"/>
          <ac:inkMkLst>
            <pc:docMk/>
            <pc:sldMk cId="1283747153" sldId="266"/>
            <ac:inkMk id="101" creationId="{4D7D532F-D9ED-4048-8F38-F5A62F0DBA9E}"/>
          </ac:inkMkLst>
        </pc:inkChg>
        <pc:inkChg chg="add del">
          <ac:chgData name="" userId="242feb3c33a8e7bf" providerId="LiveId" clId="{6C192596-F94B-4FAB-A38F-822CAE50B0CA}" dt="2023-03-22T18:01:43.753" v="4193"/>
          <ac:inkMkLst>
            <pc:docMk/>
            <pc:sldMk cId="1283747153" sldId="266"/>
            <ac:inkMk id="102" creationId="{ADAB4F98-1E44-4A4F-910B-7264E5CFD95D}"/>
          </ac:inkMkLst>
        </pc:inkChg>
        <pc:inkChg chg="add del">
          <ac:chgData name="" userId="242feb3c33a8e7bf" providerId="LiveId" clId="{6C192596-F94B-4FAB-A38F-822CAE50B0CA}" dt="2023-03-22T18:01:43.753" v="4193"/>
          <ac:inkMkLst>
            <pc:docMk/>
            <pc:sldMk cId="1283747153" sldId="266"/>
            <ac:inkMk id="103" creationId="{E5154466-3864-41FA-AE2C-C11AF5DEC867}"/>
          </ac:inkMkLst>
        </pc:inkChg>
        <pc:inkChg chg="add del">
          <ac:chgData name="" userId="242feb3c33a8e7bf" providerId="LiveId" clId="{6C192596-F94B-4FAB-A38F-822CAE50B0CA}" dt="2023-03-22T18:01:43.753" v="4193"/>
          <ac:inkMkLst>
            <pc:docMk/>
            <pc:sldMk cId="1283747153" sldId="266"/>
            <ac:inkMk id="104" creationId="{B198C365-804B-44A7-8F95-BAF7FCBC3347}"/>
          </ac:inkMkLst>
        </pc:inkChg>
        <pc:inkChg chg="add del">
          <ac:chgData name="" userId="242feb3c33a8e7bf" providerId="LiveId" clId="{6C192596-F94B-4FAB-A38F-822CAE50B0CA}" dt="2023-03-22T18:01:43.753" v="4193"/>
          <ac:inkMkLst>
            <pc:docMk/>
            <pc:sldMk cId="1283747153" sldId="266"/>
            <ac:inkMk id="105" creationId="{ABA9EED0-93D4-4E69-B194-A69141C5ACE5}"/>
          </ac:inkMkLst>
        </pc:inkChg>
        <pc:inkChg chg="add del">
          <ac:chgData name="" userId="242feb3c33a8e7bf" providerId="LiveId" clId="{6C192596-F94B-4FAB-A38F-822CAE50B0CA}" dt="2023-03-22T18:01:43.753" v="4193"/>
          <ac:inkMkLst>
            <pc:docMk/>
            <pc:sldMk cId="1283747153" sldId="266"/>
            <ac:inkMk id="106" creationId="{AA70B64D-2A72-4238-A7E4-41E4E7588257}"/>
          </ac:inkMkLst>
        </pc:inkChg>
        <pc:inkChg chg="add del">
          <ac:chgData name="" userId="242feb3c33a8e7bf" providerId="LiveId" clId="{6C192596-F94B-4FAB-A38F-822CAE50B0CA}" dt="2023-03-22T18:01:43.753" v="4193"/>
          <ac:inkMkLst>
            <pc:docMk/>
            <pc:sldMk cId="1283747153" sldId="266"/>
            <ac:inkMk id="107" creationId="{814EC6DC-77B8-45E9-802D-4942BF6E384E}"/>
          </ac:inkMkLst>
        </pc:inkChg>
        <pc:inkChg chg="add del">
          <ac:chgData name="" userId="242feb3c33a8e7bf" providerId="LiveId" clId="{6C192596-F94B-4FAB-A38F-822CAE50B0CA}" dt="2023-03-22T18:01:43.753" v="4193"/>
          <ac:inkMkLst>
            <pc:docMk/>
            <pc:sldMk cId="1283747153" sldId="266"/>
            <ac:inkMk id="108" creationId="{E9D90371-5DE4-4029-9016-63FBB654001B}"/>
          </ac:inkMkLst>
        </pc:inkChg>
        <pc:inkChg chg="add del">
          <ac:chgData name="" userId="242feb3c33a8e7bf" providerId="LiveId" clId="{6C192596-F94B-4FAB-A38F-822CAE50B0CA}" dt="2023-03-22T18:01:43.753" v="4193"/>
          <ac:inkMkLst>
            <pc:docMk/>
            <pc:sldMk cId="1283747153" sldId="266"/>
            <ac:inkMk id="109" creationId="{9E9C541B-DFF0-4C54-AEF2-F84394D6AA30}"/>
          </ac:inkMkLst>
        </pc:inkChg>
        <pc:inkChg chg="add del">
          <ac:chgData name="" userId="242feb3c33a8e7bf" providerId="LiveId" clId="{6C192596-F94B-4FAB-A38F-822CAE50B0CA}" dt="2023-03-22T18:01:43.753" v="4193"/>
          <ac:inkMkLst>
            <pc:docMk/>
            <pc:sldMk cId="1283747153" sldId="266"/>
            <ac:inkMk id="110" creationId="{3B5D3EFD-C549-41E4-9471-12ED4AEF5603}"/>
          </ac:inkMkLst>
        </pc:inkChg>
        <pc:inkChg chg="add del">
          <ac:chgData name="" userId="242feb3c33a8e7bf" providerId="LiveId" clId="{6C192596-F94B-4FAB-A38F-822CAE50B0CA}" dt="2023-03-22T18:01:43.753" v="4193"/>
          <ac:inkMkLst>
            <pc:docMk/>
            <pc:sldMk cId="1283747153" sldId="266"/>
            <ac:inkMk id="111" creationId="{4F1D348D-C4C1-4AAE-B714-DEFE3A2DF201}"/>
          </ac:inkMkLst>
        </pc:inkChg>
        <pc:inkChg chg="add del">
          <ac:chgData name="" userId="242feb3c33a8e7bf" providerId="LiveId" clId="{6C192596-F94B-4FAB-A38F-822CAE50B0CA}" dt="2023-03-22T18:01:43.753" v="4193"/>
          <ac:inkMkLst>
            <pc:docMk/>
            <pc:sldMk cId="1283747153" sldId="266"/>
            <ac:inkMk id="112" creationId="{66C2C715-AFED-4ED5-83B8-A94CD109686A}"/>
          </ac:inkMkLst>
        </pc:inkChg>
        <pc:inkChg chg="add del">
          <ac:chgData name="" userId="242feb3c33a8e7bf" providerId="LiveId" clId="{6C192596-F94B-4FAB-A38F-822CAE50B0CA}" dt="2023-03-22T18:01:43.753" v="4193"/>
          <ac:inkMkLst>
            <pc:docMk/>
            <pc:sldMk cId="1283747153" sldId="266"/>
            <ac:inkMk id="113" creationId="{1F282A66-0951-4464-AF7D-C87BD59AA4B8}"/>
          </ac:inkMkLst>
        </pc:inkChg>
        <pc:inkChg chg="add del">
          <ac:chgData name="" userId="242feb3c33a8e7bf" providerId="LiveId" clId="{6C192596-F94B-4FAB-A38F-822CAE50B0CA}" dt="2023-03-22T18:02:03.089" v="4235"/>
          <ac:inkMkLst>
            <pc:docMk/>
            <pc:sldMk cId="1283747153" sldId="266"/>
            <ac:inkMk id="114" creationId="{D5B8C567-BC21-4A5C-9882-215F085D7B72}"/>
          </ac:inkMkLst>
        </pc:inkChg>
        <pc:inkChg chg="add del">
          <ac:chgData name="" userId="242feb3c33a8e7bf" providerId="LiveId" clId="{6C192596-F94B-4FAB-A38F-822CAE50B0CA}" dt="2023-03-22T18:01:48.273" v="4207"/>
          <ac:inkMkLst>
            <pc:docMk/>
            <pc:sldMk cId="1283747153" sldId="266"/>
            <ac:inkMk id="115" creationId="{C2D5F25B-68E8-427B-BB02-7FC1AE5DAD96}"/>
          </ac:inkMkLst>
        </pc:inkChg>
        <pc:inkChg chg="add del">
          <ac:chgData name="" userId="242feb3c33a8e7bf" providerId="LiveId" clId="{6C192596-F94B-4FAB-A38F-822CAE50B0CA}" dt="2023-03-22T18:01:48.273" v="4207"/>
          <ac:inkMkLst>
            <pc:docMk/>
            <pc:sldMk cId="1283747153" sldId="266"/>
            <ac:inkMk id="116" creationId="{6699443E-882F-4FB5-B7AC-6287D2ED1A2F}"/>
          </ac:inkMkLst>
        </pc:inkChg>
        <pc:inkChg chg="add del">
          <ac:chgData name="" userId="242feb3c33a8e7bf" providerId="LiveId" clId="{6C192596-F94B-4FAB-A38F-822CAE50B0CA}" dt="2023-03-22T18:01:48.273" v="4207"/>
          <ac:inkMkLst>
            <pc:docMk/>
            <pc:sldMk cId="1283747153" sldId="266"/>
            <ac:inkMk id="117" creationId="{624ACD30-FDAD-427B-BAC4-07CF0381B47E}"/>
          </ac:inkMkLst>
        </pc:inkChg>
        <pc:inkChg chg="add del">
          <ac:chgData name="" userId="242feb3c33a8e7bf" providerId="LiveId" clId="{6C192596-F94B-4FAB-A38F-822CAE50B0CA}" dt="2023-03-22T18:01:48.273" v="4207"/>
          <ac:inkMkLst>
            <pc:docMk/>
            <pc:sldMk cId="1283747153" sldId="266"/>
            <ac:inkMk id="118" creationId="{D195C295-3BD9-4987-A743-F480C21CB804}"/>
          </ac:inkMkLst>
        </pc:inkChg>
        <pc:inkChg chg="add del">
          <ac:chgData name="" userId="242feb3c33a8e7bf" providerId="LiveId" clId="{6C192596-F94B-4FAB-A38F-822CAE50B0CA}" dt="2023-03-22T18:01:48.273" v="4207"/>
          <ac:inkMkLst>
            <pc:docMk/>
            <pc:sldMk cId="1283747153" sldId="266"/>
            <ac:inkMk id="119" creationId="{AB784023-A16B-4AFE-9CAD-65FDA70C788A}"/>
          </ac:inkMkLst>
        </pc:inkChg>
        <pc:inkChg chg="add del">
          <ac:chgData name="" userId="242feb3c33a8e7bf" providerId="LiveId" clId="{6C192596-F94B-4FAB-A38F-822CAE50B0CA}" dt="2023-03-22T18:01:48.273" v="4207"/>
          <ac:inkMkLst>
            <pc:docMk/>
            <pc:sldMk cId="1283747153" sldId="266"/>
            <ac:inkMk id="120" creationId="{B30AB845-9629-4C15-AC04-4519AECAF8DD}"/>
          </ac:inkMkLst>
        </pc:inkChg>
        <pc:inkChg chg="add del">
          <ac:chgData name="" userId="242feb3c33a8e7bf" providerId="LiveId" clId="{6C192596-F94B-4FAB-A38F-822CAE50B0CA}" dt="2023-03-22T18:01:48.273" v="4207"/>
          <ac:inkMkLst>
            <pc:docMk/>
            <pc:sldMk cId="1283747153" sldId="266"/>
            <ac:inkMk id="121" creationId="{A756BD1C-08FE-4615-865F-65CD21DDAFEE}"/>
          </ac:inkMkLst>
        </pc:inkChg>
        <pc:inkChg chg="add del">
          <ac:chgData name="" userId="242feb3c33a8e7bf" providerId="LiveId" clId="{6C192596-F94B-4FAB-A38F-822CAE50B0CA}" dt="2023-03-22T18:01:48.273" v="4207"/>
          <ac:inkMkLst>
            <pc:docMk/>
            <pc:sldMk cId="1283747153" sldId="266"/>
            <ac:inkMk id="122" creationId="{2F809DAF-0D8C-4C4F-80A0-0DC9EF66BEE1}"/>
          </ac:inkMkLst>
        </pc:inkChg>
        <pc:inkChg chg="add del">
          <ac:chgData name="" userId="242feb3c33a8e7bf" providerId="LiveId" clId="{6C192596-F94B-4FAB-A38F-822CAE50B0CA}" dt="2023-03-22T18:01:48.273" v="4207"/>
          <ac:inkMkLst>
            <pc:docMk/>
            <pc:sldMk cId="1283747153" sldId="266"/>
            <ac:inkMk id="123" creationId="{34F83047-63F2-4194-9640-448B570B3615}"/>
          </ac:inkMkLst>
        </pc:inkChg>
        <pc:inkChg chg="add del">
          <ac:chgData name="" userId="242feb3c33a8e7bf" providerId="LiveId" clId="{6C192596-F94B-4FAB-A38F-822CAE50B0CA}" dt="2023-03-22T18:01:48.273" v="4207"/>
          <ac:inkMkLst>
            <pc:docMk/>
            <pc:sldMk cId="1283747153" sldId="266"/>
            <ac:inkMk id="124" creationId="{B0FCE11B-7991-4F3B-88E0-4FBE5F595E25}"/>
          </ac:inkMkLst>
        </pc:inkChg>
        <pc:inkChg chg="add">
          <ac:chgData name="" userId="242feb3c33a8e7bf" providerId="LiveId" clId="{6C192596-F94B-4FAB-A38F-822CAE50B0CA}" dt="2023-03-22T18:01:47.272" v="4204"/>
          <ac:inkMkLst>
            <pc:docMk/>
            <pc:sldMk cId="1283747153" sldId="266"/>
            <ac:inkMk id="125" creationId="{07592AC2-D786-4870-B70F-52767AA11DF5}"/>
          </ac:inkMkLst>
        </pc:inkChg>
        <pc:inkChg chg="add">
          <ac:chgData name="" userId="242feb3c33a8e7bf" providerId="LiveId" clId="{6C192596-F94B-4FAB-A38F-822CAE50B0CA}" dt="2023-03-22T18:01:47.521" v="4205"/>
          <ac:inkMkLst>
            <pc:docMk/>
            <pc:sldMk cId="1283747153" sldId="266"/>
            <ac:inkMk id="126" creationId="{808E29A3-49C3-440C-A22D-EFA39D25C980}"/>
          </ac:inkMkLst>
        </pc:inkChg>
        <pc:inkChg chg="add">
          <ac:chgData name="" userId="242feb3c33a8e7bf" providerId="LiveId" clId="{6C192596-F94B-4FAB-A38F-822CAE50B0CA}" dt="2023-03-22T18:01:47.706" v="4206"/>
          <ac:inkMkLst>
            <pc:docMk/>
            <pc:sldMk cId="1283747153" sldId="266"/>
            <ac:inkMk id="127" creationId="{C14D2060-5533-45E2-B31E-B2A55C7EE3F6}"/>
          </ac:inkMkLst>
        </pc:inkChg>
        <pc:inkChg chg="add">
          <ac:chgData name="" userId="242feb3c33a8e7bf" providerId="LiveId" clId="{6C192596-F94B-4FAB-A38F-822CAE50B0CA}" dt="2023-03-22T18:01:48.273" v="4207"/>
          <ac:inkMkLst>
            <pc:docMk/>
            <pc:sldMk cId="1283747153" sldId="266"/>
            <ac:inkMk id="128" creationId="{F1D2AF31-2A76-4311-B4B6-CCDD1C051044}"/>
          </ac:inkMkLst>
        </pc:inkChg>
        <pc:inkChg chg="add">
          <ac:chgData name="" userId="242feb3c33a8e7bf" providerId="LiveId" clId="{6C192596-F94B-4FAB-A38F-822CAE50B0CA}" dt="2023-03-22T18:01:48.273" v="4207"/>
          <ac:inkMkLst>
            <pc:docMk/>
            <pc:sldMk cId="1283747153" sldId="266"/>
            <ac:inkMk id="129" creationId="{870198C3-80C9-4025-8EAD-6707073C38A8}"/>
          </ac:inkMkLst>
        </pc:inkChg>
        <pc:inkChg chg="add del">
          <ac:chgData name="" userId="242feb3c33a8e7bf" providerId="LiveId" clId="{6C192596-F94B-4FAB-A38F-822CAE50B0CA}" dt="2023-03-22T18:01:54.560" v="4216"/>
          <ac:inkMkLst>
            <pc:docMk/>
            <pc:sldMk cId="1283747153" sldId="266"/>
            <ac:inkMk id="130" creationId="{70D8FCD4-01CF-499A-AABF-33031CFE4E74}"/>
          </ac:inkMkLst>
        </pc:inkChg>
        <pc:inkChg chg="add del">
          <ac:chgData name="" userId="242feb3c33a8e7bf" providerId="LiveId" clId="{6C192596-F94B-4FAB-A38F-822CAE50B0CA}" dt="2023-03-22T18:01:54.560" v="4216"/>
          <ac:inkMkLst>
            <pc:docMk/>
            <pc:sldMk cId="1283747153" sldId="266"/>
            <ac:inkMk id="131" creationId="{1621CDF7-6DF2-4304-8A25-4410BBB109A4}"/>
          </ac:inkMkLst>
        </pc:inkChg>
        <pc:inkChg chg="add del">
          <ac:chgData name="" userId="242feb3c33a8e7bf" providerId="LiveId" clId="{6C192596-F94B-4FAB-A38F-822CAE50B0CA}" dt="2023-03-22T18:01:54.560" v="4216"/>
          <ac:inkMkLst>
            <pc:docMk/>
            <pc:sldMk cId="1283747153" sldId="266"/>
            <ac:inkMk id="132" creationId="{F917889B-43F8-47C7-B225-B68339CE7D42}"/>
          </ac:inkMkLst>
        </pc:inkChg>
        <pc:inkChg chg="add del">
          <ac:chgData name="" userId="242feb3c33a8e7bf" providerId="LiveId" clId="{6C192596-F94B-4FAB-A38F-822CAE50B0CA}" dt="2023-03-22T18:01:54.560" v="4216"/>
          <ac:inkMkLst>
            <pc:docMk/>
            <pc:sldMk cId="1283747153" sldId="266"/>
            <ac:inkMk id="133" creationId="{64174BAF-76FC-4E1B-8C4A-CF7C7018441C}"/>
          </ac:inkMkLst>
        </pc:inkChg>
        <pc:inkChg chg="add del">
          <ac:chgData name="" userId="242feb3c33a8e7bf" providerId="LiveId" clId="{6C192596-F94B-4FAB-A38F-822CAE50B0CA}" dt="2023-03-22T18:01:54.560" v="4216"/>
          <ac:inkMkLst>
            <pc:docMk/>
            <pc:sldMk cId="1283747153" sldId="266"/>
            <ac:inkMk id="134" creationId="{2AAC3958-CF35-41BF-8A8F-46D4B99598DC}"/>
          </ac:inkMkLst>
        </pc:inkChg>
        <pc:inkChg chg="add del">
          <ac:chgData name="" userId="242feb3c33a8e7bf" providerId="LiveId" clId="{6C192596-F94B-4FAB-A38F-822CAE50B0CA}" dt="2023-03-22T18:01:54.560" v="4216"/>
          <ac:inkMkLst>
            <pc:docMk/>
            <pc:sldMk cId="1283747153" sldId="266"/>
            <ac:inkMk id="135" creationId="{4D9676B2-E325-4D6E-9FB7-3114F705C662}"/>
          </ac:inkMkLst>
        </pc:inkChg>
        <pc:inkChg chg="add del">
          <ac:chgData name="" userId="242feb3c33a8e7bf" providerId="LiveId" clId="{6C192596-F94B-4FAB-A38F-822CAE50B0CA}" dt="2023-03-22T18:01:54.560" v="4216"/>
          <ac:inkMkLst>
            <pc:docMk/>
            <pc:sldMk cId="1283747153" sldId="266"/>
            <ac:inkMk id="136" creationId="{B1C54B96-687C-4089-9DDE-04B192A79E6E}"/>
          </ac:inkMkLst>
        </pc:inkChg>
        <pc:inkChg chg="add del">
          <ac:chgData name="" userId="242feb3c33a8e7bf" providerId="LiveId" clId="{6C192596-F94B-4FAB-A38F-822CAE50B0CA}" dt="2023-03-22T18:01:54.560" v="4216"/>
          <ac:inkMkLst>
            <pc:docMk/>
            <pc:sldMk cId="1283747153" sldId="266"/>
            <ac:inkMk id="137" creationId="{C63E019F-9E16-41B9-9D26-65C3B9273B63}"/>
          </ac:inkMkLst>
        </pc:inkChg>
        <pc:inkChg chg="add">
          <ac:chgData name="" userId="242feb3c33a8e7bf" providerId="LiveId" clId="{6C192596-F94B-4FAB-A38F-822CAE50B0CA}" dt="2023-03-22T18:01:54.560" v="4216"/>
          <ac:inkMkLst>
            <pc:docMk/>
            <pc:sldMk cId="1283747153" sldId="266"/>
            <ac:inkMk id="138" creationId="{92436B27-9296-473D-B491-CA115D3EA760}"/>
          </ac:inkMkLst>
        </pc:inkChg>
        <pc:inkChg chg="add del">
          <ac:chgData name="" userId="242feb3c33a8e7bf" providerId="LiveId" clId="{6C192596-F94B-4FAB-A38F-822CAE50B0CA}" dt="2023-03-22T18:02:03.089" v="4235"/>
          <ac:inkMkLst>
            <pc:docMk/>
            <pc:sldMk cId="1283747153" sldId="266"/>
            <ac:inkMk id="139" creationId="{455630FF-3842-4202-9D1A-29529D0A8E32}"/>
          </ac:inkMkLst>
        </pc:inkChg>
        <pc:inkChg chg="add del">
          <ac:chgData name="" userId="242feb3c33a8e7bf" providerId="LiveId" clId="{6C192596-F94B-4FAB-A38F-822CAE50B0CA}" dt="2023-03-22T18:02:03.089" v="4235"/>
          <ac:inkMkLst>
            <pc:docMk/>
            <pc:sldMk cId="1283747153" sldId="266"/>
            <ac:inkMk id="140" creationId="{836DBD63-DB3E-4E54-A4F0-4AAC60C5102D}"/>
          </ac:inkMkLst>
        </pc:inkChg>
        <pc:inkChg chg="add del">
          <ac:chgData name="" userId="242feb3c33a8e7bf" providerId="LiveId" clId="{6C192596-F94B-4FAB-A38F-822CAE50B0CA}" dt="2023-03-22T18:02:03.089" v="4235"/>
          <ac:inkMkLst>
            <pc:docMk/>
            <pc:sldMk cId="1283747153" sldId="266"/>
            <ac:inkMk id="141" creationId="{EE1660BF-3785-4548-A264-20FBCC3FACAC}"/>
          </ac:inkMkLst>
        </pc:inkChg>
        <pc:inkChg chg="add del">
          <ac:chgData name="" userId="242feb3c33a8e7bf" providerId="LiveId" clId="{6C192596-F94B-4FAB-A38F-822CAE50B0CA}" dt="2023-03-22T18:02:03.089" v="4235"/>
          <ac:inkMkLst>
            <pc:docMk/>
            <pc:sldMk cId="1283747153" sldId="266"/>
            <ac:inkMk id="142" creationId="{2958EDDB-8FAD-489A-ACE9-FF832820B1CC}"/>
          </ac:inkMkLst>
        </pc:inkChg>
        <pc:inkChg chg="add del">
          <ac:chgData name="" userId="242feb3c33a8e7bf" providerId="LiveId" clId="{6C192596-F94B-4FAB-A38F-822CAE50B0CA}" dt="2023-03-22T18:02:03.089" v="4235"/>
          <ac:inkMkLst>
            <pc:docMk/>
            <pc:sldMk cId="1283747153" sldId="266"/>
            <ac:inkMk id="143" creationId="{8755F7A5-6C4C-4B1A-97E5-C5461F0393DC}"/>
          </ac:inkMkLst>
        </pc:inkChg>
        <pc:inkChg chg="add del">
          <ac:chgData name="" userId="242feb3c33a8e7bf" providerId="LiveId" clId="{6C192596-F94B-4FAB-A38F-822CAE50B0CA}" dt="2023-03-22T18:02:03.089" v="4235"/>
          <ac:inkMkLst>
            <pc:docMk/>
            <pc:sldMk cId="1283747153" sldId="266"/>
            <ac:inkMk id="144" creationId="{9CD48336-CCF1-489A-A4E6-337D78202141}"/>
          </ac:inkMkLst>
        </pc:inkChg>
        <pc:inkChg chg="add del">
          <ac:chgData name="" userId="242feb3c33a8e7bf" providerId="LiveId" clId="{6C192596-F94B-4FAB-A38F-822CAE50B0CA}" dt="2023-03-22T18:02:03.089" v="4235"/>
          <ac:inkMkLst>
            <pc:docMk/>
            <pc:sldMk cId="1283747153" sldId="266"/>
            <ac:inkMk id="145" creationId="{8A0D2804-2D6C-4D95-938D-F4057EE3EF29}"/>
          </ac:inkMkLst>
        </pc:inkChg>
        <pc:inkChg chg="add del">
          <ac:chgData name="" userId="242feb3c33a8e7bf" providerId="LiveId" clId="{6C192596-F94B-4FAB-A38F-822CAE50B0CA}" dt="2023-03-22T18:02:03.089" v="4235"/>
          <ac:inkMkLst>
            <pc:docMk/>
            <pc:sldMk cId="1283747153" sldId="266"/>
            <ac:inkMk id="146" creationId="{01CDE0E0-6A7F-45AE-BFA7-87FA89F2C4D9}"/>
          </ac:inkMkLst>
        </pc:inkChg>
        <pc:inkChg chg="add del">
          <ac:chgData name="" userId="242feb3c33a8e7bf" providerId="LiveId" clId="{6C192596-F94B-4FAB-A38F-822CAE50B0CA}" dt="2023-03-22T18:02:03.089" v="4235"/>
          <ac:inkMkLst>
            <pc:docMk/>
            <pc:sldMk cId="1283747153" sldId="266"/>
            <ac:inkMk id="147" creationId="{6529FE17-00C3-4FD7-8318-AE429CF7DAC1}"/>
          </ac:inkMkLst>
        </pc:inkChg>
        <pc:inkChg chg="add del">
          <ac:chgData name="" userId="242feb3c33a8e7bf" providerId="LiveId" clId="{6C192596-F94B-4FAB-A38F-822CAE50B0CA}" dt="2023-03-22T18:02:03.089" v="4235"/>
          <ac:inkMkLst>
            <pc:docMk/>
            <pc:sldMk cId="1283747153" sldId="266"/>
            <ac:inkMk id="148" creationId="{499AD574-5F62-4444-9163-0F2DF0FCEDBE}"/>
          </ac:inkMkLst>
        </pc:inkChg>
        <pc:inkChg chg="add del">
          <ac:chgData name="" userId="242feb3c33a8e7bf" providerId="LiveId" clId="{6C192596-F94B-4FAB-A38F-822CAE50B0CA}" dt="2023-03-22T18:02:03.089" v="4235"/>
          <ac:inkMkLst>
            <pc:docMk/>
            <pc:sldMk cId="1283747153" sldId="266"/>
            <ac:inkMk id="149" creationId="{FD6BBF20-E3A5-4039-90A0-E83C05061D29}"/>
          </ac:inkMkLst>
        </pc:inkChg>
        <pc:inkChg chg="add del">
          <ac:chgData name="" userId="242feb3c33a8e7bf" providerId="LiveId" clId="{6C192596-F94B-4FAB-A38F-822CAE50B0CA}" dt="2023-03-22T18:02:03.089" v="4235"/>
          <ac:inkMkLst>
            <pc:docMk/>
            <pc:sldMk cId="1283747153" sldId="266"/>
            <ac:inkMk id="150" creationId="{B4164826-7883-4B39-994C-EA76693A8C08}"/>
          </ac:inkMkLst>
        </pc:inkChg>
        <pc:inkChg chg="add del">
          <ac:chgData name="" userId="242feb3c33a8e7bf" providerId="LiveId" clId="{6C192596-F94B-4FAB-A38F-822CAE50B0CA}" dt="2023-03-22T18:02:03.089" v="4235"/>
          <ac:inkMkLst>
            <pc:docMk/>
            <pc:sldMk cId="1283747153" sldId="266"/>
            <ac:inkMk id="151" creationId="{B4C5FFC8-E7C6-407F-930B-40986B3E431B}"/>
          </ac:inkMkLst>
        </pc:inkChg>
        <pc:inkChg chg="add del">
          <ac:chgData name="" userId="242feb3c33a8e7bf" providerId="LiveId" clId="{6C192596-F94B-4FAB-A38F-822CAE50B0CA}" dt="2023-03-22T18:02:03.089" v="4235"/>
          <ac:inkMkLst>
            <pc:docMk/>
            <pc:sldMk cId="1283747153" sldId="266"/>
            <ac:inkMk id="152" creationId="{AF61D087-81BA-4178-A53B-C68D11624724}"/>
          </ac:inkMkLst>
        </pc:inkChg>
        <pc:inkChg chg="add del">
          <ac:chgData name="" userId="242feb3c33a8e7bf" providerId="LiveId" clId="{6C192596-F94B-4FAB-A38F-822CAE50B0CA}" dt="2023-03-22T18:02:03.089" v="4235"/>
          <ac:inkMkLst>
            <pc:docMk/>
            <pc:sldMk cId="1283747153" sldId="266"/>
            <ac:inkMk id="153" creationId="{4D42839C-0219-4358-865B-DDE36F9605EE}"/>
          </ac:inkMkLst>
        </pc:inkChg>
        <pc:inkChg chg="add del">
          <ac:chgData name="" userId="242feb3c33a8e7bf" providerId="LiveId" clId="{6C192596-F94B-4FAB-A38F-822CAE50B0CA}" dt="2023-03-22T18:02:03.089" v="4235"/>
          <ac:inkMkLst>
            <pc:docMk/>
            <pc:sldMk cId="1283747153" sldId="266"/>
            <ac:inkMk id="154" creationId="{4ED9813D-9D2B-4780-8407-D802FEDAADAF}"/>
          </ac:inkMkLst>
        </pc:inkChg>
        <pc:inkChg chg="add del">
          <ac:chgData name="" userId="242feb3c33a8e7bf" providerId="LiveId" clId="{6C192596-F94B-4FAB-A38F-822CAE50B0CA}" dt="2023-03-22T18:02:03.089" v="4235"/>
          <ac:inkMkLst>
            <pc:docMk/>
            <pc:sldMk cId="1283747153" sldId="266"/>
            <ac:inkMk id="155" creationId="{54D0FF5A-E7F8-482B-A696-23129EE9469B}"/>
          </ac:inkMkLst>
        </pc:inkChg>
        <pc:inkChg chg="add del">
          <ac:chgData name="" userId="242feb3c33a8e7bf" providerId="LiveId" clId="{6C192596-F94B-4FAB-A38F-822CAE50B0CA}" dt="2023-03-22T18:02:03.089" v="4235"/>
          <ac:inkMkLst>
            <pc:docMk/>
            <pc:sldMk cId="1283747153" sldId="266"/>
            <ac:inkMk id="156" creationId="{6BD9435A-B7A3-4359-B870-E947726886C6}"/>
          </ac:inkMkLst>
        </pc:inkChg>
        <pc:inkChg chg="add del">
          <ac:chgData name="" userId="242feb3c33a8e7bf" providerId="LiveId" clId="{6C192596-F94B-4FAB-A38F-822CAE50B0CA}" dt="2023-03-22T18:02:03.089" v="4235"/>
          <ac:inkMkLst>
            <pc:docMk/>
            <pc:sldMk cId="1283747153" sldId="266"/>
            <ac:inkMk id="157" creationId="{49BA21A7-2B42-4356-B6F5-C52557CCA500}"/>
          </ac:inkMkLst>
        </pc:inkChg>
        <pc:inkChg chg="add del">
          <ac:chgData name="" userId="242feb3c33a8e7bf" providerId="LiveId" clId="{6C192596-F94B-4FAB-A38F-822CAE50B0CA}" dt="2023-03-22T18:02:06.489" v="4244"/>
          <ac:inkMkLst>
            <pc:docMk/>
            <pc:sldMk cId="1283747153" sldId="266"/>
            <ac:inkMk id="158" creationId="{6D902717-6C9E-453F-A901-2552CB80A002}"/>
          </ac:inkMkLst>
        </pc:inkChg>
        <pc:inkChg chg="add del">
          <ac:chgData name="" userId="242feb3c33a8e7bf" providerId="LiveId" clId="{6C192596-F94B-4FAB-A38F-822CAE50B0CA}" dt="2023-03-22T18:02:06.489" v="4244"/>
          <ac:inkMkLst>
            <pc:docMk/>
            <pc:sldMk cId="1283747153" sldId="266"/>
            <ac:inkMk id="159" creationId="{03FBDA01-E330-41BD-A06D-3E95001BE823}"/>
          </ac:inkMkLst>
        </pc:inkChg>
        <pc:inkChg chg="add del">
          <ac:chgData name="" userId="242feb3c33a8e7bf" providerId="LiveId" clId="{6C192596-F94B-4FAB-A38F-822CAE50B0CA}" dt="2023-03-22T18:02:06.489" v="4244"/>
          <ac:inkMkLst>
            <pc:docMk/>
            <pc:sldMk cId="1283747153" sldId="266"/>
            <ac:inkMk id="160" creationId="{70A6F7D4-26C9-40C3-BBF7-B64238D20C7F}"/>
          </ac:inkMkLst>
        </pc:inkChg>
        <pc:inkChg chg="add del">
          <ac:chgData name="" userId="242feb3c33a8e7bf" providerId="LiveId" clId="{6C192596-F94B-4FAB-A38F-822CAE50B0CA}" dt="2023-03-22T18:02:06.489" v="4244"/>
          <ac:inkMkLst>
            <pc:docMk/>
            <pc:sldMk cId="1283747153" sldId="266"/>
            <ac:inkMk id="161" creationId="{FA79C55A-0DEE-4740-A2F6-7F8EE9510E00}"/>
          </ac:inkMkLst>
        </pc:inkChg>
        <pc:inkChg chg="add del">
          <ac:chgData name="" userId="242feb3c33a8e7bf" providerId="LiveId" clId="{6C192596-F94B-4FAB-A38F-822CAE50B0CA}" dt="2023-03-22T18:02:06.489" v="4244"/>
          <ac:inkMkLst>
            <pc:docMk/>
            <pc:sldMk cId="1283747153" sldId="266"/>
            <ac:inkMk id="162" creationId="{A0BAC605-6335-438F-BECD-F844699A4C13}"/>
          </ac:inkMkLst>
        </pc:inkChg>
        <pc:inkChg chg="add del">
          <ac:chgData name="" userId="242feb3c33a8e7bf" providerId="LiveId" clId="{6C192596-F94B-4FAB-A38F-822CAE50B0CA}" dt="2023-03-22T18:02:06.489" v="4244"/>
          <ac:inkMkLst>
            <pc:docMk/>
            <pc:sldMk cId="1283747153" sldId="266"/>
            <ac:inkMk id="163" creationId="{CCFAE003-5F52-4898-822E-BAFC8D596D8E}"/>
          </ac:inkMkLst>
        </pc:inkChg>
        <pc:inkChg chg="add del">
          <ac:chgData name="" userId="242feb3c33a8e7bf" providerId="LiveId" clId="{6C192596-F94B-4FAB-A38F-822CAE50B0CA}" dt="2023-03-22T18:02:06.489" v="4244"/>
          <ac:inkMkLst>
            <pc:docMk/>
            <pc:sldMk cId="1283747153" sldId="266"/>
            <ac:inkMk id="164" creationId="{5ACC4792-8BCA-458C-9A63-F4544567BD30}"/>
          </ac:inkMkLst>
        </pc:inkChg>
        <pc:inkChg chg="add del">
          <ac:chgData name="" userId="242feb3c33a8e7bf" providerId="LiveId" clId="{6C192596-F94B-4FAB-A38F-822CAE50B0CA}" dt="2023-03-22T18:02:06.489" v="4244"/>
          <ac:inkMkLst>
            <pc:docMk/>
            <pc:sldMk cId="1283747153" sldId="266"/>
            <ac:inkMk id="165" creationId="{B33C3934-BC06-4F75-983B-69F6B2325D83}"/>
          </ac:inkMkLst>
        </pc:inkChg>
        <pc:inkChg chg="add del">
          <ac:chgData name="" userId="242feb3c33a8e7bf" providerId="LiveId" clId="{6C192596-F94B-4FAB-A38F-822CAE50B0CA}" dt="2023-03-22T18:02:06.489" v="4244"/>
          <ac:inkMkLst>
            <pc:docMk/>
            <pc:sldMk cId="1283747153" sldId="266"/>
            <ac:inkMk id="166" creationId="{6DCC99CF-565A-4288-A9B3-3CE11A9619DD}"/>
          </ac:inkMkLst>
        </pc:inkChg>
        <pc:inkChg chg="add del">
          <ac:chgData name="" userId="242feb3c33a8e7bf" providerId="LiveId" clId="{6C192596-F94B-4FAB-A38F-822CAE50B0CA}" dt="2023-03-22T18:02:16.493" v="4266"/>
          <ac:inkMkLst>
            <pc:docMk/>
            <pc:sldMk cId="1283747153" sldId="266"/>
            <ac:inkMk id="167" creationId="{5B066A22-2E66-4CD4-88B3-E0674E495EC0}"/>
          </ac:inkMkLst>
        </pc:inkChg>
        <pc:inkChg chg="add del">
          <ac:chgData name="" userId="242feb3c33a8e7bf" providerId="LiveId" clId="{6C192596-F94B-4FAB-A38F-822CAE50B0CA}" dt="2023-03-22T18:02:11.984" v="4251"/>
          <ac:inkMkLst>
            <pc:docMk/>
            <pc:sldMk cId="1283747153" sldId="266"/>
            <ac:inkMk id="168" creationId="{0503FF00-4FD7-4DB9-90F7-B4C111385D38}"/>
          </ac:inkMkLst>
        </pc:inkChg>
        <pc:inkChg chg="add del">
          <ac:chgData name="" userId="242feb3c33a8e7bf" providerId="LiveId" clId="{6C192596-F94B-4FAB-A38F-822CAE50B0CA}" dt="2023-03-22T18:02:11.984" v="4251"/>
          <ac:inkMkLst>
            <pc:docMk/>
            <pc:sldMk cId="1283747153" sldId="266"/>
            <ac:inkMk id="169" creationId="{B9A209FA-A78C-4404-8C4E-4D49736B1E3C}"/>
          </ac:inkMkLst>
        </pc:inkChg>
        <pc:inkChg chg="add del">
          <ac:chgData name="" userId="242feb3c33a8e7bf" providerId="LiveId" clId="{6C192596-F94B-4FAB-A38F-822CAE50B0CA}" dt="2023-03-22T18:02:11.984" v="4251"/>
          <ac:inkMkLst>
            <pc:docMk/>
            <pc:sldMk cId="1283747153" sldId="266"/>
            <ac:inkMk id="170" creationId="{A95F8D12-BA48-4510-B4CC-90B62D9212B5}"/>
          </ac:inkMkLst>
        </pc:inkChg>
        <pc:inkChg chg="add del">
          <ac:chgData name="" userId="242feb3c33a8e7bf" providerId="LiveId" clId="{6C192596-F94B-4FAB-A38F-822CAE50B0CA}" dt="2023-03-22T18:02:11.984" v="4251"/>
          <ac:inkMkLst>
            <pc:docMk/>
            <pc:sldMk cId="1283747153" sldId="266"/>
            <ac:inkMk id="171" creationId="{E1BB34E3-E48D-40BD-9D7F-BC94AE488799}"/>
          </ac:inkMkLst>
        </pc:inkChg>
        <pc:inkChg chg="add del">
          <ac:chgData name="" userId="242feb3c33a8e7bf" providerId="LiveId" clId="{6C192596-F94B-4FAB-A38F-822CAE50B0CA}" dt="2023-03-22T18:02:11.984" v="4251"/>
          <ac:inkMkLst>
            <pc:docMk/>
            <pc:sldMk cId="1283747153" sldId="266"/>
            <ac:inkMk id="172" creationId="{BAFED240-F6A0-46EA-A2E5-445576655160}"/>
          </ac:inkMkLst>
        </pc:inkChg>
        <pc:inkChg chg="add del">
          <ac:chgData name="" userId="242feb3c33a8e7bf" providerId="LiveId" clId="{6C192596-F94B-4FAB-A38F-822CAE50B0CA}" dt="2023-03-22T18:02:11.984" v="4251"/>
          <ac:inkMkLst>
            <pc:docMk/>
            <pc:sldMk cId="1283747153" sldId="266"/>
            <ac:inkMk id="173" creationId="{379FEB18-143E-4DEE-B4A4-0D64B4AA4500}"/>
          </ac:inkMkLst>
        </pc:inkChg>
        <pc:inkChg chg="add del">
          <ac:chgData name="" userId="242feb3c33a8e7bf" providerId="LiveId" clId="{6C192596-F94B-4FAB-A38F-822CAE50B0CA}" dt="2023-03-22T18:02:16.493" v="4266"/>
          <ac:inkMkLst>
            <pc:docMk/>
            <pc:sldMk cId="1283747153" sldId="266"/>
            <ac:inkMk id="174" creationId="{AF292F4F-386F-4838-8679-5D2716194FD9}"/>
          </ac:inkMkLst>
        </pc:inkChg>
        <pc:inkChg chg="add del">
          <ac:chgData name="" userId="242feb3c33a8e7bf" providerId="LiveId" clId="{6C192596-F94B-4FAB-A38F-822CAE50B0CA}" dt="2023-03-22T18:02:16.493" v="4266"/>
          <ac:inkMkLst>
            <pc:docMk/>
            <pc:sldMk cId="1283747153" sldId="266"/>
            <ac:inkMk id="175" creationId="{0066E5C1-8343-47BC-A81E-3A2A77F2D010}"/>
          </ac:inkMkLst>
        </pc:inkChg>
        <pc:inkChg chg="add del">
          <ac:chgData name="" userId="242feb3c33a8e7bf" providerId="LiveId" clId="{6C192596-F94B-4FAB-A38F-822CAE50B0CA}" dt="2023-03-22T18:02:16.493" v="4266"/>
          <ac:inkMkLst>
            <pc:docMk/>
            <pc:sldMk cId="1283747153" sldId="266"/>
            <ac:inkMk id="176" creationId="{A46ABE02-3CA5-47EB-81D9-95DFFF1590A9}"/>
          </ac:inkMkLst>
        </pc:inkChg>
        <pc:inkChg chg="add del">
          <ac:chgData name="" userId="242feb3c33a8e7bf" providerId="LiveId" clId="{6C192596-F94B-4FAB-A38F-822CAE50B0CA}" dt="2023-03-22T18:02:16.493" v="4266"/>
          <ac:inkMkLst>
            <pc:docMk/>
            <pc:sldMk cId="1283747153" sldId="266"/>
            <ac:inkMk id="177" creationId="{9C5A1207-2953-405C-8D4A-1175479D3202}"/>
          </ac:inkMkLst>
        </pc:inkChg>
        <pc:inkChg chg="add del">
          <ac:chgData name="" userId="242feb3c33a8e7bf" providerId="LiveId" clId="{6C192596-F94B-4FAB-A38F-822CAE50B0CA}" dt="2023-03-22T18:02:16.493" v="4266"/>
          <ac:inkMkLst>
            <pc:docMk/>
            <pc:sldMk cId="1283747153" sldId="266"/>
            <ac:inkMk id="178" creationId="{0FF0AA33-BE74-4126-93E3-0923D5A50941}"/>
          </ac:inkMkLst>
        </pc:inkChg>
        <pc:inkChg chg="add del">
          <ac:chgData name="" userId="242feb3c33a8e7bf" providerId="LiveId" clId="{6C192596-F94B-4FAB-A38F-822CAE50B0CA}" dt="2023-03-22T18:02:16.493" v="4266"/>
          <ac:inkMkLst>
            <pc:docMk/>
            <pc:sldMk cId="1283747153" sldId="266"/>
            <ac:inkMk id="179" creationId="{E1F81C21-FA0E-42A7-A4B0-8B94DA861677}"/>
          </ac:inkMkLst>
        </pc:inkChg>
        <pc:inkChg chg="add del">
          <ac:chgData name="" userId="242feb3c33a8e7bf" providerId="LiveId" clId="{6C192596-F94B-4FAB-A38F-822CAE50B0CA}" dt="2023-03-22T18:02:16.493" v="4266"/>
          <ac:inkMkLst>
            <pc:docMk/>
            <pc:sldMk cId="1283747153" sldId="266"/>
            <ac:inkMk id="180" creationId="{225A0EB3-4513-4F30-AB34-327D686F6520}"/>
          </ac:inkMkLst>
        </pc:inkChg>
        <pc:inkChg chg="add del">
          <ac:chgData name="" userId="242feb3c33a8e7bf" providerId="LiveId" clId="{6C192596-F94B-4FAB-A38F-822CAE50B0CA}" dt="2023-03-22T18:02:16.493" v="4266"/>
          <ac:inkMkLst>
            <pc:docMk/>
            <pc:sldMk cId="1283747153" sldId="266"/>
            <ac:inkMk id="181" creationId="{F9B5D7D9-5952-486D-B98B-AA112FDD4868}"/>
          </ac:inkMkLst>
        </pc:inkChg>
        <pc:inkChg chg="add del">
          <ac:chgData name="" userId="242feb3c33a8e7bf" providerId="LiveId" clId="{6C192596-F94B-4FAB-A38F-822CAE50B0CA}" dt="2023-03-22T18:02:16.493" v="4266"/>
          <ac:inkMkLst>
            <pc:docMk/>
            <pc:sldMk cId="1283747153" sldId="266"/>
            <ac:inkMk id="182" creationId="{FF348D53-5668-4999-A713-1F582F0D9B01}"/>
          </ac:inkMkLst>
        </pc:inkChg>
        <pc:inkChg chg="add del">
          <ac:chgData name="" userId="242feb3c33a8e7bf" providerId="LiveId" clId="{6C192596-F94B-4FAB-A38F-822CAE50B0CA}" dt="2023-03-22T18:02:16.493" v="4266"/>
          <ac:inkMkLst>
            <pc:docMk/>
            <pc:sldMk cId="1283747153" sldId="266"/>
            <ac:inkMk id="183" creationId="{D79E64A9-29C4-422D-8871-DB4C24CE2AD9}"/>
          </ac:inkMkLst>
        </pc:inkChg>
        <pc:inkChg chg="add del">
          <ac:chgData name="" userId="242feb3c33a8e7bf" providerId="LiveId" clId="{6C192596-F94B-4FAB-A38F-822CAE50B0CA}" dt="2023-03-22T18:02:16.493" v="4266"/>
          <ac:inkMkLst>
            <pc:docMk/>
            <pc:sldMk cId="1283747153" sldId="266"/>
            <ac:inkMk id="184" creationId="{68550BD9-135D-4165-A084-19963A92628A}"/>
          </ac:inkMkLst>
        </pc:inkChg>
        <pc:inkChg chg="add del">
          <ac:chgData name="" userId="242feb3c33a8e7bf" providerId="LiveId" clId="{6C192596-F94B-4FAB-A38F-822CAE50B0CA}" dt="2023-03-22T18:02:16.493" v="4266"/>
          <ac:inkMkLst>
            <pc:docMk/>
            <pc:sldMk cId="1283747153" sldId="266"/>
            <ac:inkMk id="185" creationId="{E1DE6523-2AF7-447D-A5E7-29AB36F39747}"/>
          </ac:inkMkLst>
        </pc:inkChg>
        <pc:inkChg chg="add del">
          <ac:chgData name="" userId="242feb3c33a8e7bf" providerId="LiveId" clId="{6C192596-F94B-4FAB-A38F-822CAE50B0CA}" dt="2023-03-22T18:02:16.493" v="4266"/>
          <ac:inkMkLst>
            <pc:docMk/>
            <pc:sldMk cId="1283747153" sldId="266"/>
            <ac:inkMk id="186" creationId="{0876972F-0678-40C8-8DDC-A1DC983F24C3}"/>
          </ac:inkMkLst>
        </pc:inkChg>
        <pc:inkChg chg="add del">
          <ac:chgData name="" userId="242feb3c33a8e7bf" providerId="LiveId" clId="{6C192596-F94B-4FAB-A38F-822CAE50B0CA}" dt="2023-03-22T18:02:16.493" v="4266"/>
          <ac:inkMkLst>
            <pc:docMk/>
            <pc:sldMk cId="1283747153" sldId="266"/>
            <ac:inkMk id="187" creationId="{3912FD24-C626-44BF-9BFE-3493B2F1ABEF}"/>
          </ac:inkMkLst>
        </pc:inkChg>
        <pc:inkChg chg="add del">
          <ac:chgData name="" userId="242feb3c33a8e7bf" providerId="LiveId" clId="{6C192596-F94B-4FAB-A38F-822CAE50B0CA}" dt="2023-03-22T18:02:16.493" v="4266"/>
          <ac:inkMkLst>
            <pc:docMk/>
            <pc:sldMk cId="1283747153" sldId="266"/>
            <ac:inkMk id="188" creationId="{3F812E13-373E-4043-B1C4-F3B874E5CB79}"/>
          </ac:inkMkLst>
        </pc:inkChg>
        <pc:inkChg chg="add del">
          <ac:chgData name="" userId="242feb3c33a8e7bf" providerId="LiveId" clId="{6C192596-F94B-4FAB-A38F-822CAE50B0CA}" dt="2023-03-22T18:02:16.493" v="4266"/>
          <ac:inkMkLst>
            <pc:docMk/>
            <pc:sldMk cId="1283747153" sldId="266"/>
            <ac:inkMk id="189" creationId="{7C73AA5D-283B-4584-A2B7-F4E09D55C59E}"/>
          </ac:inkMkLst>
        </pc:inkChg>
        <pc:inkChg chg="add del">
          <ac:chgData name="" userId="242feb3c33a8e7bf" providerId="LiveId" clId="{6C192596-F94B-4FAB-A38F-822CAE50B0CA}" dt="2023-03-22T18:02:16.493" v="4266"/>
          <ac:inkMkLst>
            <pc:docMk/>
            <pc:sldMk cId="1283747153" sldId="266"/>
            <ac:inkMk id="190" creationId="{724C81BF-8C05-499A-872A-9020FBF88FB2}"/>
          </ac:inkMkLst>
        </pc:inkChg>
        <pc:inkChg chg="add del">
          <ac:chgData name="" userId="242feb3c33a8e7bf" providerId="LiveId" clId="{6C192596-F94B-4FAB-A38F-822CAE50B0CA}" dt="2023-03-22T18:02:18.905" v="4271"/>
          <ac:inkMkLst>
            <pc:docMk/>
            <pc:sldMk cId="1283747153" sldId="266"/>
            <ac:inkMk id="191" creationId="{DB3C5480-69C8-4A7C-9A25-28ACB0F7D2E8}"/>
          </ac:inkMkLst>
        </pc:inkChg>
        <pc:inkChg chg="add">
          <ac:chgData name="" userId="242feb3c33a8e7bf" providerId="LiveId" clId="{6C192596-F94B-4FAB-A38F-822CAE50B0CA}" dt="2023-03-22T18:02:16.878" v="4267"/>
          <ac:inkMkLst>
            <pc:docMk/>
            <pc:sldMk cId="1283747153" sldId="266"/>
            <ac:inkMk id="192" creationId="{AC3CE8B4-7D56-44CC-9B94-4E802029C7D6}"/>
          </ac:inkMkLst>
        </pc:inkChg>
        <pc:inkChg chg="add">
          <ac:chgData name="" userId="242feb3c33a8e7bf" providerId="LiveId" clId="{6C192596-F94B-4FAB-A38F-822CAE50B0CA}" dt="2023-03-22T18:02:17.143" v="4268"/>
          <ac:inkMkLst>
            <pc:docMk/>
            <pc:sldMk cId="1283747153" sldId="266"/>
            <ac:inkMk id="193" creationId="{6C70D066-1E45-4102-8DCA-AE2715013D13}"/>
          </ac:inkMkLst>
        </pc:inkChg>
        <pc:inkChg chg="add del">
          <ac:chgData name="" userId="242feb3c33a8e7bf" providerId="LiveId" clId="{6C192596-F94B-4FAB-A38F-822CAE50B0CA}" dt="2023-03-22T18:02:18.905" v="4271"/>
          <ac:inkMkLst>
            <pc:docMk/>
            <pc:sldMk cId="1283747153" sldId="266"/>
            <ac:inkMk id="194" creationId="{8BE2B17E-4D6A-42BE-AB9D-F0522C65D343}"/>
          </ac:inkMkLst>
        </pc:inkChg>
        <pc:inkChg chg="add del">
          <ac:chgData name="" userId="242feb3c33a8e7bf" providerId="LiveId" clId="{6C192596-F94B-4FAB-A38F-822CAE50B0CA}" dt="2023-03-22T18:02:18.905" v="4271"/>
          <ac:inkMkLst>
            <pc:docMk/>
            <pc:sldMk cId="1283747153" sldId="266"/>
            <ac:inkMk id="195" creationId="{B9D46A26-D458-45DE-9CC2-47A3B371DF06}"/>
          </ac:inkMkLst>
        </pc:inkChg>
        <pc:inkChg chg="add">
          <ac:chgData name="" userId="242feb3c33a8e7bf" providerId="LiveId" clId="{6C192596-F94B-4FAB-A38F-822CAE50B0CA}" dt="2023-03-22T18:02:18.905" v="4271"/>
          <ac:inkMkLst>
            <pc:docMk/>
            <pc:sldMk cId="1283747153" sldId="266"/>
            <ac:inkMk id="196" creationId="{D1432794-5742-4C46-BDF8-1D070EB1EF61}"/>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19:10.835"/>
    </inkml:context>
    <inkml:brush xml:id="br0">
      <inkml:brushProperty name="width" value="0.05" units="cm"/>
      <inkml:brushProperty name="height" value="0.05" units="cm"/>
      <inkml:brushProperty name="color" value="#FFFFFF"/>
    </inkml:brush>
  </inkml:definitions>
  <inkml:trace contextRef="#ctx0" brushRef="#br0">1 112 1784 0 0,'0'0'1232'0'0,"0"0"-81"0"0,0 0-79 0 0,0 0-60 0 0,0 0-46 0 0,0 0-24 0 0,0 0-130 0 0,0 0-45 0 0,0 0-41 0 0,0 0-54 0 0,0 0-70 0 0,0 0-68 0 0,0 0-20 0 0,0 0 77 0 0,0 0-31 0 0,0 0-36 0 0,0 0-32 0 0,0 0-32 0 0,0 0 8 0 0,2-7 793 0 0,28 18 1205 0 0,65-11-168 0 0,-14-26-1899 0 0,78-22 201 0 0,110 37 227 0 0,-174 13-641 0 0,11-6-40 0 0,-9-23-63 0 0,508 26-52 0 0,-414 1-46 0 0,-108 0-4 0 0,-81 0 51 0 0,30 0 122 0 0,12 0 958 0 0,-42 0-1050 0 0,-2 0-20 0 0,0 0 4 0 0,0 0-16 0 0,0 0 12 0 0,0 0-23 0 0,10 2 222 0 0,24 20 487 0 0,-20-8-1377 0 0,-32-4-5673 0 0,-34 5-1834 0 0,-75 4-142 0 0,109-18 6783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19:16.173"/>
    </inkml:context>
    <inkml:brush xml:id="br0">
      <inkml:brushProperty name="width" value="0.05" units="cm"/>
      <inkml:brushProperty name="height" value="0.05" units="cm"/>
      <inkml:brushProperty name="color" value="#FFFFFF"/>
    </inkml:brush>
  </inkml:definitions>
  <inkml:trace contextRef="#ctx0" brushRef="#br0">43 0 1468 0 0,'0'0'1152'0'0,"0"0"-62"0"0,0 0-66 0 0,0 0-11 0 0,0 0-81 0 0,0 0-50 0 0,0 0-105 0 0,0 0-19 0 0,0 0 68 0 0,0 0-136 0 0,0 0 14 0 0,0 0-48 0 0,0 0-76 0 0,0 0-32 0 0,0 0 56 0 0,0 0-30 0 0,0 0-65 0 0,0 0-55 0 0,0 0-17 0 0,0 0-36 0 0,0 0-30 0 0,0 0-5 0 0,0 0-59 0 0,0 0 2 0 0,0 0-54 0 0,0 0 18 0 0,0 0 7 0 0,0 0 9 0 0,0 0 12 0 0,0 0-13 0 0,0 0-2 0 0,0 0-1 0 0,0 0 14 0 0,0 0-30 0 0,0 0 34 0 0,-4 0-19 0 0,4 0-264 0 0,-1 0 0 0 0,1 0-1 0 0,-1 1 1 0 0,1-1 0 0 0,-1 0 0 0 0,1 0 0 0 0,-1 0 0 0 0,1 0-1 0 0,-1 1 1 0 0,1-1 0 0 0,-1 0 0 0 0,1 0 0 0 0,-1 1 0 0 0,1-1-1 0 0,0 0 1 0 0,-1 1 0 0 0,1-1 0 0 0,-1 0 0 0 0,1 1 0 0 0,0-1-1 0 0,-1 1 1 0 0,1-1 0 0 0,0 1 0 0 0,0-1 0 0 0,-1 0 0 0 0,1 1 0 0 0,0-1-1 0 0,0 1 1 0 0,0-1 0 0 0,-1 1 0 0 0,1 0 0 0 0,0-1 0 0 0,0 1-1 0 0,0-1 1 0 0,0 1 0 0 0,0-1 0 0 0,0 1 0 0 0,0-1 0 0 0,0 1-1 0 0,0-1 1 0 0,1 1 0 0 0,-1-1 0 0 0,0 1 0 0 0,0-1 0 0 0,0 1-1 0 0,1-1 1 0 0,-1 1 0 0 0,0-1 0 0 0,0 1 0 0 0,1-1 0 0 0,-1 1-1 0 0,0-1 1 0 0,1 0 0 0 0,-1 1 0 0 0,1-1 0 0 0,-1 0 0 0 0,0 1-1 0 0,1-1 1 0 0,-1 0 0 0 0,1 0 0 0 0,-1 1 0 0 0,1-1 0 0 0,-1 0-1 0 0,1 0 1 0 0,-1 0 0 0 0,1 1 0 0 0,0-1-20 0 0,6 12 323 0 0,94 116 1183 0 0,47 11-61 0 0,-35-19-1098 0 0,-69-80-287 0 0,7 19 22 0 0,33 50 126 0 0,-11-25 73 0 0,40 57-366 0 0,-83-112 66 0 0,20 28-344 0 0,4-2-272 0 0,-50-50 573 0 0,-3-5 66 0 0,-1 0-1 0 0,0 0 0 0 0,0 0 1 0 0,1 0-1 0 0,-1 1 1 0 0,0-1-1 0 0,1 0 0 0 0,-1 0 1 0 0,0 0-1 0 0,0 0 1 0 0,1 1-1 0 0,-1-1 0 0 0,0 0 1 0 0,0 0-1 0 0,0 1 1 0 0,1-1-1 0 0,-1 0 0 0 0,0 0 1 0 0,0 1-1 0 0,0-1 1 0 0,0 0-1 0 0,0 1 0 0 0,1-1 1 0 0,-1 0-1 0 0,0 0 1 0 0,0 1-1 0 0,0-1 0 0 0,0 0 1 0 0,0 1-1 0 0,0-1 1 0 0,0 0-1 0 0,0 1 0 0 0,0-1 1 0 0,0 0-1 0 0,0 1 1 0 0,0-1-1 0 0,0 0 0 0 0,-1 0 1 0 0,1 1-1 0 0,0-1 1 0 0,0 0-1 0 0,0 1 0 0 0,0-1 1 0 0,0 0-1 0 0,-1 0 1 0 0,1 1-1 0 0,0-1 0 0 0,0 0 1 0 0,0 0-1 0 0,-1 1 1 0 0,1-1-1 0 0,0 0 0 0 0,0 0 1 0 0,-1 0-1 0 0,1 0 1 0 0,0 1-1 0 0,-1-1 0 0 0,1 0 1 0 0,0 0-1 0 0,0 0 1 0 0,-1 0-1 0 0,1 0 0 0 0,0 0 1 0 0,-1 0-1 0 0,1 0 1 0 0,0 0-1 0 0,-1 0 0 0 0,1 0-3 0 0,-35 43 480 0 0,-143 184-333 0 0,-2-31-98 0 0,49-51-360 0 0,16-14 154 0 0,4 18-899 0 0,60-80 734 0 0,23-59-3591 0 0,-17 14 3018 0 0,35-20-84 0 0,-14 0-14855 0 0,24-4 14281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19:20.652"/>
    </inkml:context>
    <inkml:brush xml:id="br0">
      <inkml:brushProperty name="width" value="0.05" units="cm"/>
      <inkml:brushProperty name="height" value="0.05" units="cm"/>
      <inkml:brushProperty name="color" value="#FFFFFF"/>
    </inkml:brush>
  </inkml:definitions>
  <inkml:trace contextRef="#ctx0" brushRef="#br0">30 56 1344 0 0,'0'0'1146'0'0,"0"0"-170"0"0,0 0-155 0 0,0 0-42 0 0,0 0-40 0 0,0 0-75 0 0,0 0-48 0 0,0 0-84 0 0,0 0-30 0 0,0 0-7 0 0,0 0-92 0 0,0 0 0 0 0,0 0-30 0 0,0 0-17 0 0,0 0-18 0 0,0 0 44 0 0,0 0 0 0 0,0 0-15 0 0,0 0-55 0 0,0 0 24 0 0,5 17 700 0 0,-6 311 1285 0 0,-15-169-2075 0 0,12 575 212 0 0,4-732-442 0 0,0 39-124 0 0,0-39-84 0 0,0-2-87 0 0,0 0-90 0 0,0 0 231 0 0,0 0-1 0 0,0 0 1 0 0,-1 0-1 0 0,1-1 1 0 0,0 1-1 0 0,0 0 1 0 0,-1 0-1 0 0,1 0 1 0 0,0 0-1 0 0,0 0 1 0 0,-1 0-1 0 0,1 0 1 0 0,0 0-1 0 0,0 0 1 0 0,-1 0 0 0 0,1 0-1 0 0,0 1 1 0 0,-1-1-1 0 0,1 0 1 0 0,0 0-1 0 0,0 0 1 0 0,0 0-1 0 0,-1 0 1 0 0,1 0-1 0 0,0 1 1 0 0,0-1 138 0 0,-8-36-5514 0 0,10 13 2358 0 0,-2 8 1643 0 0</inkml:trace>
  <inkml:trace contextRef="#ctx0" brushRef="#br0" timeOffset="1621.206">18 34 860 0 0,'-10'-23'6975'0'0,"9"15"-3693"0"0,7 5 2398 0 0,23 24-5469 0 0,-23-17 753 0 0,59 48 2215 0 0,3 26-2113 0 0,50 64 382 0 0,-29-30-1013 0 0,34 49-215 0 0,-64-89-288 0 0,40 43 266 0 0,-48-59-179 0 0,13 21-10 0 0,35 34-3 0 0,-53-54 13 0 0,5-6-42 0 0,6 26 108 0 0,-14-29 290 0 0,-42-48-404 0 0,-1 0-22 0 0,0 0-3 0 0,3-2-2437 0 0,-38-18-5604 0 0,-17-41 1495 0 0,-9-41 1485 0 0,43 69 3770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19:30.247"/>
    </inkml:context>
    <inkml:brush xml:id="br0">
      <inkml:brushProperty name="width" value="0.05" units="cm"/>
      <inkml:brushProperty name="height" value="0.05" units="cm"/>
      <inkml:brushProperty name="color" value="#FFFFFF"/>
    </inkml:brush>
  </inkml:definitions>
  <inkml:trace contextRef="#ctx0" brushRef="#br0">0 1 1416 0 0,'0'0'1212'0'0,"0"0"-90"0"0,0 0-107 0 0,0 0-43 0 0,0 0-74 0 0,0 0 44 0 0,0 0-42 0 0,0 0-124 0 0,0 0-59 0 0,0 0-1 0 0,0 0-10 0 0,0 0-65 0 0,0 0-50 0 0,0 0 23 0 0,0 0-45 0 0,0 0-66 0 0,0 0-78 0 0,0 0-45 0 0,0 0-25 0 0,0 0 25 0 0,0 0-1 0 0,0 0-26 0 0,0 0-111 0 0,0 0 62 0 0,0 0-16 0 0,0 0-10 0 0,0 0 13 0 0,0 0 6 0 0,0 0 1 0 0,0 0-57 0 0,0 0 17 0 0,0 0-30 0 0,0 0-6 0 0,0 0 1 0 0,0 0-1 0 0,0 0-44 0 0,1 5-13 0 0,0-3-114 0 0,0 0 1 0 0,0 1-1 0 0,0-1 1 0 0,1 0-1 0 0,-1 0 1 0 0,1 0-1 0 0,-1 0 1 0 0,1 0-1 0 0,0 0 1 0 0,-1 0 0 0 0,1 0-1 0 0,0-1 1 0 0,0 1-1 0 0,0-1 1 0 0,0 1-1 0 0,1-1 1 0 0,-1 0-1 0 0,0 0 1 0 0,1 0 0 0 0,-1 0-1 0 0,0 0 1 0 0,1 0-1 0 0,-1-1 1 0 0,1 0-1 0 0,1 1-51 0 0,135 31 930 0 0,141-22-739 0 0,-179-11-162 0 0,-29 1-92 0 0,-30 10 23 0 0,437-10-561 0 0,-435 10 571 0 0,33-10-98 0 0,-46 10 23 0 0,21-9-70 0 0,-4 8 199 0 0,-31-9-16 0 0,-15 0-48 0 0,8 0 41 0 0,5 0-10 0 0,-14 0 6 0 0,30 0-228 0 0,-15 0 129 0 0,-15 0 86 0 0,1 2 16 0 0,7 9-6 0 0,-20-3 55 0 0,1 0 0 0 0,0 1 0 0 0,1 1 0 0 0,0-1 0 0 0,0 2 0 0 0,1-1 0 0 0,0 1 0 0 0,1 0 0 0 0,0 1-49 0 0,-105 116 101 0 0,-28 14-293 0 0,-85 89-1223 0 0,159-161 823 0 0,12-24 281 0 0,-69 65-656 0 0,8 13 166 0 0,54-63 1116 0 0,19-20-235 0 0,-9 7-154 0 0,50-48-302 0 0,0 0-1 0 0,0 0 1 0 0,-1 0-1 0 0,1 0 1 0 0,0 0-1 0 0,0 0 1 0 0,0 0-1 0 0,0 0 1 0 0,0 0-1 0 0,0 0 1 0 0,0-1-1 0 0,0 1 1 0 0,0 0-1 0 0,0-1 1 0 0,0 1-1 0 0,0-1 1 0 0,0 1-1 0 0,0-1 1 0 0,0 0-1 0 0,0 1 1 0 0,0-1-1 0 0,0 0 1 0 0,0 1-1 0 0,1-1 1 0 0,-1 0-1 0 0,0 0 1 0 0,1 0-1 0 0,-1 0 1 0 0,0 0-1 0 0,1 0 1 0 0,-1 0-1 0 0,1 0 1 0 0,0 0-1 0 0,-1 0 1 0 0,1 0-1 0 0,0 0 1 0 0,0 0-1 0 0,-1 0 1 0 0,1 0-1 0 0,0-1 377 0 0,0-1-1604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19:41.382"/>
    </inkml:context>
    <inkml:brush xml:id="br0">
      <inkml:brushProperty name="width" value="0.05" units="cm"/>
      <inkml:brushProperty name="height" value="0.05" units="cm"/>
      <inkml:brushProperty name="color" value="#FFFFFF"/>
    </inkml:brush>
  </inkml:definitions>
  <inkml:trace contextRef="#ctx0" brushRef="#br0">1 615 1824 0 0,'0'0'1018'0'0,"0"0"-101"0"0,0 0-78 0 0,0 0-27 0 0,0 0-45 0 0,0 0-70 0 0,0 0-36 0 0,0 0-44 0 0,0 0-23 0 0,0 0-59 0 0,0 0-71 0 0,0-3-4 0 0,0-11-19 0 0,0 10-29 0 0,0 4 10 0 0,0 0-4 0 0,0 0-19 0 0,0 0 9 0 0,0 0-55 0 0,0 0-20 0 0,0 0-6 0 0,0 0 42 0 0,0 0-124 0 0,0 0-32 0 0,0 0 50 0 0,0 0-120 0 0,0 0 0 0 0,0 0 52 0 0,0 0-3 0 0,0 3 4 0 0,72 82 1741 0 0,-15-37-1521 0 0,138 143 739 0 0,-109-88-720 0 0,14 33 313 0 0,13-13-431 0 0,-30-35-103 0 0,14 12-128 0 0,-19-7-32 0 0,-18-17-41 0 0,-34-46-82 0 0,-26-29 88 0 0,0-1-16 0 0,0 0 35 0 0,0 0-24 0 0,0 0-60 0 0,0 0 66 0 0,0 0-37 0 0,0 0-8 0 0,0 0 31 0 0,2 2 20 0 0,14 12 134 0 0,-2-85 1210 0 0,-10 17-1311 0 0,-4-41 25 0 0,14 40 15 0 0,-14-528-407 0 0,9 549 302 0 0,2 12-16 0 0,-8 18-12 0 0,-3 2 40 0 0,0-460 20 0 0,0 354-100 0 0,0 90 70 0 0,0 16 8 0 0,0-11-25 0 0,0-69 40 0 0,0 80 9 0 0,0 2-26 0 0,0 0-16 0 0,0-12-14 0 0,8-31-36 0 0,-6 33 154 0 0,-1 3 325 0 0,-1 0-2394 0 0,-11 16-2096 0 0,-31 12-8973 0 0,38-22 11546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28T13:08:50.823"/>
    </inkml:context>
    <inkml:brush xml:id="br0">
      <inkml:brushProperty name="width" value="0.05" units="cm"/>
      <inkml:brushProperty name="height" value="0.05" units="cm"/>
      <inkml:brushProperty name="color" value="#FFFFFF"/>
      <inkml:brushProperty name="ignorePressure" value="1"/>
    </inkml:brush>
  </inkml:definitions>
  <inkml:trace contextRef="#ctx0" brushRef="#br0">1 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3:10:18.381"/>
    </inkml:context>
    <inkml:brush xml:id="br0">
      <inkml:brushProperty name="width" value="0.05" units="cm"/>
      <inkml:brushProperty name="height" value="0.05" units="cm"/>
      <inkml:brushProperty name="color" value="#FFFFFF"/>
    </inkml:brush>
  </inkml:definitions>
  <inkml:trace contextRef="#ctx0" brushRef="#br0">21 0 1956 0 0,'-18'65'6009'0'0,"15"-58"-6032"0"0,13-32 399 0 0,-3 20-155 0 0,0 0 1 0 0,0 0-1 0 0,0 1 0 0 0,1 0 0 0 0,-1 1 1 0 0,1-1-1 0 0,0 1 0 0 0,0 1 1 0 0,0-1-1 0 0,0 1 0 0 0,1 1 0 0 0,-1 0 1 0 0,0 0-1 0 0,1 1 0 0 0,-1-1 1 0 0,1 2-1 0 0,4 0-221 0 0,78 12 1309 0 0,-88-12-1320 0 0,0 0 81 0 0,-1-1-1 0 0,0 1 0 0 0,1-1 1 0 0,-1 1-1 0 0,0-1 1 0 0,1 1-1 0 0,-1 0 1 0 0,0 0-1 0 0,0 1 1 0 0,0-1-1 0 0,0 0 1 0 0,0 0-1 0 0,0 1 1 0 0,0 0-1 0 0,-1-1 1 0 0,1 1-1 0 0,-1 0 1 0 0,1 0-1 0 0,-1-1 1 0 0,1 1-1 0 0,-1 0 1 0 0,0 1-1 0 0,0-1 1 0 0,0 0-1 0 0,0 0 1 0 0,0 0-1 0 0,-1 1 1 0 0,1-1-1 0 0,-1 0 1 0 0,1 1-1 0 0,-1-1 1 0 0,0 0-1 0 0,0 1 1 0 0,0-1-1 0 0,0 3-69 0 0,-5-2-50 0 0,0 0 0 0 0,0 0-1 0 0,0 0 1 0 0,0 0 0 0 0,0-1-1 0 0,-1 0 1 0 0,1 0 0 0 0,-1 0 0 0 0,1-1-1 0 0,-1 0 1 0 0,0 0 0 0 0,0 0 0 0 0,1-1-1 0 0,-1 1 1 0 0,-3-2 50 0 0,-80-13-4000 0 0,38-11-4195 0 0,46 20 6638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3:10:15.985"/>
    </inkml:context>
    <inkml:brush xml:id="br0">
      <inkml:brushProperty name="width" value="0.05" units="cm"/>
      <inkml:brushProperty name="height" value="0.05" units="cm"/>
      <inkml:brushProperty name="color" value="#FFFFFF"/>
    </inkml:brush>
  </inkml:definitions>
  <inkml:trace contextRef="#ctx0" brushRef="#br0">303 84 1324 0 0,'18'-8'2114'0'0,"-17"-3"1140"0"0,-1 9-2523 0 0,15 2 335 0 0,-11 0-620 0 0,-4 0 1 0 0,0 0 29 0 0,0 0-86 0 0,0 0-50 0 0,0 0 22 0 0,0 0 12 0 0,0 0-5 0 0,0 0-26 0 0,0 0-40 0 0,0 0 13 0 0,0 0 50 0 0,0 0-34 0 0,0 0-52 0 0,0 0 0 0 0,0 0-26 0 0,0 1-226 0 0,1-1 0 0 0,-1 1 0 0 0,1 0 0 0 0,-1-1 1 0 0,1 1-1 0 0,-1 0 0 0 0,1 0 0 0 0,-1-1 0 0 0,1 1 0 0 0,-1 0 1 0 0,0 0-1 0 0,1 0 0 0 0,-1-1 0 0 0,0 1 0 0 0,0 0 0 0 0,0 0 1 0 0,0 0-1 0 0,0 0 0 0 0,0 0 0 0 0,0-1 0 0 0,0 1 0 0 0,0 0 1 0 0,0 0-1 0 0,0 0 0 0 0,0 0 0 0 0,-1-1 0 0 0,1 1 1 0 0,0 0-1 0 0,-1 0 0 0 0,1 0 0 0 0,0-1 0 0 0,-1 1 0 0 0,1 0 1 0 0,-1-1-1 0 0,1 1 0 0 0,-1 0 0 0 0,0-1 0 0 0,1 1 0 0 0,-1-1 1 0 0,0 1-1 0 0,1 0 0 0 0,-1-1 0 0 0,0 0 0 0 0,0 1 0 0 0,0-1-28 0 0,0 2-3 0 0,-133 190 599 0 0,8-77-3640 0 0,104-104 433 0 0,6-7-1930 0 0,15-4 3040 0 0,1 0 58 0 0,0 0 8 0 0</inkml:trace>
  <inkml:trace contextRef="#ctx0" brushRef="#br0" timeOffset="304.734">258 106 1164 0 0,'28'-1'4441'0'0,"15"11"-2073"0"0,5 1-742 0 0,8-11 289 0 0,-26 0-2437 0 0,-3 1-3604 0 0,-28 6 1102 0 0,-3-3 1518 0 0</inkml:trace>
  <inkml:trace contextRef="#ctx0" brushRef="#br0" timeOffset="555.643">341 223 1508 0 0,'-1'-1'140'0'0,"0"1"0"0"0,0 0 0 0 0,1 0 0 0 0,-1 0 0 0 0,0 0 0 0 0,1 0 0 0 0,-1 0 0 0 0,0 0 0 0 0,0 0 0 0 0,1 0 0 0 0,-1 0 0 0 0,0 0 0 0 0,1 1 1 0 0,-1-1-1 0 0,0 0 0 0 0,1 0 0 0 0,-1 1 0 0 0,0-1 0 0 0,1 0 0 0 0,-1 1 0 0 0,0-1 0 0 0,1 1 0 0 0,-1-1 0 0 0,1 1 0 0 0,-1-1 0 0 0,1 1 0 0 0,-1-1 0 0 0,1 1 0 0 0,0 0 0 0 0,-1-1 0 0 0,1 1 0 0 0,-1-1 0 0 0,1 1 0 0 0,0 0 0 0 0,0-1 0 0 0,0 1 0 0 0,-1 0 0 0 0,1 0 0 0 0,0-1 0 0 0,0 1 0 0 0,0 0 0 0 0,0-1 0 0 0,0 1 0 0 0,0 0 0 0 0,0 0 0 0 0,0-1 0 0 0,0 1 0 0 0,0 0 0 0 0,1-1 0 0 0,-1 1 0 0 0,0 0-140 0 0,40 26 2492 0 0,-24-21-4308 0 0,0-2-3397 0 0,-13-4 3581 0 0</inkml:trace>
  <inkml:trace contextRef="#ctx0" brushRef="#br0" timeOffset="757.774">638 0 2272 0 0,'7'21'5353'0'0,"-8"15"-3257"0"0,-2-10-1090 0 0,-14 55 663 0 0,-22 8-942 0 0,5-50-3242 0 0,40-65-2195 0 0,7-2 2600 0 0,-3 9 1294 0 0</inkml:trace>
  <inkml:trace contextRef="#ctx0" brushRef="#br0" timeOffset="1019.579">607 167 2848 0 0,'2'-3'222'0'0,"-1"-1"-1"0"0,1 1 0 0 0,0 0 1 0 0,0 0-1 0 0,0 0 1 0 0,0 0-1 0 0,1 0 1 0 0,-1 0-1 0 0,1 1 0 0 0,0-1 1 0 0,0 1-1 0 0,0 0 1 0 0,0-1-1 0 0,0 1 0 0 0,0 1 1 0 0,0-1-1 0 0,1 0 1 0 0,-1 1-1 0 0,1 0 1 0 0,-1 0-1 0 0,1 0 0 0 0,0 0 1 0 0,-1 0-1 0 0,1 1 1 0 0,0 0-1 0 0,-1 0 0 0 0,1 0 1 0 0,0 0-1 0 0,-1 0 1 0 0,1 1-1 0 0,0-1 0 0 0,-1 1 1 0 0,1 0-1 0 0,0 1-221 0 0,114 39 1445 0 0,-109-34-2323 0 0,-11 7-6779 0 0,0-13 6059 0 0</inkml:trace>
  <inkml:trace contextRef="#ctx0" brushRef="#br0" timeOffset="1270.792">767 213 2080 0 0,'-2'3'360'0'0,"0"1"-1"0"0,1-1 1 0 0,-1 0 0 0 0,1 0-1 0 0,0 1 1 0 0,0-1 0 0 0,0 1-1 0 0,1-1 1 0 0,-1 1-1 0 0,1-1 1 0 0,-1 1 0 0 0,1-1-1 0 0,0 1 1 0 0,1-1-1 0 0,-1 1 1 0 0,1-1 0 0 0,-1 1-1 0 0,1-1 1 0 0,0 0 0 0 0,0 1-1 0 0,1 0-359 0 0,-2-4 111 0 0,0 0-92 0 0,0 29-6260 0 0,0-27 4744 0 0</inkml:trace>
  <inkml:trace contextRef="#ctx0" brushRef="#br0" timeOffset="1453.649">460 286 1280 0 0,'-18'24'7896'0'0,"2"1"-5651"0"0,-20 28-936 0 0,24-41-894 0 0,-132 117 2334 0 0,18-48-2053 0 0,46-52-2825 0 0,78-30 1852 0 0,1 1 0 0 0,-1-1 0 0 0,1 0 1 0 0,-1 1-1 0 0,1-1 0 0 0,0 0 1 0 0,-1 0-1 0 0,1 0 0 0 0,0 0 0 0 0,0 0 1 0 0,-1 0-1 0 0,1 0 0 0 0,0-1 1 0 0,0 1-1 0 0,0 0 0 0 0,0 0 0 0 0,1-1 1 0 0,-1 1-1 0 0,0-1 0 0 0,0 1 0 0 0,1-1 1 0 0,-1 1-1 0 0,1-1 0 0 0,0 1 1 0 0,-1-1-1 0 0,1 0 0 0 0,0 1 0 0 0,0-1 1 0 0,0 1-1 0 0,0-1 0 0 0,0 0 0 0 0,0 1 1 0 0,0-1-1 0 0,1 1 0 0 0,-1-1 1 0 0,0 0-1 0 0,1 1 0 0 0,0-1 0 0 0,-1 1 1 0 0,1-1 276 0 0,7-16-1524 0 0</inkml:trace>
  <inkml:trace contextRef="#ctx0" brushRef="#br0" timeOffset="1638.178">382 371 1772 0 0,'163'86'8777'0'0,"-27"4"-4428"0"0,-64-39-4531 0 0,-62-42-1023 0 0,-5 6-8762 0 0,-8-16 8551 0 0</inkml:trace>
  <inkml:trace contextRef="#ctx0" brushRef="#br0" timeOffset="1941.038">269 639 1712 0 0,'8'-6'7915'0'0,"30"7"-6100"0"0,-23-1-716 0 0,108 17 271 0 0,-81-17-3413 0 0,-17 0-4102 0 0,-23 0 4610 0 0,-2 0 35 0 0,0 0-56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3:49:27.302"/>
    </inkml:context>
    <inkml:brush xml:id="br0">
      <inkml:brushProperty name="width" value="0.05" units="cm"/>
      <inkml:brushProperty name="height" value="0.05" units="cm"/>
      <inkml:brushProperty name="color" value="#FFFFFF"/>
    </inkml:brush>
  </inkml:definitions>
  <inkml:trace contextRef="#ctx0" brushRef="#br0">0 16 1048 0 0,'0'0'2018'0'0,"0"0"-371"0"0,0 0-228 0 0,0 0-30 0 0,0 0-125 0 0,0 0-51 0 0,0 0-125 0 0,0 0-74 0 0,4-3-81 0 0,-2 1-930 0 0,-2 1 78 0 0,1 1 0 0 0,-1-1 0 0 0,1 0 0 0 0,0 0 0 0 0,-1 1 0 0 0,1-1 0 0 0,0 0 0 0 0,0 1 0 0 0,0-1 0 0 0,-1 1 0 0 0,1-1 0 0 0,0 1 0 0 0,0-1 0 0 0,0 1 0 0 0,0 0 0 0 0,0-1 0 0 0,0 1 0 0 0,0 0 0 0 0,0 0 0 0 0,0 0 0 0 0,0 0 0 0 0,0 0 0 0 0,0 0 0 0 0,0 0 0 0 0,0 0 0 0 0,0 0 0 0 0,0 0 0 0 0,-1 0 0 0 0,1 1 0 0 0,0-1 0 0 0,0 0 0 0 0,0 1 1 0 0,0-1-1 0 0,0 1 0 0 0,0-1 0 0 0,0 1 0 0 0,-1-1 0 0 0,1 1 0 0 0,0-1 0 0 0,0 1 0 0 0,-1 0 0 0 0,1 0 0 0 0,0-1 0 0 0,-1 1 0 0 0,1 0 0 0 0,-1 0-81 0 0,47 50 3124 0 0,-8 7-3803 0 0,-45-51-8119 0 0,-22-9 3502 0 0,18 1 2847 0 0,1 1 1040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3:49:27.614"/>
    </inkml:context>
    <inkml:brush xml:id="br0">
      <inkml:brushProperty name="width" value="0.05" units="cm"/>
      <inkml:brushProperty name="height" value="0.05" units="cm"/>
      <inkml:brushProperty name="color" value="#FFFFFF"/>
    </inkml:brush>
  </inkml:definitions>
  <inkml:trace contextRef="#ctx0" brushRef="#br0">57 0 1592 0 0,'7'32'7247'0'0,"-3"5"-4366"0"0,-4-36-2464 0 0,0 24 484 0 0,0-23-815 0 0,-1 23-3228 0 0,-4-40-2129 0 0,5 9 3904 0 0,0-1-21 0 0</inkml:trace>
  <inkml:trace contextRef="#ctx0" brushRef="#br0" timeOffset="309.265">68 64 1088 0 0,'0'-1'224'0'0,"0"0"1"0"0,0 0-1 0 0,0 0 0 0 0,0-1 0 0 0,0 1 1 0 0,1 0-1 0 0,-1 0 0 0 0,0 0 0 0 0,1 0 1 0 0,-1 0-1 0 0,1 0 0 0 0,0 0 0 0 0,-1 0 1 0 0,1 1-1 0 0,0-1 0 0 0,-1 0 1 0 0,1 0-1 0 0,0 0 0 0 0,0 1 0 0 0,0-1 1 0 0,-1 0-1 0 0,1 1 0 0 0,0-1 0 0 0,0 1 1 0 0,0-1-1 0 0,0 1 0 0 0,0-1 0 0 0,0 1 1 0 0,0 0-1 0 0,0-1 0 0 0,1 1 0 0 0,-1 0 1 0 0,0 0-1 0 0,0 0-224 0 0,45-1 4173 0 0,-30 2-3029 0 0,340-1 4326 0 0,-241 12-4912 0 0,6-12-1318 0 0,-120 0 677 0 0,1 1 0 0 0,-1 0 0 0 0,1 0-1 0 0,-1 0 1 0 0,1 0 0 0 0,-1 0-1 0 0,0 0 1 0 0,1 0 0 0 0,-1 0-1 0 0,0 1 1 0 0,0-1 0 0 0,0 0 0 0 0,0 1-1 0 0,0-1 1 0 0,0 1 0 0 0,-1-1-1 0 0,1 1 1 0 0,0-1 0 0 0,-1 1 0 0 0,1 0-1 0 0,-1-1 1 0 0,1 1 0 0 0,-1 0-1 0 0,0 0 1 0 0,0-1 0 0 0,0 1-1 0 0,0 0 1 0 0,0-1 0 0 0,0 1 0 0 0,0 0-1 0 0,-1-1 1 0 0,1 1 0 0 0,0 0-1 0 0,-1-1 1 0 0,0 1 0 0 0,1 0 0 0 0,-1-1-1 0 0,0 1 1 0 0,0-1 0 0 0,0 1-1 0 0,0-1 1 0 0,0 0 83 0 0,-8 11-886 0 0,-1-2 0 0 0,0 1 0 0 0,0-1-1 0 0,-1-1 1 0 0,-1 0 0 0 0,1 0 0 0 0,-2-1 0 0 0,1-1 0 0 0,-1 0-1 0 0,0-1 1 0 0,0 0 0 0 0,-1-1 0 0 0,1-1 0 0 0,-10 2 886 0 0,-1-1-1330 0 0</inkml:trace>
  <inkml:trace contextRef="#ctx0" brushRef="#br0" timeOffset="822.707">332 164 1336 0 0,'13'0'8327'0'0,"-17"13"-6141"0"0,-6-3-1882 0 0,0-1 1 0 0,0 0-1 0 0,-1-1 0 0 0,-1 0 1 0 0,1 0-1 0 0,-1-1 0 0 0,0-1 1 0 0,-1 0-1 0 0,1 0 0 0 0,-1-2 0 0 0,-1 1 1 0 0,-6 0-305 0 0,-17-3 1418 0 0,35-2-1282 0 0,2 0-11 0 0,-4 0 424 0 0,45 13-360 0 0,1 1-1 0 0,-2 3 1 0 0,0 1 0 0 0,-2 2 0 0 0,0 1 0 0 0,-1 2-1 0 0,-1 2 1 0 0,7 7-189 0 0,53 41-233 0 0,-85-62-1865 0 0,-27-21-2260 0 0,-127-72-5765 0 0,118 69 8532 0 0</inkml:trace>
  <inkml:trace contextRef="#ctx0" brushRef="#br0" timeOffset="1288.107">1 181 2064 0 0,'18'-17'8866'0'0,"22"19"-4706"0"0,-11 2-2812 0 0,77 8 724 0 0,79 7 142 0 0,-57 3-1276 0 0,39 5-271 0 0,-167-26-669 0 0,1 0 0 0 0,-1 0 0 0 0,0 0 0 0 0,1 1 0 0 0,-1-1 0 0 0,0 0 0 0 0,0 0 0 0 0,0 0 0 0 0,0 0 0 0 0,0 0 0 0 0,0 0-1 0 0,0 0 1 0 0,0 0 0 0 0,-1 0 0 0 0,1 0 0 0 0,0 0 0 0 0,-1 0 0 0 0,1 0 0 0 0,-1 0 0 0 0,1 0 0 0 0,-1 0 0 0 0,1 0 0 0 0,-1 0 0 0 0,1 0 0 0 0,-1 0 0 0 0,0-1 0 0 0,0 1 0 0 0,1 0 0 0 0,-1 0 0 0 0,0-1 0 0 0,0 1 0 0 0,0-1 0 0 0,0 1 0 0 0,0-1 0 0 0,0 1 0 0 0,0-1 0 0 0,0 1 2 0 0,-110 58-1137 0 0,-80 15-4002 0 0,57-45-4834 0 0,110-28 6818 0 0,17-1 1517 0 0</inkml:trace>
  <inkml:trace contextRef="#ctx0" brushRef="#br0" timeOffset="1752.007">24 468 1184 0 0,'0'0'341'0'0,"-1"1"-1"0"0,0-1 0 0 0,0 1 1 0 0,1-1-1 0 0,-1 1 1 0 0,0-1-1 0 0,0 1 0 0 0,1-1 1 0 0,-1 1-1 0 0,1-1 1 0 0,-1 1-1 0 0,1 0 1 0 0,-1 0-1 0 0,1-1 0 0 0,-1 1 1 0 0,1 0-1 0 0,-1 0 1 0 0,1-1-1 0 0,0 1 1 0 0,-1 0-1 0 0,1 0 0 0 0,0 0 1 0 0,0 0-1 0 0,0 0 1 0 0,0-1-1 0 0,0 1 0 0 0,0 0 1 0 0,0 0-1 0 0,0 0 1 0 0,0 0-1 0 0,0 0 1 0 0,0-1-1 0 0,0 1 0 0 0,1 0 1 0 0,-1 0-1 0 0,0 0 1 0 0,1 0-1 0 0,-1-1 0 0 0,1 2-340 0 0,25 13 2713 0 0,14-4-1937 0 0,0-1-1 0 0,1-2 1 0 0,0-2 0 0 0,1-2-1 0 0,2-1-775 0 0,30 3 504 0 0,130 5 223 0 0,-119-10-5210 0 0,-85-1 4351 0 0,0 0 0 0 0,0 0 0 0 0,-1 0 0 0 0,1 0 0 0 0,0-1 0 0 0,0 1 0 0 0,0 0 1 0 0,-1 0-1 0 0,1 0 0 0 0,0-1 0 0 0,0 1 0 0 0,0 0 0 0 0,0 0 0 0 0,0 0 0 0 0,0-1 0 0 0,-1 1 0 0 0,1 0 0 0 0,0 0 0 0 0,0-1 0 0 0,0 1 1 0 0,0 0-1 0 0,0 0 0 0 0,0-1 0 0 0,0 1 0 0 0,0 0 0 0 0,0 0 0 0 0,0-1 0 0 0,0 1 0 0 0,0 0 0 0 0,0 0 0 0 0,0-1 0 0 0,0 1 0 0 0,1 0 0 0 0,-1 0 1 0 0,0-1-1 0 0,0 1 0 0 0,0 0 0 0 0,0 0 0 0 0,0-1 0 0 0,0 1 0 0 0,1 0 0 0 0,-1 0 0 0 0,0 0 0 0 0,0 0 0 0 0,0-1 0 0 0,1 1 0 0 0,-1 0 1 0 0,0 0-1 0 0,0 0 0 0 0,0 0 0 0 0,1 0 0 0 0,-1-1 0 0 0,0 1 0 0 0,1 0 132 0 0,-30-2-8407 0 0,20 0 7075 0 0</inkml:trace>
  <inkml:trace contextRef="#ctx0" brushRef="#br0" timeOffset="2030.747">366 436 2268 0 0,'3'24'7932'0'0,"3"7"-5530"0"0,6 40-1261 0 0,0 119 1649 0 0,0-81-3295 0 0,-12-108 42 0 0,0-1-119 0 0,-1 3-366 0 0,0 8-2957 0 0,-2-20 753 0 0,6-34-1358 0 0,-2 26 3110 0 0</inkml:trace>
  <inkml:trace contextRef="#ctx0" brushRef="#br0" timeOffset="2233.422">382 578 1988 0 0,'-13'4'5624'0'0,"-11"11"-3729"0"0,19-11-1422 0 0,-85 85 2652 0 0,67-67-2860 0 0,18-16-460 0 0,1-1 0 0 0,-1 0 0 0 0,0 0 0 0 0,-1 0 0 0 0,1-1 0 0 0,-1 0 0 0 0,0 0 1 0 0,0-1-1 0 0,-1 1 0 0 0,1-1 0 0 0,0-1 0 0 0,-6 2 195 0 0,3-6-6540 0 0,3-9 6386 0 0,6 10-521 0 0,-1-6-883 0 0</inkml:trace>
  <inkml:trace contextRef="#ctx0" brushRef="#br0" timeOffset="2388.055">346 587 2244 0 0,'275'102'11027'0'0,"-189"-67"-10885"0"0,-79-30-1926 0 0,-4-3-6417 0 0,-6-3 6633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6:59.427"/>
    </inkml:context>
    <inkml:brush xml:id="br0">
      <inkml:brushProperty name="width" value="0.05" units="cm"/>
      <inkml:brushProperty name="height" value="0.05" units="cm"/>
      <inkml:brushProperty name="color" value="#FFFFFF"/>
    </inkml:brush>
  </inkml:definitions>
  <inkml:trace contextRef="#ctx0" brushRef="#br0">341 1 3792 0 0,'0'0'1915'0'0,"0"0"-97"0"0,0 0-107 0 0,0 0-171 0 0,0 0-107 0 0,0 0-135 0 0,0 0-72 0 0,5 3-180 0 0,-1-1-833 0 0,-3-2-151 0 0,-1 0-1 0 0,1 1 0 0 0,0-1 1 0 0,0 1-1 0 0,0-1 1 0 0,0 1-1 0 0,0-1 0 0 0,-1 1 1 0 0,1-1-1 0 0,0 1 0 0 0,0 0 1 0 0,-1-1-1 0 0,1 1 0 0 0,0 0 1 0 0,-1 0-1 0 0,1-1 1 0 0,-1 1-1 0 0,1 0 0 0 0,-1 0 1 0 0,0 0-1 0 0,1 0 0 0 0,-1 0 1 0 0,0 0-1 0 0,1 0 1 0 0,-1 0-1 0 0,0 0 0 0 0,0 0 1 0 0,0 0-1 0 0,0 0 0 0 0,0 0 1 0 0,0 0-1 0 0,0 0 0 0 0,0 0 1 0 0,-1-1-1 0 0,1 1 1 0 0,0 0-1 0 0,0 0 0 0 0,-1 1-61 0 0,-6 20 297 0 0,-2 1 1 0 0,0-1-1 0 0,-2-1 0 0 0,0 0 0 0 0,-2 0 0 0 0,0-1 0 0 0,-1-1 0 0 0,-1 0 1 0 0,0-1-1 0 0,-2 0 0 0 0,0-2 0 0 0,-13 10-297 0 0,-64 60-2496 0 0,29-38-2313 0 0,44-30-1093 0 0,19-15 4638 0 0,2-3-3369 0 0,0 0 3151 0 0</inkml:trace>
  <inkml:trace contextRef="#ctx0" brushRef="#br0" timeOffset="791.181">261 239 1664 0 0,'10'-12'11734'0'0,"13"16"-8319"0"0,-14-2-3265 0 0,88 3 1503 0 0,37 33-729 0 0,-130-37-895 0 0,-3-1 4 0 0,0 1 0 0 0,0-1-1 0 0,0 0 1 0 0,1 0 0 0 0,-1 0-1 0 0,0 1 1 0 0,0-1 0 0 0,0 1 0 0 0,0-1-1 0 0,0 1 1 0 0,1-1 0 0 0,-1 1 0 0 0,0-1-1 0 0,0 1 1 0 0,0 0 0 0 0,-1 0-1 0 0,1 0 1 0 0,0-1 0 0 0,0 1 0 0 0,0 0-1 0 0,-1 0 1 0 0,1 0 0 0 0,0 0-1 0 0,-1 0 1 0 0,1 1 0 0 0,-1-1 0 0 0,1 0-1 0 0,-1 0 1 0 0,1 0 0 0 0,-1 0-1 0 0,0 1 1 0 0,0-1 0 0 0,0 0 0 0 0,1 0-1 0 0,-1 0 1 0 0,0 1 0 0 0,-1-1 0 0 0,1 0-33 0 0,0 0 120 0 0,-3 5-40 0 0,-25 45-90 0 0,-2-2 0 0 0,-2-2 0 0 0,-2-1-1 0 0,-2-1 1 0 0,-2-2 0 0 0,-40 34 10 0 0,56-56-782 0 0,-52 38-574 0 0,43-48-2219 0 0,-5-7-3382 0 0,11-31 2165 0 0,23 22 3382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02.004"/>
    </inkml:context>
    <inkml:brush xml:id="br0">
      <inkml:brushProperty name="width" value="0.05" units="cm"/>
      <inkml:brushProperty name="height" value="0.05" units="cm"/>
      <inkml:brushProperty name="color" value="#FFFFFF"/>
    </inkml:brush>
  </inkml:definitions>
  <inkml:trace contextRef="#ctx0" brushRef="#br0">34 235 1944 0 0,'0'-3'1046'0'0,"-2"-4"-983"0"0,7-29 6892 0 0,12 9-5607 0 0,-10 54 3501 0 0,-27 152-3174 0 0,-17 77-801 0 0,33-214-299 0 0,34-30-348 0 0,122-76 270 0 0,-46 20-435 0 0,-93 38-45 0 0,-1-1 0 0 0,0 0 0 0 0,0 0 1 0 0,-1-1-1 0 0,0 0 0 0 0,0-1 0 0 0,-1 0 1 0 0,0-1-1 0 0,1-2-17 0 0,101-107-3074 0 0,-136 126-11668 0 0,22-5 13536 0 0</inkml:trace>
  <inkml:trace contextRef="#ctx0" brushRef="#br0" timeOffset="1504.295">1093 36 1004 0 0,'0'0'1352'0'0,"3"0"-212"0"0,-3 1-786 0 0,8 0-217 0 0,3-9 3253 0 0,13-18-2512 0 0,-24 26-762 0 0,0 1-1 0 0,0-1 1 0 0,1 1-1 0 0,-1-1 1 0 0,0 0-1 0 0,0 1 1 0 0,0-1-1 0 0,1 0 0 0 0,-1 1 1 0 0,0-1-1 0 0,1 0 1 0 0,-1 1-1 0 0,0-1 1 0 0,1 0-1 0 0,-1 0 1 0 0,0 1-1 0 0,1-1 0 0 0,-1 0 1 0 0,1 0-1 0 0,-1 0 1 0 0,0 1-1 0 0,1-1 1 0 0,-1 0-1 0 0,1 0 1 0 0,-1 0-1 0 0,1 0 0 0 0,-1 0 1 0 0,0 0-1 0 0,1 0 1 0 0,-1 0-1 0 0,1 0 1 0 0,-1 0-1 0 0,1 0 1 0 0,-1 0-1 0 0,0 0 1 0 0,1-1-1 0 0,-1 1 0 0 0,1 0 1 0 0,-1 0-1 0 0,0 0 1 0 0,1 0-1 0 0,-1-1 1 0 0,1 1-1 0 0,-1 0 1 0 0,0-1-1 0 0,1 1 0 0 0,-1 0 1 0 0,0 0-1 0 0,0-1 1 0 0,1 1-1 0 0,-1-1 1 0 0,0 1-1 0 0,0 0 1 0 0,1-1-1 0 0,-1 1 0 0 0,0 0 1 0 0,0-1-1 0 0,0 1 1 0 0,0-1-1 0 0,0 1 1 0 0,0-1-1 0 0,1 1 1 0 0,-1 0-1 0 0,0-1 0 0 0,0 1-115 0 0,-3 10 767 0 0,-47 80 1579 0 0,25-55-2105 0 0,-1-1-1 0 0,-2-2 0 0 0,-1 0 0 0 0,-1-2 0 0 0,-2-1 0 0 0,-1-1 0 0 0,-19 11-240 0 0,-51 11-1481 0 0,58-43-2899 0 0,40-10 2929 0 0,-4-6 733 0 0,8 8 478 0 0,1 1 0 0 0,-1-1 0 0 0,1 0 0 0 0,-1 0 0 0 0,1 1 0 0 0,0-1 1 0 0,-1 0-1 0 0,1 0 0 0 0,0 1 0 0 0,-1-1 0 0 0,1 0 0 0 0,0 0 0 0 0,0 0 0 0 0,0 0 0 0 0,0 1 0 0 0,0-1 0 0 0,0 0 0 0 0,0 0 1 0 0,0 0-1 0 0,0 0 0 0 0,0 0 0 0 0,1 1 0 0 0,-1-1 0 0 0,0 0 0 0 0,0 0 0 0 0,1 0 0 0 0,-1 1 0 0 0,1-1 0 0 0,-1 0 0 0 0,1 0 1 0 0,-1 1-1 0 0,1-1 0 0 0,-1 0 0 0 0,1 1 0 0 0,-1-1 0 0 0,1 1 0 0 0,0-1 0 0 0,-1 1 0 0 0,1-1 0 0 0,0 1 240 0 0,4-4-1730 0 0</inkml:trace>
  <inkml:trace contextRef="#ctx0" brushRef="#br0" timeOffset="1798.047">1024 287 1404 0 0,'12'13'5117'0'0,"-5"20"-2171"0"0,-5-20-1954 0 0,6 213 5213 0 0,-40-119-5285 0 0,6-7-3017 0 0,32-104-7009 0 0,11-15 7136 0 0,-4 0 439 0 0,-1 2-57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07.433"/>
    </inkml:context>
    <inkml:brush xml:id="br0">
      <inkml:brushProperty name="width" value="0.05" units="cm"/>
      <inkml:brushProperty name="height" value="0.05" units="cm"/>
      <inkml:brushProperty name="color" value="#FFFFFF"/>
    </inkml:brush>
  </inkml:definitions>
  <inkml:trace contextRef="#ctx0" brushRef="#br0">62 23 2040 0 0,'0'0'1128'0'0,"0"0"-1"0"0,0 0-79 0 0,-3 0-64 0 0,-10 0-14 0 0,10 0-114 0 0,3 0-93 0 0,0 0 39 0 0,0 0-99 0 0,0 0-44 0 0,0 0-60 0 0,-6-3-64 0 0,-18-13-23 0 0,12 12 6603 0 0,121 11-3926 0 0,579-7-3024 0 0,-685 3-697 0 0,2 4 1014 0 0,-5-7-727 0 0,0 0-1 0 0,-1-1 1 0 0,1 1 0 0 0,0 0-1 0 0,-1 0 1 0 0,1 0-1 0 0,0 0 1 0 0,-1 0-1 0 0,1-1 1 0 0,0 1 0 0 0,-1 0-1 0 0,1 0 1 0 0,0 0-1 0 0,-1 0 1 0 0,1 0-1 0 0,0 0 1 0 0,-1 0-1 0 0,1 0 1 0 0,0 0 0 0 0,-1 0-1 0 0,1 1 1 0 0,0-1-1 0 0,-1 0 1 0 0,1 0-1 0 0,0 0 1 0 0,-1 0 0 0 0,1 0-1 0 0,0 1 1 0 0,0-1-1 0 0,-1 0 1 0 0,1 0-1 0 0,0 1 1 0 0,-1-1 0 0 0,1 0-1 0 0,0 0 1 0 0,0 1-1 0 0,0-1 1 0 0,-1 0-1 0 0,1 0 1 0 0,0 1-1 0 0,0-1 1 0 0,0 0 0 0 0,0 1-1 0 0,0-1 1 0 0,0 0-1 0 0,0 1 1 0 0,-1-1-1 0 0,1 0 246 0 0,-87-15-7965 0 0,70 15 6694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04.748"/>
    </inkml:context>
    <inkml:brush xml:id="br0">
      <inkml:brushProperty name="width" value="0.05" units="cm"/>
      <inkml:brushProperty name="height" value="0.05" units="cm"/>
      <inkml:brushProperty name="color" value="#FFFFFF"/>
    </inkml:brush>
  </inkml:definitions>
  <inkml:trace contextRef="#ctx0" brushRef="#br0">0 93 1932 0 0,'2'-11'2040'0'0,"9"9"10381"0"0,-1 9-12252 0 0,-8-6-1002 0 0,76 97 3994 0 0,-10-23-1676 0 0,-49-58-2041 0 0,-14-15-5610 0 0,-34-5-4522 0 0,24 4 9191 0 0</inkml:trace>
  <inkml:trace contextRef="#ctx0" brushRef="#br0" timeOffset="1318.341">336 1 2128 0 0,'0'0'1382'0'0,"0"0"-82"0"0,0 0-244 0 0,0 0-144 0 0,0 8-29 0 0,20 90 2056 0 0,36 13 323 0 0,-51-96-3323 0 0,-2-7-3434 0 0,-1-16-3942 0 0,-1 4 5884 0 0</inkml:trace>
  <inkml:trace contextRef="#ctx0" brushRef="#br0" timeOffset="1568.556">457 98 888 0 0,'16'-5'7385'0'0,"23"41"-1510"0"0,-16 21-3332 0 0,-14-17-4577 0 0,26 14-10240 0 0,-30-51 10895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05.028"/>
    </inkml:context>
    <inkml:brush xml:id="br0">
      <inkml:brushProperty name="width" value="0.05" units="cm"/>
      <inkml:brushProperty name="height" value="0.05" units="cm"/>
      <inkml:brushProperty name="color" value="#FFFFFF"/>
    </inkml:brush>
  </inkml:definitions>
  <inkml:trace contextRef="#ctx0" brushRef="#br0">0 1 1288 0 0,'9'6'9635'0'0,"14"17"-5627"0"0,0-1-3048 0 0,25 10 281 0 0,11 10-4509 0 0,-56-35-186 0 0,2 4-3188 0 0,-5-11 5142 0 0</inkml:trace>
  <inkml:trace contextRef="#ctx0" brushRef="#br0" timeOffset="264.227">36 524 2344 0 0,'0'1'145'0'0,"0"-1"-1"0"0,0 1 1 0 0,0-1 0 0 0,-1 1-1 0 0,1-1 1 0 0,0 1 0 0 0,0-1-1 0 0,0 1 1 0 0,1-1 0 0 0,-1 1-1 0 0,0-1 1 0 0,0 1-1 0 0,0-1 1 0 0,0 1 0 0 0,0-1-1 0 0,0 1 1 0 0,1-1 0 0 0,-1 1-1 0 0,0-1 1 0 0,1 1-1 0 0,-1-1 1 0 0,0 1 0 0 0,0-1-1 0 0,1 0 1 0 0,-1 1 0 0 0,1-1-1 0 0,-1 0 1 0 0,0 1-1 0 0,1-1 1 0 0,-1 0 0 0 0,1 1-1 0 0,-1-1 1 0 0,1 0 0 0 0,-1 0-1 0 0,1 0 1 0 0,-1 1 0 0 0,1-1-1 0 0,-1 0 1 0 0,1 0-1 0 0,-1 0 1 0 0,1 0 0 0 0,-1 0-1 0 0,1 0 1 0 0,-1 0 0 0 0,1 0-1 0 0,-1 0 1 0 0,1 0-1 0 0,-1 0 1 0 0,1-1 0 0 0,-1 1-1 0 0,1 0 1 0 0,-1 0 0 0 0,1 0-1 0 0,-1-1 1 0 0,1 1-145 0 0,27-17 2736 0 0,-24 14-2754 0 0,32-26 440 0 0,-2-1 0 0 0,-1-2 0 0 0,-1-1 0 0 0,-2-1 0 0 0,10-17-422 0 0,43-47-4675 0 0,0-15-2017 0 0,-64 85 5108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09.745"/>
    </inkml:context>
    <inkml:brush xml:id="br0">
      <inkml:brushProperty name="width" value="0.05" units="cm"/>
      <inkml:brushProperty name="height" value="0.05" units="cm"/>
      <inkml:brushProperty name="color" value="#FFFFFF"/>
    </inkml:brush>
  </inkml:definitions>
  <inkml:trace contextRef="#ctx0" brushRef="#br0">545 1687 2076 0 0,'0'-1'61'0'0,"1"1"-1"0"0,0 0 0 0 0,-1 0 0 0 0,1 0 1 0 0,-1-1-1 0 0,1 1 0 0 0,-1 0 1 0 0,1 0-1 0 0,0 0 0 0 0,-1 0 1 0 0,1 0-1 0 0,-1 0 0 0 0,1 0 1 0 0,-1 0-1 0 0,1 1 0 0 0,0-1 1 0 0,-1 0-1 0 0,1 0 0 0 0,-1 0 0 0 0,1 1 1 0 0,-1-1-1 0 0,1 0 0 0 0,-1 0 1 0 0,1 1-1 0 0,-1-1 0 0 0,1 0 1 0 0,-1 1-1 0 0,0-1 0 0 0,1 1 1 0 0,-1-1-1 0 0,1 1 0 0 0,-1-1 1 0 0,0 1-1 0 0,1-1 0 0 0,-1 1 0 0 0,0-1 1 0 0,0 1-1 0 0,0-1 0 0 0,1 1 1 0 0,-1-1-1 0 0,0 1 0 0 0,0-1 1 0 0,0 1-1 0 0,0 0 0 0 0,0-1 1 0 0,0 1-1 0 0,0-1 0 0 0,0 1 1 0 0,0-1-1 0 0,0 1 0 0 0,0 0-60 0 0,0 0-19 0 0,15 2 1597 0 0,-11-3-857 0 0,-4 0-40 0 0,24 17 584 0 0,-24-17-1194 0 0,1 0 1 0 0,-1 0-1 0 0,1 0 1 0 0,-1 0-1 0 0,1 0 1 0 0,-1 0 0 0 0,1 0-1 0 0,-1 0 1 0 0,1-1-1 0 0,-1 1 1 0 0,1 0 0 0 0,-1 0-1 0 0,1 0 1 0 0,-1 0-1 0 0,1-1 1 0 0,-1 1 0 0 0,1 0-1 0 0,-1-1 1 0 0,1 1-1 0 0,-1 0 1 0 0,0-1 0 0 0,1 1-1 0 0,-1 0 1 0 0,0-1-1 0 0,1 1 1 0 0,-1-1 0 0 0,0 1-1 0 0,1 0 1 0 0,-1-1-1 0 0,0 1 1 0 0,0-1 0 0 0,0 1-1 0 0,1-1 1 0 0,-1 1-1 0 0,0-1 1 0 0,0 1-1 0 0,0-1 1 0 0,0 1 0 0 0,0-1-1 0 0,0 1 1 0 0,0-1-1 0 0,0 1 1 0 0,0-1 0 0 0,0 0-1 0 0,0 1 1 0 0,0-1-1 0 0,-1 1 1 0 0,1-1 0 0 0,0 1-1 0 0,0 0 1 0 0,0-1-1 0 0,-1 1 1 0 0,1-1 0 0 0,0 1-1 0 0,-1-1 1 0 0,1 1-1 0 0,0 0 1 0 0,-1-1 0 0 0,1 1-1 0 0,0-1 1 0 0,-1 1-1 0 0,1 0 1 0 0,-1-1-72 0 0,-3-4 82 0 0,0-1 0 0 0,-1 1 0 0 0,1-1 0 0 0,-1 1 0 0 0,0 1 0 0 0,0-1 0 0 0,-1 1 0 0 0,1 0 0 0 0,-1 0 0 0 0,0 0 0 0 0,0 1 0 0 0,-1 0 0 0 0,1 0 0 0 0,-1 1 0 0 0,1-1 0 0 0,-1 2 0 0 0,0-1 0 0 0,0 1 0 0 0,1 0 0 0 0,-1 0 0 0 0,0 0 0 0 0,0 1 0 0 0,0 1 0 0 0,0-1 0 0 0,0 1 0 0 0,0 0 0 0 0,0 0 0 0 0,-1 1-82 0 0,-14 6 19 0 0,1 0 0 0 0,-1 2 0 0 0,1 0-1 0 0,1 1 1 0 0,0 1 0 0 0,1 1 0 0 0,0 1 0 0 0,1 1-1 0 0,0 0 1 0 0,-9 12-19 0 0,17-18 18 0 0,0 0 1 0 0,1 1-1 0 0,0 0 0 0 0,1 0 1 0 0,0 1-1 0 0,1 0 0 0 0,0 1 1 0 0,1-1-1 0 0,0 1 0 0 0,1 1 1 0 0,0-1-1 0 0,1 1 0 0 0,0 0 1 0 0,1 0-1 0 0,0 6-18 0 0,2-6 2 0 0,1 0 0 0 0,1-1 0 0 0,0 1 0 0 0,1 0 0 0 0,0 0 1 0 0,1 0-1 0 0,1-1 0 0 0,0 0 0 0 0,0 1 0 0 0,1-1 0 0 0,1-1 0 0 0,0 1 0 0 0,1-1 1 0 0,0 0-1 0 0,0-1 0 0 0,5 5-2 0 0,-4-5 13 0 0,1 0 1 0 0,0 0-1 0 0,1-1 0 0 0,0 0 1 0 0,1 0-1 0 0,0-1 0 0 0,0-1 1 0 0,0 0-1 0 0,1-1 0 0 0,0 0 1 0 0,1 0-1 0 0,-1-1 0 0 0,1-1 1 0 0,6 1-14 0 0,73-4-1878 0 0,-7-26-797 0 0,22-33-7151 0 0,-97 49 8273 0 0</inkml:trace>
  <inkml:trace contextRef="#ctx0" brushRef="#br0" timeOffset="354.805">789 1703 964 0 0,'14'8'6116'0'0,"-6"32"-4709"0"0,-8-39-1273 0 0,1 194 3123 0 0,-26-68-2347 0 0,-2 59-457 0 0,21-167-1656 0 0,0-30-3162 0 0,10-45-230 0 0,-4 31 3141 0 0</inkml:trace>
  <inkml:trace contextRef="#ctx0" brushRef="#br0" timeOffset="883.261">839 1536 2200 0 0,'1'-3'311'0'0,"0"1"-1"0"0,-1 0 0 0 0,1 0 0 0 0,0 1 1 0 0,0-1-1 0 0,0 0 0 0 0,1 0 1 0 0,-1 0-1 0 0,0 1 0 0 0,1-1 1 0 0,-1 1-1 0 0,1-1 0 0 0,0 1 1 0 0,-1-1-1 0 0,1 1 0 0 0,0 0 1 0 0,0 0-1 0 0,0 0 0 0 0,0 0 1 0 0,0 0-1 0 0,0 0 0 0 0,0 1 1 0 0,0-1-1 0 0,0 1 0 0 0,0-1 1 0 0,0 1-311 0 0,59-5 2698 0 0,-55 5-2594 0 0,0 0-17 0 0,1 1 0 0 0,-1 0 1 0 0,0 0-1 0 0,1 1 0 0 0,-1 0 1 0 0,0 0-1 0 0,0 0 0 0 0,0 1 1 0 0,-1-1-1 0 0,1 1 0 0 0,-1 1 1 0 0,1-1-1 0 0,-1 1 1 0 0,0 0-1 0 0,3 4-87 0 0,5 1 232 0 0,-6-3-151 0 0,1 1-1 0 0,-1 0 0 0 0,0 0 1 0 0,-1 0-1 0 0,0 1 0 0 0,0 0 0 0 0,0 1 1 0 0,-1-1-1 0 0,0 1 0 0 0,-1 0 1 0 0,0 0-1 0 0,0 0 0 0 0,-1 1 1 0 0,-1-1-1 0 0,1 1 0 0 0,-1 0 1 0 0,-1 0-1 0 0,0 0 0 0 0,0 0 0 0 0,-1 5-80 0 0,-3-7-37 0 0,1 0-1 0 0,-1 0 0 0 0,-1-1 0 0 0,1 1 0 0 0,-1-1 0 0 0,-1 1 0 0 0,1-1 0 0 0,-1-1 0 0 0,-1 1 0 0 0,1-1 0 0 0,-1 0 0 0 0,0 0 0 0 0,0 0 0 0 0,-1-1 1 0 0,0 0-1 0 0,0 0 0 0 0,0-1 0 0 0,-1 0 38 0 0,-2 1 41 0 0,-1-1 0 0 0,0 0 0 0 0,-1 0 0 0 0,1-1 0 0 0,-1-1 0 0 0,1 0 0 0 0,-1 0 0 0 0,0-1 0 0 0,1-1-1 0 0,-1 0 1 0 0,-1-1-41 0 0,11 1 83 0 0,2 0-11 0 0,-12 0 205 0 0,-5 0-99 0 0,15 0-137 0 0,0 2 136 0 0,3 4-77 0 0,-1-1 1 0 0,1 0 0 0 0,1 0-1 0 0,-1 0 1 0 0,0 0-1 0 0,1 0 1 0 0,0-1 0 0 0,0 1-1 0 0,1 0 1 0 0,0-1-1 0 0,-1 1 1 0 0,1-1-1 0 0,0 0 1 0 0,1 0 0 0 0,-1 0-1 0 0,1-1 1 0 0,0 1-1 0 0,0-1 1 0 0,0 0 0 0 0,1 1-101 0 0,2 3 140 0 0,158 214 1788 0 0,-127-165-2171 0 0,-19-33-1686 0 0,-19-23 1048 0 0,9-6-7795 0 0,-1-27 2152 0 0,3 10 5086 0 0</inkml:trace>
  <inkml:trace contextRef="#ctx0" brushRef="#br0" timeOffset="1301.62">1479 1747 1996 0 0,'-14'7'4975'0'0,"-1"17"-2952"0"0,10-14-1483 0 0,-153 316 4073 0 0,97-207-5840 0 0,61-118 649 0 0,0-1-23 0 0,0 0-181 0 0,-2-3-344 0 0,0-4 692 0 0,0 0 1 0 0,1 1-1 0 0,0-1 1 0 0,1 0-1 0 0,0 0 0 0 0,0 1 1 0 0,0-1-1 0 0,1 0 1 0 0,0 0-1 0 0,0 1 0 0 0,0-1 1 0 0,1 0-1 0 0,0 1 1 0 0,1-1-1 0 0,0 0 434 0 0,3-14-956 0 0,4-15-557 0 0</inkml:trace>
  <inkml:trace contextRef="#ctx0" brushRef="#br0" timeOffset="1550.835">1424 1646 1312 0 0,'6'-9'945'0'0,"-6"9"-814"0"0,0-1 1 0 0,1 0-1 0 0,-1 0 1 0 0,0 0 0 0 0,1 0-1 0 0,-1 1 1 0 0,0-1 0 0 0,1 0-1 0 0,-1 0 1 0 0,1 1 0 0 0,-1-1-1 0 0,1 0 1 0 0,0 1 0 0 0,-1-1-1 0 0,1 0 1 0 0,0 1 0 0 0,-1-1-1 0 0,1 1 1 0 0,0-1 0 0 0,0 1-1 0 0,-1-1 1 0 0,1 1 0 0 0,0 0-1 0 0,0-1 1 0 0,0 1 0 0 0,0 0-1 0 0,-1 0 1 0 0,1 0-1 0 0,0 0 1 0 0,0-1 0 0 0,0 1-1 0 0,0 0 1 0 0,0 1 0 0 0,0-1-1 0 0,0 0 1 0 0,-1 0 0 0 0,1 0-1 0 0,0 0 1 0 0,0 1 0 0 0,0-1-1 0 0,0 0 1 0 0,-1 1 0 0 0,1-1-1 0 0,0 1 1 0 0,0-1 0 0 0,-1 1-1 0 0,1-1 1 0 0,0 1 0 0 0,-1-1-1 0 0,1 1 1 0 0,0 0 0 0 0,-1-1-1 0 0,1 1-131 0 0,9 15 412 0 0,-1 0-1 0 0,0 1 1 0 0,-1 0-1 0 0,0 0 0 0 0,-2 1 1 0 0,0 0-1 0 0,-1 0 1 0 0,-1 1-1 0 0,0 7-411 0 0,3 5 438 0 0,44 222 1938 0 0,-38-79-4950 0 0,-26-158-268 0 0,2-21-1875 0 0,-2-19 1757 0 0,3 9 1378 0 0</inkml:trace>
  <inkml:trace contextRef="#ctx0" brushRef="#br0" timeOffset="1782.033">1357 2024 1860 0 0,'-1'0'209'0'0,"1"0"0"0"0,-1 0 0 0 0,0 0-1 0 0,1-1 1 0 0,-1 1 0 0 0,0 0 0 0 0,1-1 0 0 0,-1 1 0 0 0,0 0-1 0 0,1-1 1 0 0,-1 1 0 0 0,1-1 0 0 0,-1 1 0 0 0,1-1 0 0 0,-1 1-1 0 0,1-1 1 0 0,-1 1 0 0 0,1-1 0 0 0,0 0 0 0 0,-1 1 0 0 0,1-1-1 0 0,0 0 1 0 0,0 1 0 0 0,-1-1 0 0 0,1 0 0 0 0,0 1 0 0 0,0-1-1 0 0,0 0 1 0 0,0 1 0 0 0,0-1 0 0 0,0 0 0 0 0,0 0 0 0 0,0 1-1 0 0,0-1 1 0 0,0 0 0 0 0,0 1 0 0 0,0-1 0 0 0,0 0 0 0 0,1 1-1 0 0,-1-1 1 0 0,0 0 0 0 0,1 1 0 0 0,-1-1 0 0 0,0 0 0 0 0,1 1-1 0 0,-1-1 1 0 0,1 1 0 0 0,-1-1 0 0 0,1 1-209 0 0,32-16 2519 0 0,68-8 66 0 0,-67 19-4906 0 0,1 2-4224 0 0,11-9 1678 0 0,-31 8 3403 0 0</inkml:trace>
  <inkml:trace contextRef="#ctx0" brushRef="#br0" timeOffset="6762.321">1884 1729 1024 0 0,'0'-13'690'0'0,"0"10"3771"0"0,0-1 4628 0 0,14 4-8451 0 0,31-12 0 0 0,168 17 874 0 0,-4-5-1863 0 0,-208 0 215 0 0,14 3-505 0 0,-86 57-24 0 0,-54 40 63 0 0,40-40 259 0 0,1 29 227 0 0,70-71 227 0 0,0 1 1 0 0,1 1-1 0 0,1 0 0 0 0,1 0 1 0 0,1 1-1 0 0,-4 10-111 0 0,0 2 796 0 0,20-35-112 0 0,254-30 988 0 0,-136 23-1622 0 0,-34-6-2895 0 0,-84 15 1989 0 0,16 0-11975 0 0,-14 0 11535 0 0</inkml:trace>
  <inkml:trace contextRef="#ctx0" brushRef="#br0" timeOffset="7212.209">2624 1573 888 0 0,'-11'-10'4315'0'0,"11"11"-4186"0"0,0-1-1 0 0,0 0 0 0 0,0 0 1 0 0,0 1-1 0 0,0-1 0 0 0,0 0 1 0 0,0 1-1 0 0,0-1 0 0 0,0 0 1 0 0,0 0-1 0 0,0 1 1 0 0,0-1-1 0 0,0 0 0 0 0,0 1 1 0 0,0-1-1 0 0,0 0 0 0 0,0 0 1 0 0,-1 1-1 0 0,1-1 0 0 0,0 0 1 0 0,0 0-1 0 0,0 1 0 0 0,0-1 1 0 0,0 0-1 0 0,-1 0 1 0 0,1 0-1 0 0,0 1 0 0 0,0-1 1 0 0,-1 0-1 0 0,1 0 0 0 0,0 0 1 0 0,0 0-1 0 0,0 1 0 0 0,-1-1 1 0 0,1 0-1 0 0,0 0 1 0 0,-1 0-1 0 0,1 0 0 0 0,0 0 1 0 0,0 0-1 0 0,-1 0 0 0 0,1 0-128 0 0,3 19 369 0 0,1-1-1 0 0,0 0 0 0 0,2 0 1 0 0,0 0-1 0 0,0-1 0 0 0,2 0 1 0 0,8 14-369 0 0,23 50 822 0 0,-36-73-827 0 0,28 30-2492 0 0,-30-38 1172 0 0,-1 0-91 0 0,16-16-1916 0 0,11-10 430 0 0,-14 10 1652 0 0</inkml:trace>
  <inkml:trace contextRef="#ctx0" brushRef="#br0" timeOffset="7630.569">2937 1606 2204 0 0,'-6'11'6499'0'0,"-17"15"-4449"0"0,6-10-1702 0 0,-1-1 0 0 0,0-1 0 0 0,-1-1 1 0 0,-1 0-1 0 0,0-1 0 0 0,-10 3-348 0 0,-15 5-57 0 0,33-15-114 0 0,4 9 278 0 0,11 3 260 0 0,9 10 249 0 0,-2-6-478 0 0,-3 11 213 0 0,-2 1 1 0 0,-1-1-1 0 0,-1 1 0 0 0,-2-1 1 0 0,-3 22-352 0 0,2-11 235 0 0,-4 54-432 0 0,-9-54-77 0 0,-9 33-4186 0 0,15-60-3791 0 0,7-18 6803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22.869"/>
    </inkml:context>
    <inkml:brush xml:id="br0">
      <inkml:brushProperty name="width" value="0.05" units="cm"/>
      <inkml:brushProperty name="height" value="0.05" units="cm"/>
      <inkml:brushProperty name="color" value="#FFFFFF"/>
    </inkml:brush>
  </inkml:definitions>
  <inkml:trace contextRef="#ctx0" brushRef="#br0">258 30 856 0 0,'3'0'2058'0'0,"18"12"4579"0"0,-30 51-4114 0 0,-4-31-1869 0 0,-1 0 0 0 0,-2-1-1 0 0,-1-1 1 0 0,-1-1 0 0 0,-2-1 0 0 0,0 0-1 0 0,-13 11-653 0 0,7-6 226 0 0,20-25-382 0 0,1-1 0 0 0,-1 1 1 0 0,-1-1-1 0 0,1 0 0 0 0,-1 0 0 0 0,-1-1 0 0 0,1 0 0 0 0,-1 0 0 0 0,0-1 0 0 0,-3 1 156 0 0,-6-7-6743 0 0,19-39 4798 0 0,31-26-1966 0 0,-17 47 2473 0 0</inkml:trace>
  <inkml:trace contextRef="#ctx0" brushRef="#br0" timeOffset="262.724">207 231 1820 0 0,'11'6'801'0'0,"-1"1"-1"0"0,0 0 1 0 0,0 0-1 0 0,0 1 0 0 0,-1 1 1 0 0,-1-1-1 0 0,1 1 1 0 0,-1 1-1 0 0,-1-1 1 0 0,0 1-1 0 0,1 1-800 0 0,15 19 1433 0 0,47 68 1587 0 0,-6-34-1617 0 0,-54-54-2416 0 0,-10-5-4726 0 0,-6-18-595 0 0,8 7 5267 0 0</inkml:trace>
  <inkml:trace contextRef="#ctx0" brushRef="#br0" timeOffset="512.438">546 1 3372 0 0,'3'3'5883'0'0,"5"22"-3020"0"0,3 235 2841 0 0,-31-132-5541 0 0,19-61-3799 0 0,1-66 2235 0 0,-7 4-1886 0 0,4-11-216 0 0,6-10 597 0 0,-1 5 1498 0 0</inkml:trace>
  <inkml:trace contextRef="#ctx0" brushRef="#br0" timeOffset="697.1">585 248 1844 0 0,'2'-3'655'0'0,"0"0"0"0"0,0 1 1 0 0,0-1-1 0 0,1 1 0 0 0,-1 0 0 0 0,1-1 0 0 0,0 1 0 0 0,0 0 0 0 0,0 1 0 0 0,0-1 1 0 0,0 0-1 0 0,0 1 0 0 0,0 0 0 0 0,0-1 0 0 0,0 1 0 0 0,1 0 0 0 0,-1 1 0 0 0,1-1 1 0 0,-1 1-1 0 0,0-1 0 0 0,4 1-655 0 0,21 0 1148 0 0,1 1-3600 0 0,-1 0-5999 0 0,-20-6 5507 0 0,-9 7 1401 0 0</inkml:trace>
  <inkml:trace contextRef="#ctx0" brushRef="#br0" timeOffset="1256.081">239 558 1724 0 0,'-39'11'14290'0'0,"48"5"-9229"0"0,93-8-2073 0 0,62-8-1924 0 0,-72 32-751 0 0,-90-32-357 0 0,1 1 0 0 0,-1-1-1 0 0,0 0 1 0 0,0 1 0 0 0,0-1-1 0 0,1 1 1 0 0,-1-1 0 0 0,0 1-1 0 0,0 0 1 0 0,0 0 0 0 0,0 0-1 0 0,0 0 1 0 0,0 1-1 0 0,0-1 1 0 0,0 0 0 0 0,-1 1-1 0 0,1-1 1 0 0,0 1 0 0 0,-1 0-1 0 0,0-1 1 0 0,1 1 0 0 0,-1 0-1 0 0,0 0 1 0 0,0 0 0 0 0,0 0-1 0 0,0 0 1 0 0,0 0 0 0 0,0 0-1 0 0,0 1 1 0 0,-1-1 0 0 0,1 0-1 0 0,-1 0 1 0 0,0 1 0 0 0,0-1-1 0 0,0 0 1 0 0,0 0 0 0 0,0 1-1 0 0,0-1 1 0 0,0 0-1 0 0,-1 0 1 0 0,0 2 44 0 0,1 5-446 0 0,-1-1-1 0 0,0 1 1 0 0,-1 0-1 0 0,0-1 0 0 0,0 1 1 0 0,-1-1-1 0 0,0 0 1 0 0,0 0-1 0 0,-1 0 1 0 0,0 0-1 0 0,0-1 1 0 0,-1 1-1 0 0,-5 5 447 0 0,0 2-3058 0 0,-21 15-9081 0 0,31-30 10679 0 0</inkml:trace>
  <inkml:trace contextRef="#ctx0" brushRef="#br0" timeOffset="1581.36">280 857 2028 0 0,'0'0'1715'0'0,"-23"-2"6472"0"0,23 2-8129 0 0,0 0-1 0 0,0 0 1 0 0,1 0-1 0 0,-1 0 1 0 0,0 0-1 0 0,0 0 1 0 0,1 0-1 0 0,-1 0 1 0 0,0 0-1 0 0,0 0 1 0 0,0 0-1 0 0,1 0 1 0 0,-1 0-1 0 0,0 0 1 0 0,0 0-1 0 0,0-1 1 0 0,1 1-1 0 0,-1 0 1 0 0,0 0-1 0 0,0 0 1 0 0,0 0-1 0 0,1-1 1 0 0,-1 1-1 0 0,0 0 1 0 0,0 0-1 0 0,0 0 1 0 0,0-1-1 0 0,0 1 1 0 0,0 0-1 0 0,0 0 1 0 0,1 0-1 0 0,-1-1 1 0 0,0 1-1 0 0,0 0 1 0 0,0 0-1 0 0,0-1 1 0 0,0 1-1 0 0,0 0 1 0 0,0 0-1 0 0,0 0 1 0 0,0-1-1 0 0,0 1 1 0 0,0 0-1 0 0,0 0 1 0 0,-1-1-1 0 0,1 1 1 0 0,0 0-1 0 0,0 0 1 0 0,0 0-1 0 0,0-1 1 0 0,0 1-1 0 0,0 0 1 0 0,0 0-1 0 0,-1 0 1 0 0,1-1-1 0 0,0 1-57 0 0,17 0 1268 0 0,89 0 2172 0 0,-18 17-3178 0 0,-52-10-3404 0 0,-36-7 2244 0 0,1-1-5280 0 0,-25 2-527 0 0,14 0 5108 0 0</inkml:trace>
  <inkml:trace contextRef="#ctx0" brushRef="#br0" timeOffset="1892.129">296 886 2204 0 0,'-30'47'9125'0'0,"15"36"-3944"0"0,15-82-4740 0 0,4 24 917 0 0,0-20-1223 0 0,0 1 0 0 0,1-1 0 0 0,0 1 0 0 0,0-2 0 0 0,0 1 0 0 0,0 0 0 0 0,1-1 0 0 0,0 0 0 0 0,0 0 0 0 0,0-1 0 0 0,0 0 0 0 0,1 0 0 0 0,-1 0 0 0 0,1-1 0 0 0,-1 1 0 0 0,1-2 0 0 0,0 1 0 0 0,0-1 0 0 0,0 0 0 0 0,0-1 0 0 0,0 1 0 0 0,0-1 0 0 0,0-1 0 0 0,0 1 0 0 0,0-1 0 0 0,0-1 0 0 0,4 0-135 0 0,60-16 199 0 0,-69 18-141 0 0,75-4-2139 0 0,2 3-7877 0 0,-68 0 9302 0 0,0-1 0 0 0,0 0 0 0 0,0 0 0 0 0,-1-1 0 0 0,1 0 0 0 0,-1-1 0 0 0,1-1 0 0 0,-1 1 0 0 0,0-1 0 0 0,5-4 656 0 0,13-5-1604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20.883"/>
    </inkml:context>
    <inkml:brush xml:id="br0">
      <inkml:brushProperty name="width" value="0.05" units="cm"/>
      <inkml:brushProperty name="height" value="0.05" units="cm"/>
      <inkml:brushProperty name="color" value="#FFFFFF"/>
    </inkml:brush>
  </inkml:definitions>
  <inkml:trace contextRef="#ctx0" brushRef="#br0">43 189 1404 0 0,'0'0'1532'0'0,"0"0"-118"0"0,0 0-119 0 0,0 0-82 0 0,0 0-136 0 0,0 0-114 0 0,2 2-49 0 0,0 2-745 0 0,0 0 0 0 0,-1 1 0 0 0,0-1 0 0 0,0 0 0 0 0,0 1 0 0 0,-1-1 0 0 0,1 1 0 0 0,-1-1 0 0 0,0 1 0 0 0,-1-1 0 0 0,1 1 0 0 0,-1-1 0 0 0,1 1 0 0 0,-2-1 0 0 0,1 1 0 0 0,-1 2-169 0 0,-1 6 157 0 0,-5 71 1238 0 0,-16 50-550 0 0,14-94-2303 0 0,8-32-1504 0 0,3-8-3287 0 0,-1-6 4851 0 0,0-1 20 0 0</inkml:trace>
  <inkml:trace contextRef="#ctx0" brushRef="#br0" timeOffset="357.808">43 204 1288 0 0,'14'-40'10212'0'0,"21"20"-4552"0"0,57 15-2020 0 0,-67 6-3177 0 0,59 25 247 0 0,25 7-65 0 0,-106-29-641 0 0,0 0 1 0 0,-1 1-1 0 0,1-1 1 0 0,-1 0-1 0 0,0 1 0 0 0,0-1 1 0 0,-1 1-1 0 0,1 0 1 0 0,-1 0-1 0 0,0-1 0 0 0,-1 1 1 0 0,1 0-1 0 0,-1 0 1 0 0,0 0-1 0 0,0 0 1 0 0,0 0-1 0 0,-1 0 0 0 0,0 1-4 0 0,1 6-111 0 0,-1 5-149 0 0,-1-1 1 0 0,0 1-1 0 0,-1-1 0 0 0,-1 0 0 0 0,-1 0 0 0 0,0 0 1 0 0,-1 0-1 0 0,-7 11 260 0 0,-62 142-11453 0 0,55-140 5818 0 0,16-26 4231 0 0</inkml:trace>
  <inkml:trace contextRef="#ctx0" brushRef="#br0" timeOffset="621.538">81 547 1676 0 0,'-14'-6'8634'0'0,"28"16"-3519"0"0,29-1-1690 0 0,59 5-757 0 0,-39-31-3137 0 0,-47 14-871 0 0,3-9-5763 0 0,9-2-3165 0 0,-22 12 8866 0 0</inkml:trace>
  <inkml:trace contextRef="#ctx0" brushRef="#br0" timeOffset="977.339">556 20 2280 0 0,'9'-19'7318'0'0,"6"42"-2759"0"0,-4 210-448 0 0,-33-22-3137 0 0,-24 181-1254 0 0,45-371-94 0 0,-3 22-368 0 0,-7-20-2485 0 0,11-23 1688 0 0,-2-27-3720 0 0,2-12 1788 0 0,0 20 2049 0 0,0-3 34 0 0</inkml:trace>
  <inkml:trace contextRef="#ctx0" brushRef="#br0" timeOffset="1209.54">572 460 2800 0 0,'13'-29'8951'0'0,"19"18"-3919"0"0,95 9-4 0 0,-28-32-5396 0 0,-91 29 545 0 0,6-2-15666 0 0,-4 7 12445 0 0,-2 0 1617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25.691"/>
    </inkml:context>
    <inkml:brush xml:id="br0">
      <inkml:brushProperty name="width" value="0.05" units="cm"/>
      <inkml:brushProperty name="height" value="0.05" units="cm"/>
      <inkml:brushProperty name="color" value="#FFFFFF"/>
    </inkml:brush>
  </inkml:definitions>
  <inkml:trace contextRef="#ctx0" brushRef="#br0">0 81 2212 0 0,'0'0'1720'0'0,"0"0"9"0"0,0 0-110 0 0,0 0-170 0 0,0 0-81 0 0,3 0-122 0 0,10 0-65 0 0,-10 0-68 0 0,-3 0-82 0 0,3 0-98 0 0,58-12 2299 0 0,136 33 523 0 0,-72-11-2843 0 0,-124-9-979 0 0,1 1 1 0 0,-1 0-1 0 0,1 0 0 0 0,-1 0 0 0 0,0-1 0 0 0,0 2 1 0 0,0-1-1 0 0,0 0 0 0 0,0 0 0 0 0,0 0 1 0 0,-1 0-1 0 0,1 0 0 0 0,-1 1 0 0 0,0-1 0 0 0,1 0 1 0 0,-1 0-1 0 0,0 1 0 0 0,0-1 0 0 0,0 0 1 0 0,-1 1-1 0 0,1-1 0 0 0,-1 0 0 0 0,1 0 67 0 0,-1 8-244 0 0,-32 129-2535 0 0,32-135 2388 0 0,-18 65-3122 0 0,-6-33-6398 0 0,18-32 7081 0 0,3-1 1458 0 0</inkml:trace>
  <inkml:trace contextRef="#ctx0" brushRef="#br0" timeOffset="310.267">84 373 1880 0 0,'-28'1'5431'0'0,"28"-1"-5292"0"0,0 1 1 0 0,1-1-1 0 0,-1 0 0 0 0,0 0 0 0 0,0 0 1 0 0,0 0-1 0 0,0 1 0 0 0,1-1 0 0 0,-1 0 0 0 0,0 0 1 0 0,0 1-1 0 0,0-1 0 0 0,0 0 0 0 0,0 0 1 0 0,0 1-1 0 0,0-1 0 0 0,0 0 0 0 0,0 0 1 0 0,0 0-1 0 0,0 1 0 0 0,0-1 0 0 0,0 0 0 0 0,0 0 1 0 0,0 1-1 0 0,0-1 0 0 0,0 0 0 0 0,0 0 1 0 0,0 1-1 0 0,0-1 0 0 0,0 0 0 0 0,0 0 0 0 0,0 1 1 0 0,0-1-1 0 0,0 0 0 0 0,-1 0 0 0 0,1 1 1 0 0,0-1-1 0 0,0 0 0 0 0,0 0 0 0 0,0 0 1 0 0,-1 0-1 0 0,1 1 0 0 0,0-1 0 0 0,0 0 0 0 0,0 0 1 0 0,-1 0-1 0 0,1 0 0 0 0,0 0 0 0 0,0 0 1 0 0,-1 0-1 0 0,1 1 0 0 0,0-1 0 0 0,0 0 0 0 0,-1 0 1 0 0,1 0-140 0 0,107 29 5201 0 0,6-26-5207 0 0,-78-3-1520 0 0,-33 0 674 0 0,-2 0 587 0 0,-1-1 1 0 0,1 1 0 0 0,0 0 0 0 0,0 0-1 0 0,0 0 1 0 0,0 0 0 0 0,0-1-1 0 0,0 1 1 0 0,0 0 0 0 0,0 0 0 0 0,0 0-1 0 0,0-1 1 0 0,0 1 0 0 0,0 0-1 0 0,0 0 1 0 0,0-1 0 0 0,0 1 0 0 0,0 0-1 0 0,0 0 1 0 0,0 0 0 0 0,0-1 0 0 0,0 1-1 0 0,0 0 1 0 0,0 0 0 0 0,0 0-1 0 0,0-1 1 0 0,0 1 0 0 0,0 0 0 0 0,0 0 264 0 0,-67 10-7386 0 0,38-4 6054 0 0</inkml:trace>
  <inkml:trace contextRef="#ctx0" brushRef="#br0" timeOffset="637.05">86 439 2284 0 0,'-22'23'9321'0'0,"8"37"-7028"0"0,9-35-1248 0 0,4 63 2554 0 0,2-86-3543 0 0,-1 1 0 0 0,0-1 0 0 0,1 0 0 0 0,0 0 0 0 0,-1 1 0 0 0,1-1-1 0 0,0 0 1 0 0,0 0 0 0 0,0 0 0 0 0,0 0 0 0 0,0 0 0 0 0,1 0 0 0 0,-1 0 0 0 0,1 0-1 0 0,-1-1 1 0 0,1 1 0 0 0,0-1 0 0 0,-1 1 0 0 0,1-1 0 0 0,0 1 0 0 0,0-1 0 0 0,0 0-1 0 0,0 0 1 0 0,0 0 0 0 0,0 0 0 0 0,1 0 0 0 0,-1-1 0 0 0,0 1 0 0 0,0 0 0 0 0,1-1-1 0 0,-1 0 1 0 0,0 0-56 0 0,83 6 828 0 0,-72-6-691 0 0,85-26 15 0 0,-21 10-557 0 0,-25 2-2600 0 0,-12 6-4747 0 0,-3 0 1457 0 0,-14-1 5140 0 0,-10 2-308 0 0</inkml:trace>
  <inkml:trace contextRef="#ctx0" brushRef="#br0" timeOffset="992.853">597 59 1440 0 0,'12'-58'6801'0'0,"-11"58"-6583"0"0,-1 0-1 0 0,0 1 1 0 0,1-1 0 0 0,-1 0 0 0 0,0 0-1 0 0,1 1 1 0 0,-1-1 0 0 0,0 0 0 0 0,1 0 0 0 0,-1 1-1 0 0,0-1 1 0 0,1 0 0 0 0,-1 0 0 0 0,1 0-1 0 0,-1 0 1 0 0,0 0 0 0 0,1 0 0 0 0,-1 0-1 0 0,1 0 1 0 0,-1 0 0 0 0,0 0 0 0 0,1 0 0 0 0,-1 0-1 0 0,1 0 1 0 0,-1 0 0 0 0,1 0 0 0 0,-1 0-1 0 0,0 0 1 0 0,1 0 0 0 0,-1-1-218 0 0,19 184 3568 0 0,-22 4-2051 0 0,-18-45-1015 0 0,-2 201-943 0 0,17-300-2363 0 0,5-59-2836 0 0,7-55-2031 0 0,7 36 6162 0 0</inkml:trace>
  <inkml:trace contextRef="#ctx0" brushRef="#br0" timeOffset="1242.069">615 486 1228 0 0,'12'-59'11161'0'0,"36"24"-6561"0"0,77 8-1922 0 0,-125 27-2667 0 0,111-15 552 0 0,-109 14-1260 0 0,-2 1-264 0 0,0 0 39 0 0,0 0 91 0 0,0 0 74 0 0,5 2-6054 0 0,-56-24 872 0 0,30 11 4448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31.448"/>
    </inkml:context>
    <inkml:brush xml:id="br0">
      <inkml:brushProperty name="width" value="0.05" units="cm"/>
      <inkml:brushProperty name="height" value="0.05" units="cm"/>
      <inkml:brushProperty name="color" value="#FFFFFF"/>
    </inkml:brush>
  </inkml:definitions>
  <inkml:trace contextRef="#ctx0" brushRef="#br0">102 139 1164 0 0,'-4'-1'8627'0'0,"3"13"-7004"0"0,-33 147 2206 0 0,-18 54-1808 0 0,42-156-1293 0 0,22-39-436 0 0,44 8 179 0 0,14-12-270 0 0,46-13-407 0 0,-87-1-738 0 0,28 0-12068 0 0,-49-3 11692 0 0,20-14-74 0 0</inkml:trace>
  <inkml:trace contextRef="#ctx0" brushRef="#br0" timeOffset="340.794">572 48 2176 0 0,'3'10'8113'0'0,"-7"12"-7062"0"0,-63 215 3921 0 0,24-123-4086 0 0,6-68-3097 0 0,35-50-1860 0 0,-3-10 3118 0 0,19-47-4629 0 0,-7 31 4199 0 0,0 4 189 0 0</inkml:trace>
  <inkml:trace contextRef="#ctx0" brushRef="#br0" timeOffset="650.059">571 32 1380 0 0,'9'-10'2239'0'0,"-8"9"-2066"0"0,-1-1 0 0 0,0 1 0 0 0,1 0 0 0 0,0 0 0 0 0,-1 0-1 0 0,1 0 1 0 0,0 0 0 0 0,-1 0 0 0 0,1 0 0 0 0,0 0 0 0 0,0 0 0 0 0,0 0-1 0 0,0 0 1 0 0,0 0 0 0 0,0 0 0 0 0,0 1 0 0 0,0-1 0 0 0,0 1-1 0 0,0-1 1 0 0,0 0 0 0 0,1 1 0 0 0,-1 0 0 0 0,0-1 0 0 0,0 1 0 0 0,0 0-1 0 0,1-1 1 0 0,-1 1 0 0 0,0 0 0 0 0,1 0 0 0 0,-1 0 0 0 0,0 0 0 0 0,0 0-1 0 0,1 1 1 0 0,-1-1 0 0 0,0 0 0 0 0,0 1 0 0 0,1-1 0 0 0,-1 0 0 0 0,0 1-1 0 0,0 0 1 0 0,0-1 0 0 0,0 1 0 0 0,0 0 0 0 0,0-1 0 0 0,0 1 0 0 0,0 0-1 0 0,0 0 1 0 0,0 0 0 0 0,0 0-173 0 0,12 25 666 0 0,-2 1 0 0 0,-1 0 1 0 0,-1 0-1 0 0,-2 1 0 0 0,3 17-666 0 0,17 58 1180 0 0,-18-74-866 0 0,0 0 1 0 0,-2 0 0 0 0,-1 1-1 0 0,-2 0 1 0 0,1 27-315 0 0,20 52 188 0 0,-19-28-1803 0 0,-9-75 1071 0 0,-13 16-713 0 0,14-22 960 0 0,0 0 0 0 0,0 0 0 0 0,0-1 0 0 0,0 1 0 0 0,0 0 1 0 0,0-1-1 0 0,0 1 0 0 0,0-1 0 0 0,0 0 0 0 0,0 0 0 0 0,0 0 0 0 0,0 0 0 0 0,0 0 0 0 0,1 0 0 0 0,-1 0 0 0 0,0-1 0 0 0,1 1 0 0 0,-1 0 0 0 0,1-1 0 0 0,0 1 0 0 0,-1-1 0 0 0,1 0 0 0 0,0 0 0 0 0,0 1 0 0 0,0-1 0 0 0,0-1 297 0 0,-48-66-4224 0 0,36 41 3040 0 0</inkml:trace>
  <inkml:trace contextRef="#ctx0" brushRef="#br0" timeOffset="852.734">541 408 948 0 0,'-6'-6'647'0'0,"-34"-53"7297"0"0,43 57-7637 0 0,-1 0 0 0 0,1 1 1 0 0,-1-1-1 0 0,1 1 0 0 0,0-1 0 0 0,0 1 0 0 0,0 0 1 0 0,0 0-1 0 0,0 0 0 0 0,0 1 0 0 0,0-1 0 0 0,0 1 1 0 0,0-1-1 0 0,0 1 0 0 0,0 0 0 0 0,0 0 0 0 0,0 1 1 0 0,1-1-308 0 0,53 0 1056 0 0,-55 0-1662 0 0,15 2-6209 0 0,-22-4 2001 0 0,-3 1 3652 0 0,-9-6 22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28.159"/>
    </inkml:context>
    <inkml:brush xml:id="br0">
      <inkml:brushProperty name="width" value="0.05" units="cm"/>
      <inkml:brushProperty name="height" value="0.05" units="cm"/>
      <inkml:brushProperty name="color" value="#FFFFFF"/>
    </inkml:brush>
  </inkml:definitions>
  <inkml:trace contextRef="#ctx0" brushRef="#br0">217 74 1120 0 0,'0'0'1720'0'0,"0"0"-236"0"0,0 0-37 0 0,0 0-213 0 0,0 0-153 0 0,3 3-130 0 0,-1 1-801 0 0,-1 0 0 0 0,0 0 0 0 0,1 1 0 0 0,-2-1 0 0 0,1 1 0 0 0,0-1 0 0 0,-1 1 0 0 0,0-1 0 0 0,0 1 0 0 0,0-1 0 0 0,-1 1 0 0 0,1-1 0 0 0,-1 1 0 0 0,0-1 0 0 0,0 0 0 0 0,-1 1-1 0 0,1-1 1 0 0,-1 0 0 0 0,0 0 0 0 0,0 0 0 0 0,0 0 0 0 0,-2 2-150 0 0,-7 21 613 0 0,-38 110 944 0 0,-6-3 0 0 0,-21 27-1557 0 0,59-134-1130 0 0,16-26 453 0 0,2-71-3936 0 0,59-88-1340 0 0,-43 118 4475 0 0</inkml:trace>
  <inkml:trace contextRef="#ctx0" brushRef="#br0" timeOffset="542.464">297 17 1044 0 0,'4'-3'564'0'0,"-4"2"-409"0"0,1 0-1 0 0,-1 0 1 0 0,1 1-1 0 0,-1-1 0 0 0,1 0 1 0 0,-1 0-1 0 0,1 1 0 0 0,-1-1 1 0 0,1 0-1 0 0,0 1 0 0 0,-1-1 1 0 0,1 1-1 0 0,0-1 0 0 0,0 1 1 0 0,0-1-1 0 0,-1 1 1 0 0,1-1-1 0 0,0 1 0 0 0,0 0 1 0 0,0 0-1 0 0,0-1 0 0 0,0 1 1 0 0,0 0-1 0 0,0 0 0 0 0,-1 0 1 0 0,1 0-1 0 0,0 0 1 0 0,0 0-1 0 0,0 0 0 0 0,0 0 1 0 0,0 0-1 0 0,0 1 0 0 0,0-1 1 0 0,0 0-1 0 0,-1 1 0 0 0,1-1 1 0 0,0 0-1 0 0,0 1 0 0 0,0-1 1 0 0,-1 1-1 0 0,1-1 1 0 0,0 1-1 0 0,0 0 0 0 0,-1-1 1 0 0,1 1-1 0 0,0 0 0 0 0,-1-1 1 0 0,1 1-1 0 0,-1 0 0 0 0,1 0 1 0 0,-1-1-1 0 0,0 1 1 0 0,1 0-1 0 0,-1 0 0 0 0,1 0-154 0 0,66 193 4515 0 0,-43 85-1616 0 0,-24-277-3046 0 0,0-2 127 0 0,1 0 1 0 0,-1-1-1 0 0,0 1 0 0 0,0 0 1 0 0,0 0-1 0 0,0 0 0 0 0,0-1 0 0 0,1 1 1 0 0,-1 0-1 0 0,0 0 0 0 0,0 0 1 0 0,0-1-1 0 0,0 1 0 0 0,1 0 1 0 0,-1 0-1 0 0,0 0 0 0 0,0 0 1 0 0,1 0-1 0 0,-1 0 0 0 0,0 0 1 0 0,0-1-1 0 0,1 1 0 0 0,-1 0 1 0 0,0 0-1 0 0,0 0 0 0 0,1 0 1 0 0,-1 0-1 0 0,0 0 0 0 0,0 0 0 0 0,1 0 1 0 0,-1 0-1 0 0,0 0 0 0 0,0 1 1 0 0,1-1-1 0 0,-1 0 0 0 0,0 0 1 0 0,0 0-1 0 0,1 0 0 0 0,-1 0 1 0 0,0 0-1 0 0,0 0 0 0 0,0 1 1 0 0,1-1-1 0 0,-1 0 0 0 0,0 0 1 0 0,0 0-1 0 0,0 0 0 0 0,0 1 1 0 0,1-1-1 0 0,-1 0 0 0 0,0 0 1 0 0,0 1 18 0 0,39-198-1858 0 0,35-45 1520 0 0,-46 208 2259 0 0,-28 34-1597 0 0,0 0-3 0 0,5 4 40 0 0,35 55 795 0 0,-20 29-157 0 0,-3 0 0 0 0,-4 2 0 0 0,1 62-998 0 0,-4-78 32 0 0,15-15-3546 0 0,-25-69-4733 0 0,-12-6 1642 0 0,10 11 5104 0 0</inkml:trace>
  <inkml:trace contextRef="#ctx0" brushRef="#br0" timeOffset="1025.879">1130 128 1808 0 0,'-10'-7'6181'0'0,"-4"17"-3622"0"0,-11 24-1663 0 0,22-30-428 0 0,-53 86 1381 0 0,4 3-1 0 0,4 1 1 0 0,-21 65-1849 0 0,23-81-1561 0 0,43-96-2062 0 0,58-210-6165 0 0,-41 191 8306 0 0</inkml:trace>
  <inkml:trace contextRef="#ctx0" brushRef="#br0" timeOffset="1241.568">1015 163 1360 0 0,'19'-22'1315'0'0,"-17"19"-1053"0"0,0 0-1 0 0,0 0 0 0 0,0 0 0 0 0,0 0 0 0 0,0 1 0 0 0,1-1 1 0 0,-1 1-1 0 0,1 0 0 0 0,0-1 0 0 0,0 1 0 0 0,0 1 1 0 0,0-1-1 0 0,0 0 0 0 0,0 1 0 0 0,0-1 0 0 0,1 1 0 0 0,-1 0 1 0 0,2 0-262 0 0,-3 1 828 0 0,3 3-71 0 0,10 12-297 0 0,-2 0-1 0 0,0 1 1 0 0,-1 0 0 0 0,0 1-1 0 0,-2 1 1 0 0,0 0-1 0 0,0 0 1 0 0,-2 0 0 0 0,0 1-1 0 0,-2 1 1 0 0,0-1 0 0 0,-1 1-1 0 0,-1 0 1 0 0,1 8-460 0 0,10 229 1748 0 0,-15-219-2336 0 0,-24 0-2597 0 0,-2-60-2325 0 0,25 20 5324 0 0,-35-55-4268 0 0,21 35 3128 0 0</inkml:trace>
  <inkml:trace contextRef="#ctx0" brushRef="#br0" timeOffset="1488.78">1098 547 956 0 0,'-31'-46'1948'0'0,"-8"7"3412"0"0,38 37-5218 0 0,1 1 0 0 0,-1 0-1 0 0,1 0 1 0 0,-1-1 0 0 0,1 1 0 0 0,0 0 0 0 0,0 0-1 0 0,0-1 1 0 0,-1 1 0 0 0,1 0 0 0 0,0-1 0 0 0,1 1-1 0 0,-1 0 1 0 0,0-1 0 0 0,0 1 0 0 0,1 0-1 0 0,-1 0 1 0 0,0-1 0 0 0,1 1 0 0 0,-1 0 0 0 0,1 0-1 0 0,0 0 1 0 0,-1 0 0 0 0,1 0 0 0 0,0 0 0 0 0,0-1-1 0 0,-1 2 1 0 0,1-1 0 0 0,0 0 0 0 0,0 0-1 0 0,0 0 1 0 0,0 0 0 0 0,1 1 0 0 0,-1-1 0 0 0,0 0-1 0 0,0 1 1 0 0,0-1 0 0 0,0 1 0 0 0,1-1 0 0 0,-1 1-1 0 0,0 0 1 0 0,0-1 0 0 0,1 1 0 0 0,-1 0-1 0 0,0 0 1 0 0,1 0 0 0 0,-1 0 0 0 0,0 0 0 0 0,1 0-1 0 0,0 1-141 0 0,125-34-1385 0 0,-80 16-5429 0 0,11-4 2492 0 0,-38 12 2930 0 0</inkml:trace>
  <inkml:trace contextRef="#ctx0" brushRef="#br0" timeOffset="2109.815">1614 204 1152 0 0,'-3'-38'6849'0'0,"2"34"-6631"0"0,0 0 0 0 0,-1 0 1 0 0,1 0-1 0 0,-1 1 0 0 0,0-1 0 0 0,0 1 0 0 0,0-1 0 0 0,0 1 0 0 0,0 0 0 0 0,-1-1 0 0 0,0 1 0 0 0,0 0 0 0 0,1 1 0 0 0,-2-1 0 0 0,1 1 0 0 0,0-1 0 0 0,0 1 0 0 0,-1 0 0 0 0,1 0 0 0 0,-1 0 0 0 0,0 1 0 0 0,1-1 0 0 0,-1 1 0 0 0,0 0 1 0 0,0 0-1 0 0,-3 0-218 0 0,-77 33 1334 0 0,58 9-514 0 0,26-40-762 0 0,0 2-1 0 0,2 12-10 0 0,2 0 0 0 0,-1-1 0 0 0,2 1-1 0 0,0-1 1 0 0,1 0 0 0 0,0-1 0 0 0,1 1 0 0 0,6 8-47 0 0,-2-1 61 0 0,55 94 17 0 0,-50-63-26 0 0,-11 22 46 0 0,-23-54 325 0 0,13-19-461 0 0,0-2-1 0 0,0 1 1 0 0,-1-1-1 0 0,1 0 1 0 0,0 0 0 0 0,1 0-1 0 0,-1 0 1 0 0,0-1-1 0 0,0 0 1 0 0,1 0 0 0 0,-1 0-1 0 0,1-1 1 0 0,-1 0 0 0 0,1 1-1 0 0,-1-2 39 0 0,-10-5-357 0 0,-38-35-1534 0 0,45 17-6129 0 0,31-8 4879 0 0,-7 20 1615 0 0</inkml:trace>
  <inkml:trace contextRef="#ctx0" brushRef="#br0" timeOffset="2403.567">1885 202 1996 0 0,'9'12'9319'0'0,"-23"47"-6846"0"0,-95 182 1209 0 0,40-72-3612 0 0,62-152-1118 0 0,5-26-925 0 0,5-26-597 0 0,63-173-6860 0 0,-50 172 8039 0 0</inkml:trace>
  <inkml:trace contextRef="#ctx0" brushRef="#br0" timeOffset="2652.283">1917 143 1920 0 0,'0'-1'155'0'0,"1"0"1"0"0,-1 0-1 0 0,1 0 0 0 0,0 1 1 0 0,-1-1-1 0 0,1 0 0 0 0,-1 0 1 0 0,1 1-1 0 0,0-1 0 0 0,0 1 1 0 0,-1-1-1 0 0,1 0 0 0 0,0 1 1 0 0,0 0-1 0 0,0-1 0 0 0,0 1 0 0 0,0-1 1 0 0,0 1-1 0 0,-1 0 0 0 0,1 0 1 0 0,0 0-1 0 0,0-1 0 0 0,0 1 1 0 0,0 0-1 0 0,0 0 0 0 0,0 0 1 0 0,0 0-1 0 0,0 1 0 0 0,0-1 1 0 0,0 0-1 0 0,0 0 0 0 0,0 0 0 0 0,0 1 1 0 0,0-1-1 0 0,-1 1 0 0 0,1-1 1 0 0,0 1-1 0 0,0-1 0 0 0,0 1 1 0 0,-1-1-1 0 0,1 1 0 0 0,0-1 1 0 0,0 1-1 0 0,-1 0 0 0 0,1 0 1 0 0,-1-1-1 0 0,1 1 0 0 0,-1 0 0 0 0,1 0 1 0 0,-1 0-1 0 0,1-1 0 0 0,-1 2-155 0 0,27 48 1947 0 0,-26-48-1799 0 0,21 53 958 0 0,-3 1 1 0 0,-2 0-1 0 0,-3 1 1 0 0,-2 1-1 0 0,1 32-1106 0 0,-10 57-2122 0 0,-14-127 432 0 0,10-19 1403 0 0,0 0-1 0 0,0-1 1 0 0,0 1 0 0 0,0-1 0 0 0,0 1-1 0 0,0-1 1 0 0,0 1 0 0 0,0-1 0 0 0,0 0 0 0 0,0 1-1 0 0,0-1 1 0 0,0 0 0 0 0,0 0 0 0 0,0 0-1 0 0,0 1 1 0 0,0-1 0 0 0,0-1 0 0 0,0 1-1 0 0,-1 0 1 0 0,1 0 0 0 0,0 0 0 0 0,0 0 0 0 0,0-1-1 0 0,0 1 1 0 0,0-1 0 0 0,0 1 0 0 0,0-1-1 0 0,0 1 1 0 0,0-1 0 0 0,0 1 0 0 0,0-1-1 0 0,1 0 1 0 0,-1 1 0 0 0,0-2 287 0 0,-11-10-1396 0 0,3-1 3 0 0</inkml:trace>
  <inkml:trace contextRef="#ctx0" brushRef="#br0" timeOffset="2806.915">1811 492 2228 0 0,'10'-26'7994'0'0,"72"2"-4971"0"0,22 23-5754 0 0,-52 1-5095 0 0,-42 0 6410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36.970"/>
    </inkml:context>
    <inkml:brush xml:id="br0">
      <inkml:brushProperty name="width" value="0.05" units="cm"/>
      <inkml:brushProperty name="height" value="0.05" units="cm"/>
      <inkml:brushProperty name="color" value="#FFFFFF"/>
    </inkml:brush>
  </inkml:definitions>
  <inkml:trace contextRef="#ctx0" brushRef="#br0">42 33 1424 0 0,'0'0'1676'0'0,"0"0"-219"0"0,0 0-185 0 0,0 0-140 0 0,0 0-51 0 0,0 0-66 0 0,0 0-93 0 0,0 0-31 0 0,3 0-1 0 0,18-6 808 0 0,1-14-964 0 0,23 17 1746 0 0,60 15-472 0 0,36-5-254 0 0,-64-21-1253 0 0,-26 6 477 0 0,-49 11-900 0 0,-2 5-81 0 0,0-1 1 0 0,0 0 0 0 0,0 0 0 0 0,-1 1-1 0 0,-1-1 1 0 0,1 0 0 0 0,-1 0-1 0 0,0 0 1 0 0,-1 0 0 0 0,1 0-1 0 0,-1-1 1 0 0,-1 1 0 0 0,1-1 0 0 0,-1 0-1 0 0,0 0 1 0 0,-1 0 0 0 0,1 0-1 0 0,-1-1 1 0 0,0 0 0 0 0,-3 3 2 0 0,-8 13-92 0 0,-27 31-259 0 0,-2-1 0 0 0,-2-3 0 0 0,-37 30 351 0 0,69-65-71 0 0,-139 95-2142 0 0,108-87-1826 0 0,46-20 3263 0 0,0-1-391 0 0,0 0-375 0 0,5-21-6109 0 0,-2 18 6202 0 0</inkml:trace>
  <inkml:trace contextRef="#ctx0" brushRef="#br0" timeOffset="310.267">322 317 924 0 0,'31'26'8765'0'0,"5"27"-5562"0"0,-35-52-3133 0 0,95 141 5345 0 0,-69-113-6900 0 0,-26-28 608 0 0,-1-1-176 0 0,-3 0-10526 0 0,2-7 10352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35.668"/>
    </inkml:context>
    <inkml:brush xml:id="br0">
      <inkml:brushProperty name="width" value="0.05" units="cm"/>
      <inkml:brushProperty name="height" value="0.05" units="cm"/>
      <inkml:brushProperty name="color" value="#FFFFFF"/>
    </inkml:brush>
  </inkml:definitions>
  <inkml:trace contextRef="#ctx0" brushRef="#br0">424 0 1744 0 0,'0'0'1130'0'0,"0"0"-93"0"0,3 0-109 0 0,13 1 6420 0 0,-4 2-3983 0 0,-12-3-3336 0 0,1 1 1 0 0,-1 0 0 0 0,1 0 0 0 0,0-1-1 0 0,-1 1 1 0 0,1 0 0 0 0,-1 0-1 0 0,0 0 1 0 0,1 0 0 0 0,-1-1-1 0 0,0 1 1 0 0,1 0 0 0 0,-1 0 0 0 0,0 0-1 0 0,0 0 1 0 0,0 0 0 0 0,0 0-1 0 0,0 0 1 0 0,0 0 0 0 0,0 0 0 0 0,0 0-1 0 0,0 0 1 0 0,0 0 0 0 0,-1-1-1 0 0,1 1 1 0 0,0 0 0 0 0,-1 0-1 0 0,1 0 1 0 0,0 0 0 0 0,-1 0 0 0 0,1-1-1 0 0,-1 1 1 0 0,0 0 0 0 0,1 0-1 0 0,-1-1 1 0 0,1 1 0 0 0,-1 0-1 0 0,0-1 1 0 0,0 1-30 0 0,-45 72 556 0 0,-4-2-1 0 0,-3-3 1 0 0,-25 23-556 0 0,42-49-37 0 0,-87 74-907 0 0,87-99-60 0 0,19-14-3684 0 0,15-5 4410 0 0,1 0-1 0 0,0 1 1 0 0,0-1-1 0 0,0 0 1 0 0,0 0-1 0 0,0 0 0 0 0,0 0 1 0 0,0-1-1 0 0,0 1 1 0 0,1 0-1 0 0,-1 0 1 0 0,1 0-1 0 0,0-1 0 0 0,0 1 1 0 0,0 0-1 0 0,0 0 1 0 0,0-1-1 0 0,0 1 1 0 0,0 0-1 0 0,1 0 1 0 0,-1-1-1 0 0,1 1 0 0 0,0 0 1 0 0,0 0-1 0 0,0 0 1 0 0,0 0-1 0 0,0 0 1 0 0,0 0-1 0 0,0 0 0 0 0,0 0 1 0 0,1 1-1 0 0,-1-1 1 0 0,2-1 278 0 0,-2 1-170 0 0,6-14-1256 0 0</inkml:trace>
  <inkml:trace contextRef="#ctx0" brushRef="#br0" timeOffset="263.727">286 302 1360 0 0,'5'0'436'0'0,"0"1"0"0"0,0 0 0 0 0,1 0 0 0 0,-2 0 0 0 0,1 1 0 0 0,0-1 0 0 0,0 1 0 0 0,0 0 0 0 0,-1 1 0 0 0,1-1 0 0 0,-1 1 0 0 0,0 0 0 0 0,0 0 0 0 0,0 0 0 0 0,0 1 0 0 0,0-1 0 0 0,-1 1 0 0 0,1 0 0 0 0,-1 0 0 0 0,0 0 0 0 0,0 1 0 0 0,-1-1 0 0 0,2 4-436 0 0,0 3 368 0 0,0 1 0 0 0,-1 0 0 0 0,0-1 0 0 0,-1 1 0 0 0,-1 0-1 0 0,0 0 1 0 0,0 0 0 0 0,-2 0 0 0 0,1 0 0 0 0,-1 0 0 0 0,-2 7-368 0 0,-42 199 667 0 0,41-197-2301 0 0,3-18-2434 0 0,1-2-3830 0 0,2-3 6272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38.815"/>
    </inkml:context>
    <inkml:brush xml:id="br0">
      <inkml:brushProperty name="width" value="0.05" units="cm"/>
      <inkml:brushProperty name="height" value="0.05" units="cm"/>
      <inkml:brushProperty name="color" value="#FFFFFF"/>
    </inkml:brush>
  </inkml:definitions>
  <inkml:trace contextRef="#ctx0" brushRef="#br0">20 1 2328 0 0,'0'0'1038'0'0,"-3"0"-13"0"0,-7 0 1106 0 0,3 8 13407 0 0,13-4-13949 0 0,3 0-4153 0 0,12 3 2947 0 0,0-1 0 0 0,0-2 0 0 0,1 0 0 0 0,-1-1 1 0 0,1-1-1 0 0,12-1-383 0 0,36 0-5709 0 0,-64-1 4781 0 0,-4 0-1026 0 0,5-7-2019 0 0,-11 10 715 0 0,-22 19-1046 0 0,14-10 2978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39.452"/>
    </inkml:context>
    <inkml:brush xml:id="br0">
      <inkml:brushProperty name="width" value="0.05" units="cm"/>
      <inkml:brushProperty name="height" value="0.05" units="cm"/>
      <inkml:brushProperty name="color" value="#FFFFFF"/>
    </inkml:brush>
  </inkml:definitions>
  <inkml:trace contextRef="#ctx0" brushRef="#br0">9 9 840 0 0,'-8'-5'8813'0'0,"13"2"-4942"0"0,26 3 45 0 0,102 4 152 0 0,-85 5-3397 0 0,0 7-120 0 0,137-8 834 0 0,-184-8-1336 0 0,20 3-64 0 0,-20-1 7 0 0,-1-1 0 0 0,1 1 0 0 0,0 0 0 0 0,-1 0 0 0 0,1 0 0 0 0,-1 0 0 0 0,0 0-1 0 0,0 0 1 0 0,0 0 0 0 0,0 0 0 0 0,0 0 0 0 0,0-1 0 0 0,0 1 0 0 0,0 0 0 0 0,-1 0 0 0 0,1 0 0 0 0,-1 0 0 0 0,0 0 0 0 0,1-1 0 0 0,-1 1 0 0 0,0 0 0 0 0,0 0 0 0 0,0-1 0 0 0,0 1 0 0 0,-1 0 8 0 0,-112 149-1173 0 0,77-108 421 0 0,28-34 368 0 0,1-1 0 0 0,-1-1-1 0 0,0 1 1 0 0,0-1 0 0 0,-1-1-1 0 0,0 0 1 0 0,0 0 0 0 0,-1-1-1 0 0,0 0 1 0 0,0-1 0 0 0,-8 2 384 0 0,-29 6-3764 0 0,0-8-3410 0 0,45-5 6982 0 0,1 1-1 0 0,0 0 1 0 0,-1-1-1 0 0,1 1 1 0 0,-1-1 0 0 0,1 0-1 0 0,0 0 1 0 0,-1 0 0 0 0,1 0-1 0 0,0 0 1 0 0,0 0 0 0 0,0 0-1 0 0,0-1 1 0 0,0 1-1 0 0,0-1 1 0 0,0 0 0 0 0,0 1-1 0 0,1-1 1 0 0,-1 0 0 0 0,1 0-1 0 0,-1 0 1 0 0,1 0 0 0 0,-1-2 192 0 0,-3-10-1486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42.244"/>
    </inkml:context>
    <inkml:brush xml:id="br0">
      <inkml:brushProperty name="width" value="0.05" units="cm"/>
      <inkml:brushProperty name="height" value="0.05" units="cm"/>
      <inkml:brushProperty name="color" value="#FFFFFF"/>
    </inkml:brush>
  </inkml:definitions>
  <inkml:trace contextRef="#ctx0" brushRef="#br0">227 30 1912 0 0,'0'0'267'0'0,"0"1"0"0"0,0-1 0 0 0,1 0 1 0 0,-1 0-1 0 0,0 1 0 0 0,0-1 0 0 0,0 0 0 0 0,0 1 0 0 0,0-1 0 0 0,1 0 0 0 0,-1 0 0 0 0,0 0 0 0 0,0 1 0 0 0,0-1 0 0 0,1 0 1 0 0,-1 0-1 0 0,0 0 0 0 0,0 1 0 0 0,1-1 0 0 0,-1 0 0 0 0,0 0 0 0 0,0 0 0 0 0,1 0 0 0 0,-1 0 0 0 0,0 0 0 0 0,1 1 1 0 0,-1-1-1 0 0,0 0 0 0 0,1 0 0 0 0,-1 0 0 0 0,0 0 0 0 0,0 0 0 0 0,1 0 0 0 0,-1 0 0 0 0,0 0 0 0 0,1 0 0 0 0,-1-1-267 0 0,-6 68 3596 0 0,-40 91-1460 0 0,-60 76-1015 0 0,40-132-3389 0 0,66-102 2154 0 0,-1-1 0 0 0,1 1 0 0 0,0 0 0 0 0,0 0 0 0 0,0-1 0 0 0,0 1 1 0 0,0 0-1 0 0,0 0 0 0 0,0-1 0 0 0,0 1 0 0 0,-1 0 0 0 0,1 0 0 0 0,0 0 0 0 0,0-1 0 0 0,0 1 0 0 0,0 0 1 0 0,-1 0-1 0 0,1 0 0 0 0,0 0 0 0 0,0-1 0 0 0,0 1 0 0 0,-1 0 0 0 0,1 0 0 0 0,0 0 0 0 0,0 0 0 0 0,-1 0 1 0 0,1 0-1 0 0,0 0 0 0 0,0 0 0 0 0,-1 0 0 0 0,1 0 0 0 0,0 0 0 0 0,0 0 0 0 0,-1 0 0 0 0,1 0 0 0 0,0 0 1 0 0,-1 0-1 0 0,1 0 0 0 0,0 0 0 0 0,0 0 0 0 0,-1 0 0 0 0,1 0 0 0 0,0 0 0 0 0,0 0 0 0 0,0 0 0 0 0,-1 1 0 0 0,1-1 1 0 0,0 0-1 0 0,0 0 0 0 0,0 0 0 0 0,-1 0 0 0 0,1 1 0 0 0,0-1 0 0 0,0 0 0 0 0,0 0 0 0 0,-1 1 114 0 0,7-29-3823 0 0,14-20 660 0 0,-7 23 1577 0 0</inkml:trace>
  <inkml:trace contextRef="#ctx0" brushRef="#br0" timeOffset="449.385">438 1 1956 0 0,'2'5'6860'0'0,"-1"12"-3639"0"0,1 45-1028 0 0,-5 80 189 0 0,-22 45-756 0 0,20-117-278 0 0,6-69-1340 0 0,-1 0 0 0 0,0-1 0 0 0,1 1 0 0 0,-1 0 0 0 0,1-1 0 0 0,-1 1-1 0 0,1-1 1 0 0,-1 1 0 0 0,1 0 0 0 0,-1-1 0 0 0,1 1 0 0 0,-1-1 0 0 0,1 0-1 0 0,0 1 1 0 0,-1-1 0 0 0,1 1 0 0 0,0-1 0 0 0,-1 0 0 0 0,1 1 0 0 0,0-1-1 0 0,-1 0 1 0 0,1 0 0 0 0,0 0 0 0 0,0 0 0 0 0,-1 0 0 0 0,1 0 0 0 0,0 0-1 0 0,0 0 1 0 0,0 0 0 0 0,-1 0 0 0 0,1 0 0 0 0,0 0 0 0 0,0 0 0 0 0,-1 0-1 0 0,1-1 1 0 0,0 1 0 0 0,-1 0 0 0 0,1-1 0 0 0,0 1 0 0 0,-1 0 0 0 0,1-1-1 0 0,0 1-7 0 0,96-100-306 0 0,-46 35-3534 0 0,-30 34-1739 0 0,-11 7-2456 0 0,-8 20 6795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07:41.050"/>
    </inkml:context>
    <inkml:brush xml:id="br0">
      <inkml:brushProperty name="width" value="0.05" units="cm"/>
      <inkml:brushProperty name="height" value="0.05" units="cm"/>
      <inkml:brushProperty name="color" value="#FFFFFF"/>
    </inkml:brush>
  </inkml:definitions>
  <inkml:trace contextRef="#ctx0" brushRef="#br0">79 8 2164 0 0,'-2'0'-2057'0'0,"-3"0"1841"0"0,-8-3 17520 0 0,13-2-14942 0 0,34 8-594 0 0,168 16 641 0 0,-44-19-3104 0 0,-156 0 265 0 0,-2 0-50 0 0,0 0-264 0 0,10-1-1205 0 0,-87 2-14345 0 0,59-1 15116 0 0</inkml:trace>
  <inkml:trace contextRef="#ctx0" brushRef="#br0" timeOffset="249.212">246 22 2396 0 0,'-3'1'1321'0'0,"0"23"5683"0"0,11-3-4473 0 0,2 87 455 0 0,-10-63-4833 0 0,-12-19 179 0 0,-2 21-8615 0 0,13-40 9007 0 0</inkml:trace>
  <inkml:trace contextRef="#ctx0" brushRef="#br0" timeOffset="666.573">54 378 1404 0 0,'-54'-6'14980'0'0,"57"14"-9927"0"0,98 0-1570 0 0,56-9-2486 0 0,-60 0-700 0 0,3 19-617 0 0,-76-16-81 0 0,8 1-4166 0 0,-31-3 3091 0 0,21-7-8350 0 0,-14-6 3581 0 0,-8 9 4710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23:56.958"/>
    </inkml:context>
    <inkml:brush xml:id="br0">
      <inkml:brushProperty name="width" value="0.05" units="cm"/>
      <inkml:brushProperty name="height" value="0.05" units="cm"/>
      <inkml:brushProperty name="color" value="#FFFFFF"/>
    </inkml:brush>
  </inkml:definitions>
  <inkml:trace contextRef="#ctx0" brushRef="#br0">110 62 1112 0 0,'0'-4'980'0'0,"0"-5"-382"0"0,0 2 2681 0 0,3 7-2617 0 0,12-17 688 0 0,-15 14-731 0 0,5-1 27 0 0,14-14-46 0 0,-19 57 3884 0 0,-72 139-3057 0 0,-8-60-716 0 0,81-118-710 0 0,-1 0 0 0 0,1 0 0 0 0,-1-1 0 0 0,0 1-1 0 0,1 0 1 0 0,-1 0 0 0 0,1 0 0 0 0,-1 0 0 0 0,1 0 0 0 0,-1 0 0 0 0,1 0-1 0 0,-1 0 1 0 0,0 0 0 0 0,1 0 0 0 0,-1 0 0 0 0,1 0 0 0 0,-1 1 0 0 0,1-1 0 0 0,-1 0-1 0 0,0 0 1 0 0,1 0 0 0 0,-1 1 0 0 0,1-1 0 0 0,-1 0 0 0 0,0 0 0 0 0,1 1-1 0 0,-1-1 1 0 0,0 0 0 0 0,0 1 0 0 0,1-1 0 0 0,-1 0 0 0 0,0 1 0 0 0,1-1-1 0 0,-1 0 1 0 0,0 1 0 0 0,0-1 0 0 0,0 1 0 0 0,0-1 0 0 0,1 0 0 0 0,-1 1-1 0 0,0-1 1 0 0,0 1 0 0 0,0-1 0 0 0,0 1 0 0 0,0-1 0 0 0,0 0 0 0 0,0 1-1 0 0,0-1 1 0 0,0 1 0 0 0,0-1 0 0 0,0 1 0 0 0,0-1 0 0 0,-1 1 0 0 0,1-1-1 0 0,0 0 1 0 0,0 1 0 0 0,0-1 0 0 0,-1 1 0 0 0,1-1 0 0 0,0 0 0 0 0,0 1-1 0 0,-1-1 1 0 0,1 0 0 0 0,0 1 0 0 0,-1-1 0 0 0,1 0 0 0 0,0 1-1 0 0,39-19 84 0 0,-33 15-102 0 0,7-2 12 0 0,0 1 0 0 0,1 0 1 0 0,-1 0-1 0 0,1 1 0 0 0,0 1 1 0 0,0 1-1 0 0,-1 0 0 0 0,15 0 6 0 0,-26 1-64 0 0,28 0 120 0 0,27 15-351 0 0,7 2 683 0 0,-63-16-453 0 0,-1-1 47 0 0,3 0 18 0 0,-1 0-1 0 0,1 0 0 0 0,-1 1 1 0 0,1 0-1 0 0,-1-1 1 0 0,1 1-1 0 0,-1 0 0 0 0,1 0 1 0 0,-1 0-1 0 0,1 0 0 0 0,-1 1 1 0 0,0-1-1 0 0,0 1 1 0 0,0-1-1 0 0,0 1 0 0 0,0 0 1 0 0,0 0-1 0 0,0 0 1 0 0,0 0-1 0 0,-1 0 0 0 0,1 0 1 0 0,-1 0-1 0 0,0 1 1 0 0,0-1-1 0 0,1 1 0 0 0,-1-1 1 0 0,-1 0-1 0 0,1 1 1 0 0,0 0-1 0 0,-1-1 0 0 0,1 1 1 0 0,-1 0 0 0 0,7 94 270 0 0,-7-80-145 0 0,-27 92 315 0 0,8-8 337 0 0,-2-82-122 0 0,21-19-685 0 0,0 0-46 0 0,-17-3-646 0 0,-62-35-1705 0 0,-37-41-6129 0 0,75 32 3904 0 0,31 29 3295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24:04.899"/>
    </inkml:context>
    <inkml:brush xml:id="br0">
      <inkml:brushProperty name="width" value="0.05" units="cm"/>
      <inkml:brushProperty name="height" value="0.05" units="cm"/>
      <inkml:brushProperty name="color" value="#FFFFFF"/>
    </inkml:brush>
  </inkml:definitions>
  <inkml:trace contextRef="#ctx0" brushRef="#br0">17 1 1240 0 0,'0'0'1338'0'0,"0"0"-130"0"0,0 0-158 0 0,0 0-129 0 0,0 0-44 0 0,0 0-48 0 0,0 0-72 0 0,0 0-26 0 0,4 1-70 0 0,-2 0-554 0 0,0 0-1 0 0,-1 0 0 0 0,1 0 1 0 0,-1 0-1 0 0,1 0 1 0 0,0 0-1 0 0,-1 0 0 0 0,0 1 1 0 0,1-1-1 0 0,-1 0 1 0 0,0 1-1 0 0,0-1 0 0 0,0 1 1 0 0,0-1-1 0 0,0 1 1 0 0,0 0-1 0 0,0 0 0 0 0,0-1 1 0 0,-1 1-1 0 0,1 0 1 0 0,-1 0-1 0 0,1 0 0 0 0,-1 0 1 0 0,0-1-1 0 0,0 1 1 0 0,0 0-1 0 0,0 0 0 0 0,0 0 1 0 0,0 0-1 0 0,0 0 1 0 0,0 0-1 0 0,-1 0 0 0 0,1-1 1 0 0,-1 2-107 0 0,-2 168 2333 0 0,-19-55-1484 0 0,9 15-1166 0 0,9-115-486 0 0,0-1-2193 0 0,7-17-6276 0 0,0-2 7676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24:09.584"/>
    </inkml:context>
    <inkml:brush xml:id="br0">
      <inkml:brushProperty name="width" value="0.05" units="cm"/>
      <inkml:brushProperty name="height" value="0.05" units="cm"/>
      <inkml:brushProperty name="color" value="#FFFFFF"/>
    </inkml:brush>
  </inkml:definitions>
  <inkml:trace contextRef="#ctx0" brushRef="#br0">332 14 1140 0 0,'0'-3'1322'0'0,"2"-8"1539"0"0,0 18 3483 0 0,-2 12-1184 0 0,-4-6-7216 0 0,-32 51 2490 0 0,-2-2 1 0 0,-3-2-1 0 0,-3-2 0 0 0,-2-1 1 0 0,-20 15-435 0 0,6-15-350 0 0,91-59 447 0 0,-12-4 21 0 0,1 1-1 0 0,-1 1 1 0 0,1 0-1 0 0,0 2 1 0 0,0 0-1 0 0,0 1 1 0 0,0 1-1 0 0,10 2-117 0 0,13-1 170 0 0,64 32-42 0 0,72-1-1138 0 0,-165-36-7020 0 0,-29 6 2490 0 0,-2 3 4072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24:25.702"/>
    </inkml:context>
    <inkml:brush xml:id="br0">
      <inkml:brushProperty name="width" value="0.05" units="cm"/>
      <inkml:brushProperty name="height" value="0.05" units="cm"/>
      <inkml:brushProperty name="color" value="#FFFFFF"/>
    </inkml:brush>
  </inkml:definitions>
  <inkml:trace contextRef="#ctx0" brushRef="#br0">314 0 1112 0 0,'0'0'1371'0'0,"0"0"-202"0"0,0 0-40 0 0,0 0-109 0 0,0 0-43 0 0,3 0-111 0 0,9 0-34 0 0,-9 0 74 0 0,-3 0-94 0 0,0 0-60 0 0,0 0 82 0 0,0 0-82 0 0,0 0-133 0 0,0 0-19 0 0,0 0-54 0 0,0 0-47 0 0,-2 1-65 0 0,-82 79 1377 0 0,-109 77-410 0 0,141-109-1880 0 0,53-41 763 0 0,91 64-351 0 0,-58-47 233 0 0,128 108-40 0 0,-133-106-4 0 0,5 4-2983 0 0,-32-28 1494 0 0,-3-2-5604 0 0,0-4 1279 0 0,-1 2 6635 0 0,1-2-2361 0 0</inkml:trace>
  <inkml:trace contextRef="#ctx0" brushRef="#br0" timeOffset="524.646">608 87 1292 0 0,'8'14'8030'0'0,"-35"21"-5152"0"0,24-32-2539 0 0,-17 16 134 0 0,-1-1 0 0 0,-1-1-1 0 0,0-1 1 0 0,-1-2 0 0 0,0 0-1 0 0,-2-1 1 0 0,-16 6-473 0 0,-19 10 737 0 0,60-29-632 0 0,0 0-21 0 0,0 0-18 0 0,0 0-12 0 0,2 3-4 0 0,119 97 735 0 0,-67-62-486 0 0,24 11-38 0 0,-40-30-1241 0 0,-13-11-2997 0 0,-23-6 2170 0 0,0 0 32 0 0,1-2-4265 0 0,5 0 4562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24:47.033"/>
    </inkml:context>
    <inkml:brush xml:id="br0">
      <inkml:brushProperty name="width" value="0.05" units="cm"/>
      <inkml:brushProperty name="height" value="0.05" units="cm"/>
      <inkml:brushProperty name="color" value="#FFFFFF"/>
    </inkml:brush>
  </inkml:definitions>
  <inkml:trace contextRef="#ctx0" brushRef="#br0">1 122 1100 0 0,'0'0'958'0'0,"0"0"-98"0"0,0-4-70 0 0,0-6-424 0 0,0 7 2829 0 0,0-2 3341 0 0,17 5-5526 0 0,3-2-634 0 0,9-2-180 0 0,69 123 1999 0 0,65 95-29 0 0,-79-107-1658 0 0,-15-20-1537 0 0,-91-100-9779 0 0,3-6 5910 0 0,9 3 3465 0 0</inkml:trace>
  <inkml:trace contextRef="#ctx0" brushRef="#br0" timeOffset="402.864">453 40 1644 0 0,'-1'1'290'0'0,"1"-1"-1"0"0,0 0 1 0 0,0 0-1 0 0,0 0 1 0 0,0 0-1 0 0,-1 0 1 0 0,1 1-1 0 0,0-1 1 0 0,0 0-1 0 0,0 0 1 0 0,0 0-1 0 0,-1 0 1 0 0,1 0-1 0 0,0 0 1 0 0,0 0-1 0 0,0 0 1 0 0,-1 0-1 0 0,1 0 1 0 0,0 0 0 0 0,0 0-1 0 0,-1 0 1 0 0,1 0-1 0 0,0 0 1 0 0,0 0-1 0 0,0 0 1 0 0,-1 0-1 0 0,1 0 1 0 0,0 0-1 0 0,0 0 1 0 0,0 0-1 0 0,-1 0 1 0 0,1-1-1 0 0,0 1 1 0 0,0 0-290 0 0,-2 4-259 0 0,-109 150 3884 0 0,-16 28-3322 0 0,56-78-2621 0 0,67-98 1666 0 0,-9 11-2121 0 0,4-12-2886 0 0,9-5 4116 0 0</inkml:trace>
  <inkml:trace contextRef="#ctx0" brushRef="#br0" timeOffset="1422.827">637 168 1780 0 0,'3'-7'9051'0'0,"23"-9"-6895"0"0,-9 5-1325 0 0,95-84 380 0 0,-75 61-881 0 0,-37 33-235 0 0,0 1-9 0 0,0 0 77 0 0,0 0-44 0 0,0 0-2 0 0,0 0-5 0 0,0 0-16 0 0,0 0-2 0 0,0 0 24 0 0,8-4-5 0 0,3 6 1126 0 0,73 147 676 0 0,-5-26-1378 0 0,25-14 434 0 0,-12-27-417 0 0,-45-46-247 0 0,-40-31-651 0 0,6 4-465 0 0,-10-9-8161 0 0,-20-5 500 0 0,14 5 6948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6:34.733"/>
    </inkml:context>
    <inkml:brush xml:id="br0">
      <inkml:brushProperty name="width" value="0.05" units="cm"/>
      <inkml:brushProperty name="height" value="0.05" units="cm"/>
      <inkml:brushProperty name="color" value="#FFFFFF"/>
    </inkml:brush>
  </inkml:definitions>
  <inkml:trace contextRef="#ctx0" brushRef="#br0">128 45 1460 0 0,'-18'-18'11507'0'0,"111"28"-6736"0"0,-64-10-4322 0 0,57 0 937 0 0,-30 0-3513 0 0,-55 0 1382 0 0,8-2-1039 0 0,-3-8 469 0 0,-22 6-8879 0 0,9 4 8642 0 0</inkml:trace>
  <inkml:trace contextRef="#ctx0" brushRef="#br0" timeOffset="269.02">264 4 2068 0 0,'-18'65'7506'0'0,"14"-42"-6530"0"0,0 47 1323 0 0,-1-48-2177 0 0,-28 80 720 0 0,-5-44-3408 0 0,-40-26-4334 0 0,70-29 6809 0 0</inkml:trace>
  <inkml:trace contextRef="#ctx0" brushRef="#br0" timeOffset="662.07">64 386 4400 0 0,'-31'13'2652'0'0,"-1"-7"5117"0"0,37 0 989 0 0,70 11-6589 0 0,58-4-1251 0 0,31 12 431 0 0,-83-11-1719 0 0,-67-15-4708 0 0,-23-4-1526 0 0,-35-12-6907 0 0,40 16 12015 0 0</inkml:trace>
  <inkml:trace contextRef="#ctx0" brushRef="#br0" timeOffset="1198.889">682 76 1676 0 0,'17'-75'9976'0'0,"-7"97"-6061"0"0,1 194-123 0 0,-12-154-3338 0 0,-18 78-112 0 0,7-55-3141 0 0,15-106-5001 0 0,2-10 3536 0 0,-1 8 2660 0 0,-2-1 32 0 0</inkml:trace>
  <inkml:trace contextRef="#ctx0" brushRef="#br0" timeOffset="1666.189">771 76 2568 0 0,'-1'-7'2421'0'0,"12"-31"10085"0"0,46 34-8389 0 0,30 5-2431 0 0,-31-1-1328 0 0,51 38 25 0 0,-100-36-307 0 0,0 0-1 0 0,-1 0 1 0 0,1 1 0 0 0,-1 0 0 0 0,1 0-1 0 0,-1 1 1 0 0,0 0 0 0 0,0 0 0 0 0,-1 0 0 0 0,1 1-1 0 0,-1 0 1 0 0,0 0 0 0 0,0 0 0 0 0,0 1-1 0 0,-1-1 1 0 0,0 1 0 0 0,0 0 0 0 0,-1 0-1 0 0,1 1 1 0 0,-1-1 0 0 0,0 1 0 0 0,-1 0 0 0 0,0-1-1 0 0,0 1 1 0 0,0 5-76 0 0,-2-1 34 0 0,-1 1-1 0 0,-1 0 1 0 0,0-1 0 0 0,0 1 0 0 0,-1-1-1 0 0,-1 0 1 0 0,0 0 0 0 0,0 0 0 0 0,-1 0-1 0 0,0-1 1 0 0,-1 1 0 0 0,-3 2-34 0 0,-5 7-211 0 0,-1-1 0 0 0,0-1 0 0 0,-1 0 0 0 0,-1-1 1 0 0,-1-1-1 0 0,-1 0 0 0 0,0-1 0 0 0,-1-2 0 0 0,0 0 0 0 0,-1-1 1 0 0,0 0-1 0 0,-1-2 0 0 0,-13 4 211 0 0,17-9-1108 0 0,0-1 1 0 0,-1 0-1 0 0,1-2 1 0 0,-1 0-1 0 0,0-1 1 0 0,1 0 0 0 0,-5-2 1107 0 0,21 1-231 0 0,-89-26-5918 0 0,35-20-474 0 0,49 33 5285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6:34.038"/>
    </inkml:context>
    <inkml:brush xml:id="br0">
      <inkml:brushProperty name="width" value="0.05" units="cm"/>
      <inkml:brushProperty name="height" value="0.05" units="cm"/>
      <inkml:brushProperty name="color" value="#FFFFFF"/>
    </inkml:brush>
  </inkml:definitions>
  <inkml:trace contextRef="#ctx0" brushRef="#br0">0 27 1460 0 0,'3'-21'7251'0'0,"-3"21"-7150"0"0,1-1 0 0 0,-1 1 0 0 0,0-1 1 0 0,1 1-1 0 0,-1 0 0 0 0,1-1 0 0 0,-1 1 1 0 0,0 0-1 0 0,1-1 0 0 0,-1 1 0 0 0,1 0 0 0 0,-1 0 1 0 0,1 0-1 0 0,-1-1 0 0 0,1 1 0 0 0,0 0 0 0 0,-1 0 1 0 0,1 0-1 0 0,-1 0 0 0 0,1 0 0 0 0,-1 0 1 0 0,1 0-1 0 0,-1 0 0 0 0,1 0 0 0 0,-1 0 0 0 0,1 0 1 0 0,0 0-1 0 0,-1 0 0 0 0,1 1 0 0 0,-1-1 1 0 0,1 0-1 0 0,-1 0 0 0 0,1 1 0 0 0,-1-1 0 0 0,0 0 1 0 0,1 0-1 0 0,-1 1 0 0 0,1-1 0 0 0,-1 1 1 0 0,1-1-1 0 0,-1 0 0 0 0,0 1 0 0 0,1-1 0 0 0,-1 1 1 0 0,0-1-1 0 0,0 1 0 0 0,1-1 0 0 0,-1 1 1 0 0,0-1-1 0 0,0 1 0 0 0,0-1 0 0 0,1 1 0 0 0,-1-1 1 0 0,0 1-102 0 0,29 35 1173 0 0,-1 1 1 0 0,-2 2 0 0 0,-1 0 0 0 0,-2 2 0 0 0,-1 3-1174 0 0,49 82 1349 0 0,-4-13-2107 0 0,-69-162-14034 0 0,0 25 11767 0 0,2 11 1633 0 0</inkml:trace>
  <inkml:trace contextRef="#ctx0" brushRef="#br0" timeOffset="284.722">348 110 1172 0 0,'0'-11'2724'0'0,"-2"-5"6070"0"0,-15 32-4584 0 0,-145 156-1095 0 0,33-49-3556 0 0,126-119-56 0 0,-13 12-575 0 0,3-15-4356 0 0,16-10-413 0 0,19-3 1639 0 0,1 5 2816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6:32.892"/>
    </inkml:context>
    <inkml:brush xml:id="br0">
      <inkml:brushProperty name="width" value="0.05" units="cm"/>
      <inkml:brushProperty name="height" value="0.05" units="cm"/>
      <inkml:brushProperty name="color" value="#FFFFFF"/>
    </inkml:brush>
  </inkml:definitions>
  <inkml:trace contextRef="#ctx0" brushRef="#br0">108 73 1036 0 0,'0'0'1622'0'0,"0"0"-104"0"0,0 0-172 0 0,0-3-173 0 0,0 2-1028 0 0,0 1 0 0 0,0 0 0 0 0,0-1 0 0 0,0 1 0 0 0,0 0 0 0 0,0-1-1 0 0,0 1 1 0 0,0 0 0 0 0,0-1 0 0 0,0 1 0 0 0,0-1 0 0 0,0 1 0 0 0,0 0 0 0 0,0-1 0 0 0,0 1-1 0 0,0 0 1 0 0,1-1 0 0 0,-1 1 0 0 0,0 0 0 0 0,0-1 0 0 0,0 1 0 0 0,1 0 0 0 0,-1 0 0 0 0,0-1-1 0 0,0 1 1 0 0,1 0 0 0 0,-1-1 0 0 0,0 1 0 0 0,0 0 0 0 0,1 0 0 0 0,-1 0 0 0 0,0-1 0 0 0,1 1-1 0 0,-1 0 1 0 0,0 0 0 0 0,1 0 0 0 0,-1 0 0 0 0,0 0 0 0 0,1 0 0 0 0,-1 0 0 0 0,0 0 0 0 0,1 0-1 0 0,-1 0 1 0 0,1 0 0 0 0,-1 0 0 0 0,0 0 0 0 0,1 0 0 0 0,-1 0 0 0 0,0 0 0 0 0,1 0 0 0 0,-1 0-1 0 0,0 0 1 0 0,1 0 0 0 0,-1 0 0 0 0,0 1 0 0 0,1-1 0 0 0,-1 0 0 0 0,0 0 0 0 0,1 0 0 0 0,-1 1-1 0 0,0-1 1 0 0,0 0 0 0 0,1 1 0 0 0,-1-1 0 0 0,0 0 0 0 0,0 0 0 0 0,1 1-145 0 0,8 6-667 0 0,-4 6 1164 0 0,-12 38 222 0 0,-1-1 0 0 0,-3 0-1 0 0,-17 48-718 0 0,22-77 130 0 0,-59 162 1093 0 0,53-148-176 0 0,12-34-875 0 0,0-1-20 0 0,0 0-50 0 0,0 0-39 0 0,0 0 40 0 0,0 0 25 0 0,0 0-6 0 0,22 15 160 0 0,179-47 1122 0 0,-183 31-1250 0 0,-1 0 1 0 0,1 1-1 0 0,-1 1 0 0 0,1 1 1 0 0,-1 1-1 0 0,0 0 1 0 0,6 2-155 0 0,108 39 669 0 0,-99-35-2397 0 0,-32-9 1177 0 0,0 0-227 0 0,1-2 428 0 0,0 1-1 0 0,-1-1 1 0 0,0 0-1 0 0,1 1 1 0 0,-1-1-1 0 0,0 1 1 0 0,0-1-1 0 0,0 0 1 0 0,0 1-1 0 0,0-1 1 0 0,0 0-1 0 0,-1 1 1 0 0,1-1-1 0 0,-1 0 1 0 0,1 1-1 0 0,-1-1 1 0 0,1 1-1 0 0,-1-1 1 0 0,0 1-1 0 0,0-1 1 0 0,0 1-1 0 0,0 0 1 0 0,0-1-1 0 0,0 1 1 0 0,0 0-1 0 0,0 0 1 0 0,0 0-1 0 0,0 0 1 0 0,-1 0 0 0 0,1 0-1 0 0,0 0 1 0 0,-1 0-1 0 0,1 0 1 0 0,-1 0-1 0 0,1 1 1 0 0,-1-1-1 0 0,0 1 1 0 0,1-1-1 0 0,-1 1 1 0 0,1 0-1 0 0,-1 0 1 0 0,0-1 350 0 0,-6-3-143 0 0,-48-27-4282 0 0,38 27 2971 0 0</inkml:trace>
  <inkml:trace contextRef="#ctx0" brushRef="#br0" timeOffset="408.704">237 2 1008 0 0,'10'-1'11220'0'0,"39"19"-7826"0"0,-15-5-2201 0 0,63 14-3 0 0,-87-24-854 0 0,9 9-15005 0 0,-23-7 13101 0 0</inkml:trace>
  <inkml:trace contextRef="#ctx0" brushRef="#br0" timeOffset="726.05">129 254 1988 0 0,'1'0'240'0'0,"-1"1"0"0"0,0-1 1 0 0,1 0-1 0 0,-1 1 0 0 0,1-1 0 0 0,-1 1 0 0 0,0-1 0 0 0,1 0 0 0 0,-1 1 0 0 0,0-1 1 0 0,1 1-1 0 0,-1-1 0 0 0,0 1 0 0 0,0-1 0 0 0,1 1 0 0 0,-1-1 0 0 0,0 1 1 0 0,0-1-1 0 0,0 1 0 0 0,0-1 0 0 0,0 1 0 0 0,0-1 0 0 0,0 1 0 0 0,0-1 0 0 0,0 1 1 0 0,0-1-1 0 0,0 1 0 0 0,0-1 0 0 0,0 1 0 0 0,0-1 0 0 0,0 1 0 0 0,-1-1 0 0 0,1 1 1 0 0,0-1-1 0 0,0 1 0 0 0,-1-1 0 0 0,1 1 0 0 0,0-1 0 0 0,-1 1 0 0 0,1-1 0 0 0,0 0 1 0 0,-1 1-1 0 0,1-1 0 0 0,0 0 0 0 0,-1 1 0 0 0,1-1 0 0 0,-1 0 0 0 0,1 1 0 0 0,-1-1 1 0 0,1 0-1 0 0,-1 0 0 0 0,1 0 0 0 0,-1 1 0 0 0,0-1-240 0 0,3 1 56 0 0,22 9 1003 0 0,0 0-1 0 0,0-1 0 0 0,1-2 1 0 0,0 0-1 0 0,1-2 1 0 0,11 1-1059 0 0,34 8 1035 0 0,3-7-563 0 0,-41-7-5486 0 0,-11-1-4612 0 0,-20 1 7912 0 0,-2 0 99 0 0,0 0 74 0 0,0 0 38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7:00.269"/>
    </inkml:context>
    <inkml:brush xml:id="br0">
      <inkml:brushProperty name="width" value="0.05" units="cm"/>
      <inkml:brushProperty name="height" value="0.05" units="cm"/>
      <inkml:brushProperty name="color" value="#FFFFFF"/>
    </inkml:brush>
  </inkml:definitions>
  <inkml:trace contextRef="#ctx0" brushRef="#br0">153 1 2128 0 0,'3'10'6523'0'0,"4"1"-3443"0"0,6 24-5475 0 0,-14-24-354 0 0,1-6-1611 0 0,0-5 2969 0 0</inkml:trace>
  <inkml:trace contextRef="#ctx0" brushRef="#br0" timeOffset="247.908">71 145 2340 0 0,'0'0'130'0'0,"-1"0"1"0"0,1 0-1 0 0,-1 0 0 0 0,1 0 1 0 0,-1 0-1 0 0,1 0 0 0 0,-1 0 0 0 0,1 0 1 0 0,-1 0-1 0 0,1 0 0 0 0,-1 0 1 0 0,1 0-1 0 0,0 0 0 0 0,-1 0 0 0 0,1 0 1 0 0,-1 1-1 0 0,1-1 0 0 0,-1 0 0 0 0,1 0 1 0 0,0 1-1 0 0,-1-1 0 0 0,1 0 1 0 0,0 1-1 0 0,-1-1 0 0 0,1 0 0 0 0,0 1 1 0 0,-1-1-1 0 0,1 0 0 0 0,0 1 0 0 0,0-1 1 0 0,-1 1-1 0 0,1-1 0 0 0,0 1 1 0 0,0-1-1 0 0,0 0 0 0 0,0 1 0 0 0,-1-1 1 0 0,1 1-1 0 0,0-1 0 0 0,0 1 0 0 0,0-1 1 0 0,0 1-1 0 0,0-1 0 0 0,0 1 1 0 0,0-1-1 0 0,0 1 0 0 0,1-1 0 0 0,-1 1 1 0 0,0-1-1 0 0,0 0 0 0 0,0 1 0 0 0,0-1 1 0 0,1 1-1 0 0,-1-1 0 0 0,0 1 1 0 0,0-1-1 0 0,1 0 0 0 0,-1 1 0 0 0,0-1 1 0 0,1 0-1 0 0,-1 1 0 0 0,0-1 0 0 0,1 0 1 0 0,-1 0-1 0 0,1 1 0 0 0,-1-1 1 0 0,0 0-1 0 0,1 0 0 0 0,-1 1 0 0 0,1-1-130 0 0,34 10 3353 0 0,70-10-1359 0 0,-38-25-3339 0 0,-51 17-1542 0 0,-19 8-7061 0 0,-1 0 8326 0 0</inkml:trace>
  <inkml:trace contextRef="#ctx0" brushRef="#br0" timeOffset="498.694">225 161 2128 0 0,'-20'10'6202'0'0,"-8"23"-3805"0"0,16-18-1779 0 0,-94 112 2441 0 0,50-73-5409 0 0,53-55-2310 0 0,9-18 2106 0 0,6 6 1240 0 0,0-4-76 0 0</inkml:trace>
  <inkml:trace contextRef="#ctx0" brushRef="#br0" timeOffset="702.872">129 255 1520 0 0,'47'-1'6450'0'0,"22"27"-2678"0"0,-63-24-3495 0 0,113 71 827 0 0,-117-73-8562 0 0,0-3 4480 0 0,-1-8 3476 0 0,-1 10-1365 0 0,0-7-535 0 0</inkml:trace>
  <inkml:trace contextRef="#ctx0" brushRef="#br0" timeOffset="888.314">404 76 1356 0 0,'10'1'7871'0'0,"-1"35"-5334"0"0,-3 141-461 0 0,-19-155-2951 0 0,5-12-2141 0 0,10-18-2723 0 0,-1 5 5185 0 0,1-3-898 0 0</inkml:trace>
  <inkml:trace contextRef="#ctx0" brushRef="#br0" timeOffset="1110.265">420 258 1860 0 0,'0'-1'358'0'0,"1"-1"-1"0"0,0 1 1 0 0,0 0-1 0 0,-1-1 1 0 0,1 1 0 0 0,0 0-1 0 0,0-1 1 0 0,0 1-1 0 0,0 0 1 0 0,1 0-1 0 0,-1 0 1 0 0,0 0-1 0 0,0 0 1 0 0,1 0 0 0 0,-1 1-1 0 0,0-1 1 0 0,1 0-1 0 0,-1 1 1 0 0,1-1-1 0 0,-1 1 1 0 0,1-1-1 0 0,-1 1 1 0 0,1 0 0 0 0,-1-1-1 0 0,1 1 1 0 0,-1 0-1 0 0,1 0 1 0 0,0 0-358 0 0,8-1 376 0 0,127-49 3916 0 0,-131 46-4298 0 0,-3 3-213 0 0,-1-1 0 0 0,1 0 0 0 0,-1 0 0 0 0,1 0 0 0 0,-1 0 0 0 0,0 0 0 0 0,0-1 0 0 0,0 1 0 0 0,0-1 0 0 0,-1 1 0 0 0,1-1 0 0 0,-1 0 0 0 0,1 0 0 0 0,-1 1 0 0 0,0-1 0 0 0,0 0 0 0 0,0 0 0 0 0,-1 0 0 0 0,1-2 219 0 0,3-35-9140 0 0,-4 40 7655 0 0</inkml:trace>
  <inkml:trace contextRef="#ctx0" brushRef="#br0" timeOffset="1362.507">647 49 1076 0 0,'0'-8'1863'0'0,"0"4"1360"0"0,2 40 2920 0 0,-2 59-3713 0 0,0-42-1588 0 0,-27 100-2286 0 0,21-124-1812 0 0,-4-1-4897 0 0,8-25 6601 0 0</inkml:trace>
  <inkml:trace contextRef="#ctx0" brushRef="#br0" timeOffset="1990.11">141 570 1892 0 0,'-20'-12'13667'0'0,"36"-2"-7991"0"0,34 10-3599 0 0,-34 3-1405 0 0,168-2 1109 0 0,-81-8-1066 0 0,-41 11-286 0 0,-61 0-434 0 0,1 1 0 0 0,-1 0 0 0 0,0 0 0 0 0,0 0 0 0 0,1 0-1 0 0,-1 0 1 0 0,0 0 0 0 0,0 0 0 0 0,0 0 0 0 0,0 0 0 0 0,0 0 0 0 0,0 0 0 0 0,0 1-1 0 0,-1-1 1 0 0,1 0 0 0 0,0 1 0 0 0,-1-1 0 0 0,1 1 0 0 0,-1-1 0 0 0,1 1 0 0 0,-1-1-1 0 0,0 1 1 0 0,0-1 0 0 0,0 1 0 0 0,1-1 0 0 0,-1 1 0 0 0,-1-1 0 0 0,1 1 0 0 0,0-1-1 0 0,0 1 1 0 0,0-1 0 0 0,-1 1 0 0 0,1-1 0 0 0,-1 1 0 0 0,1-1 0 0 0,-1 0 0 0 0,0 1-1 0 0,0-1 6 0 0,-1 15-108 0 0,-23 112-2249 0 0,12-81-290 0 0,2-12-3885 0 0,13-29-3140 0 0,16-2 7326 0 0,-13-4 990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6:58.726"/>
    </inkml:context>
    <inkml:brush xml:id="br0">
      <inkml:brushProperty name="width" value="0.05" units="cm"/>
      <inkml:brushProperty name="height" value="0.05" units="cm"/>
      <inkml:brushProperty name="color" value="#FFFFFF"/>
    </inkml:brush>
  </inkml:definitions>
  <inkml:trace contextRef="#ctx0" brushRef="#br0">9 184 1260 0 0,'15'16'8868'0'0,"-12"27"-6406"0"0,-3-39-1720 0 0,0 139 2197 0 0,-23-45-1194 0 0,22-88-1336 0 0,0-9-338 0 0,1 1 0 0 0,0-1-1 0 0,-1 0 1 0 0,1 1-1 0 0,0-1 1 0 0,0 0-1 0 0,0 1 1 0 0,0-1 0 0 0,0 1-1 0 0,0-1 1 0 0,0 1-1 0 0,0-1 1 0 0,0 0-1 0 0,1 1 1 0 0,-1-1 0 0 0,1 0-1 0 0,-1 1 1 0 0,1-1-1 0 0,-1 0 1 0 0,1 1-1 0 0,0-1 1 0 0,0 0 0 0 0,-1 0-1 0 0,1 0 1 0 0,0 0-1 0 0,0 0 1 0 0,0 0-1 0 0,0 0 1 0 0,1 0 0 0 0,-1 0-1 0 0,0 0 1 0 0,0-1-1 0 0,0 1 1 0 0,1 0-1 0 0,-1-1 1 0 0,1 1-71 0 0,111 5 1693 0 0,9-6-1584 0 0,-68 0-4291 0 0,-37-6 1005 0 0,-12-20-9341 0 0,-5 21 11291 0 0</inkml:trace>
  <inkml:trace contextRef="#ctx0" brushRef="#br0" timeOffset="360.88">310 212 1468 0 0,'12'-12'10767'0'0,"27"12"-8530"0"0,-24 0-1207 0 0,38 0-296 0 0,-31 0-5300 0 0,-14 12-3456 0 0,-13-9 6742 0 0</inkml:trace>
  <inkml:trace contextRef="#ctx0" brushRef="#br0" timeOffset="605.823">317 275 1996 0 0,'0'0'164'0'0,"1"0"1"0"0,-1 0-1 0 0,1 0 0 0 0,-1 0 0 0 0,1 0 1 0 0,-1 0-1 0 0,0 0 0 0 0,1 0 0 0 0,-1 0 1 0 0,1 1-1 0 0,-1-1 0 0 0,0 0 0 0 0,1 0 1 0 0,-1 1-1 0 0,1-1 0 0 0,-1 0 0 0 0,0 0 0 0 0,1 1 1 0 0,-1-1-1 0 0,0 0 0 0 0,0 1 0 0 0,1-1 1 0 0,-1 0-1 0 0,0 1 0 0 0,0-1 0 0 0,1 1 1 0 0,-1-1-1 0 0,0 0 0 0 0,0 1 0 0 0,0-1 1 0 0,0 1-1 0 0,0-1 0 0 0,0 1 0 0 0,0-1 0 0 0,0 0 1 0 0,0 1-1 0 0,0-1 0 0 0,0 1 0 0 0,0-1 1 0 0,0 1-1 0 0,0-1 0 0 0,0 1 0 0 0,0-1 1 0 0,0 0-1 0 0,0 1 0 0 0,-1-1 0 0 0,1 1 1 0 0,0-1-1 0 0,0 0 0 0 0,0 1 0 0 0,-1-1 1 0 0,1 0-1 0 0,0 1 0 0 0,-1-1 0 0 0,1 0 0 0 0,0 1 1 0 0,-1-1-1 0 0,1 0 0 0 0,0 0 0 0 0,-1 1 1 0 0,1-1-1 0 0,-1 0 0 0 0,1 0-164 0 0,41 4 2585 0 0,48 3-2686 0 0,-58-28-4255 0 0,-20-4-2807 0 0,-11 19 5715 0 0</inkml:trace>
  <inkml:trace contextRef="#ctx0" brushRef="#br0" timeOffset="933.766">485 46 2096 0 0,'14'-45'11399'0'0,"-4"85"-7483"0"0,2 41-2474 0 0,-4 1 0 0 0,-2 75-1442 0 0,-6-16-1600 0 0,-1-57-1479 0 0,-7-66-525 0 0,3-30-4069 0 0,6 3 6379 0 0,-1 2-31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6:56.960"/>
    </inkml:context>
    <inkml:brush xml:id="br0">
      <inkml:brushProperty name="width" value="0.05" units="cm"/>
      <inkml:brushProperty name="height" value="0.05" units="cm"/>
      <inkml:brushProperty name="color" value="#FFFFFF"/>
    </inkml:brush>
  </inkml:definitions>
  <inkml:trace contextRef="#ctx0" brushRef="#br0">365 1 1600 0 0,'0'0'1681'0'0,"0"0"-230"0"0,0 0-58 0 0,0 0-153 0 0,0 0-193 0 0,0 0-135 0 0,0 0-104 0 0,0 0-31 0 0,0 0 146 0 0,0 0-127 0 0,3 6 563 0 0,-68 58 643 0 0,-109 70-462 0 0,100-84-2385 0 0,34-39-3900 0 0,39-11 3559 0 0,1 0 96 0 0,0 0 85 0 0,-2-3-66 0 0,-1-23-3370 0 0,17 14 3251 0 0</inkml:trace>
  <inkml:trace contextRef="#ctx0" brushRef="#br0" timeOffset="284.106">336 75 1416 0 0,'76'24'7287'0'0,"28"51"-2289"0"0,-54-36-2605 0 0,-44-35-2168 0 0,32 22 750 0 0,-12-18-4206 0 0,-25-8 1830 0 0,-1 0-374 0 0,0 0 36 0 0,0 0 113 0 0,3-2-2716 0 0,-6 4 2862 0 0</inkml:trace>
  <inkml:trace contextRef="#ctx0" brushRef="#br0" timeOffset="820.077">57 334 2012 0 0,'-28'0'6694'0'0,"-1"0"1480"0"0,88 6-1555 0 0,62-7-5986 0 0,-42-1-14 0 0,101 11 94 0 0,-65-7-645 0 0,-47 16-1256 0 0,-67-18 836 0 0,-1 0-75 0 0,0 0-345 0 0,0 0 562 0 0,0 0-1 0 0,-1 0 1 0 0,1 0 0 0 0,0 0 0 0 0,0 0 0 0 0,0 0 0 0 0,-1-1 0 0 0,1 1 0 0 0,0 0-1 0 0,0 0 1 0 0,0 0 0 0 0,0 0 0 0 0,-1-1 0 0 0,1 1 0 0 0,0 0 0 0 0,0 0 0 0 0,0-1-1 0 0,0 1 1 0 0,0 0 0 0 0,0 0 0 0 0,0 0 0 0 0,-1-1 0 0 0,1 1 0 0 0,0 0-1 0 0,0 0 1 0 0,0-1 0 0 0,0 1 0 0 0,0 0 0 0 0,0 0 0 0 0,0-1 0 0 0,0 1 0 0 0,0 0-1 0 0,1 0 1 0 0,-1-1 0 0 0,0 1 0 0 0,0 0 0 0 0,0 0 0 0 0,0-1 0 0 0,0 1-1 0 0,0 0 1 0 0,1 0 210 0 0,-41 3-7653 0 0,8 0 4456 0 0,15-3 1662 0 0</inkml:trace>
  <inkml:trace contextRef="#ctx0" brushRef="#br0" timeOffset="1100.072">327 431 2104 0 0,'5'22'8086'0'0,"5"0"-5283"0"0,6 17-1469 0 0,-12 87-356 0 0,-5-79-8041 0 0,1-45 5517 0 0,0-2 75 0 0,0 0-7 0 0,0 0-41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5:50.025"/>
    </inkml:context>
    <inkml:brush xml:id="br0">
      <inkml:brushProperty name="width" value="0.05" units="cm"/>
      <inkml:brushProperty name="height" value="0.05" units="cm"/>
      <inkml:brushProperty name="color" value="#FFFFFF"/>
    </inkml:brush>
  </inkml:definitions>
  <inkml:trace contextRef="#ctx0" brushRef="#br0">621 1314 2104 0 0,'3'0'1328'0'0,"9"0"-31"0"0,-9 0-49 0 0,-3 0-184 0 0,0 0-88 0 0,0 0-85 0 0,3 0-145 0 0,-1 0-663 0 0,0 0 1 0 0,-1 0-1 0 0,1 0 0 0 0,0 0 1 0 0,0 1-1 0 0,0-1 0 0 0,0 0 0 0 0,0 1 1 0 0,0 0-1 0 0,-1-1 0 0 0,1 1 0 0 0,0 0 1 0 0,0 0-1 0 0,-1 0 0 0 0,1 0 1 0 0,0 0-1 0 0,-1 0 0 0 0,0 0 0 0 0,1 1 1 0 0,-1-1-1 0 0,1 0 0 0 0,-1 1 0 0 0,0-1 1 0 0,0 1-1 0 0,0 0 0 0 0,0-1 1 0 0,0 1-1 0 0,0 0 0 0 0,0 0-83 0 0,8 18 94 0 0,33 78 3013 0 0,-34-62-4901 0 0,-5 3-3489 0 0,-3-21 626 0 0,0-16 3361 0 0</inkml:trace>
  <inkml:trace contextRef="#ctx0" brushRef="#br0" timeOffset="392.429">469 1880 1060 0 0,'1'-3'7907'0'0,"3"-4"-4647"0"0,45-31-553 0 0,15-26-3500 0 0,-42 40 207 0 0,-5 7-56 0 0,-3 1-1068 0 0,1 0 0 0 0,1 1 1 0 0,0 1-1 0 0,1 1 0 0 0,0 0 0 0 0,13-6 1710 0 0,-16 13-1546 0 0</inkml:trace>
  <inkml:trace contextRef="#ctx0" brushRef="#br0" timeOffset="840.418">843 1543 1428 0 0,'26'-13'7810'0'0,"29"13"-4403"0"0,-29 1-2179 0 0,9 13-737 0 0,-3-1 304 0 0,-31-13-769 0 0,-1 1-1 0 0,1-1 0 0 0,0 1 0 0 0,0-1 1 0 0,0 0-1 0 0,0 1 0 0 0,0-1 0 0 0,-1 1 1 0 0,1 0-1 0 0,0-1 0 0 0,0 1 0 0 0,-1 0 1 0 0,1-1-1 0 0,-1 1 0 0 0,1 0 0 0 0,0 0 0 0 0,-1-1 1 0 0,0 1-1 0 0,1 0 0 0 0,-1 0 0 0 0,1 0 1 0 0,-1 0-1 0 0,0 0 0 0 0,0-1 0 0 0,1 1 1 0 0,-1 0-1 0 0,0 0 0 0 0,0 0 0 0 0,0 0 1 0 0,0 0-1 0 0,0 0 0 0 0,0 0 0 0 0,0 0 1 0 0,0 0-1 0 0,-1 0 0 0 0,1 0 0 0 0,0 0 1 0 0,-1 0-1 0 0,1-1 0 0 0,0 1 0 0 0,-1 0 0 0 0,1 0 1 0 0,-1 0-1 0 0,1 0 0 0 0,-1-1 0 0 0,0 1 1 0 0,1 0-1 0 0,-1-1 0 0 0,0 1-25 0 0,-89 107 122 0 0,39-55-188 0 0,48-50-98 0 0,-1 0 0 0 0,1 0 0 0 0,-1 0 0 0 0,1-1 1 0 0,-1 1-1 0 0,0-1 0 0 0,0 0 0 0 0,0 0 0 0 0,0 0 1 0 0,-1 0-1 0 0,1-1 0 0 0,0 0 0 0 0,-1 0 0 0 0,1 0 1 0 0,-1 0-1 0 0,1-1 0 0 0,-1 0 0 0 0,-4 0 164 0 0,8 0-798 0 0,-11-2-3958 0 0,-12-25-89 0 0,22 20 3285 0 0</inkml:trace>
  <inkml:trace contextRef="#ctx0" brushRef="#br0" timeOffset="1379.7">1158 1375 1452 0 0,'18'-13'8607'0'0,"-6"29"-5621"0"0,1 39-2348 0 0,-13-53-482 0 0,7 272 1916 0 0,-27-145-1565 0 0,2-40 139 0 0,18-89-618 0 0,0 1-1 0 0,0 0 0 0 0,0 0 1 0 0,0 0-1 0 0,0 0 0 0 0,-1 0 1 0 0,1 0-1 0 0,0 0 1 0 0,0 0-1 0 0,-1-1 0 0 0,1 1 1 0 0,-1 0-1 0 0,1 0 0 0 0,-1 0 1 0 0,1-1-1 0 0,-1 1 1 0 0,1 0-1 0 0,-1 0 0 0 0,0-1 1 0 0,1 1-1 0 0,-1-1 0 0 0,0 1 1 0 0,0-1-1 0 0,1 1 1 0 0,-1-1-1 0 0,0 1 0 0 0,0-1 1 0 0,0 0-1 0 0,0 1 0 0 0,0-1 1 0 0,1 0-1 0 0,-1 0 1 0 0,0 1-1 0 0,0-1 0 0 0,0 0 1 0 0,0 0-1 0 0,-1 0-27 0 0,1 0 109 0 0,1 0-1 0 0,-22-3-88 0 0,-76-67-2727 0 0,94 67 2481 0 0,0-1 0 0 0,0 1 1 0 0,1-1-1 0 0,-1 0 0 0 0,1 0 1 0 0,0 0-1 0 0,0 0 0 0 0,0-1 0 0 0,1 1 1 0 0,-1-1-1 0 0,1 1 0 0 0,0-1 1 0 0,1 0-1 0 0,-1 0 0 0 0,1 0 0 0 0,-1-3 226 0 0,-1-31-8326 0 0,3 28 6965 0 0</inkml:trace>
  <inkml:trace contextRef="#ctx0" brushRef="#br0" timeOffset="1820.739">1449 1501 1360 0 0,'9'7'7290'0'0,"-20"20"-4148"0"0,-24 28-1501 0 0,-43 26 201 0 0,51-61 315 0 0,27-20-2039 0 0,0 0 54 0 0,0 0-20 0 0,12 13 145 0 0,77 63 530 0 0,-20-11-1229 0 0,-42-47-2236 0 0,2-2-3678 0 0,24-5 138 0 0,-43-10 4966 0 0</inkml:trace>
  <inkml:trace contextRef="#ctx0" brushRef="#br0" timeOffset="2592.609">1910 1515 2512 0 0,'3'-4'8467'0'0,"2"2"-5022"0"0,15 1-4643 0 0,-18 1 2245 0 0,87 0 2318 0 0,-3 18-2272 0 0,70 15-928 0 0,-156-32-768 0 0,0-1-184 0 0,0 0-107 0 0,11-3-3598 0 0,-4-9 2451 0 0,-18-9-5174 0 0,6 18 6063 0 0</inkml:trace>
  <inkml:trace contextRef="#ctx0" brushRef="#br0" timeOffset="2878.29">2157 1380 1964 0 0,'-2'-2'6877'0'0,"7"14"-5714"0"0,5 112 1565 0 0,-1 198-1001 0 0,-34-173-2637 0 0,9-104-2848 0 0,9-53-2304 0 0,5 1 4533 0 0</inkml:trace>
  <inkml:trace contextRef="#ctx0" brushRef="#br0" timeOffset="3180.837">2169 1657 1460 0 0,'-11'7'6916'0'0,"-16"24"-5502"0"0,20-24-846 0 0,-50 60 1131 0 0,40-53-1478 0 0,12-8-338 0 0,-1 0 1 0 0,0-1-1 0 0,0 0 1 0 0,0 0-1 0 0,-1 0 1 0 0,0-1-1 0 0,1 0 1 0 0,-2 0-1 0 0,1-1 1 0 0,0 0-1 0 0,-1 0 1 0 0,1-1-1 0 0,-2 0 117 0 0,8-1-983 0 0,1-1-359 0 0,-9-15-1591 0 0,8 6 1495 0 0,2 1-117 0 0</inkml:trace>
  <inkml:trace contextRef="#ctx0" brushRef="#br0" timeOffset="3339.629">2145 1691 1100 0 0,'11'5'704'0'0,"0"0"0"0"0,0 1 0 0 0,0 0 0 0 0,0 0 0 0 0,-1 1 0 0 0,0 1 1 0 0,-1-1-1 0 0,0 2 0 0 0,0-1 0 0 0,3 5-704 0 0,73 59 4098 0 0,-67-60-4585 0 0,-14-9-8497 0 0,-4-3 8950 0 0,0 0-1196 0 0</inkml:trace>
  <inkml:trace contextRef="#ctx0" brushRef="#br0" timeOffset="3588.013">2444 1480 944 0 0,'1'-2'379'0'0,"-1"1"0"0"0,0-1 0 0 0,0 0 0 0 0,1 0-1 0 0,-1 0 1 0 0,1 1 0 0 0,-1-1 0 0 0,1 0 0 0 0,0 1 0 0 0,0-1 0 0 0,0 0 0 0 0,0 1 0 0 0,0-1-1 0 0,0 1 1 0 0,0 0 0 0 0,0-1 0 0 0,1 1 0 0 0,-1 0 0 0 0,1 0 0 0 0,-1 0 0 0 0,1 0-1 0 0,-1 0 1 0 0,1 0 0 0 0,-1 0 0 0 0,1 0 0 0 0,0 0 0 0 0,-1 1 0 0 0,1-1 0 0 0,0 1-1 0 0,0-1 1 0 0,0 1 0 0 0,-1 0 0 0 0,2 0-379 0 0,68-3 4300 0 0,-52 4-3885 0 0,19-1 127 0 0,42 0 483 0 0,-28 0-4828 0 0,-35-9 1293 0 0,-26-14-7509 0 0,3 21 8738 0 0</inkml:trace>
  <inkml:trace contextRef="#ctx0" brushRef="#br0" timeOffset="4055.439">2552 1368 2552 0 0,'-19'17'6427'0'0,"13"36"-3993"0"0,5-39-1938 0 0,-28 196 2202 0 0,-12-20-1020 0 0,27-89-414 0 0,15-99-1198 0 0,-1 1 0 0 0,0-1 0 0 0,1 1 0 0 0,0 0 0 0 0,-1-1 0 0 0,1 1 0 0 0,0-1 1 0 0,0 1-1 0 0,1-1 0 0 0,-1 0 0 0 0,0 0 0 0 0,1 1 0 0 0,-1-1 0 0 0,1 0 0 0 0,0 0 0 0 0,0 0 0 0 0,0-1 0 0 0,0 1 0 0 0,0 0 0 0 0,0-1 0 0 0,0 1 1 0 0,0-1-1 0 0,1 0 0 0 0,-1 0 0 0 0,1 1 0 0 0,-1-2 0 0 0,1 1 0 0 0,-1 0 0 0 0,1 0 0 0 0,-1-1 0 0 0,1 0 0 0 0,0 1-66 0 0,97 5 1032 0 0,-82-6-951 0 0,131 0-2719 0 0,-120-15 334 0 0,-17-4-5492 0 0,-21 9 2591 0 0,4 6 4036 0 0</inkml:trace>
  <inkml:trace contextRef="#ctx0" brushRef="#br0" timeOffset="4406.982">2549 1620 908 0 0,'-1'-1'175'0'0,"1"1"0"0"0,-1 0 0 0 0,1-1 0 0 0,0 1-1 0 0,-1-1 1 0 0,1 1 0 0 0,-1-1 0 0 0,1 1 0 0 0,0-1 0 0 0,-1 1 0 0 0,1-1-1 0 0,0 0 1 0 0,0 1 0 0 0,0-1 0 0 0,-1 1 0 0 0,1-1 0 0 0,0 0 0 0 0,0 1-1 0 0,0-1 1 0 0,0 1 0 0 0,0-1 0 0 0,0 0 0 0 0,0 1 0 0 0,0-1 0 0 0,0 0-1 0 0,0 1 1 0 0,1-1 0 0 0,-1 1 0 0 0,0-1 0 0 0,0 1 0 0 0,0-1 0 0 0,1 0 0 0 0,-1 1-1 0 0,0-1 1 0 0,1 1 0 0 0,-1-1 0 0 0,0 1 0 0 0,1-1 0 0 0,-1 1 0 0 0,1 0-1 0 0,-1-1 1 0 0,1 1 0 0 0,-1-1 0 0 0,1 1 0 0 0,-1 0 0 0 0,1 0 0 0 0,-1-1-1 0 0,1 1 1 0 0,0 0 0 0 0,-1 0 0 0 0,1-1 0 0 0,-1 1 0 0 0,1 0 0 0 0,0 0-1 0 0,-1 0 1 0 0,1 0-175 0 0,115-12 5645 0 0,-54 42-4683 0 0,-61-30-1065 0 0,1 1-1 0 0,-1-1 1 0 0,0 1 0 0 0,0-1 0 0 0,0 1 0 0 0,0 0-1 0 0,0 0 1 0 0,0-1 0 0 0,0 1 0 0 0,0 0-1 0 0,0 0 1 0 0,0 0 0 0 0,-1 0 0 0 0,1 0 0 0 0,0 0-1 0 0,-1 0 1 0 0,1 0 0 0 0,0 1 0 0 0,-1-1-1 0 0,1 0 1 0 0,-1 0 0 0 0,0 0 0 0 0,0 1 0 0 0,1-1-1 0 0,-1 0 1 0 0,0 0 0 0 0,0 1 0 0 0,0-1-1 0 0,0 0 1 0 0,0 0 0 0 0,0 1 0 0 0,0-1-1 0 0,-1 0 1 0 0,1 0 0 0 0,0 1 0 0 0,-1-1 0 0 0,1 0-1 0 0,-1 0 1 0 0,0 0 0 0 0,1 0 0 0 0,-1 1-1 0 0,0-1 1 0 0,1 0 0 0 0,-2 0 103 0 0,-38 52-5240 0 0,36-49 4836 0 0,-47 32-3851 0 0,38-29 3085 0 0</inkml:trace>
  <inkml:trace contextRef="#ctx0" brushRef="#br0" timeOffset="4671.052">2499 1796 1600 0 0,'13'-4'8650'0'0,"9"1"-4106"0"0,63 2-2630 0 0,-63 1-1069 0 0,-6 0-1248 0 0,23 0-3451 0 0,-10 0-6948 0 0,-22 0 9512 0 0</inkml:trace>
  <inkml:trace contextRef="#ctx0" brushRef="#br0" timeOffset="5604.452">3217 1415 1588 0 0,'1'1'71'0'0,"-1"-1"0"0"0,1 0 0 0 0,0 0 0 0 0,-1 0 0 0 0,1 1 0 0 0,-1-1-1 0 0,1 0 1 0 0,-1 0 0 0 0,1 0 0 0 0,0 0 0 0 0,-1 0 0 0 0,1 0 0 0 0,-1 0 0 0 0,1 0 0 0 0,-1 0 0 0 0,1-1-1 0 0,0 1 1 0 0,-1 0 0 0 0,1 0 0 0 0,-1 0 0 0 0,1-1 0 0 0,-1 1 0 0 0,1 0 0 0 0,-1-1 0 0 0,1 1 0 0 0,-1 0-1 0 0,1-1 1 0 0,-1 1 0 0 0,0-1 0 0 0,1 1 0 0 0,-1 0 0 0 0,0-1 0 0 0,1 1 0 0 0,-1-1 0 0 0,0 1 0 0 0,1-1-1 0 0,-1 0 1 0 0,0 1 0 0 0,0-1 0 0 0,0 1 0 0 0,0-1 0 0 0,1 1 0 0 0,-1-1 0 0 0,0 1 0 0 0,0-1-1 0 0,0 0 1 0 0,0 1 0 0 0,0-1 0 0 0,0 1 0 0 0,-1-1 0 0 0,1 0-71 0 0,0 0-24 0 0,0-2 1002 0 0,0 3-160 0 0,0 0-73 0 0,0 0-87 0 0,0 0-18 0 0,0 0-10 0 0,0 0-139 0 0,0 0-28 0 0,0 0 24 0 0,0 0-99 0 0,-17 0 302 0 0,10 3-574 0 0,1 2-1 0 0,0-1 1 0 0,0 1 0 0 0,0 0 0 0 0,0 0 0 0 0,1 1-1 0 0,0-1 1 0 0,0 1 0 0 0,1 1 0 0 0,0-1-1 0 0,0 0 1 0 0,-2 5-116 0 0,-8 15 162 0 0,2 1-1 0 0,1 0 1 0 0,1 1-1 0 0,1 0 1 0 0,1 1-1 0 0,2 0 1 0 0,1 0-1 0 0,1 0 1 0 0,2 1 0 0 0,0-1-1 0 0,3 8-161 0 0,0-27 0 0 0,0-1 0 0 0,1 1 0 0 0,0-1 0 0 0,1 0 0 0 0,0 0 0 0 0,1 0 0 0 0,0-1 1 0 0,0 1-1 0 0,0-1 0 0 0,1 0 0 0 0,5 6 0 0 0,-8-10-74 0 0,1 0 0 0 0,0 0 1 0 0,0-1-1 0 0,1 1 0 0 0,-1-1 1 0 0,0 0-1 0 0,1 0 0 0 0,0 0 1 0 0,0 0-1 0 0,0-1 0 0 0,0 0 1 0 0,0 1-1 0 0,1-1 0 0 0,-1-1 1 0 0,0 1-1 0 0,1-1 0 0 0,0 0 1 0 0,-1 0-1 0 0,2 0 74 0 0,38 2-4567 0 0,31-35-1167 0 0,-60 26 4352 0 0</inkml:trace>
  <inkml:trace contextRef="#ctx0" brushRef="#br0" timeOffset="5963.655">3576 1249 1312 0 0,'12'-8'5839'0'0,"7"21"-2223"0"0,-14-8-3152 0 0,13 21-1326 0 0,-18 2-6518 0 0,-1-28 5983 0 0</inkml:trace>
  <inkml:trace contextRef="#ctx0" brushRef="#br0" timeOffset="6300.068">3497 1341 2068 0 0,'-9'2'1912'0'0,"9"-2"-1733"0"0,0 0 0 0 0,0 0 0 0 0,1 0 0 0 0,-1 1 0 0 0,0-1 0 0 0,0 0-1 0 0,1 0 1 0 0,-1 0 0 0 0,0 1 0 0 0,0-1 0 0 0,1 0 0 0 0,-1 0 0 0 0,0 1 0 0 0,0-1 0 0 0,0 0 0 0 0,0 1 0 0 0,0-1 0 0 0,1 0 0 0 0,-1 0 0 0 0,0 1 0 0 0,0-1 0 0 0,0 0 0 0 0,0 1 0 0 0,0-1 0 0 0,0 0 0 0 0,0 1 0 0 0,0-1 0 0 0,0 0 0 0 0,0 1 0 0 0,0-1 0 0 0,0 0 0 0 0,0 1 0 0 0,0-1 0 0 0,-1 0 0 0 0,1 0-1 0 0,0 1 1 0 0,0-1 0 0 0,0 0 0 0 0,0 1 0 0 0,0-1-179 0 0,189 63 4392 0 0,-163-41-3922 0 0,-26-21-503 0 0,-4 13-69 0 0,-13 6-96 0 0,-1-1-1 0 0,0-1 1 0 0,-2 0-1 0 0,0-2 1 0 0,-1 0-1 0 0,0-1 0 0 0,-20 10 199 0 0,-104 40-3327 0 0,140-63 2863 0 0,-3 1-1373 0 0,-1-2-3668 0 0,1-1 4171 0 0</inkml:trace>
  <inkml:trace contextRef="#ctx0" brushRef="#br0" timeOffset="6556.902">3440 1610 860 0 0,'6'5'622'0'0,"0"1"0"0"0,-1 0 0 0 0,1 0 0 0 0,-1 0 1 0 0,0 0-1 0 0,0 1 0 0 0,-1 0 0 0 0,0 0 0 0 0,0 0 0 0 0,-1 1 0 0 0,2 5-622 0 0,1 6 775 0 0,-1 0 0 0 0,-1 1 0 0 0,-1 0 0 0 0,-1-1 0 0 0,-1 1 0 0 0,0 18-775 0 0,-1 15-381 0 0,0-52 49 0 0,-2 10-1321 0 0,-6-13-1717 0 0,18-23-803 0 0,2 6 2809 0 0</inkml:trace>
  <inkml:trace contextRef="#ctx0" brushRef="#br0" timeOffset="6727.902">3601 1673 1356 0 0,'0'0'141'0'0,"0"-1"0"0"0,1 1 0 0 0,-1 0 0 0 0,0-1-1 0 0,1 1 1 0 0,-1 0 0 0 0,1-1 0 0 0,-1 1 0 0 0,1 0 0 0 0,-1-1-1 0 0,1 1 1 0 0,-1 0 0 0 0,1 0 0 0 0,-1 0 0 0 0,1 0 0 0 0,-1-1-1 0 0,1 1 1 0 0,0 0 0 0 0,-1 0 0 0 0,1 0 0 0 0,-1 0 0 0 0,1 0 0 0 0,-1 0-1 0 0,1 0 1 0 0,-1 1 0 0 0,1-1 0 0 0,0 0 0 0 0,-1 0 0 0 0,1 0-1 0 0,-1 0 1 0 0,1 1 0 0 0,-1-1 0 0 0,1 0 0 0 0,-1 1 0 0 0,1-1 0 0 0,-1 0-1 0 0,0 1 1 0 0,1-1 0 0 0,-1 0 0 0 0,1 1 0 0 0,-1-1 0 0 0,0 1-1 0 0,0-1 1 0 0,1 1 0 0 0,-1-1 0 0 0,0 1 0 0 0,1-1 0 0 0,-1 1-1 0 0,0-1 1 0 0,0 1 0 0 0,0-1 0 0 0,0 1 0 0 0,0-1 0 0 0,0 1 0 0 0,0 0-1 0 0,0-1-140 0 0,19 38 2857 0 0,13 50-979 0 0,-32-87-2142 0 0,0-1-206 0 0,0 0-134 0 0,0 0-531 0 0,-4 9-3247 0 0,6-18 149 0 0,-2 2 3027 0 0</inkml:trace>
  <inkml:trace contextRef="#ctx0" brushRef="#br0" timeOffset="6980.859">3746 1461 1504 0 0,'1'1'1996'0'0,"3"2"-124"0"0,7 10 516 0 0,9 62 2193 0 0,-18-43-4174 0 0,-2-13-1290 0 0,0-13 324 0 0,-19 6-2826 0 0,27-36-1922 0 0,-1 5 4005 0 0</inkml:trace>
  <inkml:trace contextRef="#ctx0" brushRef="#br0" timeOffset="7189.004">3811 1469 1228 0 0,'0'-3'341'0'0,"1"0"-1"0"0,0 0 1 0 0,0 0-1 0 0,0 0 0 0 0,0 0 1 0 0,1 0-1 0 0,-1 0 1 0 0,1 1-1 0 0,0-1 1 0 0,0 0-1 0 0,0 1 1 0 0,0 0-1 0 0,0-1 1 0 0,0 1-1 0 0,0 0 1 0 0,1 0-1 0 0,0 0 1 0 0,-1 0-1 0 0,1 1 1 0 0,0-1-1 0 0,-1 1 1 0 0,1 0-1 0 0,0-1 1 0 0,0 1-1 0 0,0 1 0 0 0,0-1 1 0 0,1 0-1 0 0,-1 1 1 0 0,0-1-1 0 0,0 1 1 0 0,0 0-1 0 0,0 0 1 0 0,2 1-341 0 0,122 33 3353 0 0,-90-25-2422 0 0,-24 6-3262 0 0,-43 9-4338 0 0,22-19 6176 0 0,-43 27-3298 0 0,38-25 2395 0 0</inkml:trace>
  <inkml:trace contextRef="#ctx0" brushRef="#br0" timeOffset="7361.69">3823 1572 1532 0 0,'18'-5'4706'0'0,"14"2"-2648"0"0,-13 1-1567 0 0,-18 2-575 0 0,-1 0-130 0 0,0 0-74 0 0,0 0-262 0 0,14 4-3502 0 0,-15-1 2721 0 0</inkml:trace>
  <inkml:trace contextRef="#ctx0" brushRef="#br0" timeOffset="7532.808">3842 1655 2396 0 0,'-1'1'158'0'0,"1"1"0"0"0,0-1-1 0 0,-1 0 1 0 0,1 1 0 0 0,0-1 0 0 0,0 0-1 0 0,0 1 1 0 0,0-1 0 0 0,0 0 0 0 0,1 1 0 0 0,-1-1-1 0 0,0 0 1 0 0,1 0 0 0 0,-1 1 0 0 0,0-1-1 0 0,1 0 1 0 0,0 0 0 0 0,-1 0 0 0 0,1 1-1 0 0,0-1 1 0 0,-1 0 0 0 0,1 0 0 0 0,0 0-1 0 0,0 0 1 0 0,0 0 0 0 0,0-1 0 0 0,0 1-1 0 0,0 0 1 0 0,0 0 0 0 0,0-1 0 0 0,0 1-1 0 0,1 0 1 0 0,-1-1 0 0 0,0 1 0 0 0,0-1-1 0 0,0 1 1 0 0,1-1 0 0 0,-1 0 0 0 0,0 0-1 0 0,1 0 1 0 0,-1 1-158 0 0,38-4 95 0 0,-39 2-503 0 0,0 1-562 0 0,4-2-308 0 0,17-9-1536 0 0,-17 8 1365 0 0</inkml:trace>
  <inkml:trace contextRef="#ctx0" brushRef="#br0" timeOffset="7864.658">3985 1253 1532 0 0,'-3'-28'7649'0'0,"-2"49"-3636"0"0,2 48-3054 0 0,-36 226 983 0 0,25-135-1708 0 0,-4 102-2648 0 0,18-260 1758 0 0,0-2-83 0 0,-3 16-9288 0 0,4-20 8538 0 0</inkml:trace>
  <inkml:trace contextRef="#ctx0" brushRef="#br0" timeOffset="8506.547">4363 1320 2664 0 0,'42'-8'7445'0'0,"-38"8"-6824"0"0,132-1 3541 0 0,-70 2-4337 0 0,-20 13-2576 0 0,-22 5-6877 0 0,-25-14 8198 0 0</inkml:trace>
  <inkml:trace contextRef="#ctx0" brushRef="#br0" timeOffset="8980.891">4413 1572 1184 0 0,'-7'16'6909'0'0,"5"-1"-4512"0"0,3-16-2831 0 0,2-4 619 0 0,-1 1 0 0 0,1 0 0 0 0,0 0 0 0 0,0 0 0 0 0,1 0 0 0 0,-1 0 0 0 0,1 1 0 0 0,0 0-1 0 0,0 0 1 0 0,0 0 0 0 0,0 0 0 0 0,1 0 0 0 0,-1 1 0 0 0,1 0 0 0 0,3-1-185 0 0,-1 2 159 0 0,1 1 1 0 0,-1 0-1 0 0,1 0 0 0 0,0 1 1 0 0,-1 0-1 0 0,0 0 0 0 0,1 1 1 0 0,-1 0-1 0 0,0 1 1 0 0,0-1-1 0 0,0 1 0 0 0,0 1 1 0 0,1 0-160 0 0,20 8 296 0 0,-22-10-269 0 0,-4-1 10 0 0,0-1-1 0 0,1 1 0 0 0,-1-1 0 0 0,0 1 1 0 0,0 0-1 0 0,0 0 0 0 0,1 0 0 0 0,-1 0 0 0 0,0 0 1 0 0,0 1-1 0 0,-1-1 0 0 0,1 1 0 0 0,0-1 1 0 0,0 1-1 0 0,-1 0 0 0 0,1-1 0 0 0,-1 1 0 0 0,1 0 1 0 0,-1 0-1 0 0,0 0 0 0 0,0 0 0 0 0,0 0 1 0 0,0 0-1 0 0,0 0 0 0 0,0 1 0 0 0,-1-1 0 0 0,1 2-36 0 0,-1-3 46 0 0,0-1-20 0 0,0 0-50 0 0,-3 4 51 0 0,2-2-50 0 0,0 0 1 0 0,-1 0-1 0 0,1 0 0 0 0,-1 0 0 0 0,0-1 1 0 0,0 1-1 0 0,1 0 0 0 0,-1-1 0 0 0,0 1 0 0 0,-1-1 1 0 0,1 0-1 0 0,0 0 0 0 0,0 0 0 0 0,0 0 1 0 0,-1 0-1 0 0,1 0 0 0 0,0 0 0 0 0,-1-1 1 0 0,1 1-1 0 0,-1-1 0 0 0,1 0 0 0 0,-1 0 0 0 0,1 0 1 0 0,-1 0-1 0 0,1 0 0 0 0,-2 0 23 0 0,-83-48-2138 0 0,34 2-5687 0 0,46 40 6244 0 0,3 1 281 0 0,1-2 14 0 0</inkml:trace>
  <inkml:trace contextRef="#ctx0" brushRef="#br0" timeOffset="9327.059">4565 1083 1192 0 0,'0'0'364'0'0,"0"0"1"0"0,0 0-1 0 0,0 0 0 0 0,1 0 0 0 0,-1 0 0 0 0,0 0 1 0 0,0 1-1 0 0,0-1 0 0 0,0 0 0 0 0,1 0 1 0 0,-1 0-1 0 0,0 0 0 0 0,0 0 0 0 0,0 0 0 0 0,1 0 1 0 0,-1 0-1 0 0,0 0 0 0 0,0 0 0 0 0,0 0 1 0 0,1-1-1 0 0,-1 1 0 0 0,0 0-364 0 0,5 24 1455 0 0,-4 211 1826 0 0,-22-49-2023 0 0,-24 103-58 0 0,35-230-1372 0 0,9-56-65 0 0,0 19-1593 0 0,0-22 1626 0 0,0 0 0 0 0,1 0 0 0 0,-1 0 1 0 0,0 0-1 0 0,0 0 0 0 0,1-1 0 0 0,-1 1 0 0 0,0 0 0 0 0,1-1 1 0 0,-1 1-1 0 0,0 0 0 0 0,1-1 0 0 0,-1 1 0 0 0,0-1 0 0 0,1 1 1 0 0,-1-1-1 0 0,1 1 0 0 0,-1-1 0 0 0,1 1 0 0 0,-1-1 0 0 0,1 1 0 0 0,-1-1 1 0 0,1 0-1 0 0,0 1 0 0 0,-1-1 0 0 0,1 0 0 0 0,0 0 0 0 0,0 1 1 0 0,-1-1-1 0 0,1 0 0 0 0,0 1 0 0 0,0-1 0 0 0,0 0 0 0 0,0 0 1 0 0,0 0-1 0 0,0 1 0 0 0,0-1 0 0 0,0 0 0 0 0,0 0 0 0 0,0 1 1 0 0,1-1-1 0 0,-1 0 0 0 0,0 1 0 0 0,0-1 0 0 0,1 0 0 0 0,-1 1 1 0 0,0-1-1 0 0,1 0 0 0 0,-1 1 0 0 0,1-1 0 0 0,-1 0 0 0 0,1 1 204 0 0,0-8-1264 0 0</inkml:trace>
  <inkml:trace contextRef="#ctx0" brushRef="#br0" timeOffset="9575.242">4481 1739 3236 0 0,'-9'-8'5450'0'0,"-18"24"-3446"0"0,22-12-1604 0 0,-145 88 2115 0 0,121-82-3063 0 0,27-10 79 0 0,-6 0-498 0 0,3-3-2055 0 0,-4-26-1905 0 0,10 21 3311 0 0</inkml:trace>
  <inkml:trace contextRef="#ctx0" brushRef="#br0" timeOffset="9754.034">4512 1678 984 0 0,'86'69'7129'0'0,"-63"-47"-5436"0"0,102 92 4444 0 0,-124-108-11355 0 0,-27-6 766 0 0,-9-24 1613 0 0,15 9 1493 0 0</inkml:trace>
  <inkml:trace contextRef="#ctx0" brushRef="#br0" timeOffset="10067.763">4293 1290 1248 0 0,'1'8'7109'0'0,"3"41"-3962"0"0,-28 76-12371 0 0,22-100 7780 0 0</inkml:trace>
  <inkml:trace contextRef="#ctx0" brushRef="#br0" timeOffset="10679.255">4242 1661 1228 0 0,'-8'29'8551'0'0,"4"-4"-7069"0"0,-8 37-2038 0 0,12-61 519 0 0,0-1 34 0 0,0 0-84 0 0,0 0 31 0 0,0 13 82 0 0,-31 52 246 0 0,-5-22 988 0 0,5-12 728 0 0,21-15 1367 0 0,12-12-2905 0 0,51 32 1949 0 0,180 42 395 0 0,-1-8-3459 0 0,-208-71-7637 0 0,7-22 3464 0 0,-8 4 2058 0 0,30-10-1391 0 0,-32 18 2825 0 0</inkml:trace>
  <inkml:trace contextRef="#ctx0" brushRef="#br0" timeOffset="11100.444">5032 1324 936 0 0,'-2'-6'1670'0'0,"-4"-18"4789"0"0,15 36-1935 0 0,42 154 8 0 0,-37-107-3626 0 0,-4 1-1 0 0,-1 0 1 0 0,-4 1 0 0 0,-1 11-906 0 0,-5-51-5 0 0,-1-1-1 0 0,-1 1 1 0 0,-1-1 0 0 0,-1 1-1 0 0,0-1 1 0 0,-1 0 0 0 0,-2-1-1 0 0,0 0 1 0 0,-6 10 5 0 0,3-12-720 0 0,-1-1 1 0 0,-1 0-1 0 0,0-1 0 0 0,-1-1 1 0 0,-1 0-1 0 0,0-1 0 0 0,-1 0 0 0 0,0-1 1 0 0,-6 2 719 0 0,0 0-917 0 0,1-2 0 0 0,-2 0 0 0 0,0-1 0 0 0,0-1 0 0 0,-1-2 1 0 0,0 0-1 0 0,-1-1 0 0 0,1-2 0 0 0,-1 0 0 0 0,-1-2 0 0 0,1 0 0 0 0,-17-2 917 0 0,1-6-1426 0 0,-29-19-52 0 0</inkml:trace>
  <inkml:trace contextRef="#ctx0" brushRef="#br0" timeOffset="17779.808">721 214 2212 0 0,'-8'63'2495'0'0,"4"0"0"0"0,2 1 0 0 0,4 22-2495 0 0,-1 1 1922 0 0,-28 77 681 0 0,12-70-1132 0 0,13-60-272 0 0,2-33-1064 0 0,1 24 1231 0 0,0-24-1357 0 0,-1 0 0 0 0,1 0 0 0 0,-1 0 0 0 0,1 0 0 0 0,0 0 0 0 0,-1 0 0 0 0,1 0 0 0 0,0-1 0 0 0,0 1-1 0 0,0 0 1 0 0,0 0 0 0 0,0-1 0 0 0,0 1 0 0 0,0-1 0 0 0,0 1 0 0 0,0-1 0 0 0,0 1 0 0 0,0-1 0 0 0,0 1 0 0 0,0-1 0 0 0,0 0 0 0 0,0 0 0 0 0,0 0 0 0 0,0 0 0 0 0,0 1 0 0 0,1-1 0 0 0,-1-1-1 0 0,0 1 1 0 0,0 0 0 0 0,0 0 0 0 0,0 0 0 0 0,0-1 0 0 0,0 1 0 0 0,0 0 0 0 0,0-1 0 0 0,0 1 0 0 0,0-1 0 0 0,0 1 0 0 0,0-1 0 0 0,0 0 0 0 0,0 1 0 0 0,0-1 0 0 0,0 0 0 0 0,0 0 0 0 0,-1 1-1 0 0,1-1 1 0 0,0 0 0 0 0,-1 0 0 0 0,1 0 0 0 0,0 0 0 0 0,-1 0 0 0 0,1 0 0 0 0,-1 0-9 0 0,63-88-253 0 0,29-88-9322 0 0,-38 103 3286 0 0,-42 57 4743 0 0</inkml:trace>
  <inkml:trace contextRef="#ctx0" brushRef="#br0" timeOffset="18090.313">981 343 848 0 0,'-2'18'5929'0'0,"12"15"-2666"0"0,-7-26-2610 0 0,9 45 1186 0 0,-12-51-2209 0 0,11-3-6833 0 0,-6-4 5706 0 0,0 2 19 0 0</inkml:trace>
  <inkml:trace contextRef="#ctx0" brushRef="#br0" timeOffset="18356.405">1206 288 2344 0 0,'15'15'8095'0'0,"-7"30"-4368"0"0,-6-34-3223 0 0,-2-6-382 0 0,1 0 0 0 0,-1 0 0 0 0,0 0 0 0 0,0 0 0 0 0,0 0 1 0 0,-1 0-1 0 0,0 0 0 0 0,0 0 0 0 0,0 0 0 0 0,0 0 0 0 0,-1-1 0 0 0,0 1 0 0 0,0 0 0 0 0,0-1 0 0 0,-2 3-122 0 0,-8 20 542 0 0,-7 13-204 0 0,-1 0 0 0 0,-3-2 1 0 0,0-1-1 0 0,-3-1 0 0 0,-7 8-338 0 0,29-38-290 0 0,-1 0 0 0 0,1-1-1 0 0,-1 1 1 0 0,0-1-1 0 0,0 0 1 0 0,0 0-1 0 0,-1 0 1 0 0,1-1-1 0 0,-1 0 1 0 0,0 0 0 0 0,-1 0-1 0 0,1-1 1 0 0,-2 1 290 0 0,7-4-798 0 0,1 0-154 0 0,0 0-154 0 0,-9-22-3307 0 0,27-14-167 0 0,-9 16 3226 0 0</inkml:trace>
  <inkml:trace contextRef="#ctx0" brushRef="#br0" timeOffset="18603.975">1055 628 1280 0 0,'3'-1'301'0'0,"0"1"0"0"0,0-1 0 0 0,1 1-1 0 0,-1 0 1 0 0,0-1 0 0 0,0 1 0 0 0,0 1 0 0 0,0-1-1 0 0,0 0 1 0 0,0 1 0 0 0,0 0 0 0 0,0 0 0 0 0,0 0-1 0 0,0 0 1 0 0,0 0 0 0 0,0 0 0 0 0,-1 1 0 0 0,1-1 0 0 0,0 1-1 0 0,0 1-300 0 0,73 81 4414 0 0,-57-59-2837 0 0,49 73 2522 0 0,-60-91-3927 0 0,3 5 35 0 0,-7-5-6739 0 0,8-44-37 0 0,-5 17 5215 0 0,-1-7-48 0 0</inkml:trace>
  <inkml:trace contextRef="#ctx0" brushRef="#br0" timeOffset="20212.328">1769 163 1528 0 0,'0'0'1262'0'0,"0"0"-142"0"0,3 0-26 0 0,-3 0-954 0 0,0 1-1 0 0,-1-1 0 0 0,1 0 0 0 0,0 0 0 0 0,-1 0 0 0 0,1 0 0 0 0,-1 1 1 0 0,1-1-1 0 0,0 0 0 0 0,-1 0 0 0 0,1 1 0 0 0,0-1 0 0 0,0 0 0 0 0,-1 1 1 0 0,1-1-1 0 0,0 0 0 0 0,0 1 0 0 0,-1-1 0 0 0,1 0 0 0 0,0 1 0 0 0,0-1 0 0 0,0 1 1 0 0,0-1-1 0 0,-1 0 0 0 0,1 1 0 0 0,0-1 0 0 0,0 1 0 0 0,0-1 0 0 0,0 0 1 0 0,0 1-1 0 0,0-1 0 0 0,0 1 0 0 0,0-1 0 0 0,0 1 0 0 0,1-1 0 0 0,-1 0 1 0 0,0 1-1 0 0,0-1 0 0 0,0 1 0 0 0,0-1 0 0 0,0 0 0 0 0,1 1 0 0 0,-1-1 1 0 0,0 0-1 0 0,0 1 0 0 0,1-1 0 0 0,-1 0 0 0 0,0 1 0 0 0,1-1 0 0 0,-1 0 1 0 0,0 0-1 0 0,1 1 0 0 0,-1-1-139 0 0,-7 6-829 0 0,-126 111 2335 0 0,127-113-1534 0 0,-109 58-1115 0 0,106-58 530 0 0,0-11-6926 0 0,12 2 6173 0 0,1 1 3 0 0</inkml:trace>
  <inkml:trace contextRef="#ctx0" brushRef="#br0" timeOffset="20800.511">1570 307 1568 0 0,'131'-39'5637'0'0,"26"35"-713"0"0,-71 26-3587 0 0,-10-14 351 0 0,-76-8-1539 0 0,0 0-109 0 0,0 0 15 0 0,0 0 10 0 0,2 3-47 0 0,-1-2-13 0 0,-1 1 0 0 0,1-1 0 0 0,-1 1 0 0 0,1-1 0 0 0,-1 1 0 0 0,1-1 0 0 0,-1 1 0 0 0,0-1 0 0 0,0 1 1 0 0,0-1-1 0 0,0 1 0 0 0,0-1 0 0 0,0 1 0 0 0,0 0 0 0 0,0-1 0 0 0,-1 1 0 0 0,1-1 0 0 0,0 1 0 0 0,-1-1 0 0 0,0 0 0 0 0,1 1 0 0 0,-1-1 1 0 0,0 1-1 0 0,1-1 0 0 0,-1 0 0 0 0,0 0 0 0 0,0 1 0 0 0,0-1 0 0 0,0 0 0 0 0,-1 0 0 0 0,1 0-5 0 0,-11 13-65 0 0,-1 0 0 0 0,0-1 0 0 0,-1-1 0 0 0,-1 0 1 0 0,0-1-1 0 0,0-1 0 0 0,-1 0 0 0 0,-1-1 0 0 0,1-1 0 0 0,-1 0 0 0 0,-15 4 65 0 0,-34 2-385 0 0,-8-12-579 0 0,72-2 844 0 0,-10-3 16 0 0,12 2 137 0 0,-1 0 0 0 0,1 1 0 0 0,0-1 0 0 0,-1 0 0 0 0,1 0 0 0 0,0 0-1 0 0,-1 1 1 0 0,1-1 0 0 0,0 0 0 0 0,0 0 0 0 0,0 0 0 0 0,-1 0 0 0 0,1 1 0 0 0,0-1 0 0 0,0 0-1 0 0,0 0 1 0 0,1 0 0 0 0,-1 0 0 0 0,0 0 0 0 0,0 1 0 0 0,0-1 0 0 0,1 0 0 0 0,-1 0 0 0 0,0 0 0 0 0,1 1-1 0 0,-1-1 1 0 0,1 0 0 0 0,-1 0 0 0 0,1 1 0 0 0,-1-1 0 0 0,1 0 0 0 0,-1 1 0 0 0,1-1 0 0 0,0 1-1 0 0,-1-1 1 0 0,1 1 0 0 0,0-1 0 0 0,-1 1 0 0 0,1-1 0 0 0,0 1 0 0 0,0-1 0 0 0,0 1 0 0 0,-1 0-1 0 0,1 0 1 0 0,0-1 0 0 0,0 1 0 0 0,0 0 0 0 0,0 0 0 0 0,-1 0 0 0 0,1 0 0 0 0,0 0 0 0 0,0 0-1 0 0,0 0 1 0 0,0 0 0 0 0,0 1 0 0 0,-1-1 0 0 0,1 0 0 0 0,0 0 0 0 0,0 1 0 0 0,0-1-33 0 0,166-1 3159 0 0,-80 18-2772 0 0,22 8 75 0 0,-91-1-2377 0 0,-55 11-6784 0 0,-16-18 2535 0 0,43-17 4689 0 0</inkml:trace>
  <inkml:trace contextRef="#ctx0" brushRef="#br0" timeOffset="21067.974">1846 436 1872 0 0,'10'30'5796'0'0,"-9"-21"-5693"0"0,0-1 1 0 0,-1 1-1 0 0,0 0 0 0 0,0 0 1 0 0,-1-1-1 0 0,0 1 0 0 0,0-1 1 0 0,-1 1-1 0 0,0-1 0 0 0,-1 0 1 0 0,0 1-1 0 0,0-1 0 0 0,-1 0 1 0 0,-4 7-104 0 0,-19 25-6580 0 0,23-35 5069 0 0</inkml:trace>
  <inkml:trace contextRef="#ctx0" brushRef="#br0" timeOffset="21238.789">1748 620 2104 0 0,'20'-2'7071'0'0,"17"6"-4071"0"0,5 0-1108 0 0,1-4-3 0 0,8 0-3046 0 0,-46-3-205 0 0,-4 3 1484 0 0,7-13-2207 0 0,-10-13-6809 0 0,-3 23 7614 0 0</inkml:trace>
  <inkml:trace contextRef="#ctx0" brushRef="#br0" timeOffset="21631.733">1721 484 1760 0 0,'-17'22'7148'0'0,"11"11"-4653"0"0,3-16-2008 0 0,-6 17 411 0 0,-21 139 3746 0 0,32-164-4480 0 0,1-1 0 0 0,0 0 0 0 0,0 1 0 0 0,1-1 0 0 0,0 0 0 0 0,0-1 1 0 0,1 1-1 0 0,0-1 0 0 0,0 0 0 0 0,1 0 0 0 0,0 0 0 0 0,0-1 0 0 0,1 0 1 0 0,0 0-1 0 0,0-1 0 0 0,0 0 0 0 0,0 0 0 0 0,1 0 0 0 0,0-1 0 0 0,0 0 1 0 0,6 1-165 0 0,15 6 410 0 0,0-3 0 0 0,1 0 0 0 0,0-2 1 0 0,0-1-1 0 0,1-1 0 0 0,-1-2 1 0 0,1-1-1 0 0,5-1-410 0 0,59-28-27 0 0,-53-4-1155 0 0,-39 24-105 0 0,1 1 0 0 0,-1 0 0 0 0,0-1 0 0 0,-1 1 0 0 0,0-1 0 0 0,0 0 0 0 0,-1 0 0 0 0,0 0 0 0 0,0 0 0 0 0,-1 0 0 0 0,0 0 0 0 0,0 0 0 0 0,-1-3 1287 0 0,1-3-1247 0 0,3-20-82 0 0,12-27-144 0 0</inkml:trace>
  <inkml:trace contextRef="#ctx0" brushRef="#br0" timeOffset="22070.521">2379 304 904 0 0,'-2'-13'5102'0'0,"2"12"-4950"0"0,0 0-1 0 0,-1 1 0 0 0,1-1 0 0 0,0 1 0 0 0,0-1 0 0 0,0 0 1 0 0,0 1-1 0 0,-1-1 0 0 0,1 0 0 0 0,0 1 0 0 0,0-1 0 0 0,0 0 1 0 0,1 1-1 0 0,-1-1 0 0 0,0 0 0 0 0,0 1 0 0 0,0-1 0 0 0,0 1 1 0 0,1-1-1 0 0,-1 0 0 0 0,0 1 0 0 0,0-1 0 0 0,1 1 0 0 0,-1-1 1 0 0,1 1-1 0 0,-1-1 0 0 0,0 1 0 0 0,1-1 0 0 0,-1 1 0 0 0,1-1 1 0 0,-1 1-1 0 0,1-1 0 0 0,-1 1 0 0 0,1 0 0 0 0,0-1 0 0 0,-1 1 1 0 0,1 0-1 0 0,-1 0 0 0 0,1-1 0 0 0,0 1 0 0 0,-1 0 0 0 0,1 0 1 0 0,-1 0-1 0 0,1 0 0 0 0,0 0 0 0 0,-1 0 0 0 0,1 0 0 0 0,0 0 1 0 0,-1 0-1 0 0,1 0 0 0 0,0 0-151 0 0,150-1 5234 0 0,-58-11-4338 0 0,-47 6-1870 0 0,-37 6-1050 0 0,-8 0 1045 0 0,1-2-666 0 0,5-6 91 0 0,-25 4-7721 0 0,15 4 8814 0 0,-2-1-849 0 0</inkml:trace>
  <inkml:trace contextRef="#ctx0" brushRef="#br0" timeOffset="22539.549">2603 236 1212 0 0,'-29'19'6375'0'0,"-7"29"-3934"0"0,26-31-1343 0 0,-17 23 272 0 0,-1-1 0 0 0,-2-2 1 0 0,-1-1-1 0 0,-34 31-1370 0 0,-4-16 9 0 0,50-44-1042 0 0,18-7 541 0 0,1 0-58 0 0,0 0-46 0 0,-1-3-61 0 0,1-1 420 0 0,1 0 0 0 0,-1 0 0 0 0,1 0 1 0 0,0 0-1 0 0,0 0 0 0 0,0 0 0 0 0,0 0 0 0 0,1 0 0 0 0,-1 1 1 0 0,1-1-1 0 0,0 0 0 0 0,0 1 0 0 0,0 0 0 0 0,1-1 1 0 0,-1 1-1 0 0,1 0 0 0 0,0 0 0 0 0,0 0 0 0 0,0 1 0 0 0,0-1 1 0 0,2-1 236 0 0,81-46-290 0 0,-17 54 3843 0 0,-36 4-2733 0 0,72 15 2733 0 0,-51-14-1684 0 0,-52-9-1573 0 0,29 3 1284 0 0,-29 1-1543 0 0,0 0 1 0 0,0 0-1 0 0,-1 0 1 0 0,0-1-1 0 0,0 1 0 0 0,0 1 1 0 0,0-1-1 0 0,-1 0 1 0 0,1 0-1 0 0,-1 0 1 0 0,0 0-1 0 0,0 0 1 0 0,-1 1-1 0 0,1-1 0 0 0,-1 0 1 0 0,0 0-1 0 0,0 0 1 0 0,0 0-1 0 0,-1 0 1 0 0,1-1-1 0 0,-1 1 0 0 0,0 0 1 0 0,0 0-1 0 0,0-1 1 0 0,-1 0-1 0 0,1 1 1 0 0,-2 0-38 0 0,-6 16 43 0 0,4-9-155 0 0,-1-1 1 0 0,0 0 0 0 0,-1-1-1 0 0,0 0 1 0 0,0 0-1 0 0,-1 0 1 0 0,0-1-1 0 0,-1-1 1 0 0,0 0 0 0 0,0 0-1 0 0,0 0 1 0 0,-1-2-1 0 0,0 1 1 0 0,-8 2 111 0 0,-42 0-4270 0 0,28-31 1372 0 0,30 20 2362 0 0,-1 0 0 0 0,1-1 1 0 0,0 1-1 0 0,0-1 0 0 0,0 0 0 0 0,0 0 0 0 0,1 0 0 0 0,-1 0 0 0 0,1 0 0 0 0,0 0 0 0 0,0-1 0 0 0,1 1 0 0 0,-1-1 0 0 0,1 1 0 0 0,0-1 0 0 0,0 0 0 0 0,0-1 536 0 0,1-4-1299 0 0</inkml:trace>
  <inkml:trace contextRef="#ctx0" brushRef="#br0" timeOffset="23227.771">2398 609 1880 0 0,'48'7'6888'0'0,"23"46"-3621"0"0,-62-45-2258 0 0,64 48 2395 0 0,-72-55-3587 0 0,-1-1-153 0 0,12-6-512 0 0,116-210-2192 0 0,-127 215 3145 0 0,0 1 0 0 0,0-1 1 0 0,0 1-1 0 0,0-1 0 0 0,0 1 0 0 0,0 0 0 0 0,0 0 0 0 0,0-1 0 0 0,0 1 1 0 0,0 0-1 0 0,0 0 0 0 0,0 0 0 0 0,0 0 0 0 0,0 0 0 0 0,0 0 0 0 0,0 1 1 0 0,0-1-1 0 0,0 0 0 0 0,0 0 0 0 0,0 1 0 0 0,0-1 0 0 0,0 1 0 0 0,0-1 1 0 0,0 1-1 0 0,0-1 0 0 0,0 1 0 0 0,0-1 0 0 0,0 1 0 0 0,-1 0 0 0 0,1 0 1 0 0,0-1-1 0 0,0 1 0 0 0,-1 0 0 0 0,1 0 0 0 0,-1 0 0 0 0,1 0 1 0 0,-1 0-1 0 0,1 0 0 0 0,-1 0-105 0 0,25 16 1970 0 0,11-18-330 0 0,-21-14-1607 0 0,0-1 0 0 0,0 0 0 0 0,-2-1 0 0 0,0-1 0 0 0,-1 0 0 0 0,-1-1 0 0 0,0 0 0 0 0,-1-1 0 0 0,-2 0 0 0 0,6-18-33 0 0,2 3-47 0 0,50-133 10 0 0,-56 182 1046 0 0,-5 171 563 0 0,-24-14-964 0 0,-24 211 1931 0 0,42-366-2228 0 0,-1 0 0 0 0,0 0 1 0 0,-1 0-1 0 0,-1-1 0 0 0,-1 1 1 0 0,0-1-1 0 0,-1 0 1 0 0,0-1-1 0 0,-4 5-311 0 0,6-16-20 0 0,0-1 0 0 0,0 0 0 0 0,0 0 0 0 0,-1 0 0 0 0,1 0 0 0 0,-1 0 0 0 0,1-1 0 0 0,-1 0 0 0 0,1 0 0 0 0,-1 0 0 0 0,0-1 0 0 0,0 0 0 0 0,1 1 0 0 0,-1-2 0 0 0,0 1 0 0 0,0 0 0 0 0,1-1 0 0 0,-1 0 0 0 0,0 0 0 0 0,1-1 0 0 0,-2 0 20 0 0,-148-65-3700 0 0,16-40-6304 0 0,89 43 4782 0 0,41 31 576 0 0,12 20 3262 0 0,11-16 152 0 0</inkml:trace>
  <inkml:trace contextRef="#ctx0" brushRef="#br0" timeOffset="23875.69">3528 153 1908 0 0,'3'23'7535'0'0,"-4"39"-5817"0"0,-1-13-677 0 0,2 375 2671 0 0,0-244-6994 0 0,0-180 3174 0 0,0 0 0 0 0,0-1-1 0 0,0 1 1 0 0,0 0-1 0 0,0 0 1 0 0,0-1-1 0 0,-1 1 1 0 0,1 0-1 0 0,0 0 1 0 0,0-1-1 0 0,0 1 1 0 0,-1 0-1 0 0,1 0 1 0 0,0-1-1 0 0,0 1 1 0 0,-1 0-1 0 0,1 0 1 0 0,0 0-1 0 0,0 0 1 0 0,-1 0-1 0 0,1-1 1 0 0,0 1-1 0 0,-1 0 1 0 0,1 0-1 0 0,0 0 1 0 0,0 0-1 0 0,-1 0 1 0 0,1 0-1 0 0,0 0 1 0 0,-1 0-1 0 0,1 0 1 0 0,0 0-1 0 0,-1 0 1 0 0,1 0-1 0 0,0 0 1 0 0,-1 0-1 0 0,1 0 1 0 0,0 0-1 0 0,0 1 1 0 0,-1-1-1 0 0,1 0 1 0 0,0 0-1 0 0,-1 0 1 0 0,1 0-1 0 0,0 1 1 0 0,0-1-1 0 0,-1 0 1 0 0,1 0-1 0 0,0 0 1 0 0,0 1-1 0 0,0-1 1 0 0,-1 0-1 0 0,1 0 1 0 0,0 1-1 0 0,0-1 109 0 0,3-22-3150 0 0,1-1 1763 0 0</inkml:trace>
  <inkml:trace contextRef="#ctx0" brushRef="#br0" timeOffset="24388.788">3594 195 2364 0 0,'0'-3'705'0'0,"3"-35"6386"0"0,-2 36-6881 0 0,0 0-1 0 0,0 0 1 0 0,0 1 0 0 0,0-1 0 0 0,0 0-1 0 0,1 0 1 0 0,-1 1 0 0 0,0-1-1 0 0,1 0 1 0 0,0 1 0 0 0,-1 0 0 0 0,1-1-1 0 0,0 1 1 0 0,0 0 0 0 0,0 0-1 0 0,0 0 1 0 0,0 0 0 0 0,0 0-1 0 0,0 0 1 0 0,0 1 0 0 0,0-1 0 0 0,0 1-1 0 0,0-1 1 0 0,0 1 0 0 0,1 0-210 0 0,141-15 2522 0 0,37 14-649 0 0,-80 22-1310 0 0,24 22 159 0 0,-116-39-702 0 0,-1 0 0 0 0,1 1 0 0 0,-1 0 0 0 0,0 0 0 0 0,0 1 0 0 0,0 0 0 0 0,-1 0 0 0 0,0 1 0 0 0,0 0 0 0 0,1 3-20 0 0,1 9 29 0 0,-1 0 1 0 0,0 0 0 0 0,-2 1 0 0 0,0 1-1 0 0,-1-1 1 0 0,-1 1 0 0 0,-1-1 0 0 0,-1 1-1 0 0,-1 0 1 0 0,-1 0 0 0 0,-2 21-30 0 0,2-41 5 0 0,-3 157 63 0 0,-26 59-1608 0 0,16-175-2122 0 0,-10-46-5560 0 0,-4-25 4900 0 0,16 14 2853 0 0</inkml:trace>
  <inkml:trace contextRef="#ctx0" brushRef="#br0" timeOffset="24675.786">3817 386 2016 0 0,'0'-1'179'0'0,"-1"0"0"0"0,0 1-1 0 0,1-1 1 0 0,-1 0 0 0 0,1 0-1 0 0,-1 0 1 0 0,1 0 0 0 0,0 0-1 0 0,-1 0 1 0 0,1-1 0 0 0,0 1-1 0 0,0 0 1 0 0,0 0 0 0 0,-1 0-1 0 0,1 0 1 0 0,0 0 0 0 0,1 0-1 0 0,-1 0 1 0 0,0 0 0 0 0,0 0-1 0 0,0 0 1 0 0,1 0 0 0 0,-1 0-1 0 0,0 0 1 0 0,1 0 0 0 0,-1 0-1 0 0,1 0 1 0 0,-1 0 0 0 0,1 0-1 0 0,0 0 1 0 0,-1 0 0 0 0,1 0-1 0 0,0 0 1 0 0,0 1 0 0 0,-1-1-1 0 0,1 0 1 0 0,0 1 0 0 0,0-1-1 0 0,0 0 1 0 0,0 1 0 0 0,0-1-1 0 0,0 1 1 0 0,0-1-179 0 0,50-24 2348 0 0,-44 23-2095 0 0,84-30 1215 0 0,-84 31-4927 0 0,-18 12-579 0 0,-5 3 2588 0 0,4 3 445 0 0,-5-2 53 0 0</inkml:trace>
  <inkml:trace contextRef="#ctx0" brushRef="#br0" timeOffset="24924.754">3881 382 3604 0 0,'-41'38'6297'0'0,"43"-36"-6118"0"0,0 0 1 0 0,0-1-1 0 0,0 1 0 0 0,1 0 1 0 0,-1-1-1 0 0,0 0 1 0 0,1 1-1 0 0,-1-1 0 0 0,1 0 1 0 0,0 0-1 0 0,-1-1 1 0 0,1 1-1 0 0,0 0 0 0 0,-1-1 1 0 0,1 0-1 0 0,0 0 1 0 0,0 1-1 0 0,-1-2 0 0 0,1 1 1 0 0,0 0-1 0 0,0 0 1 0 0,-1-1-1 0 0,2 0-179 0 0,6 1 236 0 0,39-3 400 0 0,15-23-712 0 0,-46 1-3249 0 0,-26 3-4787 0 0,1 13 6794 0 0</inkml:trace>
  <inkml:trace contextRef="#ctx0" brushRef="#br0" timeOffset="25252.836">3943 279 836 0 0,'-16'12'5427'0'0,"2"29"-4695"0"0,13-37-376 0 0,-23 193 2245 0 0,-14-75-2181 0 0,33-112-620 0 0,-1 0 0 0 0,0 0 1 0 0,0-1-1 0 0,-1 0 0 0 0,-1-1 1 0 0,0 1-1 0 0,0-2 1 0 0,0 1-1 0 0,-5 3 200 0 0,11-10-60 0 0,-37 16 549 0 0,39-17-242 0 0,0 0 20 0 0,0 0 44 0 0,0 0 29 0 0,-2-14 1283 0 0,122-36 2569 0 0,-29 30-3131 0 0,37-3-732 0 0,-120 20-1035 0 0,16-9-2796 0 0,-19-11-7224 0 0,-5 12 9418 0 0</inkml:trace>
  <inkml:trace contextRef="#ctx0" brushRef="#br0" timeOffset="25517.93">4088 552 976 0 0,'2'10'7570'0'0,"-2"6"-4299"0"0,-15 44-3105 0 0,11-53-865 0 0,0 0 0 0 0,0-1 1 0 0,0 1-1 0 0,-1-1 0 0 0,0 0 0 0 0,-1 0 0 0 0,1-1 0 0 0,-1 0 1 0 0,0 0-1 0 0,0 0 0 0 0,-1 0 0 0 0,-2 0 699 0 0,-8 5-1529 0 0</inkml:trace>
  <inkml:trace contextRef="#ctx0" brushRef="#br0" timeOffset="25814.242">3741 854 1008 0 0,'-10'23'10388'0'0,"28"-18"-7200"0"0,122-30 1853 0 0,-29 3-3372 0 0,28 17-474 0 0,-39-23-3021 0 0,11 11-7122 0 0,-7-12 1099 0 0,-80 21 6629 0 0,1 5-58 0 0</inkml:trace>
  <inkml:trace contextRef="#ctx0" brushRef="#br0" timeOffset="26126.865">4427 0 2240 0 0,'19'11'7503'0'0,"5"21"-4533"0"0,-26 0-8490 0 0,2-31 4044 0 0,-3 13-1511 0 0,-12 12 1369 0 0</inkml:trace>
  <inkml:trace contextRef="#ctx0" brushRef="#br0" timeOffset="26578.878">4375 260 1676 0 0,'0'1'211'0'0,"-1"0"-1"0"0,1 0 1 0 0,0 1-1 0 0,0-1 1 0 0,0 0-1 0 0,0 0 1 0 0,0 0 0 0 0,0 0-1 0 0,1 0 1 0 0,-1 0-1 0 0,0 0 1 0 0,0 0-1 0 0,1 0 1 0 0,-1 0-1 0 0,1 0 1 0 0,-1 0-1 0 0,1 0 1 0 0,-1 0 0 0 0,1 0-1 0 0,0 0 1 0 0,-1 0-1 0 0,1 0 1 0 0,0-1-1 0 0,0 1 1 0 0,-1 0-1 0 0,1 0 1 0 0,0-1-1 0 0,0 1 1 0 0,0-1 0 0 0,0 1-1 0 0,0-1 1 0 0,0 1-1 0 0,0-1 1 0 0,0 0-1 0 0,0 1 1 0 0,0-1-1 0 0,0 0 1 0 0,0 0-1 0 0,1 0 1 0 0,-1 0 0 0 0,0 0-1 0 0,0 0 1 0 0,1 0-211 0 0,159 2 3251 0 0,-160 1-3360 0 0,1 1-1 0 0,-1-1 1 0 0,0 0-1 0 0,0 1 1 0 0,0-1-1 0 0,0 1 0 0 0,0-1 1 0 0,-1 1-1 0 0,0-1 1 0 0,0 1-1 0 0,0-1 1 0 0,0 1-1 0 0,0-1 1 0 0,-1 1-1 0 0,1-1 1 0 0,-1 1-1 0 0,0-1 0 0 0,0 1 1 0 0,0-1-1 0 0,-1 0 1 0 0,1 1-1 0 0,-1-1 1 0 0,0 0 109 0 0,1 0-20 0 0,-35 94-717 0 0,36-96 869 0 0,0-1 61 0 0,3 26 905 0 0,55 39 940 0 0,-20-1 17 0 0,-31-22-400 0 0,-7-40-1431 0 0,-3 25 95 0 0,-24 30-436 0 0,26-55-8 0 0,0 0 0 0 0,0-1 1 0 0,-1 1-1 0 0,1 0 0 0 0,0-1 0 0 0,-1 1 1 0 0,1-1-1 0 0,-1 1 0 0 0,1-1 0 0 0,-1 0 1 0 0,0 1-1 0 0,1-1 0 0 0,-1 0 0 0 0,0 0 1 0 0,0 0-1 0 0,0-1 0 0 0,0 1 0 0 0,0 0 1 0 0,0-1-1 0 0,0 1 0 0 0,0-1 1 0 0,0 0-1 0 0,0 1 0 0 0,0-1 0 0 0,0 0 1 0 0,0 0-1 0 0,0-1 0 0 0,0 1 0 0 0,0 0 1 0 0,0-1-1 0 0,0 1 0 0 0,0-1 0 0 0,-2 0 125 0 0,-4-6-576 0 0,0 0 0 0 0,0 0 1 0 0,0-1-1 0 0,1 0 0 0 0,1 0 0 0 0,-1-1 0 0 0,1 1 0 0 0,1-2 0 0 0,-1 1 0 0 0,2 0 0 0 0,-1-1 0 0 0,1 0 1 0 0,1 0-1 0 0,0 0 0 0 0,0-1 0 0 0,1 1 0 0 0,0-1 0 0 0,1-4 576 0 0,-3-15-1439 0 0</inkml:trace>
  <inkml:trace contextRef="#ctx0" brushRef="#br0" timeOffset="26843.308">4472 371 1892 0 0,'16'11'6511'0'0,"-13"31"-4858"0"0,-3-39-1445 0 0,-15 146 3333 0 0,-30 24-1656 0 0,21-135-5853 0 0,23-38 2316 0 0,1 0-1 0 0,0 0-55 0 0,-1-3 91 0 0,2-28-979 0 0,4 9 1380 0 0</inkml:trace>
  <inkml:trace contextRef="#ctx0" brushRef="#br0" timeOffset="27222.785">4755 73 1132 0 0,'9'-12'5462'0'0,"-9"13"-2557"0"0,-3 5-2198 0 0,-26 68 1671 0 0,6-38-3085 0 0,57-35 1182 0 0,77-5 1990 0 0,-2 4-1307 0 0,-86-8-969 0 0,-12 2-1087 0 0,3 4-3757 0 0,-21 20-1022 0 0,2-12 4369 0 0,-2-1 26 0 0</inkml:trace>
  <inkml:trace contextRef="#ctx0" brushRef="#br0" timeOffset="27535.592">4703 313 1576 0 0,'3'2'5883'0'0,"7"2"-3816"0"0,110-2 4407 0 0,-63-4-5620 0 0,49 2-309 0 0,-78-11-3383 0 0,-28 11 2687 0 0,1-1 0 0 0,-1 1 1 0 0,0 0-1 0 0,0-1 0 0 0,1 1 0 0 0,-1 0 1 0 0,0-1-1 0 0,0 1 0 0 0,0 0 0 0 0,0-1 0 0 0,0 1 1 0 0,1-1-1 0 0,-1 1 0 0 0,0 0 0 0 0,0-1 0 0 0,0 1 1 0 0,0-1-1 0 0,0 1 0 0 0,0 0 0 0 0,0-1 1 0 0,0 1-1 0 0,0 0 0 0 0,-1-1 0 0 0,1 1 0 0 0,0-1 1 0 0,0 1-1 0 0,0 0 0 0 0,0-1 0 0 0,0 1 0 0 0,-1 0 1 0 0,1-1-1 0 0,0 1 0 0 0,0 0 0 0 0,-1-1 1 0 0,1 1-1 0 0,0 0 0 0 0,0-1 0 0 0,-1 1 0 0 0,1 0 1 0 0,0 0-1 0 0,-1 0 0 0 0,1-1 0 0 0,0 1 0 0 0,-1 0 1 0 0,1 0-1 0 0,-1 0 0 0 0,1 0 0 0 0,0 0 1 0 0,-1-1-1 0 0,1 1 0 0 0,-1 0 0 0 0,1 0 0 0 0,0 0 1 0 0,-1 0-1 0 0,1 0 0 0 0,-1 0 0 0 0,1 0 1 0 0,0 1-1 0 0,-1-1 0 0 0,1 0 0 0 0,-1 0 151 0 0,-9-3-2888 0 0,4 3 1361 0 0</inkml:trace>
  <inkml:trace contextRef="#ctx0" brushRef="#br0" timeOffset="27786.423">4817 262 1060 0 0,'-3'12'9244'0'0,"3"28"-8049"0"0,1-23-367 0 0,-15 118 553 0 0,7-1-1230 0 0,-13-95-1604 0 0,26-60-5987 0 0,-3 9 6148 0 0,3-10 6 0 0,-1-2-26 0 0</inkml:trace>
  <inkml:trace contextRef="#ctx0" brushRef="#br0" timeOffset="28610.308">4918 240 1140 0 0,'-1'1'143'0'0,"1"0"0"0"0,0 0 0 0 0,0-1 0 0 0,0 1 0 0 0,0 0 0 0 0,0-1 0 0 0,0 1-1 0 0,1 0 1 0 0,-1-1 0 0 0,0 1 0 0 0,0 0 0 0 0,0-1 0 0 0,1 1 0 0 0,-1 0 0 0 0,0-1 0 0 0,1 1 0 0 0,-1 0 0 0 0,1-1 0 0 0,-1 1 0 0 0,0-1-1 0 0,1 1 1 0 0,-1-1 0 0 0,1 1 0 0 0,0-1 0 0 0,-1 0 0 0 0,1 1 0 0 0,-1-1 0 0 0,1 1 0 0 0,0-1 0 0 0,-1 0 0 0 0,1 0 0 0 0,-1 1 0 0 0,1-1-1 0 0,0 0 1 0 0,0 0 0 0 0,-1 0 0 0 0,1 0 0 0 0,0 0 0 0 0,-1 0 0 0 0,1 0 0 0 0,0 0 0 0 0,-1 0 0 0 0,1 0 0 0 0,0 0 0 0 0,-1 0-1 0 0,1 0 1 0 0,0 0 0 0 0,-1-1 0 0 0,1 1 0 0 0,0 0 0 0 0,-1-1 0 0 0,1 1 0 0 0,0 0 0 0 0,-1-1 0 0 0,1 1 0 0 0,-1-1 0 0 0,1 1 0 0 0,-1-1-1 0 0,1 1 1 0 0,-1-1 0 0 0,1 1 0 0 0,-1-1 0 0 0,0 0 0 0 0,1 1 0 0 0,-1-1 0 0 0,0 1 0 0 0,1-1 0 0 0,-1 0 0 0 0,0 0-143 0 0,10 45 899 0 0,-1 0 1 0 0,-3 1 0 0 0,-1 0 0 0 0,-2 0 0 0 0,-3 14-900 0 0,-27-4-2030 0 0,25-55 1909 0 0,-1 0 0 0 0,1-1 1 0 0,0 1-1 0 0,0-1 1 0 0,0 0-1 0 0,-1 1 1 0 0,1-1-1 0 0,0 0 1 0 0,0 0-1 0 0,0-1 1 0 0,0 1-1 0 0,1 0 1 0 0,-1-1-1 0 0,0 1 1 0 0,0-1-1 0 0,1 1 0 0 0,-1-1 1 0 0,1 0-1 0 0,0 1 1 0 0,-1-1-1 0 0,1 0 1 0 0,0 0-1 0 0,0 0 1 0 0,0 0-1 0 0,0 0 1 0 0,0-1-1 0 0,1 1 1 0 0,-1-2 120 0 0,-28-76 1410 0 0,28 79-1305 0 0,1-1 0 0 0,0 0 0 0 0,0 0 0 0 0,0 0 0 0 0,1 0-1 0 0,-1 1 1 0 0,0-1 0 0 0,1 0 0 0 0,-1 0 0 0 0,1 1 0 0 0,-1-1-1 0 0,1 0 1 0 0,0 1 0 0 0,0-1 0 0 0,0 0 0 0 0,0 1 0 0 0,0-1-1 0 0,0 1 1 0 0,0 0 0 0 0,0-1 0 0 0,0 1 0 0 0,1 0 0 0 0,-1 0-1 0 0,1-1 1 0 0,-1 1 0 0 0,1 0 0 0 0,-1 1 0 0 0,1-1 0 0 0,0 0-1 0 0,-1 0 1 0 0,1 1 0 0 0,0-1 0 0 0,0 1 0 0 0,0-1-105 0 0,-11 34 745 0 0,-32 40-896 0 0,41-72 126 0 0,-1 0 1 0 0,1 1-1 0 0,0-1 0 0 0,1 0 1 0 0,-1 0-1 0 0,0 0 1 0 0,0 0-1 0 0,0 0 1 0 0,1 0-1 0 0,-1 0 0 0 0,0 0 1 0 0,1 0-1 0 0,-1 0 1 0 0,1-1-1 0 0,-1 1 1 0 0,1 0-1 0 0,-1 0 0 0 0,1 0 1 0 0,0 0-1 0 0,-1-1 1 0 0,1 1-1 0 0,0 0 1 0 0,0-1-1 0 0,0 1 0 0 0,-1 0 1 0 0,1-1-1 0 0,0 1 1 0 0,0-1-1 0 0,0 1 1 0 0,0-1-1 0 0,0 0 0 0 0,0 1 1 0 0,0-1-1 0 0,0 0 1 0 0,0 0 24 0 0,16 11-2 0 0,-17-10-30 0 0,0-1 78 0 0,0 0-38 0 0,-3 10-114 0 0,-7 1 87 0 0,-1 0 0 0 0,0-1 1 0 0,-1-1-1 0 0,0 0 0 0 0,0 0 0 0 0,-1-1 1 0 0,0-1-1 0 0,0 0 0 0 0,-1-1 1 0 0,0 0-1 0 0,0-1 0 0 0,0-1 0 0 0,-1 0 1 0 0,0-1 18 0 0,-23 11 627 0 0,30-8 389 0 0,26-7 110 0 0,71-29-38 0 0,63-11-445 0 0,-89 40-570 0 0,-61 2-157 0 0,-1-1 1 0 0,0 0-1 0 0,0 0 0 0 0,1 1 1 0 0,-1-1-1 0 0,0 1 1 0 0,0-1-1 0 0,0 1 1 0 0,0-1-1 0 0,0 1 0 0 0,0 0 1 0 0,0 0-1 0 0,0-1 1 0 0,0 1-1 0 0,0 0 1 0 0,0 0-1 0 0,0 0 0 0 0,-1 0 1 0 0,1 0-1 0 0,0 0 1 0 0,-1 0-1 0 0,1 0 1 0 0,0 0-1 0 0,-1 1 0 0 0,0-1 1 0 0,1 0-1 0 0,-1 0 1 0 0,0 0-1 0 0,1 1 1 0 0,-1-1-1 0 0,0 0 0 0 0,0 0 1 0 0,0 1-1 0 0,0-1 1 0 0,0 0-1 0 0,0 0 1 0 0,-1 1-1 0 0,1-1 0 0 0,0 0 1 0 0,-1 0-1 0 0,1 0 1 0 0,0 0-1 0 0,-1 1 1 0 0,0-1-1 0 0,1 0 0 0 0,-1 0 1 0 0,0 0-1 0 0,1 0 1 0 0,-1 0-1 0 0,0 0 1 0 0,0 0-1 0 0,0-1 0 0 0,0 1 1 0 0,0 0-1 0 0,-1 0 84 0 0,-7 8-959 0 0,0 0 0 0 0,-1-1-1 0 0,0 0 1 0 0,0-1 0 0 0,-1 0-1 0 0,0 0 1 0 0,0-1 0 0 0,-1-1 0 0 0,0 0-1 0 0,0 0 1 0 0,0-2 0 0 0,-11 3 959 0 0,13-4-1414 0 0</inkml:trace>
  <inkml:trace contextRef="#ctx0" brushRef="#br0" timeOffset="28938.674">4784 774 1080 0 0,'-42'16'9505'0'0,"9"38"-7614"0"0,68-77-2963 0 0,-5 23 1981 0 0,-29 0-605 0 0,11 0 374 0 0,86 47 1502 0 0,-43-27-696 0 0,-55-19-1648 0 0,0 0 0 0 0,1 0 1 0 0,-1 0-1 0 0,0 0 0 0 0,1 0 1 0 0,-1 0-1 0 0,0 0 0 0 0,0 0 0 0 0,0 0 1 0 0,0 0-1 0 0,0 0 0 0 0,0 0 0 0 0,0 0 1 0 0,-1 0-1 0 0,1 0 0 0 0,0 0 1 0 0,0 0-1 0 0,-1 0 0 0 0,1 0 0 0 0,-1 0 1 0 0,1 0-1 0 0,-1 0 0 0 0,1 0 0 0 0,-1 0 1 0 0,1 0-1 0 0,-1-1 0 0 0,0 1 0 0 0,0 0 1 0 0,1 0-1 0 0,-1-1 0 0 0,0 1 1 0 0,0 0-1 0 0,0-1 0 0 0,0 1 0 0 0,0-1 1 0 0,0 0-1 0 0,0 1 164 0 0,0 0 301 0 0,-99 76-7741 0 0,78-63 6252 0 0,-6-2 54 0 0</inkml:trace>
  <inkml:trace contextRef="#ctx0" brushRef="#br0" timeOffset="52746.628">394 2397 1468 0 0,'0'0'1576'0'0,"0"-3"-47"0"0,0-4-211 0 0,-3-9 10058 0 0,-6 17-12702 0 0,-210 108 3517 0 0,188-86-1632 0 0,31-23-548 0 0,0 0-2 0 0,0 0 20 0 0,3 3 46 0 0,119 64 49 0 0,-75-39-146 0 0,22 13-2810 0 0,-68-40 2756 0 0,11 2-12659 0 0,-6-7 11727 0 0,8-11-390 0 0</inkml:trace>
  <inkml:trace contextRef="#ctx0" brushRef="#br0" timeOffset="53171.985">676 2288 2292 0 0,'5'-4'8032'0'0,"-15"22"-4935"0"0,-1-4-2621 0 0,-1-1 0 0 0,-1 0 1 0 0,0 0-1 0 0,-1-1 0 0 0,0-1 1 0 0,-1-1-1 0 0,0 0 0 0 0,-9 5-476 0 0,-37 25 2170 0 0,60-40-2153 0 0,1 0 1 0 0,-1 0-1 0 0,1 0 0 0 0,-1 0 0 0 0,1 0 0 0 0,-1 1 1 0 0,1-1-1 0 0,-1 0 0 0 0,1 0 0 0 0,-1 1 1 0 0,1-1-1 0 0,-1 0 0 0 0,1 0 0 0 0,-1 1 0 0 0,1-1 1 0 0,0 1-1 0 0,-1-1 0 0 0,1 0 0 0 0,0 1 1 0 0,-1-1-1 0 0,1 1 0 0 0,0-1 0 0 0,0 1 0 0 0,-1-1 1 0 0,1 1-1 0 0,0-1 0 0 0,0 1 0 0 0,0-1 0 0 0,0 1 1 0 0,-1-1-1 0 0,1 1 0 0 0,0-1 0 0 0,0 1 1 0 0,0-1-1 0 0,0 1 0 0 0,0 0 0 0 0,0-1 0 0 0,1 1 1 0 0,-1-1-1 0 0,0 1 0 0 0,0-1 0 0 0,0 1 1 0 0,0-1-1 0 0,1 1 0 0 0,-1-1 0 0 0,0 1 0 0 0,0-1 1 0 0,1 1-1 0 0,-1-1 0 0 0,0 0 0 0 0,1 1 1 0 0,-1-1-1 0 0,1 0 0 0 0,-1 1 0 0 0,0-1 0 0 0,1 0 1 0 0,-1 1-1 0 0,1-1 0 0 0,-1 0 0 0 0,1 0 1 0 0,-1 1-1 0 0,1-1 0 0 0,-1 0 0 0 0,1 0 0 0 0,-1 0 1 0 0,1 0-1 0 0,-1 0 0 0 0,1 0 0 0 0,0 0 1 0 0,0 0-18 0 0,132 59-154 0 0,-110-48-213 0 0,5 2-4678 0 0,15 3-6858 0 0,-42-16 10437 0 0</inkml:trace>
  <inkml:trace contextRef="#ctx0" brushRef="#br0" timeOffset="53935.649">1044 2288 2280 0 0,'-3'2'6551'0'0,"-4"9"-3543"0"0,-15 37-1394 0 0,13-13-867 0 0,1 0 1 0 0,3 0 0 0 0,0 1-1 0 0,3 0 1 0 0,1 35-748 0 0,25 26 649 0 0,-23-91-577 0 0,0 0-1 0 0,1 0 0 0 0,-1 0 0 0 0,1 0 0 0 0,0 0 1 0 0,1 0-1 0 0,-1 0 0 0 0,1-1 0 0 0,0 1 0 0 0,0-1 1 0 0,1 0-1 0 0,0 0 0 0 0,0 0 0 0 0,0 0 0 0 0,0-1 1 0 0,1 0-1 0 0,0 0 0 0 0,0 0 0 0 0,0 0 0 0 0,0-1 1 0 0,1 0-1 0 0,-1 0 0 0 0,1 0 0 0 0,0-1 0 0 0,3 2-71 0 0,3-8 35 0 0,1 0-1 0 0,-1-1 1 0 0,-1 0-1 0 0,1-1 1 0 0,-1-1-1 0 0,0 1 1 0 0,0-2-1 0 0,-1 1 1 0 0,0-2-1 0 0,-1 1 1 0 0,1-1-1 0 0,-2-1 0 0 0,2 0-33 0 0,7-9 24 0 0,0 0 0 0 0,-2-1 0 0 0,0 0 1 0 0,-1-1-1 0 0,-1-1 0 0 0,-1 0 1 0 0,-1-1-1 0 0,-1 0 0 0 0,-1-1 0 0 0,-1 0 1 0 0,-1 0-1 0 0,-1-1 0 0 0,-1 0 1 0 0,-1-4-26 0 0,-3-44 74 0 0,-5 67-99 0 0,-39-35-605 0 0,-2 28-5708 0 0,41 12 4886 0 0,-10 5-7148 0 0,6 12 6952 0 0</inkml:trace>
  <inkml:trace contextRef="#ctx0" brushRef="#br0" timeOffset="54341.77">1538 2466 1976 0 0,'-1'14'6821'0'0,"-3"13"-3576"0"0,-1 3-2331 0 0,-46 294 4025 0 0,20-190-4121 0 0,30-131-919 0 0,-2 21-2187 0 0,0-37-1437 0 0,9-45-1332 0 0,16-29 1692 0 0,-17 70 2546 0 0,6-16-491 0 0</inkml:trace>
  <inkml:trace contextRef="#ctx0" brushRef="#br0" timeOffset="54673.149">1535 2483 2200 0 0,'0'-3'481'0'0,"0"1"-37"0"0,0-1-1 0 0,-1 1 1 0 0,1-1 0 0 0,1 1-1 0 0,-1-1 1 0 0,0 1 0 0 0,0-1-1 0 0,1 1 1 0 0,0 0-1 0 0,-1-1 1 0 0,1 1 0 0 0,0 0-1 0 0,0-1 1 0 0,0 1 0 0 0,0 0-1 0 0,1 0 1 0 0,-1 0-1 0 0,0 0 1 0 0,1 0 0 0 0,0 0-1 0 0,-1 0 1 0 0,1 0-1 0 0,0 1 1 0 0,0-1 0 0 0,0 1-1 0 0,0 0 1 0 0,0-1 0 0 0,0 1-1 0 0,1 0 1 0 0,-1 0-1 0 0,0 0 1 0 0,1 0 0 0 0,-1 1-1 0 0,2-1-443 0 0,2 2 204 0 0,1-1-1 0 0,-1 2 1 0 0,1-1 0 0 0,-1 1-1 0 0,1 0 1 0 0,-1 0-1 0 0,0 1 1 0 0,0-1 0 0 0,0 2-1 0 0,0-1 1 0 0,-1 0-1 0 0,1 1 1 0 0,-1 0 0 0 0,0 1-1 0 0,0-1 1 0 0,0 1-1 0 0,0 1-203 0 0,-2-3 109 0 0,0-1 0 0 0,0 1-1 0 0,-1 0 1 0 0,1 0 0 0 0,-1 0-1 0 0,0 0 1 0 0,0 0 0 0 0,0 0-1 0 0,0 1 1 0 0,0-1 0 0 0,-1 1-1 0 0,1-1 1 0 0,-1 1 0 0 0,0 0-1 0 0,0-1 1 0 0,-1 1 0 0 0,1 0-1 0 0,-1 3-108 0 0,0-6 169 0 0,0 2-10 0 0,-2 5-191 0 0,0-1-1 0 0,-1 0 1 0 0,0 0 0 0 0,0 0-1 0 0,-1 0 1 0 0,0 0 0 0 0,0-1 0 0 0,0 0-1 0 0,-1 1 1 0 0,0-2 0 0 0,0 1 0 0 0,-1-1-1 0 0,0 0 1 0 0,0 0 0 0 0,0 0-1 0 0,0-1 1 0 0,-1 0 0 0 0,1 0 0 0 0,-1 0-1 0 0,0-1 1 0 0,0 0 0 0 0,-2 0 32 0 0,-77 12-7197 0 0,68-28 3043 0 0,21-9-3616 0 0,-2 21 7390 0 0,6-5-1046 0 0</inkml:trace>
  <inkml:trace contextRef="#ctx0" brushRef="#br0" timeOffset="55472.736">2434 2729 836 0 0,'0'-5'9798'0'0,"-1"0"-5253"0"0,-22-12-1866 0 0,-84-49-1016 0 0,79 50-1515 0 0,1-1 1 0 0,1-1-1 0 0,1-1 1 0 0,0-1-1 0 0,1-1 0 0 0,-18-23-148 0 0,41 41-8 0 0,0 0 0 0 0,0-1 0 0 0,0 0 0 0 0,1 1 0 0 0,-1-1 0 0 0,1 1 0 0 0,0-1-1 0 0,0 0 1 0 0,0 1 0 0 0,1-1 0 0 0,-1 0 0 0 0,1 1 0 0 0,0-1 0 0 0,0 1 0 0 0,0-1 0 0 0,0 1 0 0 0,1 0-1 0 0,-1-1 1 0 0,1 1 0 0 0,0 0 0 0 0,0 0 0 0 0,0 0 0 0 0,0 0 0 0 0,1 0 0 0 0,-1 1 0 0 0,1-1 0 0 0,0 1-1 0 0,-1-1 1 0 0,1 1 0 0 0,0 0 0 0 0,2 0 8 0 0,8-12 9 0 0,81-66-336 0 0,-90 79 329 0 0,0 0 1 0 0,1 0-1 0 0,-1 0 1 0 0,0 1-1 0 0,1-1 0 0 0,-1 1 1 0 0,1 0-1 0 0,-1 1 1 0 0,0-1-1 0 0,1 1 1 0 0,-1-1-1 0 0,0 1 1 0 0,1 1-1 0 0,-1-1 0 0 0,0 1 1 0 0,0-1-1 0 0,0 1 1 0 0,0 0-1 0 0,0 0 1 0 0,-1 1-1 0 0,1-1 1 0 0,-1 1-1 0 0,1 0 1 0 0,-1 0-1 0 0,0 0 0 0 0,0 0 1 0 0,0 1-1 0 0,0-1 1 0 0,-1 1-1 0 0,0 0 1 0 0,1 0-1 0 0,-1 0 1 0 0,-1 0-1 0 0,1 0 0 0 0,-1 0 1 0 0,1 0-1 0 0,-1 0 1 0 0,0 1-1 0 0,-1-1 1 0 0,1 0-1 0 0,-1 1 1 0 0,1-1-1 0 0,-2 1 0 0 0,1-1 1 0 0,-1 3-3 0 0,1 3-7 0 0,-1 0 1 0 0,-1 0-1 0 0,0 0 1 0 0,0 0-1 0 0,-1-1 1 0 0,0 1-1 0 0,-1-1 1 0 0,0 0-1 0 0,0 0 1 0 0,-1 0-1 0 0,0 0 1 0 0,-6 7 6 0 0,-1-1-35 0 0,0 0 1 0 0,-1-1 0 0 0,-1 0-1 0 0,0-1 1 0 0,-1 0-1 0 0,0-1 1 0 0,-1-1 0 0 0,0 0-1 0 0,-1-1 1 0 0,-13 5 34 0 0,-1 13-1161 0 0,31-28 952 0 0,0 0 3 0 0,36 6-743 0 0,44-9-407 0 0,3-15 14 0 0,4-11-3564 0 0,8-12-1435 0 0,-72 30 4857 0 0</inkml:trace>
  <inkml:trace contextRef="#ctx0" brushRef="#br0" timeOffset="56136.532">2945 2268 1132 0 0,'-1'-10'4027'0'0,"2"16"-631"0"0,1 234 723 0 0,-27-80-3740 0 0,6-90-2420 0 0,12-72-5395 0 0,7-4 5740 0 0</inkml:trace>
  <inkml:trace contextRef="#ctx0" brushRef="#br0" timeOffset="56528.462">2984 2289 848 0 0,'30'-29'8793'0'0,"-26"28"-8463"0"0,-1-1 0 0 0,0 1 0 0 0,1 0 0 0 0,-1 0 0 0 0,1 0 0 0 0,-1 0 0 0 0,1 0 0 0 0,0 1 0 0 0,-1 0 0 0 0,1-1 0 0 0,-1 1 0 0 0,1 1 0 0 0,0-1 0 0 0,-1 1 0 0 0,1-1 0 0 0,-1 1 0 0 0,1 0 0 0 0,2 1-330 0 0,6 3 194 0 0,-1 0 0 0 0,1 1 0 0 0,-1 0 0 0 0,-1 1-1 0 0,1 0 1 0 0,-1 1 0 0 0,-1 0 0 0 0,1 1 0 0 0,-1 0 0 0 0,-1 0-1 0 0,0 1 1 0 0,0 0 0 0 0,-1 0 0 0 0,0 1 0 0 0,-1-1-1 0 0,0 2 1 0 0,0-1 0 0 0,-2 1 0 0 0,1 0 0 0 0,-1 0 0 0 0,-1 0-1 0 0,0 0 1 0 0,0 10-194 0 0,-6-9 29 0 0,0-1 0 0 0,-1 1 0 0 0,0-1 0 0 0,-1 0 0 0 0,0 0 0 0 0,-1-1 1 0 0,-1 1-1 0 0,0-1 0 0 0,0-1 0 0 0,-1 1 0 0 0,0-1 0 0 0,-1-1 0 0 0,0 1 0 0 0,-6 3-29 0 0,2-1-162 0 0,-1-1 0 0 0,0 0-1 0 0,-1-1 1 0 0,0-1 0 0 0,-1 0 0 0 0,0-1 0 0 0,0-1 0 0 0,0 0-1 0 0,-12 2 163 0 0,-17-4-2879 0 0,43-5 2126 0 0,2 0-46 0 0,-10-3-3043 0 0,9 2 3626 0 0,1 0 0 0 0,-1 0 0 0 0,0 0 0 0 0,1 0 0 0 0,-1 0 0 0 0,1-1 0 0 0,-1 1 0 0 0,1 0 0 0 0,0 0 0 0 0,0 0 0 0 0,-1-1 0 0 0,1 1 0 0 0,0 0 1 0 0,0 0-1 0 0,0-1 0 0 0,0 1 0 0 0,0 0 0 0 0,1 0 0 0 0,-1-1 0 0 0,0 1 0 0 0,1 0 0 0 0,-1 0 0 0 0,1-1 0 0 0,-1 1 0 0 0,1 0 0 0 0,-1 0 0 0 0,1 0 0 0 0,0 0 0 0 0,-1 0 0 0 0,1 0 0 0 0,0 0 0 0 0,0 0 0 0 0,0 0 0 0 0,0 0 0 0 0,0 0 216 0 0,12-11-1442 0 0</inkml:trace>
  <inkml:trace contextRef="#ctx0" brushRef="#br0" timeOffset="56965.89">3274 2612 840 0 0,'16'10'7594'0'0,"-23"19"-4367"0"0,2-13-2832 0 0,1 0 0 0 0,0 0 0 0 0,1 1 0 0 0,0-1-1 0 0,2 1 1 0 0,0-1 0 0 0,0 1 0 0 0,2 0-395 0 0,-1-15 23 0 0,1 0-1 0 0,0 1 1 0 0,0-1-1 0 0,0 0 1 0 0,0 0-1 0 0,0 0 1 0 0,0 0-1 0 0,0 0 1 0 0,0 0-1 0 0,1-1 1 0 0,-1 1-1 0 0,1 0 1 0 0,0-1-1 0 0,-1 1 1 0 0,1-1-1 0 0,0 1 1 0 0,0-1-1 0 0,0 0 1 0 0,0 0-1 0 0,0 0 1 0 0,0 0-1 0 0,0 0 1 0 0,0 0-1 0 0,1-1 1 0 0,-1 1-1 0 0,0-1 1 0 0,0 1-1 0 0,1-1 1 0 0,-1 0-1 0 0,0 0 1 0 0,0 0-1 0 0,1 0 1 0 0,-1 0-1 0 0,0-1 1 0 0,1 1-1 0 0,-1-1 1 0 0,0 1-1 0 0,0-1 1 0 0,0 0-1 0 0,1 0-22 0 0,7-4 17 0 0,0 0 0 0 0,0 0 0 0 0,-1-1 0 0 0,0 0 0 0 0,0-1 0 0 0,0 0 0 0 0,-1 0 0 0 0,0-1 0 0 0,-1 0 0 0 0,0 0 0 0 0,0-1 0 0 0,-1 0 0 0 0,0 0 0 0 0,0 0 0 0 0,-1-1 0 0 0,1-2-17 0 0,-6 9 12 0 0,0 0-1 0 0,0 1 1 0 0,0-1 0 0 0,0 0-1 0 0,-1 0 1 0 0,1 0-1 0 0,-1 1 1 0 0,0-1 0 0 0,0 0-1 0 0,0 1 1 0 0,0-1 0 0 0,0 1-1 0 0,0-1 1 0 0,-1 1-1 0 0,1-1 1 0 0,-1 1 0 0 0,0 0-1 0 0,0 0 1 0 0,0 0 0 0 0,0 0-1 0 0,0 0 1 0 0,0 0-1 0 0,0 0 1 0 0,0 1 0 0 0,-1-1-1 0 0,1 1 1 0 0,-1 0-1 0 0,-2-1-11 0 0,-82-15-2207 0 0,85 17 1663 0 0,2-1 397 0 0,-1 1 1 0 0,1 0-1 0 0,0 0 1 0 0,-1 0 0 0 0,1-1-1 0 0,-1 1 1 0 0,1 0-1 0 0,0 0 1 0 0,-1 0-1 0 0,1 0 1 0 0,-1 0-1 0 0,1 0 1 0 0,-1 0-1 0 0,1 0 1 0 0,-1 0-1 0 0,1 0 1 0 0,0 0-1 0 0,-1 0 1 0 0,1 0-1 0 0,-1 1 1 0 0,1-1-1 0 0,-1 0 1 0 0,1 0-1 0 0,0 0 1 0 0,-1 0-1 0 0,1 1 1 0 0,-1-1-1 0 0,1 0 1 0 0,0 1-1 0 0,-1-1 1 0 0,1 0 0 0 0,0 1-1 0 0,0-1 1 0 0,-1 0-1 0 0,1 1 1 0 0,0-1-1 0 0,0 0 1 0 0,-1 1-1 0 0,1-1 1 0 0,0 1-1 0 0,0-1 1 0 0,0 0-1 0 0,0 1 1 0 0,0-1-1 0 0,0 1 1 0 0,-1-1-1 0 0,1 1 1 0 0,0-1-1 0 0,0 1 1 0 0,0-1-1 0 0,1 0 1 0 0,-1 1-1 0 0,0-1 1 0 0,0 1-1 0 0,0-1 1 0 0,0 1 0 0 0,0-1-1 0 0,0 0 1 0 0,1 1-1 0 0,-1-1 1 0 0,0 1-1 0 0,0-1 1 0 0,1 0-1 0 0,-1 1 1 0 0,0-1-1 0 0,0 0 1 0 0,1 1 146 0 0,2-1-1636 0 0</inkml:trace>
  <inkml:trace contextRef="#ctx0" brushRef="#br0" timeOffset="57452.234">3452 2630 2440 0 0,'35'28'7887'0'0,"-5"43"-4204"0"0,-23-52-2578 0 0,-4-10-523 0 0,-3-6-478 0 0,0-1-1 0 0,1 0 1 0 0,-1 1 0 0 0,1-1 0 0 0,0 0-1 0 0,0 0 1 0 0,0 1 0 0 0,0-1-1 0 0,0 0 1 0 0,0 0 0 0 0,0 0 0 0 0,1 0-1 0 0,-1 0 1 0 0,1-1 0 0 0,-1 1 0 0 0,1 0-1 0 0,0-1 1 0 0,0 1 0 0 0,0-1 0 0 0,-1 1-1 0 0,2-1 1 0 0,0 1-104 0 0,-3-2 47 0 0,0 0-65 0 0,13-3-366 0 0,48-65-324 0 0,-32 39 631 0 0,-26 32 264 0 0,36 60 603 0 0,-4 11 854 0 0,-33-74-1623 0 0,-1 0 1 0 0,1 0-1 0 0,-1 0 0 0 0,0 0 1 0 0,1 0-1 0 0,-1 0 0 0 0,1 0 1 0 0,-1 0-1 0 0,1-1 1 0 0,-1 1-1 0 0,0-1 0 0 0,1 1 1 0 0,-1-1-1 0 0,0 1 0 0 0,1-1 1 0 0,-1 0-1 0 0,0 0 0 0 0,0 0 1 0 0,0 1-1 0 0,1-1 1 0 0,-1 0-1 0 0,0 0 0 0 0,0-1 1 0 0,-1 1-1 0 0,1 0 0 0 0,0 0 1 0 0,0 0-1 0 0,0-2-21 0 0,2-1 64 0 0,7-8-231 0 0,-1 0 0 0 0,0-1 1 0 0,-1 0-1 0 0,-1-1 0 0 0,0 0 0 0 0,0 0 1 0 0,-2 0-1 0 0,0-1 0 0 0,2-9 167 0 0,-7 23-565 0 0,-2-21-4984 0 0,-12 15 4672 0 0,10 14-5575 0 0,8-1 3841 0 0,-3-2 1272 0 0</inkml:trace>
  <inkml:trace contextRef="#ctx0" brushRef="#br0" timeOffset="57923.528">3982 2599 2120 0 0,'12'33'10635'0'0,"-11"32"-6447"0"0,-2-38-2793 0 0,-3 41-50 0 0,75-191-1491 0 0,-70 120 140 0 0,0 0 0 0 0,1 0 0 0 0,-1 0 0 0 0,1 0 0 0 0,0 1 0 0 0,-1-1 0 0 0,1 0 0 0 0,1 1 0 0 0,-1-1 0 0 0,0 1 0 0 0,1 0 0 0 0,-1 0 0 0 0,1 0 1 0 0,-1 0-1 0 0,1 0 0 0 0,0 1 0 0 0,0-1 0 0 0,0 1 0 0 0,0 0 0 0 0,0 0 0 0 0,0 0 0 0 0,0 0 0 0 0,0 0 0 0 0,3 0 6 0 0,25 28 332 0 0,33 94-1476 0 0,-62-117-7508 0 0,3-9 3775 0 0,3-9 2859 0 0,6 0 643 0 0</inkml:trace>
  <inkml:trace contextRef="#ctx0" brushRef="#br0" timeOffset="58413.951">4466 2383 2284 0 0,'-23'-1'12672'0'0,"42"25"-9149"0"0,0-10-3032 0 0,82 79 2651 0 0,-100-89-3091 0 0,-1 0 1 0 0,0 0-1 0 0,0 0 0 0 0,0 0 0 0 0,0 0 1 0 0,-1-1-1 0 0,1 1 0 0 0,-1 0 1 0 0,0 0-1 0 0,0 0 0 0 0,-1-1 0 0 0,1 1 1 0 0,-1 0-1 0 0,0-1 0 0 0,0 1 1 0 0,0-1-1 0 0,0 0 0 0 0,0 0 0 0 0,-1 0 1 0 0,0 0-1 0 0,1 0 0 0 0,-1 0 1 0 0,0-1-1 0 0,0 0 0 0 0,-3 2-51 0 0,-47 31-980 0 0,15-21-2776 0 0,37-14 2608 0 0,1 0-79 0 0,-14-2-4181 0 0,10-44-2775 0 0,8 36 6527 0 0</inkml:trace>
  <inkml:trace contextRef="#ctx0" brushRef="#br0" timeOffset="58728.901">4697 2294 2224 0 0,'35'4'11226'0'0,"19"24"-5866"0"0,-30-14-4424 0 0,-18-11-824 0 0,-2-2 58 0 0,0 0 0 0 0,0 0 0 0 0,0 1 0 0 0,0-1 0 0 0,-1 1 0 0 0,1 0 0 0 0,0 0 1 0 0,-1 0-1 0 0,0 1 0 0 0,1-1 0 0 0,-1 1 0 0 0,0 0 0 0 0,0 0 0 0 0,-1 0 0 0 0,1 0 0 0 0,-1 0 0 0 0,1 1 1 0 0,-1-1-1 0 0,0 1 0 0 0,0 0 0 0 0,-1-1 0 0 0,1 1 0 0 0,-1 0 0 0 0,0 0 0 0 0,0 0 0 0 0,0 0 0 0 0,0 0 0 0 0,-1 0 1 0 0,1 0-1 0 0,-1 0 0 0 0,0 1 0 0 0,0-1 0 0 0,-1 1-170 0 0,-3 4-89 0 0,0 0 1 0 0,-1 0 0 0 0,0-1-1 0 0,0 0 1 0 0,0 0-1 0 0,-1-1 1 0 0,-1 1-1 0 0,1-1 1 0 0,-1-1-1 0 0,0 1 1 0 0,-1-1-1 0 0,0 0 1 0 0,0-1-1 0 0,0 1 89 0 0,-128 62-7532 0 0,42-31-167 0 0,29-19 2181 0 0,56-16 4355 0 0</inkml:trace>
  <inkml:trace contextRef="#ctx0" brushRef="#br0" timeOffset="79936.06">515 3157 1468 0 0,'0'-4'1053'0'0,"0"-9"-84"0"0,0 9-55 0 0,0 4-66 0 0,0 0-66 0 0,0 0-41 0 0,0 0-10 0 0,0 0 4 0 0,0 0-15 0 0,0 0-72 0 0,0 0-59 0 0,0 0-63 0 0,0 0-17 0 0,0 0 92 0 0,0 0-29 0 0,0 0-61 0 0,0 0-51 0 0,1 11 314 0 0,-89 67 632 0 0,-85 40-1700 0 0,150-106-300 0 0,-19 9-1676 0 0,15-10-2813 0 0,17-6 521 0 0,8-5 3036 0 0</inkml:trace>
  <inkml:trace contextRef="#ctx0" brushRef="#br0" timeOffset="80219.301">476 3224 888 0 0,'56'25'8069'0'0,"17"37"-5001"0"0,-66-55-2337 0 0,63 52 1127 0 0,-54-46-3700 0 0,-15-13 586 0 0,-1 0-420 0 0,0 0 31 0 0,0 0 114 0 0,0 0 95 0 0,0 0 66 0 0,0 0-29 0 0,0 0-32 0 0</inkml:trace>
  <inkml:trace contextRef="#ctx0" brushRef="#br0" timeOffset="80757.237">25 3562 1504 0 0,'-25'-5'8259'0'0,"40"7"-3083"0"0,37-5-3539 0 0,41-19-411 0 0,180 1 865 0 0,-22 21-1331 0 0,-225-3-4007 0 0,-42 3-3014 0 0,-24 12-1763 0 0,31-9 6435 0 0</inkml:trace>
  <inkml:trace contextRef="#ctx0" brushRef="#br0" timeOffset="81009.829">455 3507 1756 0 0,'-6'21'6646'0'0,"7"22"-4908"0"0,-1-32-1156 0 0,0 198 2636 0 0,-24-129-3399 0 0,19-57-41 0 0,1-6-2171 0 0,3-6-5314 0 0,1-11 6190 0 0</inkml:trace>
  <inkml:trace contextRef="#ctx0" brushRef="#br0" timeOffset="81574.154">1127 3257 1648 0 0,'0'-1'213'0'0,"0"0"-1"0"0,-1 0 1 0 0,0 0 0 0 0,1 0-1 0 0,-1 0 1 0 0,0 0-1 0 0,1 0 1 0 0,-1 0-1 0 0,0 1 1 0 0,0-1 0 0 0,0 0-1 0 0,0 0 1 0 0,1 1-1 0 0,-1-1 1 0 0,0 0 0 0 0,0 1-1 0 0,0-1 1 0 0,-1 1-1 0 0,1-1 1 0 0,0 1 0 0 0,0 0-1 0 0,0 0 1 0 0,0-1-1 0 0,0 1 1 0 0,0 0 0 0 0,-1 0-1 0 0,1 0 1 0 0,0 0-1 0 0,0 0 1 0 0,0 0-1 0 0,0 0 1 0 0,-1 1 0 0 0,1-1-1 0 0,0 0 1 0 0,0 1-1 0 0,0-1 1 0 0,0 1 0 0 0,0-1-1 0 0,0 1 1 0 0,0-1-1 0 0,0 1 1 0 0,-1 0-213 0 0,-43 35 1684 0 0,40-31-1389 0 0,-8 12-126 0 0,0 0-1 0 0,1 1 0 0 0,2 1 0 0 0,-1-1 0 0 0,2 2 0 0 0,1-1 0 0 0,0 1 1 0 0,2 1-1 0 0,0-1 0 0 0,1 1 0 0 0,1 0 0 0 0,1 0 0 0 0,1 1 0 0 0,1-1 1 0 0,0 0-1 0 0,3 19-168 0 0,-2-29-25 0 0,0-1 1 0 0,1 0 0 0 0,0 1 0 0 0,1-1-1 0 0,0 0 1 0 0,1 1 0 0 0,-1-1-1 0 0,2 0 1 0 0,3 8 24 0 0,-6-16-13 0 0,1 3-38 0 0,0 0-1 0 0,0-1 1 0 0,0 1 0 0 0,1-1 0 0 0,-1 0 0 0 0,1 0-1 0 0,0 0 1 0 0,0 0 0 0 0,0 0 0 0 0,1 0-1 0 0,0-1 1 0 0,-1 0 0 0 0,1 0 0 0 0,0 0 0 0 0,1 0-1 0 0,-1 0 52 0 0,56-1-3401 0 0,57-69-4301 0 0,-99 55 6062 0 0</inkml:trace>
  <inkml:trace contextRef="#ctx0" brushRef="#br0" timeOffset="82092.338">1377 3196 1248 0 0,'-3'-5'4078'0'0,"2"5"-795"0"0,-5 9-1234 0 0,-50 62 572 0 0,-64 83-1586 0 0,93-126-2873 0 0,32-47-1160 0 0,4 6 2329 0 0,-7 9 639 0 0,0 1 0 0 0,0-1 0 0 0,0 0 1 0 0,1 1-1 0 0,0-1 0 0 0,-1 1 0 0 0,1 0 0 0 0,1 0 0 0 0,-1 0 1 0 0,0 0-1 0 0,1 1 0 0 0,-1-1 0 0 0,1 1 0 0 0,0 0 1 0 0,0 0-1 0 0,0 0 0 0 0,0 0 0 0 0,3 0 30 0 0,5 20 798 0 0,-4 1-343 0 0,0 0 0 0 0,-2 1 0 0 0,0 0 0 0 0,-1 0 0 0 0,-1 1 0 0 0,0 12-455 0 0,5 20 835 0 0,3 92 909 0 0,-12-144-2157 0 0,0-1-283 0 0,0 0-102 0 0,0 0-312 0 0,0 0-152 0 0,-1 2-479 0 0,-3 4-3072 0 0,6-11 3431 0 0</inkml:trace>
  <inkml:trace contextRef="#ctx0" brushRef="#br0" timeOffset="82532.231">1594 3065 1648 0 0,'-5'0'7700'0'0,"-15"26"-5290"0"0,1 7-1385 0 0,4-15-3467 0 0,4-15-5067 0 0,11-3 6013 0 0</inkml:trace>
  <inkml:trace contextRef="#ctx0" brushRef="#br0" timeOffset="82982.391">1587 3065 916 0 0,'-1'11'5409'0'0,"-13"11"-3119"0"0,-107 103 235 0 0,64-98-3782 0 0,43-21-979 0 0,8-4-2163 0 0,6-1 2815 0 0</inkml:trace>
  <inkml:trace contextRef="#ctx0" brushRef="#br0" timeOffset="83263.656">1533 3149 1696 0 0,'70'-5'7675'0'0,"34"3"-2943"0"0,-98 5-4624 0 0,0 1-158 0 0,-4-3 16 0 0,-1-1 0 0 0,1 1-1 0 0,-1-1 1 0 0,0 1 0 0 0,1 0 0 0 0,-1 0 0 0 0,0 0 0 0 0,1 0 0 0 0,-1 0 0 0 0,0 0-1 0 0,0 0 1 0 0,0 0 0 0 0,0 0 0 0 0,0 0 0 0 0,0 0 0 0 0,0 1 0 0 0,-1-1 0 0 0,1 0-1 0 0,0 1 1 0 0,-1-1 0 0 0,1 1 0 0 0,-1-1 0 0 0,1 1 0 0 0,-1-1 0 0 0,0 1 0 0 0,0-1-1 0 0,1 1 1 0 0,-1-1 0 0 0,0 1 0 0 0,0-1 0 0 0,-1 1 0 0 0,1-1 0 0 0,0 1 0 0 0,0-1 0 0 0,-1 2 34 0 0,-89 67-8363 0 0,72-58 6951 0 0,1-3 24 0 0</inkml:trace>
  <inkml:trace contextRef="#ctx0" brushRef="#br0" timeOffset="83933.477">1688 3200 2196 0 0,'-24'47'8077'0'0,"-29"11"-6319"0"0,-29 5-328 0 0,-4-5-1224 0 0,42-45-1357 0 0,42-13 583 0 0,-8 0-2236 0 0,9 0 2606 0 0,-1-1 0 0 0,1 1 0 0 0,-1 0 0 0 0,1-1 1 0 0,-1 0-1 0 0,1 1 0 0 0,-1-1 0 0 0,1 0 1 0 0,-1 0-1 0 0,1 0 0 0 0,0 0 0 0 0,0 0 1 0 0,-1 0-1 0 0,1 0 0 0 0,0 0 0 0 0,0-1 1 0 0,0 1-1 0 0,0 0 0 0 0,1-1 0 0 0,-1 1 1 0 0,0-1-1 0 0,0 1 0 0 0,1-1 0 0 0,-1 1 1 0 0,1-1-1 0 0,-1 1 0 0 0,1-1 0 0 0,0 0 198 0 0,-1-7-1278 0 0</inkml:trace>
  <inkml:trace contextRef="#ctx0" brushRef="#br0" timeOffset="84167.001">1482 3232 860 0 0,'33'4'6484'0'0,"17"21"-4005"0"0,-39-19-1834 0 0,119 81 3494 0 0,-33-11-2183 0 0,-96-75-2031 0 0,29 26 376 0 0,-16-22-3937 0 0,-18-16-7123 0 0,2 8 9445 0 0</inkml:trace>
  <inkml:trace contextRef="#ctx0" brushRef="#br0" timeOffset="84725.288">1654 3392 1932 0 0,'-26'22'6069'0'0,"0"1"-3992"0"0,-16 15-954 0 0,-11 4 238 0 0,70-64-2335 0 0,34 4 503 0 0,-50 18 562 0 0,-1 0 15 0 0,0 0 76 0 0,3 3 98 0 0,-1-1-230 0 0,-1-1 0 0 0,1 1-1 0 0,0 0 1 0 0,-1 0 0 0 0,0 0-1 0 0,1 0 1 0 0,-1 0 0 0 0,0 0-1 0 0,0 0 1 0 0,0 1 0 0 0,0-1-1 0 0,0 0 1 0 0,-1 1-1 0 0,1-1 1 0 0,-1 0 0 0 0,0 1-1 0 0,1-1 1 0 0,-1 1 0 0 0,0-1-1 0 0,0 1 1 0 0,-1-1 0 0 0,1 0-1 0 0,0 1 1 0 0,-1-1 0 0 0,0 0-1 0 0,0 2-49 0 0,0 32 455 0 0,1-35-510 0 0,5 13-39 0 0,-2-14 126 0 0,1 1-1 0 0,-1-1 0 0 0,0 1 0 0 0,0-1 1 0 0,0 1-1 0 0,0 0 0 0 0,0 0 0 0 0,0 1 1 0 0,0-1-1 0 0,0 1 0 0 0,0-1 1 0 0,0 1-1 0 0,-1 0 0 0 0,1 0 0 0 0,-1 0 1 0 0,1 0-1 0 0,-1 1 0 0 0,0-1 1 0 0,0 1-1 0 0,0-1 0 0 0,0 1 0 0 0,0 0 1 0 0,-1-1-1 0 0,1 1 0 0 0,-1 0 1 0 0,0 0-1 0 0,0 0 0 0 0,0 0 0 0 0,0 1 1 0 0,0-1-1 0 0,-1 0 0 0 0,0 0 1 0 0,1 0-1 0 0,-1 1 0 0 0,0-1 0 0 0,0 0 1 0 0,-1 1-32 0 0,1-3 52 0 0,0 12-418 0 0,-29 40-1145 0 0,26-49 803 0 0,-1 1 0 0 0,1-1 1 0 0,-1 1-1 0 0,-1-1 0 0 0,1-1 0 0 0,0 1 1 0 0,-1 0-1 0 0,0-1 0 0 0,0 0 1 0 0,0 0-1 0 0,0-1 0 0 0,0 1 0 0 0,-1-1 1 0 0,-3 1 707 0 0,-1 1-1530 0 0</inkml:trace>
  <inkml:trace contextRef="#ctx0" brushRef="#br0" timeOffset="85637.495">1928 3289 1908 0 0,'0'0'1138'0'0,"0"0"-114"0"0,0 0-106 0 0,0 0 13 0 0,0 0-11 0 0,0 0-168 0 0,0 0-74 0 0,5 2-59 0 0,-2 0-531 0 0,0 0 0 0 0,0 0 0 0 0,0 0 0 0 0,0 0 0 0 0,0 1 0 0 0,-1-1 0 0 0,1 1 0 0 0,-1 0 1 0 0,0-1-1 0 0,0 1 0 0 0,0 0 0 0 0,0 1 0 0 0,0-1 0 0 0,0 0 0 0 0,-1 0 0 0 0,0 1 0 0 0,0-1 0 0 0,0 1 0 0 0,0 0-88 0 0,10 32 630 0 0,-2 1 0 0 0,-1 0-1 0 0,-2 0 1 0 0,-2 0 0 0 0,0 33-630 0 0,-6-55 68 0 0,0 1-1 0 0,-2-1 1 0 0,1 0-1 0 0,-2 0 1 0 0,0 0 0 0 0,-1-1-1 0 0,0 1 1 0 0,-1-1 0 0 0,-7 9-68 0 0,-34 18-423 0 0,8-34-6048 0 0,34-10 5035 0 0,-13-19-1175 0 0,15 15 1309 0 0</inkml:trace>
  <inkml:trace contextRef="#ctx0" brushRef="#br0" timeOffset="86491.776">2341 3227 1312 0 0,'0'0'1317'0'0,"0"0"-251"0"0,0 4-83 0 0,19 72 1458 0 0,-8 257 4917 0 0,-11-331-7323 0 0,0-1 0 0 0,1 1-1 0 0,-1-1 1 0 0,1 1-1 0 0,-1-1 1 0 0,1 0-1 0 0,-1 1 1 0 0,1-1 0 0 0,0 1-1 0 0,-1-1 1 0 0,1 0-1 0 0,0 0 1 0 0,0 1 0 0 0,0-1-1 0 0,0 0 1 0 0,0 0-1 0 0,0 0 1 0 0,1 0-1 0 0,-1 0 1 0 0,0 0 0 0 0,1 0-1 0 0,-1-1 1 0 0,0 1-1 0 0,1 0 1 0 0,-1-1 0 0 0,1 1-1 0 0,-1-1 1 0 0,1 0-1 0 0,-1 1 1 0 0,1-1-1 0 0,-1 0 1 0 0,1 0 0 0 0,-1 0-1 0 0,1 0 1 0 0,-1 0-1 0 0,1 0 1 0 0,-1 0 0 0 0,1-1-1 0 0,-1 1 1 0 0,1 0-1 0 0,-1-1 1 0 0,1 1 0 0 0,0-1-35 0 0,13 0-45 0 0,94-38 380 0 0,-38 11 324 0 0,-36 11-1682 0 0,-31 10-3271 0 0,-3-2-3906 0 0,-1 7 6799 0 0</inkml:trace>
  <inkml:trace contextRef="#ctx0" brushRef="#br0" timeOffset="86917.674">2670 3197 2056 0 0,'17'-5'5833'0'0,"18"6"-2924"0"0,-16-1-1801 0 0,-18 0-861 0 0,11 0 407 0 0,-12 0-812 0 0,-1 1 1 0 0,1-1 0 0 0,0 1-1 0 0,-1-1 1 0 0,1 0 0 0 0,0 1 0 0 0,-1-1-1 0 0,1 1 1 0 0,0-1 0 0 0,0 1 0 0 0,0-1-1 0 0,-1 1 1 0 0,1-1 0 0 0,0 1 0 0 0,0-1-1 0 0,0 1 1 0 0,0-1 0 0 0,0 1-1 0 0,0-1 1 0 0,0 1 0 0 0,0 0 0 0 0,0-1-1 0 0,0 1 1 0 0,0-1 0 0 0,0 1 0 0 0,0-1-1 0 0,1 1 1 0 0,-1-1 0 0 0,0 1 0 0 0,0-1-1 0 0,0 1 1 0 0,1-1 0 0 0,-1 1-1 0 0,0-1 1 0 0,1 0 0 0 0,-1 1 0 0 0,0-1-1 0 0,1 1 1 0 0,-1-1 0 0 0,1 0 0 0 0,-1 1-1 0 0,0-1 1 0 0,1 0 0 0 0,-1 0 0 0 0,1 1-1 0 0,-1-1 1 0 0,1 0 0 0 0,-1 0-1 0 0,1 0 1 0 0,-1 1 0 0 0,1-1 0 0 0,-1 0-1 0 0,1 0 1 0 0,-1 0 0 0 0,1 0 0 0 0,0 0-1 0 0,-1 0 1 0 0,1 0 0 0 0,-1 0 0 0 0,1 0-1 0 0,-1-1 1 0 0,1 1 0 0 0,-1 0-1 0 0,1 0 1 0 0,-1 0 157 0 0,-5 7-1600 0 0</inkml:trace>
  <inkml:trace contextRef="#ctx0" brushRef="#br0" timeOffset="87206.147">2620 3345 1532 0 0,'-1'6'3389'0'0,"1"-5"-3283"0"0,0-1 0 0 0,0 1 0 0 0,0-1 0 0 0,0 0 0 0 0,0 1 1 0 0,0-1-1 0 0,0 1 0 0 0,-1-1 0 0 0,1 0 0 0 0,0 1 0 0 0,0-1 0 0 0,0 1 0 0 0,1-1 1 0 0,-1 0-1 0 0,0 1 0 0 0,0-1 0 0 0,0 1 0 0 0,0-1 0 0 0,0 0 0 0 0,0 1 1 0 0,1-1-1 0 0,-1 1 0 0 0,0-1 0 0 0,0 0 0 0 0,0 1 0 0 0,1-1 0 0 0,-1 0 0 0 0,0 1 1 0 0,1-1-1 0 0,-1 0 0 0 0,0 0 0 0 0,1 1 0 0 0,-1-1 0 0 0,0 0 0 0 0,1 0 1 0 0,-1 0-1 0 0,0 1 0 0 0,1-1 0 0 0,-1 0 0 0 0,1 0 0 0 0,-1 0 0 0 0,0 0 0 0 0,1 0 1 0 0,-1 0-1 0 0,1 0 0 0 0,-1 0 0 0 0,0 0 0 0 0,1 0 0 0 0,-1 0 0 0 0,1 0 0 0 0,-1 0 1 0 0,0 0-1 0 0,1 0 0 0 0,-1 0 0 0 0,1 0 0 0 0,-1-1 0 0 0,0 1 0 0 0,1 0 1 0 0,-1 0-1 0 0,0 0 0 0 0,1-1 0 0 0,-1 1 0 0 0,1 0-106 0 0,71-11 5084 0 0,40 6-3417 0 0,-68-16-3219 0 0,-36 13 503 0 0,-7 7 786 0 0,-1 1 0 0 0,1-1-1 0 0,0 1 1 0 0,-1 0 0 0 0,1-1-1 0 0,-1 0 1 0 0,1 1 0 0 0,-1-1-1 0 0,1 1 1 0 0,-1-1 0 0 0,1 0-1 0 0,-1 1 1 0 0,1-1 0 0 0,-1 0-1 0 0,0 1 1 0 0,1-1 0 0 0,-1 0-1 0 0,0 0 1 0 0,0 1 0 0 0,1-1-1 0 0,-1 0 1 0 0,0 0 0 0 0,0 0-1 0 0,0 1 1 0 0,0-1 0 0 0,0 0-1 0 0,0 0 1 0 0,0 1 0 0 0,0-1-1 0 0,-1 0 1 0 0,1 0 0 0 0,0 0-1 0 0,0 1 1 0 0,-1-1-1 0 0,1 0 1 0 0,0 1 0 0 0,-1-1-1 0 0,1 0 1 0 0,-1 1 0 0 0,1-1-1 0 0,-1 0 1 0 0,1 0 263 0 0,-3-2-1291 0 0,0 1 21 0 0</inkml:trace>
  <inkml:trace contextRef="#ctx0" brushRef="#br0" timeOffset="87704.597">2810 3023 1016 0 0,'17'-46'10112'0'0,"-17"46"-10002"0"0,0 1 0 0 0,0-1 1 0 0,0 0-1 0 0,0 0 0 0 0,1 0 0 0 0,-1 1 0 0 0,0-1 0 0 0,0 0 0 0 0,0 0 0 0 0,0 0 0 0 0,0 1 0 0 0,0-1 0 0 0,1 0 0 0 0,-1 0 0 0 0,0 0 0 0 0,0 0 0 0 0,0 0 0 0 0,0 1 0 0 0,1-1 1 0 0,-1 0-1 0 0,0 0 0 0 0,0 0 0 0 0,0 0 0 0 0,0 0 0 0 0,1 0 0 0 0,-1 0 0 0 0,0 0 0 0 0,0 0 0 0 0,1 0 0 0 0,-1 0 0 0 0,0 0 0 0 0,0 0 0 0 0,0 0 0 0 0,1 0 0 0 0,-1 0 1 0 0,0 0-1 0 0,0 0 0 0 0,0 0 0 0 0,1 0 0 0 0,-1 0 0 0 0,0 0 0 0 0,0 0 0 0 0,0 0 0 0 0,1 0 0 0 0,-1-1-110 0 0,3 14 530 0 0,4 26 85 0 0,-1 1 0 0 0,-2 0 1 0 0,-2-1-1 0 0,-2 31-615 0 0,1-3 436 0 0,1 340 933 0 0,11-330-3562 0 0,-12-71 1629 0 0,-1-6-45 0 0,-1 0-1 0 0,1 0 1 0 0,0 0 0 0 0,0 0-1 0 0,0 0 1 0 0,-1 0 0 0 0,1 0-1 0 0,0 0 1 0 0,0 0-1 0 0,0 0 1 0 0,-1 0 0 0 0,1 0-1 0 0,0 0 1 0 0,0 0-1 0 0,0 0 1 0 0,-1 0 0 0 0,1 0 609 0 0,0-23-4656 0 0,0 15 3203 0 0</inkml:trace>
  <inkml:trace contextRef="#ctx0" brushRef="#br0" timeOffset="88401.428">3145 3182 1212 0 0,'-2'-20'9648'0'0,"-7"31"-8096"0"0,-45 76 1719 0 0,45-68-3124 0 0,0-1-1 0 0,2 1 1 0 0,0 1-1 0 0,2-1 0 0 0,0 1 1 0 0,1 0-1 0 0,-1 16-146 0 0,0 84 651 0 0,24-41-573 0 0,-6-47-49 0 0,-9-21-47 0 0,1-1-1 0 0,-1 0 0 0 0,1 0 1 0 0,1-1-1 0 0,0 1 0 0 0,0-1 1 0 0,1 0-1 0 0,0-1 0 0 0,1 0 1 0 0,3 4 18 0 0,62 22-2966 0 0,-71-34 1633 0 0,1 1 812 0 0,1-1 1 0 0,-1-1 0 0 0,0 1 0 0 0,1 0-1 0 0,-1-1 1 0 0,0 0 0 0 0,1 0 0 0 0,-1 0 0 0 0,0 0-1 0 0,0 0 1 0 0,0-1 0 0 0,0 1 0 0 0,0-1-1 0 0,0 0 1 0 0,0 0 0 0 0,-1 0 0 0 0,1 0 0 0 0,-1 0-1 0 0,2-2 521 0 0,3-2-1240 0 0</inkml:trace>
  <inkml:trace contextRef="#ctx0" brushRef="#br0" timeOffset="88963.809">3467 3213 1936 0 0,'2'1'8372'0'0,"-2"12"-6359"0"0,-14 20-1401 0 0,0-1 0 0 0,-2-1 0 0 0,-1-1 0 0 0,-2 0 0 0 0,-1-1-1 0 0,-1-2 1 0 0,-1 0 0 0 0,-7 5-612 0 0,24-27 87 0 0,4-4-57 0 0,0-1 1 0 0,0 1-1 0 0,0-1 0 0 0,0 1 1 0 0,0 0-1 0 0,1 0 1 0 0,-1-1-1 0 0,0 1 0 0 0,0 0 1 0 0,1 0-1 0 0,-1 0 0 0 0,0 0 1 0 0,1 0-1 0 0,-1 0 1 0 0,1 0-1 0 0,-1 0 0 0 0,1 0 1 0 0,0 0-1 0 0,-1 0 0 0 0,1 0 1 0 0,0 0-1 0 0,0 0 1 0 0,0 0-1 0 0,0 0 0 0 0,0 1 1 0 0,0-1-1 0 0,0 0 0 0 0,0 0 1 0 0,0 0-1 0 0,0 0 1 0 0,1 0-1 0 0,-1 0 0 0 0,0 0 1 0 0,1 1-31 0 0,136 116 808 0 0,-42-45-518 0 0,-5 3-436 0 0,-103-102-8457 0 0,-3 4 6239 0 0,-60-58-3719 0 0,58 61 4693 0 0</inkml:trace>
  <inkml:trace contextRef="#ctx0" brushRef="#br0" timeOffset="89345.675">3236 3353 1196 0 0,'0'0'167'0'0,"-1"-1"1"0"0,1 1-1 0 0,-1 0 0 0 0,1-1 0 0 0,-1 1 1 0 0,1-1-1 0 0,0 1 0 0 0,-1 0 0 0 0,1-1 0 0 0,-1 1 1 0 0,1-1-1 0 0,0 1 0 0 0,0-1 0 0 0,-1 1 1 0 0,1-1-1 0 0,0 1 0 0 0,0-1 0 0 0,-1 0 1 0 0,1 1-1 0 0,0-1 0 0 0,0 1 0 0 0,0-1 0 0 0,0 1 1 0 0,0-1-1 0 0,0 0 0 0 0,0 1 0 0 0,0-1 1 0 0,0 1-1 0 0,0-1 0 0 0,0 0 0 0 0,1 1 1 0 0,-1-1-1 0 0,0 1 0 0 0,0-1 0 0 0,0 1 1 0 0,1-1-1 0 0,-1 1 0 0 0,0-1 0 0 0,1 1 0 0 0,-1-1 1 0 0,0 1-1 0 0,1-1 0 0 0,-1 1 0 0 0,1 0 1 0 0,-1-1-1 0 0,1 1 0 0 0,-1 0 0 0 0,1-1 1 0 0,-1 1-1 0 0,1 0 0 0 0,-1-1 0 0 0,1 1 1 0 0,-1 0-1 0 0,1 0 0 0 0,-1 0 0 0 0,1 0 0 0 0,0 0 1 0 0,0-1-168 0 0,44 3 4014 0 0,-27-1-3091 0 0,90 10 880 0 0,83 6-1677 0 0,-184-17-620 0 0,-7 0 322 0 0,-1 1-1 0 0,1-1 1 0 0,0 0 0 0 0,0 1 0 0 0,0-1 0 0 0,0 0 0 0 0,0 1 0 0 0,0-1 0 0 0,0 1 0 0 0,0-1 0 0 0,0 0 0 0 0,0 1 0 0 0,0-1 0 0 0,0 1 0 0 0,0-1-1 0 0,0 0 1 0 0,0 1 0 0 0,0-1 0 0 0,0 0 0 0 0,1 1 0 0 0,-1-1 0 0 0,0 0 0 0 0,0 1 0 0 0,0-1 0 0 0,1 0 0 0 0,-1 1 0 0 0,0-1 0 0 0,0 0-1 0 0,1 1 1 0 0,-1-1 0 0 0,0 0 0 0 0,1 0 0 0 0,-1 0 0 0 0,0 1 0 0 0,1-1 0 0 0,-1 0 0 0 0,0 0 0 0 0,1 0 0 0 0,-1 0 0 0 0,0 0 0 0 0,1 1-1 0 0,-1-1 1 0 0,1 0 0 0 0,-1 0 0 0 0,0 0 0 0 0,1 0 0 0 0,-1 0 0 0 0,0 0 0 0 0,1 0 0 0 0,-1 0 0 0 0,1 0 0 0 0,-1-1 0 0 0,0 1 0 0 0,1 0-1 0 0,-1 0 1 0 0,0 0 0 0 0,1 0 0 0 0,-1 0 0 0 0,0-1 0 0 0,1 1 0 0 0,-1 0 0 0 0,0 0 0 0 0,1-1 0 0 0,-1 1 0 0 0,0 0 0 0 0,0 0 0 0 0,1-1-1 0 0,-1 1 174 0 0,-7 11-2767 0 0,4-5 1417 0 0</inkml:trace>
  <inkml:trace contextRef="#ctx0" brushRef="#br0" timeOffset="89660.777">3491 3404 1160 0 0,'1'7'7587'0'0,"3"26"-3968"0"0,-10 31-272 0 0,-2-40-3092 0 0,-1-1-1 0 0,-1 0 0 0 0,-1-1 0 0 0,0 0 1 0 0,-2-1-1 0 0,-1 0 0 0 0,0-1 0 0 0,-2 0 1 0 0,0-1-1 0 0,-1-1 0 0 0,-1-1 0 0 0,-11 8-254 0 0,7-15-1575 0 0,21-10 1265 0 0,0-1 0 0 0,0 0 0 0 0,0 0-1 0 0,0 1 1 0 0,0-1 0 0 0,0 0 0 0 0,1 0 0 0 0,-1 0 0 0 0,0 0 0 0 0,1 0 0 0 0,-1 0 0 0 0,0 0 0 0 0,1 0-1 0 0,-1 0 1 0 0,1 0 0 0 0,0 0 0 0 0,-1 0 0 0 0,1 0 0 0 0,0-1 0 0 0,0 1 0 0 0,0 0 0 0 0,0 0 0 0 0,0 0 0 0 0,0 0-1 0 0,0-1 1 0 0,0 1 0 0 0,0 0 0 0 0,0 0 0 0 0,1 0 0 0 0,-1 0 0 0 0,0 0 0 0 0,1 0 0 0 0,-1-1 0 0 0,1 1-1 0 0,-1 0 1 0 0,1 0 0 0 0,0 1 0 0 0,0-2 310 0 0,15-27-2882 0 0,-4 6 1543 0 0</inkml:trace>
  <inkml:trace contextRef="#ctx0" brushRef="#br0" timeOffset="90046.194">3770 3251 1660 0 0,'22'-5'9680'0'0,"-4"25"-5828"0"0,2 40-1822 0 0,-11-17-1163 0 0,-1 1 0 0 0,-3 0 0 0 0,-2 1 1 0 0,-1 16-868 0 0,-4-45 53 0 0,0 0 0 0 0,-2 1 1 0 0,0-1-1 0 0,0-1 1 0 0,-2 1-1 0 0,0-1 0 0 0,0 0 1 0 0,-2 0-1 0 0,-1 2-53 0 0,5-8-31 0 0,-3 3-309 0 0,-1 1 0 0 0,0-1 0 0 0,-1 0 0 0 0,0-1 0 0 0,0 0 0 0 0,-1 0 0 0 0,-1-1 0 0 0,0-1 0 0 0,-4 4 340 0 0,-58 32-3627 0 0,22-23 826 0 0,-34-6-2002 0 0,23-19 590 0 0,30-16 2761 0 0</inkml:trace>
  <inkml:trace contextRef="#ctx0" brushRef="#br0" timeOffset="91460.485">4091 3118 1128 0 0,'0'0'1331'0'0,"0"0"-202"0"0,0 0-99 0 0,0 0-158 0 0,0 0-110 0 0,4-2-79 0 0,-3 2-599 0 0,0-1 0 0 0,0 1 0 0 0,1-1 0 0 0,-1 1 1 0 0,0-1-1 0 0,1 1 0 0 0,-1 0 0 0 0,0 0 0 0 0,1-1 0 0 0,-1 1 0 0 0,1 0 0 0 0,-1 0 0 0 0,0 1 0 0 0,1-1 0 0 0,-1 0 0 0 0,1 0 0 0 0,-1 1 0 0 0,0-1 0 0 0,1 0 0 0 0,-1 1 0 0 0,0 0 0 0 0,0-1 0 0 0,1 1 0 0 0,-1 0 1 0 0,0-1-1 0 0,0 1 0 0 0,0 0 0 0 0,0 0 0 0 0,0 0 0 0 0,0 0 0 0 0,0 0 0 0 0,0 0 0 0 0,0 1 0 0 0,-1-1 0 0 0,1 0-84 0 0,2 2 20 0 0,-2-3-134 0 0,-1 0 0 0 0,0 0 0 0 0,1 0-1 0 0,-1 0 1 0 0,1 1 0 0 0,-1-1 0 0 0,0 0 0 0 0,1 0 0 0 0,-1 1 0 0 0,0-1 0 0 0,1 0 0 0 0,-1 1-1 0 0,0-1 1 0 0,1 0 0 0 0,-1 1 0 0 0,0-1 0 0 0,0 1 0 0 0,1-1 0 0 0,-1 0 0 0 0,0 1 0 0 0,0-1-1 0 0,0 1 1 0 0,0-1 0 0 0,0 1 0 0 0,1-1 0 0 0,-1 0 0 0 0,0 1 0 0 0,0-1 0 0 0,0 1 0 0 0,0-1-1 0 0,0 1 1 0 0,0-1 0 0 0,-1 1 0 0 0,1-1 0 0 0,0 0 0 0 0,0 1 0 0 0,0-1 0 0 0,0 1 0 0 0,0-1-1 0 0,-1 1 1 0 0,1-1 0 0 0,0 0 0 0 0,0 1 0 0 0,-1-1 0 0 0,1 0 0 0 0,0 1 0 0 0,-1-1 0 0 0,1 0-1 0 0,0 1 1 0 0,-1-1 0 0 0,1 0 0 0 0,0 0 0 0 0,-1 1 0 0 0,1-1 0 0 0,-1 0 0 0 0,1 0 0 0 0,0 0-1 0 0,-1 1 1 0 0,1-1 114 0 0,-6 4-738 0 0,1 0-740 0 0</inkml:trace>
  <inkml:trace contextRef="#ctx0" brushRef="#br0" timeOffset="91851.385">4029 3198 1440 0 0,'1'0'196'0'0,"-1"0"0"0"0,0 0 0 0 0,1 0 0 0 0,-1 0 0 0 0,0 0 0 0 0,1 1-1 0 0,-1-1 1 0 0,0 0 0 0 0,1 0 0 0 0,-1 0 0 0 0,0 0 0 0 0,1 1 0 0 0,-1-1 0 0 0,0 0 0 0 0,0 0 0 0 0,1 1-1 0 0,-1-1 1 0 0,0 0 0 0 0,0 0 0 0 0,0 1 0 0 0,1-1 0 0 0,-1 0 0 0 0,0 1 0 0 0,0-1 0 0 0,0 0 0 0 0,0 1-1 0 0,0-1 1 0 0,1 0 0 0 0,-1 1 0 0 0,0-1 0 0 0,0 0 0 0 0,0 1 0 0 0,0-1 0 0 0,0 0 0 0 0,0 1 0 0 0,0-1-1 0 0,0 0 1 0 0,0 1 0 0 0,-1-1 0 0 0,1 0 0 0 0,0 1 0 0 0,0-1 0 0 0,0 0 0 0 0,0 1 0 0 0,0-1 0 0 0,-1 0-1 0 0,1 1 1 0 0,0-1-196 0 0,2 0-54 0 0,104 3 4184 0 0,-62-5-5210 0 0,-42 2 732 0 0,-2 0 22 0 0,8 6-525 0 0,-187 171 613 0 0,111-102-432 0 0,62-68-1520 0 0,6-7-201 0 0,2-6 1143 0 0,3-2-1705 0 0,0 4 1277 0 0</inkml:trace>
  <inkml:trace contextRef="#ctx0" brushRef="#br0" timeOffset="92038.545">4089 3336 1544 0 0,'91'28'6861'0'0,"7"38"-2725"0"0,-94-61-5029 0 0,-8-9-7373 0 0,4 0 6920 0 0</inkml:trace>
  <inkml:trace contextRef="#ctx0" brushRef="#br0" timeOffset="92320.386">4312 3131 1600 0 0,'10'13'5382'0'0,"-5"22"-2875"0"0,2 107 357 0 0,-33-61-4386 0 0,25-91-6337 0 0,2 6 6611 0 0</inkml:trace>
  <inkml:trace contextRef="#ctx0" brushRef="#br0" timeOffset="92536.752">4326 3323 1796 0 0,'36'-44'7047'0'0,"21"28"-3572"0"0,-16 6-2202 0 0,-6-7-2151 0 0,-14-17-3847 0 0,-15-3 334 0 0,-6 30 4110 0 0</inkml:trace>
  <inkml:trace contextRef="#ctx0" brushRef="#br0" timeOffset="92709.9">4524 3145 3680 0 0,'-1'-30'3600'0'0,"9"43"437"0"0,-8 168-1425 0 0,0-6-3820 0 0,-15-131-1332 0 0,-3-19-3924 0 0,16-21 5165 0 0,-1-2-31 0 0</inkml:trace>
  <inkml:trace contextRef="#ctx0" brushRef="#br0" timeOffset="93229.098">4098 3554 2064 0 0,'-13'-4'7751'0'0,"27"-1"-4186"0"0,30 1-930 0 0,176 4 186 0 0,-134 18-2255 0 0,-84-19-546 0 0,0 1 0 0 0,0 0 0 0 0,1-1 0 0 0,-1 1 0 0 0,0 0 0 0 0,0 0 0 0 0,1 1-1 0 0,-1-1 1 0 0,0 0 0 0 0,0 1 0 0 0,1-1 0 0 0,-1 1 0 0 0,0 0 0 0 0,0 0 0 0 0,0 0-1 0 0,0 0 1 0 0,0 0 0 0 0,0 0 0 0 0,0 1 0 0 0,0-1 0 0 0,-1 0 0 0 0,1 1 0 0 0,0 0-1 0 0,-1-1 1 0 0,1 1 0 0 0,-1 0 0 0 0,0 0 0 0 0,0 0 0 0 0,1 0 0 0 0,-1 0-1 0 0,0 0 1 0 0,-1 0 0 0 0,1 0 0 0 0,0 0 0 0 0,-1 0 0 0 0,1 1 0 0 0,-1-1 0 0 0,1 0-1 0 0,-1 0 1 0 0,0 1 0 0 0,0 0-20 0 0,-3 71-423 0 0,-16 14-1844 0 0,11-44-6118 0 0,8-43 6720 0 0,0-1 117 0 0,0 0 148 0 0,0 0 161 0 0,0 0 53 0 0</inkml:trace>
  <inkml:trace contextRef="#ctx0" brushRef="#br0" timeOffset="93763.676">4769 3201 2572 0 0,'-4'-7'3951'0'0,"1"11"569"0"0,1 4-4199 0 0,-36 68 2305 0 0,25-47-2412 0 0,2 2 1 0 0,2 0-1 0 0,1 0 1 0 0,1 0-1 0 0,1 1 0 0 0,2 0 1 0 0,1 1-1 0 0,2-1 0 0 0,2 23-214 0 0,-1-43 16 0 0,1 1-1 0 0,1-1 0 0 0,0 0 1 0 0,0 1-1 0 0,1-1 0 0 0,1 0 1 0 0,0-1-1 0 0,1 1 0 0 0,4 8-15 0 0,-7-16-55 0 0,0 1-1 0 0,1-1 1 0 0,0 0-1 0 0,-1 0 1 0 0,1 0-1 0 0,1 0 1 0 0,-1 0-1 0 0,0-1 1 0 0,1 1-1 0 0,0-1 1 0 0,0 0-1 0 0,0 0 0 0 0,0-1 1 0 0,0 1-1 0 0,3 0 56 0 0,46 9-4971 0 0,-45-14 4390 0 0,-1 0 0 0 0,0 0 0 0 0,0 0 1 0 0,0-1-1 0 0,0 0 0 0 0,-1 0 0 0 0,1-1 0 0 0,-1 0 1 0 0,0 0-1 0 0,0-1 0 0 0,0 1 0 0 0,0-1 0 0 0,0-1 581 0 0,12-11-1474 0 0</inkml:trace>
  <inkml:trace contextRef="#ctx0" brushRef="#br0" timeOffset="94250.648">4893 3230 2308 0 0,'12'-12'9445'0'0,"45"6"-6633"0"0,-55 6-2492 0 0,92-10 935 0 0,-85 9-991 0 0,-6 0-245 0 0,0 0-1 0 0,-1 1 1 0 0,1-1-1 0 0,0 0 1 0 0,0 1-1 0 0,-1 0 1 0 0,1-1-1 0 0,0 1 1 0 0,0 0-1 0 0,0 1 1 0 0,0-1-1 0 0,-1 0 1 0 0,1 1-1 0 0,0 0 1 0 0,0 0-1 0 0,-1-1 1 0 0,1 2-1 0 0,0-1 1 0 0,-1 0-1 0 0,1 0 1 0 0,-1 1-1 0 0,0-1 1 0 0,1 1-1 0 0,-1 0 1 0 0,0 0-1 0 0,0 0 1 0 0,0 0-1 0 0,0 0 1 0 0,0 0 0 0 0,-1 0-1 0 0,1 1 1 0 0,-1-1-1 0 0,1 1 1 0 0,-1 0-19 0 0,-1 1-92 0 0,0-1 1 0 0,-1 0 0 0 0,1 1 0 0 0,-1-1 0 0 0,0 0-1 0 0,0 0 1 0 0,-1 0 0 0 0,1 0 0 0 0,-1 0 0 0 0,1 0-1 0 0,-1 0 1 0 0,0 0 0 0 0,0-1 0 0 0,0 1 0 0 0,0-1-1 0 0,-1 1 1 0 0,1-1 0 0 0,-3 2 91 0 0,-63 49-2756 0 0,18-23-2933 0 0,29-13 1111 0 0,14-14 3113 0 0</inkml:trace>
  <inkml:trace contextRef="#ctx0" brushRef="#br0" timeOffset="94692.573">4808 3423 2104 0 0,'-14'6'5374'0'0,"21"-5"-485"0"0,12 0-3055 0 0,201 2 2260 0 0,-25-3-3097 0 0,-161 24-787 0 0,-33-23-196 0 0,-1-1 82 0 0,5 24 96 0 0,-63 53-780 0 0,17-45-1735 0 0,20-27-1981 0 0,-23-46 430 0 0,-4-13-2524 0 0,36 35 5089 0 0</inkml:trace>
  <inkml:trace contextRef="#ctx0" brushRef="#br0" timeOffset="95082.455">4895 3170 1564 0 0,'6'-23'7803'0'0,"7"32"-3865"0"0,10 35-2083 0 0,6 119-398 0 0,8 177-210 0 0,-34-203-3105 0 0,-3-136 1317 0 0,0-1-77 0 0,0 0-50 0 0,-4 8-1048 0 0,2-13-1715 0 0,9-30-2289 0 0,-4 12 4316 0 0</inkml:trace>
  <inkml:trace contextRef="#ctx0" brushRef="#br0" timeOffset="95525.709">5191 3055 1712 0 0,'15'-12'6838'0'0,"6"19"-4666"0"0,8 57 33 0 0,8-2-794 0 0,-37-62-1612 0 0,-17-2-4989 0 0,13-14-1114 0 0,3 7 4757 0 0</inkml:trace>
  <inkml:trace contextRef="#ctx0" brushRef="#br0" timeOffset="95922.626">5317 3134 1768 0 0,'23'21'4862'0'0,"-7"34"-2260"0"0,-15 32-138 0 0,-19-9-1593 0 0,-3-16-217 0 0,17-36-669 0 0,-1-2 0 0 0,-2 1 1 0 0,-1 0-1 0 0,0-1 0 0 0,-2-1 0 0 0,-1 0 0 0 0,-1 0 0 0 0,0-1 0 0 0,-3 1 15 0 0,-44 57-3732 0 0,-12-19-3049 0 0,60-54 5579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7:45.058"/>
    </inkml:context>
    <inkml:brush xml:id="br0">
      <inkml:brushProperty name="width" value="0.05" units="cm"/>
      <inkml:brushProperty name="height" value="0.05" units="cm"/>
      <inkml:brushProperty name="color" value="#FFFFFF"/>
    </inkml:brush>
  </inkml:definitions>
  <inkml:trace contextRef="#ctx0" brushRef="#br0">20 66 1484 0 0,'0'0'1712'0'0,"0"-4"-201"0"0,0-10-157 0 0,0 10-134 0 0,0 4-43 0 0,-3-6-82 0 0,-13-31 1564 0 0,30 60 3372 0 0,45 56-3983 0 0,91 99 88 0 0,-137-162-2561 0 0,-3-3-2256 0 0,-2-5-5240 0 0,-4-23-506 0 0,-3 12 7042 0 0</inkml:trace>
  <inkml:trace contextRef="#ctx0" brushRef="#br0" timeOffset="600.275">445 66 1780 0 0,'30'2'12531'0'0,"-56"22"-8586"0"0,4-6-3518 0 0,-1-2 0 0 0,0 0 1 0 0,-1-1-1 0 0,-1-2 0 0 0,-15 6-427 0 0,-22 13-542 0 0,29-12-3933 0 0,59-25 1287 0 0,18 13 7338 0 0,-44-8-3774 0 0,10 51 1901 0 0,0 114-1940 0 0,-9-109-5177 0 0,-1 0-6734 0 0,0-48 10129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7:48.289"/>
    </inkml:context>
    <inkml:brush xml:id="br0">
      <inkml:brushProperty name="width" value="0.05" units="cm"/>
      <inkml:brushProperty name="height" value="0.05" units="cm"/>
      <inkml:brushProperty name="color" value="#FFFFFF"/>
    </inkml:brush>
  </inkml:definitions>
  <inkml:trace contextRef="#ctx0" brushRef="#br0">1 28 2584 0 0,'0'0'1592'0'0,"0"0"-185"0"0,0 0-211 0 0,0 0-159 0 0,0 0-99 0 0,0 0 0 0 0,0 0-54 0 0,6-6 15 0 0,18-16 12 0 0,7 35 2312 0 0,-4 13-2418 0 0,-2 1 0 0 0,-1 1 0 0 0,-1 1 0 0 0,-1 1-1 0 0,-2 1 1 0 0,-1 0 0 0 0,-1 2 0 0 0,2 9-805 0 0,39 65 1071 0 0,-4-25 591 0 0,-26-96-643 0 0,114-137-17 0 0,-49 61-614 0 0,74-72-91 0 0,-145 141-1450 0 0,-22 21 755 0 0,-1 0-135 0 0,0 0-105 0 0,0 0-54 0 0,0 0-317 0 0,-3-1-242 0 0,-10-4-276 0 0,-10 6-4997 0 0,-5 0-1136 0 0,27-2 6233 0 0,1 1 86 0 0,0 0 111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7:58.667"/>
    </inkml:context>
    <inkml:brush xml:id="br0">
      <inkml:brushProperty name="width" value="0.05" units="cm"/>
      <inkml:brushProperty name="height" value="0.05" units="cm"/>
      <inkml:brushProperty name="color" value="#FFFFFF"/>
    </inkml:brush>
  </inkml:definitions>
  <inkml:trace contextRef="#ctx0" brushRef="#br0">522 153 904 0 0,'0'-3'237'0'0,"11"-56"1687"0"0,58-15 1762 0 0,-48 57 540 0 0,-29 35-1282 0 0,-156 147-889 0 0,29-26-1457 0 0,-49 51-368 0 0,99-107-1358 0 0,63-64 435 0 0,6-5-1304 0 0,7-5-2073 0 0,20-15-1701 0 0,-7 2 4394 0 0</inkml:trace>
  <inkml:trace contextRef="#ctx0" brushRef="#br0" timeOffset="583.05">434 307 2136 0 0,'1'-1'5266'0'0,"2"-3"-544"0"0,0 11-1828 0 0,17 15 294 0 0,-7 1-2938 0 0,94 146 797 0 0,-50-120-1844 0 0,-57-49 262 0 0,0 0-120 0 0,0 0-97 0 0,0 0-42 0 0,-4-18-3724 0 0,-11 8-3502 0 0,13 10 6564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8:01.318"/>
    </inkml:context>
    <inkml:brush xml:id="br0">
      <inkml:brushProperty name="width" value="0.05" units="cm"/>
      <inkml:brushProperty name="height" value="0.05" units="cm"/>
      <inkml:brushProperty name="color" value="#FFFFFF"/>
    </inkml:brush>
  </inkml:definitions>
  <inkml:trace contextRef="#ctx0" brushRef="#br0">19 20 1636 0 0,'0'0'1276'0'0,"0"0"-99"0"0,0 0-147 0 0,0 0-16 0 0,0 0-56 0 0,0-3 33 0 0,0-6-1066 0 0,-16 2 6283 0 0,13 7-5628 0 0,3 0-54 0 0,0 0-23 0 0,0 0 11 0 0,0 0-39 0 0,0 0-25 0 0,0 0-42 0 0,0 0-3 0 0,0 0-1 0 0,0 0-55 0 0,0 0-22 0 0,0 0-22 0 0,0 0-11 0 0,0 0-24 0 0,0 0-53 0 0,0 0-8 0 0,0 0-33 0 0,0 0 18 0 0,0 0 42 0 0,0 0-18 0 0,0 0 24 0 0,0 0-11 0 0,0 0-24 0 0,103 124 1285 0 0,-2-15-616 0 0,97 67-357 0 0,-95-47-547 0 0,-103-129-268 0 0,-1 0 0 0 0,1 0 0 0 0,0 0 0 0 0,0 0 0 0 0,0 0 0 0 0,0 0 1 0 0,-1 0-1 0 0,1 0 0 0 0,0 1 0 0 0,0-1 0 0 0,0 0 0 0 0,0 0 0 0 0,0 0 0 0 0,-1 0 0 0 0,1 1 0 0 0,0-1 0 0 0,0 0 0 0 0,0 0 0 0 0,0 0 0 0 0,0 0 0 0 0,0 1 0 0 0,0-1 0 0 0,0 0 0 0 0,0 0 0 0 0,0 0 0 0 0,0 1 296 0 0,-23-15-7173 0 0,-25-42-277 0 0,37 33 6246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8:05.092"/>
    </inkml:context>
    <inkml:brush xml:id="br0">
      <inkml:brushProperty name="width" value="0.05" units="cm"/>
      <inkml:brushProperty name="height" value="0.05" units="cm"/>
      <inkml:brushProperty name="color" value="#FFFFFF"/>
    </inkml:brush>
  </inkml:definitions>
  <inkml:trace contextRef="#ctx0" brushRef="#br0">0 1 2252 0 0,'7'17'9115'0'0,"28"78"-6790"0"0,50 221 2107 0 0,-59-269-2808 0 0,-25-47-1450 0 0,3-4 34 0 0,14-17-105 0 0,0-1 1 0 0,-1-1-1 0 0,-1 0 0 0 0,-1-2 1 0 0,-1 0-1 0 0,-1 0 1 0 0,-2-1-1 0 0,4-13-103 0 0,29-57-806 0 0,0-13-4429 0 0,-20 73-6605 0 0,-21 35 10520 0 0</inkml:trace>
  <inkml:trace contextRef="#ctx0" brushRef="#br0" timeOffset="457.95">540 30 1256 0 0,'-8'0'13063'0'0,"67"19"-9272"0"0,-58-18-3706 0 0,64-1-2886 0 0,-62-3 2186 0 0,16-10-165 0 0,-14 5-3384 0 0,-16 8-2003 0 0,8 0 4743 0 0</inkml:trace>
  <inkml:trace contextRef="#ctx0" brushRef="#br0" timeOffset="711.612">621 37 1964 0 0,'-20'30'5110'0'0,"6"29"-2713"0"0,9-33-1827 0 0,-22 82-243 0 0,11-68-2036 0 0,-6 0-4656 0 0,18-33 4959 0 0</inkml:trace>
  <inkml:trace contextRef="#ctx0" brushRef="#br0" timeOffset="957.977">443 395 2000 0 0,'-51'7'13270'0'0,"84"-3"-6337"0"0,11 1-5678 0 0,-9-5-1204 0 0,81 0 1467 0 0,-37 0-6098 0 0,-70 9 1847 0 0,1-5-3476 0 0,-10-3 6016 0 0,0 0 0 0 0,0 0 1 0 0,1 0-1 0 0,-1 0 0 0 0,0 0 0 0 0,0 0 0 0 0,0 0 1 0 0,0 0-1 0 0,0 0 0 0 0,0 0 0 0 0,0 0 0 0 0,-1 0 0 0 0,1-1 1 0 0,0 1-1 0 0,-1 0 0 0 0,1 0 0 0 0,0 0 0 0 0,-1 0 1 0 0,1 0-1 0 0,-1 0 0 0 0,1 0 0 0 0,-1-1 0 0 0,0 1 0 0 0,1 0 1 0 0,-1 0-1 0 0,0-1 0 0 0,1 1 0 0 0,-1 0 0 0 0,0-1 1 0 0,0 1-1 0 0,0-1 0 0 0,1 1 0 0 0,-1-1 0 0 0,0 1 0 0 0,0-1 1 0 0,0 0-1 0 0,0 0 0 0 0,0 1 0 0 0,0-1 0 0 0,0 0 1 0 0,0 0 192 0 0,-4 3 124 0 0,-10 3-1530 0 0,6-4-52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8:03.395"/>
    </inkml:context>
    <inkml:brush xml:id="br0">
      <inkml:brushProperty name="width" value="0.05" units="cm"/>
      <inkml:brushProperty name="height" value="0.05" units="cm"/>
      <inkml:brushProperty name="color" value="#FFFFFF"/>
    </inkml:brush>
  </inkml:definitions>
  <inkml:trace contextRef="#ctx0" brushRef="#br0">29 18 1644 0 0,'0'0'1561'0'0,"0"0"-203"0"0,3-2-162 0 0,-1 1-1080 0 0,0 1 0 0 0,0-1 0 0 0,0 1 0 0 0,0 0 0 0 0,0 0 1 0 0,0-1-1 0 0,0 2 0 0 0,0-1 0 0 0,0 0 0 0 0,0 0 0 0 0,0 1 0 0 0,0-1 0 0 0,0 1 0 0 0,0-1 0 0 0,0 1 0 0 0,0 0 0 0 0,0 0 0 0 0,-1 0 0 0 0,1 0 0 0 0,0 0 0 0 0,-1 0 0 0 0,1 0 0 0 0,0 1 0 0 0,-1-1 0 0 0,0 1 1 0 0,1-1-1 0 0,-1 1 0 0 0,0-1 0 0 0,0 1 0 0 0,0 0 0 0 0,0 0 0 0 0,0-1 0 0 0,0 1 0 0 0,0 0-116 0 0,-1-1 13 0 0,152 222 6223 0 0,-24 4-3164 0 0,-71-144-2548 0 0,-69-157-10710 0 0,-9-17 4359 0 0,17 64 4454 0 0</inkml:trace>
  <inkml:trace contextRef="#ctx0" brushRef="#br0" timeOffset="294.643">385 49 856 0 0,'4'10'9970'0'0,"-23"26"-7228"0"0,-286 344 2152 0 0,261-332-6017 0 0,23-30-2113 0 0,39-34-2573 0 0,9-11 2612 0 0,6-7 1077 0 0,-12 14 675 0 0</inkml:trace>
  <inkml:trace contextRef="#ctx0" brushRef="#br0" timeOffset="640.099">768 1 1636 0 0,'-2'2'6645'0'0,"-6"8"-3329"0"0,-2 4-1951 0 0,-110 177 2873 0 0,28-22-3667 0 0,71-139-4005 0 0,19-37-1181 0 0,6-13 1899 0 0,20-51-1644 0 0,-13 46 2906 0 0</inkml:trace>
  <inkml:trace contextRef="#ctx0" brushRef="#br0" timeOffset="951.794">691 37 1216 0 0,'25'2'7692'0'0,"13"25"-5161"0"0,-24-10-2045 0 0,-1 0 0 0 0,0 1 0 0 0,-2 0 0 0 0,0 1 1 0 0,-1 0-1 0 0,-1 1 0 0 0,0 0 0 0 0,-2 1 0 0 0,0-1 0 0 0,-1 1 0 0 0,-1 6-486 0 0,23 62 867 0 0,5 27-1452 0 0,-33-115-73 0 0,0-1-141 0 0,0 0-77 0 0,0 1 622 0 0,0 0 0 0 0,0 0 1 0 0,0-1-1 0 0,0 1 0 0 0,-1 0 1 0 0,1 0-1 0 0,0 0 0 0 0,-1 0 1 0 0,1-1-1 0 0,0 1 0 0 0,-1 0 1 0 0,1 0-1 0 0,-1 0 0 0 0,1-1 1 0 0,-1 1-1 0 0,1 0 0 0 0,-1-1 1 0 0,0 1-1 0 0,1-1 0 0 0,-1 1 1 0 0,0-1-1 0 0,0 1 0 0 0,1-1 1 0 0,-1 1-1 0 0,0-1 0 0 0,0 0 1 0 0,0 1-1 0 0,0-1 0 0 0,1 0 1 0 0,-1 0-1 0 0,0 1 0 0 0,0-1 1 0 0,0 0-1 0 0,0 0 0 0 0,0 0 0 0 0,0 0 1 0 0,0 0-1 0 0,0 0 254 0 0,-4-3-1555 0 0,-1-2 15 0 0</inkml:trace>
  <inkml:trace contextRef="#ctx0" brushRef="#br0" timeOffset="1126.953">648 368 2172 0 0,'-1'-1'231'0'0,"0"1"0"0"0,0-1-1 0 0,0 0 1 0 0,0 1-1 0 0,0-1 1 0 0,0 0 0 0 0,0 0-1 0 0,0 0 1 0 0,0 0 0 0 0,0 0-1 0 0,0 0 1 0 0,1 0 0 0 0,-1 0-1 0 0,0 0 1 0 0,1 0 0 0 0,-1 0-1 0 0,1 0 1 0 0,-1 0 0 0 0,1-1-1 0 0,-1 1 1 0 0,1 0 0 0 0,0 0-1 0 0,0-1 1 0 0,0 1 0 0 0,0 0-1 0 0,0-1 1 0 0,0 1-1 0 0,0 0 1 0 0,0 0 0 0 0,0-1-1 0 0,1 1 1 0 0,-1 0 0 0 0,0 0-1 0 0,1 0 1 0 0,-1-1 0 0 0,1 1-1 0 0,-1 0 1 0 0,1 0 0 0 0,0 0-1 0 0,-1 0 1 0 0,1 0 0 0 0,0 0-1 0 0,0 0 1 0 0,0 0 0 0 0,0 0-1 0 0,0 0 1 0 0,0 1 0 0 0,0-1-1 0 0,0 0 1 0 0,0 0-1 0 0,0 1 1 0 0,0-1 0 0 0,0 1-1 0 0,1-1 1 0 0,-1 1 0 0 0,1 0-231 0 0,82-30 3233 0 0,-23 18-4555 0 0,-2 1-8016 0 0,-38 9 4673 0 0,-14 1 3368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8:07.533"/>
    </inkml:context>
    <inkml:brush xml:id="br0">
      <inkml:brushProperty name="width" value="0.05" units="cm"/>
      <inkml:brushProperty name="height" value="0.05" units="cm"/>
      <inkml:brushProperty name="color" value="#FFFFFF"/>
    </inkml:brush>
  </inkml:definitions>
  <inkml:trace contextRef="#ctx0" brushRef="#br0">243 178 1016 0 0,'0'0'1361'0'0,"0"0"-190"0"0,-3 0-123 0 0,-23-4 3033 0 0,1-11-3536 0 0,18 10-121 0 0,-28 21 1298 0 0,18-2-1137 0 0,7-7-360 0 0,0 1 0 0 0,0 0 1 0 0,1 1-1 0 0,-1 0 0 0 0,2 0 0 0 0,0 1 0 0 0,0 0 0 0 0,1 1 0 0 0,0-1 1 0 0,-3 8-226 0 0,2 4 210 0 0,2-1 0 0 0,1 1 0 0 0,0-1 1 0 0,2 1-1 0 0,0 1 0 0 0,2-1 1 0 0,0 0-1 0 0,2 17-210 0 0,-1-35 0 0 0,31 131-373 0 0,-25-119 222 0 0,32 46-1211 0 0,7-44-3531 0 0,-22-19 1023 0 0,17-14 1814 0 0,-17 3 706 0 0</inkml:trace>
  <inkml:trace contextRef="#ctx0" brushRef="#br0" timeOffset="265.809">433 362 860 0 0,'-4'11'3838'0'0,"-4"12"60"0"0,-7 9-2149 0 0,14-26-2068 0 0,-4 9-1454 0 0,1-14-2706 0 0,4-2 3177 0 0</inkml:trace>
  <inkml:trace contextRef="#ctx0" brushRef="#br0" timeOffset="538.058">400 342 2200 0 0,'39'-38'6668'0'0,"41"29"-2093"0"0,-60 9-3933 0 0,42 32 1070 0 0,-49-21-1411 0 0,-2 32 1404 0 0,-11-42-1492 0 0,-3 13 164 0 0,-1-8-380 0 0,1 0-1 0 0,-1 0 1 0 0,0 0-1 0 0,-1-1 1 0 0,1 0-1 0 0,-1 0 1 0 0,0 0-1 0 0,0 0 1 0 0,-1-1-1 0 0,1 0 1 0 0,-1 0-1 0 0,0 0 1 0 0,-3 1 3 0 0,-62 12-4158 0 0,42-38 721 0 0,19-1-3454 0 0,11 15 5337 0 0</inkml:trace>
  <inkml:trace contextRef="#ctx0" brushRef="#br0" timeOffset="823.044">864 92 2512 0 0,'1'0'171'0'0,"-1"-1"0"0"0,1 0 1 0 0,0 1-1 0 0,-1-1 0 0 0,1 0 0 0 0,0 1 0 0 0,-1-1 0 0 0,1 1 0 0 0,0-1 0 0 0,0 1 1 0 0,0 0-1 0 0,-1-1 0 0 0,1 1 0 0 0,0 0 0 0 0,0-1 0 0 0,0 1 0 0 0,0 0 0 0 0,0 0 1 0 0,0 0-1 0 0,-1 0 0 0 0,1 0 0 0 0,0 0 0 0 0,0 0 0 0 0,0 0 0 0 0,0 0 0 0 0,0 0 0 0 0,0 1 1 0 0,0-1-1 0 0,-1 0 0 0 0,1 0 0 0 0,0 1 0 0 0,0-1 0 0 0,0 1 0 0 0,-1-1 0 0 0,1 1 1 0 0,0-1-1 0 0,0 1 0 0 0,-1-1 0 0 0,1 1 0 0 0,0 0 0 0 0,-1-1 0 0 0,1 1 0 0 0,-1 0 1 0 0,1 0-1 0 0,-1-1 0 0 0,1 1 0 0 0,-1 0 0 0 0,0 0 0 0 0,1 0 0 0 0,-1 0 0 0 0,0 0 0 0 0,0-1 1 0 0,1 1-1 0 0,-1 0 0 0 0,0 0 0 0 0,0 0 0 0 0,0 0 0 0 0,0 0 0 0 0,0 0 0 0 0,0 0 1 0 0,-1 0-1 0 0,1-1 0 0 0,0 1 0 0 0,0 0 0 0 0,-1 0 0 0 0,1 0 0 0 0,0 0 0 0 0,-1 0 1 0 0,1-1-1 0 0,-1 2-171 0 0,-5 12 107 0 0,0 1 1 0 0,-1-1-1 0 0,0 0 1 0 0,-1 0-1 0 0,-1-1 1 0 0,0 0-1 0 0,-1-1 1 0 0,-1 0-1 0 0,1 0 1 0 0,-2-1-1 0 0,0-1 1 0 0,0 0-1 0 0,-1 0 1 0 0,-4 1-108 0 0,-11 12-530 0 0,-7-5-1287 0 0,26-17-660 0 0,3 0-360 0 0,3-5 1267 0 0,-4-19-1606 0 0,9 16 1635 0 0</inkml:trace>
  <inkml:trace contextRef="#ctx0" brushRef="#br0" timeOffset="1074.17">806 187 2040 0 0,'77'7'6803'0'0,"30"40"-3560"0"0,-84-35-2382 0 0,-17-9-852 0 0,20 12 132 0 0,-18-1-5207 0 0,-8-14 3522 0 0,0 0 147 0 0,0 0 151 0 0,0 0-10 0 0,0 0-284 0 0</inkml:trace>
  <inkml:trace contextRef="#ctx0" brushRef="#br0" timeOffset="1259.158">803 375 2244 0 0,'13'2'6919'0'0,"13"-6"-3832"0"0,4 0-1067 0 0,6 4-2313 0 0,-35 0 108 0 0,0 1-1 0 0,0 0 1 0 0,0 0-1 0 0,0 0 0 0 0,0 0 1 0 0,0 1-1 0 0,0-1 1 0 0,0 0-1 0 0,-1 0 0 0 0,1 0 1 0 0,0 1-1 0 0,-1-1 1 0 0,1 0-1 0 0,-1 1 1 0 0,1-1-1 0 0,-1 0 0 0 0,0 1 1 0 0,1-1-1 0 0,-1 1 1 0 0,0-1-1 0 0,0 0 1 0 0,0 1-1 0 0,0-1 0 0 0,0 1 1 0 0,-1-1-1 0 0,1 0 1 0 0,0 1-1 0 0,-1-1 0 0 0,1 1 1 0 0,0-1-1 0 0,-1 0 1 0 0,0 1 185 0 0,-37 87-5421 0 0,30-66 4115 0 0</inkml:trace>
  <inkml:trace contextRef="#ctx0" brushRef="#br0" timeOffset="1652.241">789 587 2228 0 0,'-9'9'7263'0'0,"-1"9"-4268"0"0,5-8-2067 0 0,14-24 131 0 0,-6 11-992 0 0,1 0 0 0 0,0 0 0 0 0,0 0 0 0 0,0 1 1 0 0,0-1-1 0 0,1 1 0 0 0,-1 0 0 0 0,1 0 0 0 0,0 1 0 0 0,-1-1 1 0 0,1 1-1 0 0,0 0 0 0 0,0 0 0 0 0,0 1 0 0 0,-1-1 1 0 0,1 1-1 0 0,0 0 0 0 0,0 0 0 0 0,0 1 0 0 0,0-1 0 0 0,0 1 1 0 0,-1 1-1 0 0,1-1 0 0 0,0 0 0 0 0,-1 1 0 0 0,1 0 0 0 0,-1 0 1 0 0,1 0-1 0 0,-1 1 0 0 0,0 0 0 0 0,0 0 0 0 0,0 0 1 0 0,2 1-68 0 0,-4-2 54 0 0,0-1 41 0 0,0-1 0 0 0,-1 1 0 0 0,1 0 0 0 0,0 0 0 0 0,0 0 0 0 0,-1 1 0 0 0,1-1 0 0 0,-1 0 0 0 0,1 0 0 0 0,-1 1 0 0 0,0-1 0 0 0,1 1 0 0 0,-1 0 0 0 0,0-1 1 0 0,0 1-1 0 0,0 0 0 0 0,0-1 0 0 0,0 1 0 0 0,0 0 0 0 0,-1 0 0 0 0,1 0 0 0 0,-1 0 0 0 0,1 0 0 0 0,-1 0 0 0 0,0 2-95 0 0,0-3 165 0 0,0-1-32 0 0,-3 11 103 0 0,-2-7-430 0 0,1 0 0 0 0,-1-1 0 0 0,0 1 0 0 0,0-1 0 0 0,0 0 1 0 0,-1 0-1 0 0,1 0 0 0 0,-1-1 0 0 0,0 0 0 0 0,0 0 0 0 0,1-1 0 0 0,-1 1 1 0 0,0-1-1 0 0,0-1 0 0 0,-1 1 0 0 0,1-1 0 0 0,0 0 0 0 0,-3 0 194 0 0,3-3-909 0 0,-56-47-8537 0 0,61 40 6577 0 0,3 6 1365 0 0</inkml:trace>
  <inkml:trace contextRef="#ctx0" brushRef="#br0" timeOffset="2316.39">1366 126 2436 0 0,'-1'0'325'0'0,"1"1"0"0"0,0-1-1 0 0,-1 0 1 0 0,1 0 0 0 0,0 0-1 0 0,-1 0 1 0 0,1 0 0 0 0,-1 0-1 0 0,1 0 1 0 0,0 0 0 0 0,-1 0-1 0 0,1 0 1 0 0,0 0 0 0 0,-1 0-1 0 0,1 0 1 0 0,-1 0 0 0 0,1 0 0 0 0,0 0-1 0 0,-1-1 1 0 0,1 1 0 0 0,0 0-1 0 0,-1 0 1 0 0,1 0 0 0 0,0-1-1 0 0,-1 1 1 0 0,1 0 0 0 0,0 0-1 0 0,-1-1 1 0 0,1 1 0 0 0,0 0-1 0 0,0 0 1 0 0,0-1 0 0 0,-1 1-1 0 0,1 0 1 0 0,0-1 0 0 0,0 1-325 0 0,-15 21 542 0 0,-112 95 1601 0 0,96-86-1722 0 0,31-30-484 0 0,22 0 82 0 0,25-10-85 0 0,-46 10 47 0 0,28 15 150 0 0,-25 77 21 0 0,-20-34-1323 0 0,6 44-401 0 0,9-99 1374 0 0,0-1 1 0 0,0 1-1 0 0,0-1 1 0 0,0 1-1 0 0,1-1 0 0 0,-1 1 1 0 0,1 0-1 0 0,0-1 1 0 0,-1 1-1 0 0,1 0 0 0 0,0-1 1 0 0,1 1-1 0 0,-1-1 0 0 0,1 1 1 0 0,-1 0-1 0 0,1-1 1 0 0,0 1-1 0 0,-1-1 0 0 0,1 1 1 0 0,1-1-1 0 0,-1 1 1 0 0,0-1-1 0 0,1 0 0 0 0,-1 0 1 0 0,1 1-1 0 0,-1-1 198 0 0,8 7-1147 0 0,-7-5-4255 0 0,-2-4 4071 0 0</inkml:trace>
  <inkml:trace contextRef="#ctx0" brushRef="#br0" timeOffset="2521.559">1261 660 1088 0 0,'14'20'7548'0'0,"20"-38"-6214"0"0,26-46-5962 0 0,-33 27 1966 0 0,-11 23 1326 0 0</inkml:trace>
  <inkml:trace contextRef="#ctx0" brushRef="#br0" timeOffset="3077.596">1562 26 1880 0 0,'-3'-1'6451'0'0,"1"12"-4937"0"0,-11 21-789 0 0,-1 0 0 0 0,-1-1 0 0 0,-2-1-1 0 0,0 0 1 0 0,-5 1-725 0 0,-90 131-523 0 0,112-162 455 0 0,1 0 1 0 0,-1 0 0 0 0,0-1-1 0 0,1 1 1 0 0,-1 0-1 0 0,0 0 1 0 0,1-1-1 0 0,-1 1 1 0 0,0 0-1 0 0,1 0 1 0 0,-1-1-1 0 0,0 1 1 0 0,0-1 0 0 0,1 1-1 0 0,-1 0 1 0 0,0-1-1 0 0,0 1 1 0 0,0 0-1 0 0,1-1 1 0 0,-1 1-1 0 0,0-1 1 0 0,0 1 0 0 0,0-1-1 0 0,0 1 1 0 0,0 0-1 0 0,0-1 1 0 0,0 1-1 0 0,0-1 1 0 0,0 1-1 0 0,0-1 1 0 0,0 1-1 0 0,0 0 1 0 0,0-1 0 0 0,0 1-1 0 0,0-1 1 0 0,-1 1-1 0 0,1 0 1 0 0,0-1-1 0 0,0 1 1 0 0,0-1-1 0 0,-1 1 1 0 0,1 0 0 0 0,0-1-1 0 0,-1 1 1 0 0,1 0-1 0 0,0-1 1 0 0,-1 1-1 0 0,1 0 1 0 0,0 0-1 0 0,-1-1 1 0 0,1 1-1 0 0,0 0 1 0 0,-1 0 0 0 0,1 0-1 0 0,-1 0 1 0 0,1-1-1 0 0,0 1 1 0 0,-1 0-1 0 0,1 0 1 0 0,-1 0-1 0 0,1 0 68 0 0,2-4-26 0 0,0 0-1 0 0,1 0 0 0 0,0 1 0 0 0,0-1 1 0 0,0 1-1 0 0,0 0 0 0 0,0 0 0 0 0,1 0 1 0 0,-1 0-1 0 0,1 0 0 0 0,0 1 1 0 0,0 0-1 0 0,0 0 0 0 0,0 0 0 0 0,0 0 1 0 0,1 0-1 0 0,0 1 27 0 0,-4 1 340 0 0,-1 0 21 0 0,12 2 517 0 0,-6 5-658 0 0,1 1 1 0 0,-1 0-1 0 0,0 0 0 0 0,0 0 0 0 0,-1 1 1 0 0,0-1-1 0 0,0 1 0 0 0,-1 0 0 0 0,0 1 0 0 0,-1-1 1 0 0,0 1-1 0 0,-1-1 0 0 0,0 2-220 0 0,3 2 258 0 0,31 213 3076 0 0,-30-195-2978 0 0,0 13-3602 0 0,-9-53-4638 0 0,8-12 4893 0 0,3-2 1413 0 0</inkml:trace>
  <inkml:trace contextRef="#ctx0" brushRef="#br0" timeOffset="3346.685">1682 80 964 0 0,'24'-15'7344'0'0,"-6"17"-6463"0"0,-19 7-7289 0 0,-3-5 4919 0 0</inkml:trace>
  <inkml:trace contextRef="#ctx0" brushRef="#br0" timeOffset="3797.059">1547 242 1964 0 0,'7'2'4748'0'0,"24"-8"-1604"0"0,44-9 498 0 0,-73 18-3696 0 0,-1-1 36 0 0,0-1 0 0 0,0 1 1 0 0,0 0-1 0 0,0 0 0 0 0,0 0 1 0 0,-1-1-1 0 0,1 1 0 0 0,-1 0 0 0 0,0 0 1 0 0,1 0-1 0 0,-1 0 0 0 0,0 0 0 0 0,0 0 1 0 0,0 0-1 0 0,-1 0 0 0 0,1 0 0 0 0,0 0 1 0 0,-1 0-1 0 0,1 0 0 0 0,-1 0 1 0 0,0 0-1 0 0,1-1 0 0 0,-1 1 0 0 0,0 0 1 0 0,0 0-1 0 0,0-1 0 0 0,-1 2 18 0 0,-24 56-343 0 0,26-58 368 0 0,30 4 374 0 0,-29-5-405 0 0,0 0 22 0 0,0 0-1 0 0,0 0 1 0 0,0 1-1 0 0,0-1 0 0 0,0 0 1 0 0,0 0-1 0 0,0 1 1 0 0,0-1-1 0 0,0 0 1 0 0,0 1-1 0 0,-1-1 0 0 0,1 1 1 0 0,0-1-1 0 0,0 1 1 0 0,0 0-1 0 0,-1-1 1 0 0,1 1-1 0 0,0 0 1 0 0,-1 0-1 0 0,1-1 0 0 0,0 1 1 0 0,-1 0-1 0 0,1 0 1 0 0,-1 0-1 0 0,0 0 1 0 0,1 0-1 0 0,-1-1 0 0 0,0 1 1 0 0,1 0-1 0 0,-1 0 1 0 0,0 0-1 0 0,0 0 1 0 0,0 0-1 0 0,0 0 0 0 0,0 0 1 0 0,0 0-1 0 0,0 0 1 0 0,0 0-1 0 0,0 0 1 0 0,0 0-1 0 0,-1 0 0 0 0,1 0 1 0 0,0 0-1 0 0,-1 0 1 0 0,1 0-1 0 0,0 0 1 0 0,-1 0-1 0 0,1-1 1 0 0,-1 1-1 0 0,0 1-15 0 0,-25 51-52 0 0,19-4-189 0 0,7-48 259 0 0,0-1-18 0 0,0 0-14 0 0,0 0-6 0 0,3 24 17 0 0,-2-22-121 0 0,13 11 73 0 0,-4-17-2819 0 0,-3 0-4487 0 0,-7 5 5835 0 0</inkml:trace>
  <inkml:trace contextRef="#ctx0" brushRef="#br0" timeOffset="4234.898">1608 618 2128 0 0,'-1'3'799'0'0,"1"-3"-592"0"0,-1 1 1 0 0,1 0-1 0 0,-1-1 1 0 0,1 1-1 0 0,-1 0 1 0 0,1 0-1 0 0,-1-1 0 0 0,1 1 1 0 0,0 0-1 0 0,0 0 1 0 0,-1-1-1 0 0,1 1 1 0 0,0 0-1 0 0,0 0 1 0 0,0 0-1 0 0,0 0 0 0 0,0-1 1 0 0,0 1-1 0 0,0 0 1 0 0,0 0-1 0 0,0 0 1 0 0,1-1-1 0 0,-1 1 0 0 0,0 0 1 0 0,0 0-1 0 0,1 0 1 0 0,-1-1-1 0 0,0 1 1 0 0,1 0-1 0 0,-1-1 1 0 0,1 1-1 0 0,-1 0 0 0 0,1-1 1 0 0,-1 1-1 0 0,1 0 1 0 0,0-1-1 0 0,-1 1 1 0 0,1-1-1 0 0,0 1 0 0 0,-1-1 1 0 0,1 0-1 0 0,0 1 1 0 0,-1-1-1 0 0,1 0 1 0 0,0 1-1 0 0,0-1 1 0 0,0 0-209 0 0,-1 2 89 0 0,0 0-1 0 0,1 0 1 0 0,-1 0-1 0 0,0-1 0 0 0,0 1 1 0 0,0 0-1 0 0,0 0 0 0 0,0 0 1 0 0,-1 0-1 0 0,1 0 0 0 0,-1-1 1 0 0,1 1-1 0 0,-1 0 1 0 0,1 0-1 0 0,-1-1 0 0 0,0 1 1 0 0,0 0-1 0 0,0-1 0 0 0,0 1 1 0 0,0-1-1 0 0,0 1 0 0 0,-1-1 1 0 0,1 0-1 0 0,0 1 0 0 0,-1-1 1 0 0,1 0-1 0 0,-1 0 1 0 0,0 1-88 0 0,1-2 60 0 0,-29 38 690 0 0,75-62 2293 0 0,-29 14-2790 0 0,0 1 1 0 0,1 0 0 0 0,1 1-1 0 0,-1 1 1 0 0,1 1-1 0 0,0 0 1 0 0,0 1 0 0 0,15-1-254 0 0,59-1 575 0 0,-52 5-8363 0 0,-27 17 3667 0 0,-14-12 973 0 0,-9-3-37 0 0,5-2 1591 0 0</inkml:trace>
  <inkml:trace contextRef="#ctx0" brushRef="#br0" timeOffset="4668.818">1642 271 1112 0 0,'12'6'5723'0'0,"-2"24"-4000"0"0,-10-28-1399 0 0,34 172 2343 0 0,-30-94-7743 0 0,-4-59 1043 0 0,0-19 2753 0 0</inkml:trace>
  <inkml:trace contextRef="#ctx0" brushRef="#br0" timeOffset="5121.754">2015 1 1756 0 0,'20'8'7859'0'0,"4"27"-5715"0"0,9 45 792 0 0,-24-62-2475 0 0,-1 0 0 0 0,-1 0 0 0 0,0 1 0 0 0,-1-1 0 0 0,-1 2 0 0 0,-1-1 0 0 0,-1 0 0 0 0,-1 1 0 0 0,0 17-461 0 0,-22 32 316 0 0,-49 62-2331 0 0,-82 28-6779 0 0,18-78 3437 0 0,96-69 4167 0 0</inkml:trace>
  <inkml:trace contextRef="#ctx0" brushRef="#br0" timeOffset="7280.216">834 321 916 0 0,'0'0'989'0'0,"0"0"-115"0"0,0 0-173 0 0,0 0-58 0 0,-3 0-34 0 0,-11 9 8487 0 0,13-1-9950 0 0,1-4 975 0 0,0-4 51 0 0,0 0-28 0 0,3 5-10 0 0,-1-1-75 0 0,0-1 0 0 0,0 1 0 0 0,0-1 0 0 0,0 0-1 0 0,1 0 1 0 0,-1 0 0 0 0,1 0 0 0 0,0 0 0 0 0,0 0 0 0 0,0-1-1 0 0,0 1 1 0 0,1-1 0 0 0,-1 0 0 0 0,1 0 0 0 0,-1 0 0 0 0,1 0 0 0 0,-1-1-1 0 0,1 0 1 0 0,0 1 0 0 0,0-1 0 0 0,0-1 0 0 0,0 1 0 0 0,0 0-1 0 0,1-1-58 0 0,58 0-2925 0 0,-46-13-396 0 0,-2 5-2745 0 0,-14 8 4733 0 0</inkml:trace>
  <inkml:trace contextRef="#ctx0" brushRef="#br0" timeOffset="8299.867">1675 188 1160 0 0,'0'0'883'0'0,"0"0"-118"0"0,0 0-108 0 0,0 0-94 0 0,0 0-20 0 0,-3 0 6 0 0,-10 0-3 0 0,10 0 22 0 0,3 0-95 0 0,0 0-23 0 0,0 0 44 0 0,0 0-21 0 0,0 0-73 0 0,0 0-59 0 0,0 0 57 0 0,0 0-20 0 0,0 0-56 0 0,0 0 22 0 0,0 0-62 0 0,0 0-39 0 0,0 0-33 0 0,0 0-37 0 0,0 0-25 0 0,0 0-30 0 0,0 0 31 0 0,0 0-4 0 0,0 0 50 0 0,0 0 7 0 0,0 0-61 0 0,0 0-46 0 0,0 0-7 0 0,0 0 9 0 0,0 0-17 0 0,0 0-8 0 0,-3 0 44 0 0,-9 0 21 0 0,9 0-8 0 0,3 0 8 0 0,0 0 16 0 0,0 0 29 0 0,0 0 20 0 0,0 0-80 0 0,0 0-53 0 0,0 0 21 0 0,0 0 33 0 0,0 0 34 0 0,0 0-5 0 0,0 0-60 0 0,0 0-1 0 0,0 0 43 0 0,0 0-8 0 0,2 2-6 0 0,42 6 530 0 0,-42-8-540 0 0,40 0-2178 0 0,-35 1 915 0 0,6 4-8390 0 0,-10 0 9819 0 0,-4-1-1701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8:29.751"/>
    </inkml:context>
    <inkml:brush xml:id="br0">
      <inkml:brushProperty name="width" value="0.05" units="cm"/>
      <inkml:brushProperty name="height" value="0.05" units="cm"/>
      <inkml:brushProperty name="color" value="#FFFFFF"/>
    </inkml:brush>
  </inkml:definitions>
  <inkml:trace contextRef="#ctx0" brushRef="#br0">371 0 2420 0 0,'0'0'1574'0'0,"0"0"-205"0"0,0 0-111 0 0,0 0-159 0 0,4 0-46 0 0,25 15 5407 0 0,-36 21-4059 0 0,-46 37-1165 0 0,-132 122 436 0 0,51-88-1113 0 0,110-96-1628 0 0,28-12 1111 0 0,1 1 1 0 0,0-1-1 0 0,0 1 0 0 0,0 0 1 0 0,-1 0-1 0 0,1 0 0 0 0,0 1 1 0 0,0-1-1 0 0,-1 1 0 0 0,1 1 1 0 0,-1-1-1 0 0,1 0 0 0 0,-1 1 1 0 0,1 0-1 0 0,0 1-42 0 0,4 0 27 0 0,20 9 224 0 0,-1 2 1 0 0,0 0-1 0 0,-1 2 0 0 0,-1 1 1 0 0,17 15-252 0 0,32 20 308 0 0,-5 12-1548 0 0,-70-64 609 0 0,0 0-234 0 0,0 0-112 0 0,-3-22-7359 0 0,-1-6 1480 0 0,0 20 5426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8:30.277"/>
    </inkml:context>
    <inkml:brush xml:id="br0">
      <inkml:brushProperty name="width" value="0.05" units="cm"/>
      <inkml:brushProperty name="height" value="0.05" units="cm"/>
      <inkml:brushProperty name="color" value="#FFFFFF"/>
    </inkml:brush>
  </inkml:definitions>
  <inkml:trace contextRef="#ctx0" brushRef="#br0">0 22 2228 0 0,'46'-22'10548'0'0,"-36"70"-6575"0"0,-11 283-657 0 0,2-274-3138 0 0,1 13-293 0 0,-5-25-4196 0 0,3-45 4068 0 0,-1 0-1 0 0,1-1 1 0 0,0 1-1 0 0,0 0 1 0 0,0 0-1 0 0,0-1 1 0 0,-1 1-1 0 0,1 0 1 0 0,0-1-1 0 0,0 1 1 0 0,0 0-1 0 0,-1 0 1 0 0,1 0-1 0 0,0-1 1 0 0,0 1-1 0 0,-1 0 1 0 0,1 0-1 0 0,0 0 1 0 0,-1 0-1 0 0,1 0 1 0 0,0-1-1 0 0,0 1 1 0 0,-1 0-1 0 0,1 0 1 0 0,0 0-1 0 0,-1 0 1 0 0,1 0-1 0 0,0 0 1 0 0,-1 0-1 0 0,1 0 1 0 0,0 0-1 0 0,-1 0 1 0 0,1 0-1 0 0,0 0 1 0 0,-1 0-1 0 0,1 0 1 0 0,0 1-1 0 0,-1-1 1 0 0,1 0-1 0 0,0 0 1 0 0,0 0-1 0 0,-1 0 1 0 0,1 1-1 0 0,0-1 1 0 0,0 0-1 0 0,-1 0 1 0 0,1 0-1 0 0,0 1 0 0 0,0-1 1 0 0,0 0-1 0 0,-1 0 1 0 0,1 1 243 0 0,0-6-1731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8:34.368"/>
    </inkml:context>
    <inkml:brush xml:id="br0">
      <inkml:brushProperty name="width" value="0.05" units="cm"/>
      <inkml:brushProperty name="height" value="0.05" units="cm"/>
      <inkml:brushProperty name="color" value="#FFFFFF"/>
    </inkml:brush>
  </inkml:definitions>
  <inkml:trace contextRef="#ctx0" brushRef="#br0">325 1 2356 0 0,'0'0'1340'0'0,"0"0"-62"0"0,0 0-146 0 0,0 0-143 0 0,0 0-33 0 0,0 0-98 0 0,0 0-39 0 0,0 0-57 0 0,-32 20 1761 0 0,-113 88 1006 0 0,14-14-456 0 0,130-93-3040 0 0,0 0-1 0 0,0 0 1 0 0,-1-1-1 0 0,1 1 1 0 0,0 0 0 0 0,0 1-1 0 0,0-1 1 0 0,0 0-1 0 0,1 0 1 0 0,-1 0 0 0 0,0 0-1 0 0,0 1 1 0 0,1-1-1 0 0,-1 0 1 0 0,1 1 0 0 0,-1-1-1 0 0,1 1 1 0 0,-1-1-1 0 0,1 0 1 0 0,0 1-1 0 0,0-1 1 0 0,0 1 0 0 0,0-1-1 0 0,0 1 1 0 0,0-1-1 0 0,0 1 1 0 0,0-1 0 0 0,0 1-1 0 0,1-1 1 0 0,-1 0-1 0 0,1 1 1 0 0,-1-1 0 0 0,1 1-1 0 0,-1-1 1 0 0,1 0-1 0 0,0 0 1 0 0,0 1-1 0 0,0-1 1 0 0,0 0 0 0 0,0 0-1 0 0,0 0 1 0 0,0 0-1 0 0,0 0 1 0 0,0 0 0 0 0,0 0-1 0 0,0 0 1 0 0,1-1-1 0 0,-1 1 1 0 0,0 0-1 0 0,1-1 1 0 0,-1 1-33 0 0,2 2-8 0 0,198 174 126 0 0,-151-162-3263 0 0,-48-15 2161 0 0,17-6-6754 0 0,-16 4 7559 0 0,4-21-6425 0 0,-7 18 5215 0 0</inkml:trace>
  <inkml:trace contextRef="#ctx0" brushRef="#br0" timeOffset="553.521">626 11 1304 0 0,'14'-6'7154'0'0,"-20"19"-3559"0"0,-18 16-1555 0 0,-90 68 1429 0 0,-12-7-592 0 0,125-89-2864 0 0,0-1 0 0 0,1 1 1 0 0,-1-1-1 0 0,1 1 0 0 0,-1-1 1 0 0,1 1-1 0 0,-1-1 0 0 0,1 1 1 0 0,-1-1-1 0 0,1 1 1 0 0,0-1-1 0 0,-1 1 0 0 0,1 0 1 0 0,0-1-1 0 0,-1 1 0 0 0,1 0 1 0 0,0-1-1 0 0,0 1 1 0 0,0 0-1 0 0,-1-1 0 0 0,1 1 1 0 0,0 0-1 0 0,0-1 0 0 0,0 1 1 0 0,0 0-1 0 0,0 0 0 0 0,1-1 1 0 0,-1 1-1 0 0,0 0 1 0 0,0-1-1 0 0,0 1 0 0 0,1 0 1 0 0,-1-1-1 0 0,0 1 0 0 0,0 0 1 0 0,1-1-1 0 0,-1 1 1 0 0,1-1-1 0 0,-1 1 0 0 0,1-1 1 0 0,-1 1-1 0 0,1-1 0 0 0,-1 1 1 0 0,1-1-1 0 0,-1 1 1 0 0,1-1-14 0 0,2 4-55 0 0,113 125 49 0 0,-24-37-2985 0 0,-87-88 2346 0 0,10-2-8547 0 0,-14-2 7382 0 0,-1 0 93 0 0,0 0 79 0 0,0 0 106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8:41.512"/>
    </inkml:context>
    <inkml:brush xml:id="br0">
      <inkml:brushProperty name="width" value="0.05" units="cm"/>
      <inkml:brushProperty name="height" value="0.05" units="cm"/>
      <inkml:brushProperty name="color" value="#FFFFFF"/>
    </inkml:brush>
  </inkml:definitions>
  <inkml:trace contextRef="#ctx0" brushRef="#br0">401 16 2048 0 0,'9'-16'10142'0'0,"-19"26"-6323"0"0,-122 143-1060 0 0,-66 53-1113 0 0,131-141-546 0 0,67-64-1077 0 0,-1-1 1 0 0,1 1-1 0 0,0 0 0 0 0,0 0 1 0 0,-1-1-1 0 0,1 1 0 0 0,0 0 0 0 0,0 0 1 0 0,0-1-1 0 0,0 1 0 0 0,0 0 1 0 0,0 0-1 0 0,0 0 0 0 0,0-1 1 0 0,0 1-1 0 0,0 0 0 0 0,0 0 1 0 0,1-1-1 0 0,-1 1 0 0 0,0 0 1 0 0,0 0-1 0 0,1-1 0 0 0,-1 1 0 0 0,1 0 1 0 0,-1-1-1 0 0,0 1 0 0 0,1 0 1 0 0,-1-1-1 0 0,1 1 0 0 0,0-1 1 0 0,-1 1-1 0 0,1-1 0 0 0,-1 1 1 0 0,1-1-1 0 0,0 1 0 0 0,-1-1 1 0 0,1 0-1 0 0,0 1 0 0 0,-1-1 0 0 0,1 0 1 0 0,0 0-1 0 0,0 0 0 0 0,0 1 1 0 0,-1-1-1 0 0,1 0 0 0 0,0 0 1 0 0,0 0-1 0 0,-1 0 0 0 0,1 0 1 0 0,0 0-1 0 0,0 0 0 0 0,-1-1 0 0 0,1 1 1 0 0,0 0-1 0 0,0 0 0 0 0,-1 0 1 0 0,2-1-24 0 0,111 12 1181 0 0,2-35-678 0 0,-11 13-193 0 0,-42 9-1309 0 0,-37 3-2244 0 0,-22-9 883 0 0,5 3 65 0 0,3-2 560 0 0,-8-3-4411 0 0,1 4 1227 0 0,-6 1 3323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8:40.356"/>
    </inkml:context>
    <inkml:brush xml:id="br0">
      <inkml:brushProperty name="width" value="0.05" units="cm"/>
      <inkml:brushProperty name="height" value="0.05" units="cm"/>
      <inkml:brushProperty name="color" value="#FFFFFF"/>
    </inkml:brush>
  </inkml:definitions>
  <inkml:trace contextRef="#ctx0" brushRef="#br0">19 1 1472 0 0,'0'0'1557'0'0,"0"0"-186"0"0,0 0-9 0 0,0 0-144 0 0,0 0-99 0 0,0 0-121 0 0,0 0-92 0 0,0 0-75 0 0,0 0-5 0 0,0 0-65 0 0,0 0-8 0 0,0 0-77 0 0,0 0-47 0 0,0 0-3 0 0,0 0-10 0 0,0 0-59 0 0,0 0-113 0 0,0 0-20 0 0,0 0-47 0 0,-3 0-90 0 0,-9 0 14 0 0,9 0 0 0 0,3 0-40 0 0,0 0 5 0 0,0 0-86 0 0,0 0 10 0 0,0 0 1 0 0,0 0-37 0 0,0 0-45 0 0,0 0 20 0 0,0 0-22 0 0,0 0-35 0 0,0 0 0 0 0,0 0 56 0 0,0 0-20 0 0,0 0 31 0 0,0 0 35 0 0,0 0-14 0 0,1 6 5 0 0,61 95 682 0 0,58 57 24 0 0,38 18-263 0 0,-70-73-1052 0 0,-74-89-1805 0 0,-21-30-4734 0 0,-54-98-3126 0 0,50 93 8687 0 0</inkml:trace>
  <inkml:trace contextRef="#ctx0" brushRef="#br0" timeOffset="404.006">408 47 1400 0 0,'1'10'6791'0'0,"-6"14"-4222"0"0,-28 50 185 0 0,19-51-2229 0 0,-1-1 0 0 0,-1-1 0 0 0,-1 0 0 0 0,0-1 0 0 0,-21 16-525 0 0,-167 168 935 0 0,176-194-5343 0 0,28-10 2942 0 0,7-13-7174 0 0,-3 7 6996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01.168"/>
    </inkml:context>
    <inkml:brush xml:id="br0">
      <inkml:brushProperty name="width" value="0.05" units="cm"/>
      <inkml:brushProperty name="height" value="0.05" units="cm"/>
      <inkml:brushProperty name="color" value="#FFFFFF"/>
    </inkml:brush>
  </inkml:definitions>
  <inkml:trace contextRef="#ctx0" brushRef="#br0">271 0 1380 0 0,'3'0'1364'0'0,"14"4"5556"0"0,-15 8-4248 0 0,-21 21-2738 0 0,7-16 1085 0 0,-99 146 411 0 0,-1-58-2602 0 0,76-82-2029 0 0,35-23 1694 0 0,1 0-157 0 0,-1-14-2802 0 0,5 7 3025 0 0</inkml:trace>
  <inkml:trace contextRef="#ctx0" brushRef="#br0" timeOffset="255.993">291 114 1688 0 0,'96'2'6740'0'0,"4"0"-3546"0"0,-11-8-1705 0 0,-85 5-1561 0 0,6 0-1840 0 0,-21 7-5688 0 0,-7 1 6137 0 0</inkml:trace>
  <inkml:trace contextRef="#ctx0" brushRef="#br0" timeOffset="422.897">255 282 1792 0 0,'6'2'5699'0'0,"12"-5"-4561"0"0,-13 2-259 0 0,164-41 2355 0 0,-167 41-2936 0 0,-2 2-508 0 0,0-1 1 0 0,0 0-1 0 0,0 1 1 0 0,0-1-1 0 0,0 0 0 0 0,0 0 1 0 0,0 1-1 0 0,0-1 1 0 0,0 0-1 0 0,0 0 0 0 0,0 1 1 0 0,0-1-1 0 0,0 0 1 0 0,0 1-1 0 0,0-1 0 0 0,1 0 1 0 0,-1 0-1 0 0,0 0 1 0 0,0 1-1 0 0,0-1 1 0 0,0 0-1 0 0,1 0 0 0 0,-1 1 1 0 0,0-1-1 0 0,0 0 1 0 0,0 0-1 0 0,1 0 0 0 0,-1 0 1 0 0,0 0-1 0 0,0 1 1 0 0,1-1-1 0 0,-1 0 0 0 0,0 0 1 0 0,0 0-1 0 0,1 0 1 0 0,-1 0-1 0 0,0 0 0 0 0,1 0 1 0 0,-1 0-1 0 0,0 0 1 0 0,0 0-1 0 0,1 0 1 0 0,-1 0-1 0 0,0 0 0 0 0,1 0 1 0 0,-1 0-1 0 0,0 0 1 0 0,1 0 209 0 0,-6 7-1532 0 0</inkml:trace>
  <inkml:trace contextRef="#ctx0" brushRef="#br0" timeOffset="876.977">101 490 2280 0 0,'19'-14'8765'0'0,"26"1"-6834"0"0,-44 13-1844 0 0,176-28 3519 0 0,-64 5-2671 0 0,14-5 146 0 0,-79 20-798 0 0,-39 23-396 0 0,-6 59 24 0 0,-3 150 167 0 0,-1-220-69 0 0,1 0 0 0 0,0 0 0 0 0,0 0 1 0 0,0-1-1 0 0,0 1 0 0 0,0 0 1 0 0,1 0-1 0 0,-1 0 0 0 0,1 0 0 0 0,0-1 1 0 0,1 1-1 0 0,-1-1 0 0 0,0 1 0 0 0,1-1 1 0 0,0 1-1 0 0,0-1 0 0 0,0 0 0 0 0,0 1 1 0 0,1-1-1 0 0,-1-1 0 0 0,1 1 0 0 0,0 0 1 0 0,-1 0-1 0 0,1-1 0 0 0,1 0 0 0 0,-1 0 1 0 0,0 1-1 0 0,0-2 0 0 0,1 1 0 0 0,-1 0 1 0 0,1-1-1 0 0,0 0 0 0 0,0 1-9 0 0,-3-2 23 0 0,14-3-263 0 0,33-34-1996 0 0,-11-53-5829 0 0,-8 11 1843 0 0,-12 56 4801 0 0</inkml:trace>
  <inkml:trace contextRef="#ctx0" brushRef="#br0" timeOffset="1352.968">1004 378 2224 0 0,'0'0'215'0'0,"1"0"0"0"0,-1 0 0 0 0,0 0 0 0 0,1 0 0 0 0,-1-1 1 0 0,0 1-1 0 0,0 0 0 0 0,1 0 0 0 0,-1 0 0 0 0,0 0 0 0 0,1 0 0 0 0,-1-1 0 0 0,0 1 0 0 0,0 0 0 0 0,1 0 0 0 0,-1-1 0 0 0,0 1 0 0 0,0 0 0 0 0,1 0 0 0 0,-1-1 0 0 0,0 1 0 0 0,0 0 0 0 0,0 0 0 0 0,0-1 1 0 0,1 1-1 0 0,-1 0 0 0 0,0-1 0 0 0,0 1 0 0 0,0 0 0 0 0,0-1 0 0 0,0 1 0 0 0,0 0 0 0 0,0-1 0 0 0,0 1 0 0 0,0 0 0 0 0,0-1 0 0 0,0 1 0 0 0,0 0 0 0 0,0-1 0 0 0,0 1 0 0 0,0 0 0 0 0,-1-1 0 0 0,1 1 1 0 0,0 0-1 0 0,0-1 0 0 0,0 1 0 0 0,0 0 0 0 0,0 0 0 0 0,-1-1 0 0 0,1 1-215 0 0,11-3 753 0 0,65-12 1968 0 0,30-12-4407 0 0,-101 23 678 0 0,-6 3-9888 0 0,-4 4 9383 0 0</inkml:trace>
  <inkml:trace contextRef="#ctx0" brushRef="#br0" timeOffset="1510.176">1088 431 988 0 0,'-7'18'1188'0'0,"0"-6"-112"0"0,6 4-104 0 0,-1-6-236 0 0,0 0-79 0 0,-1 1-29 0 0,1-3-60 0 0,-2 0-208 0 0,2-2-124 0 0,-1 1-140 0 0,2 1-168 0 0,-1 3 0 0 0,0 0-560 0 0,-1-4-556 0 0,3-7 83 0 0,0 0-403 0 0,0 0 100 0 0</inkml:trace>
  <inkml:trace contextRef="#ctx0" brushRef="#br0" timeOffset="2105.388">997 621 1440 0 0,'-5'25'10538'0'0,"31"-39"-6361"0"0,63-39-1895 0 0,-30 16-2684 0 0,-25 19-3152 0 0,3-3-5194 0 0,-4 1 5600 0 0,-20 11 1651 0 0</inkml:trace>
  <inkml:trace contextRef="#ctx0" brushRef="#br0" timeOffset="2643.127">1358 387 2216 0 0,'-1'-10'7491'0'0,"1"6"-1447"0"0,10 6-3648 0 0,-3-1-2568 0 0,180 2 2962 0 0,-113 8-2409 0 0,-24 3-215 0 0,-16 7 257 0 0,-30-11-357 0 0,-1 1 0 0 0,0-1 1 0 0,-1 1-1 0 0,0 0 1 0 0,-1-1-1 0 0,0 1 1 0 0,-1 0-1 0 0,0 0 0 0 0,-1 8-66 0 0,1 23 43 0 0,0 105 149 0 0,0-145-279 0 0,0 0-1 0 0,-1-1 0 0 0,1 1 1 0 0,-1 0-1 0 0,1 0 0 0 0,-1 0 0 0 0,0 0 1 0 0,0 0-1 0 0,0-1 0 0 0,0 1 0 0 0,0 0 1 0 0,0-1-1 0 0,0 1 0 0 0,-1-1 1 0 0,1 1-1 0 0,0-1 0 0 0,-1 0 0 0 0,1 0 1 0 0,-1 1-1 0 0,0-1 0 0 0,1 0 1 0 0,-1 0-1 0 0,0-1 0 0 0,0 1 0 0 0,0 0 1 0 0,1 0-1 0 0,-1-1 0 0 0,0 1 0 0 0,0-1 1 0 0,0 0-1 0 0,0 0 0 0 0,0 0 1 0 0,0 0-1 0 0,0 0 0 0 0,0 0 0 0 0,0 0 1 0 0,0 0-1 0 0,0-1 0 0 0,0 1 1 0 0,0-1-1 0 0,0 1 0 0 0,0-1 88 0 0,-11-9-1140 0 0,1 0 1 0 0,0-1-1 0 0,0 0 1 0 0,2-1-1 0 0,-1 0 0 0 0,1-1 1 0 0,1 0-1 0 0,0 0 0 0 0,1-1 1 0 0,1 0-1 0 0,0 0 1 0 0,1-1-1 0 0,0 0 0 0 0,-2-13 1140 0 0,1 5-1448 0 0</inkml:trace>
  <inkml:trace contextRef="#ctx0" brushRef="#br0" timeOffset="2907.423">1567 128 2064 0 0,'0'0'174'0'0,"0"0"-1"0"0,0 1 0 0 0,0-1 1 0 0,1 0-1 0 0,-1 0 0 0 0,0 1 1 0 0,0-1-1 0 0,0 0 0 0 0,1 0 1 0 0,-1 1-1 0 0,0-1 0 0 0,0 0 1 0 0,1 0-1 0 0,-1 0 0 0 0,0 1 1 0 0,0-1-1 0 0,1 0 0 0 0,-1 0 1 0 0,0 0-1 0 0,1 0 0 0 0,-1 0 1 0 0,0 0-1 0 0,1 0 0 0 0,-1 0 1 0 0,0 0-1 0 0,1 0 0 0 0,-1 0 1 0 0,0 0-1 0 0,1 0 0 0 0,-1 0 0 0 0,0 0 1 0 0,0 0-1 0 0,1 0 0 0 0,-1 0 1 0 0,0 0-1 0 0,1 0 0 0 0,-1 0 1 0 0,0-1-1 0 0,1 1 0 0 0,-1 0 1 0 0,0 0-1 0 0,0 0 0 0 0,1 0 1 0 0,-1-1-1 0 0,0 1 0 0 0,0 0 1 0 0,0 0-1 0 0,1-1 0 0 0,-1 1 1 0 0,0 0-1 0 0,0 0 0 0 0,0-1 1 0 0,0 1-1 0 0,1 0 0 0 0,-1-1 1 0 0,0 1-1 0 0,0 0 0 0 0,0-1-173 0 0,6 31 3717 0 0,-7-11-3353 0 0,-1 0-1 0 0,0 0 1 0 0,-2 0-1 0 0,0-1 0 0 0,-1 1 1 0 0,-1-1-1 0 0,-1 0 1 0 0,-2 2-364 0 0,6-12 126 0 0,-71 132-343 0 0,-21-12-3575 0 0,86-117 3314 0 0,-112 95-8362 0 0,74-70 5983 0 0,27-23 1413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8:55.096"/>
    </inkml:context>
    <inkml:brush xml:id="br0">
      <inkml:brushProperty name="width" value="0.05" units="cm"/>
      <inkml:brushProperty name="height" value="0.05" units="cm"/>
      <inkml:brushProperty name="color" value="#FFFFFF"/>
    </inkml:brush>
  </inkml:definitions>
  <inkml:trace contextRef="#ctx0" brushRef="#br0">637 0 1808 0 0,'0'0'1674'0'0,"0"0"-120"0"0,0 0-278 0 0,0 0-183 0 0,0 0-136 0 0,2 3-114 0 0,-3 2-658 0 0,1 0 0 0 0,-1-1 1 0 0,0 1-1 0 0,-1 0 0 0 0,1 0 1 0 0,-1 0-1 0 0,0-1 0 0 0,0 1 1 0 0,0-1-1 0 0,-1 1 0 0 0,0-1 1 0 0,1 0-1 0 0,-2 0 0 0 0,1 0 1 0 0,0-1-1 0 0,-1 1 0 0 0,1-1 0 0 0,-1 1 1 0 0,0-1-1 0 0,0 0 0 0 0,-5 2-185 0 0,0 3 307 0 0,4-4-224 0 0,-113 91 1282 0 0,26-61-3187 0 0,86-33 1753 0 0,0 1-1586 0 0,1-2-6874 0 0,-2 0 7001 0 0</inkml:trace>
  <inkml:trace contextRef="#ctx0" brushRef="#br0" timeOffset="365.034">533 116 996 0 0,'72'0'9527'0'0,"-28"-2"-6859"0"0,93 2 860 0 0,-134 3-3394 0 0,-3-2-117 0 0,1-1 0 0 0,0 1 0 0 0,0 0 0 0 0,0 0-1 0 0,-1 0 1 0 0,1 0 0 0 0,0 0 0 0 0,-1 0 0 0 0,1 0 0 0 0,-1 0 0 0 0,1 0 0 0 0,-1 0 0 0 0,0 0 0 0 0,1 0 0 0 0,-1 0-1 0 0,0 0 1 0 0,0 0 0 0 0,0 0 0 0 0,0 0 0 0 0,0 1 0 0 0,0-1 0 0 0,0 0 0 0 0,0 0 0 0 0,0 0 0 0 0,0 0 0 0 0,-1 0-1 0 0,1 0 1 0 0,0 0 0 0 0,-1 0 0 0 0,1 0 0 0 0,-1 0 0 0 0,1 0 0 0 0,-1 0 0 0 0,0 0 0 0 0,1 0 0 0 0,-1 0 0 0 0,0 0 0 0 0,0 0-1 0 0,1 0 1 0 0,-1-1 0 0 0,0 1 0 0 0,0 0 0 0 0,0-1 0 0 0,0 1-17 0 0,-29 27-276 0 0,0 0-1 0 0,-2-3 1 0 0,-1 0 0 0 0,-1-2-1 0 0,-6 1 277 0 0,-61 8-5121 0 0,99-32 3589 0 0,-22-4-5288 0 0,7-12 5294 0 0</inkml:trace>
  <inkml:trace contextRef="#ctx0" brushRef="#br0" timeOffset="633.414">399 288 1392 0 0,'10'74'6191'0'0,"0"-8"-4334"0"0,-9 3-676 0 0,-1-24-6810 0 0,0-39 3758 0 0,0-4 398 0 0</inkml:trace>
  <inkml:trace contextRef="#ctx0" brushRef="#br0" timeOffset="918.358">420 408 2508 0 0,'24'-25'5643'0'0,"52"-15"-1046"0"0,64 25 1501 0 0,-55 41-5061 0 0,7-6-2938 0 0,-108 7-3396 0 0,-81 84-4402 0 0,80-88 8197 0 0</inkml:trace>
  <inkml:trace contextRef="#ctx0" brushRef="#br0" timeOffset="1182.447">512 427 1924 0 0,'15'-8'6309'0'0,"19"7"-2561"0"0,-17 1-2618 0 0,-16 0-802 0 0,31 0-276 0 0,-32 1-227 0 0,0-1 0 0 0,-1 0 0 0 0,1 1 0 0 0,0-1 0 0 0,-1 1 1 0 0,1-1-1 0 0,0 1 0 0 0,0-1 0 0 0,-1 1 0 0 0,1-1 0 0 0,0 1 1 0 0,0-1-1 0 0,0 1 0 0 0,0-1 0 0 0,0 1 0 0 0,0-1 0 0 0,0 1 1 0 0,0-1-1 0 0,0 1 0 0 0,0-1 0 0 0,0 1 0 0 0,0-1 0 0 0,0 1 1 0 0,0-1-1 0 0,0 1 0 0 0,0-1 0 0 0,0 1 0 0 0,1-1 0 0 0,-1 1 1 0 0,0-1-1 0 0,0 0 0 0 0,1 1 0 0 0,-1-1 0 0 0,0 1 0 0 0,1-1 0 0 0,-1 0 1 0 0,0 1-1 0 0,1-1 0 0 0,-1 0 0 0 0,1 1 0 0 0,-1-1 0 0 0,1 0 1 0 0,-1 0-1 0 0,0 1 0 0 0,1-1 0 0 0,-1 0 0 0 0,1 0 0 0 0,-1 0 1 0 0,1 0-1 0 0,-1 1 0 0 0,1-1 0 0 0,-1 0 0 0 0,1 0 0 0 0,-1 0 1 0 0,1 0-1 0 0,-1 0 0 0 0,1 0 0 0 0,0 0 0 0 0,-1-1 0 0 0,1 1 1 0 0,-1 0 174 0 0,-13 16-1614 0 0</inkml:trace>
  <inkml:trace contextRef="#ctx0" brushRef="#br0" timeOffset="1441.452">523 491 948 0 0,'0'0'145'0'0,"1"0"0"0"0,-1 0 1 0 0,1 0-1 0 0,-1 1 0 0 0,1-1 0 0 0,-1 0 0 0 0,1 0 0 0 0,-1 0 1 0 0,1 1-1 0 0,-1-1 0 0 0,1 0 0 0 0,-1 0 0 0 0,0 1 1 0 0,1-1-1 0 0,-1 0 0 0 0,0 1 0 0 0,1-1 0 0 0,-1 1 0 0 0,0-1 1 0 0,1 0-1 0 0,-1 1 0 0 0,0-1 0 0 0,1 1 0 0 0,-1-1 0 0 0,0 1 1 0 0,0-1-1 0 0,0 1 0 0 0,0-1 0 0 0,1 1 0 0 0,-1-1 1 0 0,0 1-1 0 0,0-1 0 0 0,0 1 0 0 0,0-1 0 0 0,0 1 0 0 0,0-1 1 0 0,0 1-1 0 0,0-1 0 0 0,-1 1 0 0 0,1-1 0 0 0,0 1 0 0 0,0-1 1 0 0,0 1-1 0 0,0-1 0 0 0,-1 1 0 0 0,1-1 0 0 0,0 1 1 0 0,-1-1-1 0 0,1 0 0 0 0,0 1 0 0 0,-1-1 0 0 0,1 1 0 0 0,0-1 1 0 0,-1 0-1 0 0,1 1 0 0 0,-1-1 0 0 0,1 0 0 0 0,0 0 0 0 0,-1 1 1 0 0,1-1-1 0 0,-1 0 0 0 0,1 0 0 0 0,-1 0 0 0 0,1 0 1 0 0,-1 1-1 0 0,1-1 0 0 0,-1 0 0 0 0,0 0-145 0 0,41 12 3682 0 0,77-6-1754 0 0,-92-7-3523 0 0,-2-12-1519 0 0,-10-15-4861 0 0,-11 21 6357 0 0</inkml:trace>
  <inkml:trace contextRef="#ctx0" brushRef="#br0" timeOffset="1831.43">635 244 1880 0 0,'-2'5'6247'0'0,"-10"19"-3650"0"0,-50 214 2112 0 0,56-121-3074 0 0,8-106-1450 0 0,1-1 0 0 0,0 1 0 0 0,1-1 0 0 0,0 0 0 0 0,0 0 0 0 0,1-1-1 0 0,0 1 1 0 0,1-1 0 0 0,0 0 0 0 0,1 0 0 0 0,0-1 0 0 0,0 0 0 0 0,1 0 0 0 0,0 0-1 0 0,0-1 1 0 0,0-1 0 0 0,7 4-185 0 0,-5-1 212 0 0,0-1 0 0 0,0-1-1 0 0,1 0 1 0 0,0-1 0 0 0,1 0 0 0 0,-1 0-1 0 0,1-1 1 0 0,0-1 0 0 0,0 0 0 0 0,1-1-1 0 0,-1 0 1 0 0,1-1 0 0 0,0 0-1 0 0,2-1-211 0 0,-9-1-42 0 0,-1 0 1 0 0,1-1-1 0 0,0 1 0 0 0,-1-2 0 0 0,1 1 0 0 0,-1 0 0 0 0,0-1 0 0 0,1 0 0 0 0,-1 0 0 0 0,0-1 0 0 0,0 0 0 0 0,0 0 0 0 0,-1 0 0 0 0,1 0 0 0 0,-1 0 0 0 0,0-1 0 0 0,0 0 0 0 0,0 0 0 0 0,0 0 0 0 0,0-1 0 0 0,-1 1 0 0 0,0-1 0 0 0,0 0 0 0 0,0 0 0 0 0,0-2 42 0 0,-1 3-299 0 0,-1 0 1 0 0,0-1-1 0 0,-1 1 1 0 0,1 0-1 0 0,-1-1 1 0 0,1 1-1 0 0,-1 0 0 0 0,-1-1 1 0 0,1 1-1 0 0,-1 0 1 0 0,1 0-1 0 0,-1-1 1 0 0,-1 1-1 0 0,1 0 0 0 0,0 0 1 0 0,-1 0-1 0 0,0 0 1 0 0,-2-3 298 0 0,0-2-737 0 0,-5-16-1106 0 0,0-1 1 0 0,2 1-1 0 0,0-2 1 0 0,2 1 0 0 0,1-1-1 0 0,1 1 1 0 0,1-16 1842 0 0,1 10-1418 0 0</inkml:trace>
  <inkml:trace contextRef="#ctx0" brushRef="#br0" timeOffset="2384.472">1056 135 2260 0 0,'25'5'6649'0'0,"-5"10"-4409"0"0,-10 31-7332 0 0,-12-35 1755 0 0,2 2 1765 0 0</inkml:trace>
  <inkml:trace contextRef="#ctx0" brushRef="#br0" timeOffset="2644.526">1027 414 2040 0 0,'27'36'7319'0'0,"-5"-9"-6010"0"0,-20 14-9605 0 0,-2-30 6840 0 0</inkml:trace>
  <inkml:trace contextRef="#ctx0" brushRef="#br0" timeOffset="2921.997">1017 767 2260 0 0,'0'0'121'0'0,"0"0"0"0"0,-1 1 1 0 0,1-1-1 0 0,0 1 0 0 0,0-1 0 0 0,0 1 0 0 0,0-1 0 0 0,0 1 0 0 0,0-1 1 0 0,0 1-1 0 0,0-1 0 0 0,0 1 0 0 0,0-1 0 0 0,1 1 0 0 0,-1-1 0 0 0,0 0 1 0 0,0 1-1 0 0,0-1 0 0 0,0 1 0 0 0,1-1 0 0 0,-1 1 0 0 0,0-1 0 0 0,1 0 1 0 0,-1 1-1 0 0,0-1 0 0 0,1 0 0 0 0,-1 1 0 0 0,0-1 0 0 0,1 0 0 0 0,-1 1 1 0 0,0-1-1 0 0,1 0 0 0 0,-1 0 0 0 0,1 1 0 0 0,-1-1 0 0 0,1 0 0 0 0,-1 0 1 0 0,0 0-1 0 0,1 0 0 0 0,-1 0 0 0 0,1 0 0 0 0,-1 0 0 0 0,1 0 0 0 0,-1 0 0 0 0,1 0 1 0 0,-1 0-1 0 0,1 0 0 0 0,-1 0 0 0 0,1 0 0 0 0,-1 0 0 0 0,1 0 0 0 0,-1 0 1 0 0,1 0-1 0 0,-1-1 0 0 0,0 1 0 0 0,1 0 0 0 0,-1 0 0 0 0,1-1 0 0 0,-1 1 1 0 0,0 0-1 0 0,1-1 0 0 0,-1 1 0 0 0,0 0 0 0 0,1-1 0 0 0,-1 1-121 0 0,22-8 2115 0 0,-5-5-2066 0 0,-1 0-1 0 0,-1-1 0 0 0,0-1 1 0 0,0 0-1 0 0,-2-1 1 0 0,0-1-1 0 0,-1 0 1 0 0,-1-1-1 0 0,0 0 1 0 0,-2 0-1 0 0,5-13-48 0 0,37-59-3913 0 0,-6 22-1047 0 0,-29 44 3379 0 0</inkml:trace>
  <inkml:trace contextRef="#ctx0" brushRef="#br0" timeOffset="3142.17">1578 14 1880 0 0,'6'-8'8448'0'0,"-21"23"-6133"0"0,-65 38-1340 0 0,-159 93-2924 0 0,228-139 1276 0 0,-13 5-727 0 0,10-13-4260 0 0,13-1 4266 0 0,1 0 0 0 0</inkml:trace>
  <inkml:trace contextRef="#ctx0" brushRef="#br0" timeOffset="3330.336">1222 217 1808 0 0,'15'16'4870'0'0,"-2"26"-3475"0"0,-11-32-876 0 0,9 46 699 0 0,-3-1 0 0 0,-3 1 0 0 0,-2 1 0 0 0,-4 41-1218 0 0,1-65 8 0 0,-24 63-1347 0 0,19-74-246 0 0,2-15-6462 0 0,6-9 6554 0 0</inkml:trace>
  <inkml:trace contextRef="#ctx0" brushRef="#br0" timeOffset="3985.129">1657 144 1936 0 0,'-1'2'7788'0'0,"-14"21"-5523"0"0,-9 3-1754 0 0,-1 0 1 0 0,-2-2-1 0 0,0-2 1 0 0,-30 19-512 0 0,-22-5-338 0 0,70-39-401 0 0,26 15 1238 0 0,-4 157 588 0 0,-12 36-901 0 0,-1-205-191 0 0,0 1 0 0 0,0-1 0 0 0,0 1 0 0 0,1-1 1 0 0,-1 1-1 0 0,0-1 0 0 0,1 1 0 0 0,-1-1 0 0 0,0 0 0 0 0,1 1 0 0 0,-1-1 0 0 0,0 1 1 0 0,1-1-1 0 0,-1 0 0 0 0,1 1 0 0 0,-1-1 0 0 0,1 0 0 0 0,-1 0 0 0 0,0 1 0 0 0,1-1 1 0 0,-1 0-1 0 0,1 0 0 0 0,0 0 0 0 0,-1 0 0 0 0,1 0 0 0 0,-1 0 0 0 0,1 1 0 0 0,-1-1 0 0 0,1 0 1 0 0,-1 0-1 0 0,1-1 0 0 0,-1 1 0 0 0,1 0 0 0 0,-1 0 0 0 0,1 0 0 0 0,-1 0 0 0 0,1 0 1 0 0,-1-1-1 0 0,1 1 0 0 0,-1 0 0 0 0,1 0 0 0 0,-1-1 0 0 0,1 1 0 0 0,-1 0 0 0 0,0-1 0 0 0,1 1 1 0 0,-1 0-1 0 0,1-1 0 0 0,-1 1 0 0 0,0-1 0 0 0,1 1 0 0 0,-1 0 0 0 0,0-1 0 0 0,0 1 1 0 0,1-1-1 0 0,-1 1 0 0 0,0-1 5 0 0,4-2-61 0 0,11-8-268 0 0,0-2 0 0 0,-2 1 1 0 0,1-2-1 0 0,-2 0 1 0 0,1 0-1 0 0,-2-1 0 0 0,4-7 329 0 0,27-33-5311 0 0,-25 35 2125 0 0,-13 11 1589 0 0</inkml:trace>
  <inkml:trace contextRef="#ctx0" brushRef="#br0" timeOffset="4325.818">1731 332 1804 0 0,'-8'18'7316'0'0,"-15"10"-6086"0"0,22-27-972 0 0,-137 110 2190 0 0,75-74-1587 0 0,101-7-29 0 0,120 89-719 0 0,-145-108-300 0 0,44 29-2750 0 0,-12-30-6402 0 0,-39-10 7788 0 0</inkml:trace>
  <inkml:trace contextRef="#ctx0" brushRef="#br0" timeOffset="4680.592">2038 93 2176 0 0,'21'16'6111'0'0,"2"23"-3993"0"0,-21-35-1815 0 0,4 11 227 0 0,-1 1-1 0 0,0 0 0 0 0,-1 1 0 0 0,-1-1 0 0 0,-1 1 1 0 0,0-1-1 0 0,-1 1 0 0 0,-1 0 0 0 0,-1 12-529 0 0,1-22 184 0 0,-2 17-109 0 0,-2 0 1 0 0,-1 0-1 0 0,0-1 0 0 0,-2 0 0 0 0,-1 0 0 0 0,0 0 0 0 0,-2-1 0 0 0,-1 0 0 0 0,0 0-75 0 0,-2-2-1088 0 0,-1 1 1 0 0,-1-2-1 0 0,0 0 1 0 0,-2-1-1 0 0,0 0 1 0 0,-1-1-1 0 0,0-1 1 0 0,-2-1-1 0 0,0-1 1 0 0,0 0-1 0 0,-1-2 1 0 0,-17 7 1087 0 0,2-3-1349 0 0</inkml:trace>
  <inkml:trace contextRef="#ctx0" brushRef="#br0" timeOffset="5260.445">88 71 2440 0 0,'-21'41'6149'0'0,"-3"25"-5036"0"0,15-39-337 0 0,-1 7-389 0 0,3 1 0 0 0,0-1 1 0 0,2 1-1 0 0,2 0 0 0 0,1 1 1 0 0,3 26-388 0 0,15 64 123 0 0,-14-117-212 0 0,0-1-1 0 0,1 1 1 0 0,0 0-1 0 0,0-1 1 0 0,0 0 0 0 0,1 0-1 0 0,0 0 1 0 0,1 0-1 0 0,0 0 1 0 0,0-1-1 0 0,1 0 1 0 0,0 0-1 0 0,0-1 1 0 0,0 1 0 0 0,3 0 89 0 0,4 3-718 0 0,1-1 0 0 0,1 0 1 0 0,-1-1-1 0 0,1-1 0 0 0,0 0 1 0 0,1-2-1 0 0,0 1 0 0 0,0-2 1 0 0,0 0-1 0 0,0-1 0 0 0,1 0 1 0 0,1-1 717 0 0,28 1-1444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19.440"/>
    </inkml:context>
    <inkml:brush xml:id="br0">
      <inkml:brushProperty name="width" value="0.05" units="cm"/>
      <inkml:brushProperty name="height" value="0.05" units="cm"/>
      <inkml:brushProperty name="color" value="#FFFFFF"/>
    </inkml:brush>
  </inkml:definitions>
  <inkml:trace contextRef="#ctx0" brushRef="#br0">151 70 2688 0 0,'0'0'1620'0'0,"-4"0"-128"0"0,4 1-1418 0 0,-1-1 1 0 0,1 0 0 0 0,-1 0-1 0 0,1 0 1 0 0,-1 0 0 0 0,1 0-1 0 0,-1 0 1 0 0,0 0 0 0 0,1 0-1 0 0,-1 0 1 0 0,1-1-1 0 0,-1 1 1 0 0,1 0 0 0 0,-1 0-1 0 0,1 0 1 0 0,-1-1 0 0 0,1 1-1 0 0,-1 0 1 0 0,1-1 0 0 0,-1 1-1 0 0,1 0 1 0 0,-1-1-1 0 0,1 1 1 0 0,-1 0 0 0 0,1-1-1 0 0,0 1 1 0 0,-1-1 0 0 0,1 1-1 0 0,0-1 1 0 0,-1 1-1 0 0,1-1 1 0 0,0 1 0 0 0,0-1-1 0 0,0 1 1 0 0,-1-1 0 0 0,1 1-1 0 0,0-1 1 0 0,0 0 0 0 0,0 1-1 0 0,0-1 1 0 0,0 1-1 0 0,0-1 1 0 0,0 1 0 0 0,0-1-1 0 0,0 0 1 0 0,0 1 0 0 0,1-1-1 0 0,-1 0-74 0 0,0-2 1045 0 0,0 3-55 0 0,0 0-15 0 0,0 0-128 0 0,0 0-41 0 0,0 0-19 0 0,0 0-53 0 0,0 0-22 0 0,0 0-49 0 0,0 0-37 0 0,0 0-40 0 0,-14-1 224 0 0,13-4 4768 0 0,25-24-5029 0 0,279 26 1758 0 0,-182 19-1971 0 0,-83-16-356 0 0,81 0-3153 0 0,-118 0 2307 0 0,2-2-171 0 0,9-9-117 0 0,-12 10 887 0 0,0 1 0 0 0,0-1-1 0 0,0 1 1 0 0,0-1 0 0 0,0 1 0 0 0,0-1 0 0 0,-1 1 0 0 0,1-1 0 0 0,0 0 0 0 0,0 1 0 0 0,0-1 0 0 0,0 1 0 0 0,-1-1 0 0 0,1 1 0 0 0,0-1 0 0 0,0 1 0 0 0,-1-1 0 0 0,1 1 0 0 0,0 0 0 0 0,-1-1-1 0 0,1 1 1 0 0,-1-1 0 0 0,1 1 0 0 0,0 0 0 0 0,-1-1 0 0 0,1 1 0 0 0,-1 0 0 0 0,1-1 0 0 0,-1 1 0 0 0,1 0 0 0 0,-1 0 0 0 0,1 0 0 0 0,-1 0 0 0 0,1-1 0 0 0,-1 1 0 0 0,0 0 0 0 0,1 0-1 0 0,-1 0 1 0 0,1 0 0 0 0,-1 0 0 0 0,1 0 0 0 0,-1 0 0 0 0,1 0 0 0 0,-1 0 0 0 0,1 1 0 0 0,-1-1 0 0 0,0 0 0 0 0,1 0 0 0 0,-1 0 0 0 0,1 1 0 0 0,-1-1 267 0 0,-27 21-4709 0 0,12-7 3231 0 0</inkml:trace>
  <inkml:trace contextRef="#ctx0" brushRef="#br0" timeOffset="821.04">323 119 1976 0 0,'16'-3'8565'0'0,"-11"34"-4873"0"0,-12-14-3499 0 0,-1-1 0 0 0,0 0 0 0 0,-1 0 0 0 0,0-1-1 0 0,-2-1 1 0 0,1 1 0 0 0,-2-2 0 0 0,0 1 0 0 0,-6 3-193 0 0,-14 19 208 0 0,-47 43 167 0 0,51-58 452 0 0,28-20-813 0 0,229-5 4237 0 0,-115 22-3684 0 0,54-16-2171 0 0,-166-2 1036 0 0,-2 0-102 0 0,0 0-55 0 0,2-1-140 0 0,5-9-915 0 0,-32-14-11689 0 0,20 21 11867 0 0</inkml:trace>
  <inkml:trace contextRef="#ctx0" brushRef="#br0" timeOffset="1188.87">513 213 1868 0 0,'1'-12'7083'0'0,"2"27"-3560"0"0,-16 97-457 0 0,-30 119-1415 0 0,21-137-2422 0 0,22-92 413 0 0,-13 29-5736 0 0,11-36-467 0 0,2 1 5098 0 0</inkml:trace>
  <inkml:trace contextRef="#ctx0" brushRef="#br0" timeOffset="1928.062">12 718 1676 0 0,'-8'-7'3344'0'0,"4"2"6736"0"0,29 17-5731 0 0,27-6-2094 0 0,-35-4-1907 0 0,403 11 3461 0 0,-327 10-3485 0 0,8-10-2000 0 0,-96-32-562 0 0,-19 4-1999 0 0,-33 1-11268 0 0,45 15 13972 0 0</inkml:trace>
  <inkml:trace contextRef="#ctx0" brushRef="#br0" timeOffset="2605.459">456 47 1556 0 0,'-13'-3'7217'0'0,"-1"16"-7043"0"0,1 1 0 0 0,1 0 0 0 0,0 1 0 0 0,1 0 0 0 0,1 1 0 0 0,0 0 0 0 0,1 1-174 0 0,-10 14-40 0 0,-10 11-458 0 0,-15 27-5330 0 0,40-61 4431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23.675"/>
    </inkml:context>
    <inkml:brush xml:id="br0">
      <inkml:brushProperty name="width" value="0.05" units="cm"/>
      <inkml:brushProperty name="height" value="0.05" units="cm"/>
      <inkml:brushProperty name="color" value="#FFFFFF"/>
    </inkml:brush>
  </inkml:definitions>
  <inkml:trace contextRef="#ctx0" brushRef="#br0">3 19 1216 0 0,'0'0'1392'0'0,"0"-4"-120"0"0,-1-7-636 0 0,1 8 2874 0 0,-2 2 3618 0 0,3 7-6978 0 0,0 0 0 0 0,0 0 0 0 0,1 0 0 0 0,0 0 0 0 0,0-1 0 0 0,0 1 0 0 0,1 0 0 0 0,-1-1 0 0 0,1 0 0 0 0,0 0 0 0 0,1 0-1 0 0,-1 0 1 0 0,1 0 0 0 0,0-1 0 0 0,1 1 0 0 0,3 2-150 0 0,-2 1 163 0 0,9 9 123 0 0,1 0 0 0 0,0-1 0 0 0,2-1 0 0 0,0 0 0 0 0,0-1 0 0 0,2-1 0 0 0,9 4-286 0 0,40 10 229 0 0,-39-24-4290 0 0,-25-9-3134 0 0,-24 8 2280 0 0,4 8 3343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24.130"/>
    </inkml:context>
    <inkml:brush xml:id="br0">
      <inkml:brushProperty name="width" value="0.05" units="cm"/>
      <inkml:brushProperty name="height" value="0.05" units="cm"/>
      <inkml:brushProperty name="color" value="#FFFFFF"/>
    </inkml:brush>
  </inkml:definitions>
  <inkml:trace contextRef="#ctx0" brushRef="#br0">0 294 2380 0 0,'4'5'7596'0'0,"52"-27"-3618"0"0,21-30-2154 0 0,-22 13-958 0 0,37-16-419 0 0,41-27-4670 0 0,-84 50-232 0 0,-14 17-1250 0 0,-30 13 4057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27.418"/>
    </inkml:context>
    <inkml:brush xml:id="br0">
      <inkml:brushProperty name="width" value="0.05" units="cm"/>
      <inkml:brushProperty name="height" value="0.05" units="cm"/>
      <inkml:brushProperty name="color" value="#FFFFFF"/>
    </inkml:brush>
  </inkml:definitions>
  <inkml:trace contextRef="#ctx0" brushRef="#br0">14 1 1428 0 0,'0'0'1175'0'0,"0"0"-218"0"0,0 0-77 0 0,0 0-36 0 0,0 0-76 0 0,0 0-37 0 0,0 0 23 0 0,0 0-90 0 0,0 0-56 0 0,0 0-7 0 0,0 0-16 0 0,0 0-84 0 0,0 0 4 0 0,0 0 42 0 0,0 0-37 0 0,0 0-56 0 0,0 0-13 0 0,0 0-5 0 0,0 0-62 0 0,0 0-42 0 0,0 0-122 0 0,0 0 25 0 0,0 0-6 0 0,0 0-14 0 0,0 0-28 0 0,0 0 27 0 0,0 0 1 0 0,0 0 18 0 0,-2 3-13 0 0,-1 144 932 0 0,3 294-2109 0 0,0-440 686 0 0,0-1-99 0 0,0 12-1051 0 0,0 6-857 0 0,-2-8-2113 0 0,-5 0-284 0 0,7-10 3101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28.117"/>
    </inkml:context>
    <inkml:brush xml:id="br0">
      <inkml:brushProperty name="width" value="0.05" units="cm"/>
      <inkml:brushProperty name="height" value="0.05" units="cm"/>
      <inkml:brushProperty name="color" value="#FFFFFF"/>
    </inkml:brush>
  </inkml:definitions>
  <inkml:trace contextRef="#ctx0" brushRef="#br0">9 18 1428 0 0,'6'-17'8966'0'0,"-4"18"-5323"0"0,5 33-2553 0 0,-7 106-100 0 0,-15-65-717 0 0,15-68-337 0 0,-7 55-2507 0 0,5-73-8248 0 0,4 5 9183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28.704"/>
    </inkml:context>
    <inkml:brush xml:id="br0">
      <inkml:brushProperty name="width" value="0.05" units="cm"/>
      <inkml:brushProperty name="height" value="0.05" units="cm"/>
      <inkml:brushProperty name="color" value="#FFFFFF"/>
    </inkml:brush>
  </inkml:definitions>
  <inkml:trace contextRef="#ctx0" brushRef="#br0">47 44 916 0 0,'25'-44'10531'0'0,"-19"92"-6679"0"0,-28 153-2006 0 0,-1 65-1054 0 0,20-219-1304 0 0,-6 48-1217 0 0,-9-34-9692 0 0,16-58 10014 0 0,2 1 19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30.482"/>
    </inkml:context>
    <inkml:brush xml:id="br0">
      <inkml:brushProperty name="width" value="0.05" units="cm"/>
      <inkml:brushProperty name="height" value="0.05" units="cm"/>
      <inkml:brushProperty name="color" value="#FFFFFF"/>
    </inkml:brush>
  </inkml:definitions>
  <inkml:trace contextRef="#ctx0" brushRef="#br0">1 31 1720 0 0,'0'0'1394'0'0,"0"0"-168"0"0,0 0-170 0 0,0 0-76 0 0,0 0-62 0 0,0 0 0 0 0,0 0 60 0 0,0 0-118 0 0,0 0-108 0 0,0 0-88 0 0,0 0-36 0 0,0 0 61 0 0,0 0-44 0 0,0 0-57 0 0,0-3-21 0 0,-1-1-485 0 0,8-18 6006 0 0,7 21-6348 0 0,183 21 2280 0 0,-162-20-1861 0 0,9-1-935 0 0,-15 2-3443 0 0,-22 18-610 0 0,-19-6 179 0 0,-13 6 2048 0 0,14-11 1492 0 0,-7 6-408 0 0,-1 0-58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31.132"/>
    </inkml:context>
    <inkml:brush xml:id="br0">
      <inkml:brushProperty name="width" value="0.05" units="cm"/>
      <inkml:brushProperty name="height" value="0.05" units="cm"/>
      <inkml:brushProperty name="color" value="#FFFFFF"/>
    </inkml:brush>
  </inkml:definitions>
  <inkml:trace contextRef="#ctx0" brushRef="#br0">11 3 1184 0 0,'-10'0'12105'0'0,"17"1"-7911"0"0,88-4-136 0 0,48 2-2940 0 0,-99 1-632 0 0,71 24 185 0 0,-7-3-332 0 0,-49 0-74 0 0,0-4-468 0 0,-55-13-8728 0 0,-48 2-3111 0 0,35-6 10622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32.975"/>
    </inkml:context>
    <inkml:brush xml:id="br0">
      <inkml:brushProperty name="width" value="0.05" units="cm"/>
      <inkml:brushProperty name="height" value="0.05" units="cm"/>
      <inkml:brushProperty name="color" value="#FFFFFF"/>
    </inkml:brush>
  </inkml:definitions>
  <inkml:trace contextRef="#ctx0" brushRef="#br0">72 0 1768 0 0,'0'0'1046'0'0,"0"0"-64"0"0,0 0-53 0 0,0 0-41 0 0,0 0-98 0 0,0 0-86 0 0,0 0-56 0 0,0 0-30 0 0,0 0-13 0 0,0 0-75 0 0,0 0 6 0 0,0 0-36 0 0,0 0 7 0 0,4 2-32 0 0,-3-1-424 0 0,0-1 0 0 0,0 0 0 0 0,0 1 0 0 0,0-1 0 0 0,-1 1 0 0 0,1 0 0 0 0,0-1 0 0 0,0 1 0 0 0,0 0 0 0 0,0-1 0 0 0,-1 1 0 0 0,1 0 1 0 0,0 0-1 0 0,-1 0 0 0 0,1 0 0 0 0,0 0 0 0 0,-1 0 0 0 0,0 0 0 0 0,1 0 0 0 0,-1 0 0 0 0,1 0 0 0 0,-1 0 0 0 0,0 0 0 0 0,0 0 0 0 0,1 0 0 0 0,-1 0 0 0 0,0 0 0 0 0,0 0 1 0 0,0 0-1 0 0,0 0 0 0 0,-1 0 0 0 0,1 0 0 0 0,0 0 0 0 0,0 0 0 0 0,-1 1-51 0 0,1 12 618 0 0,-12 157 628 0 0,-11 13-802 0 0,22-43 80 0 0,-20-61-619 0 0,6-19-3727 0 0,0-61-5706 0 0,11-2 8096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33.897"/>
    </inkml:context>
    <inkml:brush xml:id="br0">
      <inkml:brushProperty name="width" value="0.05" units="cm"/>
      <inkml:brushProperty name="height" value="0.05" units="cm"/>
      <inkml:brushProperty name="color" value="#FFFFFF"/>
    </inkml:brush>
  </inkml:definitions>
  <inkml:trace contextRef="#ctx0" brushRef="#br0">0 26 1856 0 0,'0'0'1322'0'0,"0"0"-226"0"0,0-3-118 0 0,0 2-1038 0 0,1-6 1855 0 0,6-7 8428 0 0,7 14-10959 0 0,174 35 3330 0 0,16-29-1235 0 0,-150-9-1139 0 0,3-18-116 0 0,-21 17-3309 0 0,-58 22-10411 0 0,17-15 11970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42.622"/>
    </inkml:context>
    <inkml:brush xml:id="br0">
      <inkml:brushProperty name="width" value="0.05" units="cm"/>
      <inkml:brushProperty name="height" value="0.05" units="cm"/>
      <inkml:brushProperty name="color" value="#FFFFFF"/>
    </inkml:brush>
  </inkml:definitions>
  <inkml:trace contextRef="#ctx0" brushRef="#br0">270 123 2128 0 0,'-27'-33'7500'0'0,"25"31"-7308"0"0,0 0 1 0 0,0 1 0 0 0,0-1 0 0 0,0 1-1 0 0,0 0 1 0 0,0-1 0 0 0,-1 1-1 0 0,1 0 1 0 0,-1 0 0 0 0,1 1-1 0 0,-1-1 1 0 0,1 0 0 0 0,-1 1 0 0 0,1 0-1 0 0,-1-1 1 0 0,1 1 0 0 0,-1 0-1 0 0,0 0 1 0 0,1 1 0 0 0,-1-1-1 0 0,1 0 1 0 0,-1 1 0 0 0,1 0 0 0 0,-1-1-1 0 0,1 1 1 0 0,-1 1-193 0 0,-9 3 153 0 0,0 1 0 0 0,1 1-1 0 0,0 0 1 0 0,0 0 0 0 0,0 1 0 0 0,1 0 0 0 0,1 1-1 0 0,-1 1 1 0 0,2-1 0 0 0,-1 1 0 0 0,1 0 0 0 0,1 1 0 0 0,-1 0-1 0 0,2 0 1 0 0,0 1 0 0 0,0 0 0 0 0,1 0 0 0 0,1 0-1 0 0,0 1 1 0 0,0-1 0 0 0,0 8-153 0 0,2 57 374 0 0,4-74-429 0 0,-1 1-1 0 0,1-1 1 0 0,0 0-1 0 0,0 0 1 0 0,0 1-1 0 0,0-2 1 0 0,0 1-1 0 0,1 0 1 0 0,0 0-1 0 0,-1-1 1 0 0,1 1-1 0 0,0-1 1 0 0,0 0-1 0 0,0 0 1 0 0,0 0 0 0 0,1 0-1 0 0,-1 0 1 0 0,0-1-1 0 0,1 0 1 0 0,-1 1-1 0 0,1-1 1 0 0,0-1-1 0 0,-1 1 1 0 0,1 0-1 0 0,0-1 1 0 0,0 0 55 0 0,84-19-2932 0 0,-57 7 1348 0 0,98-31-7424 0 0,-110 37 7621 0 0</inkml:trace>
  <inkml:trace contextRef="#ctx0" brushRef="#br0" timeOffset="301.183">593 71 1932 0 0,'-18'0'10513'0'0,"-48"52"-7618"0"0,65-51-2575 0 0,-27 24 542 0 0,18-19-652 0 0,1 1 1 0 0,-1 1-1 0 0,2 0 0 0 0,-1 0 1 0 0,1 0-1 0 0,0 1 0 0 0,1 0 0 0 0,0 1 1 0 0,1 0-1 0 0,0 0 0 0 0,0 0 0 0 0,1 1 1 0 0,0-1-1 0 0,1 1 0 0 0,0 0 0 0 0,1 1 1 0 0,0-1-1 0 0,1 1 0 0 0,-1 6-210 0 0,5-13-40 0 0,-1 0-1 0 0,1 1 0 0 0,0-1 1 0 0,0 0-1 0 0,0 0 1 0 0,1 0-1 0 0,0-1 0 0 0,0 1 1 0 0,0 0-1 0 0,1-1 0 0 0,-1 0 1 0 0,1 0-1 0 0,0 0 1 0 0,0 0-1 0 0,0-1 0 0 0,1 0 1 0 0,-1 1-1 0 0,1-2 1 0 0,0 1-1 0 0,0 0 0 0 0,0-1 1 0 0,0 0-1 0 0,0 0 0 0 0,4 0 41 0 0,-3-2-260 0 0,-1 0-1 0 0,1 0 1 0 0,0 0-1 0 0,0-1 0 0 0,-1 0 1 0 0,1 0-1 0 0,0-1 1 0 0,-1 0-1 0 0,1 0 0 0 0,-1 0 1 0 0,0 0-1 0 0,1-1 0 0 0,-1 0 1 0 0,0 0-1 0 0,-1 0 1 0 0,1-1-1 0 0,-1 0 0 0 0,3-2 261 0 0,71-46-8578 0 0,-40 29 5639 0 0,-26 10 1669 0 0</inkml:trace>
  <inkml:trace contextRef="#ctx0" brushRef="#br0" timeOffset="1073.286">821 9 2448 0 0,'-11'-8'8344'0'0,"32"10"-4299"0"0,21-1-2364 0 0,-41-1-1465 0 0,11 0 244 0 0,39 0-1748 0 0,-50 0 1051 0 0,10-1-433 0 0,-30 29-206 0 0,-60 257 2526 0 0,35-174-1514 0 0,36-98-85 0 0,-39 29 325 0 0,21-34 4259 0 0,87-17-2261 0 0,-44 10-1920 0 0,78-1-1608 0 0,-54 0-8654 0 0,-38 3 8005 0 0,-2-1 1826 0 0,0-2-229 0 0,0 1-1 0 0,-1 0 1 0 0,1 0 0 0 0,0 0-1 0 0,-1-1 1 0 0,1 1 0 0 0,-1 0-1 0 0,1 0 1 0 0,-1 0 0 0 0,1 0-1 0 0,-1 0 1 0 0,1 0 0 0 0,-1 0-1 0 0,0 0 1 0 0,0 0-1 0 0,0 0 1 0 0,1 0 0 0 0,-1 0-1 0 0,0 0 1 0 0,0 0 0 0 0,0 0-1 0 0,-1 0 1 0 0,1 0 0 0 0,0 0-1 0 0,0 0 1 0 0,-1 0 0 0 0,1 0-1 0 0,0 0 1 0 0,-1 0 0 0 0,1 0-1 0 0,-1 0 1 0 0,1 0 0 0 0,-1 0-1 0 0,1-1 1 0 0,-1 1 0 0 0,0 0-1 0 0,0 0 207 0 0,-4 6-1206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37.517"/>
    </inkml:context>
    <inkml:brush xml:id="br0">
      <inkml:brushProperty name="width" value="0.05" units="cm"/>
      <inkml:brushProperty name="height" value="0.05" units="cm"/>
      <inkml:brushProperty name="color" value="#FFFFFF"/>
    </inkml:brush>
  </inkml:definitions>
  <inkml:trace contextRef="#ctx0" brushRef="#br0">1 5 2056 0 0,'0'0'1195'0'0,"0"0"-105"0"0,0 0-101 0 0,0 0-50 0 0,0 0-99 0 0,0 0-100 0 0,0 0-22 0 0,0 0-38 0 0,0 0-65 0 0,0 0-30 0 0,0 0-10 0 0,4 2-3 0 0,0 2-468 0 0,0 1 1 0 0,-1 0-1 0 0,1 0 0 0 0,-1 0 1 0 0,0 0-1 0 0,-1 0 1 0 0,1 1-1 0 0,-1-1 0 0 0,0 1 1 0 0,0 0-1 0 0,-1-1 0 0 0,0 1 1 0 0,0 0-1 0 0,0 0 1 0 0,-1 0-1 0 0,0 0 0 0 0,0 0 1 0 0,0 0-1 0 0,-1 0 1 0 0,0 0-1 0 0,0-1 0 0 0,-1 4-104 0 0,1 25 357 0 0,1 187 770 0 0,-25-112-1589 0 0,20-96-3875 0 0,4-35-3498 0 0,2 15 6367 0 0</inkml:trace>
  <inkml:trace contextRef="#ctx0" brushRef="#br0" timeOffset="276.929">52 28 1792 0 0,'22'-20'6515'0'0,"25"14"-3020"0"0,-27 5-2693 0 0,-18 1-584 0 0,26 0-1320 0 0,-27 0 950 0 0,-1 0-1 0 0,1 0 1 0 0,-1 0-1 0 0,1 0 1 0 0,-1 0-1 0 0,1 0 1 0 0,0 0-1 0 0,-1 0 1 0 0,1 1-1 0 0,-1-1 1 0 0,1 0-1 0 0,-1 0 1 0 0,1 1 0 0 0,-1-1-1 0 0,0 0 1 0 0,1 0-1 0 0,-1 1 1 0 0,1-1-1 0 0,-1 0 1 0 0,1 1-1 0 0,-1-1 1 0 0,0 1-1 0 0,1-1 1 0 0,-1 1-1 0 0,0-1 1 0 0,0 1-1 0 0,1-1 1 0 0,-1 0-1 0 0,0 1 1 0 0,0 0-1 0 0,0-1 1 0 0,1 1-1 0 0,-1-1 1 0 0,0 1-1 0 0,0-1 1 0 0,0 1-1 0 0,0-1 1 0 0,0 1-1 0 0,0-1 1 0 0,0 1-1 0 0,0-1 1 0 0,0 1-1 0 0,-1-1 1 0 0,1 1-1 0 0,0 0 1 0 0,0-1-1 0 0,0 1 1 0 0,0-1-1 0 0,-1 0 1 0 0,1 1-1 0 0,0-1 1 0 0,-1 1-1 0 0,1-1 153 0 0,-4 6-1466 0 0</inkml:trace>
  <inkml:trace contextRef="#ctx0" brushRef="#br0" timeOffset="528.264">49 185 1336 0 0,'-1'0'157'0'0,"0"1"-1"0"0,0-1 1 0 0,0 0-1 0 0,1 0 1 0 0,-1 1-1 0 0,0-1 1 0 0,1 1-1 0 0,-1-1 1 0 0,0 1 0 0 0,1-1-1 0 0,-1 1 1 0 0,1-1-1 0 0,-1 1 1 0 0,0-1-1 0 0,1 1 1 0 0,-1 0-1 0 0,1-1 1 0 0,0 1 0 0 0,-1 0-1 0 0,1 0 1 0 0,0-1-1 0 0,-1 1 1 0 0,1 0-1 0 0,0 0 1 0 0,0-1-1 0 0,-1 1 1 0 0,1 0-1 0 0,0 0 1 0 0,0 0 0 0 0,0-1-1 0 0,0 1 1 0 0,0 0-1 0 0,0 0 1 0 0,1 0-1 0 0,-1-1 1 0 0,0 1-1 0 0,0 0 1 0 0,0 0-1 0 0,1 0 1 0 0,-1-1 0 0 0,0 1-1 0 0,1 0 1 0 0,-1-1-1 0 0,1 1 1 0 0,-1 0-1 0 0,1-1 1 0 0,-1 1-1 0 0,1 0 1 0 0,-1-1-1 0 0,1 1 1 0 0,0-1 0 0 0,-1 1-1 0 0,1-1 1 0 0,0 0-1 0 0,-1 1 1 0 0,1-1-1 0 0,0 0 1 0 0,0 1-1 0 0,-1-1 1 0 0,1 0 0 0 0,1 1-157 0 0,48 16 3041 0 0,34-9-3353 0 0,-75-6-4503 0 0,10-1-710 0 0,-17-1 4951 0 0,5 0-923 0 0</inkml:trace>
  <inkml:trace contextRef="#ctx0" brushRef="#br0" timeOffset="780.034">341 83 1100 0 0,'34'-8'8206'0'0,"6"10"-4787"0"0,-11 0-2141 0 0,29-2-3231 0 0,-53-3 1294 0 0,2-5 288 0 0,3-5-3108 0 0,-12 15-976 0 0,-1-2 3137 0 0</inkml:trace>
  <inkml:trace contextRef="#ctx0" brushRef="#br0" timeOffset="1111.168">471 89 1036 0 0,'-49'135'5243'0'0,"4"-23"-4565"0"0,4-53 907 0 0,10-25 3302 0 0,46-22-4169 0 0,43-1 956 0 0,44-4-2419 0 0,-69-6-3205 0 0,-2 0-4178 0 0,-29-1 6718 0 0</inkml:trace>
  <inkml:trace contextRef="#ctx0" brushRef="#br0" timeOffset="2328.196">753 68 2076 0 0,'0'0'1072'0'0,"0"0"-98"0"0,0 0-117 0 0,0 0-90 0 0,0 0 17 0 0,0 0-65 0 0,-3 6 478 0 0,-9 82 564 0 0,-55 183-670 0 0,57-245-2163 0 0,10-25 606 0 0,0-1-439 0 0,0 0-413 0 0,-4 4-3179 0 0,3-8 2917 0 0</inkml:trace>
  <inkml:trace contextRef="#ctx0" brushRef="#br0" timeOffset="2887.044">749 82 1416 0 0,'30'-22'6735'0'0,"25"16"-2995"0"0,-44 6-3339 0 0,60 32 1634 0 0,-69-31-2016 0 0,-1 1 0 0 0,1-1-1 0 0,0 0 1 0 0,-1 1 0 0 0,1-1-1 0 0,-1 1 1 0 0,1-1 0 0 0,-1 1-1 0 0,0 0 1 0 0,0 0 0 0 0,0 0-1 0 0,0-1 1 0 0,0 1 0 0 0,0 0-1 0 0,0 0 1 0 0,-1 0 0 0 0,1 1-1 0 0,-1-1 1 0 0,1 0 0 0 0,-1 0-1 0 0,0 0 1 0 0,0 0 0 0 0,0 1-19 0 0,0-2 28 0 0,-2 22 4 0 0,-3-15-55 0 0,1-1-1 0 0,-1 1 1 0 0,-1-1 0 0 0,1 0-1 0 0,-1 0 1 0 0,0-1-1 0 0,-1 0 1 0 0,0 0-1 0 0,0 0 1 0 0,0-1-1 0 0,0 0 1 0 0,-3 0 23 0 0,-42 27 103 0 0,76-12-122 0 0,44 61 512 0 0,-67-74-442 0 0,0 0 0 0 0,0 0 0 0 0,-1 0 0 0 0,0 0 0 0 0,0 0 0 0 0,-1 0 0 0 0,0 0 0 0 0,0-1 0 0 0,-1 1 0 0 0,0 0 0 0 0,0-1 0 0 0,0 1 0 0 0,-1-1 0 0 0,0 1 0 0 0,0-1 0 0 0,-1 0 0 0 0,1 0 0 0 0,-1-1 0 0 0,-1 1 0 0 0,1-1 0 0 0,-1 0 0 0 0,0 0 0 0 0,0-1 0 0 0,0 1 0 0 0,-1-1 0 0 0,-1 1-50 0 0,-53 16-517 0 0,59-21 281 0 0,1 0-22 0 0,-13-2-393 0 0,11 1 439 0 0,0-1 0 0 0,0 1 0 0 0,0-1 1 0 0,1 1-1 0 0,-1-1 0 0 0,0 0 0 0 0,1 1 0 0 0,-1-1 0 0 0,1 0 0 0 0,-1 0 1 0 0,1 0-1 0 0,0 0 0 0 0,0 0 0 0 0,0 0 0 0 0,0-1 0 0 0,0 1 0 0 0,1 0 1 0 0,-1 0-1 0 0,1-1 0 0 0,-1 1 0 0 0,1 0 0 0 0,0-1 0 0 0,0 1 0 0 0,0 0 1 0 0,0-1-1 0 0,0 1 0 0 0,1-2 211 0 0,34-52-6201 0 0,-21 41 4781 0 0</inkml:trace>
  <inkml:trace contextRef="#ctx0" brushRef="#br0" timeOffset="3279.157">1126 198 1760 0 0,'2'9'8208'0'0,"-12"24"-6624"0"0,9-28-1111 0 0,-24 145 2728 0 0,24-142-3108 0 0,16 80 1142 0 0,-12-85-1197 0 0,-1 2-12 0 0,0 0-1 0 0,0-1 1 0 0,1 1 0 0 0,0-1-1 0 0,0 1 1 0 0,0-1 0 0 0,1 0-1 0 0,-1 0 1 0 0,1-1-1 0 0,0 1 1 0 0,0-1 0 0 0,0 0-1 0 0,1 0 1 0 0,-1 0 0 0 0,1 0-1 0 0,-1-1 1 0 0,1 0 0 0 0,3 1-26 0 0,-7-2 56 0 0,24-5 95 0 0,-15-6-97 0 0,-1 1 0 0 0,0-1 0 0 0,-1-1 0 0 0,0 0 0 0 0,0 0 0 0 0,-1 0 0 0 0,-1-1 0 0 0,0 0 0 0 0,-1 0 0 0 0,0-1 0 0 0,0 1 0 0 0,-1-1 0 0 0,-1 0 0 0 0,-1 0-1 0 0,0-1 1 0 0,0 1 0 0 0,-1 0 0 0 0,-1-1 0 0 0,0 1 0 0 0,-1-6-54 0 0,0 12-8 0 0,1 0 0 0 0,-1 0 0 0 0,0 1 0 0 0,0-1 0 0 0,-1 0 0 0 0,0 0 0 0 0,0 1 0 0 0,-1-1-1 0 0,0 1 1 0 0,0 0 0 0 0,0 0 0 0 0,-1 0 0 0 0,0 0 0 0 0,0 0 8 0 0,-39-3-2722 0 0,42 9 1786 0 0,1 0-668 0 0,-15 0-3573 0 0,8 1 277 0 0,-1 5 3528 0 0</inkml:trace>
  <inkml:trace contextRef="#ctx0" brushRef="#br0" timeOffset="3680.951">1613 192 1672 0 0,'-8'0'6680'0'0,"-4"14"-3594"0"0,-23 47-1714 0 0,33-58-989 0 0,-101 173 1545 0 0,103-176-2011 0 0,0 0 0 0 0,-1-1 1 0 0,1 1-1 0 0,0 0 0 0 0,-1 0 0 0 0,1-1 1 0 0,0 1-1 0 0,-1 0 0 0 0,1 0 1 0 0,0 0-1 0 0,-1-1 0 0 0,1 1 0 0 0,-1 0 1 0 0,1 0-1 0 0,0 0 0 0 0,-1 0 0 0 0,1 0 1 0 0,-1 0-1 0 0,1 0 0 0 0,-1 0 1 0 0,1 0-1 0 0,0 0 0 0 0,-1 0 0 0 0,1 0 1 0 0,-1 0-1 0 0,1 0 0 0 0,0 0 1 0 0,-1 0-1 0 0,1 0 0 0 0,-1 0 0 0 0,1 1 1 0 0,0-1-1 0 0,-1 0 0 0 0,1 0 0 0 0,0 0 1 0 0,-1 1-1 0 0,1-1 0 0 0,0 0 1 0 0,-1 1-1 0 0,1-1 0 0 0,0 0 0 0 0,0 1 1 0 0,-1-1-1 0 0,1 0 0 0 0,0 1 1 0 0,0-1-1 0 0,-1 0 0 0 0,1 1 0 0 0,0-1 1 0 0,0 1-1 0 0,0-1 0 0 0,0 0 0 0 0,0 1 83 0 0,5-37-4404 0 0,-4 34 4505 0 0,10-48-3081 0 0,-1 29 1563 0 0</inkml:trace>
  <inkml:trace contextRef="#ctx0" brushRef="#br0" timeOffset="3966.551">1531 183 1268 0 0,'33'15'4603'0'0,"3"40"-2817"0"0,-29-40-982 0 0,98 208 4627 0 0,-104-222-5370 0 0,1 1-1 0 0,-1-1 1 0 0,0 0 0 0 0,1 0 0 0 0,-1 1-1 0 0,0-1 1 0 0,1 0 0 0 0,0 0-1 0 0,-1 0 1 0 0,1 0 0 0 0,-1-1 0 0 0,1 1-1 0 0,0 0 1 0 0,0-1 0 0 0,-1 1 0 0 0,1-1-1 0 0,0 0 1 0 0,0 1 0 0 0,0-1-1 0 0,0 0 1 0 0,-1 0 0 0 0,1 0 0 0 0,0 0-1 0 0,0-1 1 0 0,0 1 0 0 0,-1 0-1 0 0,1-1 1 0 0,0 0 0 0 0,0 1 0 0 0,-1-1-1 0 0,1 0 1 0 0,0 0 0 0 0,-1 1 0 0 0,1-1-1 0 0,-1-1 1 0 0,1 1 0 0 0,-1 0-1 0 0,1 0 1 0 0,-1 0 0 0 0,0-1 0 0 0,0 1-1 0 0,0-1 1 0 0,0 1 0 0 0,0-1 0 0 0,0 1-1 0 0,0-1 1 0 0,0 0 0 0 0,0 1-1 0 0,-1-1 1 0 0,1 0 0 0 0,-1 0 0 0 0,1 1-1 0 0,-1-1 1 0 0,0 0-61 0 0,6-6-43 0 0,4-9-96 0 0,0 1 0 0 0,-2-1 0 0 0,0-1 0 0 0,-1 1 0 0 0,0-1 0 0 0,-2-1 0 0 0,0 1 0 0 0,-1-1 0 0 0,-1-2 139 0 0,11-41-2918 0 0,12 11-6687 0 0,-21 45 8035 0 0</inkml:trace>
  <inkml:trace contextRef="#ctx0" brushRef="#br0" timeOffset="4249.496">2143 31 1112 0 0,'-11'20'5461'0'0,"-2"15"-3551"0"0,5-12-1070 0 0,-61 160 3072 0 0,6-47-2184 0 0,52-128-3666 0 0,8-31-561 0 0,9-20-382 0 0,32-55-1668 0 0,-25 68 3077 0 0</inkml:trace>
  <inkml:trace contextRef="#ctx0" brushRef="#br0" timeOffset="4566.67">2097 76 1496 0 0,'1'-1'90'0'0,"-1"0"54"0"0,1 0 0 0 0,-1 1 0 0 0,1-1 0 0 0,-1 0 0 0 0,1 0 0 0 0,-1 0 0 0 0,1 0 0 0 0,-1 0 0 0 0,1 1 0 0 0,0-1 0 0 0,0 0 0 0 0,-1 0 0 0 0,1 1 0 0 0,0-1 0 0 0,0 1 0 0 0,0-1 0 0 0,0 0 0 0 0,-1 1 0 0 0,1 0 0 0 0,0-1 0 0 0,0 1 0 0 0,0 0 0 0 0,0-1 0 0 0,0 1 0 0 0,0 0 0 0 0,0 0 0 0 0,0 0 0 0 0,0 0 0 0 0,1 0 0 0 0,-1 0 0 0 0,0 0 0 0 0,0 0 0 0 0,0 0 0 0 0,0 0 0 0 0,0 1 0 0 0,0-1 0 0 0,0 0 0 0 0,-1 1 0 0 0,1-1 0 0 0,0 1 0 0 0,0-1-1 0 0,0 1 1 0 0,0-1 0 0 0,0 1 0 0 0,0 0 0 0 0,-1 0 0 0 0,1 0-144 0 0,14 20 841 0 0,-1 0-1 0 0,-1 2 1 0 0,-1 0-1 0 0,-1 0 0 0 0,-1 1 1 0 0,5 22-841 0 0,15 100 1610 0 0,-26-86-3738 0 0,-4-42-1275 0 0,-24-6-2499 0 0,22-16 4273 0 0</inkml:trace>
  <inkml:trace contextRef="#ctx0" brushRef="#br0" timeOffset="4848.499">2147 345 1088 0 0,'-6'-6'1264'0'0,"-5"-23"8896"0"0,61 6-6182 0 0,-21 7-6680 0 0,1 6-6132 0 0,-21 7 7264 0 0,8-7 30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50.256"/>
    </inkml:context>
    <inkml:brush xml:id="br0">
      <inkml:brushProperty name="width" value="0.05" units="cm"/>
      <inkml:brushProperty name="height" value="0.05" units="cm"/>
      <inkml:brushProperty name="color" value="#FFFFFF"/>
    </inkml:brush>
  </inkml:definitions>
  <inkml:trace contextRef="#ctx0" brushRef="#br0">325 23 2512 0 0,'1'0'141'0'0,"-1"0"0"0"0,1 0 0 0 0,-1 0 0 0 0,1 0 0 0 0,-1 0 0 0 0,1 0 0 0 0,0 0 0 0 0,-1 0 0 0 0,1 0 0 0 0,-1 0-1 0 0,1 0 1 0 0,-1 0 0 0 0,1 0 0 0 0,-1 0 0 0 0,1 0 0 0 0,0-1 0 0 0,-1 1 0 0 0,1 0 0 0 0,-1 0 0 0 0,1-1 0 0 0,-1 1 0 0 0,0 0 0 0 0,1-1 0 0 0,-1 1-1 0 0,1 0 1 0 0,-1-1 0 0 0,1 1 0 0 0,-1-1 0 0 0,0 1 0 0 0,1-1 0 0 0,-1 1 0 0 0,0-1 0 0 0,0 1 0 0 0,1-1 0 0 0,-1 1 0 0 0,0-1 0 0 0,0 1 0 0 0,0-1-1 0 0,0 1 1 0 0,0-1 0 0 0,0 0 0 0 0,0 1 0 0 0,0-1 0 0 0,0 1 0 0 0,0-1 0 0 0,0 1 0 0 0,0-1 0 0 0,0 1 0 0 0,0-1-141 0 0,0-2-597 0 0,16 0 1978 0 0,-13 3-671 0 0,-3 0-68 0 0,0 0-26 0 0,0 0-18 0 0,0 0 94 0 0,0 0 11 0 0,0 0-37 0 0,1 1-604 0 0,0-1 0 0 0,0 1-1 0 0,0 0 1 0 0,0 0 0 0 0,-1 0-1 0 0,1 0 1 0 0,0 0 0 0 0,0 0-1 0 0,-1 1 1 0 0,1-1 0 0 0,-1 0-1 0 0,1 0 1 0 0,-1 0 0 0 0,1 1-1 0 0,-1-1 1 0 0,0 0-1 0 0,0 0 1 0 0,0 1 0 0 0,1-1-1 0 0,-1 0 1 0 0,0 1 0 0 0,-1-1-1 0 0,1 0 1 0 0,0 0 0 0 0,0 1-1 0 0,0-1 1 0 0,-1 0 0 0 0,1 0-1 0 0,-1 1 1 0 0,1-1 0 0 0,-1 0-1 0 0,1 0 1 0 0,-1 0 0 0 0,0 0-1 0 0,1 0 1 0 0,-2 1-62 0 0,-119 221 2811 0 0,87-175-2944 0 0,-3-1 0 0 0,-2-2 0 0 0,-29 25 133 0 0,58-60-479 0 0,-13 11-157 0 0,3-16-4843 0 0,18-8 3856 0 0,1 1 1277 0 0,0 1 0 0 0,-1-1 0 0 0,1 0 0 0 0,1 0 0 0 0,-1 0 0 0 0,0 1 0 0 0,0-1 0 0 0,1 0 0 0 0,-1 0 0 0 0,1 0 0 0 0,-1 0 0 0 0,1 0 0 0 0,0 0 0 0 0,0 0 0 0 0,0 0 1 0 0,0-1-1 0 0,0 1 0 0 0,1 0 0 0 0,-1 0 0 0 0,0 0 0 0 0,1 0 0 0 0,0 1 0 0 0,-1-1 0 0 0,2-1 346 0 0,1-6-1433 0 0</inkml:trace>
  <inkml:trace contextRef="#ctx0" brushRef="#br0" timeOffset="270.374">248 227 2328 0 0,'25'10'4769'0'0,"13"50"-404"0"0,-32-35-3591 0 0,-1 2 0 0 0,-1-1 0 0 0,-1 0 0 0 0,-1 1 0 0 0,-2 0 0 0 0,-1 8-774 0 0,1-1 255 0 0,-24 96-183 0 0,12-59-3162 0 0,12-71 2270 0 0,0 0-239 0 0,0 0-280 0 0,6 0-4856 0 0,-3-5 4801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53.137"/>
    </inkml:context>
    <inkml:brush xml:id="br0">
      <inkml:brushProperty name="width" value="0.05" units="cm"/>
      <inkml:brushProperty name="height" value="0.05" units="cm"/>
      <inkml:brushProperty name="color" value="#FFFFFF"/>
    </inkml:brush>
  </inkml:definitions>
  <inkml:trace contextRef="#ctx0" brushRef="#br0">69 10 948 0 0,'0'0'1848'0'0,"0"0"-246"0"0,0 0-217 0 0,0 0-161 0 0,0 0-97 0 0,0 0-210 0 0,0 0-93 0 0,0 0 65 0 0,0 0-57 0 0,0 0-30 0 0,0 0-42 0 0,0 0-75 0 0,0 0-41 0 0,0 0-28 0 0,1-3-56 0 0,0 2-521 0 0,-1 0 0 0 0,1 1 0 0 0,-1-1 0 0 0,1 1 0 0 0,0-1 0 0 0,-1 1-1 0 0,1 0 1 0 0,0-1 0 0 0,0 1 0 0 0,-1-1 0 0 0,1 1 0 0 0,0 0 0 0 0,0 0 0 0 0,0 0 0 0 0,-1-1 0 0 0,1 1 0 0 0,0 0 0 0 0,0 0 0 0 0,0 0 0 0 0,-1 0 0 0 0,1 0 0 0 0,0 0 0 0 0,0 1 0 0 0,0-1 0 0 0,-1 0 0 0 0,1 0 0 0 0,0 0 0 0 0,0 1 0 0 0,0-1 0 0 0,-1 1 0 0 0,1-1 0 0 0,0 0-1 0 0,-1 1 1 0 0,1-1 0 0 0,0 1 0 0 0,-1-1 0 0 0,1 1 0 0 0,-1 0 0 0 0,1-1 0 0 0,-1 1 0 0 0,1 0 0 0 0,-1-1 0 0 0,1 1 0 0 0,-1 0 0 0 0,0-1 0 0 0,1 1 0 0 0,-1 0 0 0 0,0 0 0 0 0,1 0 0 0 0,-1-1 0 0 0,0 1 0 0 0,0 0 0 0 0,0 0 0 0 0,0 0-39 0 0,5 4 14 0 0,53 53-181 0 0,-44-30-7575 0 0,-14-27 6039 0 0,0 10-3076 0 0,0-1 3157 0 0</inkml:trace>
  <inkml:trace contextRef="#ctx0" brushRef="#br0" timeOffset="329.172">28 346 1360 0 0,'-28'37'12132'0'0,"33"-35"-5094"0"0,39-23-5607 0 0,-6 0-1219 0 0,-1-2-1 0 0,-2-2 1 0 0,0-2-1 0 0,9-10-211 0 0,51-46-4785 0 0,-76 66 481 0 0,2 6-5686 0 0,-18 9 8314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54.414"/>
    </inkml:context>
    <inkml:brush xml:id="br0">
      <inkml:brushProperty name="width" value="0.05" units="cm"/>
      <inkml:brushProperty name="height" value="0.05" units="cm"/>
      <inkml:brushProperty name="color" value="#FFFFFF"/>
    </inkml:brush>
  </inkml:definitions>
  <inkml:trace contextRef="#ctx0" brushRef="#br0">28 9 1292 0 0,'0'-9'8635'0'0,"-1"10"-3602"0"0,1 20-2291 0 0,-1 39-2758 0 0,1 275 2280 0 0,-20-214-2088 0 0,16-99-137 0 0,2 32-4191 0 0,6-107-6789 0 0,-3 42 9433 0 0,-1 0-108 0 0</inkml:trace>
  <inkml:trace contextRef="#ctx0" brushRef="#br0" timeOffset="408.912">105 225 1468 0 0,'4'-8'8287'0'0,"5"10"-3962"0"0,23 25-588 0 0,102 107 187 0 0,-96-95-5825 0 0,-38-39 914 0 0,-10 1-7913 0 0,-11-14 1587 0 0,16 8 5721 0 0</inkml:trace>
  <inkml:trace contextRef="#ctx0" brushRef="#br0" timeOffset="1372.389">271 59 1568 0 0,'0'0'1216'0'0,"0"0"-122"0"0,0 0-137 0 0,0 0-65 0 0,0 0-31 0 0,0 0-57 0 0,0 0 3 0 0,0 0-83 0 0,0 0-12 0 0,0 0-57 0 0,0 0-49 0 0,0 0-42 0 0,0 0-16 0 0,0 0-14 0 0,0 0-19 0 0,2 1 74 0 0,83 84 3687 0 0,-41-51-3714 0 0,-37-30-498 0 0,-1-5-11361 0 0,-4-7 6868 0 0,-1 7 2987 0 0</inkml:trace>
  <inkml:trace contextRef="#ctx0" brushRef="#br0" timeOffset="1674.812">471 13 2128 0 0,'8'-3'6194'0'0,"15"19"-1179"0"0,-17-12-3474 0 0,38 52 2493 0 0,-22-25-3349 0 0,-10-8-3653 0 0,-11-21 2496 0 0,-1-2-3656 0 0,0 0-4297 0 0,0 0 6793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57.799"/>
    </inkml:context>
    <inkml:brush xml:id="br0">
      <inkml:brushProperty name="width" value="0.05" units="cm"/>
      <inkml:brushProperty name="height" value="0.05" units="cm"/>
      <inkml:brushProperty name="color" value="#FFFFFF"/>
    </inkml:brush>
  </inkml:definitions>
  <inkml:trace contextRef="#ctx0" brushRef="#br0">205 1 2128 0 0,'0'0'1617'0'0,"0"0"-247"0"0,0 0-111 0 0,0 0-79 0 0,0 0-78 0 0,0 0-103 0 0,5 1-60 0 0,71 63 4376 0 0,-64-48-5178 0 0,-12-15-445 0 0,1 0 1 0 0,-1-1-1 0 0,1 1 0 0 0,-1 0 0 0 0,0 0 1 0 0,0 0-1 0 0,0 0 0 0 0,0 0 0 0 0,1 0 0 0 0,-1 0 1 0 0,0 0-1 0 0,0 0 0 0 0,-1 0 0 0 0,1 0 0 0 0,0 0 1 0 0,0 0-1 0 0,0 0 0 0 0,-1 0 0 0 0,1 0 1 0 0,0 0-1 0 0,-1-1 0 0 0,1 1 0 0 0,-1 0 0 0 0,1 0 1 0 0,-1 0-1 0 0,1-1 0 0 0,-1 1 0 0 0,0 0 0 0 0,1 0 1 0 0,-1-1-1 0 0,0 1 0 0 0,0-1 0 0 0,0 1 1 0 0,1 0-1 0 0,-1-1 0 0 0,0 0 0 0 0,0 1 0 0 0,0-1 1 0 0,0 1-1 0 0,0-1 0 0 0,0 0 308 0 0,-3 2-1491 0 0</inkml:trace>
  <inkml:trace contextRef="#ctx0" brushRef="#br0" timeOffset="457.952">129 148 1268 0 0,'-34'17'12251'0'0,"84"2"-6519"0"0,164 10-2156 0 0,-200-27-3418 0 0,-13-3-144 0 0,0 1-1 0 0,0-1 1 0 0,0 1-1 0 0,0 0 1 0 0,0 0-1 0 0,1-1 1 0 0,-1 1-1 0 0,0 0 1 0 0,0 0 0 0 0,0 0-1 0 0,0 0 1 0 0,0 0-1 0 0,1 0 1 0 0,-1 1-1 0 0,0-1 1 0 0,0 0-1 0 0,0 1 1 0 0,0-1-1 0 0,0 0 1 0 0,0 1-1 0 0,0-1 1 0 0,0 1 0 0 0,0 0-1 0 0,0-1 1 0 0,0 1-1 0 0,0 0 1 0 0,0-1-1 0 0,-1 1 1 0 0,1 0-1 0 0,0 0 1 0 0,0 0-1 0 0,-1 0 1 0 0,1 0-1 0 0,-1 0 1 0 0,1 0 0 0 0,-1 0-1 0 0,1 0 1 0 0,-1 0-1 0 0,1 0 1 0 0,-1 0-1 0 0,0 0 1 0 0,0 0-1 0 0,0 1 1 0 0,1-1-1 0 0,-1 0 1 0 0,0 0-1 0 0,0 0 1 0 0,-1 0 0 0 0,1 0-1 0 0,0 1 1 0 0,0-1-1 0 0,-1 0 1 0 0,1 0-1 0 0,-1 1-13 0 0,-16 22-107 0 0,-2-1 0 0 0,0-1 0 0 0,-2 0 0 0 0,-1-2 0 0 0,0 0 0 0 0,-1-2 0 0 0,-1 0 0 0 0,-1-2 0 0 0,0 0 0 0 0,-20 7 107 0 0,9-1-305 0 0,-23 6-804 0 0,18-18-4087 0 0,40-10 4172 0 0,1 0-357 0 0,0 0-302 0 0,0 0-2 0 0,0 0-82 0 0,-9-8-3094 0 0,11 6 3210 0 0</inkml:trace>
  <inkml:trace contextRef="#ctx0" brushRef="#br0" timeOffset="808.958">216 381 1436 0 0,'1'-1'299'0'0,"1"-1"1"0"0,-1 1-1 0 0,1 0 0 0 0,-1 0 0 0 0,1 0 0 0 0,0 0 1 0 0,-1 0-1 0 0,1 1 0 0 0,0-1 0 0 0,0 0 0 0 0,0 1 1 0 0,0-1-1 0 0,0 1 0 0 0,0 0 0 0 0,0 0 0 0 0,-1 0 1 0 0,1 0-1 0 0,0 0 0 0 0,0 0 0 0 0,0 0 0 0 0,0 0 1 0 0,0 1-1 0 0,0-1 0 0 0,0 1 0 0 0,0 0 0 0 0,-1-1 1 0 0,1 1-1 0 0,0 0 0 0 0,0 0 0 0 0,-1 0 1 0 0,1 0-1 0 0,-1 1 0 0 0,1-1 0 0 0,-1 0 0 0 0,1 1 1 0 0,-1-1-1 0 0,0 0 0 0 0,0 1 0 0 0,0 0 0 0 0,0-1 1 0 0,0 1-1 0 0,0 0 0 0 0,1 1-299 0 0,32 79 3189 0 0,-29 65-2347 0 0,-18-97-1757 0 0,14-20-3023 0 0,3-37-585 0 0,4-37-1658 0 0,0 22 4621 0 0</inkml:trace>
  <inkml:trace contextRef="#ctx0" brushRef="#br0" timeOffset="1126.274">392 389 1140 0 0,'11'-15'9669'0'0,"0"24"-4213"0"0,3 5-3883 0 0,73 64 2154 0 0,-79-72-4204 0 0,-10-10-5485 0 0,-9-17-5947 0 0,13 17 10392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49:59.893"/>
    </inkml:context>
    <inkml:brush xml:id="br0">
      <inkml:brushProperty name="width" value="0.05" units="cm"/>
      <inkml:brushProperty name="height" value="0.05" units="cm"/>
      <inkml:brushProperty name="color" value="#FFFFFF"/>
    </inkml:brush>
  </inkml:definitions>
  <inkml:trace contextRef="#ctx0" brushRef="#br0">67 9 2408 0 0,'0'0'1472'0'0,"0"0"-48"0"0,0 0-176 0 0,0 0-71 0 0,0 0-78 0 0,0 0 33 0 0,0 0-76 0 0,0 0-101 0 0,0 0-126 0 0,9-9 1384 0 0,36 40 568 0 0,-14-15-4972 0 0,-23-10-193 0 0,-5 5-7828 0 0,-3-11 8673 0 0</inkml:trace>
  <inkml:trace contextRef="#ctx0" brushRef="#br0" timeOffset="253.001">46 142 2172 0 0,'3'19'5629'0'0,"19"14"-1569"0"0,-22-32-4029 0 0,19 19 1384 0 0,1 3-2228 0 0,-12 7-5946 0 0,-8-29 5237 0 0,0 0 86 0 0,0 7-101 0 0</inkml:trace>
  <inkml:trace contextRef="#ctx0" brushRef="#br0" timeOffset="506.17">1 555 1356 0 0,'2'33'11155'0'0,"18"-41"-8849"0"0,164-168 377 0 0,-94 79-6976 0 0,-17 55-5880 0 0,-56 34 8623 0 0</inkml:trace>
  <inkml:trace contextRef="#ctx0" brushRef="#br0" timeOffset="1727.3">444 77 1856 0 0,'0'0'1600'0'0,"0"0"-194"0"0,0 0-149 0 0,-3 0 59 0 0,-8-1-611 0 0,10-4 8743 0 0,2 2-9414 0 0,-1 1 36 0 0,1 1 0 0 0,0-1 0 0 0,-1 0 0 0 0,1 1 0 0 0,0-1 0 0 0,0 1 0 0 0,-1 0 0 0 0,1-1 1 0 0,1 1-1 0 0,-1 0 0 0 0,0-1 0 0 0,0 1 0 0 0,0 0 0 0 0,1 0 0 0 0,-1 0 0 0 0,0 0 0 0 0,1 0 0 0 0,-1 1 0 0 0,1-1 0 0 0,-1 0 1 0 0,1 0-1 0 0,-1 1 0 0 0,1-1 0 0 0,0 1 0 0 0,-1 0 0 0 0,1-1 0 0 0,-1 1 0 0 0,1 0 0 0 0,0 0 0 0 0,-1 0 0 0 0,1 0 0 0 0,0 0 1 0 0,0 1-72 0 0,144 1 2664 0 0,-50 16-1797 0 0,100-11 799 0 0,-194-7-1717 0 0,4 25-652 0 0,-12-12 188 0 0,0-2 0 0 0,-1 1-1 0 0,0-1 1 0 0,-1 0 0 0 0,0 0-1 0 0,-1-1 1 0 0,0 0 0 0 0,-8 7 516 0 0,-52 34-6860 0 0,-1-11-3324 0 0,64-37 8694 0 0</inkml:trace>
  <inkml:trace contextRef="#ctx0" brushRef="#br0" timeOffset="2071.205">549 200 1676 0 0,'17'-2'8011'0'0,"-9"17"-4411"0"0,-5 34-1093 0 0,-3-43-1784 0 0,-41 111 343 0 0,32-95-1192 0 0,-2 1 1 0 0,0-2-1 0 0,-1 0 0 0 0,-1 0 1 0 0,-1-1-1 0 0,-1-1 0 0 0,0 0 1 0 0,-7 4 125 0 0,13-14-940 0 0,-1 0-1 0 0,1-1 1 0 0,-2 0 0 0 0,0-1 0 0 0,0 0-1 0 0,0-1 1 0 0,0 0 0 0 0,-1 0 0 0 0,0-2-1 0 0,-5 2 941 0 0,4-5-3377 0 0,3-1 1783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0:04.513"/>
    </inkml:context>
    <inkml:brush xml:id="br0">
      <inkml:brushProperty name="width" value="0.05" units="cm"/>
      <inkml:brushProperty name="height" value="0.05" units="cm"/>
      <inkml:brushProperty name="color" value="#FFFFFF"/>
    </inkml:brush>
  </inkml:definitions>
  <inkml:trace contextRef="#ctx0" brushRef="#br0">269 1 2240 0 0,'0'0'1419'0'0,"0"0"-208"0"0,0 0-155 0 0,0 0-46 0 0,0 0-70 0 0,0 0-143 0 0,0 0-69 0 0,0 0-81 0 0,0 0-35 0 0,0 0-105 0 0,-8 5 364 0 0,-67 49 781 0 0,-72 37 175 0 0,134-76-1927 0 0,15-15 112 0 0,0 1 0 0 0,0-1 0 0 0,0 1 0 0 0,0 0 0 0 0,0 0 0 0 0,-1 0 0 0 0,1 0 0 0 0,0 1 0 0 0,0-1 0 0 0,-1 0 0 0 0,1 1 0 0 0,0-1 0 0 0,-1 1 0 0 0,0 0 0 0 0,1-1 0 0 0,-1 1 0 0 0,0 0 0 0 0,0 0 0 0 0,0 0 0 0 0,0 0 0 0 0,0 0 0 0 0,0 0 0 0 0,-1 0 0 0 0,1 0 0 0 0,0 0 0 0 0,-1 0 0 0 0,0 0 0 0 0,0 0 0 0 0,1 0 0 0 0,-1 1 0 0 0,-1-1 0 0 0,1 0 0 0 0,0 0 0 0 0,0 0 0 0 0,-1 0 0 0 0,1 0-1 0 0,-1 0 1 0 0,0 0 0 0 0,0 2-12 0 0,1 6 33 0 0,-32 137-26 0 0,9 8 166 0 0,20-121-65 0 0,3-33-2 0 0,0-1 3 0 0,0 0-63 0 0,2 3-59 0 0,-2-3 12 0 0,1 1 0 0 0,0 0-1 0 0,0 0 1 0 0,-1 0-1 0 0,1 0 1 0 0,0 0-1 0 0,0 0 1 0 0,0 0-1 0 0,0 0 1 0 0,0-1-1 0 0,1 1 1 0 0,-1 0-1 0 0,0-1 1 0 0,0 1-1 0 0,0-1 1 0 0,0 1-1 0 0,1-1 1 0 0,-1 1-1 0 0,0-1 1 0 0,1 0-1 0 0,-1 0 1 0 0,0 0-1 0 0,1 0 1 0 0,-1 0-1 0 0,0 0 1 0 0,0 0-1 0 0,1 0 1 0 0,-1 0-1 0 0,0 0 1 0 0,1-1-1 0 0,-1 1 1 0 0,0-1-1 0 0,0 1 1 0 0,1-1-1 0 0,-1 1 1 0 0,0-1 0 0 0,16-8-443 0 0,0 0 0 0 0,0-1 0 0 0,-2-1 0 0 0,1 0 0 0 0,-1-1 0 0 0,-1-1 0 0 0,0 0 0 0 0,10-13 444 0 0,-4-12-9159 0 0,-18 32 7523 0 0</inkml:trace>
  <inkml:trace contextRef="#ctx0" brushRef="#br0" timeOffset="269.861">71 351 2148 0 0,'3'-9'7852'0'0,"34"-4"-4546"0"0,-19 9-2880 0 0,97-26 943 0 0,-49-11-4805 0 0,-42 10-4466 0 0,-19 24 6207 0 0</inkml:trace>
  <inkml:trace contextRef="#ctx0" brushRef="#br0" timeOffset="639.035">363 154 1824 0 0,'12'-19'8472'0'0,"40"-3"-2995"0"0,107 11-105 0 0,-154 14-5199 0 0,10 7-83 0 0,-11-8-50 0 0,0 0 0 0 0,0 0 0 0 0,0 1 0 0 0,-1-1 0 0 0,1 1 0 0 0,0 0 0 0 0,-1 0 0 0 0,0 1 0 0 0,0-1 0 0 0,0 1 0 0 0,0-1 0 0 0,0 1 0 0 0,-1 0 0 0 0,0 0 0 0 0,0 0 0 0 0,0 1-1 0 0,0-1 1 0 0,0 0 0 0 0,-1 2-40 0 0,0-1-175 0 0,0 0-1 0 0,0 1 0 0 0,0-1 1 0 0,-1 0-1 0 0,0 1 0 0 0,0-1 0 0 0,-1 0 1 0 0,1 0-1 0 0,-1 1 0 0 0,0-1 1 0 0,-1 0-1 0 0,1 0 0 0 0,-1 0 1 0 0,0 0-1 0 0,0 0 0 0 0,-1 0 0 0 0,1-1 1 0 0,-1 1-1 0 0,0-1 0 0 0,0 0 1 0 0,-1 0-1 0 0,1 0 0 0 0,-5 4 176 0 0,-18-1-3844 0 0,26-7 3071 0 0,-14 0-2508 0 0,-52-36-2744 0 0,56 27 5143 0 0,-3-4 189 0 0</inkml:trace>
  <inkml:trace contextRef="#ctx0" brushRef="#br0" timeOffset="896.891">479 228 2880 0 0,'-34'-45'6638'0'0,"31"56"-2129"0"0,-2 25-2703 0 0,5-20-1519 0 0,-1 59 597 0 0,-3 0 0 0 0,-4-1-1 0 0,-3 1 1 0 0,-16 58-884 0 0,14-70-3033 0 0,19-74-4512 0 0,2-11 4195 0 0,2-4 1765 0 0,1 1 63 0 0,1-1 62 0 0</inkml:trace>
  <inkml:trace contextRef="#ctx0" brushRef="#br0" timeOffset="1584.84">982 113 1480 0 0,'-4'-15'8904'0'0,"17"4"-5467"0"0,118-15 1066 0 0,20 18-1853 0 0,-100 10-2879 0 0,-42 20-754 0 0,-17-9 505 0 0,-2 0 0 0 0,1-1 1 0 0,-2 0-1 0 0,1 0 0 0 0,-2-1 1 0 0,1-1-1 0 0,-1 0 0 0 0,-1 0 1 0 0,-11 5 477 0 0,-109 56-5205 0 0,63-52 2670 0 0,134-32 7936 0 0,10-2-4628 0 0,20-6-3076 0 0,-94 21 1075 0 0,-11 6-6637 0 0,1-5 6408 0 0</inkml:trace>
  <inkml:trace contextRef="#ctx0" brushRef="#br0" timeOffset="1879.283">996 161 2480 0 0,'-7'8'5660'0'0,"-4"15"-4427"0"0,10-21-774 0 0,-74 167 4209 0 0,-37 67-2452 0 0,49-119-3130 0 0,58-113-2159 0 0,14-22 1930 0 0,-3 7 466 0 0,62-117-6747 0 0,-49 103 5807 0 0</inkml:trace>
  <inkml:trace contextRef="#ctx0" brushRef="#br0" timeOffset="2193.07">948 430 1460 0 0,'4'-1'9'0'0,"-3"0"189"0"0,0 0 0 0 0,0 1 0 0 0,0-1 0 0 0,0 0 0 0 0,1 1 0 0 0,-1-1 0 0 0,0 0 0 0 0,1 1 0 0 0,-1 0-1 0 0,0-1 1 0 0,1 1 0 0 0,-1 0 0 0 0,0 0 0 0 0,1 0 0 0 0,-1-1 0 0 0,1 1 0 0 0,-1 1 0 0 0,1-1 0 0 0,-1 0 0 0 0,0 0 0 0 0,1 1 0 0 0,-1-1 0 0 0,0 0-1 0 0,1 1 1 0 0,-1-1 0 0 0,0 1 0 0 0,0 0 0 0 0,1-1 0 0 0,-1 1 0 0 0,0 0 0 0 0,0 0 0 0 0,0 0 0 0 0,0 0 0 0 0,0 0 0 0 0,0 0 0 0 0,0 0-1 0 0,0 0 1 0 0,0 0 0 0 0,-1 0 0 0 0,1 1 0 0 0,0-1 0 0 0,-1 0 0 0 0,1 1 0 0 0,-1-1 0 0 0,1 0 0 0 0,-1 1 0 0 0,0-1 0 0 0,1 1-198 0 0,-1 139 4895 0 0,0-124-4486 0 0,11 107 1548 0 0,-10-120-1901 0 0,0 0 0 0 0,1 0-1 0 0,-1 1 1 0 0,1-1 0 0 0,0 0-1 0 0,0 0 1 0 0,1-1 0 0 0,-1 1-1 0 0,1 0 1 0 0,0-1 0 0 0,0 0-1 0 0,0 1 1 0 0,0-1 0 0 0,1 0-1 0 0,-1-1 1 0 0,1 1 0 0 0,0-1-1 0 0,-1 1 1 0 0,1-1 0 0 0,0 0-1 0 0,1 0 1 0 0,-1-1-1 0 0,0 1 1 0 0,0-1 0 0 0,1 0-1 0 0,0 0-55 0 0,5 0 66 0 0,1 0 0 0 0,0-1-1 0 0,0 0 1 0 0,0-1 0 0 0,0 0-1 0 0,-1 0 1 0 0,1-1 0 0 0,-1-1-1 0 0,1 1 1 0 0,-1-2-1 0 0,0 0 1 0 0,0 0 0 0 0,0-1-1 0 0,0 0 1 0 0,5-4-66 0 0,6-1 59 0 0,58-52-745 0 0,-59 0-4135 0 0,-20 61 3131 0 0,-2-22-4928 0 0,-9 4 4377 0 0,4 11 628 0 0,2 2 28 0 0</inkml:trace>
  <inkml:trace contextRef="#ctx0" brushRef="#br0" timeOffset="2378.901">1273 496 2828 0 0,'-24'-4'8324'0'0,"-15"33"-6300"0"0,-91 89-187 0 0,30-60-6246 0 0,75-53-2561 0 0,25-5 5548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0:13.453"/>
    </inkml:context>
    <inkml:brush xml:id="br0">
      <inkml:brushProperty name="width" value="0.05" units="cm"/>
      <inkml:brushProperty name="height" value="0.05" units="cm"/>
      <inkml:brushProperty name="color" value="#FFFFFF"/>
    </inkml:brush>
  </inkml:definitions>
  <inkml:trace contextRef="#ctx0" brushRef="#br0">268 122 2016 0 0,'4'0'1409'0'0,"31"-5"3483"0"0,-18-10-4199 0 0,12-10 3609 0 0,-29 23-4158 0 0,1 0 0 0 0,0 0-1 0 0,-1 0 1 0 0,1 0 0 0 0,-1 0 0 0 0,1 0 0 0 0,-1 0-1 0 0,0 0 1 0 0,0 0 0 0 0,0 0 0 0 0,0 0 0 0 0,0 0-1 0 0,0 0 1 0 0,-1 0 0 0 0,1 0 0 0 0,-1 0 0 0 0,1 0 0 0 0,-1 0-1 0 0,0 0 1 0 0,0 1 0 0 0,0-1 0 0 0,0 0 0 0 0,0 0-1 0 0,0 1 1 0 0,0-1 0 0 0,-1 1 0 0 0,1-1 0 0 0,-1 1 0 0 0,1-1-1 0 0,-1 1 1 0 0,1 0 0 0 0,-1 0 0 0 0,0-1 0 0 0,1 1-1 0 0,-1 1 1 0 0,0-1 0 0 0,0 0 0 0 0,0 0 0 0 0,0 1 0 0 0,0-1-1 0 0,0 1 1 0 0,0-1 0 0 0,0 1 0 0 0,-1 0-144 0 0,-6-3 81 0 0,0 1 0 0 0,-1 0 0 0 0,1 1 0 0 0,-1 0 0 0 0,0 0 0 0 0,1 1 0 0 0,-1 0 0 0 0,0 1 1 0 0,1 0-1 0 0,-1 1 0 0 0,1 0 0 0 0,-1 0 0 0 0,-5 3-81 0 0,-59 35 176 0 0,55-23-142 0 0,17-15-32 0 0,0-1 1 0 0,0 0-1 0 0,0 0 1 0 0,1 1 0 0 0,-1-1-1 0 0,0 1 1 0 0,1 0-1 0 0,-1 0 1 0 0,0-1 0 0 0,1 1-1 0 0,0 0 1 0 0,0 0 0 0 0,-1 0-1 0 0,1 0 1 0 0,0 0-1 0 0,1 1 1 0 0,-1-1 0 0 0,0 0-1 0 0,1 0 1 0 0,-1 1 0 0 0,1-1-1 0 0,-1 0 1 0 0,1 1-1 0 0,0-1 1 0 0,0 0 0 0 0,0 1-1 0 0,1-1 1 0 0,-1 0-1 0 0,0 1 1 0 0,1-1 0 0 0,0 0-1 0 0,-1 1 1 0 0,1-1 0 0 0,1 1-3 0 0,5 9-10 0 0,1 0 0 0 0,0-1 0 0 0,0 0 0 0 0,2 0 1 0 0,-1-1-1 0 0,1 0 0 0 0,0-1 0 0 0,1 0 1 0 0,0-1-1 0 0,2 1 10 0 0,54 48 62 0 0,-55-44-33 0 0,-6-9 33 0 0,-1 1 0 0 0,0 0 0 0 0,-1 0-1 0 0,1 0 1 0 0,-1 0 0 0 0,0 0 0 0 0,0 1 0 0 0,-1 0-1 0 0,1 0 1 0 0,-1 0 0 0 0,0 0 0 0 0,-1 1 0 0 0,0-1-1 0 0,0 1 1 0 0,0-1 0 0 0,-1 1 0 0 0,0 1-62 0 0,-22 31 234 0 0,9-27-134 0 0,6-7-97 0 0,1 0 0 0 0,0 0 0 0 0,-1-1-1 0 0,0 0 1 0 0,0 0 0 0 0,0 0 0 0 0,-1-1 0 0 0,1 0-1 0 0,-1 0 1 0 0,0-1 0 0 0,0 1 0 0 0,0-2-1 0 0,0 1 1 0 0,0-1 0 0 0,0 0 0 0 0,0 0-1 0 0,0-1 1 0 0,-1 0 0 0 0,1 0 0 0 0,-1-1-3 0 0,-62-27-724 0 0,47 15-140 0 0,20 10 431 0 0,0 1-1 0 0,1 0 0 0 0,-1-1 0 0 0,1 0 1 0 0,-1 1-1 0 0,1-1 0 0 0,0 0 1 0 0,0 0-1 0 0,0 0 0 0 0,0-1 1 0 0,0 1-1 0 0,1 0 0 0 0,0-1 1 0 0,0 1-1 0 0,0-1 0 0 0,0 1 0 0 0,0-1 1 0 0,1 0-1 0 0,-1 1 0 0 0,1-1 1 0 0,0 0-1 0 0,0 1 0 0 0,0-1 1 0 0,1 0-1 0 0,-1 1 0 0 0,1-1 1 0 0,1-3 433 0 0,63-49-6426 0 0,-48 42 4994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0:15.017"/>
    </inkml:context>
    <inkml:brush xml:id="br0">
      <inkml:brushProperty name="width" value="0.05" units="cm"/>
      <inkml:brushProperty name="height" value="0.05" units="cm"/>
      <inkml:brushProperty name="color" value="#FFFFFF"/>
    </inkml:brush>
  </inkml:definitions>
  <inkml:trace contextRef="#ctx0" brushRef="#br0">52 0 1468 0 0,'-2'8'5721'0'0,"-3"7"-2145"0"0,-2 3-1323 0 0,-4 22-915 0 0,2 0 0 0 0,2 0 0 0 0,2 0 0 0 0,1 1 0 0 0,2 6-1338 0 0,3-40 84 0 0,-1 0 1 0 0,1 1 0 0 0,0-1-1 0 0,0 0 1 0 0,1 0-1 0 0,0 0 1 0 0,0 0 0 0 0,0 0-1 0 0,1 0 1 0 0,0-1 0 0 0,1 1-1 0 0,0-1 1 0 0,0 0-1 0 0,0 0 1 0 0,0 0 0 0 0,1-1-1 0 0,0 1 1 0 0,0-1-1 0 0,1 0 1 0 0,-1-1 0 0 0,1 1-1 0 0,5 2-84 0 0,-6-6 33 0 0,0-1 1 0 0,-1 1-1 0 0,1-1 0 0 0,-1-1 0 0 0,1 1 0 0 0,0 0 0 0 0,-1-1 0 0 0,1 0 0 0 0,-1 0 0 0 0,1-1 0 0 0,-1 1 0 0 0,0-1 1 0 0,1 0-1 0 0,-1 0 0 0 0,0 0 0 0 0,0 0 0 0 0,0-1 0 0 0,-1 0 0 0 0,1 0 0 0 0,-1 0 0 0 0,1 0 0 0 0,-1 0 0 0 0,0-1 1 0 0,0 1-1 0 0,0-2-33 0 0,4-2 75 0 0,9-10 67 0 0,-1 0 0 0 0,-1-2 1 0 0,0 1-1 0 0,-2-2 0 0 0,0 0 0 0 0,-1 0 0 0 0,2-8-142 0 0,0-28 1239 0 0,-13 54-1028 0 0,-5-22 270 0 0,-1 17-455 0 0,-1 0-1 0 0,0 0 1 0 0,0 1-1 0 0,0 0 1 0 0,-1 0-1 0 0,0 1 0 0 0,-1 0 1 0 0,1 0-1 0 0,-1 1 1 0 0,0 0-1 0 0,0 1 1 0 0,0 0-1 0 0,0 0 0 0 0,0 1 1 0 0,-1 0-1 0 0,1 1 1 0 0,-10-1-26 0 0,-59-2-6609 0 0,76 4 4451 0 0,-8-3-2125 0 0,9 3 4059 0 0,0-1-1 0 0,1 1 1 0 0,-1-1-1 0 0,0 1 1 0 0,1-1-1 0 0,-1 0 1 0 0,0 1-1 0 0,1-1 1 0 0,-1 0-1 0 0,1 0 1 0 0,-1 1-1 0 0,1-1 1 0 0,-1 0-1 0 0,1 0 1 0 0,0 0-1 0 0,-1 1 1 0 0,1-1-1 0 0,0 0 1 0 0,0 0-1 0 0,-1 0 1 0 0,1 0-1 0 0,0 0 1 0 0,0 0-1 0 0,0 0 1 0 0,0 0 0 0 0,0 0-1 0 0,0 0 1 0 0,1 1-1 0 0,-1-1 1 0 0,0 0-1 0 0,0 0 1 0 0,1 0-1 0 0,-1 0 1 0 0,0 0-1 0 0,1 1 1 0 0,-1-1-1 0 0,1 0 1 0 0,-1 0-1 0 0,1 0 1 0 0,0 0 224 0 0,2-4-1478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0:13.958"/>
    </inkml:context>
    <inkml:brush xml:id="br0">
      <inkml:brushProperty name="width" value="0.05" units="cm"/>
      <inkml:brushProperty name="height" value="0.05" units="cm"/>
      <inkml:brushProperty name="color" value="#FFFFFF"/>
    </inkml:brush>
  </inkml:definitions>
  <inkml:trace contextRef="#ctx0" brushRef="#br0">38 76 2552 0 0,'1'-1'687'0'0,"1"1"7226"0"0,-7 12-4448 0 0,-31 130 2737 0 0,36-133-6139 0 0,0 0 0 0 0,1 0 1 0 0,0 1-1 0 0,0-1 0 0 0,1 0 1 0 0,0 0-1 0 0,0-1 0 0 0,1 1 1 0 0,0 0-1 0 0,1-1 0 0 0,0 1 1 0 0,0-1-1 0 0,1 0 0 0 0,0-1 1 0 0,0 1-1 0 0,1-1 0 0 0,0 1-63 0 0,34 6 236 0 0,-38-14-144 0 0,23-4 21 0 0,-10-8-66 0 0,-1-1 0 0 0,0-1-1 0 0,-1 0 1 0 0,-1-1 0 0 0,0 0 0 0 0,-1-1 0 0 0,-1 0-1 0 0,0-1 1 0 0,-1 0 0 0 0,-1 0 0 0 0,0-4-47 0 0,-4 14 96 0 0,-2 0-1 0 0,1-1 1 0 0,-1 1 0 0 0,0-1 0 0 0,-1 1-1 0 0,0-1 1 0 0,0 0 0 0 0,-1 0 0 0 0,0 0-1 0 0,0 1 1 0 0,-1-1 0 0 0,1 0 0 0 0,-2 0-1 0 0,1 1 1 0 0,-1-1 0 0 0,-1 1 0 0 0,1-1-1 0 0,-1 1 1 0 0,0 0 0 0 0,-1 0 0 0 0,0 0-96 0 0,0 3 2 0 0,0 0 0 0 0,-1 1 0 0 0,1-1 0 0 0,-1 1 0 0 0,0 0 1 0 0,0 0-1 0 0,0 1 0 0 0,0-1 0 0 0,0 1 0 0 0,-1 0 0 0 0,1 0 1 0 0,-1 1-1 0 0,1 0 0 0 0,-1 0 0 0 0,0 0 0 0 0,1 1 0 0 0,-1-1 1 0 0,0 2-1 0 0,0-1 0 0 0,1 0 0 0 0,-4 2-2 0 0,-1-2-207 0 0,-33 0-2894 0 0,41 0 1923 0 0,-15 4-7483 0 0,18-4 8423 0 0,-1 0-1 0 0,0 0 1 0 0,0 0-1 0 0,1 0 1 0 0,-1 0-1 0 0,0 0 1 0 0,0 1 0 0 0,0-1-1 0 0,1 0 1 0 0,-1 0-1 0 0,0 0 1 0 0,0 0-1 0 0,0 0 1 0 0,1 0-1 0 0,-1 1 1 0 0,0-1-1 0 0,0 0 1 0 0,0 0-1 0 0,0 0 1 0 0,1 1 0 0 0,-1-1-1 0 0,0 0 1 0 0,0 0-1 0 0,0 0 1 0 0,0 1-1 0 0,0-1 1 0 0,0 0-1 0 0,0 0 1 0 0,0 1-1 0 0,0-1 1 0 0,0 0-1 0 0,0 0 1 0 0,0 1 0 0 0,0-1-1 0 0,0 0 1 0 0,0 0 238 0 0,4 0-1680 0 0</inkml:trace>
  <inkml:trace contextRef="#ctx0" brushRef="#br0" timeOffset="491.324">425 55 2440 0 0,'13'-3'9769'0'0,"2"21"-5320"0"0,7 125-320 0 0,-21-128-3911 0 0,-1 0 0 0 0,0 1-1 0 0,-1-1 1 0 0,0 0 0 0 0,-1 0 0 0 0,-1 0-1 0 0,-1 0 1 0 0,0 2-218 0 0,-11 51 541 0 0,0 5 802 0 0,55-78-383 0 0,163-47-1 0 0,-145 52-2695 0 0,-37 0-1883 0 0,-19 0 2188 0 0,-2 0-695 0 0,0 0-71 0 0,13-3-7054 0 0,-5-2 6656 0 0,-8 4 3164 0 0,4-4-2087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0:24.107"/>
    </inkml:context>
    <inkml:brush xml:id="br0">
      <inkml:brushProperty name="width" value="0.05" units="cm"/>
      <inkml:brushProperty name="height" value="0.05" units="cm"/>
      <inkml:brushProperty name="color" value="#FFFFFF"/>
    </inkml:brush>
  </inkml:definitions>
  <inkml:trace contextRef="#ctx0" brushRef="#br0">73 228 2188 0 0,'0'-3'1360'0'0,"0"3"-1199"0"0,0 0 1 0 0,0-1 0 0 0,0 1 0 0 0,-1 0 0 0 0,1-1-1 0 0,0 1 1 0 0,0-1 0 0 0,0 1 0 0 0,0 0 0 0 0,0-1-1 0 0,0 1 1 0 0,0 0 0 0 0,0-1 0 0 0,1 1 0 0 0,-1 0-1 0 0,0-1 1 0 0,0 1 0 0 0,0 0 0 0 0,0-1 0 0 0,0 1-1 0 0,0 0 1 0 0,1-1 0 0 0,-1 1 0 0 0,0 0 0 0 0,0 0-1 0 0,1-1 1 0 0,-1 1 0 0 0,0 0 0 0 0,0 0 0 0 0,1-1-1 0 0,-1 1 1 0 0,0 0 0 0 0,1 0 0 0 0,-1 0 0 0 0,0-1-1 0 0,0 1 1 0 0,1 0 0 0 0,-1 0 0 0 0,1 0 0 0 0,-1 0-1 0 0,0 0 1 0 0,1 0 0 0 0,-1 0 0 0 0,0 0 0 0 0,1 0-1 0 0,-1 0 1 0 0,0 0 0 0 0,1 0 0 0 0,-1 0 0 0 0,0 0-1 0 0,1 0 1 0 0,-1 0 0 0 0,0 0 0 0 0,1 0 0 0 0,-1 0-1 0 0,0 1 1 0 0,1-1 0 0 0,-1 0 0 0 0,0 0 0 0 0,1 0-1 0 0,-1 1 1 0 0,0-1 0 0 0,0 0 0 0 0,1 0 0 0 0,-1 1-162 0 0,11 7-578 0 0,44 82 3343 0 0,-35-53-2057 0 0,-2 1-1 0 0,-2 0 0 0 0,-1 1 1 0 0,-3 1-1 0 0,0 1-707 0 0,3 129 1752 0 0,-15-165-1751 0 0,-1-1 1 0 0,0 1 0 0 0,1-1-1 0 0,-2 1 1 0 0,1-1 0 0 0,0 0 0 0 0,-1 1-1 0 0,0-1 1 0 0,0 0 0 0 0,0 0-1 0 0,0 0 1 0 0,-1 0 0 0 0,0-1 0 0 0,1 1-1 0 0,-1-1 1 0 0,-1 1-2 0 0,2-3-116 0 0,-1 0 0 0 0,0 1-1 0 0,1-1 1 0 0,-1 0 0 0 0,0 0 0 0 0,0 0 0 0 0,0-1-1 0 0,0 1 1 0 0,0-1 0 0 0,0 0 0 0 0,0 1 0 0 0,0-1-1 0 0,0-1 1 0 0,0 1 0 0 0,0 0 0 0 0,0-1 0 0 0,0 1-1 0 0,0-1 1 0 0,0 0 0 0 0,0 0 0 0 0,0 0 0 0 0,0-1-1 0 0,1 1 1 0 0,-1-1 0 0 0,1 1 0 0 0,-1-1 0 0 0,1 0-1 0 0,-1 0 117 0 0,-8-6-696 0 0,0-2 0 0 0,1 1 0 0 0,0-1 0 0 0,0-1 0 0 0,1 1 0 0 0,0-2 0 0 0,1 1 0 0 0,0-1 0 0 0,1-1 0 0 0,1 1 0 0 0,0-1 0 0 0,-1-3 696 0 0,-7-12-2287 0 0,7-15-2363 0 0,7 28 3181 0 0</inkml:trace>
  <inkml:trace contextRef="#ctx0" brushRef="#br0" timeOffset="248.423">186 161 2368 0 0,'16'1'7373'0'0,"-18"19"-4031"0"0,-15 20-1675 0 0,-54 72 57 0 0,8-43-4344 0 0,53-53-966 0 0,6-10-3603 0 0,6-9 5786 0 0</inkml:trace>
  <inkml:trace contextRef="#ctx0" brushRef="#br0" timeOffset="501.995">126 423 1624 0 0,'10'39'8021'0'0,"-46"28"-5258"0"0,28-56-2324 0 0,-50 54 667 0 0,25-53-6554 0 0,35-28 734 0 0,1 11 3207 0 0</inkml:trace>
  <inkml:trace contextRef="#ctx0" brushRef="#br0" timeOffset="675.704">383 339 1112 0 0,'10'31'6424'0'0,"-7"21"-3667"0"0,-1-22-1504 0 0,-1 8-743 0 0,-4-9-9293 0 0,0-15 7098 0 0</inkml:trace>
  <inkml:trace contextRef="#ctx0" brushRef="#br0" timeOffset="1103.024">427 405 1804 0 0,'0'-4'402'0'0,"1"0"0"0"0,0 0-1 0 0,-1 0 1 0 0,1 1 0 0 0,0-1-1 0 0,1 0 1 0 0,-1 0 0 0 0,1 1-1 0 0,0-1 1 0 0,0 1 0 0 0,0 0 0 0 0,0-1-1 0 0,0 1 1 0 0,1 0 0 0 0,-1 0-1 0 0,1 0 1 0 0,0 1 0 0 0,0-1 0 0 0,0 1-1 0 0,0-1 1 0 0,0 1 0 0 0,1 0-1 0 0,-1 0 1 0 0,1 1 0 0 0,-1-1-1 0 0,4 0-401 0 0,-5 2 582 0 0,36 0 1883 0 0,28 13-649 0 0,-41-3-978 0 0,-23-10-827 0 0,0 0-1 0 0,-1 0 1 0 0,1 0-1 0 0,0 1 1 0 0,-1-1-1 0 0,1 0 1 0 0,-1 1-1 0 0,1-1 1 0 0,0 1-1 0 0,-1 0 1 0 0,1-1-1 0 0,-1 1 1 0 0,0 0 0 0 0,1 0-1 0 0,-1 0 1 0 0,0 0-1 0 0,1 0 1 0 0,-1 0-1 0 0,0 1 1 0 0,0-1-1 0 0,0 0 1 0 0,0 1-1 0 0,0-1 1 0 0,0 0-1 0 0,0 1 1 0 0,-1-1-1 0 0,1 1 1 0 0,0 0 0 0 0,-1-1-1 0 0,1 1 1 0 0,-1-1-1 0 0,0 1 1 0 0,0 0-1 0 0,1-1 1 0 0,-1 1-1 0 0,0 0 1 0 0,0-1-1 0 0,-1 1 1 0 0,1 0-1 0 0,0-1 1 0 0,0 1-11 0 0,-41 49-2763 0 0,33-45 2464 0 0,0 0 0 0 0,0-1 0 0 0,0 0 0 0 0,-1 0 0 0 0,0-1-1 0 0,0 0 1 0 0,0 0 0 0 0,0-1 0 0 0,0-1 0 0 0,-1 1 0 0 0,-4-1 299 0 0,-25 8-981 0 0,18-2 1018 0 0,34-9 1626 0 0,48-20-137 0 0,-31-7-4906 0 0,-26 8-4529 0 0,-4 17 6521 0 0</inkml:trace>
  <inkml:trace contextRef="#ctx0" brushRef="#br0" timeOffset="1352.851">519 180 2092 0 0,'10'32'6592'0'0,"-10"24"-4878"0"0,-1-29-774 0 0,-26 122 738 0 0,20-123-1784 0 0,0 1 0 0 0,-2-1 0 0 0,0-1 0 0 0,-2 0 1 0 0,-1 0-1 0 0,-3 2 106 0 0,-61 77-6620 0 0,65-96 4996 0 0,7-6 1335 0 0</inkml:trace>
  <inkml:trace contextRef="#ctx0" brushRef="#br0" timeOffset="1559.999">332 740 3992 0 0,'-7'0'817'0'0,"-12"-4"3914"0"0,62-4-517 0 0,61-19-1552 0 0,-37 15-1075 0 0,-10 3-2037 0 0,-22-6-6493 0 0,-18 7-1050 0 0,-13 6 6456 0 0</inkml:trace>
  <inkml:trace contextRef="#ctx0" brushRef="#br0" timeOffset="1773.107">644 585 1172 0 0,'17'13'9862'0'0,"1"27"-7064"0"0,-17-37-2446 0 0,23 96 2705 0 0,-15-56-3459 0 0,3 0-4235 0 0,-12-42 4385 0 0,1 0 0 0 0,-1 0 0 0 0,1 0 0 0 0,0 0 0 0 0,-1 0 0 0 0,1 0 0 0 0,0 0 0 0 0,0 0 0 0 0,0-1 0 0 0,0 1 0 0 0,0 0 0 0 0,-1 0 0 0 0,1-1 0 0 0,0 1 0 0 0,1-1 0 0 0,-1 1 0 0 0,0-1 0 0 0,0 1 0 0 0,0-1 0 0 0,0 0 0 0 0,0 0 0 0 0,0 1 0 0 0,1-1 0 0 0,-1 0 0 0 0,0 0 1 0 0,0 0-1 0 0,0 0 0 0 0,0 0 0 0 0,1 0 0 0 0,-1-1 0 0 0,0 1 0 0 0,0 0 0 0 0,0-1 0 0 0,0 1 0 0 0,0 0 0 0 0,0-1 0 0 0,0 1 0 0 0,0-1 0 0 0,1 0 252 0 0,31-18-1427 0 0</inkml:trace>
  <inkml:trace contextRef="#ctx0" brushRef="#br0" timeOffset="2154.458">1007 193 1600 0 0,'4'-20'7376'0'0,"40"9"-3471"0"0,38 10-1123 0 0,-16 2-3400 0 0,-23-4-5710 0 0,-35 17 1032 0 0,-12-12 3631 0 0</inkml:trace>
  <inkml:trace contextRef="#ctx0" brushRef="#br0" timeOffset="2399.718">1035 265 1316 0 0,'-26'18'7595'0'0,"48"-15"-2981"0"0,75 12-1530 0 0,-15-8-2828 0 0,-61-8-3224 0 0,-20 1 1417 0 0,-1 0-109 0 0,5 1-6535 0 0,-11-1 6632 0 0</inkml:trace>
  <inkml:trace contextRef="#ctx0" brushRef="#br0" timeOffset="2747.099">918 383 1892 0 0,'-33'7'6995'0'0,"11"0"-710"0"0,31-10-2323 0 0,109-1-1430 0 0,53-19-1181 0 0,1 22-415 0 0,-135 1-1080 0 0,23 0-598 0 0,-18 0-2571 0 0,-25 13 1237 0 0,-23-8-5454 0 0,-12-3 2624 0 0,10-2 3374 0 0,-1 2 118 0 0</inkml:trace>
  <inkml:trace contextRef="#ctx0" brushRef="#br0" timeOffset="3025.281">1198 1 2352 0 0,'3'4'4548'0'0,"-2"20"-1539"0"0,-7 19-1119 0 0,-13 19-1178 0 0,-3-2 0 0 0,-2 0-1 0 0,-2-2 1 0 0,-3 0 0 0 0,-3-2-1 0 0,-6 5-711 0 0,31-50-356 0 0,0-1-1 0 0,-1 0 1 0 0,0-1-1 0 0,0 1 0 0 0,-1-2 1 0 0,0 1-1 0 0,0-1 1 0 0,-11 7 356 0 0,12-13-5680 0 0,10-16 1355 0 0,1 9 2701 0 0</inkml:trace>
  <inkml:trace contextRef="#ctx0" brushRef="#br0" timeOffset="3294.479">1079 397 1504 0 0,'33'7'5771'0'0,"14"19"-3119"0"0,-17-8-941 0 0,140 44 3232 0 0,-122-48-6921 0 0,-48-14 1216 0 0,0 0-150 0 0,0 0-721 0 0,0 0-114 0 0,0 0-8 0 0,0 0 123 0 0,0 0 62 0 0,0 0 62 0 0,0 0 120 0 0</inkml:trace>
  <inkml:trace contextRef="#ctx0" brushRef="#br0" timeOffset="3768.913">1246 501 2336 0 0,'-19'12'7777'0'0,"-10"14"-5168"0"0,-1 1-1726 0 0,-136 67 2080 0 0,45-55-1064 0 0,120-39-1806 0 0,1 0-28 0 0,-31 3 286 0 0,18 9-171 0 0,49-4 1187 0 0,295-1 911 0 0,-217-7-2581 0 0,-63 0-2380 0 0,-51 0 2579 0 0,1 0-1 0 0,0 0 1 0 0,0 0-1 0 0,0 0 1 0 0,0 0-1 0 0,-1 0 1 0 0,1 0-1 0 0,0-1 1 0 0,0 1-1 0 0,0 0 1 0 0,-1 0-1 0 0,1-1 1 0 0,0 1-1 0 0,0 0 1 0 0,-1-1-1 0 0,1 1 1 0 0,0-1-1 0 0,-1 1 1 0 0,1-1 0 0 0,0 1-1 0 0,-1-1 1 0 0,1 1-1 0 0,-1-1 1 0 0,1 0-1 0 0,-1 1 1 0 0,1-1-1 0 0,-1 0 1 0 0,1 0-1 0 0,-1 1 1 0 0,0-1-1 0 0,1 0 1 0 0,-1 0-1 0 0,0 1 1 0 0,0-1-1 0 0,0 0 1 0 0,0 0-1 0 0,1 0 1 0 0,-1 0-1 0 0,0 0 105 0 0,-18-16-11906 0 0,14 16 10550 0 0,0 0-2 0 0</inkml:trace>
  <inkml:trace contextRef="#ctx0" brushRef="#br0" timeOffset="4054.439">1207 581 1048 0 0,'-14'14'8509'0'0,"-1"19"-4494"0"0,2-6-3080 0 0,-129 167 1125 0 0,65-131-5144 0 0,71-64-2798 0 0,13-25 689 0 0,-2 19 3729 0 0</inkml:trace>
  <inkml:trace contextRef="#ctx0" brushRef="#br0" timeOffset="4243.936">1068 831 1636 0 0,'180'106'10048'0'0,"-120"-73"-7212"0"0,-33-26-4595 0 0,-20-3-758 0 0,-12 4-5332 0 0,-19 12 6430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0:18.929"/>
    </inkml:context>
    <inkml:brush xml:id="br0">
      <inkml:brushProperty name="width" value="0.05" units="cm"/>
      <inkml:brushProperty name="height" value="0.05" units="cm"/>
      <inkml:brushProperty name="color" value="#FFFFFF"/>
    </inkml:brush>
  </inkml:definitions>
  <inkml:trace contextRef="#ctx0" brushRef="#br0">347 1 1860 0 0,'0'0'1408'0'0,"0"0"-162"0"0,0 0-122 0 0,0 0-89 0 0,0 0-122 0 0,-2 2-50 0 0,1-1-784 0 0,1 0-1 0 0,-1 0 0 0 0,0 0 0 0 0,1 0 0 0 0,-1 0 1 0 0,1 1-1 0 0,0-1 0 0 0,-1 0 0 0 0,1 0 0 0 0,0 0 0 0 0,0 1 1 0 0,-1-1-1 0 0,1 0 0 0 0,0 0 0 0 0,0 1 0 0 0,1-1 0 0 0,-1 0 1 0 0,0 0-1 0 0,0 0 0 0 0,1 1 0 0 0,-1-1 0 0 0,0 0 1 0 0,1 0-1 0 0,-1 0 0 0 0,1 0 0 0 0,-1 0 0 0 0,1 0 0 0 0,0 0 1 0 0,0 0-1 0 0,-1 0 0 0 0,1 0 0 0 0,1 1-78 0 0,-1 0-11 0 0,54 75 1136 0 0,-21-54-10471 0 0,-28-23 7851 0 0</inkml:trace>
  <inkml:trace contextRef="#ctx0" brushRef="#br0" timeOffset="248.268">698 56 1380 0 0,'4'9'7258'0'0,"-21"8"-4596"0"0,10-11-1770 0 0,-3 3-749 0 0,0-2 0 0 0,-1 1 0 0 0,0-1 0 0 0,0-1 0 0 0,-1 0 0 0 0,1 0 0 0 0,-1-1 0 0 0,0-1 1 0 0,-1 0-1 0 0,1-1 0 0 0,-1 0 0 0 0,0 0 0 0 0,-9-1-143 0 0,-42 4-2794 0 0,1-5-4588 0 0,61-1 5926 0 0</inkml:trace>
  <inkml:trace contextRef="#ctx0" brushRef="#br0" timeOffset="420.148">324 228 1892 0 0,'1'27'1188'0'0,"1"-7"-148"0"0,-2 0-192 0 0,0-8-79 0 0,0 4-113 0 0,0 1-96 0 0,0-2-160 0 0,0 0-24 0 0,0-1-108 0 0,0-3-112 0 0,0-1-228 0 0,0-10-60 0 0,0 12 16 0 0,0-2-560 0 0,0-10-436 0 0,0 0 83 0 0,0 0-487 0 0,0 0 4 0 0</inkml:trace>
  <inkml:trace contextRef="#ctx0" brushRef="#br0" timeOffset="736.297">332 346 916 0 0,'14'-22'8625'0'0,"29"-2"-4793"0"0,-35 21-3424 0 0,40-14 1422 0 0,19-2 98 0 0,43 14-23 0 0,-39 23-1547 0 0,-70-18-410 0 0,0 0 0 0 0,0 0 0 0 0,0 0 0 0 0,0 0 0 0 0,0 0 1 0 0,1 1-1 0 0,-1-1 0 0 0,0 0 0 0 0,0 1 0 0 0,0-1 0 0 0,0 1 0 0 0,0-1 1 0 0,0 1-1 0 0,0 0 0 0 0,0-1 0 0 0,-1 1 0 0 0,1 0 0 0 0,0 0 0 0 0,0-1 1 0 0,0 1-1 0 0,-1 0 0 0 0,1 0 0 0 0,0 0 0 0 0,-1 0 0 0 0,1 0 0 0 0,-1 0 0 0 0,1 0 1 0 0,-1 0-1 0 0,0 0 0 0 0,1 0 0 0 0,-1 1 0 0 0,0-1 0 0 0,0 0 0 0 0,0 0 1 0 0,0 0-1 0 0,0 0 0 0 0,0 0 0 0 0,0 0 0 0 0,0 1 0 0 0,0-1 0 0 0,0 0 1 0 0,-1 0-1 0 0,1 0 0 0 0,0 0 0 0 0,-1 0 0 0 0,1 0 0 0 0,-1 0 0 0 0,1 0 0 0 0,-1 0 1 0 0,0 0-1 0 0,1 0 0 0 0,-1 0 0 0 0,-1 0 52 0 0,-41 56-2705 0 0,40-55 2550 0 0,-65 60-4713 0 0,3-34-1765 0 0,53-27 5089 0 0</inkml:trace>
  <inkml:trace contextRef="#ctx0" brushRef="#br0" timeOffset="1397.129">406 393 1132 0 0,'22'-22'7701'0'0,"8"13"-4258"0"0,-22 8-2659 0 0,-7 0-822 0 0,0 1 0 0 0,0-1 1 0 0,0 1-1 0 0,0 0 0 0 0,0 0 1 0 0,0 0-1 0 0,0-1 0 0 0,-1 1 1 0 0,1 0-1 0 0,0 0 1 0 0,0 0-1 0 0,0 0 0 0 0,0 0 1 0 0,0 1-1 0 0,0-1 0 0 0,0 0 1 0 0,0 0-1 0 0,0 1 0 0 0,0-1 1 0 0,0 0-1 0 0,-1 1 0 0 0,1-1 1 0 0,0 1-1 0 0,0-1 1 0 0,0 1-1 0 0,-1-1 0 0 0,1 1 1 0 0,0 0-1 0 0,-1-1 0 0 0,1 1 1 0 0,0 0-1 0 0,-1 0 0 0 0,1 0 1 0 0,-1-1-1 0 0,1 1 0 0 0,-1 1 38 0 0,-30 32-2725 0 0,-12-1 4174 0 0,42-32-1151 0 0,0-1-50 0 0,0 0-18 0 0,0 0 67 0 0,17 5 126 0 0,37-2 552 0 0,-53-3-1076 0 0,-1 0-58 0 0,0 0-102 0 0,0 0-59 0 0,4 8-249 0 0,-9 5-351 0 0,-94 54-2721 0 0,-13-20 3321 0 0,68-33 1599 0 0,0-3 1 0 0,-1-1-1 0 0,0-2 1 0 0,-34 1-1280 0 0,53-9 2360 0 0,26 0-2295 0 0,0 0 0 0 0,0 0 0 0 0,1 0-1 0 0,-1-1 1 0 0,0 1 0 0 0,0 0-1 0 0,0 0 1 0 0,1 0 0 0 0,-1 0 0 0 0,0-1-1 0 0,0 1 1 0 0,0 0 0 0 0,0 0-1 0 0,1-1 1 0 0,-1 1 0 0 0,0 0 0 0 0,0 0-1 0 0,0-1 1 0 0,0 1 0 0 0,0 0-1 0 0,0 0 1 0 0,0-1 0 0 0,0 1-1 0 0,0 0 1 0 0,0 0 0 0 0,0-1 0 0 0,0 1-1 0 0,0 0 1 0 0,0 0 0 0 0,0-1-1 0 0,0 1 1 0 0,0 0 0 0 0,0 0 0 0 0,0-1-1 0 0,0 1 1 0 0,0 0 0 0 0,0 0-1 0 0,-1-1 1 0 0,1 1 0 0 0,0 0-65 0 0,36-13 737 0 0,0 2 0 0 0,1 2 0 0 0,0 2 0 0 0,0 0-1 0 0,1 3 1 0 0,-1 1 0 0 0,38 3-737 0 0,75 3 1057 0 0,154 33-107 0 0,-301-36-1063 0 0,-1 0 1 0 0,1 0 0 0 0,0-1-1 0 0,-1 1 1 0 0,1-1 0 0 0,-1 1-1 0 0,1-1 1 0 0,0 0 0 0 0,-1 0-1 0 0,0 0 1 0 0,1 0 0 0 0,-1 0-1 0 0,0-1 1 0 0,1 1 0 0 0,-1-1 0 0 0,0 1-1 0 0,0-1 1 0 0,0 0 0 0 0,0 0-1 0 0,-1 0 1 0 0,1 0 0 0 0,0 0 112 0 0,-29-22-9596 0 0,-9 19 3295 0 0,11 2 3957 0 0,12 1 796 0 0</inkml:trace>
  <inkml:trace contextRef="#ctx0" brushRef="#br0" timeOffset="1737.58">534 273 1016 0 0,'5'-1'6594'0'0,"2"15"-4266"0"0,6 77 1281 0 0,-7 234-646 0 0,-27-203-5626 0 0,18-109 573 0 0,2-4-1040 0 0,2-10-1792 0 0,2-2 3405 0 0</inkml:trace>
  <inkml:trace contextRef="#ctx0" brushRef="#br0" timeOffset="2234.956">1171 196 1976 0 0,'3'19'7084'0'0,"0"26"-5304"0"0,-3 428 3059 0 0,-16-404-3934 0 0,-10-105-4194 0 0,-52-111-6091 0 0,66 123 7801 0 0</inkml:trace>
  <inkml:trace contextRef="#ctx0" brushRef="#br0" timeOffset="2506.561">978 458 928 0 0,'0'-3'816'0'0,"2"0"-24"0"0,2 2-204 0 0,-2-1-72 0 0,-1 1-112 0 0,2 0-152 0 0,-1 0-16 0 0,0 1-20 0 0,0 2-412 0 0,-1 1-72 0 0,-1-1-180 0 0,-3 5-308 0 0,1-2-248 0 0,0 2 4 0 0</inkml:trace>
  <inkml:trace contextRef="#ctx0" brushRef="#br0" timeOffset="2507.561">924 609 1100 0 0,'23'9'5804'0'0,"25"-35"-4785"0"0,-42 21-707 0 0,59-41-876 0 0,-6-12-4338 0 0,-46 40 3525 0 0</inkml:trace>
  <inkml:trace contextRef="#ctx0" brushRef="#br0" timeOffset="2817.824">1413 222 1872 0 0,'16'23'8094'0'0,"-13"25"-5236"0"0,-4-31-2073 0 0,-29 82 935 0 0,-113 204-704 0 0,106-241-3884 0 0,34-65-5665 0 0,-3-19 6069 0 0,6 11 948 0 0</inkml:trace>
  <inkml:trace contextRef="#ctx0" brushRef="#br0" timeOffset="3066.795">1276 380 876 0 0,'18'4'7730'0'0,"0"38"-7151"0"0,-21-21-6886 0 0,3-21 4889 0 0</inkml:trace>
  <inkml:trace contextRef="#ctx0" brushRef="#br0" timeOffset="3237.929">1259 512 1616 0 0,'0'0'123'0'0,"1"0"0"0"0,-1 0 0 0 0,0-1-1 0 0,1 1 1 0 0,-1 0 0 0 0,1 0 0 0 0,-1 0-1 0 0,1 0 1 0 0,-1 0 0 0 0,0 0 0 0 0,1 0 0 0 0,-1 0-1 0 0,1-1 1 0 0,-1 2 0 0 0,1-1 0 0 0,-1 0 0 0 0,1 0-1 0 0,-1 0 1 0 0,0 0 0 0 0,1 0 0 0 0,-1 0 0 0 0,1 0-1 0 0,-1 0 1 0 0,1 1 0 0 0,-1-1 0 0 0,0 0-1 0 0,1 0 1 0 0,-1 1 0 0 0,0-1 0 0 0,1 0 0 0 0,-1 1-1 0 0,0-1 1 0 0,1 0 0 0 0,-1 1 0 0 0,0-1 0 0 0,0 0-1 0 0,1 1 1 0 0,-1-1 0 0 0,0 0 0 0 0,0 1 0 0 0,0-1-1 0 0,1 1 1 0 0,-1-1 0 0 0,0 1 0 0 0,0-1-1 0 0,0 0 1 0 0,0 1 0 0 0,0-1 0 0 0,0 1 0 0 0,0-1-1 0 0,0 1 1 0 0,0-1 0 0 0,0 1 0 0 0,0-1 0 0 0,0 0-1 0 0,0 1 1 0 0,-1-1 0 0 0,1 1 0 0 0,0-1 0 0 0,0 1-1 0 0,0-1 1 0 0,-1 1-123 0 0,37-19 493 0 0,27-36-7298 0 0,-48 41 5188 0 0</inkml:trace>
  <inkml:trace contextRef="#ctx0" brushRef="#br0" timeOffset="3535.667">1526 223 2036 0 0,'-1'9'5523'0'0,"0"13"-2967"0"0,-15 54-228 0 0,4 1 0 0 0,3 0 1 0 0,2 37-2329 0 0,30-16 645 0 0,-23-95-673 0 0,1 0 0 0 0,0 0 0 0 0,0 0 0 0 0,0 0 1 0 0,1 0-1 0 0,-1 0 0 0 0,1-1 0 0 0,-1 1 0 0 0,1 0 0 0 0,0-1 0 0 0,0 0 0 0 0,0 1 1 0 0,1-1-1 0 0,-1 0 0 0 0,0 0 0 0 0,1 0 0 0 0,-1 0 0 0 0,1-1 0 0 0,0 1 0 0 0,-1-1 1 0 0,1 1-1 0 0,0-1 0 0 0,0 0 0 0 0,0 0 0 0 0,0 0 0 0 0,0-1 0 0 0,0 1 0 0 0,0-1 1 0 0,1 0-1 0 0,-1 0 0 0 0,0 0 0 0 0,0 0 0 0 0,0 0 0 0 0,0 0 0 0 0,0-1 0 0 0,0 0 1 0 0,1 0 27 0 0,33-32-2024 0 0,0-11-5863 0 0,-28 33 4365 0 0,-5 6 2045 0 0</inkml:trace>
  <inkml:trace contextRef="#ctx0" brushRef="#br0" timeOffset="3918.141">1699 286 1996 0 0,'0'-1'198'0'0,"-1"1"-1"0"0,1-1 0 0 0,0 1 1 0 0,0 0-1 0 0,0-1 1 0 0,0 1-1 0 0,-1-1 0 0 0,1 1 1 0 0,0 0-1 0 0,0-1 1 0 0,-1 1-1 0 0,1 0 0 0 0,0-1 1 0 0,-1 1-1 0 0,1 0 1 0 0,0 0-1 0 0,-1-1 0 0 0,1 1 1 0 0,0 0-1 0 0,-1 0 1 0 0,1 0-1 0 0,-1-1 0 0 0,1 1 1 0 0,0 0-1 0 0,-1 0 1 0 0,1 0-1 0 0,-1 0 0 0 0,1 0 1 0 0,-1 0-1 0 0,1 0 1 0 0,0 0-1 0 0,-1 0 0 0 0,1 0 1 0 0,-1 0-1 0 0,1 0 0 0 0,-1 0 1 0 0,1 0-1 0 0,0 0 1 0 0,-1 0-1 0 0,1 1 0 0 0,-1-1 1 0 0,1 0-1 0 0,0 0 1 0 0,-1 0-1 0 0,1 1 0 0 0,0-1 1 0 0,-1 0-1 0 0,1 1 1 0 0,0-1-1 0 0,-1 0 0 0 0,1 1 1 0 0,0-1-1 0 0,0 0 1 0 0,-1 1-1 0 0,1-1 0 0 0,0 1-197 0 0,-7 4-219 0 0,-101 88 2798 0 0,82-67-2183 0 0,47-10-157 0 0,66 7 32 0 0,-85-23-276 0 0,27 0-2641 0 0,15 18-8185 0 0,-38-17 9425 0 0</inkml:trace>
  <inkml:trace contextRef="#ctx0" brushRef="#br0" timeOffset="4184.973">1965 663 976 0 0,'10'44'9371'0'0,"-21"-4"-5865"0"0,4-29-3936 0 0,-2 1 0 0 0,1-1 0 0 0,-1 0 0 0 0,-1-1 0 0 0,0 0-1 0 0,0-1 1 0 0,-1 0 0 0 0,-5 3 430 0 0,-30 10-6724 0 0,45-22 5116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0:41.998"/>
    </inkml:context>
    <inkml:brush xml:id="br0">
      <inkml:brushProperty name="width" value="0.05" units="cm"/>
      <inkml:brushProperty name="height" value="0.05" units="cm"/>
      <inkml:brushProperty name="color" value="#FFFFFF"/>
    </inkml:brush>
  </inkml:definitions>
  <inkml:trace contextRef="#ctx0" brushRef="#br0">0 252 1128 0 0,'10'-8'8776'0'0,"18"2"-4940"0"0,-22 5-3503 0 0,258-11 6840 0 0,-137 33-6227 0 0,17-16 109 0 0,-81-5-3716 0 0,-63 0 2547 0 0,-1 0 0 0 0,1 0-1 0 0,0 0 1 0 0,-1 0 0 0 0,1 0 0 0 0,0 0 0 0 0,-1 0 0 0 0,1-1 0 0 0,0 1-1 0 0,-1 0 1 0 0,1 0 0 0 0,0 0 0 0 0,-1-1 0 0 0,1 1 0 0 0,0 0 0 0 0,0 0-1 0 0,-1 0 1 0 0,1-1 0 0 0,0 1 0 0 0,0 0 0 0 0,0-1 0 0 0,-1 1 0 0 0,1 0-1 0 0,0-1 1 0 0,0 1 0 0 0,0 0 0 0 0,0-1 0 0 0,-1 1 0 0 0,1 0-1 0 0,0-1 1 0 0,0 1 0 0 0,0 0 0 0 0,0-1 0 0 0,0 1 0 0 0,0 0 0 0 0,0-1-1 0 0,0 1 1 0 0,0 0 0 0 0,0-1 0 0 0,0 1 0 0 0,1-1 0 0 0,-1 1 0 0 0,0 0-1 0 0,0-1 1 0 0,0 1 0 0 0,0 0 0 0 0,0 0 0 0 0,1-1 0 0 0,-1 1 0 0 0,0 0-1 0 0,0-1 1 0 0,1 1 0 0 0,-1 0 0 0 0,0 0 0 0 0,0-1 0 0 0,1 1 0 0 0,-1 0-1 0 0,0 0 1 0 0,1 0 114 0 0,-62-2-8774 0 0,43 2 7345 0 0,-4 0-19 0 0</inkml:trace>
  <inkml:trace contextRef="#ctx0" brushRef="#br0" timeOffset="330.053">300 82 2308 0 0,'-2'-7'7321'0'0,"4"20"-3173"0"0,-10 22-3391 0 0,-2-1-1 0 0,-1 0 0 0 0,-1 0 1 0 0,-2-1-1 0 0,-2-1 0 0 0,-5 7-756 0 0,-15 36 333 0 0,26-52-610 0 0,-1 0 0 0 0,0-1-1 0 0,-2 0 1 0 0,-1-1 0 0 0,0 0 0 0 0,-1-1 0 0 0,-5 3 277 0 0,20-24-114 0 0,-1 1 0 0 0,1-1 1 0 0,0 1-1 0 0,0 0 0 0 0,0-1 0 0 0,-1 1 0 0 0,1-1 0 0 0,0 1 0 0 0,0-1 0 0 0,-1 1 1 0 0,1 0-1 0 0,0-1 0 0 0,-1 1 0 0 0,1 0 0 0 0,-1-1 0 0 0,1 1 0 0 0,0 0 0 0 0,-1 0 1 0 0,1-1-1 0 0,-1 1 0 0 0,1 0 0 0 0,-1 0 0 0 0,1 0 0 0 0,-1 0 0 0 0,1 0 0 0 0,-1 0 1 0 0,1-1-1 0 0,-1 1 0 0 0,1 0 0 0 0,-1 0 0 0 0,1 0 0 0 0,-1 0 0 0 0,1 1 0 0 0,-1-1 0 0 0,1 0 1 0 0,0 0-1 0 0,-1 0 0 0 0,1 0 0 0 0,-1 0 0 0 0,1 1 0 0 0,-1-1 0 0 0,1 0 0 0 0,-1 0 1 0 0,1 1-1 0 0,0-1 0 0 0,-1 0 0 0 0,1 1 0 0 0,0-1 0 0 0,-1 0 0 0 0,1 1 0 0 0,0-1 1 0 0,-1 1-1 0 0,1-1 0 0 0,0 0 0 0 0,0 1 0 0 0,-1 0 114 0 0,14-42-5805 0 0,-2 17 4225 0 0,1 2 82 0 0</inkml:trace>
  <inkml:trace contextRef="#ctx0" brushRef="#br0" timeOffset="758.728">165 405 1316 0 0,'2'-1'439'0'0,"0"-1"1"0"0,0 1-1 0 0,1 0 0 0 0,-1 0 0 0 0,1 1 1 0 0,-1-1-1 0 0,0 0 0 0 0,1 1 1 0 0,-1 0-1 0 0,1-1 0 0 0,0 1 0 0 0,-1 0 1 0 0,1 0-1 0 0,-1 0 0 0 0,1 1 0 0 0,-1-1 1 0 0,1 1-1 0 0,-1-1 0 0 0,0 1 1 0 0,1 0-1 0 0,-1 0 0 0 0,1 0 0 0 0,1 1-439 0 0,-2 0 277 0 0,1 0-1 0 0,-1 0 0 0 0,0 0 1 0 0,0 0-1 0 0,0 0 0 0 0,0 0 1 0 0,0 1-1 0 0,0-1 0 0 0,-1 1 1 0 0,1-1-1 0 0,-1 1 0 0 0,1 0 1 0 0,-1 0-1 0 0,0-1 1 0 0,0 1-1 0 0,-1 0 0 0 0,1 0 1 0 0,0 0-1 0 0,-1 0 0 0 0,0 1-276 0 0,1 144 3940 0 0,0-143-3881 0 0,1 1-1 0 0,1-1 1 0 0,-1 0 0 0 0,1 0-1 0 0,0 0 1 0 0,0 0 0 0 0,0 0 0 0 0,1-1-1 0 0,-1 0 1 0 0,1 1 0 0 0,0-1-1 0 0,0-1 1 0 0,1 1 0 0 0,-1 0 0 0 0,1-1-1 0 0,0 0 1 0 0,3 1-59 0 0,8 3 174 0 0,0 0 1 0 0,1-1-1 0 0,-1-1 0 0 0,1-1 1 0 0,0-1-1 0 0,0 0 0 0 0,1-1 0 0 0,-1-1 1 0 0,0 0-1 0 0,1-1 0 0 0,-1-1 1 0 0,6-2-175 0 0,31 2 426 0 0,40-17 34 0 0,-90 18-465 0 0,-1 0 1 0 0,1 0-1 0 0,-1-1 0 0 0,1 1 0 0 0,-1-1 0 0 0,1 0 0 0 0,-1 0 1 0 0,1 0-1 0 0,-1 0 0 0 0,0 0 0 0 0,0-1 0 0 0,1 1 0 0 0,-1-1 1 0 0,0 0-1 0 0,0 0 0 0 0,-1-1 0 0 0,1 1 0 0 0,0 0 0 0 0,-1-1 0 0 0,1 0 1 0 0,-1 1-1 0 0,0-1 0 0 0,0 0 0 0 0,0 0 0 0 0,0 0 0 0 0,-1 0 1 0 0,1-1-1 0 0,-1 1 0 0 0,0 0 0 0 0,0-1 0 0 0,0 1 5 0 0,-1 1-460 0 0,-3-13-941 0 0,-30-31-975 0 0,-7 11-1940 0 0,11 14 899 0 0,-13-11-1492 0 0,16 9 2138 0 0,-8-6 2 0 0,22 22 1604 0 0</inkml:trace>
  <inkml:trace contextRef="#ctx0" brushRef="#br0" timeOffset="1044.471">443 0 1896 0 0,'19'6'7320'0'0,"7"19"-3400"0"0,-12-11-2765 0 0,51 52 3789 0 0,-68-17-15699 0 0,-5-34 9304 0 0,7-13 2255 0 0,-31 39-5632 0 0,25-30 3307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0:38.246"/>
    </inkml:context>
    <inkml:brush xml:id="br0">
      <inkml:brushProperty name="width" value="0.05" units="cm"/>
      <inkml:brushProperty name="height" value="0.05" units="cm"/>
      <inkml:brushProperty name="color" value="#FFFFFF"/>
    </inkml:brush>
  </inkml:definitions>
  <inkml:trace contextRef="#ctx0" brushRef="#br0">327 146 2256 0 0,'0'0'1321'0'0,"0"0"-100"0"0,0 0-87 0 0,0 0-167 0 0,0 0-101 0 0,0 0-42 0 0,0 0-27 0 0,0 0-111 0 0,0 0-81 0 0,0 0 0 0 0,0 0-45 0 0,0 0-2 0 0,-5 27 1261 0 0,-35 143-92 0 0,26-142-1197 0 0,13-28-436 0 0,1 0-1 0 0,0 0-15 0 0,0 0-15 0 0,0 0 18 0 0,0 0 8 0 0,0 0 16 0 0,0 0-18 0 0,0 0-43 0 0,0 0 2 0 0,0 0-10 0 0,0 0-42 0 0,1 1 61 0 0,0 1-1 0 0,0-1 1 0 0,0 0-1 0 0,0 0 1 0 0,0 0-1 0 0,1 0 0 0 0,-1 0 1 0 0,0-1-1 0 0,1 1 1 0 0,-1 0-1 0 0,0 0 1 0 0,1-1-1 0 0,-1 1 1 0 0,1-1-1 0 0,-1 0 1 0 0,1 1-1 0 0,-1-1 1 0 0,1 0-1 0 0,-1 0 0 0 0,1 0 1 0 0,-1 0-1 0 0,1 0 1 0 0,-1 0-1 0 0,1 0 1 0 0,-1 0-1 0 0,1-1 1 0 0,-1 1-1 0 0,1-1 1 0 0,-1 1-1 0 0,1-1 1 0 0,-1 1-1 0 0,0-1 0 0 0,1 0 1 0 0,-1 0-1 0 0,0 0 1 0 0,2-1-55 0 0,10-1 216 0 0,98-7 966 0 0,54 9-413 0 0,-98-15-2960 0 0,-42 1-2593 0 0,-27-8-4028 0 0,-3 16 5761 0 0,1 4 1623 0 0</inkml:trace>
  <inkml:trace contextRef="#ctx0" brushRef="#br0" timeOffset="343.53">710 136 1868 0 0,'11'0'6946'0'0,"-4"10"-3560"0"0,-3 38-1761 0 0,-4-43-965 0 0,1 12-173 0 0,-14 55-2896 0 0,5-58 297 0 0,-6 4-5724 0 0,12-17 6269 0 0</inkml:trace>
  <inkml:trace contextRef="#ctx0" brushRef="#br0" timeOffset="751.654">576 1 2008 0 0,'0'25'8579'0'0,"0"9"-5582"0"0,-1 65-2297 0 0,-20 18 133 0 0,-16 78 61 0 0,31-171-1433 0 0,-9 32-67 0 0,-4-24-8711 0 0,11-27 6126 0 0,6-4 1681 0 0</inkml:trace>
  <inkml:trace contextRef="#ctx0" brushRef="#br0" timeOffset="1418.668">123 611 2144 0 0,'-61'0'8818'0'0,"14"0"-2288"0"0,32 1-4807 0 0,26-1-227 0 0,92 1 618 0 0,-79 1-1928 0 0,-1-1 0 0 0,1-1 0 0 0,0-2 0 0 0,-1 0 0 0 0,1-1 0 0 0,13-4-186 0 0,167-32 632 0 0,-41 38-129 0 0,-109 20-591 0 0,-50-18 563 0 0,38 0-6038 0 0,-67-4-4357 0 0,-40 28 2452 0 0,45-17 6140 0 0</inkml:trace>
  <inkml:trace contextRef="#ctx0" brushRef="#br0" timeOffset="2202.958">217 817 1424 0 0,'-3'15'4070'0'0,"5"17"-933"0"0,-1-15-2000 0 0,-6-1-2483 0 0,3-29 225 0 0,4 6 1451 0 0,1 0-1 0 0,-1 0 1 0 0,1 1-1 0 0,1-1 1 0 0,-1 1-1 0 0,1-1 0 0 0,0 1 1 0 0,1 0-1 0 0,-1 1 1 0 0,1-1-1 0 0,0 1 1 0 0,1 0-1 0 0,-1 0 0 0 0,1 0 1 0 0,0 1-1 0 0,0 0 1 0 0,1 0-1 0 0,4-2-329 0 0,2-2 415 0 0,0 0 0 0 0,0 1 0 0 0,0 1 0 0 0,1 0 0 0 0,0 1 0 0 0,0 0 0 0 0,1 1 1 0 0,6-1-416 0 0,40-5 1642 0 0,-59 10-1408 0 0,20 0 270 0 0,-20-1-548 0 0,0 1 0 0 0,0-1 0 0 0,-1 1 1 0 0,1-1-1 0 0,0 1 0 0 0,0 0 0 0 0,0 0 0 0 0,0 0 1 0 0,0 0-1 0 0,0 0 0 0 0,0 0 0 0 0,0 1 0 0 0,0-1 1 0 0,0 1-1 0 0,0-1 0 0 0,-1 1 0 0 0,1 0 0 0 0,0-1 1 0 0,0 1-1 0 0,-1 0 0 0 0,1 0 0 0 0,0 0 0 0 0,-1 0 1 0 0,1 1-1 0 0,-1-1 0 0 0,1 0 0 0 0,-1 1 0 0 0,0-1 1 0 0,0 1-1 0 0,1-1 0 0 0,-1 1 0 0 0,0 0 0 0 0,0-1 1 0 0,-1 1-1 0 0,1 0 0 0 0,0 0 0 0 0,-1 0 0 0 0,1 0 1 0 0,-1-1-1 0 0,1 1 0 0 0,-1 0 0 0 0,0 0 0 0 0,0 0 1 0 0,0 0-1 0 0,0 0 0 0 0,0 0 0 0 0,0 0 0 0 0,0 0 1 0 0,-1 1 43 0 0,-4 7-673 0 0,0-1 0 0 0,-1 0 1 0 0,0 0-1 0 0,-1 0 1 0 0,1-1-1 0 0,-2 0 1 0 0,1 0-1 0 0,-1-1 0 0 0,0 0 1 0 0,-1 0-1 0 0,1-1 1 0 0,-1 0-1 0 0,-1-1 1 0 0,1 0-1 0 0,-1 0 1 0 0,-9 3 672 0 0,-35 4-2159 0 0,1 0 3914 0 0,19-4 2556 0 0,48-16 2 0 0,182-34-744 0 0,-136 21-3435 0 0,-35 8-4209 0 0,-25 13 2553 0 0,-22-15-8061 0 0,17 11 8219 0 0</inkml:trace>
  <inkml:trace contextRef="#ctx0" brushRef="#br0" timeOffset="3029.575">454 633 1292 0 0,'5'29'9183'0'0,"-5"42"-7416"0"0,-1-35-690 0 0,-16 117-339 0 0,11-133-1187 0 0,-2 0-1 0 0,0 0 0 0 0,-1-1 1 0 0,-1 0-1 0 0,0-1 0 0 0,-2 0 1 0 0,0 0-1 0 0,-1-1 0 0 0,-13 13 450 0 0,-12-19-2110 0 0,-7-12 3872 0 0,26 0 160 0 0,-18 1 2405 0 0,37 0-4271 0 0,1 0 0 0 0,-1 0-1 0 0,1 0 1 0 0,-1 0 0 0 0,1 1-1 0 0,-1-1 1 0 0,1 0 0 0 0,-1 0-1 0 0,1 0 1 0 0,-1 0 0 0 0,1 0-1 0 0,-1-1 1 0 0,1 1-1 0 0,-1 0 1 0 0,1 0 0 0 0,-1 0-1 0 0,1 0 1 0 0,-1 0 0 0 0,1-1-1 0 0,-1 1 1 0 0,0 0 0 0 0,1 0-1 0 0,-1-1 1 0 0,1 1 0 0 0,-1 0-1 0 0,0-1 1 0 0,1 1-1 0 0,-1-1 1 0 0,0 1 0 0 0,1 0-1 0 0,-1-1 1 0 0,0 1 0 0 0,1-1-1 0 0,-1 1 1 0 0,0-1 0 0 0,0 1-1 0 0,0-1 1 0 0,0 1 0 0 0,1-1-1 0 0,-1 1 1 0 0,0-1-1 0 0,0 1 1 0 0,0-1 0 0 0,0 1-1 0 0,0-1 1 0 0,0 1 0 0 0,0-1-1 0 0,0 1 1 0 0,0-1 0 0 0,-1 1-1 0 0,1-1 1 0 0,0 1 0 0 0,0-1-1 0 0,0 1 1 0 0,0 0-1 0 0,-1-1 1 0 0,1 1 0 0 0,0-1-1 0 0,-1 1 1 0 0,1-1 0 0 0,0 1-1 0 0,-1 0 1 0 0,1-1 0 0 0,0 1-1 0 0,-1 0 1 0 0,1-1-56 0 0,2 0 143 0 0,13-6 209 0 0,1 0 1 0 0,0 1-1 0 0,1 1 0 0 0,-1 1 0 0 0,1 0 1 0 0,0 1-1 0 0,0 1 0 0 0,4 0-352 0 0,46-8 768 0 0,69-10 310 0 0,-40 19-1848 0 0,-94 1 470 0 0,19-3-2594 0 0,-13-17 1155 0 0,-10-4-3620 0 0,1 10 3391 0 0,1 14 2050 0 0,0 1 1 0 0,0-1-1 0 0,0 0 0 0 0,0 1 0 0 0,0-1 1 0 0,1 0-1 0 0,-1 1 0 0 0,0-1 0 0 0,0 0 0 0 0,0 0 1 0 0,1 1-1 0 0,-1-1 0 0 0,0 0 0 0 0,0 0 1 0 0,1 1-1 0 0,-1-1 0 0 0,0 0 0 0 0,0 0 1 0 0,1 0-1 0 0,-1 1 0 0 0,0-1 0 0 0,1 0 1 0 0,-1 0-1 0 0,0 0 0 0 0,1 0 0 0 0,-1 0 1 0 0,0 0-1 0 0,1 0 0 0 0,-1 0 0 0 0,0 0 1 0 0,1 0-1 0 0,-1 0 0 0 0,1 0 0 0 0,-1 0 1 0 0,0 0-1 0 0,1 0 0 0 0,-1 0 0 0 0,0 0 0 0 0,1 0 1 0 0,-1 0-1 0 0,0-1 0 0 0,1 1 0 0 0,-1 0 1 0 0,0 0-1 0 0,0 0 0 0 0,1 0 0 0 0,-1-1 1 0 0,0 1-1 0 0,0 0 0 0 0,1 0 0 0 0,-1-1 1 0 0,0 1-1 0 0,0 0 0 0 0,1-1-82 0 0,14 55 2263 0 0,-10 1-9128 0 0,-18-39 3222 0 0,13-17-906 0 0,1-2 3153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0:45.046"/>
    </inkml:context>
    <inkml:brush xml:id="br0">
      <inkml:brushProperty name="width" value="0.05" units="cm"/>
      <inkml:brushProperty name="height" value="0.05" units="cm"/>
      <inkml:brushProperty name="color" value="#FFFFFF"/>
    </inkml:brush>
  </inkml:definitions>
  <inkml:trace contextRef="#ctx0" brushRef="#br0">114 1 2644 0 0,'0'0'1502'0'0,"0"0"-163"0"0,0 0-131 0 0,5 1-208 0 0,89 56 2969 0 0,-62-38-3554 0 0,-21 1-3675 0 0,-11-20 1540 0 0,0 0 25 0 0,-3 19-1406 0 0,-15 6 1648 0 0</inkml:trace>
  <inkml:trace contextRef="#ctx0" brushRef="#br0" timeOffset="205.186">58 286 1972 0 0,'-4'6'1488'0'0,"2"2"-104"0"0,4-2-303 0 0,-2 3-61 0 0,4-3-152 0 0,-2 1 16 0 0,-1-1-184 0 0,2 1-168 0 0,1 0-212 0 0,-1-3-92 0 0,-1 1-240 0 0,2-1-300 0 0,1 2 32 0 0,-2-4-972 0 0,-1 2-304 0 0,0 0 92 0 0,1 2-193 0 0,-2-1 193 0 0</inkml:trace>
  <inkml:trace contextRef="#ctx0" brushRef="#br0" timeOffset="421.822">10 645 2272 0 0,'-1'0'195'0'0,"1"0"-1"0"0,-1 0 1 0 0,1 1-1 0 0,-1-1 1 0 0,1 0-1 0 0,-1 0 1 0 0,1 1 0 0 0,-1-1-1 0 0,1 0 1 0 0,0 1-1 0 0,-1-1 1 0 0,1 1-1 0 0,-1-1 1 0 0,1 0-1 0 0,0 1 1 0 0,-1-1 0 0 0,1 1-1 0 0,0-1 1 0 0,0 1-1 0 0,-1-1 1 0 0,1 1-1 0 0,0-1 1 0 0,0 1-1 0 0,0-1 1 0 0,0 1-1 0 0,0-1 1 0 0,-1 1 0 0 0,1-1-1 0 0,0 1 1 0 0,0 0-1 0 0,0-1 1 0 0,0 1-1 0 0,1-1 1 0 0,-1 1-1 0 0,0-1 1 0 0,0 1-1 0 0,0-1 1 0 0,0 1 0 0 0,1-1-1 0 0,-1 1 1 0 0,0-1-1 0 0,0 1 1 0 0,1-1-1 0 0,-1 1 1 0 0,0-1-1 0 0,1 1 1 0 0,-1-1-1 0 0,0 0 1 0 0,1 1 0 0 0,-1-1-1 0 0,1 0 1 0 0,-1 1-1 0 0,1-1 1 0 0,-1 0-1 0 0,1 1-194 0 0,16-12 1803 0 0,154-173 1253 0 0,-105 95-5801 0 0,52-43-8713 0 0,-104 115 9838 0 0</inkml:trace>
  <inkml:trace contextRef="#ctx0" brushRef="#br0" timeOffset="773.564">491 19 1152 0 0,'39'0'11916'0'0,"13"0"-7820"0"0,84 0-5227 0 0,-134 0 427 0 0,-2 0-114 0 0,2 1-105 0 0,7 5-378 0 0,-18 15-8503 0 0,5-16 8517 0 0</inkml:trace>
  <inkml:trace contextRef="#ctx0" brushRef="#br0" timeOffset="1259.754">637 84 1544 0 0,'-29'20'8606'0'0,"-170"156"-2865"0"0,174-157-5690 0 0,0-1 0 0 0,-1-1 1 0 0,0-1-1 0 0,-2-2 0 0 0,-16 7-51 0 0,44-22-49 0 0,0 1 0 0 0,0-1 0 0 0,0 1 0 0 0,0 0 0 0 0,0-1 0 0 0,0 1 0 0 0,0 0-1 0 0,0-1 1 0 0,0 1 0 0 0,0-1 0 0 0,-1 1 0 0 0,1 0 0 0 0,0-1 0 0 0,0 1-1 0 0,0 0 1 0 0,-1 0 0 0 0,1-1 0 0 0,0 1 0 0 0,0 0 0 0 0,-1-1 0 0 0,1 1 0 0 0,0 0-1 0 0,-1 0 1 0 0,1 0 0 0 0,0-1 0 0 0,-1 1 0 0 0,1 0 0 0 0,0 0 0 0 0,-1 0-1 0 0,1 0 1 0 0,0 0 0 0 0,-1-1 0 0 0,1 1 0 0 0,-1 0 0 0 0,1 0 0 0 0,0 0 0 0 0,-1 0-1 0 0,1 0 1 0 0,-1 0 0 0 0,1 0 0 0 0,0 1 0 0 0,-1-1 0 0 0,1 0 0 0 0,0 0-1 0 0,-1 0 1 0 0,1 0 0 0 0,-1 0 0 0 0,1 1 0 0 0,0-1 0 0 0,0 0 0 0 0,-1 0 0 0 0,1 0-1 0 0,0 1 1 0 0,-1-1 0 0 0,1 0 0 0 0,0 1 0 0 0,0-1 0 0 0,-1 0 49 0 0,22-27-1796 0 0,-11 17 1651 0 0,0 1 0 0 0,1 0 1 0 0,0 1-1 0 0,1 0 0 0 0,0 0 0 0 0,0 1 0 0 0,0 1 0 0 0,1 0 0 0 0,0 1 0 0 0,0 0 0 0 0,1 1 0 0 0,3 0 145 0 0,-13 3 93 0 0,1 1 1 0 0,0 0 0 0 0,0 0-1 0 0,-1 0 1 0 0,1 0-1 0 0,0 1 1 0 0,-1 0-1 0 0,1 0 1 0 0,0 0 0 0 0,-1 1-1 0 0,0-1 1 0 0,1 1-1 0 0,-1 0 1 0 0,0 1-1 0 0,0-1 1 0 0,0 1-1 0 0,0-1 1 0 0,3 4-94 0 0,9 7 476 0 0,-1 1 0 0 0,-1 0 0 0 0,0 1 0 0 0,0 0 0 0 0,-2 1 0 0 0,0 1-1 0 0,-1 0 1 0 0,8 16-476 0 0,-8-15 423 0 0,-4-6-143 0 0,-1 0 0 0 0,-1 0 0 0 0,0 1 0 0 0,-1-1 0 0 0,0 1 0 0 0,-1 0 0 0 0,0 0 0 0 0,-1 0 0 0 0,0 0 0 0 0,-2 1 0 0 0,1-1-1 0 0,-2 5-279 0 0,-26 66 26 0 0,26-82-144 0 0,0 0 0 0 0,0 0 0 0 0,0 0 0 0 0,0-1 0 0 0,-1 1 0 0 0,1 0 0 0 0,0-1 0 0 0,-1 1 0 0 0,1-1 0 0 0,-1 0 0 0 0,0 1 0 0 0,0-1 0 0 0,1 0 0 0 0,-1 0 0 0 0,0 0 0 0 0,0 0 1 0 0,0 0-1 0 0,0-1 0 0 0,0 1 0 0 0,0 0 0 0 0,0-1 0 0 0,0 0 0 0 0,-2 1 118 0 0,2-1-731 0 0,-13-4-885 0 0,7-1 891 0 0,0 0 0 0 0,1-1 0 0 0,0 0 0 0 0,0 0 0 0 0,0 0 0 0 0,1-1 1 0 0,-1 0-1 0 0,2-1 0 0 0,-1 1 0 0 0,1-1 0 0 0,0 0 0 0 0,1 0 0 0 0,0-1 0 0 0,0 1 0 0 0,-2-10 725 0 0,0 1-1440 0 0</inkml:trace>
  <inkml:trace contextRef="#ctx0" brushRef="#br0" timeOffset="1540.904">502 385 1688 0 0,'-11'2'8701'0'0,"-21"18"-7335"0"0,25-16-723 0 0,-72 34-1119 0 0,91-43-3633 0 0,32-11 290 0 0,-32 12 3197 0 0</inkml:trace>
  <inkml:trace contextRef="#ctx0" brushRef="#br0" timeOffset="1810">453 424 3844 0 0,'46'0'4495'0'0,"-44"0"-3765"0"0,1 3 11 0 0,-1-1-761 0 0,0 0 143 0 0,-1-1 1 0 0,0 0-1 0 0,1 1 1 0 0,-1-1-1 0 0,0 1 0 0 0,0-1 1 0 0,0 1-1 0 0,0 0 1 0 0,0-1-1 0 0,0 1 0 0 0,-1 0 1 0 0,1 0-1 0 0,-1-1 1 0 0,1 1-1 0 0,-1 0 0 0 0,1 0 1 0 0,-1 0-1 0 0,0 0 1 0 0,0 0-1 0 0,0 0 0 0 0,0-1 1 0 0,0 1-1 0 0,-1 0 1 0 0,1 0-1 0 0,0 0 0 0 0,-1 0 1 0 0,1 0-1 0 0,-1 0-123 0 0,-1 4 100 0 0,0 0 0 0 0,-1 0 0 0 0,0 0 0 0 0,0 0-1 0 0,0 0 1 0 0,0-1 0 0 0,-1 1 0 0 0,0-1 0 0 0,0 0-1 0 0,-1 0 1 0 0,1-1 0 0 0,-1 1 0 0 0,0-1 0 0 0,0 0 0 0 0,-1 0-1 0 0,1-1 1 0 0,-1 1 0 0 0,0-1 0 0 0,0 0 0 0 0,0-1 0 0 0,0 0-1 0 0,-4 1-99 0 0,0-5-3190 0 0,1-8 2723 0 0,8 9 17 0 0,15-34-5951 0 0,-12 33 6116 0 0,12-14-1373 0 0,-3 4 4 0 0</inkml:trace>
  <inkml:trace contextRef="#ctx0" brushRef="#br0" timeOffset="2106.243">776 309 924 0 0,'5'-11'10475'0'0,"-6"16"-5631"0"0,-3 2-4770 0 0,-125 149 3850 0 0,106-135-3670 0 0,23-21-192 0 0,0 0-14 0 0,0 0-22 0 0,3 1 4 0 0,157 47 805 0 0,-61 13-452 0 0,-53-23-604 0 0,-21-18-2031 0 0,-8-12-7480 0 0,-17-8 7915 0 0,0 0 109 0 0,2 0 93 0 0,8-5 55 0 0,12-18-2 0 0</inkml:trace>
  <inkml:trace contextRef="#ctx0" brushRef="#br0" timeOffset="2916.98">415 341 964 0 0,'0'0'1026'0'0,"0"0"-113"0"0,0 0-74 0 0,0 0-125 0 0,-3 0-76 0 0,-6 0-287 0 0,2 0 4646 0 0,5 6-4743 0 0,-6 47 453 0 0,31 10-2602 0 0,-5-19-2405 0 0,-15-19 1383 0 0,-1-13 1494 0 0</inkml:trace>
  <inkml:trace contextRef="#ctx0" brushRef="#br0" timeOffset="3780.607">1409 8 1896 0 0,'0'0'1060'0'0,"0"0"-148"0"0,0 0-144 0 0,19 0-256 0 0,-19 0-59 0 0,0 0-313 0 0,0 0-8 0 0,0 0-841 0 0,34-7 57 0 0,-34 10-940 0 0,2 1 176 0 0</inkml:trace>
  <inkml:trace contextRef="#ctx0" brushRef="#br0" timeOffset="4109.292">1186 131 1108 0 0,'-1'12'9018'0'0,"38"-1"-6434"0"0,-31-10-2175 0 0,95 1 3101 0 0,84-2-342 0 0,-63 0-4878 0 0,-120 0 867 0 0,4-6-3462 0 0,-32 11-2606 0 0,0 2 3833 0 0,23-6 2886 0 0,-15 5-1418 0 0</inkml:trace>
  <inkml:trace contextRef="#ctx0" brushRef="#br0" timeOffset="4390.302">1231 135 1856 0 0,'-6'29'5660'0'0,"8"18"-3279"0"0,0-13-1065 0 0,-16 188 1609 0 0,-15-3-1467 0 0,-3-69-3523 0 0,22-133 50 0 0,6-10-6155 0 0,4-7 8161 0 0,0 0-1416 0 0</inkml:trace>
  <inkml:trace contextRef="#ctx0" brushRef="#br0" timeOffset="5073.242">1342 310 1920 0 0,'-7'3'7525'0'0,"21"0"-4514"0"0,10-7-2626 0 0,-20 3-121 0 0,86-2 2706 0 0,-5 26-1978 0 0,32-12-429 0 0,-118-9-878 0 0,1 0 1 0 0,-1 1 0 0 0,0-1 0 0 0,0 0 0 0 0,0 0-1 0 0,0 0 1 0 0,-1 0 0 0 0,1 0 0 0 0,0 0 0 0 0,-1 0-1 0 0,1 0 1 0 0,-1-1 0 0 0,0 1 0 0 0,0-1-1 0 0,1 1 1 0 0,-1-1 0 0 0,0 1 0 0 0,0-1 0 0 0,0 0-1 0 0,-1 0 1 0 0,1 0 0 0 0,-2 0 314 0 0,-67 50-6734 0 0,52-39 5251 0 0</inkml:trace>
  <inkml:trace contextRef="#ctx0" brushRef="#br0" timeOffset="5342.193">1277 493 2204 0 0,'17'-4'4783'0'0,"15"4"-1826"0"0,-19 0-1981 0 0,185 0 3101 0 0,-166-28-7129 0 0,-37 22-5259 0 0,4 3 6889 0 0</inkml:trace>
  <inkml:trace contextRef="#ctx0" brushRef="#br0" timeOffset="5626.553">1409 204 1088 0 0,'0'0'1457'0'0,"0"6"2427"0"0,0 10-2244 0 0,-30 106 1076 0 0,27-110-3035 0 0,-1 4-1128 0 0,3-13-4320 0 0,3-6 4259 0 0</inkml:trace>
  <inkml:trace contextRef="#ctx0" brushRef="#br0" timeOffset="5796.574">1482 213 1268 0 0,'20'25'4556'0'0,"-7"24"-3274"0"0,-12-40-842 0 0,11 79 1123 0 0,-10-29-4258 0 0,-24 2-1059 0 0,19-53 2430 0 0</inkml:trace>
  <inkml:trace contextRef="#ctx0" brushRef="#br0" timeOffset="6318.599">1315 546 1688 0 0,'5'13'4463'0'0,"-1"14"-2299"0"0,2 169 2152 0 0,-6-193-4279 0 0,-1-1 0 0 0,1 1 0 0 0,0 0 0 0 0,0-1 0 0 0,0 1 0 0 0,1 0 0 0 0,-1-1 0 0 0,0 1-1 0 0,1-1 1 0 0,0 1 0 0 0,0 0 0 0 0,-1-1 0 0 0,2 1 0 0 0,-1-1 0 0 0,0 0 0 0 0,0 1 0 0 0,1-1 0 0 0,-1 0 0 0 0,1 0 0 0 0,0 0-1 0 0,-1 0 1 0 0,1 0 0 0 0,0 0 0 0 0,0-1 0 0 0,0 1 0 0 0,1-1 0 0 0,-1 1 0 0 0,0-1 0 0 0,1 0 0 0 0,-1 1 0 0 0,0-1 0 0 0,2 0-37 0 0,49-33-100 0 0,1-39-2235 0 0,-41 40-139 0 0,-9 11-1969 0 0,-4 19 2972 0 0,0 1 37 0 0</inkml:trace>
  <inkml:trace contextRef="#ctx0" brushRef="#br0" timeOffset="6567.446">1398 629 1128 0 0,'-1'-3'7990'0'0,"19"2"-5448"0"0,21-5-2367 0 0,-38 6-437 0 0,14-10-530 0 0,13-19-6306 0 0,-25 23 5711 0 0</inkml:trace>
  <inkml:trace contextRef="#ctx0" brushRef="#br0" timeOffset="6804.999">1521 494 1492 0 0,'1'13'5978'0'0,"-2"20"-3875"0"0,6 187 1493 0 0,-6-215-3516 0 0,0 0-1 0 0,1 1 1 0 0,0-1 0 0 0,0 0-1 0 0,1 1 1 0 0,0-1 0 0 0,-1 0-1 0 0,2 0 1 0 0,-1 1 0 0 0,1-1-1 0 0,-1 0 1 0 0,1 0-1 0 0,1-1 1 0 0,-1 1 0 0 0,1 0-1 0 0,0-1 1 0 0,0 1 0 0 0,0-1-1 0 0,0 0 1 0 0,1 0 0 0 0,0 0-1 0 0,0-1 1 0 0,0 1-1 0 0,0-1 1 0 0,0 0 0 0 0,1 0-1 0 0,-1 0 1 0 0,1-1 0 0 0,0 0-1 0 0,0 0 1 0 0,0 0 0 0 0,0 0-1 0 0,0-1 1 0 0,2 1-80 0 0,-5-2-107 0 0,23-3-816 0 0,14-27-1221 0 0,-12-17-6933 0 0,-26 37 7691 0 0</inkml:trace>
  <inkml:trace contextRef="#ctx0" brushRef="#br0" timeOffset="7107.184">1691 615 1804 0 0,'-24'2'5758'0'0,"-10"22"-3389"0"0,23-15-1865 0 0,-38 36 845 0 0,12-9-2214 0 0,9-16-3427 0 0,23-17 1217 0 0,5-3 1639 0 0</inkml:trace>
  <inkml:trace contextRef="#ctx0" brushRef="#br0" timeOffset="7404.819">2062 221 2092 0 0,'16'-13'7540'0'0,"7"15"-4831"0"0,-23-2-2997 0 0,-10 21-5490 0 0,-3 5 2687 0 0,2-6 1631 0 0</inkml:trace>
  <inkml:trace contextRef="#ctx0" brushRef="#br0" timeOffset="7984.892">1900 452 2144 0 0,'0'0'222'0'0,"0"0"-1"0"0,1 0 1 0 0,-1 0-1 0 0,0 0 1 0 0,0 0 0 0 0,1 0-1 0 0,-1 0 1 0 0,0 0-1 0 0,0 1 1 0 0,1-1-1 0 0,-1 0 1 0 0,0 0 0 0 0,0 0-1 0 0,0 0 1 0 0,1 1-1 0 0,-1-1 1 0 0,0 0-1 0 0,0 0 1 0 0,0 0 0 0 0,0 1-1 0 0,1-1 1 0 0,-1 0-1 0 0,0 0 1 0 0,0 0-1 0 0,0 1 1 0 0,0-1 0 0 0,0 0-1 0 0,0 0 1 0 0,0 1-1 0 0,0-1 1 0 0,0 0-1 0 0,0 0 1 0 0,0 1 0 0 0,0-1-1 0 0,0 0 1 0 0,0 1-1 0 0,0-1 1 0 0,0 0-1 0 0,0 0 1 0 0,0 1 0 0 0,0-1-1 0 0,0 0 1 0 0,0 0-222 0 0,125 28 5643 0 0,-61-11-4162 0 0,-63-17-1477 0 0,0-1 0 0 0,0 1 0 0 0,-1 0 0 0 0,1 0 0 0 0,0 0 0 0 0,0 1-1 0 0,0-1 1 0 0,0 0 0 0 0,0 0 0 0 0,0 0 0 0 0,0 1 0 0 0,-1-1 0 0 0,1 0 0 0 0,0 1 0 0 0,0-1 0 0 0,0 1 0 0 0,-1-1 0 0 0,1 1 0 0 0,0-1 0 0 0,-1 1 0 0 0,1 0 0 0 0,0-1 0 0 0,-1 1 0 0 0,1 0 0 0 0,-1-1 0 0 0,1 1 0 0 0,-1 0 0 0 0,1 0 0 0 0,-1-1 0 0 0,0 1 0 0 0,1 0 0 0 0,-1 0-1 0 0,0 0 1 0 0,0 0 0 0 0,1 0 0 0 0,-1-1 0 0 0,0 1 0 0 0,0 0 0 0 0,0 0 0 0 0,0 0 0 0 0,0 0 0 0 0,0 0 0 0 0,0 0 0 0 0,-1 0 0 0 0,1-1 0 0 0,0 1 0 0 0,0 0 0 0 0,-1 0 0 0 0,1 0 0 0 0,-1 0 0 0 0,1-1 0 0 0,0 1 0 0 0,-1 0 0 0 0,0 0 0 0 0,1-1 0 0 0,-1 1 0 0 0,1 0 0 0 0,-1-1 0 0 0,0 1-4 0 0,-50 44-484 0 0,37-34 426 0 0,3-2 172 0 0,0-2 0 0 0,0 0 0 0 0,-1 0 0 0 0,0-1 0 0 0,0 0 0 0 0,0-1 0 0 0,-1 0 0 0 0,1-1 0 0 0,-1-1 0 0 0,0 0 0 0 0,-1 0 0 0 0,1-1 0 0 0,0-1 0 0 0,-1-1 0 0 0,1 0 1 0 0,-5-1-115 0 0,16 1 16 0 0,-20 2 945 0 0,32 11 314 0 0,156 47 1045 0 0,7 17-1431 0 0,36-2-2363 0 0,-170-67-670 0 0,20-7-6821 0 0,-40-1 6782 0 0,56-32-3016 0 0,-37 10 2010 0 0,-19 9 1697 0 0</inkml:trace>
  <inkml:trace contextRef="#ctx0" brushRef="#br0" timeOffset="8400.894">2584 281 880 0 0,'-1'-10'6210'0'0,"3"21"-2270"0"0,-5 66-774 0 0,-27 65-3229 0 0,20-108-483 0 0,1-2-1205 0 0,4-11-2184 0 0,4-19-678 0 0,1-3 3097 0 0</inkml:trace>
  <inkml:trace contextRef="#ctx0" brushRef="#br0" timeOffset="8652.849">2594 476 2148 0 0,'70'-20'8380'0'0,"-22"20"-7644"0"0,-41-5-8267 0 0,-11 8 5894 0 0</inkml:trace>
  <inkml:trace contextRef="#ctx0" brushRef="#br0" timeOffset="9004.917">2527 605 1280 0 0,'-15'64'6804'0'0,"15"-64"-6648"0"0,0 0 1 0 0,0 0-1 0 0,1 0 0 0 0,-1 0 1 0 0,0 0-1 0 0,0 0 0 0 0,0 0 0 0 0,1 0 1 0 0,-1 0-1 0 0,0 0 0 0 0,0 1-156 0 0,27-33 2244 0 0,57 19 1308 0 0,-82 13-3514 0 0,1 1 1 0 0,-1 0-1 0 0,0 0 1 0 0,0 0-1 0 0,0 0 1 0 0,1 0-1 0 0,-1 1 1 0 0,0-1-1 0 0,0 0 1 0 0,-1 1-1 0 0,1 0 1 0 0,0-1 0 0 0,0 1-1 0 0,-1 0 1 0 0,1 0-1 0 0,-1 0 1 0 0,0 0-1 0 0,1 0 1 0 0,-1 0-1 0 0,0 0 1 0 0,0 1-1 0 0,0-1 1 0 0,-1 0-1 0 0,1 1 1 0 0,0-1-1 0 0,-1 0 1 0 0,0 1-1 0 0,1-1 1 0 0,-1 1-1 0 0,0-1 1 0 0,-1 1-39 0 0,1 2-57 0 0,-1 0 0 0 0,0-1 1 0 0,0 1-1 0 0,-1 0 0 0 0,1-1 0 0 0,-1 0 1 0 0,0 1-1 0 0,0-1 0 0 0,-1 0 0 0 0,1 0 1 0 0,-1 0-1 0 0,0 0 0 0 0,0-1 0 0 0,0 1 1 0 0,0-1-1 0 0,-1 0 0 0 0,1 0 0 0 0,-1 0 1 0 0,0 0-1 0 0,0-1 0 0 0,0 1 0 0 0,0-1 1 0 0,-1 0-1 0 0,1 0 0 0 0,0-1 0 0 0,-3 1 57 0 0,6-2-272 0 0,-20-3-1097 0 0,3-20-444 0 0,19-23-7050 0 0,0 45 7311 0 0</inkml:trace>
  <inkml:trace contextRef="#ctx0" brushRef="#br0" timeOffset="9660.321">2700 501 2136 0 0,'46'-20'9600'0'0,"3"3"-5839"0"0,32-12-1290 0 0,27-17 441 0 0,-105 44-3029 0 0,0 0 1 0 0,0 1 0 0 0,0-2-1 0 0,0 1 1 0 0,0 0-1 0 0,0 0 1 0 0,0-1-1 0 0,-1 0 1 0 0,1 1-1 0 0,-1-1 1 0 0,0 0-1 0 0,0 0 1 0 0,0 0-1 0 0,0 0 1 0 0,-1-1-1 0 0,1 1 1 0 0,-1 0 0 0 0,0-1-1 0 0,1-1 117 0 0,-2 5-737 0 0,-3-14-1683 0 0,-2 7 1939 0 0,-1 0-1 0 0,1 0 1 0 0,-2 1 0 0 0,1 0 0 0 0,-1 0-1 0 0,0 0 1 0 0,0 1 0 0 0,0 0-1 0 0,-1 0 1 0 0,-7-3 481 0 0,-65-52 187 0 0,50 44 2910 0 0,46 49 249 0 0,-12-22-2796 0 0,58 162 2143 0 0,39 81-968 0 0,-76-207-1488 0 0,-15-24-107 0 0,2-1 1 0 0,0-1-1 0 0,2 0 0 0 0,0 0 1 0 0,1-2-1 0 0,12 12-130 0 0,-26-31-59 0 0,0 1-1 0 0,0-1 0 0 0,0 0 1 0 0,0 0-1 0 0,0 1 0 0 0,0-1 1 0 0,0 0-1 0 0,0 0 1 0 0,1 0-1 0 0,-1 0 0 0 0,0 0 1 0 0,0 0-1 0 0,0-1 1 0 0,0 1-1 0 0,0 0 0 0 0,0 0 1 0 0,0-1-1 0 0,0 1 1 0 0,0-1-1 0 0,0 1 0 0 0,0-1 1 0 0,0 1-1 0 0,0-1 1 0 0,0 0-1 0 0,-1 1 0 0 0,1-1 1 0 0,0 0-1 0 0,0 0 1 0 0,-1 1-1 0 0,1-1 0 0 0,0 0 1 0 0,-1 0-1 0 0,1 0 0 0 0,-1 0 1 0 0,1 0-1 0 0,-1 0 1 0 0,0 0-1 0 0,1 0 0 0 0,-1 0 1 0 0,0 0-1 0 0,0 0 1 0 0,1 0-1 0 0,-1 0 0 0 0,0-1 1 0 0,0 1-1 0 0,0 0 1 0 0,-1-1 59 0 0,-16-104-5957 0 0,3 42 1613 0 0,10 20-1994 0 0,4 33 4914 0 0,-2 1 2 0 0</inkml:trace>
  <inkml:trace contextRef="#ctx0" brushRef="#br0" timeOffset="9928.135">3145 551 1036 0 0,'-4'-32'7675'0'0,"-21"40"-1317"0"0,-114 105-3281 0 0,72-60-3559 0 0,39-47-1304 0 0,27-6 965 0 0,-13-3-3090 0 0,-5-41-3276 0 0,21 24 5586 0 0,-1 7 79 0 0</inkml:trace>
  <inkml:trace contextRef="#ctx0" brushRef="#br0" timeOffset="10104.289">3098 59 968 0 0,'37'-13'11443'0'0,"0"28"-6502"0"0,-32-12-4372 0 0,11 12-1172 0 0,-23 1-6950 0 0,-9 2 904 0 0,10-15 5121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1:06.277"/>
    </inkml:context>
    <inkml:brush xml:id="br0">
      <inkml:brushProperty name="width" value="0.05" units="cm"/>
      <inkml:brushProperty name="height" value="0.05" units="cm"/>
      <inkml:brushProperty name="color" value="#FFFFFF"/>
    </inkml:brush>
  </inkml:definitions>
  <inkml:trace contextRef="#ctx0" brushRef="#br0">539 303 1336 0 0,'0'0'1704'0'0,"3"0"-271"0"0,12-8 5702 0 0,-14 0-7108 0 0,17 1 1967 0 0,0-8-1067 0 0,-14 12-78 0 0,-23 16 2209 0 0,-8 7-2638 0 0,-1-1 0 0 0,-1-1 0 0 0,0-2 0 0 0,-1-1 0 0 0,-9 2-420 0 0,-6 3-941 0 0,-130 49 30 0 0,114-55-4361 0 0,-1-9-5536 0 0,62-5 9425 0 0</inkml:trace>
  <inkml:trace contextRef="#ctx0" brushRef="#br0" timeOffset="254.134">78 499 1900 0 0,'49'31'6067'0'0,"-22"-10"-4432"0"0,-3-3-797 0 0,16 8-236 0 0,-7-19-6562 0 0,-32-7 4492 0 0,-1 0-18 0 0</inkml:trace>
  <inkml:trace contextRef="#ctx0" brushRef="#br0" timeOffset="584.14">433 517 1248 0 0,'4'-1'1332'0'0,"-4"1"-1149"0"0,0 1-1 0 0,0-1 0 0 0,0 1 0 0 0,0-1 0 0 0,0 0 1 0 0,0 1-1 0 0,0-1 0 0 0,0 0 0 0 0,0 1 1 0 0,1-1-1 0 0,-1 0 0 0 0,0 1 0 0 0,0-1 0 0 0,0 0 1 0 0,1 1-1 0 0,-1-1 0 0 0,0 0 0 0 0,1 0 1 0 0,-1 1-1 0 0,0-1 0 0 0,0 0 0 0 0,1 0 0 0 0,-1 1 1 0 0,0-1-1 0 0,1 0 0 0 0,-1 0 0 0 0,0 0 1 0 0,1 0-1 0 0,-1 0 0 0 0,1 0 0 0 0,-1 1 0 0 0,0-1 1 0 0,1 0-1 0 0,-1 0 0 0 0,1 0 0 0 0,-1 0 0 0 0,0 0 1 0 0,1 0-1 0 0,-1-1 0 0 0,0 1 0 0 0,1 0 1 0 0,-1 0-1 0 0,1 0 0 0 0,-1 0 0 0 0,0 0 0 0 0,1 0 1 0 0,-1-1-1 0 0,0 1 0 0 0,1 0 0 0 0,-1 0 1 0 0,0-1-1 0 0,1 1-182 0 0,-119 79 2375 0 0,81-57-2076 0 0,-2-2 0 0 0,0-2-1 0 0,-1-1 1 0 0,-19 3-299 0 0,-60 1 599 0 0,156-27 604 0 0,85 0 29 0 0,-76-3-1098 0 0,9-1-46 0 0,1-3 0 0 0,-2-2 1 0 0,0-3-1 0 0,41-19-88 0 0,-49-1-5030 0 0,-45 37 3679 0 0,-1 1-373 0 0,-3-10-1739 0 0,-25-12-1366 0 0,12 12 3359 0 0</inkml:trace>
  <inkml:trace contextRef="#ctx0" brushRef="#br0" timeOffset="846.276">377 409 1460 0 0,'-18'11'8145'0'0,"7"43"-7170"0"0,10-47-391 0 0,-11 84 1033 0 0,3-7-618 0 0,-4-1 1 0 0,-3 0-1 0 0,-13 28-999 0 0,8-58-2246 0 0,21-52 1665 0 0,-1 0-4185 0 0,2-17 256 0 0,1 9 3006 0 0</inkml:trace>
  <inkml:trace contextRef="#ctx0" brushRef="#br0" timeOffset="1117.149">252 864 1664 0 0,'-1'-14'421'0'0,"2"13"-294"0"0,-1-1 0 0 0,1 1 0 0 0,-1-1 1 0 0,1 0-1 0 0,-1 1 0 0 0,0-1 1 0 0,1 0-1 0 0,-1 1 0 0 0,0-1 0 0 0,0 0 1 0 0,0 0-1 0 0,0 1 0 0 0,-1-1 1 0 0,1 0-1 0 0,0 1 0 0 0,-1-1 0 0 0,1 0 1 0 0,-1 1-1 0 0,0-1 0 0 0,1 1 1 0 0,-1-1-1 0 0,0 1 0 0 0,0-1 1 0 0,0 1-1 0 0,0-1 0 0 0,0 1 0 0 0,0 0 1 0 0,0 0-1 0 0,-1-1 0 0 0,1 1 1 0 0,0 0-1 0 0,-1 0 0 0 0,1 0 0 0 0,-1 0 1 0 0,1 1-1 0 0,-1-1 0 0 0,1 0 1 0 0,-1 1-1 0 0,0-1 0 0 0,1 1 0 0 0,-1-1 1 0 0,0 1-1 0 0,1 0 0 0 0,-1 0 1 0 0,0 0-1 0 0,0 0 0 0 0,1 0 0 0 0,-1 0 1 0 0,0 0-1 0 0,1 0 0 0 0,-1 1 1 0 0,0-1-1 0 0,1 1 0 0 0,-1-1 0 0 0,0 1-127 0 0,-98 74 2761 0 0,84-66-1872 0 0,38-24-885 0 0,1 1 0 0 0,0 1 0 0 0,1 1 0 0 0,0 1 1 0 0,0 1-1 0 0,1 1 0 0 0,1 2 0 0 0,0 0 0 0 0,0 2 0 0 0,15-1-4 0 0,77-9 169 0 0,-116 15-233 0 0,8 3-1180 0 0,-3 12 82 0 0,-27 11-6280 0 0,4-14 6169 0 0</inkml:trace>
  <inkml:trace contextRef="#ctx0" brushRef="#br0" timeOffset="1577.281">127 1007 880 0 0,'-12'40'7042'0'0,"2"-1"-4605"0"0,1-19-2486 0 0,15-30-283 0 0,-2 2 510 0 0,2 1 0 0 0,-1 1-1 0 0,0-1 1 0 0,1 1-1 0 0,1 0 1 0 0,-1 0 0 0 0,1 1-1 0 0,0 0 1 0 0,0 0 0 0 0,0 0-1 0 0,0 1 1 0 0,1 0 0 0 0,0 1-1 0 0,0 0 1 0 0,0 0 0 0 0,0 0-1 0 0,1 1 1 0 0,-1 0 0 0 0,1 1-1 0 0,-1 0-177 0 0,252-15 5551 0 0,-258 16-5547 0 0,-1 0 1 0 0,1 1-1 0 0,-1-1 1 0 0,1 1-1 0 0,-1 0 0 0 0,1-1 1 0 0,-1 1-1 0 0,1 0 1 0 0,-1 0-1 0 0,0 0 1 0 0,1 0-1 0 0,-1 0 1 0 0,0 0-1 0 0,0 0 0 0 0,0 1 1 0 0,0-1-1 0 0,0 0 1 0 0,0 1-1 0 0,0-1 1 0 0,0 1-1 0 0,-1-1 1 0 0,1 1-1 0 0,0-1 1 0 0,-1 1-1 0 0,1-1 0 0 0,-1 1 1 0 0,0 0-1 0 0,0-1 1 0 0,1 1-1 0 0,-1-1 1 0 0,0 1-1 0 0,0 0 1 0 0,0-1-1 0 0,-1 1 0 0 0,1 0 1 0 0,0-1-1 0 0,-1 1 1 0 0,1-1-1 0 0,-1 1 1 0 0,1 0-1 0 0,-1-1 1 0 0,0 1-1 0 0,0-1 1 0 0,1 0-1 0 0,-1 1 0 0 0,0-1-4 0 0,-10 11-559 0 0,1 0-1 0 0,-2-1 0 0 0,1-1 0 0 0,-2 0 0 0 0,1-1 0 0 0,-1 0 0 0 0,-1 0 0 0 0,1-2 0 0 0,-1 0 0 0 0,-8 3 560 0 0,-50-2-5942 0 0,69-8 5764 0 0,0-1 0 0 0,1 1 0 0 0,-1-1-1 0 0,0 1 1 0 0,1-1 0 0 0,-1 0 0 0 0,1 1-1 0 0,-1-2 1 0 0,1 1 0 0 0,-1 0 0 0 0,1 0-1 0 0,0-1 1 0 0,0 1 0 0 0,-1-1-1 0 0,1 0 1 0 0,0 1 0 0 0,1-1 0 0 0,-1 0-1 0 0,0 0 1 0 0,0 0 0 0 0,1-1 0 0 0,-1 0 178 0 0,-3-2-176 0 0</inkml:trace>
  <inkml:trace contextRef="#ctx0" brushRef="#br0" timeOffset="1821.464">254 1108 4488 0 0,'0'-3'199'0'0,"1"1"0"0"0,-1-1-1 0 0,1 1 1 0 0,0 0-1 0 0,0-1 1 0 0,0 1 0 0 0,0 0-1 0 0,0 0 1 0 0,0-1 0 0 0,1 1-1 0 0,-1 0 1 0 0,1 0-1 0 0,0 0 1 0 0,-1 1 0 0 0,1-1-1 0 0,0 0 1 0 0,0 1-1 0 0,0-1 1 0 0,0 1 0 0 0,0-1-1 0 0,1 1 1 0 0,-1 0 0 0 0,0 0-1 0 0,1 0 1 0 0,-1 0-1 0 0,0 1 1 0 0,1-1 0 0 0,-1 1-1 0 0,1-1 1 0 0,0 1-199 0 0,20-9 1159 0 0,-14 2-841 0 0,0-15-8600 0 0,-9 20 7612 0 0</inkml:trace>
  <inkml:trace contextRef="#ctx0" brushRef="#br0" timeOffset="1990.553">331 990 3752 0 0,'-1'0'115'0'0,"0"0"-1"0"0,0 0 0 0 0,0 0 0 0 0,0 1 1 0 0,0-1-1 0 0,0 0 0 0 0,0 1 0 0 0,0-1 1 0 0,0 0-1 0 0,0 1 0 0 0,0-1 0 0 0,1 1 1 0 0,-1 0-1 0 0,0-1 0 0 0,0 1 0 0 0,0 0 1 0 0,1-1-1 0 0,-1 1 0 0 0,0 0 1 0 0,1 0-1 0 0,-1-1 0 0 0,1 1 0 0 0,-1 0 1 0 0,1 0-1 0 0,-1 0 0 0 0,1 0 0 0 0,0 0 1 0 0,-1 0-1 0 0,1 0 0 0 0,0 0 0 0 0,0 0 1 0 0,-1 0-1 0 0,1 0 0 0 0,0 0 0 0 0,0 0 1 0 0,0 0-1 0 0,0 0 0 0 0,1 0 0 0 0,-1 0 1 0 0,0 0-1 0 0,1 1-114 0 0,-5 11 729 0 0,-56 120 1262 0 0,39-113-464 0 0,52-41-700 0 0,136-28-1776 0 0,-44 2-8897 0 0,-112 41 8342 0 0</inkml:trace>
  <inkml:trace contextRef="#ctx0" brushRef="#br0" timeOffset="3295.571">669 497 1068 0 0,'-3'-35'8907'0'0,"34"18"-4539"0"0,127 15-150 0 0,-89 32-3758 0 0,-63-24-421 0 0,0-1 1 0 0,-1 1-1 0 0,0 0 0 0 0,1 1 1 0 0,-2-1-1 0 0,1 1 1 0 0,-1 0-1 0 0,0 1 0 0 0,-1-1 1 0 0,1 0-1 0 0,-2 1 0 0 0,1 0 1 0 0,-1 0-1 0 0,0 0 0 0 0,-1 0 1 0 0,1 0-1 0 0,-2 0 0 0 0,1 0 1 0 0,-1 6-40 0 0,2 0 34 0 0,1 268 456 0 0,-29-102-411 0 0,2-79 79 0 0,2-91-465 0 0,21-10 183 0 0,1 0-125 0 0,0 0-87 0 0,-5-6-36 0 0,-13-20-310 0 0,2 0 0 0 0,1-1 0 0 0,0-1 0 0 0,3-1 0 0 0,-9-24 682 0 0,-21-46-1158 0 0,-21-63 327 0 0,63 161 852 0 0,-1 1 1 0 0,1-1-1 0 0,-1 0 1 0 0,1 1-1 0 0,-1-1 1 0 0,1 1-1 0 0,-1-1 1 0 0,1 0 0 0 0,0 1-1 0 0,-1-1 1 0 0,1 0-1 0 0,0 1 1 0 0,0-1-1 0 0,-1 0 1 0 0,1 0 0 0 0,0 1-1 0 0,0-1 1 0 0,0 0-1 0 0,0 0 1 0 0,0 1-1 0 0,0-1 1 0 0,0 0-1 0 0,0 0 1 0 0,0 1 0 0 0,0-1-1 0 0,1 0 1 0 0,-1 0-1 0 0,0 1 1 0 0,0-1-1 0 0,1 0 1 0 0,-1 1-1 0 0,0-1 1 0 0,1 0 0 0 0,-1 1-1 0 0,1-1 1 0 0,-1 0-1 0 0,1 1 1 0 0,-1-1-1 0 0,1 1 1 0 0,-1-1-1 0 0,1 1 1 0 0,0-1 0 0 0,-1 1-1 0 0,1 0 1 0 0,0-1-1 0 0,-1 1 1 0 0,1 0-1 0 0,0-1 1 0 0,0 1-1 0 0,-1 0 1 0 0,1 0-22 0 0,0 2-42 0 0,0 0-1 0 0,-1 1 1 0 0,1-1 0 0 0,-1 1-1 0 0,0-1 1 0 0,0 0 0 0 0,0 1-1 0 0,0-1 1 0 0,0 1 0 0 0,0-1-1 0 0,0 0 1 0 0,-1 1 0 0 0,1-1-1 0 0,-1 0 1 0 0,0 1 0 0 0,0-1-1 0 0,0 0 1 0 0,0 0 0 0 0,0 0-1 0 0,0 0 1 0 0,-2 2 42 0 0,0 3-212 0 0,-21 62-1105 0 0,24-68 1221 0 0,0-1-1 0 0,0 0 11 0 0,0 0 109 0 0,31 5 326 0 0,-2-21-385 0 0,0-1 0 0 0,-1-2-1 0 0,-1-1 1 0 0,-1-1 0 0 0,-1-2 0 0 0,6-6 36 0 0,34-63-1925 0 0,38-60 786 0 0,-47 58 5020 0 0,-7 92 1006 0 0,-40 7-4748 0 0,1 0 0 0 0,-1 0 0 0 0,0 1 0 0 0,0 0 0 0 0,-1 1 1 0 0,0 0-1 0 0,0 0 0 0 0,0 1 0 0 0,-1 0 0 0 0,0 0 0 0 0,-1 1 0 0 0,0 0 1 0 0,0 0-1 0 0,-1 0 0 0 0,0 1 0 0 0,-1-1 0 0 0,0 1 0 0 0,0 0 0 0 0,-1 1 1 0 0,2 9-140 0 0,2 169 1382 0 0,-33-34-995 0 0,-15-14-514 0 0,40-140 98 0 0,0-1 0 0 0,0 1 1 0 0,0-1-1 0 0,0 1 0 0 0,0-1 0 0 0,0 0 0 0 0,0 1 0 0 0,0-1 0 0 0,0 0 0 0 0,0 0 0 0 0,0 0 0 0 0,0 0 0 0 0,0 0 0 0 0,0 0 0 0 0,0 0 0 0 0,0 0 0 0 0,0 0 0 0 0,0 0 0 0 0,0-1 0 0 0,0 1 0 0 0,0 0 0 0 0,0-1 0 0 0,0 1 0 0 0,1-1 0 0 0,-1 1 0 0 0,0-1 1 0 0,0 1-1 0 0,0-1 0 0 0,0 1 0 0 0,1-1 0 0 0,-1 0 0 0 0,0 0 0 0 0,0 1 0 0 0,1-1 0 0 0,-1 0 0 0 0,1 0 0 0 0,-1 0 0 0 0,1 0 0 0 0,-1 0 0 0 0,1 0 0 0 0,0 0 0 0 0,-1 0 0 0 0,1 0 0 0 0,0 0 0 0 0,0 0 0 0 0,-1 0 0 0 0,1 0 0 0 0,0 0 0 0 0,0 0 0 0 0,0 0 1 0 0,0 0-1 0 0,0 0 0 0 0,1 0 29 0 0,-30-99-1186 0 0,-59-109-483 0 0,64 147 759 0 0,24 61 921 0 0,0 1-6 0 0,0 0-13 0 0,0 0 7 0 0,1-1 0 0 0,-1 1 0 0 0,1 0 1 0 0,0-1-1 0 0,0 1 0 0 0,-1 0 0 0 0,1 0 1 0 0,0-1-1 0 0,0 1 0 0 0,-1 0 1 0 0,1 0-1 0 0,0 0 0 0 0,0 0 0 0 0,-1 0 1 0 0,1 0-1 0 0,0 0 0 0 0,0 0 1 0 0,0 0-1 0 0,-1 0 0 0 0,1 1 0 0 0,0-1 1 0 0,0 0-1 0 0,-1 1 0 0 0,1-1 0 0 0,0 0 1 0 0,-1 1-1 0 0,1-1 0 0 0,0 0 1 0 0,-1 1-1 0 0,1-1 0 0 0,-1 1 0 0 0,1 0 1 0 0,-1-1-1 0 0,1 1 0 0 0,-1-1 0 0 0,1 1 1 0 0,-1 0-1 0 0,1-1 0 0 0,-1 1 1 0 0,0 0-1 0 0,1-1 0 0 0,-1 1 0 0 0,0 0 1 0 0,0 0-1 0 0,0-1 0 0 0,1 1 1 0 0,-1 0-1 0 0,0 0 0 0 0,0-1 0 0 0,0 1 1 0 0,0 0-1 0 0,0 0 0 0 0,0 0 0 0 0,-1-1 1 0 0,1 1-1 0 0,0 0 0 0 0,0 0 1 0 0,-1 0 0 0 0,-13 77-1681 0 0,41-64-265 0 0,4-33-3832 0 0,10-21 2380 0 0,-34 32 2662 0 0,11-7-753 0 0</inkml:trace>
  <inkml:trace contextRef="#ctx0" brushRef="#br0" timeOffset="3718.223">1495 424 2420 0 0,'4'-1'1472'0'0,"-2"-1"-124"0"0,1 1-319 0 0,-2 2 11 0 0,1-2-196 0 0,0 2-164 0 0,0-1-164 0 0,-2 3-8 0 0,0-2-200 0 0,-2 2-268 0 0,0 3-344 0 0,-1 0-68 0 0,0-1 44 0 0,-1 3-1096 0 0,-6 10 96 0 0,1 0-193 0 0,-1 3-71 0 0,-1-3 72 0 0</inkml:trace>
  <inkml:trace contextRef="#ctx0" brushRef="#br0" timeOffset="4016.49">1372 719 1164 0 0,'0'1'227'0'0,"0"0"-1"0"0,0 0 1 0 0,-1 0-1 0 0,1 0 1 0 0,0 0-1 0 0,0 0 1 0 0,1 0-1 0 0,-1 0 1 0 0,0 0-1 0 0,0 0 1 0 0,0 0 0 0 0,1 0-1 0 0,-1 0 1 0 0,1 0-1 0 0,-1 0 1 0 0,0-1-1 0 0,1 1 1 0 0,0 0-1 0 0,-1 0 1 0 0,1 0-1 0 0,-1 0 1 0 0,1-1-1 0 0,0 1 1 0 0,0 0 0 0 0,-1-1-1 0 0,1 1 1 0 0,0-1-1 0 0,0 1 1 0 0,0-1-1 0 0,0 1 1 0 0,0-1-1 0 0,0 1 1 0 0,0-1-1 0 0,0 0 1 0 0,0 1-1 0 0,0-1 1 0 0,0 0 0 0 0,0 0-1 0 0,0 0 1 0 0,0 0-227 0 0,13 4 841 0 0,-8 1-719 0 0,0-1 0 0 0,-1 1 0 0 0,0 0 0 0 0,0 0 0 0 0,0 0 0 0 0,0 1 0 0 0,-1-1 0 0 0,0 1 0 0 0,0 1 0 0 0,-1-1 0 0 0,0 0 0 0 0,0 1 0 0 0,0-1 1 0 0,-1 1-1 0 0,0 0 0 0 0,0 0 0 0 0,-1 0 0 0 0,0 0 0 0 0,0 0 0 0 0,0 0-122 0 0,1 3 122 0 0,-1 109 781 0 0,-1-25-213 0 0,0-93-696 0 0,0-1 0 0 0,0 1 1 0 0,0-1-1 0 0,1 1 1 0 0,-1 0-1 0 0,0-1 0 0 0,0 1 1 0 0,0-1-1 0 0,1 1 1 0 0,-1-1-1 0 0,0 1 0 0 0,1-1 1 0 0,-1 1-1 0 0,0-1 0 0 0,1 1 1 0 0,-1-1-1 0 0,1 1 1 0 0,-1-1-1 0 0,0 0 0 0 0,1 1 1 0 0,-1-1-1 0 0,1 0 0 0 0,-1 1 1 0 0,1-1-1 0 0,0 0 1 0 0,-1 0-1 0 0,1 1 0 0 0,-1-1 1 0 0,1 0-1 0 0,-1 0 1 0 0,1 0-1 0 0,0 0 0 0 0,-1 0 1 0 0,1 0-1 0 0,-1 0 0 0 0,1 0 1 0 0,0 0-1 0 0,-1 0 1 0 0,1 0-1 0 0,-1 0 0 0 0,1 0 1 0 0,0-1-1 0 0,-1 1 0 0 0,1 0 1 0 0,-1 0-1 0 0,1-1 1 0 0,-1 1-1 0 0,1 0 0 0 0,0-1 6 0 0,46-63-1582 0 0,-27 27-800 0 0,-1 0-1 0 0,-1-2 1 0 0,-2 0 0 0 0,3-16 2382 0 0,-7 21-1404 0 0,3-1-80 0 0</inkml:trace>
  <inkml:trace contextRef="#ctx0" brushRef="#br0" timeOffset="4345.402">1779 361 1100 0 0,'3'-24'7979'0'0,"27"9"-2438"0"0,-24 16-5244 0 0,0 0-1 0 0,0 1 1 0 0,1 0-1 0 0,-1 0 1 0 0,0 1-1 0 0,-1 0 1 0 0,1 0-1 0 0,0 0 1 0 0,-1 0-1 0 0,0 1 1 0 0,0 0-1 0 0,0 0 1 0 0,0 1-1 0 0,-1-1 1 0 0,5 6-297 0 0,-7-6 70 0 0,-1 0-1 0 0,1 1 1 0 0,-1-1 0 0 0,1 1 0 0 0,-1 0 0 0 0,-1-1 0 0 0,1 1 0 0 0,-1 0 0 0 0,0 0-1 0 0,0 0 1 0 0,0-1 0 0 0,0 1 0 0 0,-1 0 0 0 0,0-1 0 0 0,0 1 0 0 0,0 0-1 0 0,-1-1 1 0 0,1 1 0 0 0,-1-1 0 0 0,0 0 0 0 0,-1 1 0 0 0,1-1 0 0 0,-1 0 0 0 0,-1 2-70 0 0,-3 8-111 0 0,0 0 0 0 0,-1-1 1 0 0,0 0-1 0 0,-1 0 0 0 0,0-1 1 0 0,-1 0-1 0 0,-1 0 0 0 0,0-1 0 0 0,0-1 1 0 0,-1 0-1 0 0,-8 5 111 0 0,-88 34-3379 0 0,106-48 2561 0 0,-11-4-1391 0 0,11 1 1788 0 0,0 1 0 0 0,0-1 0 0 0,0 0 0 0 0,0 0 0 0 0,0 0 0 0 0,0 0 0 0 0,1 0 0 0 0,-1 0 0 0 0,1 0 0 0 0,0 0 0 0 0,-1-1 0 0 0,1 1 0 0 0,0-1 0 0 0,0 1 0 0 0,1-1 0 0 0,-1 1 0 0 0,0-1 0 0 0,1 1 0 0 0,-1-1 0 0 0,1 0 0 0 0,0 1 0 0 0,0-1 0 0 0,0-1 421 0 0,0-8-1330 0 0</inkml:trace>
  <inkml:trace contextRef="#ctx0" brushRef="#br0" timeOffset="4630.759">1687 484 1392 0 0,'36'-2'5920'0'0,"25"29"-3052"0"0,-38-15-1634 0 0,166 85 3810 0 0,-169-85-4638 0 0,1 1-1262 0 0,-9-9-5103 0 0,-15-2 4173 0 0,-52 30-2824 0 0,35-22 3201 0 0</inkml:trace>
  <inkml:trace contextRef="#ctx0" brushRef="#br0" timeOffset="4992.513">1714 786 1172 0 0,'-25'16'9032'0'0,"61"-12"-4733"0"0,51-3-2087 0 0,-48-2-3685 0 0,-37 1 874 0 0,-2 0-77 0 0,1 4-43 0 0,0-3 625 0 0,-1 1 1 0 0,0 0-1 0 0,1 0 1 0 0,-1-1-1 0 0,0 1 0 0 0,0 0 1 0 0,0 0-1 0 0,0-1 1 0 0,-1 1-1 0 0,1 0 0 0 0,0 0 1 0 0,-1-1-1 0 0,1 1 1 0 0,-1 0-1 0 0,1-1 0 0 0,-1 1 1 0 0,0-1-1 0 0,0 1 1 0 0,0-1-1 0 0,0 1 0 0 0,0-1 1 0 0,0 1-1 0 0,0-1 1 0 0,0 0-1 0 0,-1 0 1 0 0,1 0-1 0 0,0 1 0 0 0,-1-1 1 0 0,1 0-1 0 0,-1-1 1 0 0,1 1-1 0 0,-1 0 0 0 0,0 0 1 0 0,1-1-1 0 0,-1 1 94 0 0,-138 98-1515 0 0,65-56 5637 0 0,86-43-425 0 0,44 1-2129 0 0,77-12 84 0 0,132 7 287 0 0,-182 4-3371 0 0,-81 0 739 0 0,-30-27-10553 0 0,21 22 10604 0 0,-47-36-4046 0 0,39 23 3234 0 0</inkml:trace>
  <inkml:trace contextRef="#ctx0" brushRef="#br0" timeOffset="5274.286">1878 592 2480 0 0,'-9'26'4464'0'0,"2"18"-2815"0"0,6-34-1152 0 0,-4 251 5741 0 0,7-153-5301 0 0,-2-70-978 0 0,0 29-1891 0 0,0-25-3098 0 0,21-14-1081 0 0,-12-26 4732 0 0</inkml:trace>
  <inkml:trace contextRef="#ctx0" brushRef="#br0" timeOffset="5813.762">2539 19 1480 0 0,'11'-18'6669'0'0,"-10"35"-2303"0"0,-101 278-83 0 0,-87 141-2268 0 0,118-283-1505 0 0,34-75-572 0 0,-89 209-42 0 0,51-92-4043 0 0,54-137-1275 0 0,19-57 3773 0 0,30 8-2950 0 0,-19-12 3223 0 0</inkml:trace>
  <inkml:trace contextRef="#ctx0" brushRef="#br0" timeOffset="6512.367">2780 132 896 0 0,'-7'31'5573'0'0,"-17"15"-4143"0"0,18-35-624 0 0,-147 205 3870 0 0,-26-20-4266 0 0,121-148-2258 0 0,53-53-2604 0 0,10-22 2629 0 0,20-12-1090 0 0,-10 18 1598 0 0</inkml:trace>
  <inkml:trace contextRef="#ctx0" brushRef="#br0" timeOffset="6717.061">2614 388 2000 0 0,'16'-5'1122'0'0,"1"0"0"0"0,1 2 0 0 0,-1 0-1 0 0,1 1 1 0 0,-1 0 0 0 0,1 2 0 0 0,13 1-1122 0 0,-17-1 413 0 0,88 27 2377 0 0,-100-27-2723 0 0,0 0 0 0 0,0 1 0 0 0,0-1 0 0 0,-1 0 0 0 0,1 1 0 0 0,0-1 0 0 0,0 1 0 0 0,-1 0 0 0 0,1-1 0 0 0,0 1 0 0 0,-1 0 0 0 0,1 0 0 0 0,0 0 0 0 0,-1 0-1 0 0,1 0 1 0 0,-1 1 0 0 0,0-1 0 0 0,1 0 0 0 0,-1 1 0 0 0,0-1 0 0 0,0 1 0 0 0,0-1 0 0 0,0 1 0 0 0,0-1 0 0 0,0 1 0 0 0,-1 0 0 0 0,1-1 0 0 0,0 1 0 0 0,-1 0 0 0 0,1 0 0 0 0,-1 0 0 0 0,0-1 0 0 0,0 1 0 0 0,1 0 0 0 0,-1 0 0 0 0,0 0 0 0 0,-1 0 0 0 0,1 0 0 0 0,0-1 0 0 0,0 1 0 0 0,-1 0 0 0 0,0 1-67 0 0,-14 21 25 0 0,0 0 1 0 0,-2-1-1 0 0,-1-1 0 0 0,-1 0 1 0 0,-1-2-1 0 0,0 0 1 0 0,-2-2-1 0 0,-8 7-25 0 0,-125 69-1757 0 0,44-51-3154 0 0,75-37-942 0 0,35-6 4318 0 0</inkml:trace>
  <inkml:trace contextRef="#ctx0" brushRef="#br0" timeOffset="6968.219">2650 537 2336 0 0,'35'23'2139'0'0,"-1"1"-1"0"0,-1 2 0 0 0,-1 1 0 0 0,16 19-2138 0 0,55 46 2676 0 0,55 32-384 0 0,-159-119-8007 0 0,-13-7 2330 0 0,-16 5-852 0 0,16-3 2765 0 0</inkml:trace>
  <inkml:trace contextRef="#ctx0" brushRef="#br0" timeOffset="7220.035">2632 905 1172 0 0,'-2'4'1546'0'0,"-22"64"4459"0"0,9 56-3024 0 0,-13-75-3849 0 0,27-46 792 0 0,-7 12-1762 0 0,-5-4-3604 0 0,12-11 3894 0 0</inkml:trace>
  <inkml:trace contextRef="#ctx0" brushRef="#br0" timeOffset="7456.117">2566 998 2036 0 0,'2'-7'391'0'0,"0"-1"0"0"0,0 1 1 0 0,1 0-1 0 0,0 0 0 0 0,0 0 0 0 0,1 0 0 0 0,0 1 0 0 0,0-1 0 0 0,1 1 0 0 0,0 0 0 0 0,0 0 0 0 0,0 0 1 0 0,0 1-1 0 0,1 0 0 0 0,0 0 0 0 0,0 1 0 0 0,1-1 0 0 0,-1 1 0 0 0,1 1 0 0 0,0-1 0 0 0,0 1 1 0 0,0 0-1 0 0,0 1 0 0 0,1 0 0 0 0,-1 0 0 0 0,1 0 0 0 0,-1 1 0 0 0,8 0-391 0 0,85-3 3385 0 0,-4 37-1734 0 0,-84-28-1478 0 0,17 10 518 0 0,-22 5-3165 0 0,-12-15 1654 0 0,-86 48-4451 0 0,-11-13-2416 0 0,86-36 6248 0 0</inkml:trace>
  <inkml:trace contextRef="#ctx0" brushRef="#br0" timeOffset="7673.231">2645 1024 1508 0 0,'26'-10'6750'0'0,"20"10"-4109"0"0,-23 1-1720 0 0,65 12 1125 0 0,-37-13-3061 0 0,-49 0 451 0 0,-2 0-515 0 0,9-9-1232 0 0,-3 4 1078 0 0,-11 0-3017 0 0,2 3 2864 0 0</inkml:trace>
  <inkml:trace contextRef="#ctx0" brushRef="#br0" timeOffset="8024.251">2744 906 1472 0 0,'-22'85'4231'0'0,"-32"72"-3327"0"0,51-151-971 0 0,0 0 0 0 0,-1 0 1 0 0,0 0-1 0 0,0 0 0 0 0,0-1 0 0 0,-1 0 1 0 0,1 0-1 0 0,-1 0 0 0 0,0 0 1 0 0,-1-1-1 0 0,1 0 0 0 0,-1 0 1 0 0,-4 2 66 0 0,-3 3 1452 0 0,13-9-1346 0 0,0 0 1 0 0,1 0-1 0 0,-1 0 1 0 0,0 0-1 0 0,0 0 1 0 0,1 0-1 0 0,-1 0 1 0 0,0 0-1 0 0,0 0 0 0 0,1 0 1 0 0,-1 0-1 0 0,0 0 1 0 0,0 0-1 0 0,1 0 1 0 0,-1 1-1 0 0,0-1 1 0 0,0 0-1 0 0,1 0 1 0 0,-1 0-1 0 0,0 0 0 0 0,0 0 1 0 0,0 1-1 0 0,1-1 1 0 0,-1 0-1 0 0,0 0 1 0 0,0 0-1 0 0,0 0 1 0 0,0 1-1 0 0,1-1 0 0 0,-1 0 1 0 0,0 0-1 0 0,0 1 1 0 0,0-1-1 0 0,0 0 1 0 0,0 0-1 0 0,0 0 1 0 0,0 1-1 0 0,0-1 1 0 0,1 0-1 0 0,-1 0 0 0 0,0 1 1 0 0,0-1-1 0 0,0 0 1 0 0,0 1-1 0 0,0-1 1 0 0,-1 0-1 0 0,1 0 1 0 0,0 1-1 0 0,0-1-106 0 0,36-6 1431 0 0,-28 5-1014 0 0,115-14 1431 0 0,-12 14-1370 0 0,-65 1-3675 0 0,-41-10 21 0 0,8 1 1658 0 0,-7 1-4009 0 0,-6 6 4295 0 0</inkml:trace>
  <inkml:trace contextRef="#ctx0" brushRef="#br0" timeOffset="8344.733">2944 943 1688 0 0,'2'-3'1029'0'0,"-2"3"-900"0"0,0 1 0 0 0,0-1 0 0 0,0 0 0 0 0,0 1 0 0 0,1-1 0 0 0,-1 1 0 0 0,0-1 0 0 0,0 0 0 0 0,1 0 0 0 0,-1 1 0 0 0,0-1 0 0 0,1 0 0 0 0,-1 1 0 0 0,0-1 0 0 0,1 0 0 0 0,-1 0 0 0 0,0 0 0 0 0,1 1 0 0 0,-1-1-1 0 0,1 0 1 0 0,-1 0 0 0 0,0 0 0 0 0,1 0 0 0 0,-1 0 0 0 0,1 0 0 0 0,-1 0 0 0 0,0 0 0 0 0,1 0 0 0 0,-1 0 0 0 0,1 0 0 0 0,-1 0 0 0 0,0 0 0 0 0,1 0 0 0 0,-1 0 0 0 0,1 0 0 0 0,-1 0 0 0 0,0 0 0 0 0,1-1 0 0 0,-1 1 0 0 0,0 0 0 0 0,1 0 0 0 0,-1 0 0 0 0,1-1 0 0 0,-1 1 0 0 0,0 0 0 0 0,0-1 0 0 0,1 1 0 0 0,-1 0 0 0 0,0-1 0 0 0,0 1 0 0 0,1 0 0 0 0,-1-1 0 0 0,0 1 0 0 0,0 0 0 0 0,0-1 0 0 0,1 1 0 0 0,-1 0 0 0 0,0-1 0 0 0,0 1 0 0 0,0-1 0 0 0,0 1 0 0 0,0 0 0 0 0,0-1 0 0 0,0 1 0 0 0,0-1 0 0 0,0 1 0 0 0,0-1 0 0 0,0 1-129 0 0,-5 67 3020 0 0,-3-22-3989 0 0,-4 6-5323 0 0,6-35 1912 0 0,5-16 2837 0 0</inkml:trace>
  <inkml:trace contextRef="#ctx0" brushRef="#br0" timeOffset="8859.047">3469 277 2088 0 0,'9'10'7052'0'0,"7"8"-4846"0"0,9 13-945 0 0,-19-26-1171 0 0,-1 0 0 0 0,0 1 0 0 0,0 0 0 0 0,0 0 0 0 0,-1 0 0 0 0,0 1 0 0 0,0-1 0 0 0,-1 1 0 0 0,0 0-1 0 0,0 0 1 0 0,0 1 0 0 0,-1-1 0 0 0,0 0 0 0 0,-1 1 0 0 0,1 7-90 0 0,-35 44-2090 0 0,-36 19-6197 0 0,56-64 6732 0 0</inkml:trace>
  <inkml:trace contextRef="#ctx0" brushRef="#br0" timeOffset="9125.873">3347 672 2204 0 0,'-2'25'6015'0'0,"26"19"-3060"0"0,-18-34-2467 0 0,2 13-973 0 0,-6 15-6218 0 0,-2-31 5592 0 0,0 9-396 0 0</inkml:trace>
  <inkml:trace contextRef="#ctx0" brushRef="#br0" timeOffset="9284.007">3255 1121 1344 0 0,'-1'23'7393'0'0,"19"-23"-4151"0"0,27-22-1648 0 0,-44 22-1510 0 0,120-92 2197 0 0,-11-31-2786 0 0,-34-20-5808 0 0,-30 54 537 0 0,-33 69 4364 0 0</inkml:trace>
  <inkml:trace contextRef="#ctx0" brushRef="#br0" timeOffset="9522.225">3758 425 2320 0 0,'0'0'142'0'0,"0"-1"0"0"0,0 1 1 0 0,0 0-1 0 0,0-1 0 0 0,0 1 0 0 0,0-1 0 0 0,0 1 0 0 0,0-1 0 0 0,0 1 0 0 0,0-1 0 0 0,0 1 0 0 0,0 0 0 0 0,1-1 1 0 0,-1 1-1 0 0,0-1 0 0 0,0 1 0 0 0,0 0 0 0 0,1-1 0 0 0,-1 1 0 0 0,0-1 0 0 0,0 1 0 0 0,1 0 0 0 0,-1-1 1 0 0,0 1-1 0 0,1 0 0 0 0,-1 0 0 0 0,0-1 0 0 0,1 1 0 0 0,-1 0 0 0 0,1 0 0 0 0,-1-1 0 0 0,0 1 0 0 0,1 0 0 0 0,-1 0 1 0 0,1 0-1 0 0,-1 0 0 0 0,1 0 0 0 0,-1 0 0 0 0,0 0 0 0 0,1 0 0 0 0,-1 0 0 0 0,1 0 0 0 0,-1 0 0 0 0,1 0 1 0 0,-1 0-1 0 0,1 0 0 0 0,-1 0 0 0 0,0 0 0 0 0,1 0 0 0 0,-1 0 0 0 0,1 1 0 0 0,-1-1 0 0 0,1 0 0 0 0,-1 0 1 0 0,0 1-1 0 0,1-1 0 0 0,-1 0 0 0 0,0 0 0 0 0,1 1 0 0 0,-1-1 0 0 0,0 0 0 0 0,0 1 0 0 0,1-1 0 0 0,-1 0 0 0 0,0 1 1 0 0,0-1-1 0 0,1 1 0 0 0,-1-1 0 0 0,0 1-142 0 0,28 27 1697 0 0,-25-25-1482 0 0,21 43 63 0 0,-22-12-6941 0 0,-5-28 5108 0 0,-18 22-1489 0 0,7-15 1475 0 0</inkml:trace>
  <inkml:trace contextRef="#ctx0" brushRef="#br0" timeOffset="9795.083">3650 671 1636 0 0,'-30'14'9564'0'0,"69"-12"-5151"0"0,284 1 158 0 0,-305-4-5019 0 0,0 1-5632 0 0,-35 10 143 0 0,-45 17 1124 0 0,37-15 3263 0 0</inkml:trace>
  <inkml:trace contextRef="#ctx0" brushRef="#br0" timeOffset="10095.094">3601 886 1452 0 0,'10'2'7158'0'0,"15"-6"-3273"0"0,-9 1-2231 0 0,168 2 3681 0 0,-122-13-5122 0 0,-38 11-1803 0 0,-36-9-5949 0 0,-10-1 2761 0 0,-5-12 1862 0 0,14 12 1562 0 0</inkml:trace>
  <inkml:trace contextRef="#ctx0" brushRef="#br0" timeOffset="10583.206">3791 734 1824 0 0,'0'0'133'0'0,"0"1"0"0"0,0-1 0 0 0,0 1-1 0 0,0-1 1 0 0,0 1 0 0 0,0-1 0 0 0,0 1 0 0 0,0-1 0 0 0,0 0-1 0 0,0 1 1 0 0,0-1 0 0 0,-1 1 0 0 0,1-1 0 0 0,0 1-1 0 0,0-1 1 0 0,0 1 0 0 0,0-1 0 0 0,-1 0 0 0 0,1 1 0 0 0,0-1-1 0 0,0 1 1 0 0,-1-1 0 0 0,1 0 0 0 0,0 1 0 0 0,-1-1-1 0 0,1 0 1 0 0,0 0 0 0 0,-1 1 0 0 0,1-1 0 0 0,-1 0 0 0 0,1 0-1 0 0,0 1 1 0 0,-1-1 0 0 0,1 0 0 0 0,-1 0 0 0 0,1 0-1 0 0,-1 0 1 0 0,1 0 0 0 0,-1 0 0 0 0,1 0 0 0 0,-1 0 0 0 0,1 0-1 0 0,0 0 1 0 0,-1 0 0 0 0,1 0 0 0 0,-1 0 0 0 0,1 0-1 0 0,-1 0 1 0 0,1 0 0 0 0,-1 0 0 0 0,1 0 0 0 0,0-1 0 0 0,-1 1-1 0 0,1 0 1 0 0,-1 0 0 0 0,1-1 0 0 0,0 1 0 0 0,-1 0-1 0 0,1-1 1 0 0,0 1 0 0 0,-1 0-133 0 0,1 3 20 0 0,-4 73 2359 0 0,-13 89-385 0 0,14-152-2177 0 0,0-1 0 0 0,-1 1 0 0 0,-1-1 0 0 0,0 0 0 0 0,-1-1 0 0 0,0 1 0 0 0,0-1 0 0 0,-1 0 0 0 0,-1-1 0 0 0,0 1 0 0 0,-9 8 183 0 0,-38 43-2030 0 0,-20-33 2503 0 0,23-26 6825 0 0,52-3-6709 0 0,0 0-34 0 0,0 0-31 0 0,0 0-8 0 0,2-2-317 0 0,0 0 0 0 0,0 0 0 0 0,0 0 0 0 0,0 0-1 0 0,0 1 1 0 0,1-1 0 0 0,-1 1 0 0 0,1 0 0 0 0,-1 0 0 0 0,1-1 0 0 0,-1 2-1 0 0,1-1 1 0 0,0 0 0 0 0,-1 0 0 0 0,1 1 0 0 0,0 0 0 0 0,-1-1-1 0 0,1 1 1 0 0,0 0 0 0 0,0 0 0 0 0,-1 1 0 0 0,1-1 0 0 0,2 1-199 0 0,13-2 420 0 0,331-9 3228 0 0,-225 34-3285 0 0,24 0-1302 0 0,-164-12-5727 0 0,-2-4 3871 0 0,8-4 1727 0 0,1 0 1 0 0,-1 0-1 0 0,1-1 0 0 0,-1 0 0 0 0,0-1 0 0 0,0 0 0 0 0,0-1 0 0 0,-1 0 0 0 0,1 0 0 0 0,0-1 0 0 0,0-1 0 0 0,-1 0 1068 0 0,1 1-637 0 0,-61-16-1963 0 0,39 7 1488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01.653"/>
    </inkml:context>
    <inkml:brush xml:id="br0">
      <inkml:brushProperty name="width" value="0.05" units="cm"/>
      <inkml:brushProperty name="height" value="0.05" units="cm"/>
      <inkml:brushProperty name="color" value="#FFFFFF"/>
    </inkml:brush>
  </inkml:definitions>
  <inkml:trace contextRef="#ctx0" brushRef="#br0">265 0 1008 0 0,'4'19'6194'0'0,"11"15"-3663"0"0,-7-16-1992 0 0,1 6-177 0 0,13 40 1034 0 0,-16-21-4865 0 0,-6-41 1929 0 0,0 10-2792 0 0,0-2 2839 0 0</inkml:trace>
  <inkml:trace contextRef="#ctx0" brushRef="#br0" timeOffset="260.065">13 515 2232 0 0,'-1'1'222'0'0,"0"0"0"0"0,0 1 0 0 0,-1-1 0 0 0,1 0 0 0 0,1 0 1 0 0,-1 1-1 0 0,0-1 0 0 0,0 1 0 0 0,0-1 0 0 0,1 1 0 0 0,-1-1 0 0 0,1 1 0 0 0,-1-1 0 0 0,1 1 0 0 0,0-1 0 0 0,0 1 0 0 0,-1 0 0 0 0,1-1 0 0 0,0 1 0 0 0,0 0 0 0 0,0-1 0 0 0,1 1 0 0 0,-1-1 0 0 0,0 1 1 0 0,1-1-1 0 0,-1 1 0 0 0,1 0 0 0 0,-1-1 0 0 0,1 1 0 0 0,0-1 0 0 0,0 0 0 0 0,0 1 0 0 0,-1-1 0 0 0,1 0 0 0 0,0 1 0 0 0,1-1 0 0 0,-1 0 0 0 0,0 0 0 0 0,0 0 0 0 0,0 0 0 0 0,2 1-222 0 0,6 2 304 0 0,1 0 1 0 0,-1-1-1 0 0,1 0 0 0 0,0 0 0 0 0,0-1 0 0 0,1-1 0 0 0,-1 0 0 0 0,0 0 0 0 0,0 0 0 0 0,1-2 0 0 0,-1 1 1 0 0,3-2-305 0 0,15 2 497 0 0,128-36 802 0 0,-43 11-1565 0 0,-113 25 40 0 0,1 0 1 0 0,0-1 0 0 0,-1 1 0 0 0,1 0 0 0 0,0-1 0 0 0,0 1 0 0 0,-1 0 0 0 0,1 0 0 0 0,0-1 0 0 0,0 1 0 0 0,-1 0 0 0 0,1 0 0 0 0,0 0 0 0 0,0 0 0 0 0,-1 0 0 0 0,1 0 0 0 0,0 1 0 0 0,0-1 0 0 0,-1 0 0 0 0,1 0 0 0 0,0 0 0 0 0,0 1 0 0 0,-1-1 0 0 0,1 0 0 0 0,0 1 0 0 0,-1-1 0 0 0,1 0 0 0 0,-1 1 0 0 0,1-1 0 0 0,0 1 0 0 0,-1-1 0 0 0,1 1 0 0 0,-1 0 0 0 0,1-1 0 0 0,-1 1 0 0 0,1-1 0 0 0,-1 1 0 0 0,0 0 0 0 0,1-1 0 0 0,-1 1 0 0 0,0 0 0 0 0,0 0 0 0 0,1-1 225 0 0,-3 14-343 0 0,-17 37-2785 0 0,3-24 1531 0 0</inkml:trace>
  <inkml:trace contextRef="#ctx0" brushRef="#br0" timeOffset="528.169">264 871 1964 0 0,'4'12'5447'0'0,"24"-4"-2346"0"0,-18-7-2441 0 0,133 22 4225 0 0,-140-21-4780 0 0,0 1-1 0 0,0 0 0 0 0,0 0 0 0 0,0 0 1 0 0,0 0-1 0 0,-1 0 0 0 0,1 1 0 0 0,-1-1 1 0 0,0 1-1 0 0,0 0 0 0 0,0-1 0 0 0,-1 1 1 0 0,1 0-1 0 0,-1 0 0 0 0,0 0 0 0 0,0 0 1 0 0,0 0-1 0 0,-1 0 0 0 0,1 1 0 0 0,-1-1 1 0 0,0 0-1 0 0,0 0 0 0 0,-1 0 0 0 0,1 0 1 0 0,-1 0-1 0 0,0 1 0 0 0,0-1 0 0 0,-1 2-104 0 0,-1 9-30 0 0,-1 0 0 0 0,0 0 0 0 0,-1-1 0 0 0,-1 1-1 0 0,0-1 1 0 0,-1 0 0 0 0,0-1 0 0 0,-1 0 0 0 0,-1 0-1 0 0,0 0 1 0 0,-1-1 0 0 0,0-1 0 0 0,-4 3 30 0 0,12-12-118 0 0,-1-1-1 0 0,0 0 1 0 0,0 1 0 0 0,1-1 0 0 0,-1 0 0 0 0,0-1-1 0 0,0 1 1 0 0,0 0 0 0 0,0-1 0 0 0,0 0 0 0 0,0 0-1 0 0,0 0 1 0 0,-1 0 0 0 0,1 0 0 0 0,0-1 0 0 0,0 1 0 0 0,0-1-1 0 0,1 0 1 0 0,-1 1 0 0 0,0-1 0 0 0,0-1 0 0 0,0 1-1 0 0,0 0 1 0 0,1-1 0 0 0,-1 0 0 0 0,1 1 0 0 0,-1-1-1 0 0,1 0 1 0 0,0 0 0 0 0,0 0 0 0 0,-2-2 118 0 0,4 3 7 0 0,-7-5-603 0 0,1-1-1 0 0,0 0 1 0 0,1 0-1 0 0,0 0 1 0 0,0-1-1 0 0,1 0 1 0 0,0 0-1 0 0,0 0 1 0 0,0 0-1 0 0,1-1 1 0 0,1 1 0 0 0,-1-1-1 0 0,2 0 1 0 0,-1 0-1 0 0,1 0 1 0 0,0 0-1 0 0,1 0 1 0 0,0 0-1 0 0,0 0 1 0 0,2-5 596 0 0,-2-15-1422 0 0</inkml:trace>
  <inkml:trace contextRef="#ctx0" brushRef="#br0" timeOffset="781.454">369 579 2080 0 0,'6'-7'4545'0'0,"-5"27"-1515"0"0,-9 16-2041 0 0,-1 0 0 0 0,-1-1 0 0 0,-2 0 0 0 0,-2-1 1 0 0,-1 0-1 0 0,-9 12-989 0 0,-125 187 924 0 0,110-202-3959 0 0,37-31 1311 0 0,2-3-81 0 0,31-77-4317 0 0,-14 48 4737 0 0,3-2-22 0 0</inkml:trace>
  <inkml:trace contextRef="#ctx0" brushRef="#br0" timeOffset="1300.156">865 69 1824 0 0,'-9'19'4559'0'0,"-12"10"-2603"0"0,12-19-1196 0 0,-120 139 4908 0 0,46-70-5203 0 0,81-71-1450 0 0,15-14 521 0 0,94-63 395 0 0,-22 34 2368 0 0,-58 28-2345 0 0,0 2-1 0 0,0 0 1 0 0,1 2 0 0 0,-1 1-1 0 0,1 2 1 0 0,15 1 46 0 0,-15-1-882 0 0,-27 0 476 0 0,13 0-2134 0 0,5 0-5389 0 0,-19 0 6331 0 0</inkml:trace>
  <inkml:trace contextRef="#ctx0" brushRef="#br0" timeOffset="1782.015">649 527 1908 0 0,'-11'3'7226'0'0,"24"-4"-4078"0"0,132-1 2463 0 0,-19 15-4239 0 0,130 34-69 0 0,-239-46-2035 0 0,-17-1 613 0 0,-1-1 0 0 0,1 1 0 0 0,0 0 0 0 0,0 0-1 0 0,0-1 1 0 0,0 1 0 0 0,0 0 0 0 0,0 0 0 0 0,0-1 0 0 0,0 1 0 0 0,0 0 0 0 0,0 0 0 0 0,0-1-1 0 0,0 1 1 0 0,0 0 0 0 0,0-1 0 0 0,0 1 0 0 0,0 0 0 0 0,0 0 0 0 0,0-1 0 0 0,0 1-1 0 0,0 0 1 0 0,0 0 0 0 0,0 0 0 0 0,1-1 0 0 0,-1 1 0 0 0,0 0 0 0 0,0 0 0 0 0,0-1 0 0 0,0 1-1 0 0,1 0 1 0 0,-1 0 0 0 0,0 0 0 0 0,0 0 0 0 0,0-1 0 0 0,1 1 0 0 0,-1 0 0 0 0,0 0-1 0 0,0 0 1 0 0,1 0 0 0 0,-1 0 0 0 0,0 0 0 0 0,0-1 0 0 0,1 1 0 0 0,-1 0 0 0 0,0 0 0 0 0,0 0-1 0 0,1 0 1 0 0,-1 0 119 0 0,-25-10-6048 0 0,-19 2 2772 0 0,10 3 1240 0 0,10-2 485 0 0</inkml:trace>
  <inkml:trace contextRef="#ctx0" brushRef="#br0" timeOffset="2031.945">817 344 1600 0 0,'1'8'4871'0'0,"-2"15"-2782"0"0,1-14-1167 0 0,-2 126 2971 0 0,-57 228-628 0 0,53-332-3275 0 0,2 21-2871 0 0,5-52 2780 0 0,-1 0 0 0 0,1 0 0 0 0,0 0-1 0 0,0 0 1 0 0,0 0 0 0 0,-1 0 0 0 0,1 0 0 0 0,0-1-1 0 0,0 1 1 0 0,-1 0 0 0 0,1 0 0 0 0,0-1 0 0 0,0 1-1 0 0,-1-1 1 0 0,1 1 0 0 0,0-1 0 0 0,-1 1 0 0 0,1-1-1 0 0,-1 1 1 0 0,1-1 0 0 0,-1 1 0 0 0,1-1 0 0 0,-1 0-1 0 0,1 1 1 0 0,-1-1 0 0 0,1 0 0 0 0,-1 1 0 0 0,0-1-1 0 0,1 0 1 0 0,-1 0 0 0 0,0 1 0 0 0,0-1 0 0 0,1 0-1 0 0,-1 0 1 0 0,0 0 0 0 0,0 1 0 0 0,0-1 0 0 0,0 0-1 0 0,0 0 1 0 0,0 0 0 0 0,-1 0 0 0 0,1 1 0 0 0,0-2 101 0 0,51-99-6054 0 0,-35 67 4654 0 0</inkml:trace>
  <inkml:trace contextRef="#ctx0" brushRef="#br0" timeOffset="2297.133">999 427 1924 0 0,'0'-1'118'0'0,"1"1"-1"0"0,-1-1 0 0 0,0 1 1 0 0,1-1-1 0 0,-1 1 0 0 0,1 0 1 0 0,-1-1-1 0 0,1 1 1 0 0,-1 0-1 0 0,1-1 0 0 0,-1 1 1 0 0,1 0-1 0 0,-1 0 0 0 0,1-1 1 0 0,-1 1-1 0 0,1 0 1 0 0,-1 0-1 0 0,1 0 0 0 0,-1 0 1 0 0,1 0-1 0 0,0 0 0 0 0,-1 0 1 0 0,1 0-1 0 0,-1 0 1 0 0,1 0-1 0 0,0 0 0 0 0,-1 0 1 0 0,1 0-1 0 0,-1 0 1 0 0,1 0-1 0 0,-1 1 0 0 0,1-1 1 0 0,-1 0-1 0 0,1 0 0 0 0,-1 1 1 0 0,1-1-1 0 0,-1 0 1 0 0,1 1-1 0 0,-1-1 0 0 0,1 1 1 0 0,-1-1-1 0 0,0 0 0 0 0,1 1 1 0 0,-1-1-1 0 0,0 1 1 0 0,1-1-1 0 0,-1 1 0 0 0,0-1 1 0 0,1 1-118 0 0,7 33 2361 0 0,-6-21-2108 0 0,7 33 921 0 0,-2 0 1 0 0,-3 0-1 0 0,-1 1 0 0 0,-4 34-1174 0 0,1-73 139 0 0,0 3-328 0 0,-1 0 1 0 0,-1-1-1 0 0,0 1 1 0 0,0-1-1 0 0,-1 1 0 0 0,-1-1 1 0 0,0 0-1 0 0,0 0 0 0 0,-1-1 1 0 0,-2 5 188 0 0,-3-1-1831 0 0,-13-7-5723 0 0,17-8 6107 0 0</inkml:trace>
  <inkml:trace contextRef="#ctx0" brushRef="#br0" timeOffset="2858.104">895 772 1336 0 0,'-8'-12'648'0'0,"7"11"-471"0"0,-1 0 0 0 0,1 1 0 0 0,0-1 0 0 0,-1 0 0 0 0,1 0 0 0 0,0 0 0 0 0,0 0 0 0 0,0 0 1 0 0,0 0-1 0 0,0-1 0 0 0,0 1 0 0 0,0 0 0 0 0,0 0 0 0 0,0-1 0 0 0,1 1 0 0 0,-1-1 1 0 0,0 1-1 0 0,1-1 0 0 0,-1 1 0 0 0,1-1 0 0 0,0 1 0 0 0,-1-1 0 0 0,1 1 0 0 0,0-1 0 0 0,0 1 1 0 0,0-1-1 0 0,0 1 0 0 0,0-1 0 0 0,0 1 0 0 0,1-1 0 0 0,-1 0 0 0 0,0 1 0 0 0,1-1 0 0 0,-1 1 1 0 0,1 0-1 0 0,0-1 0 0 0,-1 1 0 0 0,1-1 0 0 0,0 1 0 0 0,0 0 0 0 0,0 0 0 0 0,0-1 1 0 0,0 1-1 0 0,0 0 0 0 0,0 0 0 0 0,0 0 0 0 0,1 0 0 0 0,-1 0 0 0 0,0 0 0 0 0,1 1 0 0 0,-1-1 1 0 0,0 0-1 0 0,1 1 0 0 0,-1-1 0 0 0,1 1 0 0 0,-1-1 0 0 0,1 1-177 0 0,83 2 2776 0 0,-75 20-4090 0 0,-133 47-1937 0 0,-1-29 5410 0 0,85-18 1744 0 0,38-21-3689 0 0,1-1 68 0 0,0 0-38 0 0,0 0-35 0 0,0 0-38 0 0,-34 0 713 0 0,-23 25-455 0 0,53-25-370 0 0,3 0 207 0 0,42-7 518 0 0,-7-4-558 0 0,0 2 0 0 0,1 1 0 0 0,0 1 0 0 0,0 2-1 0 0,1 1 1 0 0,4 2-226 0 0,194 2 258 0 0,-204 5-399 0 0,-27-5 28 0 0,20 0-801 0 0,-15 2-1875 0 0,-8-2 2706 0 0,0 0-1 0 0,0 0 0 0 0,-1 0 1 0 0,1 0-1 0 0,0 0 1 0 0,0 0-1 0 0,-1 0 0 0 0,1 0 1 0 0,0 0-1 0 0,0 0 0 0 0,0 1 1 0 0,-1-1-1 0 0,1 0 1 0 0,0 0-1 0 0,0 0 0 0 0,0 0 1 0 0,-1 0-1 0 0,1 0 0 0 0,0 1 1 0 0,0-1-1 0 0,0 0 1 0 0,0 0-1 0 0,0 0 0 0 0,-1 0 1 0 0,1 1-1 0 0,0-1 0 0 0,0 0 1 0 0,0 0-1 0 0,0 0 1 0 0,0 1-1 0 0,0-1 0 0 0,0 0 1 0 0,0 0-1 0 0,0 0 0 0 0,0 1 1 0 0,0-1-1 0 0,0 0 1 0 0,0 0-1 0 0,0 1 0 0 0,0-1 1 0 0,0 0-1 0 0,0 0 0 0 0,0 0 1 0 0,0 1-1 0 0,0-1 1 0 0,0 0-1 0 0,0 0 0 0 0,0 0 1 0 0,0 1-1 0 0,0-1 0 0 0,0 0 1 0 0,0 0-1 0 0,1 0 1 0 0,-1 1-1 0 0,0-1 84 0 0,-32-8-7278 0 0,17 4 4341 0 0,8 3 1481 0 0</inkml:trace>
  <inkml:trace contextRef="#ctx0" brushRef="#br0" timeOffset="3143.362">676 930 2196 0 0,'-16'26'5926'0'0,"4"0"-3764"0"0,-18 28-171 0 0,-55 85-287 0 0,92-149-5668 0 0,10-11-63 0 0,34-34 821 0 0,-23 32 1652 0 0</inkml:trace>
  <inkml:trace contextRef="#ctx0" brushRef="#br0" timeOffset="3395.428">839 982 916 0 0,'14'2'557'0'0,"-1"0"0"0"0,0 1 0 0 0,0 0-1 0 0,-1 1 1 0 0,1 0 0 0 0,-1 1 0 0 0,0 1 0 0 0,0 0-1 0 0,0 0 1 0 0,-1 1 0 0 0,0 1 0 0 0,-1 0 0 0 0,1 0-1 0 0,-1 1 1 0 0,1 2-557 0 0,132 149 6131 0 0,-135-149-5431 0 0,-1-1-6822 0 0,-7-17-1437 0 0,-1 2 6037 0 0</inkml:trace>
  <inkml:trace contextRef="#ctx0" brushRef="#br0" timeOffset="3657.448">1598 254 976 0 0,'11'17'8973'0'0,"11"22"-7064"0"0,2 53 1042 0 0,-25-87-3117 0 0,-1 1 0 0 0,1-1 1 0 0,-1 1-1 0 0,0-1 0 0 0,0 0 0 0 0,-1 0 1 0 0,1 0-1 0 0,-1 0 0 0 0,0 0 0 0 0,0-1 1 0 0,-1 1-1 0 0,0-1 0 0 0,-2 3 166 0 0,-13 18-2136 0 0,-57 50-5993 0 0,58-63 6644 0 0</inkml:trace>
  <inkml:trace contextRef="#ctx0" brushRef="#br0" timeOffset="3956.346">1348 767 1120 0 0,'-1'2'354'0'0,"1"-1"0"0"0,-1 1-1 0 0,1 0 1 0 0,0 0 0 0 0,0-1-1 0 0,0 1 1 0 0,0 0 0 0 0,0 0 0 0 0,0-1-1 0 0,0 1 1 0 0,0 0 0 0 0,1 0-1 0 0,-1-1 1 0 0,1 1 0 0 0,-1 0 0 0 0,1-1-1 0 0,0 1 1 0 0,-1-1 0 0 0,1 1-1 0 0,0-1 1 0 0,0 1 0 0 0,0-1 0 0 0,1 1-1 0 0,-1-1 1 0 0,0 0 0 0 0,0 0-1 0 0,1 1 1 0 0,-1-1 0 0 0,0 0 0 0 0,1 0-354 0 0,51 22 3375 0 0,-37-18-3187 0 0,19 6 899 0 0,-31-10-987 0 0,0-1 1 0 0,1 1-1 0 0,-1 1 0 0 0,0-1 1 0 0,1 0-1 0 0,-1 1 1 0 0,0 0-1 0 0,0 0 1 0 0,0 0-1 0 0,0 1 1 0 0,-1-1-1 0 0,1 1 1 0 0,-1 0-1 0 0,1 0 0 0 0,-1 0 1 0 0,0 0-1 0 0,0 1 1 0 0,0-1-1 0 0,-1 1 1 0 0,1 0-1 0 0,-1 0 1 0 0,1 2-101 0 0,2 9 147 0 0,-1 0 0 0 0,-1 0 0 0 0,0 0 0 0 0,-1 1 0 0 0,0-1 0 0 0,-2 0 0 0 0,0 1 0 0 0,0 2-147 0 0,-1-9 31 0 0,-22 94 231 0 0,13-25-400 0 0,9-76 46 0 0,1-2-14 0 0,3 3-101 0 0,-2-2 172 0 0,0 1-1 0 0,0-1 1 0 0,0 0-1 0 0,0 0 1 0 0,0 0-1 0 0,1 0 1 0 0,-1 0-1 0 0,0 0 0 0 0,0-1 1 0 0,1 1-1 0 0,-1 0 1 0 0,0-1-1 0 0,1 1 1 0 0,-1-1-1 0 0,1 1 0 0 0,-1-1 1 0 0,1 0-1 0 0,-1 1 1 0 0,0-1-1 0 0,1 0 1 0 0,-1 0-1 0 0,1 0 0 0 0,-1 0 1 0 0,1 0-1 0 0,-1-1 1 0 0,1 1-1 0 0,-1 0 1 0 0,1-1-1 0 0,-1 1 1 0 0,1-1-1 0 0,-1 1 0 0 0,0-1 1 0 0,1 0-1 0 0,-1 1 1 0 0,0-1-1 0 0,0 0 1 0 0,1 0-1 0 0,-1 0 0 0 0,0 0 1 0 0,0 0-1 0 0,1-1 36 0 0,17-16-647 0 0,0-1 0 0 0,-1-1 0 0 0,-1-1 0 0 0,-1 0-1 0 0,-1-1 1 0 0,1-2 647 0 0,-3 4-662 0 0,8-14-1354 0 0,-1-2-1 0 0,-2 1 0 0 0,-1-2 0 0 0,-2 0 1 0 0,1-11 2016 0 0,-3 7-1616 0 0</inkml:trace>
  <inkml:trace contextRef="#ctx0" brushRef="#br0" timeOffset="4205.567">1825 332 1060 0 0,'-2'-10'1212'0'0,"1"10"-1026"0"0,0-1 1 0 0,1 1-1 0 0,0-1 1 0 0,-1 1-1 0 0,1-1 1 0 0,-1 1-1 0 0,1-1 0 0 0,0 1 1 0 0,-1-1-1 0 0,1 1 1 0 0,0-1-1 0 0,-1 0 0 0 0,1 1 1 0 0,0-1-1 0 0,0 1 1 0 0,0-1-1 0 0,-1 0 0 0 0,1 1 1 0 0,0-1-1 0 0,0 0 1 0 0,0 1-1 0 0,0-1 1 0 0,0 1-1 0 0,0-1 0 0 0,1 0 1 0 0,-1 1-1 0 0,0-1 1 0 0,0 0-1 0 0,0 1 0 0 0,0-1 1 0 0,1 1-1 0 0,-1-1 1 0 0,0 0-1 0 0,1 1 1 0 0,-1-1-1 0 0,0 1 0 0 0,1-1 1 0 0,-1 1-1 0 0,1-1 1 0 0,-1 1-1 0 0,1 0 0 0 0,-1-1 1 0 0,1 1-1 0 0,-1-1 1 0 0,1 1-1 0 0,-1 0 1 0 0,1 0-1 0 0,-1-1 0 0 0,1 1 1 0 0,0 0-1 0 0,-1 0 1 0 0,1 0-1 0 0,0-1 0 0 0,-1 1 1 0 0,1 0-1 0 0,-1 0 1 0 0,1 0-1 0 0,0 0 1 0 0,-1 0-1 0 0,1 0 0 0 0,0 0 1 0 0,-1 1-1 0 0,1-1 1 0 0,0 0-1 0 0,-1 0 0 0 0,1 0 1 0 0,-1 1-1 0 0,1-1 1 0 0,0 0-187 0 0,191 32 4988 0 0,-125-21-4089 0 0,51 2-268 0 0,-69-12-6132 0 0,-47-1 3846 0 0,-3-10-5444 0 0,-14 6 3756 0 0,6 2 1788 0 0</inkml:trace>
  <inkml:trace contextRef="#ctx0" brushRef="#br0" timeOffset="4379.298">2099 278 1664 0 0,'-24'12'4962'0'0,"6"29"-2938"0"0,14-28-1507 0 0,-65 254 4136 0 0,0-106-5236 0 0,62-147 45 0 0,-10 19-2072 0 0,-7-11-4038 0 0,20-21 5139 0 0</inkml:trace>
  <inkml:trace contextRef="#ctx0" brushRef="#br0" timeOffset="4692.539">1740 672 1756 0 0,'-38'-56'7339'0'0,"50"49"-2552"0"0,26 8-3071 0 0,-33-1-1446 0 0,329 0 5211 0 0,-134-16-4070 0 0,-92 16-1028 0 0,-107 0-401 0 0,-1 0-1 0 0,1 0 1 0 0,0 0 0 0 0,-1 0 0 0 0,1 0-1 0 0,-1 0 1 0 0,1 0 0 0 0,-1 0 0 0 0,1 0-1 0 0,0 0 1 0 0,-1 0 0 0 0,1 0 0 0 0,-1 0-1 0 0,1 1 1 0 0,-1-1 0 0 0,1 0 0 0 0,-1 0-1 0 0,1 1 1 0 0,-1-1 0 0 0,1 0 0 0 0,-1 1-1 0 0,1-1 1 0 0,-1 0 0 0 0,0 1 0 0 0,1-1-1 0 0,-1 1 1 0 0,0-1 0 0 0,1 1 0 0 0,-1-1-1 0 0,0 1 1 0 0,1-1 0 0 0,-1 1 0 0 0,0-1 0 0 0,0 1-1 0 0,0-1 1 0 0,1 1 0 0 0,-1 0 0 0 0,0-1-1 0 0,0 1 1 0 0,0-1 0 0 0,0 1 0 0 0,0-1-1 0 0,0 1 1 0 0,0 0 0 0 0,0-1 0 0 0,-1 1-1 0 0,1-1 1 0 0,0 1 0 0 0,0-1 0 0 0,0 1-1 0 0,0-1 1 0 0,-1 1 0 0 0,1-1 0 0 0,0 1-1 0 0,-1-1 1 0 0,1 1 0 0 0,0-1 0 0 0,-1 1-1 0 0,1-1 1 0 0,-1 1 18 0 0,-25 30-1434 0 0,-97 48-2472 0 0,-63-3-4102 0 0,71-38 3084 0 0,80-30 3388 0 0</inkml:trace>
  <inkml:trace contextRef="#ctx0" brushRef="#br0" timeOffset="4944.04">1745 863 1484 0 0,'1'0'140'0'0,"0"0"-1"0"0,-1 0 1 0 0,1 0-1 0 0,-1 0 1 0 0,1 0-1 0 0,-1 0 0 0 0,1-1 1 0 0,-1 1-1 0 0,1 0 1 0 0,0 0-1 0 0,-1 0 1 0 0,1 0-1 0 0,-1-1 1 0 0,1 1-1 0 0,-1 0 1 0 0,1-1-1 0 0,-1 1 1 0 0,0 0-1 0 0,1-1 1 0 0,-1 1-1 0 0,1-1 1 0 0,-1 1-1 0 0,0 0 1 0 0,1-1-1 0 0,-1 1 1 0 0,0-1-1 0 0,1 1 0 0 0,-1-1 1 0 0,0 1-1 0 0,0-1 1 0 0,0 1-1 0 0,1-1 1 0 0,-1 0-1 0 0,0 1 1 0 0,0-1-1 0 0,0 1 1 0 0,0-1-1 0 0,0 1 1 0 0,0-1-1 0 0,0 1 1 0 0,0-1-1 0 0,0 0 1 0 0,0 1-1 0 0,-1-1 1 0 0,1 1-1 0 0,0-1 1 0 0,0 1-1 0 0,0-1 1 0 0,-1 1-1 0 0,1-1 0 0 0,0 1 1 0 0,-1-1-1 0 0,1 1 1 0 0,0-1-1 0 0,-1 1 1 0 0,1 0-1 0 0,0-1 1 0 0,-1 1-1 0 0,1-1 1 0 0,-1 1-1 0 0,0 0-139 0 0,155-9 5421 0 0,-103 10-4588 0 0,116-1 1230 0 0,-17-22-2221 0 0,-153 33-7083 0 0,-41 18 3037 0 0,-39 22-24 0 0,54-28 2850 0 0</inkml:trace>
  <inkml:trace contextRef="#ctx0" brushRef="#br0" timeOffset="5369.596">1874 1057 944 0 0,'-6'14'8081'0'0,"8"8"-3788"0"0,-1-3-2194 0 0,-21 39-2821 0 0,90-151 58 0 0,-64 86 799 0 0,1 1 0 0 0,0 0 0 0 0,0 0 0 0 0,1 1 0 0 0,0 0 0 0 0,0 0 0 0 0,0 1 0 0 0,0 0 0 0 0,1 0 0 0 0,-1 1 0 0 0,1 0 0 0 0,0 0 0 0 0,0 1 0 0 0,0 1 0 0 0,0-1 0 0 0,0 1 0 0 0,1 1 0 0 0,-1 0 0 0 0,0 0 0 0 0,4 1-135 0 0,79 32 945 0 0,-62-17-411 0 0,-17-11-225 0 0,0 1 1 0 0,0 0-1 0 0,-1 1 1 0 0,0 1-1 0 0,-1 0 1 0 0,0 0-1 0 0,0 1 0 0 0,0 1 1 0 0,-1 0-1 0 0,-1 0 1 0 0,0 1-1 0 0,4 5-309 0 0,-12-13 57 0 0,0 0-1 0 0,0-1 1 0 0,0 1-1 0 0,0 0 1 0 0,-1-1 0 0 0,1 1-1 0 0,-1 0 1 0 0,0 0-1 0 0,1-1 1 0 0,-1 1-1 0 0,-1 0 1 0 0,1 0-1 0 0,0 0 1 0 0,-1-1-1 0 0,1 1 1 0 0,-1 0-1 0 0,0 0 1 0 0,0-1-1 0 0,0 1 1 0 0,0-1-1 0 0,0 1 1 0 0,-1-1-1 0 0,1 1 1 0 0,-1-1 0 0 0,0 0-1 0 0,1 0 1 0 0,-1 0-1 0 0,0 0 1 0 0,0 0-1 0 0,-1 0-56 0 0,-72 51 321 0 0,-46-25-680 0 0,114-29 289 0 0,-1 0-1 0 0,1 0 0 0 0,0-1 0 0 0,-1 1 0 0 0,1-2 0 0 0,0 1 0 0 0,0-1 0 0 0,0 0 0 0 0,0-1 0 0 0,1 1 0 0 0,-1-1 0 0 0,1-1 0 0 0,0 1 0 0 0,0-1 0 0 0,0-1 71 0 0,5 6-21 0 0,-12-12-686 0 0,0 0-1 0 0,1 0 1 0 0,1-2-1 0 0,0 1 1 0 0,1-1 0 0 0,0-1-1 0 0,1 0 1 0 0,0 0-1 0 0,2-1 1 0 0,-1 1 0 0 0,2-2-1 0 0,0-2 708 0 0,-5-63-6171 0 0,42-37 1181 0 0,-18 91 3720 0 0</inkml:trace>
  <inkml:trace contextRef="#ctx0" brushRef="#br0" timeOffset="5653.341">2670 342 2356 0 0,'8'5'583'0'0,"0"0"-1"0"0,-1 0 0 0 0,1 0 1 0 0,-1 1-1 0 0,-1 0 0 0 0,1 0 1 0 0,-1 1-1 0 0,0 0 0 0 0,0 0 1 0 0,-1 1-1 0 0,0-1 0 0 0,0 1 1 0 0,-1 1-583 0 0,8 15 918 0 0,-3 1 0 0 0,0 1-1 0 0,-1-1 1 0 0,-1 2 0 0 0,-2-1 0 0 0,0 8-918 0 0,16 243 5059 0 0,-39-149-4026 0 0,11-101-1149 0 0,-2 0-1 0 0,0-1 1 0 0,-2 0-1 0 0,-1 0 1 0 0,0-1 0 0 0,-2-1-1 0 0,-1 0 1 0 0,-1-1-1 0 0,-1-1 1 0 0,-1 0 0 0 0,-5 2 116 0 0,-6 5-1186 0 0,-2-2 0 0 0,0-1 0 0 0,-2-1 0 0 0,-1-2 0 0 0,-1-1 0 0 0,-1-2 0 0 0,0-2 0 0 0,-2-1 0 0 0,0-1 0 0 0,0-3 0 0 0,-14 2 1186 0 0,-115 9-4538 0 0,133-23 3212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00.484"/>
    </inkml:context>
    <inkml:brush xml:id="br0">
      <inkml:brushProperty name="width" value="0.05" units="cm"/>
      <inkml:brushProperty name="height" value="0.05" units="cm"/>
      <inkml:brushProperty name="color" value="#FFFFFF"/>
    </inkml:brush>
  </inkml:definitions>
  <inkml:trace contextRef="#ctx0" brushRef="#br0">0 5 908 0 0,'7'-5'9719'0'0,"24"19"-6042"0"0,-19-7-2817 0 0,24 4-4 0 0,1-1 1 0 0,0-2-1 0 0,0-1 0 0 0,1-2 1 0 0,-1-1-1 0 0,1-2 0 0 0,0-2 1 0 0,6-2-857 0 0,-37 2 110 0 0,57 0 471 0 0,108 0-1968 0 0,-169-13-1484 0 0,-93 46-5466 0 0,-12 3 1476 0 0,80-29 5187 0 0</inkml:trace>
  <inkml:trace contextRef="#ctx0" brushRef="#br0" timeOffset="202.851">326 136 1936 0 0,'-20'24'5711'0'0,"13"33"-3144"0"0,6-46-1995 0 0,-2 193 4861 0 0,-7 78-2968 0 0,-23-54-3503 0 0,10-146-2789 0 0,15-55 775 0 0,10-17-1392 0 0,2-16 1409 0 0,0-2 1711 0 0</inkml:trace>
  <inkml:trace contextRef="#ctx0" brushRef="#br0" timeOffset="546.433">834 1069 1580 0 0,'0'5'1816'0'0,"0"2"-284"0"0,-3 0-347 0 0,-1-2-153 0 0,-9 15-252 0 0,-3-4-184 0 0,-4-3-284 0 0,-2-3-296 0 0,6-1 8 0 0,-2-6-1392 0 0,-6 6 96 0 0,8-6-217 0 0,3-1 69 0 0,13-2 28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3:57.350"/>
    </inkml:context>
    <inkml:brush xml:id="br0">
      <inkml:brushProperty name="width" value="0.05" units="cm"/>
      <inkml:brushProperty name="height" value="0.05" units="cm"/>
      <inkml:brushProperty name="color" value="#FFFFFF"/>
    </inkml:brush>
  </inkml:definitions>
  <inkml:trace contextRef="#ctx0" brushRef="#br0">166 39 1612 0 0,'9'-38'6587'0'0,"-5"69"-2833"0"0,-19 161-1089 0 0,-61 174-597 0 0,-4 0-3214 0 0,73-317-727 0 0,7-48 1291 0 0,26-39-4232 0 0,17-66 10 0 0,-29 66 3257 0 0</inkml:trace>
  <inkml:trace contextRef="#ctx0" brushRef="#br0" timeOffset="499.027">235 177 2252 0 0,'0'-2'344'0'0,"1"-1"-1"0"0,-1 0 1 0 0,1 0 0 0 0,-1 0-1 0 0,1 1 1 0 0,0-1-1 0 0,0 0 1 0 0,0 1-1 0 0,0-1 1 0 0,1 0 0 0 0,-1 1-1 0 0,1 0 1 0 0,-1-1-1 0 0,1 1 1 0 0,0 0 0 0 0,0 0-1 0 0,0 0 1 0 0,0 0-1 0 0,0 0 1 0 0,1 1-1 0 0,-1-1 1 0 0,0 0 0 0 0,1 1-1 0 0,-1 0 1 0 0,1 0-1 0 0,2-1-343 0 0,76-6 3512 0 0,-72 8-3372 0 0,93 34 1022 0 0,-85-26-920 0 0,-9-4-151 0 0,1 0 1 0 0,-1 1 0 0 0,0 0 0 0 0,0 0-1 0 0,0 1 1 0 0,0 0 0 0 0,-1 0-1 0 0,0 1 1 0 0,-1 0 0 0 0,1 0-1 0 0,-1 1 1 0 0,-1-1 0 0 0,1 1-1 0 0,-1 1 1 0 0,-1-1 0 0 0,0 0-1 0 0,0 1 1 0 0,0 0 0 0 0,-1 0-1 0 0,-1 0 1 0 0,1 1 0 0 0,-2-1-1 0 0,1 1 1 0 0,-1 3-92 0 0,-1-2 8 0 0,0 0-1 0 0,-1 0 1 0 0,-1 0-1 0 0,0 0 1 0 0,0 0 0 0 0,-1 0-1 0 0,-1-1 1 0 0,1 1-1 0 0,-2-1 1 0 0,0 0 0 0 0,0 0-1 0 0,0-1 1 0 0,-1 1-1 0 0,-1-1 1 0 0,-3 3-8 0 0,-8 10-37 0 0,-2-1 0 0 0,0 0 0 0 0,-1-2 0 0 0,-1 0 0 0 0,-1-2 0 0 0,-1-1 0 0 0,0 0 0 0 0,-1-2 0 0 0,-1-1 0 0 0,0 0 0 0 0,0-2 0 0 0,-25 6 37 0 0,-64-2 539 0 0,114-15-437 0 0,1 0 40 0 0,0 0-53 0 0,-9 0 348 0 0,122 69 634 0 0,54 45-281 0 0,-58-32-539 0 0,-62-41-2132 0 0,-46-40 981 0 0,8 4-1494 0 0,-4-6-1573 0 0,1-3-3301 0 0,41-50 4744 0 0,-32 23 1298 0 0</inkml:trace>
  <inkml:trace contextRef="#ctx0" brushRef="#br0" timeOffset="760.1">805 256 2240 0 0,'19'-2'6338'0'0,"12"13"-2950"0"0,-21-6-2773 0 0,143 26 4671 0 0,-84-29-8230 0 0,-69-2 2668 0 0,-1 0 1 0 0,1 0-1 0 0,0 0 1 0 0,0-1-1 0 0,-1 1 0 0 0,1 0 1 0 0,0 0-1 0 0,0-1 1 0 0,-1 1-1 0 0,1 0 1 0 0,0 0-1 0 0,0-1 1 0 0,0 1-1 0 0,0 0 1 0 0,0-1-1 0 0,0 1 1 0 0,-1 0-1 0 0,1 0 1 0 0,0-1-1 0 0,0 1 0 0 0,0 0 1 0 0,0-1-1 0 0,0 1 1 0 0,0 0-1 0 0,0-1 1 0 0,0 1-1 0 0,0 0 1 0 0,0-1-1 0 0,0 1 1 0 0,1 0-1 0 0,-1 0 1 0 0,0-1-1 0 0,0 1 1 0 0,0 0-1 0 0,0-1 0 0 0,0 1 1 0 0,0 0-1 0 0,1-1 276 0 0,-6 3-1558 0 0,-1-1-20 0 0</inkml:trace>
  <inkml:trace contextRef="#ctx0" brushRef="#br0" timeOffset="1011.814">1061 301 916 0 0,'-8'8'405'0'0,"1"0"0"0"0,0 1 1 0 0,1 0-1 0 0,0 0 0 0 0,0 0 0 0 0,1 1 0 0 0,0-1 0 0 0,0 1 0 0 0,1 1 1 0 0,1-1-1 0 0,0 1 0 0 0,0-1 0 0 0,0 9-405 0 0,0-11 217 0 0,-58 227 3920 0 0,10-67-4124 0 0,45-153-69 0 0,4-8-456 0 0,-1 0 0 0 0,0-1 0 0 0,0 1 1 0 0,0-1-1 0 0,-1 1 0 0 0,0-1 1 0 0,0 0-1 0 0,0-1 0 0 0,-1 1 0 0 0,0-1 1 0 0,0 0-1 0 0,-1 1 512 0 0,0-3-113 0 0</inkml:trace>
  <inkml:trace contextRef="#ctx0" brushRef="#br0" timeOffset="1166.801">805 957 5489 0 0,'1'0'203'0'0,"-1"0"0"0"0,1 1 1 0 0,0-1-1 0 0,-1 0 0 0 0,1 0 1 0 0,0 1-1 0 0,-1-1 0 0 0,1 1 1 0 0,-1-1-1 0 0,1 0 0 0 0,0 1 1 0 0,-1-1-1 0 0,0 1 0 0 0,1-1 1 0 0,-1 1-1 0 0,1 0 0 0 0,-1-1 1 0 0,1 1-1 0 0,-1-1 1 0 0,0 1-1 0 0,1 0 0 0 0,-1-1 1 0 0,0 1-1 0 0,0 0 0 0 0,0-1 1 0 0,1 1-1 0 0,-1 0 0 0 0,0-1 1 0 0,0 1-1 0 0,0 0 0 0 0,0-1 1 0 0,0 1-1 0 0,0 0 0 0 0,0 0 1 0 0,-1-1-1 0 0,1 1 1 0 0,0 0-1 0 0,0-1 0 0 0,0 1 1 0 0,-1 0-1 0 0,1-1 0 0 0,0 1 1 0 0,-1-1-1 0 0,1 1 0 0 0,0 0 1 0 0,-1-1-1 0 0,1 1-203 0 0,141-24 2454 0 0,40-19-1220 0 0,-65 21-4973 0 0,54 21-7909 0 0,-148 0 10145 0 0</inkml:trace>
  <inkml:trace contextRef="#ctx0" brushRef="#br0" timeOffset="1590.139">1925 131 2128 0 0,'5'-77'9404'0'0,"-20"60"-7961"0"0,-29 13 201 0 0,-42 45-358 0 0,59-22-1081 0 0,0 1 0 0 0,2 1 0 0 0,1 1-1 0 0,0 1 1 0 0,2 1 0 0 0,1 1-1 0 0,1 1 1 0 0,1 1 0 0 0,1 1-1 0 0,1 0 1 0 0,2 1 0 0 0,-6 16-205 0 0,7-11 106 0 0,1 0 1 0 0,2 1 0 0 0,1 0 0 0 0,1 1-1 0 0,3 0 1 0 0,0 0 0 0 0,3 0 0 0 0,0 16-107 0 0,18 25 214 0 0,-14-71-193 0 0,0-1 0 0 0,1 0 0 0 0,-1 0 0 0 0,1 0 0 0 0,0 0 0 0 0,0 0 0 0 0,0 0 0 0 0,1 0 0 0 0,0-1 0 0 0,0 1 0 0 0,0-1 0 0 0,0 0 0 0 0,1 0 0 0 0,0 0 0 0 0,-1 0 0 0 0,1-1 0 0 0,1 1 0 0 0,-1-1 0 0 0,0 0 0 0 0,1 0 0 0 0,0-1 0 0 0,0 0 0 0 0,-1 1 0 0 0,1-1 0 0 0,0-1 0 0 0,1 1 0 0 0,-1-1 0 0 0,0 0 0 0 0,0 0 0 0 0,1-1 0 0 0,-1 1 0 0 0,0-1 0 0 0,1 0 0 0 0,-1-1 0 0 0,0 1 0 0 0,1-1-1 0 0,0 0-19 0 0,7-3-179 0 0,0-1 0 0 0,0 0 0 0 0,0-1 0 0 0,0-1 0 0 0,-1 1 0 0 0,0-2 0 0 0,-1 0 0 0 0,0 0 0 0 0,0-1 0 0 0,0-1 1 0 0,-1 1-1 0 0,-1-2 0 0 0,0 1 0 0 0,0-1 0 0 0,-1-1 0 0 0,0 1 0 0 0,-1-2 0 0 0,-1 1 178 0 0,5-13-965 0 0,16-45-2436 0 0,-20 19-3676 0 0,-23 20 4315 0 0,4 10 1787 0 0</inkml:trace>
  <inkml:trace contextRef="#ctx0" brushRef="#br0" timeOffset="1887.187">1787 544 2284 0 0,'-71'-17'8731'0'0,"70"17"-7816"0"0,1 0 9 0 0,0 0-81 0 0,0 0-21 0 0,-8 9 600 0 0,13-4 754 0 0,156-31 1454 0 0,53 15-1702 0 0,-211 12-1906 0 0,0 0 1 0 0,0 1-1 0 0,0-1 1 0 0,0 1-1 0 0,-1-1 1 0 0,1 1-1 0 0,0 0 0 0 0,-1 0 1 0 0,1 0-1 0 0,-1 0 1 0 0,0 1-1 0 0,0-1 1 0 0,0 1-1 0 0,0-1 1 0 0,0 1-1 0 0,-1 0 0 0 0,1 0 1 0 0,-1-1-1 0 0,1 1 1 0 0,-1 0-1 0 0,0 0 1 0 0,0 1-1 0 0,-1-1 1 0 0,1 1-23 0 0,2 98 245 0 0,-26 23-1579 0 0,18-90-421 0 0,0 3-705 0 0,4-11-4508 0 0,1-25 5322 0 0,0-2-86 0 0,3 11-1539 0 0,-3-11 2301 0 0,4-9-758 0 0,-1 3 413 0 0</inkml:trace>
  <inkml:trace contextRef="#ctx0" brushRef="#br0" timeOffset="2377.273">2342 143 2068 0 0,'3'-4'7701'0'0,"1"23"-4478"0"0,-4 175 1825 0 0,-70 315-2406 0 0,61-397-4732 0 0,4-96 436 0 0,5-27-1433 0 0,47-187-238 0 0,-24 124 3598 0 0,-22 69-67 0 0,1 1-1 0 0,-1-1 1 0 0,1 1 0 0 0,0 0 0 0 0,1-1-1 0 0,-1 1 1 0 0,1 0 0 0 0,-1 0 0 0 0,1 0-1 0 0,1 1 1 0 0,-1-1 0 0 0,0 1-1 0 0,1 0 1 0 0,0 0 0 0 0,0 0 0 0 0,0 0-1 0 0,0 1 1 0 0,0-1 0 0 0,0 1 0 0 0,0 0-1 0 0,3 0-205 0 0,99-32 2784 0 0,97-25-332 0 0,-173 47-2591 0 0,6-4-2043 0 0,-18-4-4826 0 0,-1-24-86 0 0,-14 32 6434 0 0,5-16-888 0 0</inkml:trace>
  <inkml:trace contextRef="#ctx0" brushRef="#br0" timeOffset="2631.903">2889 94 2260 0 0,'0'4'4463'0'0,"-2"12"-2577"0"0,2-9-877 0 0,-4 226 5874 0 0,-7-102-5644 0 0,-22 243-302 0 0,27-329-1952 0 0,2-26-695 0 0,1 1-3369 0 0,20-19-1819 0 0,-11-6 5259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11.934"/>
    </inkml:context>
    <inkml:brush xml:id="br0">
      <inkml:brushProperty name="width" value="0.05" units="cm"/>
      <inkml:brushProperty name="height" value="0.05" units="cm"/>
      <inkml:brushProperty name="color" value="#FFFFFF"/>
    </inkml:brush>
  </inkml:definitions>
  <inkml:trace contextRef="#ctx0" brushRef="#br0">413 72 836 0 0,'3'0'1196'0'0,"10"0"-128"0"0,-9-4-36 0 0,1-20 1508 0 0,20-8-1141 0 0,-20 20 1335 0 0,-12 18-1111 0 0,-13 18-758 0 0,-133 190 1113 0 0,-28 118-982 0 0,159-278-926 0 0,2 1 0 0 0,3 0 1 0 0,3 1-1 0 0,1 1 0 0 0,3 6-70 0 0,6-47 24 0 0,1 1-1 0 0,1-1 1 0 0,1 1-1 0 0,0 0 1 0 0,1-1-1 0 0,1 1 1 0 0,3 15-24 0 0,2 5-71 0 0,1 0 0 0 0,3-1 0 0 0,0 0 0 0 0,3-1 0 0 0,1 0 0 0 0,1-1 0 0 0,2-1 0 0 0,1 0 1 0 0,2-2-1 0 0,1 0 0 0 0,1-1 0 0 0,2-1 0 0 0,7 6 71 0 0,-24-29-308 0 0,0-1 1 0 0,1 1-1 0 0,0-1 0 0 0,0 0 1 0 0,0-1-1 0 0,1 0 1 0 0,0 0-1 0 0,-1-1 1 0 0,1 0-1 0 0,1-1 0 0 0,3 1 308 0 0,49 18-4110 0 0,12 3-953 0 0,-54-19 3435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29:03.462"/>
    </inkml:context>
    <inkml:brush xml:id="br0">
      <inkml:brushProperty name="width" value="0.05" units="cm"/>
      <inkml:brushProperty name="height" value="0.05" units="cm"/>
      <inkml:brushProperty name="color" value="#FFFFFF"/>
    </inkml:brush>
  </inkml:definitions>
  <inkml:trace contextRef="#ctx0" brushRef="#br0">1 98 1196 0 0,'0'-4'605'0'0,"0"-11"110"0"0,0 12-44 0 0,0 3 48 0 0,0 0-64 0 0,0-4-60 0 0,21-45 1951 0 0,-10 29 2558 0 0,-4 27-3571 0 0,21 358 199 0 0,-14-79-1489 0 0,-14 620 694 0 0,-21-853-1168 0 0,14 123-361 0 0,7-136-718 0 0,0-38 833 0 0,0 0-337 0 0,0 4 605 0 0,-2-4-3202 0 0,-5-2 2460 0 0,5 0-4462 0 0,2 0 3982 0 0</inkml:trace>
  <inkml:trace contextRef="#ctx0" brushRef="#br0" timeOffset="2190.927">11 9 1964 0 0,'0'0'994'0'0,"0"0"-55"0"0,0 0-84 0 0,0 0-79 0 0,0 0-67 0 0,0 0-33 0 0,0 0-16 0 0,0 0-2 0 0,0 0-38 0 0,0 0 11 0 0,0 0-56 0 0,0 0-21 0 0,0 0 15 0 0,0 0-73 0 0,0 0-44 0 0,0 0-60 0 0,0 0 40 0 0,0 0 39 0 0,5-2-55 0 0,16-5-24 0 0,21 11 2477 0 0,-41-4-2502 0 0,20 0 622 0 0,141 0 1218 0 0,-88 23-1771 0 0,242-23 150 0 0,-272-13-618 0 0,27 9-148 0 0,45 4-405 0 0,-115 0 550 0 0,31 0-527 0 0,124 0-683 0 0,-155 0 1205 0 0,11 0 50 0 0,-9 0 7 0 0,-2-1 27 0 0,0 1 1 0 0,0 0 0 0 0,0-1-1 0 0,1 1 1 0 0,-1 0 0 0 0,0-1-1 0 0,0 1 1 0 0,1 0 0 0 0,-1 0-1 0 0,0 0 1 0 0,0 0 0 0 0,1 0-1 0 0,-1 0 1 0 0,0 1 0 0 0,0-1 0 0 0,1 0-1 0 0,-1 1 1 0 0,0-1 0 0 0,0 1-1 0 0,0-1 1 0 0,0 1 0 0 0,0-1-1 0 0,0 1 1 0 0,0 0 0 0 0,0 0-1 0 0,0-1 1 0 0,0 1 0 0 0,0 0-1 0 0,0 0 1 0 0,0 0 0 0 0,0 0 0 0 0,-1 0-1 0 0,1 0 1 0 0,0 1-45 0 0,21 45 399 0 0,120 200 41 0 0,-100-186-508 0 0,17 37 127 0 0,17 14-880 0 0,-59-88 507 0 0,-17-21 330 0 0,0 1 0 0 0,0-1-1 0 0,0 1 1 0 0,0-1 0 0 0,-1 1-1 0 0,0-1 1 0 0,0 1 0 0 0,0-1-1 0 0,0 1 1 0 0,0-1 0 0 0,-1 0-1 0 0,1 0 1 0 0,-1 0 0 0 0,0 1-1 0 0,0-2 1 0 0,0 1 0 0 0,-1 0 0 0 0,1 0-1 0 0,0-1 1 0 0,-1 1 0 0 0,0-1-1 0 0,0 1-15 0 0,0 0 15 0 0,-104 140-215 0 0,10 12-911 0 0,58-108 78 0 0,38-47 779 0 0,1 0 27 0 0,0 0 44 0 0,0 0-31 0 0,0 0-11 0 0,0 0 7 0 0,-23 15-2823 0 0,21-20-3531 0 0,-2-7 1849 0 0,3 7 3545 0 0</inkml:trace>
  <inkml:trace contextRef="#ctx0" brushRef="#br0" timeOffset="4712.932">174 1030 1556 0 0,'0'0'884'0'0,"0"0"-66"0"0,0 0-78 0 0,0 0-49 0 0,0 0 4 0 0,0 0-40 0 0,0 0-105 0 0,0 0-11 0 0,0 0-21 0 0,0 0-33 0 0,0 0-19 0 0,0 0-26 0 0,0 0-11 0 0,0 0-63 0 0,0 0 14 0 0,0 0 14 0 0,0 0-18 0 0,0 0-59 0 0,0 0-39 0 0,0 0 35 0 0,0 0-4 0 0,0 0-21 0 0,0 0-44 0 0,0 0-9 0 0,0 0 38 0 0,0 0-46 0 0,0 0-52 0 0,0 0 45 0 0,0 0-14 0 0,0 0 102 0 0,0 0-22 0 0,0 0 1 0 0,0 0-7 0 0,0 0-27 0 0,0 0-28 0 0,0 0-11 0 0,1-12 356 0 0,44 3 1224 0 0,26 2-1188 0 0,-70 7-525 0 0,24 0 171 0 0,506 0 478 0 0,-499 10-982 0 0,-4-1 398 0 0,-15-5-177 0 0,29 12-140 0 0,15-8 20 0 0,-36-8 12 0 0,-5 0 4 0 0,-15 0 191 0 0,10 0-6 0 0,6 0-162 0 0,-15 0 78 0 0,-2 0 38 0 0,0 0 64 0 0,0 0 4 0 0,11 0-278 0 0,26-18-1142 0 0,2 13 1056 0 0,-38 5 294 0 0,-1 0-59 0 0,0 0 62 0 0,0 0 5 0 0,0 0-30 0 0,0 0-4 0 0,0 0 8 0 0,11 0 538 0 0,1 4 381 0 0,-9 14-789 0 0,1-1 0 0 0,1 0 1 0 0,1 0-1 0 0,0-1 0 0 0,1 0 0 0 0,1 0 0 0 0,0 0 1 0 0,1-1-1 0 0,5 6-114 0 0,-4-4 79 0 0,66 109-114 0 0,-27-49 92 0 0,-24-46-597 0 0,-28-13 446 0 0,-5-8 88 0 0,-15 22-100 0 0,-37 54 139 0 0,-5 30-225 0 0,23-30-1051 0 0,-7 9-313 0 0,40-81 682 0 0,7-12-3299 0 0,2-1-4110 0 0,0-1 6941 0 0</inkml:trace>
  <inkml:trace contextRef="#ctx0" brushRef="#br0" timeOffset="6122.689">17 1832 1280 0 0,'0'0'882'0'0,"0"0"-106"0"0,0 0-52 0 0,0 0-84 0 0,0 0-38 0 0,0 0 18 0 0,0 0-39 0 0,0 0-57 0 0,0 0-18 0 0,0 0-36 0 0,0 0-7 0 0,0 0-52 0 0,0 0 8 0 0,0 0-27 0 0,0 0 56 0 0,0 0-46 0 0,0 0-56 0 0,0 0-12 0 0,0 0 11 0 0,0 0-37 0 0,0 0 1 0 0,0 0-34 0 0,0 0-73 0 0,0 0 57 0 0,0 0-49 0 0,0 0 15 0 0,0 0-58 0 0,0 0 10 0 0,0 0 10 0 0,0 0-43 0 0,0 0-27 0 0,0 0 58 0 0,0 0 3 0 0,0 0 112 0 0,0 0-54 0 0,0 0-27 0 0,0 0 47 0 0,0 0-40 0 0,0 0-30 0 0,4-9 286 0 0,238 11 2572 0 0,-188 8-2731 0 0,5 6-157 0 0,51-6 104 0 0,1-5 0 0 0,60-6-260 0 0,-44-1 95 0 0,79 2-174 0 0,-204 0 86 0 0,8 0-60 0 0,-10 0-48 0 0,1 0-1 0 0,-1 0 0 0 0,1 0 0 0 0,0 0 0 0 0,-1 0 0 0 0,1 0 0 0 0,-1 0 0 0 0,1 0 0 0 0,-1 0 0 0 0,1 0 0 0 0,-1 0 0 0 0,1 1 0 0 0,-1-1 0 0 0,1 0 0 0 0,-1 0 0 0 0,1 0 0 0 0,-1 1 0 0 0,1-1 0 0 0,-1 0 0 0 0,1 1 0 0 0,-1-1 0 0 0,1 0 0 0 0,-1 1 0 0 0,0-1 1 0 0,1 1-1 0 0,-1-1 0 0 0,0 1 0 0 0,1-1 0 0 0,-1 0 0 0 0,0 1 0 0 0,1-1 0 0 0,-1 1 0 0 0,0-1 0 0 0,0 1 0 0 0,0 0 0 0 0,0-1 0 0 0,0 1 0 0 0,1-1 0 0 0,-1 1 0 0 0,0-1 0 0 0,0 1 0 0 0,0-1 0 0 0,0 1 0 0 0,0-1 0 0 0,-1 1 0 0 0,1 0 0 0 0,0-1 0 0 0,0 1 0 0 0,0-1 1 0 0,0 1-1 0 0,-1-1 0 0 0,1 1 0 0 0,0-1 102 0 0,-62 24-10387 0 0,57-27 9021 0 0,-14-11 16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29:16.652"/>
    </inkml:context>
    <inkml:brush xml:id="br0">
      <inkml:brushProperty name="width" value="0.05" units="cm"/>
      <inkml:brushProperty name="height" value="0.05" units="cm"/>
      <inkml:brushProperty name="color" value="#FFFFFF"/>
    </inkml:brush>
  </inkml:definitions>
  <inkml:trace contextRef="#ctx0" brushRef="#br0">21 67 1256 0 0,'0'0'1309'0'0,"0"0"-162"0"0,-3 0-62 0 0,-14-16 1096 0 0,17 12-1156 0 0,0 4-139 0 0,0 0-59 0 0,0 0-84 0 0,0 0-84 0 0,0 0-11 0 0,0 0 156 0 0,0 0-53 0 0,0 0-11 0 0,0 0-55 0 0,0 0-34 0 0,0 0-64 0 0,0 0 20 0 0,0 0-61 0 0,0 0-19 0 0,0 0 0 0 0,0 0-34 0 0,0 0-51 0 0,0 0-10 0 0,0 0 35 0 0,0 0-31 0 0,0 0-43 0 0,0 0-48 0 0,0 0 13 0 0,0 0 23 0 0,0 0 6 0 0,0 0-38 0 0,0-5 20 0 0,0 0-319 0 0,0 5-29 0 0,0-1 1 0 0,-1 0-1 0 0,1 1 0 0 0,0-1 0 0 0,0 0 1 0 0,0 1-1 0 0,0-1 0 0 0,0 1 1 0 0,0-1-1 0 0,0 0 0 0 0,0 1 0 0 0,1-1 1 0 0,-1 0-1 0 0,0 1 0 0 0,0-1 0 0 0,0 1 1 0 0,1-1-1 0 0,-1 0 0 0 0,0 1 1 0 0,1-1-1 0 0,-1 1 0 0 0,0-1 0 0 0,1 1 1 0 0,-1-1-1 0 0,1 1 0 0 0,-1-1 0 0 0,1 1 1 0 0,-1 0-1 0 0,1-1 0 0 0,-1 1 0 0 0,1 0 1 0 0,-1-1-1 0 0,1 1 0 0 0,0 0 1 0 0,-1 0-1 0 0,1-1 0 0 0,-1 1 0 0 0,1 0 1 0 0,0 0-1 0 0,-1 0 0 0 0,1 0 0 0 0,0 0 1 0 0,-1 0-1 0 0,1 0 0 0 0,-1 0 0 0 0,1 0 1 0 0,0 0-1 0 0,-1 0 0 0 0,1 0 1 0 0,0 1-1 0 0,-1-1 0 0 0,1 0 0 0 0,-1 0 1 0 0,1 1-1 0 0,0-1-21 0 0,142-1 1865 0 0,-5-17-1374 0 0,-67 20-360 0 0,8 12-19 0 0,532-14 362 0 0,-555 29-454 0 0,54-26 77 0 0,-62 16-81 0 0,-10-9 39 0 0,-38-10-92 0 0,0 0 12 0 0,0 0-38 0 0,0 0-63 0 0,0 0-51 0 0,0 0-98 0 0,0 0-122 0 0,0 0-111 0 0,9 0 112 0 0,0-2-3352 0 0,-15-3-9417 0 0,-6 6 7048 0 0,8 1 4463 0 0</inkml:trace>
  <inkml:trace contextRef="#ctx0" brushRef="#br0" timeOffset="839.098">808 36 1580 0 0,'-1'4'8038'0'0,"0"9"-4333"0"0,3 33-1321 0 0,-2 147 536 0 0,-20-16-1985 0 0,-3 195 270 0 0,23-43-700 0 0,0 86-2062 0 0,0-413 1027 0 0,0-2-158 0 0,-6 10-3711 0 0,9-40-5331 0 0,0 21 7929 0 0,-2 0 270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29:10.910"/>
    </inkml:context>
    <inkml:brush xml:id="br0">
      <inkml:brushProperty name="width" value="0.05" units="cm"/>
      <inkml:brushProperty name="height" value="0.05" units="cm"/>
      <inkml:brushProperty name="color" value="#FFFFFF"/>
    </inkml:brush>
  </inkml:definitions>
  <inkml:trace contextRef="#ctx0" brushRef="#br0">81 85 1448 0 0,'0'0'1025'0'0,"0"0"-85"0"0,0 0-64 0 0,0-3-90 0 0,0-11-88 0 0,0 10-2 0 0,0 4-82 0 0,-4-5 18 0 0,-11-17-38 0 0,15 21-486 0 0,1 1-1 0 0,-1 0 1 0 0,0 0-1 0 0,0 0 1 0 0,1 0-1 0 0,-1-1 1 0 0,0 1-1 0 0,0 0 1 0 0,1 0-1 0 0,-1-1 1 0 0,0 1-1 0 0,0 0 1 0 0,0 0-1 0 0,1-1 1 0 0,-1 1-1 0 0,0 0 1 0 0,0-1-1 0 0,0 1 1 0 0,0 0-1 0 0,0 0 1 0 0,0-1-1 0 0,0 1 1 0 0,0 0-1 0 0,0-1 1 0 0,1 1-1 0 0,-1 0 0 0 0,-1-1 1 0 0,1 1-1 0 0,0 0 1 0 0,0-1-1 0 0,0 1 1 0 0,0 0-1 0 0,0-1 1 0 0,0 1-1 0 0,0 0 1 0 0,0-1-1 0 0,0 1 1 0 0,-1 0-108 0 0,15 100 3037 0 0,-8 184-696 0 0,-22-121-1924 0 0,-11 320 394 0 0,24-15-1725 0 0,3-466 427 0 0,0-2-112 0 0,-10 3-3568 0 0,13-40-5686 0 0,-3 30 8593 0 0</inkml:trace>
  <inkml:trace contextRef="#ctx0" brushRef="#br0" timeOffset="1679.462">113 8 1556 0 0,'0'0'3227'0'0,"-1"-7"5374"0"0,16 10-5527 0 0,51 21-492 0 0,58-8-993 0 0,169-14-515 0 0,-237 23-966 0 0,4-23 52 0 0,739-2-728 0 0,-732-16 408 0 0,-21 12 2 0 0,-44 4 128 0 0,-2 0 36 0 0,29 0 16 0 0,-28 0-14 0 0,0 1 1 0 0,0-1-1 0 0,0 0 1 0 0,0 1-1 0 0,0-1 1 0 0,0 1-1 0 0,0-1 1 0 0,-1 1-1 0 0,1-1 1 0 0,0 1-1 0 0,0-1 1 0 0,-1 1-1 0 0,1 0 1 0 0,0-1 0 0 0,-1 1-1 0 0,1 0 1 0 0,-1 0-1 0 0,1 0 1 0 0,-1-1-1 0 0,1 1 1 0 0,-1 0-1 0 0,1 0 1 0 0,-1 0-1 0 0,0 0 1 0 0,0 0-1 0 0,1 0 1 0 0,-1 0-1 0 0,0 0 1 0 0,0 0-1 0 0,0 0 1 0 0,0 0 0 0 0,0 0-1 0 0,0 0 1 0 0,0-1-1 0 0,0 1 1 0 0,-1 0-1 0 0,1 0 1 0 0,0 0-1 0 0,-1 0 1 0 0,1 0-1 0 0,0 0 1 0 0,-1 0-1 0 0,1 0 1 0 0,-1-1-1 0 0,1 1 1 0 0,-1 0-1 0 0,0 0 1 0 0,0 0-9 0 0,-2 221 373 0 0,-16 43-221 0 0,19 532-459 0 0,0-443-4617 0 0,-14-339 2844 0 0,5-14-4493 0 0,-5-15 2889 0 0,10 11 2054 0 0,-3-2 259 0 0</inkml:trace>
  <inkml:trace contextRef="#ctx0" brushRef="#br0" timeOffset="4248.622">14 1436 1128 0 0,'0'0'194'0'0,"0"0"27"0"0,0 0 100 0 0,0 0-113 0 0,0 0-54 0 0,0 0 18 0 0,0 0 120 0 0,0 0-30 0 0,0 0-36 0 0,0 0-33 0 0,0 0 5 0 0,0 0 59 0 0,0 0-13 0 0,0 0-11 0 0,0 0 30 0 0,0 0 6 0 0,0 0-59 0 0,0 0 33 0 0,0 0-98 0 0,0 0-40 0 0,0 0 55 0 0,0 0-6 0 0,0 0 20 0 0,0 0 55 0 0,0 0-7 0 0,0 0-67 0 0,0 0-8 0 0,0 0 36 0 0,0 0 6 0 0,0 0-9 0 0,0 0-100 0 0,0 0 80 0 0,0 0 4 0 0,0 0-26 0 0,0 0-54 0 0,0 0 19 0 0,0 0 6 0 0,0 0 11 0 0,0 0 23 0 0,0 0-52 0 0,0 0-29 0 0,0 0 64 0 0,0 0 6 0 0,0 0 0 0 0,0 0-64 0 0,0 0 7 0 0,0 0 44 0 0,-1 3-19 0 0,4 55 442 0 0,-3-58-542 0 0,0 0-9 0 0,0 0-5 0 0,0 0 25 0 0,0 0-4 0 0,0 40 85 0 0,0-38-38 0 0,0 62-130 0 0,0-63 100 0 0,0-1-42 0 0,0 34 25 0 0,0 29 112 0 0,-8-45 337 0 0,7-18-444 0 0,-5 18 109 0 0,6-17 16 0 0,1 1-1 0 0,0-1 1 0 0,-1 1 0 0 0,1-1 0 0 0,0 0-1 0 0,0 0 1 0 0,0 1 0 0 0,0-1-1 0 0,0 0 1 0 0,0 0 0 0 0,0 0 0 0 0,0 0-1 0 0,0 0 1 0 0,1 0 0 0 0,-1 0-1 0 0,0 0 1 0 0,1-1 0 0 0,-1 1 0 0 0,0 0-1 0 0,1-1 1 0 0,-1 1 0 0 0,1-1-1 0 0,-1 0 1 0 0,1 1 0 0 0,-1-1 0 0 0,1 0-1 0 0,-1 0 1 0 0,1 0 0 0 0,-1 0-1 0 0,1 0 1 0 0,0 0 0 0 0,-1-1 0 0 0,1 1-1 0 0,-1 0 1 0 0,0-1 0 0 0,1 1-137 0 0,90-3 2765 0 0,-44-10-1915 0 0,278 11 1621 0 0,-158 14-1745 0 0,117-12-112 0 0,-181 16-574 0 0,-26 1 14 0 0,4-17-42 0 0,267-1-2194 0 0,-337-11-478 0 0,-22 9-1963 0 0,-35 17-1587 0 0,-38 10 2162 0 0,55-19 2700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29:18.987"/>
    </inkml:context>
    <inkml:brush xml:id="br0">
      <inkml:brushProperty name="width" value="0.05" units="cm"/>
      <inkml:brushProperty name="height" value="0.05" units="cm"/>
      <inkml:brushProperty name="color" value="#FFFFFF"/>
    </inkml:brush>
  </inkml:definitions>
  <inkml:trace contextRef="#ctx0" brushRef="#br0">44 4 1936 0 0,'0'0'1086'0'0,"0"0"-30"0"0,0 0-113 0 0,0 0-109 0 0,0 0-51 0 0,0 0 5 0 0,-3 0-78 0 0,-29 6 5368 0 0,23-3-6505 0 0,68-6 5278 0 0,77-5-2888 0 0,52 6-453 0 0,-43 15-912 0 0,139 22 124 0 0,-133-12-712 0 0,-91-22 102 0 0,3 2-51 0 0,-1 13-56 0 0,-28-13-80 0 0,-33-3 35 0 0,32 0 101 0 0,261 0 272 0 0,-293 0-342 0 0,26 0-505 0 0,-25 0 480 0 0,-2 0-19 0 0,0 0-74 0 0,0 0 4 0 0,9 1-470 0 0,-13-2-730 0 0,-68 12-8068 0 0,57-6 8135 0 0,-92 20-6640 0 0,91-23 6513 0 0</inkml:trace>
  <inkml:trace contextRef="#ctx0" brushRef="#br0" timeOffset="1149.129">846 39 1868 0 0,'0'-3'2571'0'0,"-7"-1"3040"0"0,15 56-2504 0 0,-2 216-677 0 0,-6 195-1368 0 0,-9-392-785 0 0,9 164-136 0 0,-9-212-81 0 0,9 260 79 0 0,0-282-89 0 0,0 24-60 0 0,-7 17-246 0 0,4-19-253 0 0,-4-14-14 0 0,13-16-1322 0 0,-6-14-8753 0 0,0 17 9087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29:26.506"/>
    </inkml:context>
    <inkml:brush xml:id="br0">
      <inkml:brushProperty name="width" value="0.05" units="cm"/>
      <inkml:brushProperty name="height" value="0.05" units="cm"/>
      <inkml:brushProperty name="color" value="#FFFFFF"/>
    </inkml:brush>
  </inkml:definitions>
  <inkml:trace contextRef="#ctx0" brushRef="#br0">20 1 2400 0 0,'0'0'1043'0'0,"0"0"-94"0"0,0 0-68 0 0,0 0-66 0 0,0 0-74 0 0,0 0-65 0 0,0 0-43 0 0,0 0-12 0 0,0 0-50 0 0,0 0-37 0 0,0 0 58 0 0,7 2 54 0 0,-2 0-510 0 0,-4-2-96 0 0,0 0 0 0 0,1 0 0 0 0,-1 0 0 0 0,0 1 0 0 0,0-1 0 0 0,1 1 0 0 0,-1-1 0 0 0,0 1 0 0 0,0-1 0 0 0,0 1 0 0 0,0 0 0 0 0,0 0 0 0 0,0-1 0 0 0,0 1 0 0 0,0 0 0 0 0,0 0 0 0 0,0 0 0 0 0,0 0 0 0 0,0 0 0 0 0,0 0 0 0 0,-1 0 0 0 0,1 0 0 0 0,-1 1 0 0 0,1-1 0 0 0,-1 0 0 0 0,1 0 0 0 0,-1 1 0 0 0,1-1 0 0 0,-1 0 0 0 0,0 0 0 0 0,0 1 0 0 0,0-1 0 0 0,0 1-40 0 0,0 177 2424 0 0,0 91-1204 0 0,0-222-950 0 0,-14 95 119 0 0,14 220 279 0 0,-12-265-556 0 0,12 293-186 0 0,-9-343 229 0 0,9 72-593 0 0,-8-85 376 0 0,8 74 428 0 0,0-108-394 0 0,-3 24-1229 0 0,-9-19 91 0 0,11-24-5413 0 0,3 4 5056 0 0,3-28-1581 0 0,8 9 1645 0 0</inkml:trace>
  <inkml:trace contextRef="#ctx0" brushRef="#br0" timeOffset="2958.569">50 45 1792 0 0,'16'-14'15894'0'0,"-5"16"-14292"0"0,-7-2-3203 0 0,41 31 3556 0 0,87 90-17 0 0,-27-23-1065 0 0,9 1-47 0 0,-19-9-200 0 0,-9 9-368 0 0,-5 21 195 0 0,-40-21-210 0 0,-2 16-100 0 0,-13-57-163 0 0,-24-53 75 0 0,-1-5-60 0 0,-1 0-1 0 0,0-1 1 0 0,0 1-1 0 0,1 0 0 0 0,-1-1 1 0 0,0 1-1 0 0,0 0 0 0 0,1 0 1 0 0,-1-1-1 0 0,0 1 1 0 0,1 0-1 0 0,-1 0 0 0 0,0 0 1 0 0,1 0-1 0 0,-1-1 1 0 0,1 1-1 0 0,-1 0 0 0 0,0 0 1 0 0,1 0-1 0 0,-1 0 0 0 0,1 0 1 0 0,-1 0-1 0 0,0 0 1 0 0,1 0-1 0 0,-1 0 0 0 0,1 0 1 0 0,-1 0-1 0 0,0 0 0 0 0,1 0 1 0 0,-1 0-1 0 0,1 1 1 0 0,-1-1-1 0 0,0 0 0 0 0,1 0 1 0 0,-1 0-1 0 0,0 0 1 0 0,1 1-1 0 0,-1-1 0 0 0,0 0 1 0 0,1 0-1 0 0,-1 1 0 0 0,0-1 1 0 0,0 0-1 0 0,1 1 1 0 0,-1-1-1 0 0,0 0 0 0 0,0 1 1 0 0,0-1-1 0 0,1 0 0 0 0,-1 1 1 0 0,0-1-1 0 0,0 1 1 0 0,0-1 5 0 0,13-52-8 0 0,42-55-42 0 0,27 4-116 0 0,-10 25-374 0 0,17-24-475 0 0,-8-9 609 0 0,-23 54 239 0 0,63-70-1194 0 0,-75 85 664 0 0,-1 1 371 0 0,-44 40 352 0 0,-1 1-15 0 0,0 0 23 0 0,0 0-24 0 0,0 0 30 0 0,0 0-15 0 0,26-23-1 0 0,31-20-244 0 0,-22 25 231 0 0,-8-2 81 0 0,-11 10 147 0 0,-13 57 382 0 0,-3 68-151 0 0,-14-1-269 0 0,-4 292 90 0 0,6-136-388 0 0,4-161 12 0 0,-3 87-202 0 0,11 516-908 0 0,0-711 1211 0 0,0 41 109 0 0,0-40-192 0 0,0-2-34 0 0,0 0 34 0 0,0 0-64 0 0,0 0-43 0 0,-1 10-1846 0 0,-17-38-5009 0 0,-1-4 3718 0 0,-3-6 737 0 0,12 18 960 0 0,2-6-18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29:21.647"/>
    </inkml:context>
    <inkml:brush xml:id="br0">
      <inkml:brushProperty name="width" value="0.05" units="cm"/>
      <inkml:brushProperty name="height" value="0.05" units="cm"/>
      <inkml:brushProperty name="color" value="#FFFFFF"/>
    </inkml:brush>
  </inkml:definitions>
  <inkml:trace contextRef="#ctx0" brushRef="#br0">103 17 1756 0 0,'0'0'1087'0'0,"-3"0"-154"0"0,-10 0-129 0 0,9 0-70 0 0,4-3-26 0 0,-1-6 562 0 0,-10 8 7517 0 0,1 9-9704 0 0,4 47 1909 0 0,-4 145 132 0 0,2-132-943 0 0,2 0-1 0 0,4 1 0 0 0,4 35-180 0 0,0-8 237 0 0,-2 238-4 0 0,-23-206-98 0 0,18 306-887 0 0,3-409-192 0 0,0-44-4044 0 0,3-45-4374 0 0,-1 47 8072 0 0</inkml:trace>
  <inkml:trace contextRef="#ctx0" brushRef="#br0" timeOffset="2160.703">1 2 1824 0 0,'0'0'904'0'0,"0"0"-85"0"0,0 0-43 0 0,0 0-27 0 0,0 0-76 0 0,0 0-63 0 0,0 0-29 0 0,0 0-40 0 0,0 0-27 0 0,0 0-36 0 0,0 0-52 0 0,0 0-1 0 0,0 0 3 0 0,0 0 8 0 0,0 0-69 0 0,0 0 0 0 0,0 0 0 0 0,0 0 43 0 0,0 0 55 0 0,0 0-32 0 0,3 0-37 0 0,10 0 60 0 0,-10 0-24 0 0,2-2-50 0 0,40 10 1288 0 0,-34-4-1246 0 0,0 0-1 0 0,1-1 0 0 0,-1-1 0 0 0,1 0 0 0 0,0 0 0 0 0,0-1 0 0 0,0-1 0 0 0,0 0 0 0 0,-1-1 0 0 0,9-1-423 0 0,20 1 263 0 0,86-2 479 0 0,-10-10-364 0 0,108 13-122 0 0,-169 10-148 0 0,-49-8-118 0 0,53 15-23 0 0,97-5-366 0 0,-69-12 400 0 0,-46 20 26 0 0,88-16-539 0 0,-104-14 360 0 0,78 10-500 0 0,-102 0 688 0 0,-1 0-30 0 0,11 0-14 0 0,26-9 198 0 0,-37 41 4 0 0,-5 8-109 0 0,5-39-55 0 0,0 1-13 0 0,-23 225 344 0 0,23 924-836 0 0,0-1149 287 0 0,-3 9-587 0 0,-10-1-1726 0 0,-3-17-10091 0 0,14 7 11142 0 0,0 0 27 0 0</inkml:trace>
  <inkml:trace contextRef="#ctx0" brushRef="#br0" timeOffset="3466.203">41 1568 1324 0 0,'0'0'924'0'0,"0"0"-44"0"0,0 0-78 0 0,0 0-104 0 0,0 0-33 0 0,0 0-25 0 0,0 0-2 0 0,0 0-65 0 0,0 0-61 0 0,0 0-4 0 0,0 0-24 0 0,0 0-38 0 0,0 0-2 0 0,0 0 6 0 0,0 0 1 0 0,0 0 4 0 0,0 0-25 0 0,0 0-49 0 0,0 0 76 0 0,0 0-11 0 0,0 0-76 0 0,0 0 15 0 0,0 0-6 0 0,0 0-80 0 0,0 0-28 0 0,0 0-4 0 0,0 0-81 0 0,0 0 26 0 0,0 0-46 0 0,0 0-45 0 0,0 0 54 0 0,0 0-54 0 0,0 0 7 0 0,0 0-33 0 0,0 0 28 0 0,0 0 26 0 0,0 0-1 0 0,0 0 23 0 0,0 0 21 0 0,16-8 419 0 0,146 8 1581 0 0,216 0 180 0 0,-258-30-1970 0 0,93 15 757 0 0,-93 9-697 0 0,118 6-214 0 0,-182 19-249 0 0,10-19 204 0 0,-65 0-188 0 0,12 2-1370 0 0,-9 5 327 0 0,-23-1-9449 0 0,9-5 8973 0 0,-21-8-3515 0 0,9-12 3555 0 0,6 0 238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29:37.154"/>
    </inkml:context>
    <inkml:brush xml:id="br0">
      <inkml:brushProperty name="width" value="0.05" units="cm"/>
      <inkml:brushProperty name="height" value="0.05" units="cm"/>
      <inkml:brushProperty name="color" value="#FFFFFF"/>
    </inkml:brush>
  </inkml:definitions>
  <inkml:trace contextRef="#ctx0" brushRef="#br0">140 1 1316 0 0,'0'0'1321'0'0,"0"0"-135"0"0,0 0-127 0 0,0 0-35 0 0,0 0-79 0 0,0 0-46 0 0,0 0-20 0 0,0 0-42 0 0,-3 0-95 0 0,-9 1 7790 0 0,23 5-5437 0 0,31 1-2271 0 0,97-4 585 0 0,-46 17-947 0 0,7-6 137 0 0,124-2 66 0 0,-164 10-612 0 0,-5-20 53 0 0,-7 9-39 0 0,23-5-272 0 0,51-6-177 0 0,-11 0-48 0 0,-109 0 419 0 0,32 0 15 0 0,35-7-295 0 0,-33 0 432 0 0,-35 7-125 0 0,-1 0 22 0 0,0 0 3 0 0,10 0-20 0 0,6 0-103 0 0,-14 0 36 0 0,-2 0 1 0 0,11 0-174 0 0,3-8-1220 0 0,-27 4-2313 0 0,-103 37-8494 0 0,41-7 8165 0 0,47-16 2821 0 0</inkml:trace>
  <inkml:trace contextRef="#ctx0" brushRef="#br0" timeOffset="797.159">813 84 1056 0 0,'-3'-5'7200'0'0,"1"17"-3746"0"0,0 198 1349 0 0,0 4-3632 0 0,-21 47-555 0 0,12-105-326 0 0,5-125-232 0 0,1 0-1 0 0,2 0 0 0 0,0 1 0 0 0,3-1 0 0 0,2 27-57 0 0,-1 11 1 0 0,-8-2 80 0 0,6 13-289 0 0,-22-35-26 0 0,20-4-718 0 0,3-40 666 0 0,0-1-23 0 0,-1 13-2527 0 0,-4 2 518 0 0,-4-13-6133 0 0,8-4 7059 0 0</inkml:trace>
  <inkml:trace contextRef="#ctx0" brushRef="#br0" timeOffset="2218.059">43 1541 1256 0 0,'-22'5'9039'0'0,"13"0"-7607"0"0,6-3-1885 0 0,-5 13 5601 0 0,40-22-2175 0 0,52 2-843 0 0,44-17-1034 0 0,46 22 53 0 0,-29-33-328 0 0,440 31-597 0 0,-560 12-107 0 0,-22-7-71 0 0,20-3-76 0 0,127 0 51 0 0,-149 0-66 0 0,23 0-772 0 0,-15-2 115 0 0,-3 4-7946 0 0,-5-2 2553 0 0,-3-4 41 0 0,0 4 4382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29:31.409"/>
    </inkml:context>
    <inkml:brush xml:id="br0">
      <inkml:brushProperty name="width" value="0.05" units="cm"/>
      <inkml:brushProperty name="height" value="0.05" units="cm"/>
      <inkml:brushProperty name="color" value="#FFFFFF"/>
    </inkml:brush>
  </inkml:definitions>
  <inkml:trace contextRef="#ctx0" brushRef="#br0">45 165 1148 0 0,'0'0'1014'0'0,"0"-3"-91"0"0,0-10-136 0 0,0 9-27 0 0,0 4-50 0 0,0 0-52 0 0,0 0-73 0 0,0 0-13 0 0,0 0-20 0 0,0 0-85 0 0,0 0-28 0 0,0 0 13 0 0,0 0-67 0 0,0 0 14 0 0,0 0 7 0 0,0 0 81 0 0,0 0 33 0 0,0 0-72 0 0,0 0-78 0 0,0 0-48 0 0,8 5 379 0 0,-6 46 398 0 0,-2 1035 1778 0 0,2-772-2604 0 0,-11-270-825 0 0,7-13 229 0 0,-5-5-239 0 0,5 4-246 0 0,-9-12 152 0 0,-4 23-2388 0 0,4-34-4704 0 0,11-10 6223 0 0</inkml:trace>
  <inkml:trace contextRef="#ctx0" brushRef="#br0" timeOffset="1771.217">70 1 2076 0 0,'0'0'1028'0'0,"0"0"-31"0"0,0 0-124 0 0,0 0-92 0 0,0 0-48 0 0,0 0-38 0 0,0 0-9 0 0,0 0-40 0 0,0 0-63 0 0,0 0-65 0 0,0 0 18 0 0,0 0 0 0 0,0 0-54 0 0,0 0 16 0 0,0 0-42 0 0,0 0 31 0 0,0 0-7 0 0,0 0 52 0 0,0 0-10 0 0,0 0-4 0 0,0 0-4 0 0,0 0-32 0 0,0 0-4 0 0,2 3 33 0 0,0-1-365 0 0,0 0 0 0 0,0 0 1 0 0,0 0-1 0 0,0-1 0 0 0,1 1 1 0 0,-1-1-1 0 0,0 1 1 0 0,1-1-1 0 0,0 0 0 0 0,-1 0 1 0 0,1 0-1 0 0,-1 0 1 0 0,1-1-1 0 0,0 1 0 0 0,0-1 1 0 0,-1 0-1 0 0,1 1 0 0 0,0-1 1 0 0,0 0-1 0 0,-1-1 1 0 0,1 1-1 0 0,0 0 0 0 0,0-1-146 0 0,1 1 115 0 0,633 0 2371 0 0,-583 20-2722 0 0,61 0-764 0 0,-34-19 96 0 0,-70 2 944 0 0,47 27-328 0 0,50-4 171 0 0,-64-26-577 0 0,-42 0 665 0 0,27 0-162 0 0,-11 1-38 0 0,-14 12 504 0 0,-2 28 21 0 0,-4 272 1047 0 0,13-244-1283 0 0,-11 209-700 0 0,0-276 356 0 0,-5 20-4365 0 0,0-22-1002 0 0,-8-19-606 0 0,11 13 4809 0 0</inkml:trace>
  <inkml:trace contextRef="#ctx0" brushRef="#br0" timeOffset="2916.343">111 867 1756 0 0,'0'0'264'0'0,"-1"1"-1"0"0,0-1 1 0 0,0 0-1 0 0,1 0 1 0 0,-1 0-1 0 0,0 0 1 0 0,1 0-1 0 0,-1 1 1 0 0,0-1-1 0 0,0 0 0 0 0,1-1 1 0 0,-1 1-1 0 0,0 0 1 0 0,0 0-1 0 0,1 0 1 0 0,-1 0-1 0 0,0-1 1 0 0,1 1-1 0 0,-1 0 1 0 0,0 0-1 0 0,1-1 1 0 0,-1 1-1 0 0,0-1 1 0 0,1 1-1 0 0,-1-1 1 0 0,1 1-1 0 0,-1-1 1 0 0,1 1-1 0 0,-1-1 1 0 0,1 1-1 0 0,-1-1 1 0 0,1 1-1 0 0,-1-1 1 0 0,1 0-1 0 0,0 1 1 0 0,-1-1-1 0 0,1 0 1 0 0,0 1-1 0 0,0-1 0 0 0,0 0 1 0 0,-1 0-1 0 0,1 1 1 0 0,0-1-1 0 0,0 0 1 0 0,0 0-1 0 0,0 1 1 0 0,0-1-1 0 0,0 0 1 0 0,0 0-1 0 0,1 1 1 0 0,-1-1-1 0 0,0 0 1 0 0,0 0-264 0 0,110 3 4801 0 0,2 0-3459 0 0,206-2 501 0 0,-117-16-1125 0 0,255 16-1001 0 0,-455 0 238 0 0,-1 0 18 0 0,36 1-4101 0 0,-57 3-6835 0 0,-10 14 5918 0 0,4-1 3517 0 0,1-6 170 0 0</inkml:trace>
  <inkml:trace contextRef="#ctx0" brushRef="#br0" timeOffset="4096.176">783 826 1428 0 0,'-32'-20'10172'0'0,"17"19"-7358"0"0,16 1-2743 0 0,-1 0-1 0 0,0 0 0 0 0,0 0 0 0 0,1 1 0 0 0,-1-1 0 0 0,0 0 0 0 0,0 0 1 0 0,0 1-1 0 0,1-1 0 0 0,-1 0 0 0 0,0 1 0 0 0,0-1 0 0 0,0 0 0 0 0,0 1 1 0 0,0-1-1 0 0,0 0 0 0 0,1 0 0 0 0,-1 1 0 0 0,0-1 0 0 0,0 0 1 0 0,0 1-1 0 0,0-1 0 0 0,0 0 0 0 0,0 1 0 0 0,0-1 0 0 0,-1 0 0 0 0,1 1 1 0 0,0-1-1 0 0,0 0 0 0 0,0 1 0 0 0,0-1 0 0 0,0 0 0 0 0,0 1 1 0 0,-1-1-1 0 0,1 0 0 0 0,0 0 0 0 0,0 1 0 0 0,0-1 0 0 0,-1 0 0 0 0,1 0 1 0 0,0 1-1 0 0,0-1 0 0 0,-1 0 0 0 0,1 0 0 0 0,0 0 0 0 0,0 1 0 0 0,-1-1 1 0 0,1 0-71 0 0,187 218 4444 0 0,-92-116-2890 0 0,54 103-222 0 0,-134-185-1254 0 0,-3-7 33 0 0,-5-6-66 0 0,2 4 12 0 0,0 0-10 0 0,4 8 10 0 0,4 5 4 0 0,72 136 271 0 0,-54-70-308 0 0,-1-8-87 0 0,-25-63 6 0 0,-15-28-8472 0 0,-25-35 618 0 0,1 2 4821 0 0,-4 0 125 0 0,16 19 1664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29:45.965"/>
    </inkml:context>
    <inkml:brush xml:id="br0">
      <inkml:brushProperty name="width" value="0.05" units="cm"/>
      <inkml:brushProperty name="height" value="0.05" units="cm"/>
      <inkml:brushProperty name="color" value="#FFFFFF"/>
    </inkml:brush>
  </inkml:definitions>
  <inkml:trace contextRef="#ctx0" brushRef="#br0">0 121 1532 0 0,'0'0'893'0'0,"0"0"-108"0"0,0 0-85 0 0,0 0-40 0 0,0-4-84 0 0,0-11-47 0 0,0 12-41 0 0,0 3-116 0 0,5-6-1 0 0,15-18 22 0 0,-11-5 3626 0 0,-7 24-2829 0 0,1 11 870 0 0,1 310 1200 0 0,12-143-2496 0 0,-13 148 406 0 0,13-191-939 0 0,-7 463 370 0 0,-18-546-477 0 0,7 8-123 0 0,-6-17-69 0 0,8 3-3307 0 0,-10-39 642 0 0,10-2 2543 0 0,1-1 0 0 0,-1 1 0 0 0,0-1 0 0 0,0 1 0 0 0,1-1 0 0 0,-1 1 0 0 0,0-1 0 0 0,0 1 0 0 0,0-1 0 0 0,1 1 0 0 0,-1-1 0 0 0,0 1 0 0 0,0-1 0 0 0,0 1 0 0 0,0-1 0 0 0,0 1 0 0 0,0-1 0 0 0,0 1 0 0 0,0-1 0 0 0,-1 1 0 0 0,1-1 0 0 0,0 1 1 0 0,0-1-1 0 0,0 1 0 0 0,0-1 0 0 0,-1 1 0 0 0,1-1 0 0 0,0 1 0 0 0,-1-1 0 0 0,1 1 0 0 0,0-1 0 0 0,-1 1 0 0 0,1 0 0 0 0,0-1 0 0 0,-1 1 0 0 0,1 0 0 0 0,-1-1 0 0 0,1 1 0 0 0,-1 0 0 0 0,1-1 0 0 0,0 1 0 0 0,-1 0 0 0 0,1 0 0 0 0,-1 0 0 0 0,1 0 0 0 0,-1-1 0 0 0,0 1 0 0 0,1 0 0 0 0,-1 0 1 0 0,1 0-1 0 0,-1 0 0 0 0,1 0 0 0 0,-1 0 0 0 0,1 0 0 0 0,-1 0 0 0 0,1 0 0 0 0,-1 1 0 0 0,1-1 0 0 0,-1 0 0 0 0,1 0 0 0 0,-1 0 190 0 0,3-12-1519 0 0</inkml:trace>
  <inkml:trace contextRef="#ctx0" brushRef="#br0" timeOffset="996.863">145 912 1792 0 0,'-24'-28'11037'0'0,"41"14"-6086"0"0,81-19-1493 0 0,81-8-1971 0 0,164 31-347 0 0,-199 10-1015 0 0,-94 11-30 0 0,-14 0-63 0 0,38-4 22 0 0,71-7-202 0 0,-144 0 185 0 0,1 0-42 0 0,5 0 1 0 0,17-13-6114 0 0,-53 6-9133 0 0,25 5 13857 0 0</inkml:trace>
  <inkml:trace contextRef="#ctx0" brushRef="#br0" timeOffset="2164.009">1247 60 1312 0 0,'17'-50'9074'0'0,"-13"40"-7441"0"0,0 24 2532 0 0,-4-6-4155 0 0,0 819 4574 0 0,-9-755-4448 0 0,9 92 247 0 0,-11-106-351 0 0,-5 7 16 0 0,5 20 2 0 0,1 180-102 0 0,10-147-46 0 0,0-66-21 0 0,0-50-62 0 0,0-2 11 0 0,0 0-86 0 0,-4 12-662 0 0,4-19-1533 0 0,8-52-6424 0 0,-7-10 2942 0 0,-1 46 4707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29:40.853"/>
    </inkml:context>
    <inkml:brush xml:id="br0">
      <inkml:brushProperty name="width" value="0.05" units="cm"/>
      <inkml:brushProperty name="height" value="0.05" units="cm"/>
      <inkml:brushProperty name="color" value="#FFFFFF"/>
    </inkml:brush>
  </inkml:definitions>
  <inkml:trace contextRef="#ctx0" brushRef="#br0">33 1 1896 0 0,'-15'0'1314'0'0,"12"0"-61"0"0,3 0-60 0 0,0 0-124 0 0,0 0-124 0 0,0 0-98 0 0,0 0-51 0 0,0 0-73 0 0,0 0 15 0 0,0 0-29 0 0,0 0-74 0 0,0 0-67 0 0,0 0-41 0 0,0 0 24 0 0,0 0-36 0 0,0 0-50 0 0,0 0-6 0 0,0 0-46 0 0,0 0-61 0 0,0 0 100 0 0,0 0 16 0 0,0 0-18 0 0,0 0 24 0 0,0 0 4 0 0,0 0-5 0 0,2 5-7 0 0,-2-2-434 0 0,0-1 15 0 0,0-1 0 0 0,1 0 0 0 0,-1 0 0 0 0,0 0 0 0 0,1 1 0 0 0,-1-1 0 0 0,0 0 0 0 0,1 0 0 0 0,-1 0 0 0 0,1 0 0 0 0,0 0 0 0 0,-1 1 1 0 0,1-1-1 0 0,0-1 0 0 0,0 1 0 0 0,0 0 0 0 0,0 0 0 0 0,-1 0 0 0 0,1 0 0 0 0,0 0 0 0 0,1-1 0 0 0,-1 1 0 0 0,0-1 0 0 0,0 1 0 0 0,0 0 1 0 0,0-1-1 0 0,0 0 0 0 0,0 1 0 0 0,1-1 0 0 0,-1 0 0 0 0,0 0 0 0 0,0 1 0 0 0,1-1 0 0 0,-1 0 0 0 0,0 0 0 0 0,1 0-47 0 0,363 0 4284 0 0,-284 12-3967 0 0,165-12 415 0 0,-186 9-706 0 0,120-9 162 0 0,-115 11-204 0 0,142-11-64 0 0,-92 0-412 0 0,-114 0 394 0 0,-1 0-14 0 0,12-3-1458 0 0,-12-7-1048 0 0,-23 16-1551 0 0,21-5 4011 0 0,-131 18-14439 0 0,112-19 13065 0 0</inkml:trace>
  <inkml:trace contextRef="#ctx0" brushRef="#br0" timeOffset="2025.129">52 27 1576 0 0,'-13'-11'7376'0'0,"14"22"-3938"0"0,4 213-929 0 0,16-82-2067 0 0,-9 38-55 0 0,-12 278-22 0 0,-9-416-608 0 0,-6 15 25 0 0,10 85-419 0 0,5-14 243 0 0,0-127 364 0 0,0-1 17 0 0,0 0 76 0 0,0 0-51 0 0,0 0-5 0 0,0 0 1 0 0,0 35 41 0 0,-12 7-17 0 0,10-38-48 0 0,2-4-2 0 0,0 0 26 0 0,0 0 36 0 0,0 0 20 0 0,0 0-38 0 0,-13 29 214 0 0,11 19 468 0 0,-15 24-261 0 0,15-42-401 0 0,2-29-72 0 0,0 10-95 0 0,0 6 427 0 0,0-16-289 0 0,0-1 13 0 0,2 39 2410 0 0,50-47-604 0 0,189-9 669 0 0,709 17-336 0 0,-948 0-2387 0 0,-2 0-143 0 0,0 0-54 0 0,3 2-2398 0 0,-30 6-402 0 0,20-6 2193 0 0,1 1 1 0 0,-1-1 0 0 0,1 0-1 0 0,-1-1 1 0 0,0 0-1 0 0,0 0 1 0 0,0 0-1 0 0,0-1 1 0 0,1 0-1 0 0,-1 0 1 0 0,0-1 0 0 0,0 0-1 0 0,-1-1 1022 0 0,-47-20-2561 0 0,34 11 1313 0 0</inkml:trace>
  <inkml:trace contextRef="#ctx0" brushRef="#br0" timeOffset="3740.013">696 947 1632 0 0,'-26'-5'12066'0'0,"26"5"-11444"0"0,0 0-59 0 0,0 0-7 0 0,0 0 33 0 0,0 0-44 0 0,0 0 14 0 0,0 0-36 0 0,0 0 12 0 0,0 0 2 0 0,0 0-64 0 0,6 1-4 0 0,157 8 3394 0 0,-103-11-3713 0 0,62 2 426 0 0,-67-10-375 0 0,18 1 38 0 0,-46 5-268 0 0,65-32-281 0 0,4 25-766 0 0,-94 11 1090 0 0,-2 0-22 0 0,12-1-73 0 0,0 1 49 0 0,3 8 78 0 0,-24 59 111 0 0,9-66-166 0 0,-6 33 78 0 0,-17 83-108 0 0,10-16 165 0 0,7 80-336 0 0,-3-148 155 0 0,7-19 56 0 0,-15 67-136 0 0,11-15 147 0 0,6-66-31 0 0,0 0-17 0 0,0 22 64 0 0,0 26-85 0 0,0-46 55 0 0,8 27-12 0 0,-9-13-1885 0 0,-5-14-1831 0 0,5-5-4109 0 0,0-5 5130 0 0,-1-5 237 0 0,2 4 946 0 0,2-3-2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29:49.692"/>
    </inkml:context>
    <inkml:brush xml:id="br0">
      <inkml:brushProperty name="width" value="0.05" units="cm"/>
      <inkml:brushProperty name="height" value="0.05" units="cm"/>
      <inkml:brushProperty name="color" value="#FFFFFF"/>
    </inkml:brush>
  </inkml:definitions>
  <inkml:trace contextRef="#ctx0" brushRef="#br0">17 11 1212 0 0,'0'0'1308'0'0,"0"0"-172"0"0,-3 0-150 0 0,-4 0-1755 0 0,0-5 12106 0 0,11 0-9936 0 0,41 6 1314 0 0,40 2-1140 0 0,-6 12-684 0 0,189-15 1131 0 0,-138 29-1554 0 0,84-29 67 0 0,-164 22-420 0 0,73-7-129 0 0,54-15 28 0 0,-156-10-142 0 0,48 10-27 0 0,-46-12 165 0 0,23-4-90 0 0,9 12-240 0 0,-54 4 326 0 0,31 0-86 0 0,-6-12-1758 0 0,-55 17-4504 0 0,-9 5 125 0 0,-47 26-787 0 0,70-30 5592 0 0</inkml:trace>
  <inkml:trace contextRef="#ctx0" brushRef="#br0" timeOffset="916.748">799 127 1292 0 0,'0'-10'9913'0'0,"0"26"-7035"0"0,1 28-2440 0 0,0 253 2129 0 0,-1 627 305 0 0,-9-879-2866 0 0,-9 47-183 0 0,8 8 198 0 0,9 4-469 0 0,1-102-18 0 0,0-2-98 0 0,0 0-130 0 0,-2 11-875 0 0,1-16-3583 0 0,2-24-1072 0 0,0-6 4361 0 0,-1 12 637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1:37.980"/>
    </inkml:context>
    <inkml:brush xml:id="br0">
      <inkml:brushProperty name="width" value="0.05" units="cm"/>
      <inkml:brushProperty name="height" value="0.05" units="cm"/>
      <inkml:brushProperty name="color" value="#FFFFFF"/>
    </inkml:brush>
  </inkml:definitions>
  <inkml:trace contextRef="#ctx0" brushRef="#br0">380 4 984 0 0,'2'-1'460'0'0,"0"1"-1"0"0,0-1 1 0 0,0 0-1 0 0,0 1 1 0 0,0 0-1 0 0,0-1 1 0 0,-1 1-1 0 0,1 0 1 0 0,0 0-1 0 0,0 0 1 0 0,0 0-1 0 0,0 1 1 0 0,0-1-1 0 0,0 0 1 0 0,0 1-1 0 0,0-1 1 0 0,-1 1-1 0 0,1 0 1 0 0,0 0-1 0 0,0-1 1 0 0,-1 1-1 0 0,1 0 1 0 0,0 1-1 0 0,-1-1 1 0 0,1 0-1 0 0,-1 0-459 0 0,56 65 1968 0 0,-57-65-2559 0 0,-3 15-3369 0 0,-77 63-3948 0 0,63-67 6596 0 0</inkml:trace>
  <inkml:trace contextRef="#ctx0" brushRef="#br0" timeOffset="370.979">215 272 1172 0 0,'-1'2'328'0'0,"-27"52"7221"0"0,26-14-8265 0 0,17-40-1120 0 0,-9-10 2229 0 0,-1 0 0 0 0,2 1 0 0 0,-1 0 0 0 0,1 1 0 0 0,0-1 0 0 0,1 1 0 0 0,0 1 0 0 0,1-1 0 0 0,-1 1 0 0 0,1 1 0 0 0,0 0 0 0 0,1 0 1 0 0,0 0-1 0 0,0 2 0 0 0,0-1 0 0 0,0 1 0 0 0,4-1-393 0 0,187-32 4331 0 0,-196 37-4250 0 0,128-19 2106 0 0,-78 18-1021 0 0,-53 1-1167 0 0,8 3-781 0 0,-11 2 575 0 0,1-1-1 0 0,-1 0 1 0 0,0 1-1 0 0,-1-1 1 0 0,1 0-1 0 0,-1 0 1 0 0,0 0-1 0 0,0 0 1 0 0,0 0-1 0 0,0-1 1 0 0,-1 1-1 0 0,1-1 1 0 0,-1 1-1 0 0,0-1 1 0 0,0 0-1 0 0,0 0 1 0 0,-1 0-1 0 0,1-1 1 0 0,-1 1 0 0 0,0-1-1 0 0,1 1 1 0 0,-1-1-1 0 0,0-1 1 0 0,0 1-1 0 0,0 0 208 0 0,-15 10-1227 0 0,-6 7-655 0 0,-1-1 1 0 0,-1-1-1 0 0,-1-1 1 0 0,0-2 0 0 0,-1-1-1 0 0,-12 4 1882 0 0,17-11-1514 0 0</inkml:trace>
  <inkml:trace contextRef="#ctx0" brushRef="#br0" timeOffset="762.358">372 391 1160 0 0,'25'6'10481'0'0,"-27"8"-8588"0"0,-51 60 203 0 0,48-68-2075 0 0,0-1-1 0 0,0 1 1 0 0,0-1 0 0 0,-1 0-1 0 0,0 0 1 0 0,0-1-1 0 0,0 0 1 0 0,0 0 0 0 0,-1 0-1 0 0,0-1 1 0 0,-5 2-21 0 0,12-5 13 0 0,0 0 0 0 0,1 0 0 0 0,-1-1 0 0 0,1 1 0 0 0,-1 0 0 0 0,0 0 0 0 0,1-1 0 0 0,-1 1 0 0 0,0 0 0 0 0,1-1 0 0 0,-1 1 0 0 0,0-1 0 0 0,0 1 1 0 0,0 0-1 0 0,1-1 0 0 0,-1 1 0 0 0,0-1 0 0 0,0 1 0 0 0,0-1 0 0 0,0 1 0 0 0,0 0 0 0 0,1-1 0 0 0,-1 1 0 0 0,0-1 0 0 0,0 1 0 0 0,0-1 0 0 0,0 1 0 0 0,-1-1 0 0 0,1 1 0 0 0,0 0 0 0 0,0-1 1 0 0,0 1-1 0 0,0-1 0 0 0,0 1 0 0 0,0-1 0 0 0,-1 1 0 0 0,1 0 0 0 0,0-1-13 0 0,82 5 1183 0 0,-67-3-1072 0 0,-1 1 0 0 0,1 1-1 0 0,-1 1 1 0 0,0 0 0 0 0,0 0-1 0 0,0 2 1 0 0,-1 0 0 0 0,10 5-111 0 0,69 25 862 0 0,-10 6-887 0 0,-86-36-3215 0 0,-24 12 1807 0 0,-60-9-7094 0 0,18-28 5522 0 0,38 7 1435 0 0</inkml:trace>
  <inkml:trace contextRef="#ctx0" brushRef="#br0" timeOffset="1104.025">110 451 1780 0 0,'-13'-12'8233'0'0,"37"2"-3674"0"0,217-40 998 0 0,1 23-2957 0 0,-188 24-2104 0 0,-53 3-469 0 0,-1 0-14 0 0,1 2-65 0 0,-1 4-5 0 0,-1-1 1 0 0,0 0-1 0 0,0 0 1 0 0,0 1-1 0 0,-1-1 1 0 0,1 0 0 0 0,-1 0-1 0 0,-1-1 1 0 0,1 1-1 0 0,0 0 1 0 0,-1-1-1 0 0,0 1 1 0 0,0-1-1 0 0,-1 0 1 0 0,1 0-1 0 0,-1 0 1 0 0,0 0-1 0 0,0-1 1 0 0,0 0 0 0 0,-2 1 56 0 0,-13 17-421 0 0,-9 9-278 0 0,-1-1-1 0 0,-2-2 1 0 0,0-1 0 0 0,-2-1 0 0 0,0-2 0 0 0,-2-1 0 0 0,0-2 0 0 0,-2-2 0 0 0,-15 5 699 0 0,-53 14-4410 0 0,67-31-514 0 0,36-6 3333 0 0,1 0 64 0 0,-6 0-144 0 0</inkml:trace>
  <inkml:trace contextRef="#ctx0" brushRef="#br0" timeOffset="1484.347">1 800 2880 0 0,'76'-37'9220'0'0,"52"6"-3907"0"0,-112 28-4636 0 0,93-6 2466 0 0,34-20-1324 0 0,91-12 736 0 0,-126 13-2663 0 0,-109 28-19 0 0,1 0-1 0 0,-1 0 1 0 0,1 0-1 0 0,-1-1 1 0 0,1 1 0 0 0,0 0-1 0 0,-1 0 1 0 0,1-1-1 0 0,-1 1 1 0 0,1 0 0 0 0,0-1-1 0 0,-1 1 1 0 0,1 0 0 0 0,0-1-1 0 0,-1 1 1 0 0,1-1-1 0 0,0 1 1 0 0,0-1 0 0 0,0 1-1 0 0,-1 0 1 0 0,1-1-1 0 0,0 1 1 0 0,0-1 0 0 0,0 1-1 0 0,0-1 1 0 0,0 1-1 0 0,0-1 1 0 0,0 1 0 0 0,0-1-1 0 0,0 1 1 0 0,0-1-1 0 0,0 1 1 0 0,0-1 0 0 0,0 1-1 0 0,0-1 1 0 0,0 1-1 0 0,0-1 1 0 0,1 1 0 0 0,-1-1-1 0 0,0 1 1 0 0,0-1 0 0 0,1 1-1 0 0,-1 0 1 0 0,0-1-1 0 0,0 1 1 0 0,1-1 0 0 0,-1 1-1 0 0,1 0 1 0 0,-1-1-1 0 0,0 1 1 0 0,1 0 0 0 0,-1 0-1 0 0,1-1 1 0 0,-1 1-1 0 0,0 0 1 0 0,1 0 0 0 0,-1-1-1 0 0,1 1 1 0 0,-1 0-1 0 0,1 0 1 0 0,-1 0 0 0 0,1 0 127 0 0,-50 0-6934 0 0,-83 32-715 0 0,105-30 6295 0 0</inkml:trace>
  <inkml:trace contextRef="#ctx0" brushRef="#br0" timeOffset="1730.728">440 567 1964 0 0,'2'4'3927'0'0,"5"15"-1136"0"0,29 165 3895 0 0,-29-26-6751 0 0,-24-110-1908 0 0,6-30-1747 0 0,1-14-2174 0 0,9-6 4266 0 0</inkml:trace>
  <inkml:trace contextRef="#ctx0" brushRef="#br0" timeOffset="1886.866">449 887 2040 0 0,'-2'-9'2371'0'0,"2"9"-2249"0"0,0 1 1 0 0,0-1-1 0 0,-1 1 0 0 0,1-1 1 0 0,0 0-1 0 0,0 1 1 0 0,-1-1-1 0 0,1 1 1 0 0,0-1-1 0 0,-1 0 1 0 0,1 1-1 0 0,0-1 1 0 0,-1 0-1 0 0,1 1 1 0 0,-1-1-1 0 0,1 0 1 0 0,0 0-1 0 0,-1 1 1 0 0,1-1-1 0 0,-1 0 1 0 0,1 0-1 0 0,-1 0 1 0 0,1 0-1 0 0,-1 0 1 0 0,1 0-1 0 0,-1 1 1 0 0,1-1-1 0 0,-1 0 0 0 0,1 0 1 0 0,-1 0-1 0 0,1-1 1 0 0,-1 1-1 0 0,1 0 1 0 0,-1 0-1 0 0,1 0 1 0 0,-1 0-1 0 0,1 0 1 0 0,-1-1-1 0 0,1 1 1 0 0,0 0-1 0 0,-1 0 1 0 0,1-1-1 0 0,-1 1 1 0 0,1 0-1 0 0,0-1 1 0 0,-1 1-1 0 0,1 0 1 0 0,0-1-1 0 0,-1 1 1 0 0,1 0-1 0 0,0-1 1 0 0,0 1-1 0 0,-1-1 1 0 0,1 1-1 0 0,0-1 0 0 0,0 1 1 0 0,0-1-1 0 0,-1 1 1 0 0,1-1-1 0 0,0 1 1 0 0,0 0-1 0 0,0-1 1 0 0,0 1-1 0 0,0-1 1 0 0,0 1-123 0 0,-47 51 1492 0 0,-40 38-553 0 0,81-83-1165 0 0,-1-1 0 0 0,0 1 0 0 0,0-2 0 0 0,-1 1 0 0 0,1-1 0 0 0,-1 0 0 0 0,0-1 0 0 0,0 0 0 0 0,0 0 1 0 0,0 0-1 0 0,-1-1 0 0 0,-3 0 226 0 0,10-2-292 0 0,0 1 0 0 0,1-1 0 0 0,-1 0 0 0 0,0 0 0 0 0,1 0 0 0 0,-1-1 0 0 0,0 1 0 0 0,1 0 0 0 0,-1-1 0 0 0,1 1 0 0 0,-1-1 0 0 0,0 1 0 0 0,1-1 0 0 0,-1 0 0 0 0,1 1 0 0 0,0-1 0 0 0,-1 0 0 0 0,1 0 0 0 0,0 0 1 0 0,-1 0-1 0 0,1-1 0 0 0,0 1 0 0 0,0 0 0 0 0,0 0 0 0 0,0-1 0 0 0,0 1 0 0 0,0 0 0 0 0,0-1 0 0 0,0 1 0 0 0,1-1 0 0 0,-1 0 292 0 0,-1-7-1405 0 0</inkml:trace>
  <inkml:trace contextRef="#ctx0" brushRef="#br0" timeOffset="2110.017">476 783 2408 0 0,'32'8'1917'0'0,"-1"3"1"0"0,0 0-1 0 0,-1 2 0 0 0,-1 2 0 0 0,0 0 0 0 0,1 3-1917 0 0,90 44 4047 0 0,-99-53-3749 0 0,0 0 1 0 0,0-1-1 0 0,1-1 1 0 0,-1-1-1 0 0,2 0 0 0 0,-1-2 1 0 0,0-1-1 0 0,1-1 1 0 0,1-1-299 0 0,46-4-1726 0 0,41-34-4084 0 0,-96 32 4133 0 0,33-6-7200 0 0,-38 11 7331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1:35.613"/>
    </inkml:context>
    <inkml:brush xml:id="br0">
      <inkml:brushProperty name="width" value="0.05" units="cm"/>
      <inkml:brushProperty name="height" value="0.05" units="cm"/>
      <inkml:brushProperty name="color" value="#FFFFFF"/>
    </inkml:brush>
  </inkml:definitions>
  <inkml:trace contextRef="#ctx0" brushRef="#br0">245 177 1428 0 0,'0'0'1748'0'0,"0"0"-60"0"0,0 0-172 0 0,0 0-17 0 0,0 0-54 0 0,0 0-16 0 0,0 0-64 0 0,0 0-102 0 0,5-2-76 0 0,-4 1-1175 0 0,-2 2 47 0 0,1-1 0 0 0,0 1-1 0 0,-1 0 1 0 0,1-1 0 0 0,0 1 0 0 0,0-1 0 0 0,-1 1-1 0 0,1 0 1 0 0,0-1 0 0 0,0 1 0 0 0,0 0 0 0 0,0-1-1 0 0,0 1 1 0 0,0 0 0 0 0,0-1 0 0 0,0 1 0 0 0,0 0-1 0 0,0-1 1 0 0,0 1 0 0 0,1 0 0 0 0,-1-1 0 0 0,0 1 0 0 0,0-1-1 0 0,1 1 1 0 0,-1 0 0 0 0,0-1 0 0 0,1 1 0 0 0,-1-1-1 0 0,0 1 1 0 0,1-1 0 0 0,-1 1 0 0 0,1-1 0 0 0,-1 1-1 0 0,1-1 1 0 0,-1 1 0 0 0,1-1 0 0 0,-1 0 0 0 0,1 1-1 0 0,0-1 1 0 0,-1 0 0 0 0,1 0 0 0 0,-1 1 0 0 0,1-1 0 0 0,0 0-1 0 0,-1 0 1 0 0,1 0 0 0 0,0 0 0 0 0,-1 0 0 0 0,1 0-1 0 0,0 0 1 0 0,-1 0 0 0 0,1 0 0 0 0,0 0 0 0 0,-1 0-1 0 0,1 0 1 0 0,0 0 0 0 0,-1-1 0 0 0,1 1 0 0 0,-1 0 0 0 0,1 0-1 0 0,0-1 1 0 0,-1 1 0 0 0,1 0 0 0 0,-1-1 0 0 0,1 1-1 0 0,-1-1 1 0 0,1 1 0 0 0,-1-1-59 0 0,0 15 295 0 0,-1-1-1 0 0,0 1 1 0 0,-1-1-1 0 0,0 0 1 0 0,-2 0-1 0 0,1 0 1 0 0,-1 0-1 0 0,-5 10-294 0 0,5-14 154 0 0,-24 62-321 0 0,-3-2 0 0 0,-3-1 1 0 0,-18 23 166 0 0,-28-8-4546 0 0,79-82 3145 0 0,-17-22-4692 0 0,30-34 2183 0 0,-11 52 3653 0 0,7-20-1207 0 0,-1-1-30 0 0</inkml:trace>
  <inkml:trace contextRef="#ctx0" brushRef="#br0" timeOffset="263.902">180 367 1576 0 0,'10'-9'1024'0'0,"0"1"-1"0"0,0 0 0 0 0,1 0 1 0 0,0 1-1 0 0,1 1 0 0 0,-1 0 1 0 0,1 1-1 0 0,0 0 1 0 0,1 1-1 0 0,-1 0 0 0 0,1 1 1 0 0,0 0-1 0 0,0 1 1 0 0,0 0-1 0 0,1 1-1023 0 0,16 0 281 0 0,14 0-908 0 0,-20 4-6237 0 0,-33 4 431 0 0,5-7 4821 0 0</inkml:trace>
  <inkml:trace contextRef="#ctx0" brushRef="#br0" timeOffset="529.634">364 381 928 0 0,'-20'91'8628'0'0,"20"-90"-7882"0"0,14 27 1442 0 0,20-2-1240 0 0,-21-22-994 0 0,26-27-8828 0 0,-29 10 7698 0 0,-2-1-310 0 0</inkml:trace>
  <inkml:trace contextRef="#ctx0" brushRef="#br0" timeOffset="685.518">676 16 1484 0 0,'12'-15'7218'0'0,"-8"24"-2651"0"0,-7 33-1287 0 0,2-37-3331 0 0,-62 171 2051 0 0,-26-37-5677 0 0,75-120 669 0 0,14-20 2725 0 0,0 1 0 0 0,0 0 0 0 0,0 0 1 0 0,0 0-1 0 0,0-1 0 0 0,0 1 0 0 0,0 0 0 0 0,0 0 0 0 0,0 0 0 0 0,0-1 0 0 0,0 1 0 0 0,0 0 1 0 0,0 0-1 0 0,-1 0 0 0 0,1 0 0 0 0,0 0 0 0 0,0-1 0 0 0,0 1 0 0 0,0 0 0 0 0,0 0 0 0 0,0 0 1 0 0,-1 0-1 0 0,1 0 0 0 0,0 0 0 0 0,0-1 0 0 0,0 1 0 0 0,0 0 0 0 0,-1 0 0 0 0,1 0 1 0 0,0 0-1 0 0,0 0 283 0 0,2-5-1656 0 0</inkml:trace>
  <inkml:trace contextRef="#ctx0" brushRef="#br0" timeOffset="872.683">635 228 1860 0 0,'9'-5'994'0'0,"1"1"0"0"0,0 1 0 0 0,-1-1 0 0 0,1 2 0 0 0,1-1 0 0 0,-1 2 0 0 0,0-1 0 0 0,0 1 0 0 0,0 1 0 0 0,1 0 1 0 0,7 1-995 0 0,57 27 2199 0 0,-47-7-2576 0 0,-23 2-4995 0 0,-5-22 3731 0 0,0-1 24 0 0,-3 11-1495 0 0,-10 2 1629 0 0</inkml:trace>
  <inkml:trace contextRef="#ctx0" brushRef="#br0" timeOffset="1124.108">801 304 1148 0 0,'-6'6'7215'0'0,"15"9"-4103"0"0,1 10-4919 0 0,-18-3-4449 0 0,5-13 4660 0 0</inkml:trace>
  <inkml:trace contextRef="#ctx0" brushRef="#br0" timeOffset="1280.837">541 474 2128 0 0,'-17'14'8074'0'0,"-2"20"-5908"0"0,10-16-1374 0 0,-91 158 2361 0 0,66-132-2854 0 0,28-33-353 0 0,-1-1 1 0 0,0-1-1 0 0,-1 1 1 0 0,0-1-1 0 0,-1-1 1 0 0,1 1-1 0 0,-1-1 1 0 0,-1-1-1 0 0,0 0 1 0 0,-7 4 53 0 0,16-10-135 0 0,-1 0 0 0 0,1-1 0 0 0,0 1 1 0 0,0 0-1 0 0,0-1 0 0 0,-1 1 0 0 0,1-1 0 0 0,0 1 0 0 0,-1-1 1 0 0,1 0-1 0 0,0 0 0 0 0,-1 0 0 0 0,1 1 0 0 0,0-1 0 0 0,-1-1 1 0 0,1 1-1 0 0,0 0 0 0 0,-1 0 0 0 0,1 0 0 0 0,-1-1 0 0 0,1 1 1 0 0,0 0-1 0 0,0-1 0 0 0,-1 0 0 0 0,1 1 0 0 0,0-1 0 0 0,0 0 1 0 0,0 1-1 0 0,0-1 0 0 0,0 0 0 0 0,0 0 0 0 0,0 0 0 0 0,0 0 1 0 0,0 0-1 0 0,0 0 0 0 0,0 0 0 0 0,0 0 0 0 0,1 0 1 0 0,-1-1-1 0 0,0 1 0 0 0,1 0 0 0 0,-1 0 0 0 0,1-1 135 0 0,-1-67-7075 0 0,12 30 5447 0 0</inkml:trace>
  <inkml:trace contextRef="#ctx0" brushRef="#br0" timeOffset="1461.995">452 482 1008 0 0,'80'-3'9382'0'0,"-3"23"-5596"0"0,60 38 1269 0 0,-71-41-4942 0 0,-50-14-2178 0 0,-16-3 1244 0 0,0 0-64 0 0,0 0-515 0 0,-2 14-5597 0 0,-16-3 2731 0 0,9-7 2772 0 0</inkml:trace>
  <inkml:trace contextRef="#ctx0" brushRef="#br0" timeOffset="1618.005">486 697 1768 0 0,'-3'-1'9999'0'0,"23"-1"-7025"0"0,113-37 947 0 0,-59 21-2644 0 0,-28 9-4092 0 0,-45 11 2489 0 0,1 0 1 0 0,-2 1 0 0 0,1-1 0 0 0,0 0 0 0 0,0 1 0 0 0,-1-1-1 0 0,1 1 1 0 0,-1-1 0 0 0,0 1 0 0 0,0-1 0 0 0,0 1 0 0 0,0-1 0 0 0,0 1-1 0 0,0-1 1 0 0,-1 1 0 0 0,1-1 0 0 0,-1 1 0 0 0,0-1 0 0 0,0 0-1 0 0,0 1 1 0 0,0-1 0 0 0,0 0 0 0 0,0 0 0 0 0,0 0 0 0 0,-1 0 0 0 0,1 0-1 0 0,-1 0 1 0 0,0 0 0 0 0,0 0 325 0 0,-47 59-4474 0 0,29-40 3134 0 0</inkml:trace>
  <inkml:trace contextRef="#ctx0" brushRef="#br0" timeOffset="1991.287">509 904 1416 0 0,'-16'31'8512'0'0,"11"-1"-3887"0"0,28-53-3957 0 0,-18 19-662 0 0,2-3 101 0 0,0 1 0 0 0,0 1 1 0 0,1-1-1 0 0,-1 1 0 0 0,1 0 0 0 0,1 1 1 0 0,-1 0-1 0 0,1 0 0 0 0,-1 1 0 0 0,5-1-107 0 0,112-8 3208 0 0,-123 12-3157 0 0,0 1-1 0 0,0 0 0 0 0,0 0 1 0 0,-1 0-1 0 0,1 1 0 0 0,0-1 1 0 0,0 0-1 0 0,-1 1 1 0 0,1-1-1 0 0,-1 1 0 0 0,1 0 1 0 0,-1-1-1 0 0,1 1 1 0 0,-1 0-1 0 0,0 0 0 0 0,0 0 1 0 0,0 0-1 0 0,0 0 0 0 0,-1 0 1 0 0,1 0-1 0 0,0 0 1 0 0,-1 0-1 0 0,1 0 0 0 0,-1 0 1 0 0,0 1-1 0 0,0-1 1 0 0,0 0-1 0 0,0 0 0 0 0,0 0 1 0 0,0 1-1 0 0,0-1 1 0 0,-1 0-1 0 0,1 0 0 0 0,-1 0 1 0 0,0 0-1 0 0,0 0 0 0 0,1 0 1 0 0,-1 0-1 0 0,0 0 1 0 0,-1 1-51 0 0,-30 36-52 0 0,30-37-46 0 0,0 1-1 0 0,0-1 1 0 0,-1 0 0 0 0,1 0-1 0 0,-1-1 1 0 0,1 1 0 0 0,-1 0-1 0 0,0-1 1 0 0,1 0 0 0 0,-1 0 0 0 0,0 1-1 0 0,0-2 1 0 0,0 1 0 0 0,0 0-1 0 0,0-1 1 0 0,0 1 0 0 0,0-1-1 0 0,0 0 1 0 0,-1 0 0 0 0,1 0-1 0 0,0 0 1 0 0,0-1 0 0 0,0 1 0 0 0,0-1-1 0 0,0 0 1 0 0,0 0 0 0 0,0 0-1 0 0,0 0 99 0 0,-4-3-299 0 0,1 0-1 0 0,-1 0 0 0 0,1-1 0 0 0,0 0 0 0 0,0 0 0 0 0,0-1 1 0 0,1 1-1 0 0,0-1 0 0 0,0-1 0 0 0,0 1 0 0 0,1-1 1 0 0,0 1-1 0 0,-1-4 300 0 0,0 0-1043 0 0,1 0 0 0 0,0-1 1 0 0,0 0-1 0 0,1 1 1 0 0,1-1-1 0 0,0 0 0 0 0,0 0 1 0 0,1-1-1 0 0,1-8 1043 0 0,3-3-1619 0 0,12-16 69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1:50.458"/>
    </inkml:context>
    <inkml:brush xml:id="br0">
      <inkml:brushProperty name="width" value="0.05" units="cm"/>
      <inkml:brushProperty name="height" value="0.05" units="cm"/>
      <inkml:brushProperty name="color" value="#FFFFFF"/>
    </inkml:brush>
  </inkml:definitions>
  <inkml:trace contextRef="#ctx0" brushRef="#br0">84 1 840 0 0,'27'17'7281'0'0,"-9"8"-4981"0"0,-14 41-8044 0 0,-14-41 4353 0 0,5-7 5 0 0</inkml:trace>
  <inkml:trace contextRef="#ctx0" brushRef="#br0" timeOffset="270.722">49 348 1404 0 0,'1'71'6613'0'0,"2"-25"-9246"0"0,-3-2-107 0 0,0-17 1376 0 0</inkml:trace>
  <inkml:trace contextRef="#ctx0" brushRef="#br0" timeOffset="521.448">0 887 2176 0 0,'8'19'7974'0'0,"10"-28"-5008"0"0,16-30-1493 0 0,141-219-211 0 0,-104 140-5521 0 0,-9 30-2767 0 0,-43 69 5593 0 0,-6 0-36 0 0</inkml:trace>
  <inkml:trace contextRef="#ctx0" brushRef="#br0" timeOffset="693.223">518 9 836 0 0,'21'-1'9849'0'0,"5"35"-6908"0"0,-22-27-2210 0 0,14 31-1738 0 0,-18 10-5714 0 0,-41 22 2393 0 0,25-46 2931 0 0</inkml:trace>
  <inkml:trace contextRef="#ctx0" brushRef="#br0" timeOffset="904.482">294 401 1700 0 0,'-8'3'1340'0'0,"-6"2"3542"0"0,25-10-561 0 0,163-49 1537 0 0,100 9-3299 0 0,-260 42-2819 0 0,2 0-431 0 0,-6 4-3185 0 0,-10 22-1736 0 0,-90 75-2411 0 0,64-76 6789 0 0</inkml:trace>
  <inkml:trace contextRef="#ctx0" brushRef="#br0" timeOffset="1073.733">369 623 2384 0 0,'1'2'6321'0'0,"19"-2"-3771"0"0,110-22 1676 0 0,-49 3-2641 0 0,40-2-475 0 0,-120 21-1459 0 0,-1 0-205 0 0,11 0-3107 0 0,-17 0-3089 0 0,-4-4 3921 0 0,5 2 1252 0 0</inkml:trace>
  <inkml:trace contextRef="#ctx0" brushRef="#br0" timeOffset="1427.966">552 490 1612 0 0,'-8'31'2813'0'0,"-29"128"1585"0"0,34-136-4277 0 0,-2-1-1 0 0,0 0 0 0 0,-1 0 0 0 0,-2 0 0 0 0,0-1 0 0 0,-1 0 0 0 0,-4 5-120 0 0,-61 65-1813 0 0,28-69 1798 0 0,18-12 2629 0 0,27-9-2038 0 0,1-1 4 0 0,0 0 36 0 0,-2-2 2 0 0,4 0-409 0 0,-1-1 1 0 0,0 1-1 0 0,1-1 0 0 0,-1 1 1 0 0,1 0-1 0 0,-1 0 0 0 0,1 0 1 0 0,0 0-1 0 0,0 0 0 0 0,0 0 1 0 0,0 0-1 0 0,1 1 0 0 0,-1-1 1 0 0,0 1-1 0 0,1 0 1 0 0,-1-1-1 0 0,1 1 0 0 0,-1 0 1 0 0,1 1-1 0 0,-1-1 0 0 0,1 0 1 0 0,0 1-1 0 0,-1-1 0 0 0,1 1 1 0 0,0 0-1 0 0,0 0 0 0 0,1 0-209 0 0,13-5 580 0 0,24-8 411 0 0,1 1 1 0 0,0 2-1 0 0,1 2 0 0 0,31-1-991 0 0,142-3 1712 0 0,-73 11-4697 0 0,-113 19-697 0 0,-28 20-5168 0 0,-67 29 3017 0 0,41-53 4570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1:48.351"/>
    </inkml:context>
    <inkml:brush xml:id="br0">
      <inkml:brushProperty name="width" value="0.05" units="cm"/>
      <inkml:brushProperty name="height" value="0.05" units="cm"/>
      <inkml:brushProperty name="color" value="#FFFFFF"/>
    </inkml:brush>
  </inkml:definitions>
  <inkml:trace contextRef="#ctx0" brushRef="#br0">441 0 2408 0 0,'15'5'9786'0'0,"-19"9"-8521"0"0,-72 120 3151 0 0,46-99-3842 0 0,-1-1 0 0 0,-2-2 1 0 0,-1-1-1 0 0,-8 3-574 0 0,-110 73-634 0 0,151-106 493 0 0,0 0 1 0 0,0 0-1 0 0,0-1 0 0 0,0 1 1 0 0,0 0-1 0 0,0 0 0 0 0,0-1 1 0 0,-1 1-1 0 0,1-1 0 0 0,0 1 1 0 0,0-1-1 0 0,-1 1 1 0 0,1-1-1 0 0,0 0 0 0 0,-1 1 1 0 0,1-1-1 0 0,0 0 0 0 0,-1 0 1 0 0,1 0-1 0 0,0 0 0 0 0,-1 0 1 0 0,1-1-1 0 0,0 1 1 0 0,-1 0-1 0 0,1-1 0 0 0,0 1 1 0 0,0 0-1 0 0,-1-1 0 0 0,1 0 1 0 0,0 1-1 0 0,0-1 0 0 0,0 0 1 0 0,0 1-1 0 0,0-1 1 0 0,0 0-1 0 0,0 0 0 0 0,0 0 1 0 0,0 0-1 0 0,0 0 0 0 0,0 0 1 0 0,0 0-1 0 0,1 0 0 0 0,-1-1 1 0 0,0 1-1 0 0,1 0 0 0 0,-1 0 1 0 0,1-1-1 0 0,0 1 1 0 0,-1 0-1 0 0,1-1 0 0 0,0 1 1 0 0,0 0-1 0 0,0-1 0 0 0,-1 1 1 0 0,2 0-1 0 0,-1-1 0 0 0,0 1 1 0 0,0 0-1 0 0,0-1 1 0 0,0 1-1 0 0,1 0 0 0 0,-1 0 1 0 0,1-2 140 0 0,75-116-8146 0 0,-56 95 6510 0 0</inkml:trace>
  <inkml:trace contextRef="#ctx0" brushRef="#br0" timeOffset="268.094">251 147 1676 0 0,'14'-1'601'0'0,"-1"0"1"0"0,1 1-1 0 0,0 1 0 0 0,0 0 0 0 0,-1 1 0 0 0,1 1 1 0 0,-1 0-1 0 0,1 0 0 0 0,-1 1 0 0 0,0 1 1 0 0,-1 0-1 0 0,1 1 0 0 0,4 3-601 0 0,85 28 3651 0 0,24-16-228 0 0,-97-2-2117 0 0,-29-18-1143 0 0,-2 5-13 0 0,-15 18-131 0 0,0-1 0 0 0,-2-1 0 0 0,0 0 1 0 0,-1-1-1 0 0,-1-1 0 0 0,-1-2 0 0 0,-1 0 0 0 0,-1-1 0 0 0,0-1 0 0 0,-1-1 0 0 0,-1-2 1 0 0,0 0-1 0 0,-3-1-19 0 0,-93 22-1740 0 0,37-31-3176 0 0,54-27 81 0 0,26 8 167 0 0,5 8 3241 0 0</inkml:trace>
  <inkml:trace contextRef="#ctx0" brushRef="#br0" timeOffset="571.31">198 407 2252 0 0,'27'0'5119'0'0,"10"15"-2355"0"0,-16-6-1755 0 0,253 128 7139 0 0,-115-60-6943 0 0,-129-42-5993 0 0,-30-34 3757 0 0,0-1-425 0 0,0 0-93 0 0,-3 4-196 0 0,-37 34-4617 0 0,26-29 4848 0 0</inkml:trace>
  <inkml:trace contextRef="#ctx0" brushRef="#br0" timeOffset="858.636">256 725 2240 0 0,'-14'31'5729'0'0,"8"29"-3200"0"0,5-44-2225 0 0,-29 149 1358 0 0,29-160-1236 0 0,-2 6-2759 0 0,2-12-5540 0 0,1-4 6373 0 0</inkml:trace>
  <inkml:trace contextRef="#ctx0" brushRef="#br0" timeOffset="1110.533">233 806 928 0 0,'1'-7'528'0'0,"1"0"0"0"0,0 0 1 0 0,0 0-1 0 0,1 0 0 0 0,-1 0 0 0 0,2 0 0 0 0,-1 1 0 0 0,1-1 0 0 0,0 1 1 0 0,0 0-1 0 0,1 0 0 0 0,-1 1 0 0 0,2-1 0 0 0,-1 1 0 0 0,0 0 1 0 0,1 0-1 0 0,0 1 0 0 0,0 0 0 0 0,0 0 0 0 0,1 0 0 0 0,-1 1 0 0 0,1 0 1 0 0,4-2-529 0 0,7-2 739 0 0,2 1-1 0 0,-1 0 1 0 0,0 2 0 0 0,1 0 0 0 0,0 1 0 0 0,0 1 0 0 0,0 1 0 0 0,3 1-739 0 0,-12-1 201 0 0,0 0 0 0 0,0 1-1 0 0,0 1 1 0 0,0 0 0 0 0,0 0-1 0 0,0 1 1 0 0,0 1 0 0 0,0 0 0 0 0,-1 0-1 0 0,1 1 1 0 0,-1 0 0 0 0,0 1-1 0 0,0 0 1 0 0,-1 1 0 0 0,1 0 0 0 0,-1 0-1 0 0,0 1 1 0 0,5 6-201 0 0,-1 14-1507 0 0,-13-25 747 0 0,-3 4-175 0 0,-39 66-2849 0 0,27-57 2047 0 0,0-2 0 0 0,-1 1 0 0 0,0-2 0 0 0,-1 0 0 0 0,0-1-1 0 0,-1-1 1 0 0,-13 5 1737 0 0,9-6-1478 0 0</inkml:trace>
  <inkml:trace contextRef="#ctx0" brushRef="#br0" timeOffset="1300.649">339 887 1088 0 0,'8'-19'5930'0'0,"28"1"-3280"0"0,127-31 1525 0 0,-149 45-4110 0 0,25-10 62 0 0,-23-5-3619 0 0,-16 18 2026 0 0,0 1-93 0 0,0 0 58 0 0,0 0 3 0 0,0 0-73 0 0,0 0 131 0 0</inkml:trace>
  <inkml:trace contextRef="#ctx0" brushRef="#br0" timeOffset="1569.454">516 687 1576 0 0,'-26'16'5067'0'0,"-14"54"-2845"0"0,-59 90-2104 0 0,10-66 729 0 0,89-93-321 0 0,0-1 104 0 0,0 0-46 0 0,0 0-20 0 0,17 4 861 0 0,46-3 983 0 0,35-20-1085 0 0,39-13-129 0 0,-54-11-3393 0 0,-57 30-1764 0 0,3 5-5409 0 0,-29 8 7822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1:44.882"/>
    </inkml:context>
    <inkml:brush xml:id="br0">
      <inkml:brushProperty name="width" value="0.05" units="cm"/>
      <inkml:brushProperty name="height" value="0.05" units="cm"/>
      <inkml:brushProperty name="color" value="#FFFFFF"/>
    </inkml:brush>
  </inkml:definitions>
  <inkml:trace contextRef="#ctx0" brushRef="#br0">80 87 1056 0 0,'1'3'1776'0'0,"3"1"-268"0"0,1 0-139 0 0,-2 4-285 0 0,1-1-116 0 0,-2-1-128 0 0,-1 2-236 0 0,1-1-244 0 0,-1 1-112 0 0,-1 0-192 0 0,-1 1-252 0 0,1-9 20 0 0,0 11-856 0 0,0 7-524 0 0,-19 19 103 0 0,16-17-3 0 0,-7 2-136 0 0</inkml:trace>
  <inkml:trace contextRef="#ctx0" brushRef="#br0" timeOffset="283.19">1 476 988 0 0,'0'2'317'0'0,"0"-1"0"0"0,-1 1 0 0 0,1 0 0 0 0,0 0-1 0 0,0-1 1 0 0,1 1 0 0 0,-1 0 0 0 0,0-1 0 0 0,1 1 0 0 0,-1 0 0 0 0,0-1-1 0 0,1 1 1 0 0,0 0 0 0 0,-1-1 0 0 0,1 1 0 0 0,0-1 0 0 0,0 1 0 0 0,0-1-1 0 0,0 0 1 0 0,0 1 0 0 0,0-1 0 0 0,1 0 0 0 0,-1 0 0 0 0,0 0 0 0 0,1 1 0 0 0,-1-2-1 0 0,0 1 1 0 0,1 0 0 0 0,0 0 0 0 0,-1 0 0 0 0,1-1 0 0 0,0 1-317 0 0,3 2 263 0 0,1 1 0 0 0,-1 0 1 0 0,0 0-1 0 0,0 0 0 0 0,-1 0 0 0 0,1 1 1 0 0,-1 0-1 0 0,0 0 0 0 0,0 0 1 0 0,-1 0-1 0 0,1 0 0 0 0,-1 1 1 0 0,0 0-1 0 0,-1-1 0 0 0,2 5-263 0 0,1 10 243 0 0,0 0 0 0 0,-2 0 0 0 0,0 0-1 0 0,-1 0 1 0 0,-1 1 0 0 0,-2 17-243 0 0,1-29 136 0 0,-20 112 642 0 0,53-165-2477 0 0,10-47-293 0 0,37-87-5588 0 0,-49 103 4382 0 0,-15 35 1775 0 0</inkml:trace>
  <inkml:trace contextRef="#ctx0" brushRef="#br0" timeOffset="666.533">423 101 1576 0 0,'24'-60'4848'0'0,"-10"20"1319"0"0,-15 50-709 0 0,-9 22-4400 0 0,-66 112 636 0 0,-31-4-2377 0 0,90-132-2870 0 0,31-38 1309 0 0,26-22 2432 0 0,-21 38 343 0 0,-18 8-4624 0 0,-7 13-3794 0 0,6-4 6503 0 0</inkml:trace>
  <inkml:trace contextRef="#ctx0" brushRef="#br0" timeOffset="1166.168">261 47 2212 0 0,'25'1'10261'0'0,"5"5"-5745"0"0,65 28-2571 0 0,-6-7-1360 0 0,-83-25-1584 0 0,7 2-1309 0 0,-14 3-9482 0 0,-11 6 10498 0 0,5-5 70 0 0</inkml:trace>
  <inkml:trace contextRef="#ctx0" brushRef="#br0" timeOffset="1556.235">239 197 1884 0 0,'1'-21'8218'0'0,"26"21"-4722"0"0,2 8-2445 0 0,0 2 1 0 0,-1 1-1 0 0,0 1 1 0 0,0 1-1 0 0,21 14-1051 0 0,94 70 2052 0 0,-90-60-1469 0 0,-14-9-3320 0 0,-43-26-6666 0 0,-11 5 2816 0 0,9-5 5172 0 0</inkml:trace>
  <inkml:trace contextRef="#ctx0" brushRef="#br0" timeOffset="2215.134">186 661 1868 0 0,'-1'0'167'0'0,"0"0"-1"0"0,1-1 1 0 0,-1 1 0 0 0,1-1-1 0 0,-1 1 1 0 0,1 0-1 0 0,-1-1 1 0 0,1 1 0 0 0,-1-1-1 0 0,1 0 1 0 0,0 1-1 0 0,-1-1 1 0 0,1 1 0 0 0,0-1-1 0 0,-1 0 1 0 0,1 1-1 0 0,0-1 1 0 0,0 1 0 0 0,0-1-1 0 0,0 0 1 0 0,-1 1-1 0 0,1-1 1 0 0,0 0 0 0 0,0 0-1 0 0,0 1 1 0 0,0-1-1 0 0,1 0 1 0 0,-1 1 0 0 0,0-1-1 0 0,0 0 1 0 0,0 1-1 0 0,0-1 1 0 0,1 1 0 0 0,-1-1-1 0 0,0 0 1 0 0,1 1-1 0 0,-1-1 1 0 0,0 1 0 0 0,1-1-1 0 0,-1 1 1 0 0,1-1-1 0 0,-1 1 1 0 0,1-1 0 0 0,-1 1-1 0 0,1-1 1 0 0,-1 1-1 0 0,1-1 1 0 0,-1 1 0 0 0,1 0-1 0 0,0-1 1 0 0,-1 1-1 0 0,1 0-166 0 0,38-23 2033 0 0,-35 21-1797 0 0,17-6 567 0 0,-1 1 1 0 0,2 2-1 0 0,-1 0 0 0 0,0 1 1 0 0,1 0-1 0 0,0 2 0 0 0,15 1-803 0 0,31-5 1248 0 0,6-5-1143 0 0,-72 11-307 0 0,-2 0-222 0 0,0 0-132 0 0,0 0-42 0 0,10 0-1668 0 0,-131 59-6412 0 0,-69 11 9003 0 0,118-37 2627 0 0,52-27-259 0 0,30-4 1388 0 0,113-5 237 0 0,63 3-2134 0 0,-94 0-1499 0 0,19-28-393 0 0,-19 1-3219 0 0,-91 26 2653 0 0,-1 0 1 0 0,0 0-1 0 0,0 0 1 0 0,0 0-1 0 0,0-1 1 0 0,0 1-1 0 0,0 0 1 0 0,0 0 0 0 0,-1 0-1 0 0,1 0 1 0 0,0-1-1 0 0,-1 1 1 0 0,1 0-1 0 0,-1 0 1 0 0,1 0-1 0 0,-1 0 1 0 0,1 0 0 0 0,-1 0-1 0 0,0 0 1 0 0,0 0-1 0 0,1 0 1 0 0,-1 1-1 0 0,0-1 1 0 0,0 0-1 0 0,0 0 1 0 0,0 1-1 0 0,0-1 1 0 0,0 0 0 0 0,0 1-1 0 0,0-1 1 0 0,0 1-1 0 0,0 0 274 0 0,-5-5-1658 0 0,-80-73-6564 0 0,66 59 6774 0 0</inkml:trace>
  <inkml:trace contextRef="#ctx0" brushRef="#br0" timeOffset="2463.6">521 382 1312 0 0,'-14'-18'4664'0'0,"8"23"-259"0"0,5 32-215 0 0,1-31-4576 0 0,2 402 6016 0 0,-3-212-7943 0 0,14-140-1616 0 0,6-53-3849 0 0,0-16 5333 0 0,-18 12 2391 0 0,17-15-1310 0 0</inkml:trace>
  <inkml:trace contextRef="#ctx0" brushRef="#br0" timeOffset="2966.252">1340 141 2412 0 0,'7'15'8309'0'0,"-12"40"-4845"0"0,-94 189 1697 0 0,-124 172-3890 0 0,193-361-2615 0 0,-1 0-3301 0 0,36-52-2167 0 0,17-24 4364 0 0,-3 1 919 0 0,3 0 42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1:41.559"/>
    </inkml:context>
    <inkml:brush xml:id="br0">
      <inkml:brushProperty name="width" value="0.05" units="cm"/>
      <inkml:brushProperty name="height" value="0.05" units="cm"/>
      <inkml:brushProperty name="color" value="#FFFFFF"/>
    </inkml:brush>
  </inkml:definitions>
  <inkml:trace contextRef="#ctx0" brushRef="#br0">434 1 2260 0 0,'0'0'1701'0'0,"3"0"28"0"0,9 0-94 0 0,-8 0-93 0 0,-4 0-81 0 0,0 0-137 0 0,0 0-91 0 0,0 0-89 0 0,0 0-140 0 0,4 3-92 0 0,-3-2-856 0 0,0 1-1 0 0,0-1 1 0 0,0 0 0 0 0,0 1 0 0 0,0-1 0 0 0,0 1 0 0 0,-1-1-1 0 0,1 1 1 0 0,0-1 0 0 0,-1 1 0 0 0,1 0 0 0 0,-1-1-1 0 0,1 1 1 0 0,-1 0 0 0 0,0-1 0 0 0,0 1 0 0 0,0 0-1 0 0,0-1 1 0 0,0 1 0 0 0,0 0 0 0 0,0 0 0 0 0,-1-1 0 0 0,1 1-1 0 0,-1 0 1 0 0,1-1 0 0 0,-1 1 0 0 0,1-1 0 0 0,-1 1-1 0 0,0-1 1 0 0,0 1 0 0 0,0-1 0 0 0,0 1 0 0 0,0-1 0 0 0,0 0-1 0 0,0 1 1 0 0,0-1 0 0 0,-1 0 0 0 0,1 0 0 0 0,-2 1-56 0 0,-12 17 99 0 0,0 0 0 0 0,-2-1 0 0 0,0-1 0 0 0,-1 0 0 0 0,-1-1 0 0 0,-1-1 0 0 0,0-1-1 0 0,-1-1 1 0 0,0-1 0 0 0,-1-1 0 0 0,-8 3-99 0 0,-96 20-3142 0 0,82-30-928 0 0,2-3-4434 0 0,40-1 6910 0 0</inkml:trace>
  <inkml:trace contextRef="#ctx0" brushRef="#br0" timeOffset="261.959">68 294 1792 0 0,'122'108'8452'0'0,"-119"-106"-8461"0"0,0 0 1 0 0,1-1 0 0 0,-1 0-1 0 0,0 1 1 0 0,0-1 0 0 0,1 0 0 0 0,-1-1-1 0 0,1 1 1 0 0,-1-1 0 0 0,0 1 0 0 0,1-1-1 0 0,-1 0 1 0 0,1 0 0 0 0,-1 0-1 0 0,1-1 1 0 0,-1 0 0 0 0,1 1 0 0 0,-1-1-1 0 0,0 0 1 0 0,1 0 0 0 0,-1-1 0 0 0,0 1-1 0 0,0-1 9 0 0,70-50-4133 0 0,-33 21 600 0 0,-20 18 2034 0 0</inkml:trace>
  <inkml:trace contextRef="#ctx0" brushRef="#br0" timeOffset="529.093">487 235 1836 0 0,'9'17'8064'0'0,"-31"23"-5784"0"0,-3-9-1887 0 0,-2-2-1 0 0,-2-1 0 0 0,0-1 0 0 0,-1-2 0 0 0,-2-1 0 0 0,-1-1 0 0 0,0-2 0 0 0,-34 16-392 0 0,-13 2 476 0 0,29-25 1795 0 0,66-26-1426 0 0,205-50 1073 0 0,-49 28-1368 0 0,-74 14-2903 0 0,-71 6-2727 0 0,-59-2-5550 0 0,18 5 9260 0 0</inkml:trace>
  <inkml:trace contextRef="#ctx0" brushRef="#br0" timeOffset="814.911">379 282 1744 0 0,'-11'26'5964'0'0,"7"22"-3888"0"0,4-33-1348 0 0,-3 206 4296 0 0,4-128-5824 0 0,-13-53-1060 0 0,2-29-2671 0 0,2-17-264 0 0,5 2 3209 0 0</inkml:trace>
  <inkml:trace contextRef="#ctx0" brushRef="#br0" timeOffset="1071.107">319 687 1756 0 0,'-33'-17'6000'0'0,"-4"33"-4332"0"0,-43 38 31 0 0,46-36-1372 0 0,39-39-750 0 0,5 8 320 0 0,2 1 0 0 0,-1 1 0 0 0,2 0 0 0 0,-1 0 0 0 0,1 2 0 0 0,1-1 1 0 0,0 2-1 0 0,10-5 103 0 0,-7 4 60 0 0,1 1 0 0 0,1 1 0 0 0,0 0 0 0 0,0 2 1 0 0,0 0-1 0 0,0 1 0 0 0,10 0-60 0 0,42 4 1596 0 0,-69 1-1614 0 0,0-1 4 0 0,1 1 0 0 0,-1 0 0 0 0,0 0 0 0 0,1 0 0 0 0,-1 0 0 0 0,0 0 1 0 0,0 1-1 0 0,0-1 0 0 0,0 1 0 0 0,0-1 0 0 0,0 1 0 0 0,0 0 0 0 0,0-1 0 0 0,-1 1 0 0 0,1 0 0 0 0,-1 0 0 0 0,1 1 0 0 0,-1-1 0 0 0,0 0 0 0 0,0 0 0 0 0,0 0 0 0 0,0 1 0 0 0,0-1 0 0 0,-1 1 0 0 0,1-1 0 0 0,-1 1 0 0 0,1-1 0 0 0,-1 1 0 0 0,0-1 0 0 0,0 1 0 0 0,0-1 0 0 0,0 1 0 0 0,-1 1 14 0 0,-3 4-884 0 0,0 0-1 0 0,-1 0 1 0 0,0-1-1 0 0,0 1 0 0 0,-1-1 1 0 0,0 0-1 0 0,0-1 0 0 0,-1 0 1 0 0,1 0-1 0 0,-8 5 885 0 0,-3-1-1284 0 0</inkml:trace>
  <inkml:trace contextRef="#ctx0" brushRef="#br0" timeOffset="1655.273">172 845 1664 0 0,'-12'40'6586'0'0,"-4"-3"-4139"0"0,15-36-2446 0 0,0 9-1087 0 0,17-35 827 0 0,-14 21 434 0 0,0 1-132 0 0,3-7 231 0 0,1 1-1 0 0,-1 0 0 0 0,1 1 1 0 0,1 0-1 0 0,0 0 1 0 0,0 0-1 0 0,0 1 0 0 0,1-1 1 0 0,0 2-1 0 0,7-5-273 0 0,-15 11 12 0 0,9-6 275 0 0,0 0 0 0 0,1 1 0 0 0,-1 1-1 0 0,1 0 1 0 0,0 0 0 0 0,0 0 0 0 0,0 1-1 0 0,1 1 1 0 0,-1 0 0 0 0,1 0-1 0 0,9 1-286 0 0,70 1 1833 0 0,-88 0-1834 0 0,0 1-1 0 0,0-1 0 0 0,0 1 1 0 0,0 0-1 0 0,0 0 1 0 0,-1 0-1 0 0,1 0 1 0 0,0 0-1 0 0,-1 0 0 0 0,1 0 1 0 0,-1 1-1 0 0,1-1 1 0 0,-1 1-1 0 0,0-1 0 0 0,1 1 1 0 0,-1-1-1 0 0,0 1 1 0 0,0 0-1 0 0,0-1 1 0 0,0 1-1 0 0,0 0 0 0 0,-1 0 1 0 0,1 0-1 0 0,-1 0 1 0 0,1 0-1 0 0,-1 0 0 0 0,1 0 1 0 0,-1 0-1 0 0,0 0 1 0 0,0 0-1 0 0,0 0 1 0 0,0 0-1 0 0,0-1 0 0 0,-1 1 1 0 0,1 0-1 0 0,-1 0 1 0 0,0 2 1 0 0,-2 3-77 0 0,-1 0 1 0 0,0 0 0 0 0,-1-1 0 0 0,1 1-1 0 0,-1-1 1 0 0,-1 0 0 0 0,1-1 0 0 0,-1 1-1 0 0,0-1 1 0 0,0 0 0 0 0,-1-1 0 0 0,1 1-1 0 0,-1-1 1 0 0,0 0 0 0 0,0-1 0 0 0,0 0 0 0 0,-1 0-1 0 0,1-1 1 0 0,-1 1 0 0 0,-3-1 76 0 0,10-2-104 0 0,-14-3-34 0 0,-8-27 230 0 0,23 29-83 0 0,-1 0 0 0 0,1 1 0 0 0,-1-1 0 0 0,1 0 0 0 0,0 1 1 0 0,-1-1-1 0 0,1 0 0 0 0,0 0 0 0 0,-1 0 0 0 0,1 1 0 0 0,0-1 0 0 0,0 0 0 0 0,0 0 0 0 0,0 0 0 0 0,0 0 0 0 0,0 1 0 0 0,0-1 1 0 0,0 0-1 0 0,0 0 0 0 0,0 0 0 0 0,0 0 0 0 0,1 1 0 0 0,-1-1 0 0 0,0 0 0 0 0,1 0 0 0 0,-1 1 0 0 0,0-1 0 0 0,1 0 0 0 0,-1 0 1 0 0,1 1-1 0 0,-1-1 0 0 0,1 0 0 0 0,-1 1 0 0 0,1-1 0 0 0,0 1 0 0 0,-1-1 0 0 0,1 1 0 0 0,0-1 0 0 0,-1 1 0 0 0,1-1 1 0 0,0 1-1 0 0,0 0 0 0 0,-1-1 0 0 0,1 1 0 0 0,0 0 0 0 0,0 0 0 0 0,0-1 0 0 0,-1 1 0 0 0,1 0 0 0 0,0 0 0 0 0,0 0 0 0 0,0 0-9 0 0,0 0-16 0 0,0 0 0 0 0,0 0 0 0 0,0 0 0 0 0,0 0 0 0 0,0 0 0 0 0,0 0 0 0 0,0 0 0 0 0,0 0 0 0 0,0 0 0 0 0,0 0 0 0 0,0 0 0 0 0,0 1 0 0 0,0-1 0 0 0,0 0 0 0 0,0 1 0 0 0,0-1 0 0 0,0 1 0 0 0,-1-1 0 0 0,1 1 0 0 0,0 0 0 0 0,0-1 0 0 0,0 1-1 0 0,-1 0 1 0 0,1-1 0 0 0,0 1 0 0 0,-1 0 0 0 0,1 0 0 0 0,-1 0 0 0 0,1 0 0 0 0,-1-1 0 0 0,1 1 0 0 0,-1 0 0 0 0,0 0 0 0 0,1 0 0 0 0,-1 0 0 0 0,0 0 0 0 0,0 0 0 0 0,1 0 0 0 0,-1 0 0 0 0,0 0 0 0 0,0 0 0 0 0,0 0 0 0 0,0 0 0 0 0,-1 0 0 0 0,1 0-1 0 0,0 0 1 0 0,0 0 16 0 0,-10-28-3442 0 0,10 26 3430 0 0,-1 1 1 0 0,1-1-1 0 0,-1 0 1 0 0,1 1-1 0 0,0-1 0 0 0,-1 0 1 0 0,1 0-1 0 0,0 1 0 0 0,-1-1 1 0 0,1 0-1 0 0,0 0 1 0 0,0 1-1 0 0,0-1 0 0 0,0 0 1 0 0,0 0-1 0 0,0 0 0 0 0,0 1 1 0 0,0-1-1 0 0,0 0 1 0 0,0 0-1 0 0,0 0 0 0 0,0 1 1 0 0,0-1-1 0 0,1 0 0 0 0,-1 0 1 0 0,0 1-1 0 0,1-1 1 0 0,-1 0-1 0 0,0 0 0 0 0,1 1 1 0 0,-1-1-1 0 0,1 0 0 0 0,-1 1 1 0 0,1-1-1 0 0,0 1 1 0 0,-1-1-1 0 0,1 1 0 0 0,-1-1 1 0 0,1 1-1 0 0,0-1 0 0 0,0 1 1 0 0,-1 0-1 0 0,1-1 1 0 0,0 1-1 0 0,0 0 0 0 0,0-1 12 0 0,1 2-207 0 0,0 0 0 0 0,0 0-1 0 0,0 0 1 0 0,0 0 0 0 0,0-1-1 0 0,0 1 1 0 0,1-1 0 0 0,-1 0 0 0 0,0 0-1 0 0,0 0 1 0 0,1 0 0 0 0,-1 0-1 0 0,0 0 1 0 0,0 0 0 0 0,0-1-1 0 0,1 1 1 0 0,-1-1 0 0 0,0 0-1 0 0,0 1 1 0 0,0-1 0 0 0,0 0 0 0 0,0 0-1 0 0,0-1 1 0 0,0 1 0 0 0,0 0-1 0 0,0 0 1 0 0,-1-1 0 0 0,1 0-1 0 0,-1 1 1 0 0,1-1 0 0 0,-1 0-1 0 0,1 1 1 0 0,-1-1 0 0 0,0 0-1 0 0,0 0 1 0 0,0 0 0 0 0,0 0 0 0 0,1-2 207 0 0,2-1-269 0 0,13-12-1273 0 0</inkml:trace>
  <inkml:trace contextRef="#ctx0" brushRef="#br0" timeOffset="2758.317">712 209 2428 0 0,'23'-18'8141'0'0,"3"10"-3761"0"0,-9 5-2727 0 0,63 2 1438 0 0,-75 1-3025 0 0,1-1 0 0 0,-1 1 0 0 0,1 0 0 0 0,-1 0 0 0 0,0 1 1 0 0,1 0-1 0 0,-1 0 0 0 0,0 0 0 0 0,1 0 0 0 0,-1 1 0 0 0,0 0 0 0 0,0 0 0 0 0,0 1 0 0 0,0-1 0 0 0,-1 1 0 0 0,1 0 0 0 0,-1 0 0 0 0,0 0 0 0 0,1 1 1 0 0,-2 0-1 0 0,1 0 0 0 0,0 0 0 0 0,-1 0 0 0 0,1 0 0 0 0,-1 1 0 0 0,0-1 0 0 0,-1 1 0 0 0,1 0 0 0 0,-1 0 0 0 0,0 0 0 0 0,0 2-66 0 0,5 12 104 0 0,-1 0-1 0 0,-1 0 1 0 0,0 1-1 0 0,-2-1 1 0 0,0 1 0 0 0,-1 0-1 0 0,-1 0 1 0 0,-1 0-1 0 0,-1 0 1 0 0,-3 16-104 0 0,0-13 24 0 0,2 1-141 0 0,-1-1-1 0 0,-1 0 0 0 0,-2 0 0 0 0,0 0 1 0 0,-1-1-1 0 0,-1 0 0 0 0,-1 0 0 0 0,-2-1 1 0 0,0 0-1 0 0,-2 2 118 0 0,-21-6-2086 0 0,33-17 1512 0 0,1 0 21 0 0,-5-4 52 0 0,-15-19-63 0 0,1 0 1 0 0,1-2-1 0 0,1 0 0 0 0,1-1 1 0 0,-3-8 563 0 0,-11-17-607 0 0,-24-55 659 0 0,54 105 5 0 0,0 1 0 0 0,1-1 0 0 0,-1 1 1 0 0,0-1-1 0 0,0 1 0 0 0,1-1 0 0 0,-1 1 1 0 0,1 0-1 0 0,-1-1 0 0 0,0 1 0 0 0,1-1 1 0 0,-1 1-1 0 0,1 0 0 0 0,-1 0 0 0 0,1-1 0 0 0,-1 1 1 0 0,1 0-1 0 0,-1 0 0 0 0,1-1 0 0 0,-1 1 1 0 0,1 0-1 0 0,-1 0 0 0 0,1 0 0 0 0,0 0 1 0 0,-1 0-1 0 0,1 0 0 0 0,-1 0 0 0 0,1 0 1 0 0,-1 0-1 0 0,1 0 0 0 0,0 0 0 0 0,-1 0 1 0 0,1 0-1 0 0,-1 0 0 0 0,1 1 0 0 0,-1-1 1 0 0,1 0-1 0 0,-1 0 0 0 0,1 1 0 0 0,-1-1 0 0 0,1 0 1 0 0,-1 1-1 0 0,1-1 0 0 0,-1 0 0 0 0,0 1 1 0 0,1-1-1 0 0,-1 1 0 0 0,0-1 0 0 0,1 1 1 0 0,-1-1-1 0 0,0 1 0 0 0,1-1 0 0 0,-1 1 1 0 0,0-1-1 0 0,0 1 0 0 0,0-1 0 0 0,1 1 1 0 0,-1-1-1 0 0,0 1 0 0 0,0-1 0 0 0,0 1 0 0 0,0 0 1 0 0,0-1-1 0 0,0 1 0 0 0,0-1 0 0 0,0 1 1 0 0,-1 0-58 0 0,12 38 162 0 0,-10-9-3898 0 0,-7-14 1391 0 0,15-19 566 0 0,156-170-449 0 0,-72 85 3614 0 0,48-10 3732 0 0,-93 96-1080 0 0,-45 3-4015 0 0,0 0 0 0 0,0 1 0 0 0,0-1 0 0 0,-1 1 0 0 0,1 0 0 0 0,0-1 0 0 0,-1 1 0 0 0,1 1 0 0 0,-1-1 0 0 0,0 0 0 0 0,1 0 0 0 0,-1 1 0 0 0,0 0 1 0 0,-1-1-1 0 0,1 1 0 0 0,0 0 0 0 0,-1 0 0 0 0,2 3-23 0 0,0-1 49 0 0,9 21 53 0 0,-2 0 0 0 0,0 1 0 0 0,-2 1 0 0 0,-1 0-1 0 0,-1 0 1 0 0,-1 0 0 0 0,-2 0 0 0 0,0 1 0 0 0,-2 0-1 0 0,-3 21-101 0 0,3-21 70 0 0,0-15-80 0 0,-2 0-1 0 0,1 0 1 0 0,-2 0 0 0 0,1 1-1 0 0,-2-1 1 0 0,0-1 0 0 0,-1 1-1 0 0,0 0 1 0 0,-1-1 0 0 0,-1 0-1 0 0,0 0 1 0 0,-5 8 10 0 0,-28 18-1074 0 0,38-39 746 0 0,1 0-4 0 0,-13-5-388 0 0,1-7 520 0 0,1-1 0 0 0,1-1 1 0 0,0 1-1 0 0,1-2 1 0 0,1 1-1 0 0,0-1 0 0 0,1-1 1 0 0,0 1-1 0 0,1-1 0 0 0,1-1 200 0 0,-14-30-287 0 0,-15-64 1009 0 0,34 110-708 0 0,0-1-1 0 0,1 1 1 0 0,-1-1 0 0 0,1 1-1 0 0,-1 0 1 0 0,1-1 0 0 0,-1 1-1 0 0,1 0 1 0 0,0-1 0 0 0,0 1-1 0 0,-1 0 1 0 0,1 0 0 0 0,0 0-1 0 0,0 0 1 0 0,0-1 0 0 0,0 1-1 0 0,1 1 1 0 0,-1-1 0 0 0,0 0-1 0 0,0 0 1 0 0,0 0 0 0 0,1 1-1 0 0,-1-1 1 0 0,0 1 0 0 0,1-1-1 0 0,-1 1 1 0 0,1-1 0 0 0,-1 1-1 0 0,1 0 1 0 0,-1 0 0 0 0,0-1-1 0 0,1 1 1 0 0,-1 0 0 0 0,1 0-1 0 0,-1 1 1 0 0,1-1 0 0 0,-1 0-1 0 0,1 0 1 0 0,-1 1-1 0 0,1-1 1 0 0,-1 1 0 0 0,0-1-1 0 0,1 1 1 0 0,-1 0 0 0 0,0-1-1 0 0,0 1 1 0 0,1 0 0 0 0,-1 0-1 0 0,0 0 1 0 0,0 0 0 0 0,0 0-1 0 0,0 0 1 0 0,0 0 0 0 0,0 0-1 0 0,0 1 1 0 0,-1-1 0 0 0,1 0-1 0 0,0 1 1 0 0,-1-1 0 0 0,1 0-1 0 0,-1 1 1 0 0,1-1 0 0 0,-1 0-1 0 0,1 1-13 0 0,-1-2-77 0 0,0-1 0 0 0,0 1 0 0 0,0-1 0 0 0,1 1 0 0 0,-1 0 0 0 0,0-1 0 0 0,0 1 0 0 0,1 0 0 0 0,-1-1 0 0 0,0 1 0 0 0,1 0 0 0 0,-1 0 0 0 0,0-1 0 0 0,1 1 0 0 0,-1 0 0 0 0,0 0 0 0 0,1 0-1 0 0,-1-1 1 0 0,1 1 0 0 0,-1 0 0 0 0,1 0 0 0 0,-1 0 0 0 0,0 0 0 0 0,1 0 0 0 0,-1 0 0 0 0,1 0 0 0 0,-1 0 0 0 0,1 0 0 0 0,-1 0 0 0 0,0 0 0 0 0,1 0 0 0 0,-1 0 0 0 0,1 0 0 0 0,-1 0 0 0 0,1 0 0 0 0,-1 1 0 0 0,0-1 0 0 0,1 0 0 0 0,-1 0-1 0 0,1 0 1 0 0,-1 1 0 0 0,0-1 0 0 0,1 0 0 0 0,-1 1 0 0 0,0-1 0 0 0,0 0 0 0 0,1 1 0 0 0,-1-1 0 0 0,0 0 0 0 0,0 1 0 0 0,1-1 0 0 0,-1 0 0 0 0,0 1 0 0 0,0-1 0 0 0,0 1 0 0 0,1-1 0 0 0,-1 0 0 0 0,0 1 0 0 0,0-1 0 0 0,0 1 0 0 0,0-1 0 0 0,0 1-1 0 0,0-1 1 0 0,0 1 0 0 0,0-1 0 0 0,0 0 0 0 0,0 1 77 0 0,27-32-3319 0 0,-26 29 3133 0 0,74-89-5734 0 0,-55 67 4581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2:14.231"/>
    </inkml:context>
    <inkml:brush xml:id="br0">
      <inkml:brushProperty name="width" value="0.05" units="cm"/>
      <inkml:brushProperty name="height" value="0.05" units="cm"/>
      <inkml:brushProperty name="color" value="#FFFFFF"/>
    </inkml:brush>
  </inkml:definitions>
  <inkml:trace contextRef="#ctx0" brushRef="#br0">409 1 3156 0 0,'0'0'1532'0'0,"0"0"-145"0"0,0 0-13 0 0,0 0-104 0 0,0 0-63 0 0,0 0-84 0 0,0 0-122 0 0,4 2-122 0 0,-2-1-687 0 0,15 20 1280 0 0,-118 172 1951 0 0,69-141-3113 0 0,-3-1 0 0 0,-1-1 0 0 0,-37 37-310 0 0,-10-4-1705 0 0,24-61-3713 0 0,57-22 3706 0 0,2 0 6 0 0,-2-3 100 0 0,-7-17-1437 0 0,11 14 1443 0 0</inkml:trace>
  <inkml:trace contextRef="#ctx0" brushRef="#br0" timeOffset="406.94">319 273 1820 0 0,'72'-5'12522'0'0,"-42"7"-10450"0"0,56 18-252 0 0,11-4 1027 0 0,-95-13-2752 0 0,0 0-1 0 0,-1-1 0 0 0,1 1 0 0 0,0 0 1 0 0,-1 0-1 0 0,0 0 0 0 0,0 0 1 0 0,0 0-1 0 0,0 0 0 0 0,0 1 0 0 0,0-1 1 0 0,-1 0-1 0 0,0 0 0 0 0,1 1 1 0 0,-1-1-1 0 0,-1 0 0 0 0,1 0 0 0 0,0 1 1 0 0,-1-1-1 0 0,1 0 0 0 0,-1 0 1 0 0,0 0-1 0 0,0 1 0 0 0,-1-1-94 0 0,-18 49 305 0 0,-3-1 0 0 0,-1 0-1 0 0,-3-2 1 0 0,-17 21-305 0 0,43-69 3 0 0,-12 23-147 0 0,-2 0 0 0 0,-1-2-1 0 0,0 0 1 0 0,-2-1 0 0 0,0 0-1 0 0,-8 5 145 0 0,12-13-496 0 0,-16 12-601 0 0,6-18-4562 0 0,20-10 3619 0 0,3 1 1997 0 0,0 1-269 0 0,-1 0 0 0 0,1 0-1 0 0,-1-1 1 0 0,1 1 0 0 0,0-1-1 0 0,0 1 1 0 0,0-1 0 0 0,0 0-1 0 0,0 1 1 0 0,0-1 0 0 0,0 0-1 0 0,0 0 1 0 0,1 1 0 0 0,-1-1-1 0 0,0 0 1 0 0,1 0 0 0 0,0 0-1 0 0,0 0 1 0 0,-1 0 0 0 0,1 0-1 0 0,0 0 1 0 0,0 0 0 0 0,1 1-1 0 0,-1-1 1 0 0,0 0 0 0 0,1 0-1 0 0,-1 0 1 0 0,1-1 312 0 0,22-39-2943 0 0,-10 21 1546 0 0</inkml:trace>
  <inkml:trace contextRef="#ctx0" brushRef="#br0" timeOffset="1410.565">977 225 2440 0 0,'0'-1'124'0'0,"0"1"-1"0"0,0-1 1 0 0,-1 0-1 0 0,1 1 0 0 0,0-1 1 0 0,0 1-1 0 0,0-1 1 0 0,0 0-1 0 0,0 1 1 0 0,0-1-1 0 0,0 1 0 0 0,0-1 1 0 0,0 0-1 0 0,0 1 1 0 0,0-1-1 0 0,0 1 1 0 0,1-1-1 0 0,-1 1 0 0 0,0-1 1 0 0,0 0-1 0 0,1 1 1 0 0,-1-1-1 0 0,0 1 1 0 0,1-1-1 0 0,-1 1 0 0 0,0-1 1 0 0,1 1-1 0 0,-1 0 1 0 0,1-1-1 0 0,-1 1 1 0 0,0-1-1 0 0,1 1 0 0 0,-1 0 1 0 0,1-1-1 0 0,-1 1 1 0 0,1 0-1 0 0,0 0 1 0 0,-1-1-1 0 0,1 1 1 0 0,-1 0-1 0 0,1 0 0 0 0,-1 0 1 0 0,1 0-1 0 0,0 0 1 0 0,-1 0-1 0 0,1 0 1 0 0,-1 0-1 0 0,1 0 0 0 0,0 0 1 0 0,-1 0-1 0 0,1 0-123 0 0,0 0-190 0 0,3 0 1319 0 0,-4 0-101 0 0,0 0-57 0 0,11 7 386 0 0,3 15-131 0 0,-22 18-725 0 0,-1 0 0 0 0,-2-1 0 0 0,-1-1 0 0 0,-2 0 0 0 0,-2 0 0 0 0,-2-2 1 0 0,-1 0-1 0 0,-1-1 0 0 0,-12 12-501 0 0,-45 72-433 0 0,-3-39-2901 0 0,80-80 3224 0 0,0 0 0 0 0,0-1-1 0 0,0 1 1 0 0,0 0 0 0 0,0-1-1 0 0,-1 1 1 0 0,1 0 0 0 0,0 0-1 0 0,0-1 1 0 0,0 1 0 0 0,0 0-1 0 0,0-1 1 0 0,0 1 0 0 0,-1 0-1 0 0,1 0 1 0 0,0 0 0 0 0,0-1 0 0 0,0 1-1 0 0,-1 0 1 0 0,1 0 0 0 0,0 0-1 0 0,0-1 1 0 0,-1 1 0 0 0,1 0-1 0 0,0 0 1 0 0,0 0 0 0 0,-1 0-1 0 0,1 0 1 0 0,0 0 0 0 0,-1-1-1 0 0,1 1 1 0 0,0 0 0 0 0,0 0-1 0 0,-1 0 1 0 0,1 0 0 0 0,0 0-1 0 0,-1 0 1 0 0,1 0 0 0 0,0 0-1 0 0,0 0 1 0 0,-1 1 0 0 0,1-1-1 0 0,0 0 1 0 0,-1 0 0 0 0,1 0-1 0 0,0 0 1 0 0,0 0 0 0 0,-1 0-1 0 0,1 1 1 0 0,0-1 0 0 0,0 0-1 0 0,-1 0 1 0 0,1 0 0 0 0,0 1-1 0 0,0-1 1 0 0,0 0 0 0 0,-1 0-1 0 0,1 0 1 0 0,0 1 0 0 0,0-1 0 0 0,0 0-1 0 0,0 1 111 0 0,9-26-4854 0 0,-7 22 5315 0 0,7-18-1859 0 0,5-5-14 0 0</inkml:trace>
  <inkml:trace contextRef="#ctx0" brushRef="#br0" timeOffset="1741.607">1088 219 1556 0 0,'26'14'10483'0'0,"-15"51"-6955"0"0,-10-55-3160 0 0,7 472 5116 0 0,-8-482-5472 0 0,0 1 0 0 0,0-1 0 0 0,0 1 0 0 0,0-1 0 0 0,0 1 0 0 0,0-1 0 0 0,0 1 0 0 0,1-1-1 0 0,-1 0 1 0 0,0 1 0 0 0,0-1 0 0 0,0 1 0 0 0,0-1 0 0 0,1 1 0 0 0,-1-1 0 0 0,0 0 0 0 0,0 1 0 0 0,1-1 0 0 0,-1 0-1 0 0,0 1 1 0 0,1-1 0 0 0,-1 0 0 0 0,0 1 0 0 0,1-1 0 0 0,-1 0 0 0 0,1 0 0 0 0,-1 1 0 0 0,0-1 0 0 0,1 0 0 0 0,-1 0-1 0 0,1 0 1 0 0,-1 0 0 0 0,1 0 0 0 0,-1 1 0 0 0,0-1 0 0 0,1 0 0 0 0,-1 0 0 0 0,1 0 0 0 0,-1 0 0 0 0,1 0 0 0 0,-1 0 0 0 0,1 0-1 0 0,-1-1 1 0 0,1 1 0 0 0,-1 0 0 0 0,0 0 0 0 0,1 0 0 0 0,-1 0 0 0 0,1-1 0 0 0,-1 1 0 0 0,1 0 0 0 0,-1 0 0 0 0,0-1-1 0 0,1 1 1 0 0,-1 0 0 0 0,0 0 0 0 0,1-1 0 0 0,-1 1 0 0 0,0-1 0 0 0,0 1 0 0 0,1 0 0 0 0,-1-1 0 0 0,0 1 0 0 0,0-1-1 0 0,1 1 1 0 0,-1 0 0 0 0,0-1 0 0 0,0 1-12 0 0,30-30 244 0 0,-28 28-233 0 0,78-110-433 0 0,-40 30-2990 0 0,-13 2-8512 0 0,17 40 7988 0 0,-26 24 2806 0 0</inkml:trace>
  <inkml:trace contextRef="#ctx0" brushRef="#br0" timeOffset="2165.291">1498 297 2472 0 0,'5'-1'5964'0'0,"12"13"-2614"0"0,46 74 271 0 0,-55-69-2341 0 0,-4-11-2001 0 0,-1 1 0 0 0,1-1 0 0 0,-1 0 0 0 0,-1 1 0 0 0,1 0 0 0 0,-1 0-1 0 0,0 0 1 0 0,-1 0 0 0 0,0 0 0 0 0,0 0 0 0 0,0 0 0 0 0,-1 0 0 0 0,0 0 0 0 0,0 0 0 0 0,-1 0 0 0 0,0 0 0 0 0,0 1 721 0 0,-16 34-1432 0 0,5-12-69 0 0</inkml:trace>
  <inkml:trace contextRef="#ctx0" brushRef="#br0" timeOffset="2372.104">1453 906 2104 0 0,'21'-30'8633'0'0,"4"-4"-3855"0"0,112-140-1415 0 0,-13 16-7751 0 0,-121 154 4035 0 0,29-43-4429 0 0,-6 22-1993 0 0,-23 23 5399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2:17.974"/>
    </inkml:context>
    <inkml:brush xml:id="br0">
      <inkml:brushProperty name="width" value="0.05" units="cm"/>
      <inkml:brushProperty name="height" value="0.05" units="cm"/>
      <inkml:brushProperty name="color" value="#FFFFFF"/>
    </inkml:brush>
  </inkml:definitions>
  <inkml:trace contextRef="#ctx0" brushRef="#br0">100 65 1856 0 0,'0'0'1681'0'0,"0"0"-190"0"0,0 0 24 0 0,0 0 46 0 0,0 0-103 0 0,0 0-115 0 0,0 0-90 0 0,3-3-70 0 0,1 1-989 0 0,0 0 0 0 0,1 1 0 0 0,-1-1 0 0 0,0 1 0 0 0,1 0 0 0 0,-1 1 0 0 0,1-1 0 0 0,-1 1 0 0 0,1 0 0 0 0,-1 0 0 0 0,1 0 0 0 0,-1 0-1 0 0,1 1 1 0 0,-1 0 0 0 0,0 0 0 0 0,1 0 0 0 0,-1 1 0 0 0,0-1 0 0 0,0 1 0 0 0,0 0 0 0 0,1 0-194 0 0,38 10 1216 0 0,140-4 2060 0 0,-149-8-4643 0 0,-32 0 476 0 0,8 0-2852 0 0,-19 4-5972 0 0,-17 4 7101 0 0,-1 2 1262 0 0</inkml:trace>
  <inkml:trace contextRef="#ctx0" brushRef="#br0" timeOffset="895.728">105 278 1936 0 0,'-55'29'10930'0'0,"55"-29"-10763"0"0,-1 0 1 0 0,0 0 0 0 0,0 0-1 0 0,0 0 1 0 0,0 1 0 0 0,0-1-1 0 0,0 0 1 0 0,1 1 0 0 0,-1-1-1 0 0,0 0 1 0 0,0 1 0 0 0,0-1-1 0 0,1 1 1 0 0,-1-1-1 0 0,0 1 1 0 0,1-1 0 0 0,-1 1-1 0 0,0 0 1 0 0,1-1 0 0 0,-1 1-1 0 0,1 0 1 0 0,-1 0 0 0 0,1-1-1 0 0,-1 1 1 0 0,1 0-1 0 0,0 0 1 0 0,-1 0 0 0 0,1 0-1 0 0,0-1 1 0 0,0 1 0 0 0,-1 0-1 0 0,1 0 1 0 0,0 0 0 0 0,0 0-1 0 0,0 0 1 0 0,0 0 0 0 0,0 0-1 0 0,0-1 1 0 0,1 1-1 0 0,-1 0 1 0 0,0 0 0 0 0,0 0-1 0 0,1 0 1 0 0,-1 0 0 0 0,0-1-1 0 0,1 1 1 0 0,-1 0 0 0 0,1 0-1 0 0,-1 0 1 0 0,1-1-1 0 0,-1 1 1 0 0,1 0 0 0 0,-1-1-1 0 0,1 1 1 0 0,0-1 0 0 0,-1 1-1 0 0,1 0 1 0 0,0-1 0 0 0,0 0-1 0 0,0 1 1 0 0,-1-1 0 0 0,1 1-1 0 0,0-1 1 0 0,0 0-168 0 0,53 0 1851 0 0,-53 0-1679 0 0,3 0 50 0 0,105-13 584 0 0,-80 4-930 0 0,1 1-1 0 0,0 1 0 0 0,0 1 0 0 0,1 2 0 0 0,-1 1 0 0 0,1 1 0 0 0,0 2 1 0 0,9 2 124 0 0,-33-2-236 0 0,-5 0 100 0 0,8 0-560 0 0,4 11-331 0 0,-28 0 846 0 0,9-9 240 0 0,1-11-1497 0 0,3 3-8258 0 0,-5 2 1052 0 0,6 4 7067 0 0</inkml:trace>
  <inkml:trace contextRef="#ctx0" brushRef="#br0" timeOffset="2016.915">283 358 1760 0 0,'0'0'912'0'0,"0"0"-126"0"0,0-3-66 0 0,0-10 8 0 0,0 9-31 0 0,0 4-40 0 0,0 0-6 0 0,0 0-19 0 0,0 0 22 0 0,0 0-73 0 0,0 0 64 0 0,0 0-32 0 0,0 0-53 0 0,0 0 62 0 0,0 0-31 0 0,0 0-7 0 0,0 0-37 0 0,0 0-31 0 0,0 0 61 0 0,4 60 2966 0 0,-73 86-2545 0 0,55-125-1319 0 0,-1 0 0 0 0,-1-1 0 0 0,-1-1 0 0 0,-1 0-1 0 0,-1-2 1 0 0,0 0 0 0 0,-1-1 0 0 0,-5 2 321 0 0,-2-10-2433 0 0,8-6-6346 0 0,18-5 7461 0 0,-6-9 55 0 0</inkml:trace>
  <inkml:trace contextRef="#ctx0" brushRef="#br0" timeOffset="2596.903">706 472 2984 0 0,'4'-2'10509'0'0,"15"5"-5805"0"0,53 13-2304 0 0,-60-13-2032 0 0,0-1 1 0 0,0 1-1 0 0,0-2 1 0 0,0 0 0 0 0,0 0-1 0 0,0-1 1 0 0,1-1 0 0 0,-1 0-1 0 0,10-2-368 0 0,43-11 690 0 0,-11 2-630 0 0,-18-3-5296 0 0,-33 13 3518 0 0,2 0-2436 0 0,-1 1-6433 0 0,-4 1 9086 0 0</inkml:trace>
  <inkml:trace contextRef="#ctx0" brushRef="#br0" timeOffset="4510.158">1342 98 848 0 0,'0'0'1826'0'0,"0"0"-218"0"0,0 0-191 0 0,0 0-104 0 0,0 3-116 0 0,-1 25 3764 0 0,1-4-2986 0 0,0-22-1865 0 0,0-1-1 0 0,1 0 0 0 0,-1 0 0 0 0,1 0 0 0 0,-1 0 1 0 0,1 0-1 0 0,-1 0 0 0 0,1 0 0 0 0,0-1 0 0 0,0 1 1 0 0,-1 0-1 0 0,1 0 0 0 0,0 0 0 0 0,0-1 0 0 0,0 1 0 0 0,0 0 1 0 0,0-1-1 0 0,0 1 0 0 0,0-1 0 0 0,0 1 0 0 0,0-1 1 0 0,0 1-1 0 0,0-1 0 0 0,0 0 0 0 0,0 0 0 0 0,0 1 1 0 0,0-1-1 0 0,0 0 0 0 0,0 0 0 0 0,1 0 0 0 0,-1 0 1 0 0,0 0-1 0 0,0 0-109 0 0,5 0 506 0 0,46 9 695 0 0,1-3 0 0 0,0-2 0 0 0,0-3 0 0 0,23-2-1201 0 0,-8 0 415 0 0,-66 1-424 0 0,10 0 164 0 0,-11 0-152 0 0,1 1 0 0 0,-1-1 0 0 0,0 1 0 0 0,0 0 0 0 0,0-1 0 0 0,0 1 0 0 0,1 0 0 0 0,-1 0 0 0 0,0-1 0 0 0,0 1 0 0 0,0 0 0 0 0,0 0 0 0 0,-1 0 0 0 0,1 0 0 0 0,0 0 0 0 0,0 0 0 0 0,-1 1 0 0 0,1-1 0 0 0,0 0 0 0 0,-1 0 0 0 0,1 0 0 0 0,-1 1 0 0 0,0-1 0 0 0,1 0 0 0 0,-1 1 0 0 0,0-1 0 0 0,0 0 1 0 0,0 1-1 0 0,0-1 0 0 0,0 0 0 0 0,0 1 0 0 0,0-1 0 0 0,0 0 0 0 0,-1 1 0 0 0,1-1 0 0 0,0 0 0 0 0,-1 0 0 0 0,1 1 0 0 0,-1-1 0 0 0,1 0 0 0 0,-1 0 0 0 0,0 0 0 0 0,0 0 0 0 0,1 0 0 0 0,-1 1 0 0 0,0-1 0 0 0,0-1 0 0 0,0 1 0 0 0,0 0 0 0 0,0 0 0 0 0,-1 0-3 0 0,-5 17 25 0 0,-50 109 0 0 0,-2 7 171 0 0,33-90-705 0 0,-3-1 0 0 0,-1-1 1 0 0,-2-2-1 0 0,-2-1 1 0 0,-33 30 508 0 0,1-31-3276 0 0,16-31-4308 0 0,49-7 5923 0 0,-3-18-2800 0 0,17-5 1545 0 0,-1 11 1465 0 0</inkml:trace>
  <inkml:trace contextRef="#ctx0" brushRef="#br0" timeOffset="5061.893">1896 17 2120 0 0,'-10'1'8349'0'0,"1"47"-4872"0"0,9-40-3346 0 0,1-1 0 0 0,0 1-1 0 0,0-1 1 0 0,0 1 0 0 0,1-1 0 0 0,0 0 0 0 0,0 1-1 0 0,1-1 1 0 0,0 0 0 0 0,0 0 0 0 0,0-1 0 0 0,1 1-1 0 0,0-1 1 0 0,1 0 0 0 0,0 0 0 0 0,0 0-131 0 0,22 2 285 0 0,-25-7-177 0 0,10-4 73 0 0,67-85 287 0 0,-77 87-411 0 0,0-1 0 0 0,0 1 0 0 0,-1-1 0 0 0,1 0 0 0 0,0 0 0 0 0,-1 0 0 0 0,0 1 0 0 0,1-1 0 0 0,-1-1 0 0 0,0 1 0 0 0,0 0 0 0 0,0 0 0 0 0,0 0 0 0 0,0 0 0 0 0,-1-1 0 0 0,1 1 0 0 0,-1 0 0 0 0,1-1 0 0 0,-1 1 1 0 0,0-1-1 0 0,0 1 0 0 0,0 0 0 0 0,0-1 0 0 0,0 1 0 0 0,-1 0 0 0 0,1-1 0 0 0,-1 1 0 0 0,0 0 0 0 0,1-1 0 0 0,-1 1 0 0 0,0 0 0 0 0,0 0 0 0 0,-1 0 0 0 0,1 0 0 0 0,0 0 0 0 0,-1 0 0 0 0,1 0 0 0 0,-1 0 0 0 0,1 0 0 0 0,-1 1 0 0 0,0-1 0 0 0,0 1 0 0 0,0-1 0 0 0,0 1 0 0 0,0 0 0 0 0,0 0 0 0 0,0 0 0 0 0,0 0 0 0 0,0 0 0 0 0,-1 0 1 0 0,1 1-1 0 0,-2-1-57 0 0,-69-3-1683 0 0,21 4-3292 0 0,27 0-588 0 0,23 0 3849 0 0,2 0 231 0 0,0 0 118 0 0,0 0 61 0 0</inkml:trace>
  <inkml:trace contextRef="#ctx0" brushRef="#br0" timeOffset="6743.442">2340 491 1316 0 0,'0'0'1639'0'0,"0"0"-139"0"0,0 0-28 0 0,0 0-123 0 0,0 0-32 0 0,0 0-57 0 0,-3 0-67 0 0,-3 0 10990 0 0,25-1-9886 0 0,36-1-2665 0 0,166 2 1171 0 0,-216 3-795 0 0,-3-1-16 0 0,-1-1 16 0 0,0 0 0 0 0,1 0 1 0 0,-1 0-1 0 0,0 0 0 0 0,0 0 0 0 0,0 0 1 0 0,0 1-1 0 0,0-1 0 0 0,0 0 0 0 0,0 1 1 0 0,0-1-1 0 0,0 1 0 0 0,0-1 1 0 0,-1 1-1 0 0,1-1 0 0 0,-1 1 0 0 0,1-1 1 0 0,-1 1-1 0 0,0 0 0 0 0,0-1 0 0 0,0 1 1 0 0,1 0-1 0 0,-2-1 0 0 0,1 1 1 0 0,0 0-1 0 0,0-1 0 0 0,0 1 0 0 0,-1 0 1 0 0,1-1-1 0 0,-1 1 0 0 0,1-1 0 0 0,-1 1 1 0 0,0 0-9 0 0,-8 16-252 0 0,-1 0 0 0 0,-1 0 0 0 0,-1-1 1 0 0,-1 0-1 0 0,0-1 0 0 0,-1-1 0 0 0,0 0 1 0 0,-1-1-1 0 0,-1 0 0 0 0,-1-1 0 0 0,1-1 1 0 0,-2-1-1 0 0,0 0 0 0 0,0-2 0 0 0,-11 5 252 0 0,-10-2-2994 0 0,38-12 2144 0 0,1 0-90 0 0,-7 0-718 0 0,3 0-5904 0 0,-8-6 5085 0 0,10 4-1013 0 0,1 2 1968 0 0</inkml:trace>
  <inkml:trace contextRef="#ctx0" brushRef="#br0" timeOffset="7089.354">2315 783 1024 0 0,'19'4'10675'0'0,"16"21"-5351"0"0,-11-7-3139 0 0,48 15-350 0 0,-65-30-2594 0 0,9 6-7517 0 0,-25-2 1589 0 0,2-7 5094 0 0,0-2 1 0 0</inkml:trace>
  <inkml:trace contextRef="#ctx0" brushRef="#br0" timeOffset="8119.525">2267 434 1240 0 0,'-15'2'9140'0'0,"-1"8"-5777"0"0,-21 13-116 0 0,35-16-2615 0 0,39 12 566 0 0,41 5-869 0 0,2-21 18 0 0,-78-3-287 0 0,37 0 28 0 0,-22-13-4550 0 0,-34 4-4468 0 0,10 8 6016 0 0,2 0 1444 0 0</inkml:trace>
  <inkml:trace contextRef="#ctx0" brushRef="#br0" timeOffset="9587.096">2879 612 2128 0 0,'0'0'1702'0'0,"0"0"-181"0"0,0 0-184 0 0,0 0-126 0 0,0 0 54 0 0,0 0 7 0 0,0 0-152 0 0,0 0-115 0 0,0 0-115 0 0,0 0-67 0 0,0 0-89 0 0,0 0-61 0 0,2 3-91 0 0,-2 4-410 0 0,0 0 0 0 0,-1 0-1 0 0,0-1 1 0 0,0 1 0 0 0,0-1 0 0 0,-1 1 0 0 0,0-1 0 0 0,-1 1-1 0 0,1-1 1 0 0,-1 0 0 0 0,0 0 0 0 0,-1 0 0 0 0,1 0 0 0 0,-1-1 0 0 0,0 0-1 0 0,-5 5-171 0 0,-4 11 255 0 0,-71 98-1944 0 0,84-119 1497 0 0,0-1 0 0 0,0 1 1 0 0,0 0-1 0 0,0 0 0 0 0,0-1 1 0 0,0 1-1 0 0,-1 0 1 0 0,1 0-1 0 0,0 0 0 0 0,0-1 1 0 0,0 1-1 0 0,0 0 0 0 0,0 0 1 0 0,0 0-1 0 0,0-1 1 0 0,-1 1-1 0 0,1 0 0 0 0,0 0 1 0 0,0 0-1 0 0,0 0 0 0 0,0-1 1 0 0,-1 1-1 0 0,1 0 1 0 0,0 0-1 0 0,0 0 0 0 0,0 0 1 0 0,-1 0-1 0 0,1 0 0 0 0,0 0 1 0 0,0-1-1 0 0,0 1 1 0 0,-1 0-1 0 0,1 0 0 0 0,0 0 1 0 0,0 0-1 0 0,-1 0 0 0 0,1 0 1 0 0,0 0-1 0 0,0 0 1 0 0,-1 0-1 0 0,1 0 0 0 0,0 0 1 0 0,0 1-1 0 0,0-1 0 0 0,-1 0 1 0 0,1 0-1 0 0,0 0 1 0 0,0 0-1 0 0,-1 0 192 0 0,11-25-5119 0 0,-2 5 3590 0 0</inkml:trace>
  <inkml:trace contextRef="#ctx0" brushRef="#br0" timeOffset="9950.364">3045 334 1256 0 0,'26'-12'11052'0'0,"-1"27"-6228"0"0,20 47-3319 0 0,-35-45-590 0 0,150 295 2789 0 0,-114-189-3521 0 0,-42-95-1328 0 0,-4-27 400 0 0,0 3-1857 0 0,0 8-1761 0 0,-2-5-2039 0 0,1-6 6174 0 0,0-1 141 0 0,1 0 0 0 0,0 0 0 0 0,0-1 1 0 0,0 1-1 0 0,0 0 0 0 0,0 0 0 0 0,0 0 0 0 0,0-1 0 0 0,0 1 1 0 0,-1 0-1 0 0,1 0 0 0 0,0 0 0 0 0,0-1 0 0 0,0 1 1 0 0,0 0-1 0 0,-1 0 0 0 0,1 0 0 0 0,0 0 0 0 0,0-1 0 0 0,0 1 1 0 0,-1 0-1 0 0,1 0 0 0 0,0 0 0 0 0,0 0 0 0 0,-1 0 0 0 0,1 0 1 0 0,0 0-1 0 0,0 0 0 0 0,-1 0 0 0 0,1 0 0 0 0,0 0 1 0 0,0 0-1 0 0,-1 0 0 0 0,1 0 0 0 0,0 0 0 0 0,0 0 0 0 0,0 0 1 0 0,-1 0-1 0 0,1 0 0 0 0,0 0 0 0 0,0 0 0 0 0,-1 0 0 0 0,1 0 1 0 0,0 0-1 0 0,0 1 0 0 0,0-1 0 0 0,-1 0 0 0 0,1 0 0 0 0,0 0 1 0 0,0 0-1 0 0,0 1 0 0 0,-1-1 0 0 0,1 0 0 0 0,0 0 1 0 0,0 0-1 0 0,0 1 0 0 0,0-1 0 0 0,0 0 0 0 0,0 0 0 0 0,-1 0 1 0 0,1 1 86 0 0,2-7-1290 0 0</inkml:trace>
  <inkml:trace contextRef="#ctx0" brushRef="#br0" timeOffset="10579.645">3529 453 2508 0 0,'-1'-4'5805'0'0,"2"0"-66"0"0,13 1-3810 0 0,66-2 2517 0 0,43 7-2667 0 0,-34-1-826 0 0,-36-1-1072 0 0,-18 0-3113 0 0,-34 0 2183 0 0,-1 0-94 0 0,0 0-522 0 0,3-2-19 0 0,4-9-49 0 0,-20 4-5261 0 0,1 4 4952 0 0,5 1 648 0 0</inkml:trace>
  <inkml:trace contextRef="#ctx0" brushRef="#br0" timeOffset="10920.582">3721 173 1604 0 0,'3'-14'11484'0'0,"11"76"-6714"0"0,4 267-955 0 0,-38-200-3638 0 0,9-95-182 0 0,-53 131-1373 0 0,-5-73-2408 0 0,10-58-3957 0 0,57-34 5968 0 0,-2-2 331 0 0,-21-17-1174 0 0,17 13 1349 0 0</inkml:trace>
  <inkml:trace contextRef="#ctx0" brushRef="#br0" timeOffset="12950.701">4181 386 2400 0 0,'-16'0'1580'0'0,"13"0"-193"0"0,3 0-83 0 0,0 0-129 0 0,0 0-89 0 0,0 0-80 0 0,0 0-64 0 0,0 0-132 0 0,0 0-46 0 0,0 4-46 0 0,0 0-503 0 0,-1-3-53 0 0,1 0 1 0 0,0 1 0 0 0,0-1 0 0 0,-1 0 0 0 0,1 1-1 0 0,0-1 1 0 0,0 0 0 0 0,0 1 0 0 0,0-1 0 0 0,1 0 0 0 0,-1 1-1 0 0,0-1 1 0 0,1 0 0 0 0,-1 0 0 0 0,1 1 0 0 0,-1-1 0 0 0,1 0-1 0 0,-1 0 1 0 0,1 0 0 0 0,0 1 0 0 0,-1-1 0 0 0,1 0 0 0 0,0 0-1 0 0,0 0 1 0 0,0 0 0 0 0,0-1 0 0 0,0 1 0 0 0,0 0 0 0 0,0 0-1 0 0,0 0 1 0 0,1-1 0 0 0,-1 1 0 0 0,0-1 0 0 0,0 1 0 0 0,1-1-1 0 0,0 1-162 0 0,176 6 4045 0 0,-108 9-3444 0 0,18-6 335 0 0,-85-8-951 0 0,0 0 0 0 0,0 0 0 0 0,-1 0 1 0 0,1 0-1 0 0,0 0 0 0 0,-1 1 1 0 0,0-1-1 0 0,1 1 0 0 0,-1 0 0 0 0,0-1 1 0 0,0 1-1 0 0,-1 0 0 0 0,1 0 0 0 0,-1 1 1 0 0,1-1-1 0 0,-1 0 0 0 0,0 0 1 0 0,0 1-1 0 0,-1-1 0 0 0,1 0 0 0 0,-1 1 1 0 0,1-1-1 0 0,-1 1 0 0 0,0-1 0 0 0,0 0 1 0 0,-1 1-1 0 0,1-1 0 0 0,-1 1 1 0 0,1-1-1 0 0,-1 0 0 0 0,0 1 0 0 0,0-1 1 0 0,-1 0-1 0 0,1 0 0 0 0,-1 1 15 0 0,-33 159-3036 0 0,14-83-3048 0 0,-3-31-5678 0 0,19-44 10266 0 0</inkml:trace>
  <inkml:trace contextRef="#ctx0" brushRef="#br0" timeOffset="13399.126">4152 868 1972 0 0,'-28'-8'11051'0'0,"32"5"-6594"0"0,13 0-2917 0 0,228 2 3483 0 0,-166 10-4445 0 0,-63-8-844 0 0,14-2-11472 0 0,-27-8 2758 0 0,-2 7 7619 0 0,-1 0 29 0 0</inkml:trace>
  <inkml:trace contextRef="#ctx0" brushRef="#br0" timeOffset="13791.619">4716 664 1288 0 0,'-4'-6'7337'0'0,"15"2"-1512"0"0,87 10 453 0 0,-64-7-5485 0 0,12 1-707 0 0,43 0 1229 0 0,-60 0-6100 0 0,0 0-5127 0 0,-28 0 8327 0 0,9 0-2873 0 0,-10 0 3172 0 0</inkml:trace>
  <inkml:trace contextRef="#ctx0" brushRef="#br0" timeOffset="15107.43">5379 437 2408 0 0,'0'0'1406'0'0,"0"0"-100"0"0,0 0-194 0 0,0 0-109 0 0,0-3-21 0 0,-3-2 4596 0 0,4 20-2459 0 0,4-3-4138 0 0,47 69 1295 0 0,-47-69-1198 0 0,-2 35-10077 0 0,-7-27 9413 0 0,-8 25-122 0 0</inkml:trace>
  <inkml:trace contextRef="#ctx0" brushRef="#br0" timeOffset="15358.839">5217 1065 2188 0 0,'50'-51'10338'0'0,"96"-67"-6645"0"0,-59 68-3064 0 0,-25 13-1150 0 0,-12 5-3168 0 0,-14 19-4791 0 0,-33 12 7118 0 0,3 1 6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8T14:52:39.265"/>
    </inkml:context>
    <inkml:brush xml:id="br0">
      <inkml:brushProperty name="width" value="0.05" units="cm"/>
      <inkml:brushProperty name="height" value="0.05" units="cm"/>
      <inkml:brushProperty name="color" value="#FFFFFF"/>
    </inkml:brush>
  </inkml:definitions>
  <inkml:trace contextRef="#ctx0" brushRef="#br0">5 9 2308,'-4'-8'5243,"3"23"-1844,5 191 2877,-5 4-3896,-1-18-1634,20-140-2876,3-59-5347,-5-19 3943,-14 23 3354,36-72-4059,-26 42 2899</inkml:trace>
  <inkml:trace contextRef="#ctx0" brushRef="#br0" timeOffset="353.037">428 25 2284,'0'1'289,"0"-1"1,0 0-1,0 0 0,0 0 0,0 0 0,0 1 0,0-1 1,0 0-1,0 0 0,0 0 0,1 0 0,-1 1 1,0-1-1,0 0 0,0 0 0,0 0 0,0 0 0,1 0 1,-1 0-1,0 1 0,0-1 0,0 0 0,0 0 1,1 0-1,-1 0 0,0 0 0,0 0 0,0 0 0,1 0 1,-1 0-1,0 0 0,0 0 0,0 0-289,-1 5 305,-68 106 4945,-38 16-2570,5-2-777,77-88-961,25-36-770,0 1 49,2 2-183,0 0-1,1 0 0,-1 0 1,1 0-1,0-1 1,0 1-1,0-1 1,0 0-1,1 0 0,-1 0 1,1-1-1,0 1 1,0-1-1,0 0 1,0 0-1,0 0 0,1 0 1,-1-1-1,0 1 1,1-1-1,-1 0 1,5 0-38,185 45 334,-80-8-4378,-113-37 3754,0-1 0,-1 1 0,1 0 0,-1-1 0,1 1 0,-1 0 0,1 0 0,-1 0 1,0-1-1,1 1 0,-1 0 0,0 0 0,0 0 0,1 0 0,-1 0 0,0 0 0,0-1 0,0 1 0,0 0 0,0 0 0,0 0 1,-1 0-1,1 0 0,0 0 0,0 0 0,-1-1 0,1 1 0,0 0 0,-1 0 0,1 0 0,-1-1 0,1 1 0,-1 0 0,1 0 1,-1-1-1,1 1 0,-1-1 0,0 1 0,0 0 290,-14 15-2506,14-14 3182,-68 28-5059,44-22 3093</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2:38.033"/>
    </inkml:context>
    <inkml:brush xml:id="br0">
      <inkml:brushProperty name="width" value="0.05" units="cm"/>
      <inkml:brushProperty name="height" value="0.05" units="cm"/>
      <inkml:brushProperty name="color" value="#FFFFFF"/>
    </inkml:brush>
  </inkml:definitions>
  <inkml:trace contextRef="#ctx0" brushRef="#br0">1 6 1792 0 0,'3'1'8928'0'0,"7"73"-6281"0"0,23 463 2160 0 0,-31-491-7513 0 0,-2-46 2548 0 0,0-1 1 0 0,0 1-1 0 0,0-1 0 0 0,0 1 0 0 0,0 0 1 0 0,1-1-1 0 0,-1 1 0 0 0,0 0 1 0 0,0-1-1 0 0,0 1 0 0 0,1-1 0 0 0,-1 1 1 0 0,0 0-1 0 0,0 0 0 0 0,1-1 0 0 0,-1 1 1 0 0,0 0-1 0 0,1-1 0 0 0,-1 1 1 0 0,1 0-1 0 0,-1 0 0 0 0,0 0 0 0 0,1-1 1 0 0,-1 1-1 0 0,0 0 0 0 0,1 0 0 0 0,-1 0 1 0 0,1 0-1 0 0,-1 0 0 0 0,1 0 1 0 0,-1 0-1 0 0,0 0 0 0 0,1 0 0 0 0,-1 0 1 0 0,1 0-1 0 0,-1 0 0 0 0,1 0 1 0 0,-1 0-1 0 0,0 0 0 0 0,1 0 0 0 0,-1 0 1 0 0,1 1-1 0 0,-1-1 0 0 0,0 0 0 0 0,1 0 1 0 0,-1 0-1 0 0,0 1 0 0 0,1-1 1 0 0,-1 0-1 0 0,0 1 0 0 0,1-1 0 0 0,-1 0 1 0 0,0 1 157 0 0,28-74-4178 0 0,-13 49 2895 0 0</inkml:trace>
  <inkml:trace contextRef="#ctx0" brushRef="#br0" timeOffset="347.949">391 5 1260 0 0,'4'-5'7526'0'0,"-6"13"-3826"0"0,-14 29-1647 0 0,-95 89 1508 0 0,61-78-2739 0 0,-64 56 1407 0 0,114-102-2203 0 0,0 0 0 0 0,1 0-1 0 0,-1 0 1 0 0,1 0 0 0 0,-1 0 0 0 0,1 0 0 0 0,0 0 0 0 0,-1 0 0 0 0,1 0 0 0 0,0-1 0 0 0,0 1 0 0 0,0 0 0 0 0,1-1 0 0 0,-1 1 0 0 0,0 0 0 0 0,1-1 0 0 0,-1 0 0 0 0,1 1 0 0 0,-1-1 0 0 0,1 0 0 0 0,-1 0 0 0 0,1 0-1 0 0,0 0 1 0 0,0 0 0 0 0,1 1-26 0 0,-2-1 24 0 0,181 111-398 0 0,-78-30-6419 0 0,-49-46-4975 0 0,-49-33 10272 0 0</inkml:trace>
  <inkml:trace contextRef="#ctx0" brushRef="#br0" timeOffset="823.81">635 271 1392 0 0,'0'-22'8114'0'0,"0"24"-2777"0"0,0 8-4505 0 0,24 173 3294 0 0,-18-156-3854 0 0,-4-18-164 0 0,-1 1 0 0 0,2 0 0 0 0,-1-1 0 0 0,1 0 0 0 0,0 1 0 0 0,1-1 1 0 0,0-1-1 0 0,1 1 0 0 0,0 0 0 0 0,0-1 0 0 0,1 0 0 0 0,0 0 0 0 0,5 4-108 0 0,-9-10 25 0 0,0-1 0 0 0,0 0 0 0 0,0 0 1 0 0,0 0-1 0 0,1 0 0 0 0,-1 0 0 0 0,0 0 0 0 0,1-1 0 0 0,-1 1 1 0 0,1-1-1 0 0,-1 0 0 0 0,1 0 0 0 0,-1 1 0 0 0,0-2 0 0 0,1 1 1 0 0,-1 0-1 0 0,1 0 0 0 0,-1-1 0 0 0,1 1 0 0 0,-1-1 0 0 0,0 0 1 0 0,1 0-1 0 0,-1 0 0 0 0,0 0 0 0 0,0 0 0 0 0,0 0 0 0 0,0-1 1 0 0,0 1-1 0 0,0-1 0 0 0,0 1 0 0 0,0-1 0 0 0,-1 0 0 0 0,1 0-25 0 0,52-67 152 0 0,-31 31-4 0 0,-3-2 0 0 0,0 0 0 0 0,-3 0 0 0 0,-1-2 0 0 0,-3 0 0 0 0,-1-1-1 0 0,1-12-147 0 0,-12 49 101 0 0,-1 4-69 0 0,1 1-1 0 0,0 0 1 0 0,-1-1 0 0 0,1 1-1 0 0,-1 0 1 0 0,1-1 0 0 0,-1 1-1 0 0,0-1 1 0 0,1 1 0 0 0,-1-1-1 0 0,0 1 1 0 0,0-1 0 0 0,0 1-1 0 0,0-1 1 0 0,0 1 0 0 0,-1-1-1 0 0,1 1 1 0 0,0-1 0 0 0,-1 1-1 0 0,1 0 1 0 0,-1-1 0 0 0,1 1-1 0 0,-1-1 1 0 0,0 1 0 0 0,1 0-1 0 0,-1 0 1 0 0,0-1 0 0 0,0 1-1 0 0,0 0 1 0 0,0 0 0 0 0,0 0-1 0 0,0 0 1 0 0,0 0 0 0 0,-1 0 0 0 0,1 0-1 0 0,0 1 1 0 0,-1-1 0 0 0,1 0-1 0 0,0 1 1 0 0,-1-1 0 0 0,1 1-1 0 0,0-1 1 0 0,-1 1 0 0 0,1 0-1 0 0,-1-1 1 0 0,0 1-32 0 0,-135 18 31 0 0,70 1-323 0 0,-8 5-3057 0 0,65-21 2157 0 0,1-3-5029 0 0,12-9-4823 0 0,8 1 10687 0 0,5-1-1132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2:34.735"/>
    </inkml:context>
    <inkml:brush xml:id="br0">
      <inkml:brushProperty name="width" value="0.05" units="cm"/>
      <inkml:brushProperty name="height" value="0.05" units="cm"/>
      <inkml:brushProperty name="color" value="#FFFFFF"/>
    </inkml:brush>
  </inkml:definitions>
  <inkml:trace contextRef="#ctx0" brushRef="#br0">89 63 2296 0 0,'4'5'1640'0'0,"-1"-2"-1434"0"0,-1 0 0 0 0,0 0 1 0 0,0 1-1 0 0,0-1 1 0 0,0 1-1 0 0,-1-1 0 0 0,1 1 1 0 0,-1-1-1 0 0,0 1 0 0 0,0 0 1 0 0,0 0-1 0 0,-1-1 1 0 0,1 1-1 0 0,-1 0 0 0 0,0 0 1 0 0,0 0-1 0 0,0 1-206 0 0,-3 73 2520 0 0,-55 170 67 0 0,30-134-2674 0 0,6-58-3255 0 0,21-55 1797 0 0,1-1 17 0 0,0 0 42 0 0,0-3 67 0 0,-2-13 91 0 0</inkml:trace>
  <inkml:trace contextRef="#ctx0" brushRef="#br0" timeOffset="575.179">101 60 2148 0 0,'17'-37'7275'0'0,"22"19"-3458"0"0,-21 15-3359 0 0,66 1 1880 0 0,-65 10-2039 0 0,0 1 0 0 0,-1 0-1 0 0,0 1 1 0 0,-1 1 0 0 0,0 1-1 0 0,-1 0 1 0 0,5 6-299 0 0,-19-15 40 0 0,0 0 0 0 0,0 0 0 0 0,0 1 0 0 0,0-1 0 0 0,-1 1 0 0 0,1-1 1 0 0,-1 1-1 0 0,0 0 0 0 0,0 0 0 0 0,-1 0 0 0 0,1-1 0 0 0,-1 1 0 0 0,1 0 0 0 0,-1 0 0 0 0,-1 0 0 0 0,1 0 0 0 0,0 0 0 0 0,-1 0 0 0 0,0-1 0 0 0,0 1 1 0 0,0 0-1 0 0,0 0 0 0 0,-1-1 0 0 0,1 1 0 0 0,-1-1 0 0 0,0 1 0 0 0,0-1 0 0 0,-1 2-40 0 0,-5 9 35 0 0,-1 0 0 0 0,0-1 0 0 0,-1 0 0 0 0,0-1-1 0 0,-1 0 1 0 0,0-1 0 0 0,-1 0 0 0 0,-1 0 0 0 0,1-1 0 0 0,-1-1 0 0 0,-1 0 0 0 0,0-1-1 0 0,-7 3-34 0 0,-60 9-336 0 0,97-31-262 0 0,-7 10 617 0 0,0 1 0 0 0,0 0 1 0 0,0 0-1 0 0,0 1 0 0 0,0 0 1 0 0,0 1-1 0 0,0 0 0 0 0,0 0 1 0 0,0 1-1 0 0,0 0 0 0 0,-1 1 1 0 0,0 0-1 0 0,0 0 0 0 0,0 1 1 0 0,0 0-1 0 0,0 0 0 0 0,-1 1 1 0 0,0 0-1 0 0,0 0-19 0 0,-2-1 67 0 0,0-1 1 0 0,0 1-1 0 0,-1 0 0 0 0,0 0 1 0 0,0 0-1 0 0,0 1 0 0 0,0-1 1 0 0,-1 1-1 0 0,0 0 0 0 0,0 0 1 0 0,-1 0-1 0 0,0 1 0 0 0,0-1 1 0 0,0 0-1 0 0,-1 1 0 0 0,1-1 1 0 0,-2 1-1 0 0,1 0 0 0 0,-1-1 1 0 0,0 1-1 0 0,0-1 0 0 0,-1 1 1 0 0,0 0-1 0 0,0-1 0 0 0,0 1 1 0 0,-1-1-1 0 0,0 0 0 0 0,0 1 0 0 0,-1-1 1 0 0,0 0-1 0 0,0 0 0 0 0,0-1 1 0 0,-1 1-1 0 0,0-1 0 0 0,0 1 1 0 0,0-1-1 0 0,-1 0 0 0 0,1-1 1 0 0,-1 1-1 0 0,0-1 0 0 0,-2 1-67 0 0,-1 1 32 0 0,-1 0-1 0 0,0 0 1 0 0,0-1-1 0 0,0-1 0 0 0,0 1 1 0 0,-1-1-1 0 0,0-1 1 0 0,0 0-1 0 0,0 0 1 0 0,0-1-1 0 0,0 0 1 0 0,0-1-1 0 0,-1 0 0 0 0,-7-1-31 0 0,-80-2-1875 0 0,93 0 1665 0 0,-37-15-1982 0 0,22-2-4912 0 0,23-1 2069 0 0,18-9 3099 0 0,-16 22 1104 0 0,11-12-587 0 0</inkml:trace>
  <inkml:trace contextRef="#ctx0" brushRef="#br0" timeOffset="905.449">702 77 1804 0 0,'15'10'8713'0'0,"-16"29"-5796"0"0,1-31-2382 0 0,-31 113 2539 0 0,23-92-2804 0 0,-2 0-1 0 0,0 0 1 0 0,-2-1 0 0 0,-1-1 0 0 0,-1 0-1 0 0,-2-1 1 0 0,0 0 0 0 0,-2-1 0 0 0,-1-1-1 0 0,-6 5-269 0 0,-8-6-2600 0 0,32-23 1645 0 0,1 0-538 0 0,-9-41-4720 0 0,18-19 3182 0 0,-5 45 2445 0 0,4-20-862 0 0,2 2 70 0 0</inkml:trace>
  <inkml:trace contextRef="#ctx0" brushRef="#br0" timeOffset="1134.8">659 57 928 0 0,'4'-5'1115'0'0,"-3"3"-875"0"0,-1 1 1 0 0,1 0-1 0 0,-1 0 0 0 0,1 0 1 0 0,0 0-1 0 0,-1-1 0 0 0,1 1 1 0 0,0 0-1 0 0,0 0 0 0 0,0 0 1 0 0,0 1-1 0 0,0-1 1 0 0,0 0-1 0 0,0 0 0 0 0,0 0 1 0 0,0 1-1 0 0,0-1 0 0 0,1 1 1 0 0,-1-1-1 0 0,0 1 0 0 0,0-1 1 0 0,1 1-1 0 0,-1 0 1 0 0,0-1-1 0 0,0 1 0 0 0,1 0 1 0 0,-1 0-1 0 0,0 0 0 0 0,1 0 1 0 0,-1 0-1 0 0,0 0 0 0 0,1 1 1 0 0,-1-1-1 0 0,0 0 1 0 0,0 1-1 0 0,1-1 0 0 0,-1 0 1 0 0,0 1-1 0 0,1 0-240 0 0,9 15 539 0 0,0-1 1 0 0,-2 2-1 0 0,0-1 1 0 0,-1 1-1 0 0,0 0 0 0 0,-2 1 1 0 0,0 0-1 0 0,-1 0 1 0 0,-1 0-1 0 0,1 11-539 0 0,3 5 490 0 0,88 404 1002 0 0,-95-431-1835 0 0,0-1 0 0 0,-1 1 0 0 0,1 0 0 0 0,-1-1 0 0 0,-1 1 0 0 0,1-1 0 0 0,-1 1 0 0 0,0 0 0 0 0,-1-1 0 0 0,1 0 0 0 0,-1 1 0 0 0,0-1 0 0 0,-4 6 343 0 0,-26-1-8274 0 0,10-20 5597 0 0,3-2 1194 0 0</inkml:trace>
  <inkml:trace contextRef="#ctx0" brushRef="#br0" timeOffset="1355.038">561 513 1892 0 0,'0'-1'180'0'0,"-1"1"-1"0"0,1 0 1 0 0,0-1-1 0 0,-1 1 0 0 0,1-1 1 0 0,0 1-1 0 0,0 0 1 0 0,-1-1-1 0 0,1 1 1 0 0,0-1-1 0 0,0 1 1 0 0,0-1-1 0 0,0 1 0 0 0,0-1 1 0 0,-1 1-1 0 0,1-1 1 0 0,0 1-1 0 0,0-1 1 0 0,0 1-1 0 0,0-1 1 0 0,0 1-1 0 0,1-1 0 0 0,-1 1 1 0 0,0-1-1 0 0,0 1 1 0 0,0-1-1 0 0,0 1 1 0 0,0 0-1 0 0,1-1 1 0 0,-1 1-1 0 0,0-1 0 0 0,0 1 1 0 0,1-1-1 0 0,-1 1 1 0 0,0 0-1 0 0,1-1 1 0 0,-1 1-1 0 0,0 0 1 0 0,1-1-1 0 0,-1 1 0 0 0,1 0 1 0 0,-1 0-1 0 0,0-1 1 0 0,1 1-1 0 0,-1 0 1 0 0,1 0-1 0 0,-1 0 1 0 0,1-1-1 0 0,-1 1 0 0 0,1 0 1 0 0,-1 0-1 0 0,1 0 1 0 0,-1 0-1 0 0,1 0 1 0 0,-1 0-1 0 0,1 0 1 0 0,-1 0-1 0 0,1 0 0 0 0,-1 0 1 0 0,1 0-1 0 0,-1 1 1 0 0,1-1-180 0 0,6-2 318 0 0,112-23 3676 0 0,-80 19-4303 0 0,-13 6-2921 0 0,-13 0-449 0 0,-11 0 1954 0 0,9 0-4358 0 0,-4 0 4767 0 0</inkml:trace>
  <inkml:trace contextRef="#ctx0" brushRef="#br0" timeOffset="1686.149">1133 275 904 0 0,'5'-11'6307'0'0,"-4"17"-114"0"0,-28 87-3223 0 0,17-60-3151 0 0,-1-1-1 0 0,-2 0 1 0 0,-1-1 0 0 0,-1-1-1 0 0,-2 0 1 0 0,-12 15 181 0 0,7-26-2322 0 0,22-18 797 0 0,0-1-114 0 0,-18-47-5019 0 0,18 19 5104 0 0</inkml:trace>
  <inkml:trace contextRef="#ctx0" brushRef="#br0" timeOffset="2016.405">1137 65 1600 0 0,'28'2'6794'0'0,"1"41"-4966"0"0,-25-36-1049 0 0,88 243 4768 0 0,-3 16-2587 0 0,-44-198-1333 0 0,-44-68-1422 0 0,-1 0 21 0 0,2 0-9 0 0,23-32 149 0 0,-13 5-341 0 0,-1 0 0 0 0,-2-1-1 0 0,-1 0 1 0 0,-1-1 0 0 0,-1 0-1 0 0,-2 0 1 0 0,0-9-25 0 0,10-56-1155 0 0,-13 89 630 0 0,9-56-1181 0 0,-9 36-6936 0 0,-1 23 6873 0 0,0 2 134 0 0,3-3 124 0 0,21-18-1130 0 0,-4 16 1327 0 0</inkml:trace>
  <inkml:trace contextRef="#ctx0" brushRef="#br0" timeOffset="2540.673">2017 190 2372 0 0,'2'-12'1975'0'0,"1"-58"8025"0"0,-20 29-6913 0 0,15 40-2985 0 0,1-1 0 0 0,0 0 0 0 0,-1 1 1 0 0,0-1-1 0 0,1 1 0 0 0,-1 0 0 0 0,0-1 1 0 0,0 1-1 0 0,1 0 0 0 0,-1 0 1 0 0,0 0-1 0 0,0 0 0 0 0,0 0 0 0 0,0 1 1 0 0,0-1-1 0 0,-1 1 0 0 0,1-1 0 0 0,0 1 1 0 0,0 0-1 0 0,0 0 0 0 0,0 0 0 0 0,0 0 1 0 0,-1 0-1 0 0,1 0 0 0 0,0 1 1 0 0,0-1-1 0 0,0 1 0 0 0,0-1 0 0 0,0 1 1 0 0,0 0-1 0 0,-2 1-102 0 0,-18 9 189 0 0,1 1-1 0 0,1 2 1 0 0,0 0 0 0 0,0 1-1 0 0,2 1 1 0 0,0 1 0 0 0,-6 7-189 0 0,2 5 140 0 0,1 1 0 0 0,2 0 0 0 0,1 1 0 0 0,1 1 0 0 0,2 1 0 0 0,-1 6-140 0 0,10-23 28 0 0,1 0 1 0 0,0 1 0 0 0,1 0-1 0 0,1 0 1 0 0,0 0-1 0 0,2 0 1 0 0,0 0-1 0 0,1 9-28 0 0,0-18 6 0 0,1 0 0 0 0,0-1 0 0 0,1 1 0 0 0,0 0 0 0 0,0 0 0 0 0,0-1 0 0 0,1 1 0 0 0,1-1 0 0 0,-1 0 0 0 0,1 0 0 0 0,0 0 0 0 0,1 0 0 0 0,-1-1 0 0 0,1 0 0 0 0,1 0 0 0 0,-1 0 0 0 0,1 0 0 0 0,0-1 0 0 0,0 0 0 0 0,1 0 0 0 0,-1-1 0 0 0,1 0 0 0 0,0 0 0 0 0,0 0 0 0 0,5 1-6 0 0,-2-4-115 0 0,-1-1 0 0 0,0 0 0 0 0,0 0 0 0 0,0-1 0 0 0,0 0 0 0 0,0 0 0 0 0,0-1 0 0 0,0-1 0 0 0,0 1 0 0 0,0-1 0 0 0,-1-1 0 0 0,0 0 0 0 0,1 0 0 0 0,-1 0 0 0 0,-1-1 0 0 0,1 0 0 0 0,-1-1 0 0 0,0 0 0 0 0,0 0 0 0 0,0 0 0 0 0,0-2 115 0 0,19-42-3996 0 0,-23-8-5034 0 0,-3 50 7499 0 0,-16-44-1706 0 0,9 36 1651 0 0</inkml:trace>
  <inkml:trace contextRef="#ctx0" brushRef="#br0" timeOffset="2839.452">1897 431 2876 0 0,'-36'-26'8288'0'0,"37"26"-8166"0"0,-1 0 0 0 0,0 0 0 0 0,1 0 0 0 0,-1 0 0 0 0,0 0 1 0 0,1 0-1 0 0,-1 0 0 0 0,1-1 0 0 0,-1 1 0 0 0,0 0 0 0 0,1 0 1 0 0,-1 0-1 0 0,0-1 0 0 0,1 1 0 0 0,-1 0 0 0 0,0 0 0 0 0,0-1 1 0 0,1 1-1 0 0,-1 0 0 0 0,0-1 0 0 0,0 1 0 0 0,1 0 0 0 0,-1-1 1 0 0,0 1-1 0 0,0 0 0 0 0,0-1 0 0 0,0 1 0 0 0,0-1 0 0 0,1 1 1 0 0,-1 0-1 0 0,0-1 0 0 0,0 1 0 0 0,0-1 0 0 0,0 1 0 0 0,0 0 0 0 0,0-1 1 0 0,0 1-1 0 0,0-1 0 0 0,-1 1 0 0 0,1 0 0 0 0,0-1 0 0 0,0 1 1 0 0,0 0-1 0 0,0-1 0 0 0,0 1 0 0 0,-1-1 0 0 0,1 1 0 0 0,0 0 1 0 0,0-1-1 0 0,-1 1 0 0 0,1 0 0 0 0,0 0 0 0 0,0-1 0 0 0,-1 1 1 0 0,1 0-1 0 0,0 0 0 0 0,-1-1 0 0 0,1 1 0 0 0,0 0 0 0 0,-1 0 0 0 0,1 0 1 0 0,-1 0-1 0 0,1-1 0 0 0,0 1 0 0 0,-1 0 0 0 0,1 0-122 0 0,32-9 2277 0 0,108 5 412 0 0,-60 37-2056 0 0,-76-30-614 0 0,-1 1 0 0 0,0 0 0 0 0,0-1 0 0 0,0 1 0 0 0,-1 0 0 0 0,1 1 0 0 0,-1-1 1 0 0,0 0-1 0 0,0 1 0 0 0,-1-1 0 0 0,1 1 0 0 0,-1-1 0 0 0,0 1 0 0 0,0 0 0 0 0,-1 0 0 0 0,1-1 0 0 0,-1 1 0 0 0,0 1-19 0 0,0 99-2986 0 0,0-79-814 0 0,0 1-3395 0 0,0-26 7079 0 0,0-1 0 0 0,0 1 0 0 0,1 0-1 0 0,-1-1 1 0 0,0 1 0 0 0,0 0 0 0 0,1-1 0 0 0,-1 1 0 0 0,0 0 0 0 0,1-1-1 0 0,-1 1 1 0 0,1-1 0 0 0,-1 1 0 0 0,1-1 0 0 0,-1 1 0 0 0,1-1 0 0 0,-1 1-1 0 0,1-1 1 0 0,-1 1 0 0 0,1-1 0 0 0,0 0 0 0 0,-1 1 0 0 0,1-1 0 0 0,0 0-1 0 0,-1 0 1 0 0,1 1 0 0 0,0-1 0 0 0,-1 0 0 0 0,1 0 0 0 0,0 0 0 0 0,-1 0-1 0 0,1 0 1 0 0,0 0 0 0 0,0 0 0 0 0,-1 0 0 0 0,1 0 0 0 0,0 0 0 0 0,-1 0-1 0 0,1 0 1 0 0,0-1 0 0 0,-1 1 0 0 0,1 0 0 0 0,0-1 0 0 0,-1 1 0 0 0,1 0-1 0 0,0-1 1 0 0,-1 1 0 0 0,1 0 0 0 0,-1-1 0 0 0,1 1 0 0 0,-1-1 0 0 0,1 1-1 0 0,-1-1 1 0 0,1 0 0 0 0,-1 1 0 0 0,0-1 0 0 0,1 1 0 0 0,-1-1 0 0 0,0 0-1 0 0,1 1 1 0 0,-1-1 0 0 0,0 0 0 0 0,0 1 0 0 0,0-1 0 0 0,0 0 116 0 0,3-1-66 0 0,15-13-1370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2:55.833"/>
    </inkml:context>
    <inkml:brush xml:id="br0">
      <inkml:brushProperty name="width" value="0.05" units="cm"/>
      <inkml:brushProperty name="height" value="0.05" units="cm"/>
      <inkml:brushProperty name="color" value="#FFFFFF"/>
    </inkml:brush>
  </inkml:definitions>
  <inkml:trace contextRef="#ctx0" brushRef="#br0">189 0 2716 0 0,'0'0'1696'0'0,"0"0"-30"0"0,0 0-96 0 0,0 0-205 0 0,0 0-66 0 0,0 0-109 0 0,0 0-142 0 0,3 2-105 0 0,-1 2-689 0 0,0 1-1 0 0,1-1 1 0 0,-2 0-1 0 0,1 1 1 0 0,0-1-1 0 0,-1 1 1 0 0,0 0-1 0 0,0-1 0 0 0,0 1 1 0 0,-1 0-1 0 0,0 0 1 0 0,0-1-1 0 0,0 1 1 0 0,0 0-1 0 0,-1 0 1 0 0,0 4-254 0 0,0 14 378 0 0,-17 118 1200 0 0,-21 32-3862 0 0,23-140 439 0 0,2-6-5372 0 0,11-23 2892 0 0,2-4 2855 0 0</inkml:trace>
  <inkml:trace contextRef="#ctx0" brushRef="#br0" timeOffset="382.974">13 437 1580 0 0,'-12'15'9236'0'0,"11"26"-6133"0"0,2-24-1614 0 0,31 150 2121 0 0,-26-141-3019 0 0,0 1-1 0 0,3-1 0 0 0,0-1 1 0 0,1 1-1 0 0,2-2 0 0 0,6 11-590 0 0,-17-33 113 0 0,-1-1-76 0 0,0 0-1 0 0,1-1 0 0 0,-1 1 0 0 0,1 0 0 0 0,-1 0 1 0 0,1 0-1 0 0,-1 0 0 0 0,1 0 0 0 0,-1 0 1 0 0,1-1-1 0 0,0 1 0 0 0,-1 0 0 0 0,1 0 0 0 0,0-1 1 0 0,0 1-1 0 0,0-1 0 0 0,-1 1 0 0 0,1-1 1 0 0,0 1-1 0 0,0-1 0 0 0,0 1 0 0 0,0-1 1 0 0,0 0-1 0 0,0 1 0 0 0,0-1 0 0 0,0 0 0 0 0,0 0 1 0 0,0 0-1 0 0,0 0 0 0 0,0 0 0 0 0,0 0 1 0 0,0 0-1 0 0,0 0 0 0 0,0 0 0 0 0,0 0 0 0 0,0-1 1 0 0,0 1-1 0 0,0 0 0 0 0,0-1-36 0 0,16-16-214 0 0,-2-1-1 0 0,-1 0 1 0 0,0-1 0 0 0,-1 0-1 0 0,-1-1 1 0 0,-1-1 0 0 0,0 0-1 0 0,4-16 215 0 0,19-64-3195 0 0,-28 80 1805 0 0,0 0 1 0 0,1 0-1 0 0,1 1 0 0 0,1 0 1 0 0,1 0-1 0 0,0 1 1 0 0,1 0-1 0 0,2 1 0 0 0,10-12 1390 0 0,41-35-4329 0 0,-36 46 3149 0 0</inkml:trace>
  <inkml:trace contextRef="#ctx0" brushRef="#br0" timeOffset="901.964">653 195 1652 0 0,'13'10'10134'0'0,"2"8"-5706"0"0,12 57-2586 0 0,-28-63-1729 0 0,0 0 0 0 0,0 0 0 0 0,-2 0 0 0 0,1 0 0 0 0,-1 0 1 0 0,-1-1-1 0 0,0 1 0 0 0,-1-1 0 0 0,0 0 0 0 0,-4 7-113 0 0,2-4 91 0 0,-4 7 78 0 0,-1 1-1 0 0,-1-2 1 0 0,-1 1-1 0 0,-1-2 1 0 0,0 0-1 0 0,-5 3-168 0 0,-2 5 436 0 0,21-26-362 0 0,20-4 194 0 0,116-43-1222 0 0,-66 16-927 0 0,1-2-5170 0 0,-4-6-584 0 0,-54 26 6413 0 0</inkml:trace>
  <inkml:trace contextRef="#ctx0" brushRef="#br0" timeOffset="1249.965">976 349 3048 0 0,'-12'23'6904'0'0,"3"19"-3250"0"0,8-39-3515 0 0,0 5 131 0 0,-1 0 1 0 0,1 0-1 0 0,1 0 0 0 0,-1 0 1 0 0,1-1-1 0 0,1 1 1 0 0,0 0-1 0 0,0 0 1 0 0,0 0-1 0 0,1 0 1 0 0,0-1-1 0 0,0 1 1 0 0,1-1-1 0 0,0 1 0 0 0,0-1 1 0 0,1 0-1 0 0,0 0 1 0 0,0-1-1 0 0,1 1 1 0 0,1 0-271 0 0,27 6 875 0 0,-32-12-631 0 0,11-1 134 0 0,42-40 75 0 0,-46 32-409 0 0,-1-1 1 0 0,0-1-1 0 0,0 1 0 0 0,-1-1 1 0 0,0 0-1 0 0,-1 0 1 0 0,-1-1-1 0 0,1 1 0 0 0,-1-1 1 0 0,-1 0-1 0 0,0 0 0 0 0,-1-1 1 0 0,0 1-1 0 0,-1-1 1 0 0,0 1-1 0 0,0-3-44 0 0,-2 10 5 0 0,-1-1 0 0 0,1 1 1 0 0,-1 0-1 0 0,0 0 0 0 0,0 0 0 0 0,0 0 0 0 0,-1 1 0 0 0,1-1 1 0 0,-1 1-1 0 0,0-1 0 0 0,0 1 0 0 0,0 0 0 0 0,0 0 0 0 0,-1 0 1 0 0,1 0-1 0 0,-1 1 0 0 0,-2-2-5 0 0,0 2-74 0 0,1 0 1 0 0,-1 0-1 0 0,0 1 1 0 0,0 0-1 0 0,0 0 1 0 0,0 0-1 0 0,0 1 1 0 0,0 0-1 0 0,0 0 1 0 0,-1 0-1 0 0,1 1 1 0 0,0 0-1 0 0,0 0 1 0 0,0 1-1 0 0,1-1 1 0 0,-1 1-1 0 0,0 1 1 0 0,1-1-1 0 0,-1 1 1 0 0,1 0 73 0 0,-9 3-520 0 0,-13 7-1208 0 0,23-1-2445 0 0,19-5-3068 0 0,19-8 3928 0 0,-30 0 2895 0 0,7 1-849 0 0</inkml:trace>
  <inkml:trace contextRef="#ctx0" brushRef="#br0" timeOffset="1675.626">1255 271 1368 0 0,'64'-24'12748'0'0,"-63"24"-11937"0"0,20 5 1662 0 0,70 74 1083 0 0,-75-33-2087 0 0,-16-45-1266 0 0,0 3-54 0 0,-2 6-115 0 0,0 0 0 0 0,0 0 1 0 0,-1-1-1 0 0,-1 1 0 0 0,0-1 0 0 0,0 0 1 0 0,-1 0-1 0 0,0 0 0 0 0,0-1 1 0 0,-1 0-1 0 0,0 0 0 0 0,-3 2-34 0 0,-52 51 320 0 0,21-26-130 0 0,30-15-355 0 0,40-14 66 0 0,-26-6 108 0 0,107-26-1523 0 0,-45 1-2376 0 0,-29 3-815 0 0,42-50-4980 0 0,-65 59 8500 0 0</inkml:trace>
  <inkml:trace contextRef="#ctx0" brushRef="#br0" timeOffset="2070.663">1722 213 3232 0 0,'15'1'10635'0'0,"12"20"-6974"0"0,-18-13-2070 0 0,-5-4-1406 0 0,-1 1 0 0 0,0-1-1 0 0,0 1 1 0 0,0 0 0 0 0,0 0 0 0 0,-1 0 0 0 0,0 0-1 0 0,0 1 1 0 0,0-1 0 0 0,-1 1 0 0 0,0-1-1 0 0,0 1 1 0 0,0-1 0 0 0,-1 1 0 0 0,0 0-1 0 0,0-1 1 0 0,0 1 0 0 0,-1 0 0 0 0,1-1 0 0 0,-1 1-1 0 0,-1-1 1 0 0,0 3-185 0 0,-89 252 1587 0 0,87-225-1320 0 0,4-34-234 0 0,0-1-35 0 0,2 2-5 0 0,3-2-64 0 0,0 0-1 0 0,-1 0 0 0 0,1 0 1 0 0,-1-1-1 0 0,1 1 1 0 0,0-1-1 0 0,-1 0 0 0 0,1-1 1 0 0,-1 1-1 0 0,0-1 1 0 0,1 1-1 0 0,-1-1 0 0 0,0-1 1 0 0,0 1-1 0 0,3-3 72 0 0,7-2-318 0 0,51-44-2782 0 0,-29 10-2585 0 0,-33 36 4682 0 0,39-43-9773 0 0,-39 45 9538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3:01.401"/>
    </inkml:context>
    <inkml:brush xml:id="br0">
      <inkml:brushProperty name="width" value="0.05" units="cm"/>
      <inkml:brushProperty name="height" value="0.05" units="cm"/>
      <inkml:brushProperty name="color" value="#FFFFFF"/>
    </inkml:brush>
  </inkml:definitions>
  <inkml:trace contextRef="#ctx0" brushRef="#br0">18 76 1892 0 0,'0'0'1738'0'0,"0"0"-29"0"0,0 0-223 0 0,0 0-197 0 0,0 0-139 0 0,3 2-99 0 0,0 4-806 0 0,0 0 0 0 0,0 0 0 0 0,-1 0 0 0 0,0 0 0 0 0,0 0-1 0 0,-1 0 1 0 0,0 0 0 0 0,0 1 0 0 0,0-1 0 0 0,0 1 0 0 0,-1-1 0 0 0,0 1 0 0 0,-1-1 0 0 0,0 0 0 0 0,0 6-245 0 0,0 16 554 0 0,-17 131 1036 0 0,1 38-573 0 0,16-143-2130 0 0,1-26-1895 0 0,0 0-7401 0 0,0-28 9005 0 0</inkml:trace>
  <inkml:trace contextRef="#ctx0" brushRef="#br0" timeOffset="420.111">354 137 1356 0 0,'-3'10'8489'0'0,"-5"7"-4026"0"0,-52 80-2146 0 0,33-60-1650 0 0,-2-2-1 0 0,-2-1 1 0 0,0-1 0 0 0,-3-2-1 0 0,-21 16-666 0 0,24-12 419 0 0,31-35-377 0 0,5 3-11 0 0,116 47 10 0 0,-76-23-335 0 0,-16-11-1431 0 0,-2 3-4143 0 0,-12-10 1335 0 0,-6-7-320 0 0,4-2 3439 0 0</inkml:trace>
  <inkml:trace contextRef="#ctx0" brushRef="#br0" timeOffset="700.449">563 76 1428 0 0,'2'16'7648'0'0,"4"13"-4194"0"0,3 20-2106 0 0,-7 149 2946 0 0,-62 77-4507 0 0,60-275 68 0 0,0-1 1 0 0,0 1-1 0 0,0 0 1 0 0,-1 0-1 0 0,1-1 0 0 0,0 1 1 0 0,0 0-1 0 0,-1 0 0 0 0,1 0 1 0 0,0-1-1 0 0,0 1 1 0 0,-1 0-1 0 0,1 0 0 0 0,0 0 1 0 0,0 0-1 0 0,-1 0 1 0 0,1-1-1 0 0,0 1 0 0 0,-1 0 1 0 0,1 0-1 0 0,0 0 1 0 0,-1 0-1 0 0,1 0 0 0 0,0 0 1 0 0,-1 0-1 0 0,1 0 0 0 0,0 0 1 0 0,0 0-1 0 0,-1 0 1 0 0,1 0-1 0 0,0 1 0 0 0,-1-1 1 0 0,1 0-1 0 0,0 0 1 0 0,-1 0-1 0 0,1 0 0 0 0,0 0 1 0 0,0 1-1 0 0,-1-1 1 0 0,1 0-1 0 0,0 0 0 0 0,0 0 1 0 0,-1 1-1 0 0,1-1 145 0 0,-7-34-3165 0 0,4-96-2806 0 0,1 95 4611 0 0</inkml:trace>
  <inkml:trace contextRef="#ctx0" brushRef="#br0" timeOffset="1078.916">568 72 1544 0 0,'5'-6'636'0'0,"-3"1"-148"0"0,1 1 0 0 0,-1-1-1 0 0,1 1 1 0 0,0 0-1 0 0,0 0 1 0 0,1 0 0 0 0,-1 1-1 0 0,1-1 1 0 0,0 1 0 0 0,0 0-1 0 0,0 0 1 0 0,0 0-1 0 0,0 1 1 0 0,1-1 0 0 0,-1 1-1 0 0,1 0 1 0 0,0 0-1 0 0,-1 1 1 0 0,1-1 0 0 0,0 1-1 0 0,0 0 1 0 0,1 0-488 0 0,3 3 335 0 0,-1 0 0 0 0,1 0 0 0 0,-1 1 0 0 0,0 0 0 0 0,0 0 0 0 0,0 1 1 0 0,0 0-1 0 0,-1 0 0 0 0,0 1 0 0 0,1 0 0 0 0,-2 0 0 0 0,1 1 0 0 0,-1 0 0 0 0,1 0 0 0 0,-2 0 0 0 0,1 1 1 0 0,-1 0-1 0 0,0 0 0 0 0,0 0 0 0 0,1 5-335 0 0,-4-2 81 0 0,0 1 1 0 0,-1 0 0 0 0,-1 0-1 0 0,0-1 1 0 0,0 1 0 0 0,-1 0-1 0 0,0 0 1 0 0,-1-1 0 0 0,0 1-1 0 0,-1-1 1 0 0,0 1 0 0 0,-1-1-1 0 0,0 0 1 0 0,-1 0 0 0 0,0-1-1 0 0,0 1 1 0 0,-1-1 0 0 0,0 0-1 0 0,0-1 1 0 0,-1 1 0 0 0,-1-1-82 0 0,2 0 23 0 0,-1 1 0 0 0,0-1 1 0 0,0-1-1 0 0,-1 1 1 0 0,0-1-1 0 0,-1-1 1 0 0,1 1-1 0 0,-1-2 0 0 0,0 1 1 0 0,-1-1-1 0 0,1 0 1 0 0,-1-1-1 0 0,0 0 0 0 0,0-1 1 0 0,-1 0-1 0 0,1 0 1 0 0,-9 0-24 0 0,142 68 329 0 0,-37 11-1832 0 0,-72-70-349 0 0,2 6-5539 0 0,-13-16 4535 0 0,-2-2-2544 0 0,-1 0 3950 0 0</inkml:trace>
  <inkml:trace contextRef="#ctx0" brushRef="#br0" timeOffset="1467.86">956 148 1588 0 0,'4'1'10914'0'0,"-7"34"-9081"0"0,1-26-1111 0 0,-10 173 2863 0 0,31-96-3014 0 0,-4-50-281 0 0,-12-27-193 0 0,0-1 1 0 0,1 1-1 0 0,0 0 0 0 0,1-1 1 0 0,0 0-1 0 0,0 0 1 0 0,1 0-1 0 0,0-1 0 0 0,0 0 1 0 0,1 0-1 0 0,0 0 0 0 0,0-1 1 0 0,0 0-1 0 0,1 0 0 0 0,0-1 1 0 0,2 1-98 0 0,-8-6 10 0 0,0 0 0 0 0,1 1 0 0 0,-1-1 1 0 0,1 0-1 0 0,-1-1 0 0 0,0 1 0 0 0,1 0 1 0 0,-1-1-1 0 0,0 1 0 0 0,1-1 0 0 0,-1 1 1 0 0,0-1-1 0 0,0 0 0 0 0,0 0 0 0 0,0 0 1 0 0,0-1-1 0 0,0 1 0 0 0,0 0 0 0 0,0-1 1 0 0,0 1-1 0 0,0-1 0 0 0,-1 0-10 0 0,0 2 5 0 0,82-96-408 0 0,-34-18-2568 0 0,-42 74-1411 0 0,-5-1-3554 0 0,-13 3 4999 0 0,9 34 1499 0 0</inkml:trace>
  <inkml:trace contextRef="#ctx0" brushRef="#br0" timeOffset="1860.097">1490 229 1172 0 0,'1'-30'8231'0'0,"-2"34"-3193"0"0,-1 8-4126 0 0,-76 259 4110 0 0,30-152-5742 0 0,40-118-5141 0 0,5-40 1022 0 0,24-80-1668 0 0,-17 88 4899 0 0</inkml:trace>
  <inkml:trace contextRef="#ctx0" brushRef="#br0" timeOffset="2135.132">1446 209 1440 0 0,'1'-1'242'0'0,"0"0"0"0"0,1-1 0 0 0,-1 1 1 0 0,1 0-1 0 0,0 0 0 0 0,-1 0 0 0 0,1 0 0 0 0,0 0 0 0 0,-1 1 0 0 0,1-1 0 0 0,0 0 0 0 0,0 1 0 0 0,0-1 1 0 0,0 1-1 0 0,-1 0 0 0 0,1 0 0 0 0,0 0 0 0 0,0 0 0 0 0,0 0 0 0 0,0 0 0 0 0,0 0 0 0 0,0 0 0 0 0,-1 1 1 0 0,1-1-1 0 0,0 1 0 0 0,0-1 0 0 0,0 1 0 0 0,-1 0 0 0 0,1 0 0 0 0,0 0 0 0 0,-1 0 0 0 0,1 0 0 0 0,-1 0 1 0 0,1 0-1 0 0,-1 0 0 0 0,1 1 0 0 0,-1-1 0 0 0,0 1 0 0 0,0-1 0 0 0,0 1 0 0 0,1 1-242 0 0,46 69 3432 0 0,74 204 3406 0 0,-92-222-5662 0 0,-30-54-1151 0 0,1 1 0 0 0,0-1 0 0 0,0 1 0 0 0,0-1 1 0 0,0 0-1 0 0,0 1 0 0 0,0-1 0 0 0,0 0 0 0 0,0 0 0 0 0,1 0 0 0 0,-1 0 0 0 0,0 0 0 0 0,0 0 0 0 0,0 0 1 0 0,0 0-1 0 0,0 0 0 0 0,0 0 0 0 0,0-1 0 0 0,0 1 0 0 0,0 0 0 0 0,0-1 0 0 0,0 1 0 0 0,0-1 0 0 0,0 1 0 0 0,0-1 1 0 0,-1 1-1 0 0,1-1 0 0 0,0 0 0 0 0,0 1 0 0 0,0-1 0 0 0,-1 0 0 0 0,1 0 0 0 0,0 0 0 0 0,-1 1 0 0 0,1-1 1 0 0,-1 0-1 0 0,1 0 0 0 0,-1 0 0 0 0,1 0 0 0 0,-1 0 0 0 0,0 0 0 0 0,1 0 0 0 0,-1-1-25 0 0,1 1-43 0 0,43-119-193 0 0,-39 96 11 0 0,16-79-2057 0 0,-17 68-2265 0 0,-3-3-4732 0 0,3 22 5944 0 0,12 2 2742 0 0,-9 9 12 0 0,16-10-841 0 0</inkml:trace>
  <inkml:trace contextRef="#ctx0" brushRef="#br0" timeOffset="3234.603">2138 172 1480 0 0,'0'0'1478'0'0,"0"0"-145"0"0,0 0-80 0 0,0 0-88 0 0,0 0 16 0 0,0 0-81 0 0,0 0-9 0 0,5-4-67 0 0,17-13-29 0 0,-22 18-919 0 0,0-1-1 0 0,0 0 0 0 0,0 1 0 0 0,0-1 1 0 0,-1 0-1 0 0,1 0 0 0 0,0 1 0 0 0,0-1 0 0 0,-1 0 1 0 0,1 0-1 0 0,0 0 0 0 0,0 1 0 0 0,-1-1 1 0 0,1 0-1 0 0,0 0 0 0 0,-1 0 0 0 0,1 0 0 0 0,0 0 1 0 0,-1 0-1 0 0,1 0 0 0 0,0 1 0 0 0,-1-1 1 0 0,1 0-1 0 0,0 0 0 0 0,-1 0 0 0 0,1 0 0 0 0,0 0 1 0 0,-1-1-1 0 0,1 1 0 0 0,0 0 0 0 0,-1 0 0 0 0,1 0 1 0 0,0 0-1 0 0,-1 0 0 0 0,1 0 0 0 0,0 0 1 0 0,0-1-1 0 0,-1 1 0 0 0,1 0 0 0 0,0 0 0 0 0,0 0 1 0 0,-1-1-1 0 0,1 1 0 0 0,0 0 0 0 0,0 0 1 0 0,-1-1-1 0 0,1 1 0 0 0,0 0 0 0 0,0 0 0 0 0,0-1 1 0 0,0 1-1 0 0,-1 0 0 0 0,1-1 0 0 0,0 1 1 0 0,0 0-1 0 0,0-1 0 0 0,0 1 0 0 0,0 0 0 0 0,0-1 1 0 0,0 1-1 0 0,0 0 0 0 0,0-1 0 0 0,0 1 1 0 0,0 0-1 0 0,0-1 0 0 0,0 1 0 0 0,0-1-75 0 0,-102 48 2243 0 0,79-32-1999 0 0,-1 0 0 0 0,2 2-1 0 0,0 1 1 0 0,1 1 0 0 0,1 0-1 0 0,0 3-243 0 0,9-12 67 0 0,6-4-36 0 0,1 0 0 0 0,-1-1 0 0 0,1 1 1 0 0,0 1-1 0 0,0-1 0 0 0,1 1 0 0 0,0-1 0 0 0,0 1 1 0 0,1 0-1 0 0,-1 0 0 0 0,1 0 0 0 0,1 1 0 0 0,0-1 1 0 0,0 0-1 0 0,0 1 0 0 0,1-1 0 0 0,0 0 0 0 0,0 4-31 0 0,2-3 20 0 0,-1 0 0 0 0,2 0 0 0 0,-1 0 0 0 0,1 0 0 0 0,0 0 0 0 0,1 0 0 0 0,-1-1 0 0 0,1 0 0 0 0,1 0 0 0 0,0 0-1 0 0,0 0 1 0 0,0 0 0 0 0,1-1 0 0 0,0 0 0 0 0,0 0 0 0 0,0-1 0 0 0,1 0 0 0 0,3 2-20 0 0,40 1-45 0 0,-48-8-137 0 0,29-3-520 0 0,15-31-1455 0 0,-36-4-3669 0 0,-10 37 4174 0 0,-3-13-1375 0 0,-25-49 2017 0 0,-1 27 7127 0 0,36 29-355 0 0,24-4-4762 0 0,-27 9-575 0 0,124-24 2364 0 0,-122 27-2730 0 0,-1 1 0 0 0,0-1 0 0 0,-1 1 0 0 0,1 0 0 0 0,0 0 0 0 0,0 1 0 0 0,-1-1 0 0 0,1 1 0 0 0,-1 0 0 0 0,0 0 0 0 0,0 1 0 0 0,0-1 0 0 0,0 1 0 0 0,-1 0-1 0 0,1 0 1 0 0,-1 0 0 0 0,0 0 0 0 0,-1 1 0 0 0,1-1 0 0 0,-1 1 0 0 0,1 1-59 0 0,1 2 21 0 0,-1 0-1 0 0,-1 0 1 0 0,1 0 0 0 0,-2 0-1 0 0,1 0 1 0 0,-1 1-1 0 0,0-1 1 0 0,0 1-1 0 0,-1-1 1 0 0,0 0-1 0 0,-1 1 1 0 0,0-1 0 0 0,-2 9-21 0 0,-27 74-3053 0 0,27-81 4260 0 0,2 13-18422 0 0,8-16 14722 0 0,-1-9 1161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3:05.351"/>
    </inkml:context>
    <inkml:brush xml:id="br0">
      <inkml:brushProperty name="width" value="0.05" units="cm"/>
      <inkml:brushProperty name="height" value="0.05" units="cm"/>
      <inkml:brushProperty name="color" value="#FFFFFF"/>
    </inkml:brush>
  </inkml:definitions>
  <inkml:trace contextRef="#ctx0" brushRef="#br0">0 39 2428 0 0,'6'-9'10955'0'0,"13"10"-7201"0"0,-12 0-3757 0 0,126 16 4016 0 0,1-19-1404 0 0,-62-22-2355 0 0,-43 10-3961 0 0,-45 24-6220 0 0,-10 9 4826 0 0,-18 14 1916 0 0,21-21 2747 0 0</inkml:trace>
  <inkml:trace contextRef="#ctx0" brushRef="#br0" timeOffset="246.981">266 104 3484 0 0,'-31'49'8236'0'0,"-29"178"-3569"0"0,38-105-4879 0 0,17-104-554 0 0,-5 18-396 0 0,8-12-4653 0 0,2-23 5667 0 0,0 0 0 0 0,0 0 0 0 0,0-1 0 0 0,1 1 0 0 0,-1 0 0 0 0,0 0 0 0 0,1-1 0 0 0,-1 1 0 0 0,0 0 0 0 0,1 0 0 0 0,-1-1 0 0 0,1 1 0 0 0,-1-1 0 0 0,1 1 0 0 0,-1 0 0 0 0,1-1 0 0 0,0 1 0 0 0,-1-1 0 0 0,1 0 0 0 0,0 1-1 0 0,-1-1 1 0 0,1 1 0 0 0,0-1 0 0 0,0 0 0 0 0,-1 1 0 0 0,1-1 0 0 0,0 0 0 0 0,0 0 0 0 0,-1 0 0 0 0,1 0 0 0 0,0 0 0 0 0,0 0 0 0 0,0 0 0 0 0,-1 0 0 0 0,1 0 0 0 0,0 0 0 0 0,0 0 0 0 0,0 0 0 0 0,-1 0 0 0 0,1-1 148 0 0,7-3-1319 0 0</inkml:trace>
  <inkml:trace contextRef="#ctx0" brushRef="#br0" timeOffset="4928.896">596 86 1428 0 0,'0'0'1522'0'0,"0"0"-226"0"0,0 0-106 0 0,0 0-104 0 0,0 0-49 0 0,0 0-101 0 0,0 0 3 0 0,-3 2-161 0 0,1 2-643 0 0,0 0 0 0 0,-1 0 1 0 0,2 1-1 0 0,-1-1 1 0 0,0 1-1 0 0,1 0 0 0 0,0-1 1 0 0,0 1-1 0 0,0 0 1 0 0,1 0-1 0 0,0 0 0 0 0,-1-1 1 0 0,2 1-1 0 0,-1 0 1 0 0,1 0-1 0 0,-1 0 0 0 0,1 0-135 0 0,0 15 356 0 0,-26 150 996 0 0,-19 28-1900 0 0,29-167-1668 0 0,7-19-2160 0 0,8-11 2747 0 0,0-1 52 0 0,0 0 42 0 0</inkml:trace>
  <inkml:trace contextRef="#ctx0" brushRef="#br0" timeOffset="5226.246">553 385 848 0 0,'28'-17'8341'0'0,"25"3"-4383"0"0,-17 6-2875 0 0,53-16 1471 0 0,-41 11-4767 0 0,-46 12-208 0 0,-2 0-6600 0 0,0 1 7624 0 0</inkml:trace>
  <inkml:trace contextRef="#ctx0" brushRef="#br0" timeOffset="5508.271">879 1 1532 0 0,'-2'48'8131'0'0,"-3"-3"-5523"0"0,-3 48-1012 0 0,-4 149 1137 0 0,-2-41-3890 0 0,8-169 53 0 0,0-11-2795 0 0,6-20 3168 0 0,-1 1 460 0 0,3-1-5331 0 0,8-2 4110 0 0</inkml:trace>
  <inkml:trace contextRef="#ctx0" brushRef="#br0" timeOffset="5826.315">1095 154 1468 0 0,'-3'3'7744'0'0,"-3"28"-3943"0"0,-45 335 3449 0 0,44-325-6480 0 0,7-40-606 0 0,3 14 256 0 0,47 15-78 0 0,135-24-1296 0 0,-124-21-494 0 0,-29-13-2485 0 0,-21-10-8171 0 0,-11 38 10492 0 0</inkml:trace>
  <inkml:trace contextRef="#ctx0" brushRef="#br0" timeOffset="6010.326">1188 87 1400 0 0,'18'-13'7336'0'0,"8"14"-5655"0"0,-26 16-8273 0 0,-3-9 5063 0 0</inkml:trace>
  <inkml:trace contextRef="#ctx0" brushRef="#br0" timeOffset="6214.588">1074 370 916 0 0,'12'16'8788'0'0,"35"-15"-4630"0"0,-43-2-3977 0 0,85-2 2387 0 0,25-14-1831 0 0,-99 17-1257 0 0,12 0-800 0 0,-11 0-2834 0 0,-14 0 2400 0 0,-2 0 28 0 0,8 0-3057 0 0,-8 0 3452 0 0</inkml:trace>
  <inkml:trace contextRef="#ctx0" brushRef="#br0" timeOffset="6555.821">1645 156 2472 0 0,'-2'-2'9797'0'0,"5"16"-8281"0"0,-2 23-444 0 0,0 1 0 0 0,-3 0 1 0 0,-1 0-1 0 0,-8 34-1072 0 0,-28 200 552 0 0,32-251-3181 0 0,3-32-3780 0 0,6-61 267 0 0,-2 48 4788 0 0</inkml:trace>
  <inkml:trace contextRef="#ctx0" brushRef="#br0" timeOffset="6817.66">1651 72 1636 0 0,'4'-13'1160'0'0,"-4"11"-783"0"0,1-1 1 0 0,-1 0-1 0 0,1 1 1 0 0,-1-1-1 0 0,1 1 0 0 0,0 0 1 0 0,0-1-1 0 0,0 1 1 0 0,0-1-1 0 0,0 1 1 0 0,1 0-1 0 0,-1 0 0 0 0,1 0 1 0 0,-1 0-1 0 0,1 0 1 0 0,0 0-1 0 0,0 0 1 0 0,0 1-1 0 0,0-1 0 0 0,0 1 1 0 0,0-1-1 0 0,0 1 1 0 0,1 0-1 0 0,-1-1 1 0 0,0 1-1 0 0,1 1 0 0 0,-1-1 1 0 0,1 0-1 0 0,1 0-377 0 0,44 5 3584 0 0,54 49-1118 0 0,-22 25 257 0 0,-78-73-2650 0 0,0-1 0 0 0,-1 0 0 0 0,0 1 0 0 0,0 0 0 0 0,0-1 0 0 0,0 1 1 0 0,-1 0-1 0 0,0-1 0 0 0,0 1 0 0 0,0 0 0 0 0,-1-1 0 0 0,1 1 0 0 0,-1-1 0 0 0,0 1 0 0 0,0-1 0 0 0,-1 1 0 0 0,0-1 0 0 0,1 1 0 0 0,-1-1 0 0 0,-1 0 0 0 0,1 0 1 0 0,-3 3-74 0 0,-1 3-193 0 0,0-1 1 0 0,-1-1 0 0 0,0 1 0 0 0,-1-1 0 0 0,0-1 0 0 0,0 1 0 0 0,0-1-1 0 0,-1-1 1 0 0,0 0 0 0 0,-1 0 0 0 0,1 0 0 0 0,-1-1 0 0 0,-2 0 192 0 0,-84 15-10398 0 0,94-20 8504 0 0,2 0 169 0 0,-10-20-2821 0 0,12 13 3129 0 0</inkml:trace>
  <inkml:trace contextRef="#ctx0" brushRef="#br0" timeOffset="11134.644">1116 146 904 0 0,'0'0'689'0'0,"0"0"-113"0"0,0 0-168 0 0,0 0-51 0 0,0 0 71 0 0,0 0 62 0 0,0 0-114 0 0,0 0 40 0 0,0 0-24 0 0,0 0 45 0 0,0 0-63 0 0,0 0-54 0 0,0 0-44 0 0,0 0 54 0 0,0 0 41 0 0,-3 0-61 0 0,-44 20 1553 0 0,21-30-534 0 0,60 6 920 0 0,-14-5-2025 0 0,-1-2 1 0 0,-1 0-1 0 0,0-1 1 0 0,0 0-1 0 0,-2-1 1 0 0,8-9-225 0 0,-20 19 47 0 0,61-35 325 0 0,-30 32-274 0 0,-34 6-92 0 0,-1 0-2 0 0,12 1-976 0 0,-11 1 672 0 0,-1-1-1 0 0,1 1 1 0 0,-1-1-1 0 0,0 1 1 0 0,0 0-1 0 0,1-1 1 0 0,-1 1-1 0 0,0 0 1 0 0,0-1-1 0 0,-1 1 1 0 0,1 0-1 0 0,0-1 1 0 0,-1 1-1 0 0,1 0 1 0 0,-1-1-1 0 0,1 1 1 0 0,-1-1-1 0 0,0 1 1 0 0,1-1-1 0 0,-1 1 1 0 0,0-1-1 0 0,0 1 1 0 0,0-1-1 0 0,0 0 1 0 0,0 0-1 0 0,-1 0 0 0 0,1 1 1 0 0,0-1-1 0 0,-1 0 1 0 0,1 0-1 0 0,0-1 1 0 0,-1 1-1 0 0,1 0 1 0 0,-2 0 300 0 0,-5 8-487 0 0,-3 4-1066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3:19.682"/>
    </inkml:context>
    <inkml:brush xml:id="br0">
      <inkml:brushProperty name="width" value="0.05" units="cm"/>
      <inkml:brushProperty name="height" value="0.05" units="cm"/>
      <inkml:brushProperty name="color" value="#FFFFFF"/>
    </inkml:brush>
  </inkml:definitions>
  <inkml:trace contextRef="#ctx0" brushRef="#br0">201 43 1832 0 0,'0'-3'1220'0'0,"0"-7"-461"0"0,0 3 3891 0 0,-14 7-3496 0 0,10 0 2514 0 0,-1-1-3101 0 0,4 1-539 0 0,0 0-1 0 0,0 0 1 0 0,-1 0 0 0 0,1 0-1 0 0,0 0 1 0 0,0 1 0 0 0,-1-1-1 0 0,1 0 1 0 0,0 1 0 0 0,0-1 0 0 0,0 1-1 0 0,-1-1 1 0 0,1 1 0 0 0,0-1-1 0 0,0 1 1 0 0,0 0 0 0 0,0-1-1 0 0,0 1 1 0 0,0 0 0 0 0,0 0-1 0 0,1 0 1 0 0,-1 0 0 0 0,0 0 0 0 0,0 0-1 0 0,1 0 1 0 0,-1 0 0 0 0,0 0-1 0 0,1 0 1 0 0,-1 0 0 0 0,1 1-1 0 0,0-1 1 0 0,-1 0 0 0 0,1 0-1 0 0,0 0 1 0 0,0 1 0 0 0,-1-1-1 0 0,1 0 1 0 0,0 0 0 0 0,0 1 0 0 0,1-1-28 0 0,-7 17 285 0 0,-113 310 1760 0 0,97-278-3586 0 0,26-80-2316 0 0,46-136-4719 0 0,-39 137 7246 0 0</inkml:trace>
  <inkml:trace contextRef="#ctx0" brushRef="#br0" timeOffset="405.816">130 95 1700 0 0,'2'-3'59'0'0,"-2"2"54"0"0,0 0 0 0 0,0 0 0 0 0,0 1 0 0 0,0-1 0 0 0,0 0 0 0 0,0 0 1 0 0,1 0-1 0 0,-1 0 0 0 0,0 0 0 0 0,1 0 0 0 0,-1 1 0 0 0,0-1 0 0 0,1 0 0 0 0,-1 0 0 0 0,1 1 0 0 0,-1-1 0 0 0,1 0 0 0 0,0 1 0 0 0,-1-1 1 0 0,1 0-1 0 0,0 1 0 0 0,-1-1 0 0 0,1 1 0 0 0,0-1 0 0 0,0 1 0 0 0,0-1 0 0 0,-1 1 0 0 0,1 0 0 0 0,0-1 0 0 0,0 1 0 0 0,0 0 1 0 0,0 0-1 0 0,0 0 0 0 0,0 0 0 0 0,-1-1 0 0 0,1 1 0 0 0,0 0 0 0 0,0 0 0 0 0,0 1 0 0 0,0-1 0 0 0,0 0 0 0 0,0 0 0 0 0,0 0 1 0 0,0 1-1 0 0,-1-1 0 0 0,1 0 0 0 0,0 1 0 0 0,0-1 0 0 0,0 1 0 0 0,-1-1 0 0 0,1 1 0 0 0,0-1 0 0 0,-1 1 0 0 0,1-1 0 0 0,0 1 1 0 0,-1 0-1 0 0,1 0 0 0 0,-1-1 0 0 0,1 1 0 0 0,-1 0 0 0 0,1 0 0 0 0,-1-1 0 0 0,1 1 0 0 0,-1 1-113 0 0,54 135 3559 0 0,-21-51-1993 0 0,-1 12-116 0 0,-11-120 148 0 0,1-33-1476 0 0,-21 51-42 0 0,89-235-113 0 0,-89 238 45 0 0,-1 0 1 0 0,0 1 0 0 0,0-1 0 0 0,1 1 0 0 0,-1-1 0 0 0,1 1 0 0 0,-1-1 0 0 0,0 1 0 0 0,1-1 0 0 0,-1 1-1 0 0,1-1 1 0 0,-1 1 0 0 0,1 0 0 0 0,-1-1 0 0 0,1 1 0 0 0,-1 0 0 0 0,1-1 0 0 0,0 1 0 0 0,-1 0-1 0 0,1 0 1 0 0,-1-1 0 0 0,1 1 0 0 0,0 0 0 0 0,-1 0 0 0 0,1 0 0 0 0,0 0 0 0 0,-1 0 0 0 0,1 0-1 0 0,0 0 1 0 0,-1 0 0 0 0,1 0 0 0 0,0 0 0 0 0,-1 0 0 0 0,1 1 0 0 0,-1-1 0 0 0,1 0 0 0 0,0 0-1 0 0,-1 1 1 0 0,1-1 0 0 0,-1 0 0 0 0,1 1 0 0 0,-1-1 0 0 0,1 0 0 0 0,-1 1 0 0 0,1-1 0 0 0,-1 1 0 0 0,1-1-1 0 0,-1 1 1 0 0,0-1 0 0 0,1 1 0 0 0,-1-1 0 0 0,0 1 0 0 0,1-1 0 0 0,-1 1 0 0 0,0 0 0 0 0,0-1-1 0 0,1 1 1 0 0,-1-1 0 0 0,0 1 0 0 0,0 0 0 0 0,0-1 0 0 0,0 1 0 0 0,0 0 0 0 0,0-1 0 0 0,0 1-1 0 0,0 0 1 0 0,0-1 0 0 0,0 1-13 0 0,14 52 483 0 0,-14-51-425 0 0,18 186 1677 0 0,-18-108-3605 0 0,0-39-971 0 0,17-37-4120 0 0,-3-39 1294 0 0,-11 25 5256 0 0,4-8-825 0 0</inkml:trace>
  <inkml:trace contextRef="#ctx0" brushRef="#br0" timeOffset="785.036">800 119 1768 0 0,'-3'-36'10270'0'0,"-27"97"-5394"0"0,-9 15-3038 0 0,-4-2 1 0 0,-44 59-1839 0 0,35-81-1679 0 0,51-83-1460 0 0,19-28 892 0 0,50-117-7259 0 0,-53 149 8017 0 0,-1 3-14 0 0</inkml:trace>
  <inkml:trace contextRef="#ctx0" brushRef="#br0" timeOffset="1035.262">703 102 1440 0 0,'2'-2'187'0'0,"0"1"0"0"0,1 0 0 0 0,-1 0 0 0 0,0 0 0 0 0,1 0 0 0 0,-1 0 0 0 0,0 0 0 0 0,1 1 0 0 0,-1-1 0 0 0,1 1 0 0 0,-1 0 0 0 0,1 0 0 0 0,-1 0 0 0 0,1 0 0 0 0,0 0 0 0 0,-1 0 0 0 0,1 1 0 0 0,-1-1-1 0 0,0 1 1 0 0,1 0 0 0 0,-1-1 0 0 0,1 1 0 0 0,-1 0 0 0 0,0 0 0 0 0,0 1 0 0 0,1-1 0 0 0,-1 1 0 0 0,0-1 0 0 0,0 1 0 0 0,0-1 0 0 0,-1 1 0 0 0,1 0 0 0 0,0 0 0 0 0,-1 0 0 0 0,1 0 0 0 0,-1 0 0 0 0,1 2-187 0 0,55 86 2890 0 0,-41-55-2171 0 0,-2 0-1 0 0,-1 0 0 0 0,-2 2 1 0 0,-2-1-1 0 0,-1 1 0 0 0,2 25-718 0 0,-10-15-1003 0 0,0-45 473 0 0,0-2-21 0 0,0 1 440 0 0,0 0 0 0 0,0-1 0 0 0,0 1 0 0 0,-1 0 0 0 0,1 0 0 0 0,0-1-1 0 0,0 1 1 0 0,-1 0 0 0 0,1-1 0 0 0,-1 1 0 0 0,1 0 0 0 0,0-1 0 0 0,-1 1 0 0 0,1-1 0 0 0,-1 1 0 0 0,0-1 0 0 0,1 1 0 0 0,-1-1 0 0 0,1 1 0 0 0,-1-1 0 0 0,0 1 0 0 0,1-1 0 0 0,-1 0-1 0 0,0 0 1 0 0,1 1 0 0 0,-1-1 0 0 0,0 0 0 0 0,0 0 0 0 0,1 0 0 0 0,-1 1 0 0 0,0-1 0 0 0,0 0 0 0 0,1 0 0 0 0,-1 0 0 0 0,0 0 0 0 0,0-1 0 0 0,1 1 0 0 0,-1 0 0 0 0,0 0-1 0 0,0 0 1 0 0,1-1 0 0 0,-1 1 0 0 0,0 0 0 0 0,1 0 0 0 0,-1-1 0 0 0,0 1 0 0 0,1-1 111 0 0,-46-46-5048 0 0,25 31 4770 0 0</inkml:trace>
  <inkml:trace contextRef="#ctx0" brushRef="#br0" timeOffset="1206.379">799 438 4436 0 0,'-36'-35'4666'0'0,"36"35"-4560"0"0,-1 0-1 0 0,0 0 1 0 0,1-1-1 0 0,-1 1 1 0 0,0 0-1 0 0,0 0 1 0 0,1-1-1 0 0,-1 1 1 0 0,1 0-1 0 0,-1-1 1 0 0,0 1-1 0 0,1-1 1 0 0,-1 1-1 0 0,1-1 1 0 0,-1 1-1 0 0,1-1 1 0 0,-1 1-1 0 0,1-1 0 0 0,-1 0 1 0 0,1 1-1 0 0,0-1 1 0 0,-1 0-1 0 0,1 1 1 0 0,0-1-1 0 0,0 0 1 0 0,-1 1-1 0 0,1-1 1 0 0,0 0-1 0 0,0 1 1 0 0,0-1-1 0 0,0 0 1 0 0,0 0-1 0 0,0 1 1 0 0,0-1-1 0 0,0 0 1 0 0,0 0-1 0 0,0 1 1 0 0,0-1-1 0 0,1 0 1 0 0,-1 1-1 0 0,0-1 1 0 0,0 0-1 0 0,1 1 1 0 0,-1-1-1 0 0,0 0 1 0 0,1 1-1 0 0,-1-1 1 0 0,1 0-1 0 0,-1 1 1 0 0,1-1-1 0 0,-1 1 1 0 0,1-1-1 0 0,-1 1 1 0 0,1-1-106 0 0,74-20 1306 0 0,-47 11-2838 0 0,14-14-8399 0 0,-37 20 8154 0 0,1 1 328 0 0</inkml:trace>
  <inkml:trace contextRef="#ctx0" brushRef="#br0" timeOffset="1528.93">1042 156 1036 0 0,'-1'28'6104'0'0,"-2"0"-3829"0"0,-1 31 419 0 0,-30 147 275 0 0,19-160-6511 0 0,17-70-2685 0 0,4 1 4655 0 0,-5 20 1942 0 0,1-1 1 0 0,-1 1 0 0 0,1-1 0 0 0,0 1 0 0 0,0-1 0 0 0,0 1-1 0 0,1 0 1 0 0,-1 0 0 0 0,1 0 0 0 0,0 0 0 0 0,-1 1 0 0 0,1-1 0 0 0,1 1-1 0 0,-1-1 1 0 0,0 1 0 0 0,1 0 0 0 0,0 0-371 0 0,117-64 4535 0 0,-52 10-8034 0 0,-43 46-4062 0 0,-20 8 6217 0 0</inkml:trace>
  <inkml:trace contextRef="#ctx0" brushRef="#br0" timeOffset="1775.649">1331 160 2000 0 0,'1'-4'6969'0'0,"-1"23"-4207"0"0,-3 100 476 0 0,-28 125-3198 0 0,31-236 466 0 0,0-8-871 0 0,0 0-1 0 0,0 0 1 0 0,1 0 0 0 0,-1 0 0 0 0,0 0 0 0 0,1 0 0 0 0,-1 0 0 0 0,0 0-1 0 0,0 0 1 0 0,1 0 0 0 0,-1 0 0 0 0,0 0 0 0 0,0 0 0 0 0,1 1-1 0 0,-1-1 1 0 0,0 0 0 0 0,0 0 0 0 0,1 0 0 0 0,-1 0 0 0 0,0 1 0 0 0,0-1-1 0 0,0 0 1 0 0,1 0 0 0 0,-1 0 0 0 0,0 1 0 0 0,0-1 0 0 0,0 0 0 0 0,0 0-1 0 0,1 1 1 0 0,-1-1 0 0 0,0 0 0 0 0,0 0 0 0 0,0 1 0 0 0,0-1 365 0 0,3-5-1500 0 0</inkml:trace>
  <inkml:trace contextRef="#ctx0" brushRef="#br0" timeOffset="2038.889">1588 0 1712 0 0,'5'21'7074'0'0,"-13"19"-3563"0"0,5-30-2823 0 0,-40 161 3824 0 0,-42 65-2600 0 0,70-201-3736 0 0,14-35 1201 0 0,1 0-60 0 0,0-4-20 0 0,3-28-1095 0 0,1 1-1 0 0,2-1 0 0 0,1 1 1 0 0,1 0-1 0 0,1 0 1 0 0,2 1-1 0 0,5-8 1799 0 0,-6 13-1298 0 0</inkml:trace>
  <inkml:trace contextRef="#ctx0" brushRef="#br0" timeOffset="2288.945">1543 166 1268 0 0,'8'-12'1024'0'0,"-8"11"-814"0"0,1-1 0 0 0,-1 0 0 0 0,1 0 1 0 0,0 1-1 0 0,-1-1 0 0 0,1 1 0 0 0,0-1 0 0 0,0 1 1 0 0,0-1-1 0 0,0 1 0 0 0,0-1 0 0 0,0 1 0 0 0,0 0 1 0 0,1 0-1 0 0,-1 0 0 0 0,0-1 0 0 0,1 1 0 0 0,-1 0 1 0 0,1 1-1 0 0,-1-1 0 0 0,1 0 0 0 0,0 0 0 0 0,-1 1 1 0 0,1-1-1 0 0,0 1 0 0 0,-1-1 0 0 0,1 1 0 0 0,0 0 0 0 0,0 0 1 0 0,-1-1-1 0 0,1 1 0 0 0,0 1 0 0 0,0-1 0 0 0,-1 0 1 0 0,1 0-1 0 0,0 1 0 0 0,0-1 0 0 0,-1 1 0 0 0,1-1 1 0 0,0 1-211 0 0,9 12 352 0 0,-2 1 0 0 0,1 0 0 0 0,-2 0 0 0 0,0 1 0 0 0,0 0 0 0 0,-1 0 0 0 0,-1 1 0 0 0,-1-1 0 0 0,0 1 0 0 0,-1 1 0 0 0,-1-1 0 0 0,-1 1 0 0 0,0-1 0 0 0,-1 1 0 0 0,0 0 0 0 0,-2 0 0 0 0,-1 8-352 0 0,2-15 100 0 0,1 130-3279 0 0,-28-95-3229 0 0,14-45 2112 0 0,8-3 3371 0 0</inkml:trace>
  <inkml:trace contextRef="#ctx0" brushRef="#br0" timeOffset="2529.389">1640 599 1984 0 0,'-34'-32'2348'0'0,"-29"-32"5071"0"0,62 64-7282 0 0,1-1-1 0 0,-1 1 1 0 0,1 0-1 0 0,0-1 1 0 0,-1 1-1 0 0,1-1 1 0 0,-1 0-1 0 0,1 1 1 0 0,0-1-1 0 0,0 1 1 0 0,-1-1 0 0 0,1 1-1 0 0,0-1 1 0 0,0 0-1 0 0,0 1 1 0 0,0-1-1 0 0,0 1 1 0 0,0-1-1 0 0,0 0 1 0 0,0 1-1 0 0,0-1 1 0 0,0 0-1 0 0,0 1 1 0 0,0-1 0 0 0,0 1-1 0 0,0-1 1 0 0,0 0-1 0 0,1 1 1 0 0,-1-1-1 0 0,0 1 1 0 0,0-1-1 0 0,1 1 1 0 0,-1-1-1 0 0,0 1 1 0 0,1-1-1 0 0,-1 1 1 0 0,1-1 0 0 0,-1 1-1 0 0,1-1 1 0 0,-1 1-1 0 0,1 0 1 0 0,-1-1-1 0 0,1 1 1 0 0,-1 0-1 0 0,1-1 1 0 0,-1 1-1 0 0,1 0 1 0 0,-1 0-1 0 0,1-1 1 0 0,0 1 0 0 0,-1 0-1 0 0,1 0 1 0 0,0 0-1 0 0,-1 0 1 0 0,1 0-1 0 0,-1 0 1 0 0,1 0-1 0 0,0 0 1 0 0,-1 0-1 0 0,1 0 1 0 0,-1 0-1 0 0,1 1 1 0 0,0-1 0 0 0,-1 0-1 0 0,1 0 1 0 0,0 1-137 0 0,9-3-57 0 0,28-17-2935 0 0,-17 0 1333 0 0,-1-1-3436 0 0,3-12-3031 0 0,-18 27 6696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3:25.987"/>
    </inkml:context>
    <inkml:brush xml:id="br0">
      <inkml:brushProperty name="width" value="0.05" units="cm"/>
      <inkml:brushProperty name="height" value="0.05" units="cm"/>
      <inkml:brushProperty name="color" value="#FFFFFF"/>
    </inkml:brush>
  </inkml:definitions>
  <inkml:trace contextRef="#ctx0" brushRef="#br0">4 169 2336 0 0,'0'34'8035'0'0,"-1"3"-5492"0"0,-1 48-1337 0 0,28 6-248 0 0,-25-87-917 0 0,0-1 0 0 0,0 0 0 0 0,0 0 1 0 0,0 0-1 0 0,1 0 0 0 0,-1 0 0 0 0,1 0 0 0 0,0 0 0 0 0,0 0 0 0 0,0-1 1 0 0,0 1-1 0 0,0-1 0 0 0,0 0 0 0 0,1 1 0 0 0,-1-1 0 0 0,1 0 1 0 0,0 0-1 0 0,0-1 0 0 0,-1 1 0 0 0,1 0 0 0 0,0-1 0 0 0,1 0 0 0 0,-1 0 1 0 0,0 0-1 0 0,0 0 0 0 0,0 0 0 0 0,1-1 0 0 0,-1 1 0 0 0,0-1 0 0 0,0 0 1 0 0,1 0-1 0 0,-1 0 0 0 0,0 0 0 0 0,1-1 0 0 0,-1 1 0 0 0,0-1 0 0 0,0 0 1 0 0,1 0-1 0 0,-1 0 0 0 0,0 0 0 0 0,0-1 0 0 0,0 1 0 0 0,0-1 0 0 0,-1 0 1 0 0,2 0-42 0 0,6-10 66 0 0,0 1 1 0 0,0-2 0 0 0,-1 1-1 0 0,-1-1 1 0 0,0 0 0 0 0,-1-1 0 0 0,0 0-1 0 0,-1 0 1 0 0,-1-1 0 0 0,0 0 0 0 0,-1 1-1 0 0,-1-2 1 0 0,2-12-67 0 0,-5 21 78 0 0,0-1 1 0 0,0 1-1 0 0,0 0 0 0 0,-1 0 1 0 0,0 0-1 0 0,-1 0 1 0 0,0 0-1 0 0,0 0 0 0 0,0 0 1 0 0,-1 1-1 0 0,0-1 0 0 0,0 1 1 0 0,0 0-1 0 0,-1 0 0 0 0,-4-6-78 0 0,5 10-1 0 0,1-1-1 0 0,0 0 0 0 0,-1 1 0 0 0,0 0 1 0 0,0 0-1 0 0,1 0 0 0 0,-1 0 0 0 0,-1 0 1 0 0,1 0-1 0 0,0 1 0 0 0,0-1 0 0 0,-1 1 1 0 0,1 0-1 0 0,0 0 0 0 0,-1 0 0 0 0,1 1 1 0 0,-1-1-1 0 0,1 1 0 0 0,-1 0 0 0 0,1 0 1 0 0,-1 0-1 0 0,0 0 0 0 0,1 1 0 0 0,-1-1 1 0 0,1 1-1 0 0,0 0 0 0 0,-1 0 2 0 0,-77 31-3314 0 0,79-31 3447 0 0,-7 6-12402 0 0,12-4 10726 0 0</inkml:trace>
  <inkml:trace contextRef="#ctx0" brushRef="#br0" timeOffset="669.048">394 7 1192 0 0,'0'0'172'0'0,"0"0"0"0"0,1-1 0 0 0,-1 1 0 0 0,0-1 0 0 0,1 1 0 0 0,-1-1 1 0 0,0 1-1 0 0,1 0 0 0 0,-1-1 0 0 0,0 1 0 0 0,1 0 0 0 0,-1 0 0 0 0,1-1 0 0 0,-1 1 0 0 0,1 0 0 0 0,-1 0 0 0 0,0-1 0 0 0,1 1 0 0 0,-1 0 0 0 0,1 0 0 0 0,-1 0 1 0 0,1 0-1 0 0,-1 0 0 0 0,1 0 0 0 0,-1 0 0 0 0,1 0 0 0 0,-1 0 0 0 0,1 0 0 0 0,-1 0 0 0 0,1 0 0 0 0,-1 0 0 0 0,1 0 0 0 0,-1 0 0 0 0,1 0 0 0 0,-1 1 0 0 0,1-1 1 0 0,-1 0-1 0 0,1 0 0 0 0,-1 1 0 0 0,1-1 0 0 0,-1 0 0 0 0,0 1 0 0 0,1-1 0 0 0,-1 0 0 0 0,0 1 0 0 0,1-1 0 0 0,-1 0 0 0 0,0 1 0 0 0,1-1 0 0 0,-1 1 0 0 0,0-1 0 0 0,0 1 1 0 0,1-1-1 0 0,-1 1 0 0 0,0-1 0 0 0,0 1 0 0 0,0-1 0 0 0,0 1 0 0 0,0-1 0 0 0,0 1 0 0 0,0-1 0 0 0,0 1 0 0 0,0-1 0 0 0,0 1 0 0 0,0-1 0 0 0,0 1 0 0 0,0-1 1 0 0,0 1-173 0 0,-2 41 3106 0 0,1-37-3090 0 0,-13 129 2441 0 0,-28 64-652 0 0,16-92-3099 0 0,26-105 750 0 0,0-1 27 0 0,2-23-1513 0 0,58-221-2469 0 0,-27 155 6807 0 0,-33 89-2251 0 0,0 0-1 0 0,0-1 1 0 0,1 1-1 0 0,-1-1 1 0 0,0 1-1 0 0,0 0 0 0 0,1-1 1 0 0,-1 1-1 0 0,0 0 1 0 0,1-1-1 0 0,-1 1 1 0 0,0 0-1 0 0,1 0 1 0 0,-1-1-1 0 0,1 1 0 0 0,-1 0 1 0 0,1 0-1 0 0,-1 0 1 0 0,0 0-1 0 0,1-1 1 0 0,-1 1-1 0 0,1 0 1 0 0,-1 0-1 0 0,1 0 1 0 0,-1 0-1 0 0,1 0 0 0 0,-1 0 1 0 0,0 0-1 0 0,1 0 1 0 0,-1 0-1 0 0,1 0 1 0 0,-1 1-1 0 0,1-1 1 0 0,-1 0-1 0 0,1 0 1 0 0,-1 0-1 0 0,0 0 0 0 0,1 1 1 0 0,-1-1-1 0 0,1 0 1 0 0,-1 0-1 0 0,0 1 1 0 0,1-1-1 0 0,-1 0 1 0 0,0 1-1 0 0,1-1 1 0 0,-1 0-1 0 0,0 1 0 0 0,0-1 1 0 0,1 1-1 0 0,-1-1 1 0 0,0 0-1 0 0,0 1 1 0 0,0-1-1 0 0,0 1 1 0 0,1-1-1 0 0,-1 1 1 0 0,0-1-1 0 0,0 0 0 0 0,0 1 1 0 0,0-1-1 0 0,0 1-56 0 0,14 28 622 0 0,-14-28-605 0 0,69 195 1946 0 0,-56-167-1687 0 0,54 82 741 0 0,-66-110-995 0 0,0-1 0 0 0,0 1 1 0 0,0-1-1 0 0,-1 0 0 0 0,1 0 0 0 0,0 0 0 0 0,0 0 0 0 0,0 1 1 0 0,0-1-1 0 0,0 0 0 0 0,0-1 0 0 0,0 1 0 0 0,0 0 1 0 0,-1 0-1 0 0,1 0 0 0 0,0 0 0 0 0,0-1 0 0 0,0 1 1 0 0,0 0-1 0 0,0-1 0 0 0,-1 1 0 0 0,1-1 0 0 0,0 1 1 0 0,0-1-1 0 0,-1 1 0 0 0,1-1 0 0 0,0 1 0 0 0,-1-1 1 0 0,1 0-1 0 0,-1 1 0 0 0,1-1 0 0 0,-1 0 0 0 0,1 0 0 0 0,-1 1 1 0 0,1-1-1 0 0,-1 0 0 0 0,1 0 0 0 0,-1 0 0 0 0,0 0 1 0 0,0 1-1 0 0,1-1 0 0 0,-1-1-22 0 0,6-15-254 0 0,0 0 0 0 0,-1-1 0 0 0,0 0-1 0 0,-2 0 1 0 0,0-1 0 0 0,-1 1 0 0 0,-1 0 0 0 0,-1-18 254 0 0,1 11-973 0 0,-1-40-9343 0 0,-25 34 4770 0 0,19 31 4166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3:24.508"/>
    </inkml:context>
    <inkml:brush xml:id="br0">
      <inkml:brushProperty name="width" value="0.05" units="cm"/>
      <inkml:brushProperty name="height" value="0.05" units="cm"/>
      <inkml:brushProperty name="color" value="#FFFFFF"/>
    </inkml:brush>
  </inkml:definitions>
  <inkml:trace contextRef="#ctx0" brushRef="#br0">9 1 1576 0 0,'-6'2'6590'0'0,"4"23"-4505"0"0,4 346 4307 0 0,-3-206-9860 0 0,1-165 3385 0 0,0 0 0 0 0,0-1 0 0 0,1 1 0 0 0,-1 0 0 0 0,0 0 0 0 0,0-1 0 0 0,0 1 0 0 0,1 0 0 0 0,-1 0 0 0 0,0 0-1 0 0,0 0 1 0 0,1-1 0 0 0,-1 1 0 0 0,0 0 0 0 0,1 0 0 0 0,-1 0 0 0 0,0 0 0 0 0,0 0 0 0 0,1 0 0 0 0,-1 0 0 0 0,0 0 0 0 0,1 0 0 0 0,-1 0 0 0 0,0 0-1 0 0,0 0 1 0 0,1 0 0 0 0,-1 0 0 0 0,0 0 0 0 0,1 0 0 0 0,-1 0 0 0 0,0 0 0 0 0,0 0 0 0 0,1 0 0 0 0,-1 1 0 0 0,0-1 0 0 0,0 0 0 0 0,1 0 0 0 0,-1 0-1 0 0,0 0 1 0 0,0 1 0 0 0,1-1 0 0 0,-1 0 0 0 0,0 0 0 0 0,0 0 0 0 0,0 1 0 0 0,1-1 0 0 0,-1 0 0 0 0,0 0 0 0 0,0 1 0 0 0,0-1 0 0 0,0 0 0 0 0,0 1 0 0 0,0-1-1 0 0,0 0 1 0 0,0 0 0 0 0,0 1 0 0 0,0-1 0 0 0,1 0 0 0 0,-1 1 0 0 0,-1-1 0 0 0,1 0 0 0 0,0 0 0 0 0,0 1 0 0 0,0-1 83 0 0,28-59-4609 0 0,-15 31 3095 0 0</inkml:trace>
  <inkml:trace contextRef="#ctx0" brushRef="#br0" timeOffset="311.474">267 115 908 0 0,'8'-13'7426'0'0,"-20"29"-3009"0"0,-168 225 922 0 0,162-190-4497 0 0,18-49-726 0 0,3 12 84 0 0,4-5-229 0 0,0-1 1 0 0,1 1-1 0 0,0-2 0 0 0,0 1 1 0 0,0-1-1 0 0,1 0 1 0 0,0 0-1 0 0,1-1 0 0 0,-1-1 1 0 0,1 1-1 0 0,0-2 1 0 0,1 1-1 0 0,-1-1 0 0 0,1-1 1 0 0,-1 0-1 0 0,1-1 1 0 0,0 0-1 0 0,3 0 29 0 0,35 12-3451 0 0,73 2-8451 0 0,-100-16 10550 0 0</inkml:trace>
  <inkml:trace contextRef="#ctx0" brushRef="#br0" timeOffset="854.388">590 23 1428 0 0,'-6'10'4534'0'0,"1"12"-3368"0"0,4-14-558 0 0,-38 279 5903 0 0,21-105-5843 0 0,11-101-2081 0 0,7-93-2347 0 0,38-144 2935 0 0,-35 148 1082 0 0,0-1 1 0 0,1 1-1 0 0,0 0 0 0 0,0 0 1 0 0,1 1-1 0 0,0-1 1 0 0,0 1-1 0 0,1 0 0 0 0,0 0 1 0 0,0 1-1 0 0,0 0 1 0 0,1 0-1 0 0,0 0 0 0 0,1 1 1 0 0,-1 0-1 0 0,1 0 1 0 0,0 1-1 0 0,1-1-257 0 0,147-51 2609 0 0,-122 8-15323 0 0,-31 41 11373 0 0</inkml:trace>
  <inkml:trace contextRef="#ctx0" brushRef="#br0" timeOffset="1118.729">881 47 1960 0 0,'4'-15'6752'0'0,"-7"44"-2878"0"0,0-5-3263 0 0,-5 179 2609 0 0,-3 7-2865 0 0,10-166-3971 0 0,1-27-4207 0 0,9-8 5148 0 0,-4-9 1385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3:23.161"/>
    </inkml:context>
    <inkml:brush xml:id="br0">
      <inkml:brushProperty name="width" value="0.05" units="cm"/>
      <inkml:brushProperty name="height" value="0.05" units="cm"/>
      <inkml:brushProperty name="color" value="#FFFFFF"/>
    </inkml:brush>
  </inkml:definitions>
  <inkml:trace contextRef="#ctx0" brushRef="#br0">121 26 1392 0 0,'0'-4'1534'0'0,"0"-10"-62"0"0,0 11-122 0 0,0 3-189 0 0,0 0-97 0 0,0 0 81 0 0,0 0-107 0 0,0 0-5 0 0,0 0-47 0 0,0 0-122 0 0,0 0-78 0 0,3 0-61 0 0,-1 3-635 0 0,-1 0 0 0 0,0 0 0 0 0,0 0-1 0 0,0 1 1 0 0,0-1 0 0 0,0 1 0 0 0,-1-1 0 0 0,0 0 0 0 0,0 1-1 0 0,1-1 1 0 0,-2 1 0 0 0,1-1 0 0 0,0 1 0 0 0,-1-1 0 0 0,0 1 0 0 0,0-1-1 0 0,0 0 1 0 0,0 0 0 0 0,0 1 0 0 0,0-1 0 0 0,-1 0 0 0 0,0 0-1 0 0,0 0 1 0 0,0 0 0 0 0,0-1 0 0 0,-1 2-90 0 0,-5 19 360 0 0,-75 234 760 0 0,63-203-3631 0 0,20-53 1812 0 0,0-1-346 0 0,-1-4-381 0 0,15-106-7260 0 0,-6 82 7443 0 0,-1-1-169 0 0</inkml:trace>
  <inkml:trace contextRef="#ctx0" brushRef="#br0" timeOffset="281.452">109 34 1832 0 0,'0'-1'134'0'0,"-1"1"-1"0"0,1-1 0 0 0,0 0 1 0 0,0 0-1 0 0,0 1 1 0 0,1-1-1 0 0,-1 0 1 0 0,0 1-1 0 0,0-1 0 0 0,0 0 1 0 0,0 1-1 0 0,1-1 1 0 0,-1 0-1 0 0,0 1 1 0 0,1-1-1 0 0,-1 1 0 0 0,0-1 1 0 0,1 0-1 0 0,-1 1 1 0 0,1-1-1 0 0,-1 1 1 0 0,1-1-1 0 0,-1 1 0 0 0,1-1 1 0 0,-1 1-1 0 0,1 0 1 0 0,0-1-1 0 0,-1 1 1 0 0,1 0-1 0 0,0-1 0 0 0,-1 1 1 0 0,1 0-1 0 0,0 0 1 0 0,-1 0-1 0 0,1-1 1 0 0,0 1-1 0 0,-1 0 0 0 0,1 0 1 0 0,0 0-1 0 0,-1 0 1 0 0,1 0-1 0 0,0 0 1 0 0,-1 1-1 0 0,1-1 0 0 0,0 0 1 0 0,-1 0-1 0 0,1 0 1 0 0,0 1-1 0 0,-1-1 1 0 0,1 0-1 0 0,0 0 0 0 0,-1 1 1 0 0,1-1-1 0 0,-1 1 1 0 0,1-1-1 0 0,-1 1 1 0 0,1-1-1 0 0,-1 1 0 0 0,1-1 1 0 0,-1 1-1 0 0,1-1 1 0 0,-1 1-1 0 0,0-1 1 0 0,1 1-1 0 0,-1 0-133 0 0,11 21 963 0 0,110 392 6220 0 0,-67-318-5809 0 0,-52-96-1337 0 0,-1 1 0 0 0,1-1 0 0 0,-1 1 0 0 0,0-1 0 0 0,1 0 0 0 0,-1 0 0 0 0,1 1 0 0 0,-1-1 0 0 0,1 0-1 0 0,-1 0 1 0 0,1-1 0 0 0,-1 1 0 0 0,0 0 0 0 0,1 0 0 0 0,-1-1 0 0 0,1 1 0 0 0,-1-1 0 0 0,0 1 0 0 0,1-1 0 0 0,-1 0 0 0 0,0 1 0 0 0,0-1 0 0 0,1 0 0 0 0,-1 0-1 0 0,0 0 1 0 0,0 0 0 0 0,0 0 0 0 0,0 0-37 0 0,2-1-36 0 0,1-2 63 0 0,0 0 0 0 0,0-1-1 0 0,-1 1 1 0 0,1-1 0 0 0,-1 1 0 0 0,0-1-1 0 0,0 0 1 0 0,-1 0 0 0 0,0-1 0 0 0,0 1-1 0 0,0 0 1 0 0,0-1 0 0 0,-1 0-1 0 0,1 0-26 0 0,3-11 52 0 0,94-334-903 0 0,-90 310-363 0 0,-2 8-2456 0 0,1 11-4395 0 0,-2 16 3933 0 0,-2 6 2663 0 0</inkml:trace>
  <inkml:trace contextRef="#ctx0" brushRef="#br0" timeOffset="598.132">716 87 2468 0 0,'4'-2'8824'0'0,"-7"24"-6142"0"0,-43 140 508 0 0,-54 40-3166 0 0,78-181-2226 0 0,10-39-3851 0 0,26-73-180 0 0,-8 60 4857 0 0</inkml:trace>
  <inkml:trace contextRef="#ctx0" brushRef="#br0" timeOffset="849.92">694 99 2164 0 0,'4'1'347'0'0,"-1"0"0"0"0,1 0-1 0 0,0 0 1 0 0,0 0 0 0 0,-1 1-1 0 0,1 0 1 0 0,-1-1 0 0 0,0 1-1 0 0,1 1 1 0 0,-1-1 0 0 0,0 0-1 0 0,0 1 1 0 0,0-1 0 0 0,0 1-1 0 0,-1 0 1 0 0,1 0 0 0 0,1 2-347 0 0,46 103 3521 0 0,-43-88-2867 0 0,59 205 3170 0 0,-60-187-4579 0 0,-5-36 204 0 0,-2 0-382 0 0,2 5 635 0 0,-5-2-3992 0 0,3-3 4244 0 0,0-1-97 0 0,1-1 0 0 0,-1 1-1 0 0,1 0 1 0 0,-1-1 0 0 0,1 1 0 0 0,-1-1 0 0 0,0 1 0 0 0,1-1 0 0 0,-1 1-1 0 0,0-1 1 0 0,1 1 0 0 0,-1-1 0 0 0,0 0 0 0 0,0 1 0 0 0,1-1 0 0 0,-1 0-1 0 0,0 0 1 0 0,0 1 0 0 0,0-1 0 0 0,1 0 0 0 0,-1 0 0 0 0,0 0 0 0 0,0 0-1 0 0,0 0 1 0 0,1 0 0 0 0,-1 0 0 0 0,0 0 0 0 0,0-1 0 0 0,0 1 0 0 0,1 0-1 0 0,-1 0 1 0 0,0-1 0 0 0,0 1 0 0 0,1 0 0 0 0,-1-1 0 0 0,0 1 0 0 0,1-1-1 0 0,-1 1 1 0 0,0-1 0 0 0,1 1 0 0 0,-1-1 143 0 0,-5-4-1319 0 0</inkml:trace>
  <inkml:trace contextRef="#ctx0" brushRef="#br0" timeOffset="1096.677">716 400 1804 0 0,'-12'-13'1568'0'0,"11"13"-1343"0"0,0 0 1 0 0,-1-1-1 0 0,1 1 0 0 0,0-1 1 0 0,0 1-1 0 0,0-1 1 0 0,-1 0-1 0 0,1 1 0 0 0,0-1 1 0 0,0 0-1 0 0,0 0 1 0 0,0 0-1 0 0,1 0 1 0 0,-1 0-1 0 0,0 0 0 0 0,0 0 1 0 0,0 0-1 0 0,1 0 1 0 0,-1 0-1 0 0,0 0 0 0 0,1 0 1 0 0,-1-1-1 0 0,1 1 1 0 0,0 0-1 0 0,-1 0 0 0 0,1-1 1 0 0,0 1-1 0 0,0 0 1 0 0,0-1-1 0 0,0 1 1 0 0,0 0-1 0 0,0-1 0 0 0,0 1 1 0 0,0 0-1 0 0,0 0 1 0 0,1-1-1 0 0,-1 1 0 0 0,0 0 1 0 0,1 0-1 0 0,-1-1 1 0 0,1 1-1 0 0,0 0 0 0 0,-1 0 1 0 0,1 0-1 0 0,0 0 1 0 0,0 0-1 0 0,-1 0 1 0 0,1 0-1 0 0,0 0 0 0 0,0 0 1 0 0,0 0-1 0 0,0 1 1 0 0,0-1-1 0 0,1 0 0 0 0,0 0-225 0 0,105-25 3452 0 0,-45 14-8535 0 0,-58 11 3571 0 0,5-2-608 0 0,-3 2-4720 0 0,2 1 5406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3:32.221"/>
    </inkml:context>
    <inkml:brush xml:id="br0">
      <inkml:brushProperty name="width" value="0.05" units="cm"/>
      <inkml:brushProperty name="height" value="0.05" units="cm"/>
      <inkml:brushProperty name="color" value="#FFFFFF"/>
    </inkml:brush>
  </inkml:definitions>
  <inkml:trace contextRef="#ctx0" brushRef="#br0">424 1 1036 0 0,'0'0'2477'0'0,"0"0"-346"0"0,0 3-288 0 0,-7 82 5605 0 0,29 28-5463 0 0,-22-111-2541 0 0,-4 41-7950 0 0,-7-20 6454 0 0,0-3-971 0 0,6 1 1532 0 0</inkml:trace>
  <inkml:trace contextRef="#ctx0" brushRef="#br0" timeOffset="523.659">79 285 2144 0 0,'-13'-6'8558'0'0,"24"4"-1832"0"0,147 8-1823 0 0,-21-26-3625 0 0,-91 16-1031 0 0,29-2 496 0 0,-25 5-4915 0 0,-50 1 4011 0 0,0 0 0 0 0,-1 0 0 0 0,1 0 0 0 0,0 0 0 0 0,-1 0 0 0 0,1 1 0 0 0,-1-1 0 0 0,1 0 0 0 0,0 0 0 0 0,0 0 0 0 0,-1 1 0 0 0,1-1 0 0 0,0 0 0 0 0,-1 1 0 0 0,1-1 0 0 0,0 0 0 0 0,0 0 0 0 0,0 1 0 0 0,-1-1 0 0 0,1 1 0 0 0,0-1 0 0 0,0 0 0 0 0,0 1 0 0 0,0-1 0 0 0,0 0 0 0 0,-1 1 0 0 0,1-1 0 0 0,0 1 0 0 0,0-1 0 0 0,0 0 0 0 0,0 1 0 0 0,0-1 0 0 0,0 1 0 0 0,0-1 0 0 0,0 0 0 0 0,1 1 0 0 0,-1-1 0 0 0,0 0 0 0 0,0 1 0 0 0,0-1 0 0 0,0 0 0 0 0,0 1 0 0 0,1-1 0 0 0,-1 1 0 0 0,0-1 0 0 0,0 0 0 0 0,1 0 0 0 0,-1 1 0 0 0,0-1 0 0 0,0 0 0 0 0,1 0 0 0 0,-1 1 0 0 0,0-1 0 0 0,1 0 0 0 0,-1 0 0 0 0,0 1 0 0 0,1-1 161 0 0,-37 21-5076 0 0,15-11 2182 0 0,9-6 1418 0 0</inkml:trace>
  <inkml:trace contextRef="#ctx0" brushRef="#br0" timeOffset="787.858">370 310 1036 0 0,'-16'15'6402'0'0,"-4"18"-3111"0"0,14-22-2792 0 0,2-6-332 0 0,-113 178 3152 0 0,-26-21-3868 0 0,83-122-1699 0 0,59-40 1057 0 0,1 0-142 0 0,-2-4-315 0 0,6-50-2898 0 0,6 28 3203 0 0</inkml:trace>
  <inkml:trace contextRef="#ctx0" brushRef="#br0" timeOffset="1031.168">295 457 1204 0 0,'11'5'1052'0'0,"0"1"-1"0"0,0 1 1 0 0,0-1-1 0 0,-1 2 1 0 0,0-1-1 0 0,-1 2 1 0 0,1-1-1 0 0,-2 1 1 0 0,1 1-1 0 0,4 6-1051 0 0,54 115 5379 0 0,-50-91-4660 0 0,-4-9-1804 0 0,-6-10-2813 0 0,-2-17-88 0 0,-1-5-2160 0 0,-4 1 4640 0 0</inkml:trace>
  <inkml:trace contextRef="#ctx0" brushRef="#br0" timeOffset="1264.041">572 431 1672 0 0,'1'0'454'0'0,"-1"0"0"0"0,0 0 0 0 0,0 0 0 0 0,1-1 0 0 0,-1 1 0 0 0,0 0 0 0 0,0 0 0 0 0,1 0-1 0 0,-1 0 1 0 0,0-1 0 0 0,0 1 0 0 0,0 0 0 0 0,0 0 0 0 0,1-1 0 0 0,-1 1 0 0 0,0 0 0 0 0,0 0 0 0 0,0-1 0 0 0,0 1 0 0 0,0 0 0 0 0,0 0-1 0 0,0-1 1 0 0,1 1 0 0 0,-1 0 0 0 0,0 0 0 0 0,0-1 0 0 0,0 1 0 0 0,0 0 0 0 0,0-1 0 0 0,0 1 0 0 0,0 0 0 0 0,-1 0 0 0 0,1-1 0 0 0,0 1-1 0 0,0 0 1 0 0,0 0 0 0 0,0-1-454 0 0,23 0 1044 0 0,190-49 866 0 0,-191 45-3271 0 0,-7 2-7085 0 0,-13 7 5380 0 0,3 1-2662 0 0,-5-6 4540 0 0</inkml:trace>
  <inkml:trace contextRef="#ctx0" brushRef="#br0" timeOffset="1613.524">899 145 1580 0 0,'-7'-11'3631'0'0,"-1"2"2355"0"0,8 27-3218 0 0,1 143 563 0 0,-23 1-2287 0 0,-15 99-2662 0 0,29-240-27 0 0,0 5-4741 0 0,8-26 4955 0 0,0 0 9 0 0,0 0-22 0 0,-1-1 8 0 0,-5-5-6 0 0</inkml:trace>
  <inkml:trace contextRef="#ctx0" brushRef="#br0" timeOffset="2281.678">351 754 1412 0 0,'2'-1'4932'0'0,"2"12"-2120"0"0,-7 88 2937 0 0,-37 77-2386 0 0,41-175-3307 0 0,0 1 1 0 0,-1 0-1 0 0,1-1 1 0 0,0 0-1 0 0,0 1 1 0 0,1-1 0 0 0,-1 1-1 0 0,0-1 1 0 0,0 0-1 0 0,1 0 1 0 0,-1 0-1 0 0,0 0 1 0 0,1 0-1 0 0,-1 0 1 0 0,1 0 0 0 0,-1 0-1 0 0,1-1 1 0 0,0 1-1 0 0,-1 0 1 0 0,1-1-1 0 0,0 0 1 0 0,-1 1-1 0 0,1-1 1 0 0,0 0-1 0 0,0 0 1 0 0,-1 0 0 0 0,1 0-1 0 0,0 0 1 0 0,0 0-1 0 0,-1 0 1 0 0,1-1-1 0 0,0 1 1 0 0,-1-1-1 0 0,1 1 1 0 0,0-1 0 0 0,-1 0-1 0 0,2 0-56 0 0,11 0 266 0 0,109-13 559 0 0,18-7-237 0 0,-97 12-871 0 0,12-3-4202 0 0,-19-4-6413 0 0,-20 7 7787 0 0,2-1 1773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3:38.130"/>
    </inkml:context>
    <inkml:brush xml:id="br0">
      <inkml:brushProperty name="width" value="0.05" units="cm"/>
      <inkml:brushProperty name="height" value="0.05" units="cm"/>
      <inkml:brushProperty name="color" value="#FFFFFF"/>
    </inkml:brush>
  </inkml:definitions>
  <inkml:trace contextRef="#ctx0" brushRef="#br0">40 136 2440 0 0,'4'-5'6850'0'0,"7"5"-3393"0"0,23 7-1702 0 0,-33-7-1374 0 0,78 2 3136 0 0,146 28-146 0 0,-224-30-3689 0 0,-1 0-77 0 0,6 0-1846 0 0,1 0-4100 0 0,-20 5 1814 0 0,-68 13-1223 0 0,67-16 4427 0 0</inkml:trace>
  <inkml:trace contextRef="#ctx0" brushRef="#br0" timeOffset="340.741">101 162 1588 0 0,'-9'21'5102'0'0,"2"18"-2768"0"0,3-14-1340 0 0,-54 231 4197 0 0,36-199-4635 0 0,21-55-384 0 0,1-2-50 0 0,0 0-5 0 0,0 0-6 0 0,0 0-10 0 0,2 13 1210 0 0,0-11-1247 0 0,-1 0 0 0 0,1 0 0 0 0,0 0 0 0 0,0-1 0 0 0,0 1 1 0 0,0-1-1 0 0,0 1 0 0 0,0-1 0 0 0,0 0 0 0 0,0 0 0 0 0,1 0 0 0 0,-1 0 0 0 0,0 0 0 0 0,1 0 0 0 0,-1-1 1 0 0,1 1-1 0 0,-1-1 0 0 0,1 0 0 0 0,-1 0 0 0 0,1 1 0 0 0,1-2-64 0 0,168 7 2935 0 0,-99-7-5174 0 0,-28 1-3642 0 0,2 0-4896 0 0,-38 0 9510 0 0</inkml:trace>
  <inkml:trace contextRef="#ctx0" brushRef="#br0" timeOffset="685.475">532 8 1644 0 0,'-1'-8'8968'0'0,"0"37"-5729"0"0,2 164 395 0 0,-20-14-2544 0 0,-15 81-1785 0 0,23-210-2016 0 0,8-63-6719 0 0,5-4 6373 0 0,0 6 1515 0 0</inkml:trace>
  <inkml:trace contextRef="#ctx0" brushRef="#br0" timeOffset="883.409">527 427 1360 0 0,'37'-34'8585'0'0,"41"9"-4429"0"0,31 19-188 0 0,-88 6-5633 0 0,-17-3 815 0 0,43-63-10661 0 0,-39 46 10913 0 0,-2-4-683 0 0</inkml:trace>
  <inkml:trace contextRef="#ctx0" brushRef="#br0" timeOffset="1146.635">873 31 1600 0 0,'4'-15'9262'0'0,"3"40"-5257"0"0,-19 256 958 0 0,-1 22-3216 0 0,9-175-2926 0 0,4-44-7536 0 0,0-53 1494 0 0,0-30 5895 0 0,0-1 22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3:35.860"/>
    </inkml:context>
    <inkml:brush xml:id="br0">
      <inkml:brushProperty name="width" value="0.05" units="cm"/>
      <inkml:brushProperty name="height" value="0.05" units="cm"/>
      <inkml:brushProperty name="color" value="#FFFFFF"/>
    </inkml:brush>
  </inkml:definitions>
  <inkml:trace contextRef="#ctx0" brushRef="#br0">174 20 1056 0 0,'-1'0'71'0'0,"1"0"1"0"0,-1 0-1 0 0,0 0 0 0 0,1 0 1 0 0,-1 1-1 0 0,1-1 0 0 0,-1 0 1 0 0,0 0-1 0 0,1-1 0 0 0,-1 1 1 0 0,0 0-1 0 0,1 0 0 0 0,-1 0 1 0 0,1 0-1 0 0,-1 0 0 0 0,0-1 1 0 0,1 1-1 0 0,-1 0 0 0 0,1-1 1 0 0,-1 1-1 0 0,1 0 0 0 0,-1-1 1 0 0,1 1-1 0 0,-1 0 0 0 0,1-1 1 0 0,-1 1-1 0 0,1-1 0 0 0,0 1 1 0 0,-1-1-1 0 0,1 1 0 0 0,0-1 1 0 0,-1 0-1 0 0,1 1 0 0 0,0-1 0 0 0,0 1 1 0 0,-1-1-1 0 0,1 1 0 0 0,0-1 1 0 0,0 0-1 0 0,0 1 0 0 0,0-1 1 0 0,0 0-1 0 0,0 1 0 0 0,0-1 1 0 0,0 1-1 0 0,0-1-71 0 0,0-3 1371 0 0,0 4-182 0 0,0 0-85 0 0,0 0 123 0 0,0 0-46 0 0,0 0-96 0 0,0 0-34 0 0,-2 60 2264 0 0,4 117-529 0 0,-3-96-4310 0 0,1-79 861 0 0,0-2-215 0 0,-9 8-811 0 0,5-13-2003 0 0,1-58-3771 0 0,3 49 6154 0 0</inkml:trace>
  <inkml:trace contextRef="#ctx0" brushRef="#br0" timeOffset="282.245">138 59 2008 0 0,'0'-13'5309'0'0,"2"10"-4927"0"0,0 0 1 0 0,1 0-1 0 0,-1 0 1 0 0,1 1 0 0 0,-1 0-1 0 0,1-1 1 0 0,0 1-1 0 0,0 0 1 0 0,0 0 0 0 0,0 0-1 0 0,0 1 1 0 0,0-1-1 0 0,0 1 1 0 0,1-1 0 0 0,-1 1-1 0 0,1 0 1 0 0,-1 1-1 0 0,3-1-382 0 0,58 0 3357 0 0,239 1 1964 0 0,-251 44-5097 0 0,-51 17-1628 0 0,-4-47 683 0 0,-1-1 1 0 0,0 0 0 0 0,-1 0-1 0 0,0 0 1 0 0,-1 0 0 0 0,0-1 0 0 0,-1 0-1 0 0,0-1 1 0 0,-1 1 0 0 0,0-1-1 0 0,-8 7 721 0 0,13-13-565 0 0,-7 7-684 0 0,0 0 0 0 0,0-1 0 0 0,-1 0-1 0 0,0-1 1 0 0,-1 0 0 0 0,-1 0 0 0 0,1-1 0 0 0,-9 4 1249 0 0,4-6-1415 0 0</inkml:trace>
  <inkml:trace contextRef="#ctx0" brushRef="#br0" timeOffset="550.3">185 349 1860 0 0,'15'-19'9669'0'0,"41"4"-7264"0"0,-51 15-1808 0 0,143-18 4354 0 0,-51 15-5516 0 0,-98 3 366 0 0,1 0-1 0 0,-1 0 1 0 0,1 0 0 0 0,-1 0 0 0 0,1 0-1 0 0,0 0 1 0 0,-1 0 0 0 0,1 0-1 0 0,-1 1 1 0 0,1-1 0 0 0,-1 0 0 0 0,1 0-1 0 0,-1 1 1 0 0,1-1 0 0 0,0 0-1 0 0,-1 0 1 0 0,1 1 0 0 0,0-1-1 0 0,-1 0 1 0 0,1 1 0 0 0,0-1 0 0 0,-1 1-1 0 0,1-1 1 0 0,0 0 0 0 0,0 1-1 0 0,-1-1 1 0 0,1 1 0 0 0,0-1-1 0 0,0 1 1 0 0,0-1 0 0 0,0 0 0 0 0,0 1-1 0 0,0-1 1 0 0,-1 1 0 0 0,1-1-1 0 0,0 1 1 0 0,0-1 0 0 0,0 1 0 0 0,1-1-1 0 0,-1 1 1 0 0,0-1 0 0 0,0 1-1 0 0,0-1 1 0 0,0 1 0 0 0,0-1-1 0 0,1 0 1 0 0,-1 1 0 0 0,0-1 0 0 0,0 1-1 0 0,0-1 1 0 0,1 1 0 0 0,-1-1-1 0 0,0 0 1 0 0,1 1 0 0 0,-1-1-1 0 0,0 0 1 0 0,1 1 0 0 0,-1-1 0 0 0,1 0-1 0 0,-1 0 200 0 0,-44 29-4174 0 0,24-18 2857 0 0</inkml:trace>
  <inkml:trace contextRef="#ctx0" brushRef="#br0" timeOffset="994.655">72 479 1372 0 0,'-63'-1'11545'0'0,"54"-1"-6412"0"0,16-9-2084 0 0,123 7 1001 0 0,-4 23-3265 0 0,139-2 486 0 0,-152-15-3290 0 0,-111-2 1409 0 0,0 0 71 0 0,-2-1 350 0 0,0 1-1 0 0,0 0 1 0 0,0 0-1 0 0,0 0 1 0 0,0 0-1 0 0,0-1 1 0 0,0 1-1 0 0,0 0 1 0 0,0 0 0 0 0,0 0-1 0 0,0 0 1 0 0,0 0-1 0 0,0-1 1 0 0,0 1-1 0 0,1 0 1 0 0,-1 0-1 0 0,0 0 1 0 0,0 0 0 0 0,0 0-1 0 0,0-1 1 0 0,0 1-1 0 0,0 0 190 0 0,-50 0-12020 0 0,5 12 7968 0 0,22-4 2507 0 0</inkml:trace>
  <inkml:trace contextRef="#ctx0" brushRef="#br0" timeOffset="1193.846">379 550 1644 0 0,'-13'14'10280'0'0,"1"28"-8272"0"0,8-24-1345 0 0,-45 104-1750 0 0,33-89-3215 0 0,16-32 2549 0 0,0 1-2692 0 0,2-4 3149 0 0</inkml:trace>
  <inkml:trace contextRef="#ctx0" brushRef="#br0" timeOffset="1646.515">113 711 2480 0 0,'-5'12'6978'0'0,"0"13"-3832"0"0,-14 67 316 0 0,3-29-974 0 0,16-62-2132 0 0,0-1-15 0 0,4 11 457 0 0,4-7-615 0 0,-1 0 0 0 0,2 0 0 0 0,-1-1 0 0 0,0 0 0 0 0,0 0 0 0 0,1-1 0 0 0,0 0 0 0 0,-1-1 0 0 0,1 0 0 0 0,0 0-1 0 0,2-1-182 0 0,-6 1 58 0 0,296 9 1814 0 0,-250-26-2636 0 0,-10 10-5168 0 0,-33-1 4838 0 0,13-8-11946 0 0,-16 14 11635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3:41.003"/>
    </inkml:context>
    <inkml:brush xml:id="br0">
      <inkml:brushProperty name="width" value="0.05" units="cm"/>
      <inkml:brushProperty name="height" value="0.05" units="cm"/>
      <inkml:brushProperty name="color" value="#FFFFFF"/>
    </inkml:brush>
  </inkml:definitions>
  <inkml:trace contextRef="#ctx0" brushRef="#br0">264 77 1324 0 0,'0'0'1776'0'0,"0"0"-165"0"0,0 0-143 0 0,0-4-194 0 0,0-9-114 0 0,0 9 95 0 0,0 4-5 0 0,0 0-92 0 0,0 0-66 0 0,0 0-73 0 0,0 0-61 0 0,0 0-35 0 0,3 0-61 0 0,78 21 1948 0 0,223 18 1091 0 0,-211-29-6435 0 0,-92-9 1644 0 0,0 1 978 0 0,-1-1-2862 0 0,-2 2-3353 0 0,-50 40-2003 0 0,33-32 6772 0 0</inkml:trace>
  <inkml:trace contextRef="#ctx0" brushRef="#br0" timeOffset="467.686">48 347 3780 0 0,'-48'-2'10959'0'0,"82"16"-4245"0"0,28-3-5961 0 0,-45-8 41 0 0,248 8 2023 0 0,-23 33-1960 0 0,-143-33-1251 0 0,-58-11-4111 0 0,-40 0 3239 0 0,1-2-121 0 0,3-10-645 0 0,-35 0-9427 0 0,-13 1 8470 0 0,21 2 1519 0 0</inkml:trace>
  <inkml:trace contextRef="#ctx0" brushRef="#br0" timeOffset="740.04">464 218 2456 0 0,'-7'10'5371'0'0,"-3"12"-2136"0"0,-54 105 999 0 0,-59 50-2059 0 0,88-125-2169 0 0,-47 51-3241 0 0,70-99-3443 0 0,12-16 4051 0 0,11-18 274 0 0,-1 8 1009 0 0</inkml:trace>
  <inkml:trace contextRef="#ctx0" brushRef="#br0" timeOffset="989.395">366 509 1532 0 0,'17'5'962'0'0,"0"1"-1"0"0,-1 0 1 0 0,1 2-1 0 0,-1 0 1 0 0,-1 0 0 0 0,0 1-1 0 0,0 1 1 0 0,10 9-962 0 0,185 151 7164 0 0,-193-161-6975 0 0,1 0 0 0 0,0-1 1 0 0,0-1-1 0 0,0 0 0 0 0,1-2 1 0 0,0 0-1 0 0,8 0-189 0 0,84 4-3070 0 0,-13-33-1728 0 0,29-31-2859 0 0,-103 40 6328 0 0</inkml:trace>
  <inkml:trace contextRef="#ctx0" brushRef="#br0" timeOffset="1254.026">1285 77 2204 0 0,'-4'25'7480'0'0,"10"4"-4401"0"0,0 0-3847 0 0,-12 10-6348 0 0,-6-11 4797 0 0,11-25 2365 0 0,-9 21-1616 0 0</inkml:trace>
  <inkml:trace contextRef="#ctx0" brushRef="#br0" timeOffset="1634.656">1130 294 1920 0 0,'-7'4'9232'0'0,"31"-1"-5191"0"0,101-6-50 0 0,53-27-2639 0 0,-136 29-5761 0 0,-41 1 3074 0 0,-1 0-350 0 0,10 4-5031 0 0,-100 147 14135 0 0,-85 51-4397 0 0,166-193-3354 0 0,-1-1 0 0 0,0 0-1 0 0,0 0 1 0 0,-1-1 0 0 0,0 0 0 0 0,-1-1-1 0 0,1 0 1 0 0,-1-1 0 0 0,-8 2 332 0 0,-14-6-4988 0 0,29-4 3292 0 0,-22-48-2992 0 0,25 37 3222 0 0</inkml:trace>
  <inkml:trace contextRef="#ctx0" brushRef="#br0" timeOffset="1884.431">1187 385 1428 0 0,'13'4'1103'0'0,"0"1"-1"0"0,0 0 1 0 0,-1 0-1 0 0,1 1 1 0 0,-1 1-1 0 0,-1 0 1 0 0,1 1-1 0 0,5 5-1102 0 0,122 133 5909 0 0,-108-109-4852 0 0,116 104 883 0 0,-64-103-3828 0 0,-22-30-6416 0 0,-54-8 7835 0 0,1-2 0 0 0,-1 1 0 0 0,0-1 0 0 0,0 0 0 0 0,-1 0 0 0 0,1-1 0 0 0,0 0 0 0 0,-1 0 0 0 0,1 0 0 0 0,-1-1 0 0 0,0 0 0 0 0,4-4 469 0 0,8-3-1490 0 0</inkml:trace>
  <inkml:trace contextRef="#ctx0" brushRef="#br0" timeOffset="2436.941">1992 0 1944 0 0,'19'16'8891'0'0,"-21"31"-4963"0"0,1-38-3514 0 0,-3 8-49 0 0,-1 0 1 0 0,-1 0-1 0 0,0 0 1 0 0,-1-1 0 0 0,-1 1-1 0 0,-1-2 1 0 0,0 1-1 0 0,-1-1 1 0 0,-1-1-1 0 0,-7 8-365 0 0,-118 120 1386 0 0,135-136-1482 0 0,9-7 90 0 0,478-2-2369 0 0,-462-7 473 0 0,0-52-10807 0 0,-23 52 11347 0 0</inkml:trace>
  <inkml:trace contextRef="#ctx0" brushRef="#br0" timeOffset="2607.964">2321 291 2260 0 0,'13'-39'7489'0'0,"10"70"-2893"0"0,16 79-3419 0 0,-53-52-6357 0 0,-32 18-2042 0 0,31-62 6022 0 0</inkml:trace>
  <inkml:trace contextRef="#ctx0" brushRef="#br0" timeOffset="2807.757">1970 619 2244 0 0,'-24'128'8126'0'0,"13"-99"-8860"0"0,-2-22-5054 0 0,12-9 4742 0 0,1 0 112 0 0</inkml:trace>
  <inkml:trace contextRef="#ctx0" brushRef="#br0" timeOffset="3199.005">1914 763 1532 0 0,'-1'-7'413'0'0,"1"0"0"0"0,-1 0-1 0 0,2 0 1 0 0,-1 0 0 0 0,1 0 0 0 0,0 0-1 0 0,0 0 1 0 0,0 1 0 0 0,1-1-1 0 0,0 0 1 0 0,1 1 0 0 0,-1-1 0 0 0,1 1-1 0 0,1 0 1 0 0,-1 0 0 0 0,1 0 0 0 0,0 0-1 0 0,0 1 1 0 0,1 0 0 0 0,0-1-1 0 0,0 2 1 0 0,0-1 0 0 0,0 0 0 0 0,1 1-1 0 0,-1 0 1 0 0,1 1 0 0 0,0-1 0 0 0,1 1-413 0 0,6-2 570 0 0,118-24 4137 0 0,-45 32-2836 0 0,-82-2-1906 0 0,1 0 1 0 0,-1 0-1 0 0,0 1 0 0 0,0-1 0 0 0,0 1 0 0 0,0 0 0 0 0,0 0 1 0 0,0 1-1 0 0,-1-1 0 0 0,1 1 0 0 0,-1 0 0 0 0,1 0 1 0 0,-1 0-1 0 0,0 0 0 0 0,0 0 0 0 0,0 1 0 0 0,-1-1 1 0 0,1 1-1 0 0,-1 0 0 0 0,0 0 0 0 0,0 0 0 0 0,0 0 0 0 0,0 4 35 0 0,-8 3-386 0 0,-1 0 0 0 0,0-1-1 0 0,-1 1 1 0 0,0-1-1 0 0,-1-1 1 0 0,0 0-1 0 0,-1 0 1 0 0,1 0 0 0 0,-2-1-1 0 0,1-1 1 0 0,-1 0-1 0 0,0 0 1 0 0,0-1-1 0 0,-1-1 1 0 0,0 0-1 0 0,0 0 1 0 0,0-1 0 0 0,-1-1-1 0 0,1 0 1 0 0,-14 1 386 0 0,-55 19 1251 0 0,80-23-781 0 0,1 0-12 0 0,17-14 1816 0 0,188-27 572 0 0,-170 41-4410 0 0,-21 0-1996 0 0,-13 0 1661 0 0,2 3 29 0 0,16 23-4423 0 0,-21-20 4812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3:54.472"/>
    </inkml:context>
    <inkml:brush xml:id="br0">
      <inkml:brushProperty name="width" value="0.05" units="cm"/>
      <inkml:brushProperty name="height" value="0.05" units="cm"/>
      <inkml:brushProperty name="color" value="#FFFFFF"/>
    </inkml:brush>
  </inkml:definitions>
  <inkml:trace contextRef="#ctx0" brushRef="#br0">48 0 1932 0 0,'0'0'1908'0'0,"0"0"-265"0"0,0 0-166 0 0,0 0-128 0 0,0 0-136 0 0,0 0-104 0 0,0 0-59 0 0,0 0-136 0 0,10 5 695 0 0,-4 40 192 0 0,-6 132 776 0 0,-26-38-1703 0 0,-8-3 1071 0 0,33-135-1907 0 0,1 0 0 0 0,-1 0-1 0 0,1-1 1 0 0,0 1-1 0 0,-1 0 1 0 0,1 0 0 0 0,0 0-1 0 0,0 0 1 0 0,0 0-1 0 0,-1 0 1 0 0,1 0 0 0 0,0 0-1 0 0,0 0 1 0 0,1 0 0 0 0,-1 0-1 0 0,0 0 1 0 0,0 0-1 0 0,0 0 1 0 0,1 0 0 0 0,-1 0-1 0 0,0 0 1 0 0,1 0 0 0 0,-1 0-1 0 0,1 0 1 0 0,-1-1-1 0 0,1 1 1 0 0,0 0 0 0 0,-1 0-1 0 0,1-1 1 0 0,0 1 0 0 0,-1 0-1 0 0,1-1 1 0 0,0 1-1 0 0,0 0 1 0 0,0-1 0 0 0,-1 1-1 0 0,1-1 1 0 0,0 0-1 0 0,0 1 1 0 0,0-1 0 0 0,0 0-1 0 0,0 1 1 0 0,0-1 0 0 0,0 0-1 0 0,0 0 1 0 0,0 0-1 0 0,0 0 1 0 0,0 0 0 0 0,0 0-1 0 0,0 0 1 0 0,0 0 0 0 0,0 0-1 0 0,0 0 1 0 0,0-1-1 0 0,0 1 1 0 0,0 0 0 0 0,0-1-1 0 0,-1 1 1 0 0,2-1-38 0 0,106 4 895 0 0,-18 18-627 0 0,37-5 50 0 0,-78-30-215 0 0,-30 4-572 0 0,-2-3-3591 0 0,-25 8-3879 0 0,-11-1 1151 0 0,7 3 4048 0 0,8 2 1399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3:58.545"/>
    </inkml:context>
    <inkml:brush xml:id="br0">
      <inkml:brushProperty name="width" value="0.05" units="cm"/>
      <inkml:brushProperty name="height" value="0.05" units="cm"/>
      <inkml:brushProperty name="color" value="#FFFFFF"/>
    </inkml:brush>
  </inkml:definitions>
  <inkml:trace contextRef="#ctx0" brushRef="#br0">55 139 2156 0 0,'0'0'1544'0'0,"0"0"-129"0"0,0 0-189 0 0,-3 0-30 0 0,1 1-1126 0 0,1-1 1 0 0,0 1-1 0 0,0-1 1 0 0,0 1-1 0 0,0-1 0 0 0,0 1 1 0 0,0 0-1 0 0,0-1 1 0 0,0 1-1 0 0,0 0 1 0 0,0 0-1 0 0,0 0 1 0 0,0 0-1 0 0,0 0 1 0 0,1 0-1 0 0,-1 0 1 0 0,0 0-1 0 0,1 0 1 0 0,-1 0-1 0 0,1 1 0 0 0,-1-1 1 0 0,1 0-1 0 0,0 0 1 0 0,-1 0-1 0 0,1 1 1 0 0,0-1-1 0 0,0 0 1 0 0,0 0-1 0 0,0 1 1 0 0,0-1-1 0 0,0 0 1 0 0,0 0-1 0 0,0 1 1 0 0,1-1-1 0 0,-1 0 0 0 0,0 0 1 0 0,1 0-1 0 0,-1 1 1 0 0,1-1-1 0 0,-1 0-70 0 0,1 15 511 0 0,-1 213 3017 0 0,-19-102-3845 0 0,14-103-725 0 0,-5-18-5504 0 0,10-13 3440 0 0,0 1 1671 0 0</inkml:trace>
  <inkml:trace contextRef="#ctx0" brushRef="#br0" timeOffset="531.684">36 59 2468 0 0,'15'-41'11732'0'0,"18"33"-7797"0"0,242-2 2565 0 0,-212 10-5840 0 0,-1 16-263 0 0,3-12-62 0 0,-61-1-321 0 0,0 0-1 0 0,0 0 0 0 0,0 1 1 0 0,-1-1-1 0 0,1 1 1 0 0,-1 0-1 0 0,0 0 1 0 0,0 0-1 0 0,-1 1 1 0 0,1-1-1 0 0,-1 0 1 0 0,0 1-1 0 0,0 0 1 0 0,0-1-1 0 0,0 4-13 0 0,11 115-9 0 0,-13 86-492 0 0,-24-90-456 0 0,21-96 625 0 0,-9 80-4933 0 0,12-101 4373 0 0,0 2-363 0 0,-2 4-2020 0 0,-9-1 1379 0 0,-12-4-6078 0 0,18-4 6373 0 0</inkml:trace>
  <inkml:trace contextRef="#ctx0" brushRef="#br0" timeOffset="966.028">134 615 1556 0 0,'-90'-29'15538'0'0,"90"29"-14958"0"0,0 0-18 0 0,0 0 40 0 0,0 0 28 0 0,8-2 1969 0 0,214 3 2421 0 0,-3 0-5901 0 0,-217-1 269 0 0,9 2-805 0 0,-2-1-942 0 0,-13 3-4459 0 0,-15 7 183 0 0,-30 6 1649 0 0,47-16 4646 0 0,-8 3-943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3:57.039"/>
    </inkml:context>
    <inkml:brush xml:id="br0">
      <inkml:brushProperty name="width" value="0.05" units="cm"/>
      <inkml:brushProperty name="height" value="0.05" units="cm"/>
      <inkml:brushProperty name="color" value="#FFFFFF"/>
    </inkml:brush>
  </inkml:definitions>
  <inkml:trace contextRef="#ctx0" brushRef="#br0">46 79 1380 0 0,'0'-3'1494'0'0,"-1"-7"1762"0"0,-1 18 4064 0 0,-1 11-1328 0 0,2-10-8322 0 0,-2 176 4228 0 0,-26 38-1740 0 0,24-165-5810 0 0,4-83-2922 0 0,6 8 7149 0 0,-1-2 80 0 0</inkml:trace>
  <inkml:trace contextRef="#ctx0" brushRef="#br0" timeOffset="498.222">83 41 2756 0 0,'3'-40'14298'0'0,"40"45"-10237"0"0,319-5 389 0 0,-326 26-4171 0 0,-32-21-249 0 0,-1 0 0 0 0,1 0-1 0 0,-1 1 1 0 0,-1-1 0 0 0,1 1-1 0 0,-1-1 1 0 0,0 1 0 0 0,0 0-1 0 0,-1 0 1 0 0,1 0 0 0 0,-1 0 0 0 0,-1 0-1 0 0,1 1 1 0 0,-1 5-30 0 0,0-12 3 0 0,2 359-150 0 0,-9-275-1474 0 0,5-73 1579 0 0,2 3-5790 0 0,1-10 4478 0 0,-1-2-707 0 0,0-2-43 0 0,-2 2 94 0 0,-1 1 1829 0 0,-4-7-8100 0 0,6-1 6843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4:00.726"/>
    </inkml:context>
    <inkml:brush xml:id="br0">
      <inkml:brushProperty name="width" value="0.05" units="cm"/>
      <inkml:brushProperty name="height" value="0.05" units="cm"/>
      <inkml:brushProperty name="color" value="#FFFFFF"/>
    </inkml:brush>
  </inkml:definitions>
  <inkml:trace contextRef="#ctx0" brushRef="#br0">27 152 880 0 0,'0'0'1538'0'0,"0"0"-153"0"0,0 0-156 0 0,0 0-67 0 0,0 0-22 0 0,0 0-35 0 0,0 0-106 0 0,0 0-89 0 0,-3 5-6 0 0,-10 100 2431 0 0,13 105-617 0 0,0-121-7751 0 0,0-88 3383 0 0,-2 2 14 0 0,-3 2 946 0 0,1-6-4976 0 0,5-3 4232 0 0</inkml:trace>
  <inkml:trace contextRef="#ctx0" brushRef="#br0" timeOffset="537.93">20 24 1616 0 0,'-2'-17'8953'0'0,"14"11"-3769"0"0,27 10-1373 0 0,-24-2-2851 0 0,128 8 1782 0 0,173-8-38 0 0,-310-1-2673 0 0,0 0 0 0 0,-1 1 0 0 0,1 0 0 0 0,-1 0-1 0 0,0 0 1 0 0,1 1 0 0 0,-1 0 0 0 0,0 0 0 0 0,-1 0-1 0 0,1 0 1 0 0,0 1 0 0 0,-1 0 0 0 0,0 0 0 0 0,0 0 0 0 0,0 0-1 0 0,0 1 1 0 0,-1-1 0 0 0,0 1 0 0 0,0 0-31 0 0,30 123 194 0 0,-28 29-611 0 0,-42 11-2233 0 0,36-159 2102 0 0,-11 82-4879 0 0,-9-38-6726 0 0,14-45 9070 0 0,3-5 1535 0 0</inkml:trace>
  <inkml:trace contextRef="#ctx0" brushRef="#br0" timeOffset="1066.443">68 664 1428 0 0,'-27'-2'11095'0'0,"46"4"-3609"0"0,440-2 184 0 0,-427 11-8022 0 0,-31-11 117 0 0,-1 0-48 0 0,14 0-2855 0 0,-18 0-574 0 0,-30-2-4443 0 0,-21-1 1267 0 0,40 1 5388 0 0,-7-6-24 0 0</inkml:trace>
  <inkml:trace contextRef="#ctx0" brushRef="#br0" timeOffset="1760.06">213 343 1192 0 0,'12'-6'7392'0'0,"5"-2"-3662"0"0,-5 4-2552 0 0,-12 3-1135 0 0,0 1 0 0 0,0 0 0 0 0,1-1 0 0 0,-1 1 0 0 0,0 0 0 0 0,1-1-1 0 0,-1 1 1 0 0,0 0 0 0 0,1 0 0 0 0,-1-1 0 0 0,1 1 0 0 0,-1 0 0 0 0,0 0 0 0 0,1 0 0 0 0,-1 0 0 0 0,1 0 0 0 0,-1-1 0 0 0,0 1 0 0 0,1 0 0 0 0,-1 0 0 0 0,1 0 0 0 0,-1 0-1 0 0,1 0 1 0 0,-1 0 0 0 0,0 0 0 0 0,1 1 0 0 0,-1-1 0 0 0,1 0 0 0 0,-1 0 0 0 0,0 0 0 0 0,1 0 0 0 0,-1 0 0 0 0,1 1 0 0 0,-1-1 0 0 0,0 0 0 0 0,1 0 0 0 0,-1 1 0 0 0,0-1-1 0 0,1 0 1 0 0,-1 0 0 0 0,0 1 0 0 0,1-1 0 0 0,-1 0 0 0 0,0 1 0 0 0,0-1 0 0 0,0 1 0 0 0,1-1 0 0 0,-1 0 0 0 0,0 1 0 0 0,0-1 0 0 0,0 1 0 0 0,0-1 0 0 0,0 0-1 0 0,1 1 1 0 0,-1-1 0 0 0,0 1 0 0 0,0-1 0 0 0,0 1 0 0 0,0-1 0 0 0,0 0 0 0 0,-1 1 0 0 0,1-1 0 0 0,0 1 0 0 0,0-1 0 0 0,0 0 0 0 0,0 1 0 0 0,0-1 0 0 0,0 1 0 0 0,-1-1-1 0 0,1 1-41 0 0,-3 18 1188 0 0,0-8-871 0 0,-10-17-5006 0 0,7-1-2637 0 0,4 6 4430 0 0,3 1 1414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4:04.927"/>
    </inkml:context>
    <inkml:brush xml:id="br0">
      <inkml:brushProperty name="width" value="0.05" units="cm"/>
      <inkml:brushProperty name="height" value="0.05" units="cm"/>
      <inkml:brushProperty name="color" value="#FFFFFF"/>
    </inkml:brush>
  </inkml:definitions>
  <inkml:trace contextRef="#ctx0" brushRef="#br0">0 48 1724 0 0,'0'0'1723'0'0,"0"0"-112"0"0,0 0-210 0 0,0 0-169 0 0,0 0-96 0 0,0 0 62 0 0,0 0-130 0 0,0 0-125 0 0,0 0-106 0 0,0 0-9 0 0,0 0-68 0 0,0 0-66 0 0,0 0-11 0 0,0 0-35 0 0,0-3-45 0 0,8-37 1679 0 0,159 37 1314 0 0,83 2-1430 0 0,-231 1-2000 0 0,-18 0-119 0 0,-1 0-3 0 0,2 1-40 0 0,0 1 0 0 0,-1-1 1 0 0,1 0-1 0 0,-1 1 1 0 0,0 0-1 0 0,1-1 1 0 0,-1 1-1 0 0,0 0 0 0 0,0-1 1 0 0,0 1-1 0 0,0 0 1 0 0,0 0-1 0 0,-1 0 0 0 0,1 0 1 0 0,0 0-1 0 0,-1 0 1 0 0,0 0-1 0 0,1 0 0 0 0,-1 0 1 0 0,0 0-1 0 0,0 0 1 0 0,0 1-1 0 0,-1 0-4 0 0,-1 148 286 0 0,-10 42-257 0 0,12-166-176 0 0,0 44-713 0 0,0-24-3164 0 0,-22-12-1218 0 0,6-15-6709 0 0,13-16 10545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4:07.505"/>
    </inkml:context>
    <inkml:brush xml:id="br0">
      <inkml:brushProperty name="width" value="0.05" units="cm"/>
      <inkml:brushProperty name="height" value="0.05" units="cm"/>
      <inkml:brushProperty name="color" value="#FFFFFF"/>
    </inkml:brush>
  </inkml:definitions>
  <inkml:trace contextRef="#ctx0" brushRef="#br0">80 34 1944 0 0,'0'0'1676'0'0,"0"0"-137"0"0,0 0-173 0 0,0 0-53 0 0,0 0-85 0 0,0 0-69 0 0,0 0-62 0 0,0 0-85 0 0,-3 0-52 0 0,-8-1-461 0 0,8-5 6813 0 0,13-19-6776 0 0,20 24 496 0 0,121 1 1533 0 0,-67 22-1963 0 0,110-16 699 0 0,-192-4-1303 0 0,0-1-1 0 0,0 1 1 0 0,0 0-1 0 0,0 0 1 0 0,0 0-1 0 0,0 0 1 0 0,-1 0 0 0 0,1 1-1 0 0,-1-1 1 0 0,1 0-1 0 0,-1 1 1 0 0,0-1-1 0 0,0 1 1 0 0,0 0-1 0 0,-1-1 1 0 0,1 1-1 0 0,0-1 1 0 0,-1 1 0 0 0,0 0-1 0 0,1 0 1 0 0,-1-1-1 0 0,0 1 1 0 0,-1 0-1 0 0,1-1 1 0 0,0 1-1 0 0,-1 0 1 0 0,0 2 2 0 0,1 2-1 0 0,0 253-94 0 0,-8-155 11 0 0,8 49-366 0 0,-9-145 360 0 0,7-9 42 0 0,0 2 61 0 0,-18 15 28 0 0,-25-23-208 0 0,44 6 170 0 0,-10 0 36 0 0,-136 2-327 0 0,79 10-546 0 0,-36-27-1630 0 0,-1-16-5690 0 0,86 21 3474 0 0,6 4-2404 0 0,11 5 5708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4:14.925"/>
    </inkml:context>
    <inkml:brush xml:id="br0">
      <inkml:brushProperty name="width" value="0.05" units="cm"/>
      <inkml:brushProperty name="height" value="0.05" units="cm"/>
      <inkml:brushProperty name="color" value="#FFFFFF"/>
    </inkml:brush>
  </inkml:definitions>
  <inkml:trace contextRef="#ctx0" brushRef="#br0">294 14 2176 0 0,'0'0'1201'0'0,"0"0"-125"0"0,0 0-89 0 0,0 0-28 0 0,0-4-23 0 0,-2-5 2484 0 0,-3 21 3242 0 0,0 0-4251 0 0,-1 0-4079 0 0,-169 215 2950 0 0,120-171-1068 0 0,17-25-252 0 0,31-23 99 0 0,7-8-62 0 0,0 0 1 0 0,1 0 0 0 0,-1 0-1 0 0,0 0 1 0 0,1 0 0 0 0,-1 0 0 0 0,0 0-1 0 0,1 0 1 0 0,-1 0 0 0 0,0 0-1 0 0,1 0 1 0 0,-1 0 0 0 0,0 0-1 0 0,1 0 1 0 0,-1 0 0 0 0,0 0-1 0 0,1 0 1 0 0,-1 1 0 0 0,0-1-1 0 0,1 0 1 0 0,-1 0 0 0 0,0 0 0 0 0,1 1-1 0 0,-1-1 1 0 0,0 0 0 0 0,0 0-1 0 0,1 1 1 0 0,-1-1 0 0 0,0 0-1 0 0,0 0 1 0 0,0 1 0 0 0,1-1-1 0 0,-1 0 1 0 0,0 1 0 0 0,0-1-1 0 0,0 0 1 0 0,0 1 0 0 0,0-1 0 0 0,0 0-1 0 0,0 1 1 0 0,0-1 0 0 0,1 0-1 0 0,-1 1 1 0 0,0-1 0 0 0,0 0-1 0 0,-1 1 1 0 0,1-1 0 0 0,0 0-1 0 0,0 1 1 0 0,0-1 0 0 0,0 0-1 0 0,0 1 1 0 0,0-1 0 0 0,0 0 0 0 0,0 1-1 0 0,-1-1 1 0 0,1 0 0 0 0,0 0-1 0 0,0 1 1 0 0,0-1 0 0 0,-1 0 0 0 0,7 2 90 0 0,153 68 1083 0 0,-99-34-790 0 0,25 28 259 0 0,-43-30-1260 0 0,-42-33 382 0 0,0 0 1 0 0,0-1-1 0 0,0 1 0 0 0,0-1 0 0 0,0 1 1 0 0,0-1-1 0 0,-1 1 0 0 0,1-1 0 0 0,0 1 1 0 0,0-1-1 0 0,0 1 0 0 0,0-1 1 0 0,-1 1-1 0 0,1-1 0 0 0,0 0 0 0 0,0 1 1 0 0,-1-1-1 0 0,1 1 0 0 0,0-1 0 0 0,-1 0 1 0 0,1 1-1 0 0,-1-1 0 0 0,1 0 1 0 0,0 1-1 0 0,-1-1 0 0 0,1 0 0 0 0,-1 0 1 0 0,1 1-1 0 0,-1-1 0 0 0,1 0 1 0 0,-1 0-1 0 0,1 0 0 0 0,-1 0 0 0 0,1 1 1 0 0,-1-1-1 0 0,1 0 0 0 0,-1 0 0 0 0,1 0 1 0 0,-1 0-1 0 0,1 0 0 0 0,-1 0 1 0 0,1-1-1 0 0,-1 1 0 0 0,1 0 0 0 0,-1 0 1 0 0,1 0-1 0 0,-1 0 0 0 0,1-1 1 0 0,-1 1-1 0 0,1 0 0 0 0,-1 0 0 0 0,1-1 1 0 0,-1 1-1 0 0,1 0 0 0 0,0-1 0 0 0,-1 1 1 0 0,1 0-1 0 0,-1-1 236 0 0,-12-4-4548 0 0,8 4 3102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4:27.730"/>
    </inkml:context>
    <inkml:brush xml:id="br0">
      <inkml:brushProperty name="width" value="0.05" units="cm"/>
      <inkml:brushProperty name="height" value="0.05" units="cm"/>
      <inkml:brushProperty name="color" value="#FFFFFF"/>
    </inkml:brush>
  </inkml:definitions>
  <inkml:trace contextRef="#ctx0" brushRef="#br0">1 8 2204 0 0,'4'-8'4361'0'0,"13"9"4063"0"0,71 50-4205 0 0,-57-29-3334 0 0,-24-19-687 0 0,0 1 0 0 0,0 0 0 0 0,-1 1 0 0 0,1-1 0 0 0,-1 1 0 0 0,0 1 1 0 0,0-1-1 0 0,-1 1 0 0 0,1 0 0 0 0,-1 0 0 0 0,-1 1 0 0 0,1-1 0 0 0,-1 1 1 0 0,0 0-1 0 0,-1 0 0 0 0,0 1 0 0 0,0-1 0 0 0,0 1 0 0 0,-1-1 0 0 0,0 1 1 0 0,0 3-199 0 0,-5-2-71 0 0,0 1 0 0 0,0-1-1 0 0,-1 0 1 0 0,-1 0 0 0 0,1 0 0 0 0,-1-1 0 0 0,-1 0 0 0 0,1 0 0 0 0,-2 0 0 0 0,1 0 0 0 0,-1-1 0 0 0,0 0 0 0 0,0-1 0 0 0,-1 1 0 0 0,0-2 0 0 0,0 1 0 0 0,0-1 0 0 0,-1 0 0 0 0,-4 1 71 0 0,-2 4-529 0 0,-1-1-922 0 0,2-7-5489 0 0,12-5 5400 0 0,1 1 1232 0 0,0 0 0 0 0,0 1 0 0 0,0-1 0 0 0,0 0 0 0 0,1 0 0 0 0,-1 1 0 0 0,0-1 0 0 0,1 0 0 0 0,0 0 0 0 0,-1 0 0 0 0,1 0 0 0 0,0 0 0 0 0,0 0 0 0 0,0 1 0 0 0,0-1 0 0 0,1 0 0 0 0,-1 0-1 0 0,0 0 1 0 0,1 0 0 0 0,-1 0 0 0 0,1 0 0 0 0,0 1 0 0 0,-1-1 0 0 0,1 0 0 0 0,0 1 0 0 0,1-2 308 0 0,8-17-1524 0 0,1 0 97 0 0</inkml:trace>
  <inkml:trace contextRef="#ctx0" brushRef="#br0" timeOffset="322.734">290 94 1360 0 0,'3'-1'628'0'0,"0"0"-1"0"0,-1 0 0 0 0,1 0 1 0 0,0 0-1 0 0,0 0 1 0 0,0 0-1 0 0,0 1 1 0 0,-1-1-1 0 0,1 1 0 0 0,0 0 1 0 0,0 0-1 0 0,0 0 1 0 0,0 0-1 0 0,0 1 0 0 0,0-1 1 0 0,0 1-1 0 0,0 0 1 0 0,0 0-1 0 0,-1 0 1 0 0,3 1-628 0 0,33 13 1688 0 0,-1 2 0 0 0,-1 2 1 0 0,-1 1-1 0 0,-1 2 1 0 0,2 3-1689 0 0,-33-24 78 0 0,0 1 0 0 0,-1 0 0 0 0,1 0 0 0 0,-1 0 0 0 0,0 0 0 0 0,0 0 0 0 0,0 1 0 0 0,0-1 0 0 0,0 1 0 0 0,0 0 0 0 0,-1-1 0 0 0,1 1 0 0 0,-1 0-1 0 0,1 0 1 0 0,-1 0 0 0 0,0 0 0 0 0,-1 0 0 0 0,1 0 0 0 0,0 0 0 0 0,-1 0 0 0 0,0 0 0 0 0,1 0 0 0 0,-1 0 0 0 0,0 1 0 0 0,-1-1 0 0 0,1 0 0 0 0,-1 0 0 0 0,1 0 0 0 0,-2 2-78 0 0,-8 10-379 0 0,-1 0 0 0 0,0-1 0 0 0,-2-1-1 0 0,1 0 1 0 0,-2-1 0 0 0,1 0 0 0 0,-2-1 0 0 0,0 0 0 0 0,0-1-1 0 0,-16 7 380 0 0,4 0-1156 0 0,1-1-563 0 0,-1-1-1 0 0,0-2 0 0 0,-1-1 0 0 0,0-1 1 0 0,-1-2-1 0 0,0 0 0 0 0,-1-2 0 0 0,0-2 1 0 0,0 0-1 0 0,-20-1 1720 0 0,47-4-1287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4:22.520"/>
    </inkml:context>
    <inkml:brush xml:id="br0">
      <inkml:brushProperty name="width" value="0.05" units="cm"/>
      <inkml:brushProperty name="height" value="0.05" units="cm"/>
      <inkml:brushProperty name="color" value="#FFFFFF"/>
    </inkml:brush>
  </inkml:definitions>
  <inkml:trace contextRef="#ctx0" brushRef="#br0">248 250 1300 0 0,'0'0'1686'0'0,"0"0"-105"0"0,3-3-123 0 0,9-11-137 0 0,-8 11-2 0 0,-4 3-36 0 0,0 0-64 0 0,0 0-42 0 0,0 0-50 0 0,0 0-122 0 0,0 0-79 0 0,0 0-75 0 0,0 0-41 0 0,9 7 645 0 0,-66 73 658 0 0,-99 61-99 0 0,112-109-1669 0 0,25-10-405 0 0,36-3 26 0 0,1 0 0 0 0,0-2 0 0 0,1 0 0 0 0,1-1 0 0 0,0-1 0 0 0,2-1 0 0 0,12 7 34 0 0,5 3-317 0 0,-30-17-471 0 0,10 6-1963 0 0,-6-9-4455 0 0,-13-4 5659 0 0,1 0-103 0 0,46-36-3229 0 0,-31 20 3377 0 0</inkml:trace>
  <inkml:trace contextRef="#ctx0" brushRef="#br0" timeOffset="375.27">580 268 2808 0 0,'1'5'8133'0'0,"-9"13"-4613"0"0,-146 103 1252 0 0,75-66-3424 0 0,69-48-1139 0 0,-14 26 1104 0 0,24-31-1111 0 0,4 11 124 0 0,9 2-273 0 0,0 0 0 0 0,1-1 0 0 0,1-1 0 0 0,0-1 0 0 0,1 0 0 0 0,0 0 0 0 0,1-2 0 0 0,15 7-53 0 0,-6-1-1651 0 0,10 10-5397 0 0,12 7-2797 0 0,-12-15 8046 0 0,-19-12 271 0 0</inkml:trace>
  <inkml:trace contextRef="#ctx0" brushRef="#br0" timeOffset="878.134">877 291 2212 0 0,'-6'-4'2438'0'0,"6"4"-2242"0"0,0 0-1 0 0,1 0 1 0 0,-1-1-1 0 0,0 1 1 0 0,0 0-1 0 0,0 0 0 0 0,1-1 1 0 0,-1 1-1 0 0,0 0 1 0 0,0 0-1 0 0,0-1 1 0 0,0 1-1 0 0,0 0 1 0 0,1-1-1 0 0,-1 1 1 0 0,0 0-1 0 0,0 0 1 0 0,0-1-1 0 0,0 1 0 0 0,0 0 1 0 0,0-1-1 0 0,0 1 1 0 0,0 0-1 0 0,0 0 1 0 0,0-1-1 0 0,0 1 1 0 0,0 0-1 0 0,0-1 1 0 0,-1 1-1 0 0,1 0 1 0 0,0 0-1 0 0,0-1 1 0 0,0 1-1 0 0,0 0 0 0 0,0-1 1 0 0,-1 1-1 0 0,1 0 1 0 0,0 0-1 0 0,0 0 1 0 0,0-1-1 0 0,-1 1 1 0 0,1 0-1 0 0,0 0 1 0 0,0 0-1 0 0,-1-1 1 0 0,1 1-1 0 0,0 0 1 0 0,0 0-1 0 0,-1 0-195 0 0,243-6 8403 0 0,-2 4-8595 0 0,-238 2-744 0 0,3 6-1095 0 0,-10 1-1130 0 0,-27 3-2148 0 0,-68 16-2021 0 0,74-21 5898 0 0</inkml:trace>
  <inkml:trace contextRef="#ctx0" brushRef="#br0" timeOffset="1142.295">959 327 1196 0 0,'-26'58'5461'0'0,"-10"68"-941"0"0,-12 32-1114 0 0,-16-9-4420 0 0,51-133-2485 0 0,14-26-3835 0 0,2 2 6038 0 0</inkml:trace>
  <inkml:trace contextRef="#ctx0" brushRef="#br0" timeOffset="1434.37">964 525 2132 0 0,'69'-1'11248'0'0,"1"1"-6414"0"0,-67 2-4757 0 0,0 0 0 0 0,0 0 0 0 0,-1 1 0 0 0,1-1 0 0 0,-1 1 0 0 0,1 0 1 0 0,-1 0-1 0 0,0 0 0 0 0,0 0 0 0 0,0 0 0 0 0,-1 0 0 0 0,1 0 0 0 0,-1 0 0 0 0,0 1 1 0 0,0-1-1 0 0,0 1 0 0 0,0-1 0 0 0,0 1 0 0 0,-1-1 0 0 0,0 1 0 0 0,1 0 0 0 0,-2-1 1 0 0,1 1-1 0 0,0-1 0 0 0,-1 1 0 0 0,1-1 0 0 0,-1 1 0 0 0,-1 2-77 0 0,2 5 59 0 0,-31 124 535 0 0,13-79-719 0 0,6-106-3248 0 0,-4-11 1698 0 0,-13-111-7971 0 0,29 127 6487 0 0,0 18 1619 0 0</inkml:trace>
  <inkml:trace contextRef="#ctx0" brushRef="#br0" timeOffset="1851.773">1096 150 2040 0 0,'3'-22'3965'0'0,"1"8"4157"0"0,8 35-4460 0 0,56 147-100 0 0,20 53-1688 0 0,-62-144-1611 0 0,32 66 21 0 0,-6-47-57 0 0,-50-96-339 0 0,0 1-1 0 0,-1-1 1 0 0,1 1 0 0 0,0-1 0 0 0,-1 0 0 0 0,1 0 0 0 0,0 0-1 0 0,0 0 1 0 0,-1 0 0 0 0,1 0 0 0 0,0 0 0 0 0,0 0-1 0 0,-1-1 1 0 0,1 1 0 0 0,0-1 0 0 0,-1 1 0 0 0,1-1 0 0 0,-1 0-1 0 0,1 0 1 0 0,-1 1 0 0 0,1-1 0 0 0,-1 0 0 0 0,1 0-1 0 0,-1-1 1 0 0,0 1 0 0 0,0 0 0 0 0,1 0 0 0 0,-1-1 0 0 0,0 1-1 0 0,0 0 1 0 0,0-1 0 0 0,0 1 0 0 0,-1-1 0 0 0,1 1-1 0 0,0-1 1 0 0,-1 0 0 0 0,1 1 0 0 0,-1-1 0 0 0,1 0-1 0 0,-1 1 1 0 0,0-1 0 0 0,0 0 0 0 0,0 0 0 0 0,0 1 0 0 0,0-1-1 0 0,0-1 113 0 0,-18-34-5717 0 0,-20-72-4912 0 0,37 93 9265 0 0</inkml:trace>
  <inkml:trace contextRef="#ctx0" brushRef="#br0" timeOffset="2125.197">1407 448 2440 0 0,'-7'-10'9118'0'0,"-6"34"-7032"0"0,7-12-1522 0 0,-161 223 2771 0 0,81-150-6188 0 0,71-84-3539 0 0,12-20 3376 0 0,9-20 484 0 0,1 8 1182 0 0</inkml:trace>
  <inkml:trace contextRef="#ctx0" brushRef="#br0" timeOffset="2332.089">1347 5 2080 0 0,'0'1'188'0'0,"1"0"0"0"0,-1 0 0 0 0,0-1 0 0 0,1 1 0 0 0,-1 0 0 0 0,0-1 0 0 0,1 1 0 0 0,-1 0 0 0 0,1-1 0 0 0,-1 1 0 0 0,1-1 0 0 0,-1 1 0 0 0,1-1 0 0 0,-1 1 0 0 0,1-1 0 0 0,0 1 0 0 0,-1-1 0 0 0,1 1 0 0 0,0-1 0 0 0,-1 0 0 0 0,1 1 0 0 0,0-1 0 0 0,-1 0 0 0 0,1 0 0 0 0,0 0 0 0 0,0 0 0 0 0,0 1 0 0 0,-1-1 0 0 0,1 0-1 0 0,0 0 1 0 0,0 0 0 0 0,-1 0 0 0 0,1-1 0 0 0,0 1 0 0 0,0 0 0 0 0,-1 0 0 0 0,1 0 0 0 0,0-1 0 0 0,-1 1 0 0 0,1 0 0 0 0,0-1 0 0 0,0 1 0 0 0,-1 0 0 0 0,1-1 0 0 0,-1 1 0 0 0,1-1 0 0 0,0 1 0 0 0,-1-1 0 0 0,1 1 0 0 0,-1-1 0 0 0,1 0 0 0 0,-1 1 0 0 0,0-1 0 0 0,1 0 0 0 0,-1 1 0 0 0,0-1 0 0 0,1 0 0 0 0,-1 1 0 0 0,0-1 0 0 0,0 0 0 0 0,0 0 0 0 0,1 1 0 0 0,-1-1 0 0 0,0 0 0 0 0,0 0 0 0 0,0 0-188 0 0,28 33 972 0 0,-7-9-3574 0 0,-2 1-6836 0 0,-14-20 8059 0 0</inkml:trace>
  <inkml:trace contextRef="#ctx0" brushRef="#br0" timeOffset="2783.769">1681 343 2056 0 0,'-2'-9'7812'0'0,"24"-2"-4801"0"0,-22 10-2871 0 0,105-19 3529 0 0,32 7-831 0 0,-81 12-5372 0 0,-55 1 1629 0 0,-1 0 762 0 0,0 0-1 0 0,-1 0 0 0 0,1-1 0 0 0,0 1 0 0 0,-1 0 0 0 0,1 0 0 0 0,0 0 0 0 0,-1 0 0 0 0,1 0 0 0 0,0-1 0 0 0,-1 1 0 0 0,1 0 1 0 0,0 0-1 0 0,-1-1 0 0 0,1 1 0 0 0,0 0 0 0 0,0 0 0 0 0,0-1 0 0 0,-1 1 0 0 0,1 0 0 0 0,0-1 0 0 0,0 1 0 0 0,0 0 0 0 0,0-1 1 0 0,-1 1-1 0 0,1 0 0 0 0,0-1 0 0 0,0 1 0 0 0,0 0 0 0 0,0-1 0 0 0,0 1 0 0 0,0 0 0 0 0,0-1 0 0 0,0 1 0 0 0,0-1 0 0 0,0 1 1 0 0,0 0-1 0 0,0-1 0 0 0,0 1 0 0 0,0 0 0 0 0,1-1 0 0 0,-1 1 0 0 0,0 0 0 0 0,0-1 0 0 0,0 1 0 0 0,0 0 0 0 0,1-1 0 0 0,-1 1 1 0 0,0 0-1 0 0,0 0 0 0 0,1-1 0 0 0,-1 1 0 0 0,0 0 0 0 0,1 0 0 0 0,-1-1 0 0 0,0 1 0 0 0,0 0 0 0 0,1 0 0 0 0,-1 0 0 0 0,0 0 1 0 0,1-1-1 0 0,-1 1 0 0 0,0 0 0 0 0,1 0 0 0 0,-1 0 0 0 0,1 0 0 0 0,-1 0 0 0 0,0 0 0 0 0,1 0 144 0 0,-13-10-2903 0 0,5 7 1521 0 0</inkml:trace>
  <inkml:trace contextRef="#ctx0" brushRef="#br0" timeOffset="3034.001">1858 165 1836 0 0,'-13'78'5180'0'0,"11"-43"-4155"0"0,-1-8-1117 0 0,0-1 0 0 0,-2 0 0 0 0,-1-1-1 0 0,-1 1 1 0 0,-1-1 0 0 0,-1 0-1 0 0,-4 6 93 0 0,-17 33-4225 0 0,20-46 2691 0 0</inkml:trace>
  <inkml:trace contextRef="#ctx0" brushRef="#br0" timeOffset="3201.337">1609 616 2336 0 0,'0'0'131'0'0,"1"0"-1"0"0,-1-1 0 0 0,0 1 0 0 0,0 0 1 0 0,1 0-1 0 0,-1 0 0 0 0,0 0 1 0 0,0-1-1 0 0,0 1 0 0 0,0 0 1 0 0,1 0-1 0 0,-1-1 0 0 0,0 1 1 0 0,0 0-1 0 0,0 0 0 0 0,0-1 1 0 0,0 1-1 0 0,0 0 0 0 0,1 0 1 0 0,-1-1-1 0 0,0 1 0 0 0,0 0 1 0 0,0 0-1 0 0,0-1 0 0 0,0 1 0 0 0,0 0 1 0 0,0-1-1 0 0,0 1 0 0 0,0 0 1 0 0,0 0-1 0 0,-1-1 0 0 0,1 1 1 0 0,0 0-1 0 0,0 0 0 0 0,0-1 1 0 0,0 1-1 0 0,0 0 0 0 0,0 0 1 0 0,-1-1-1 0 0,1 1 0 0 0,0 0 1 0 0,0 0-1 0 0,0-1 0 0 0,0 1 0 0 0,-1 0 1 0 0,1 0-1 0 0,0 0 0 0 0,0 0 1 0 0,-1-1-1 0 0,1 1 0 0 0,0 0 1 0 0,0 0-1 0 0,-1 0 0 0 0,1 0 1 0 0,0 0-1 0 0,-1 0-130 0 0,30-12 3155 0 0,221-1 1852 0 0,-200 13-4263 0 0,45 0-728 0 0,-55 0-5827 0 0,-39 0 4025 0 0,5 1-6454 0 0,-8-3 7005 0 0</inkml:trace>
  <inkml:trace contextRef="#ctx0" brushRef="#br0" timeOffset="3405.483">2021 473 2056 0 0,'0'0'236'0'0,"-1"-1"1"0"0,1 0-1 0 0,-1 1 0 0 0,1-1 0 0 0,-1 0 0 0 0,1 1 0 0 0,-1-1 1 0 0,0 1-1 0 0,1-1 0 0 0,-1 1 0 0 0,0-1 0 0 0,1 1 1 0 0,-1-1-1 0 0,0 1 0 0 0,1 0 0 0 0,-1-1 0 0 0,0 1 0 0 0,0 0 1 0 0,0 0-1 0 0,1 0 0 0 0,-1 0 0 0 0,0-1 0 0 0,0 1 0 0 0,0 0 1 0 0,0 0-1 0 0,1 1 0 0 0,-1-1 0 0 0,0 0 0 0 0,0 0 1 0 0,0 0-1 0 0,1 0 0 0 0,-1 1 0 0 0,0-1 0 0 0,0 0 0 0 0,1 1 1 0 0,-1-1-1 0 0,0 1 0 0 0,0-1 0 0 0,1 1-236 0 0,-50 40 1526 0 0,45-36-943 0 0,-37 37 543 0 0,-230 214 696 0 0,235-237-3046 0 0,12-15-3246 0 0,24-4 2811 0 0,0-3 97 0 0,-2-26-2949 0 0,5 21 3025 0 0</inkml:trace>
  <inkml:trace contextRef="#ctx0" brushRef="#br0" timeOffset="3593.326">1664 722 1440 0 0,'8'5'614'0'0,"0"1"-1"0"0,0-1 0 0 0,-1 2 1 0 0,0-1-1 0 0,0 1 0 0 0,0 0 1 0 0,-1 1-1 0 0,0 0 1 0 0,0 0-1 0 0,-1 0 0 0 0,0 0 1 0 0,-1 1-1 0 0,0 0 1 0 0,2 6-614 0 0,0-1 382 0 0,-1 1-1 0 0,0 0 1 0 0,-1 0 0 0 0,-1 0 0 0 0,-1 1 0 0 0,0-1 0 0 0,-1 0 0 0 0,0 5-382 0 0,-5 2-2673 0 0,-1-40-1058 0 0,8-26 1495 0 0,-2 40 1813 0 0</inkml:trace>
  <inkml:trace contextRef="#ctx0" brushRef="#br0" timeOffset="3790.127">1794 867 4896 0 0,'0'-9'360'0'0,"2"1"-1"0"0,-1-1 1 0 0,1 1-1 0 0,1-1 0 0 0,-1 1 1 0 0,1 0-1 0 0,1 0 1 0 0,-1 0-1 0 0,2 0 0 0 0,-1 1 1 0 0,1-1-1 0 0,0 1 1 0 0,0 0-1 0 0,1 1 0 0 0,0-1 1 0 0,0 1-1 0 0,0 1 1 0 0,4-3-360 0 0,8-2 745 0 0,-12 6-386 0 0,1 0 0 0 0,-1 1-1 0 0,1-1 1 0 0,0 2 0 0 0,0-1 0 0 0,0 1 0 0 0,0 0 0 0 0,0 0 0 0 0,1 1 0 0 0,-1 0 0 0 0,7 0-359 0 0,53 24 1554 0 0,-65-22-1549 0 0,0 0 1 0 0,0 0-1 0 0,0 0 1 0 0,0 1-1 0 0,0-1 1 0 0,0 1-1 0 0,0-1 1 0 0,-1 1-1 0 0,1 0 1 0 0,-1-1-1 0 0,1 1 1 0 0,-1 0-1 0 0,0 0 0 0 0,0 0 1 0 0,1 0-1 0 0,-1 0 1 0 0,-1 0-1 0 0,1 0 1 0 0,0 0-1 0 0,0 1 1 0 0,-1-1-1 0 0,0 0 1 0 0,1 0-1 0 0,-1 1 1 0 0,0-1-1 0 0,0 0 0 0 0,0 1 1 0 0,0-1-1 0 0,0 0 1 0 0,-1 1-1 0 0,1-1 1 0 0,-1 1-6 0 0,-26 69-2081 0 0,-42 13-7423 0 0,51-78 6531 0 0,11-6 1579 0 0</inkml:trace>
  <inkml:trace contextRef="#ctx0" brushRef="#br0" timeOffset="4095.245">1870 860 1392 0 0,'-7'-20'5638'0'0,"25"-11"-702"0"0,-22 55-5284 0 0,-3 26-522 0 0,8-48 878 0 0,-1-1 0 0 0,0 0 0 0 0,0 0 0 0 0,1 0 0 0 0,-1 0 0 0 0,1 0 0 0 0,-1 0 0 0 0,1 0-1 0 0,-1 0 1 0 0,1 0 0 0 0,0 0 0 0 0,-1 0 0 0 0,1 0 0 0 0,0 0 0 0 0,0 0 0 0 0,0 0 0 0 0,0-1 0 0 0,0 1 0 0 0,0 0-1 0 0,0-1 1 0 0,0 1 0 0 0,0 0 0 0 0,0-1 0 0 0,0 0 0 0 0,0 1 0 0 0,0-1 0 0 0,0 0 0 0 0,1 1 0 0 0,-1-1 0 0 0,0 0-1 0 0,0 0 1 0 0,0 0 0 0 0,1 0 0 0 0,0 0-8 0 0,17 5 123 0 0,-3-8-7981 0 0,-15 3 6532 0 0</inkml:trace>
  <inkml:trace contextRef="#ctx0" brushRef="#br0" timeOffset="4796.217">2354 224 1760 0 0,'-4'-22'12455'0'0,"26"21"-7593"0"0,-8 3-4480 0 0,10 3 695 0 0,-23-5-744 0 0,1 0-29 0 0,3 2-269 0 0,-1-1-1 0 0,1 1 0 0 0,-1 0 1 0 0,0 0-1 0 0,1 0 0 0 0,-1 1 1 0 0,0-1-1 0 0,0 1 0 0 0,-1 0 1 0 0,1 0-1 0 0,-1 1 1 0 0,1-1-1 0 0,-1 1 0 0 0,0 0 1 0 0,0-1-1 0 0,-1 1 0 0 0,1 0 1 0 0,-1 1-1 0 0,0-1 0 0 0,0 0 1 0 0,0 1-1 0 0,0-1 1 0 0,-1 1-1 0 0,0 0 0 0 0,0-1 1 0 0,0 1-1 0 0,-1 0 0 0 0,0 0 1 0 0,1-1-1 0 0,-2 4-34 0 0,29 174-2169 0 0,-28-156 2161 0 0,-12 1-75 0 0,10-25-11 0 0,0 0 0 0 0,-1 0-1 0 0,0 0 1 0 0,1 0 0 0 0,-1-1 0 0 0,0 1 0 0 0,0-1 0 0 0,0 0 0 0 0,0 0 0 0 0,0 0 0 0 0,0 0 0 0 0,0 0-1 0 0,0-1 1 0 0,0 1 0 0 0,-1-1 0 0 0,1 0 0 0 0,0 0 0 0 0,0 0 0 0 0,0 0 0 0 0,-1-1 0 0 0,1 1-1 0 0,0-1 1 0 0,0 0 0 0 0,0 0 0 0 0,0 0 0 0 0,0 0 0 0 0,0 0 0 0 0,0-1 0 0 0,0 1 0 0 0,1-1-1 0 0,-1 0 1 0 0,0 0 0 0 0,1 0 0 0 0,-1-1 94 0 0,1 2 28 0 0,-155-69-3959 0 0,108 34 3476 0 0,39 25 1760 0 0,11 53 3670 0 0,31 319-67 0 0,-28-206-11396 0 0,-4-154 4439 0 0,0-1 35 0 0,0 0 115 0 0,-1 12-2783 0 0,7-27 1298 0 0,3-2 2110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4:39.639"/>
    </inkml:context>
    <inkml:brush xml:id="br0">
      <inkml:brushProperty name="width" value="0.05" units="cm"/>
      <inkml:brushProperty name="height" value="0.05" units="cm"/>
      <inkml:brushProperty name="color" value="#FFFFFF"/>
    </inkml:brush>
  </inkml:definitions>
  <inkml:trace contextRef="#ctx0" brushRef="#br0">1 1 1588 0 0,'8'15'11891'0'0,"6"7"-6385"0"0,49 87-3055 0 0,-44-72-2399 0 0,-4-15-3310 0 0,-5-17-6539 0 0,9-5 6127 0 0,-13 0 2148 0 0,-5 0-67 0 0</inkml:trace>
  <inkml:trace contextRef="#ctx0" brushRef="#br0" timeOffset="296.792">368 52 1360 0 0,'46'-24'13931'0'0,"-48"40"-10385"0"0,-16 12-2481 0 0,-1-7-794 0 0,-1-1 0 0 0,-1-1 1 0 0,-1 0-1 0 0,0-2 0 0 0,-19 11-271 0 0,3-1-937 0 0,10-17-2571 0 0,27-10 2636 0 0,1 0-60 0 0,0 0-388 0 0,0 0-274 0 0,-12-3-3427 0 0,5-17 682 0 0,7 18 2948 0 0</inkml:trace>
  <inkml:trace contextRef="#ctx0" brushRef="#br0" timeOffset="574.133">170 189 876 0 0,'10'6'10278'0'0,"2"59"-2180"0"0,-5-36-7243 0 0,-5 142 1979 0 0,-19-22-4252 0 0,4-90-3571 0 0,-2 5-8735 0 0,13-56 12262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4:39.126"/>
    </inkml:context>
    <inkml:brush xml:id="br0">
      <inkml:brushProperty name="width" value="0.05" units="cm"/>
      <inkml:brushProperty name="height" value="0.05" units="cm"/>
      <inkml:brushProperty name="color" value="#FFFFFF"/>
    </inkml:brush>
  </inkml:definitions>
  <inkml:trace contextRef="#ctx0" brushRef="#br0">1 1 2240 0 0,'7'2'9870'0'0,"8"2"-4631"0"0,82 13-1909 0 0,69-16 297 0 0,-44-20-2735 0 0,-80 17-3040 0 0,-42 2 1263 0 0,-5 7-6833 0 0,-18 4 1554 0 0,-34 6 878 0 0,45-14 3973 0 0</inkml:trace>
  <inkml:trace contextRef="#ctx0" brushRef="#br0" timeOffset="185.478">269 66 1428 0 0,'-30'39'7245'0'0,"11"42"-4396"0"0,18-76-2487 0 0,-27 246 3809 0 0,27-188-6728 0 0,2-39-3224 0 0,-1-22 4109 0 0,9 6-1377 0 0,-3-10 1585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4:38.195"/>
    </inkml:context>
    <inkml:brush xml:id="br0">
      <inkml:brushProperty name="width" value="0.05" units="cm"/>
      <inkml:brushProperty name="height" value="0.05" units="cm"/>
      <inkml:brushProperty name="color" value="#FFFFFF"/>
    </inkml:brush>
  </inkml:definitions>
  <inkml:trace contextRef="#ctx0" brushRef="#br0">10 152 1760 0 0,'1'-2'8092'0'0,"2"15"-4436"0"0,8 46-1717 0 0,-3 269 2148 0 0,-19-284-4743 0 0,2-26-2170 0 0,5-11 182 0 0,-2-13-5124 0 0,4-3 5468 0 0,2 1 784 0 0</inkml:trace>
  <inkml:trace contextRef="#ctx0" brushRef="#br0" timeOffset="286.633">16 61 1748 0 0,'18'-24'10142'0'0,"29"12"-7048"0"0,-45 11-2735 0 0,133 1 4268 0 0,-34-14-3553 0 0,-43 5-3400 0 0,-58 9 1431 0 0,-9 23-8658 0 0,-17 9 6638 0 0,25-31 2725 0 0,-16 17-1315 0 0,-3 2-67 0 0</inkml:trace>
  <inkml:trace contextRef="#ctx0" brushRef="#br0" timeOffset="568.523">80 270 1652 0 0,'-2'13'11229'0'0,"23"-6"-6388"0"0,36-6-3120 0 0,-50-1-1054 0 0,84 1 910 0 0,-46 0-5818 0 0,2-1-10376 0 0,-38 0 13060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4:37.427"/>
    </inkml:context>
    <inkml:brush xml:id="br0">
      <inkml:brushProperty name="width" value="0.05" units="cm"/>
      <inkml:brushProperty name="height" value="0.05" units="cm"/>
      <inkml:brushProperty name="color" value="#FFFFFF"/>
    </inkml:brush>
  </inkml:definitions>
  <inkml:trace contextRef="#ctx0" brushRef="#br0">26 15 1824 0 0,'4'-3'12104'0'0,"29"4"-9526"0"0,-16 0-1228 0 0,132-1 1908 0 0,-50 0-7665 0 0,-97-3 3387 0 0,-1 3 1082 0 0,5-11-1427 0 0,-24 13-6950 0 0,6 2 5176 0 0,4 1 1637 0 0</inkml:trace>
  <inkml:trace contextRef="#ctx0" brushRef="#br0" timeOffset="204.445">271 34 1612 0 0,'-8'6'537'0'0,"1"1"-1"0"0,0 0 1 0 0,0 0 0 0 0,0 0-1 0 0,1 1 1 0 0,0 0 0 0 0,0 1-1 0 0,1-1 1 0 0,0 1 0 0 0,-2 6-537 0 0,-45 140 3567 0 0,17-19-4057 0 0,5-42-6429 0 0,22-83 5458 0 0</inkml:trace>
  <inkml:trace contextRef="#ctx0" brushRef="#br0" timeOffset="487.393">29 551 1044 0 0,'-21'-1'6918'0'0,"13"0"-548"0"0,25-4-2750 0 0,125-14 1589 0 0,-44 19-6214 0 0,-54 0-1983 0 0,7 0-12720 0 0,-41 0 14140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4:36.544"/>
    </inkml:context>
    <inkml:brush xml:id="br0">
      <inkml:brushProperty name="width" value="0.05" units="cm"/>
      <inkml:brushProperty name="height" value="0.05" units="cm"/>
      <inkml:brushProperty name="color" value="#FFFFFF"/>
    </inkml:brush>
  </inkml:definitions>
  <inkml:trace contextRef="#ctx0" brushRef="#br0">2 72 976 0 0,'0'-3'1462'0'0,"0"2"-877"0"0,-1-9-523 0 0,8-2 4698 0 0,16-15-3860 0 0,-22 27-800 0 0,-1 1 0 0 0,0-1-1 0 0,0 0 1 0 0,0 0-1 0 0,1 1 1 0 0,-1-1 0 0 0,0 0-1 0 0,1 0 1 0 0,-1 0-1 0 0,0 1 1 0 0,0-1-1 0 0,1 0 1 0 0,-1 0 0 0 0,0 0-1 0 0,1 0 1 0 0,-1 0-1 0 0,0 0 1 0 0,1 0-1 0 0,-1 1 1 0 0,0-1 0 0 0,1 0-1 0 0,-1 0 1 0 0,1 0-1 0 0,-1 0 1 0 0,0 0-1 0 0,1-1 1 0 0,-1 1 0 0 0,0 0-1 0 0,1 0 1 0 0,-1 0-1 0 0,0 0 1 0 0,1 0 0 0 0,-1 0-1 0 0,0-1 1 0 0,1 1-1 0 0,-1 0 1 0 0,0 0-1 0 0,0 0 1 0 0,1-1 0 0 0,-1 1-1 0 0,0 0 1 0 0,0 0-1 0 0,1-1 1 0 0,-1 1-1 0 0,0 0 1 0 0,0-1 0 0 0,0 1-1 0 0,0 0 1 0 0,1 0-1 0 0,-1-1 1 0 0,0 1-1 0 0,0-1 1 0 0,0 1-100 0 0,1 6 338 0 0,7 48 724 0 0,-3 0 0 0 0,-2-1-1 0 0,-2 2 1 0 0,-3 7-1062 0 0,1 21 653 0 0,-16 65-284 0 0,-2 43-3131 0 0,19-189 1865 0 0,0-2-146 0 0,-3 13-4760 0 0,1-16 1122 0 0,3-4 3269 0 0,-2-4-56 0 0</inkml:trace>
  <inkml:trace contextRef="#ctx0" brushRef="#br0" timeOffset="307.097">30 23 1248 0 0,'3'-16'7666'0'0,"12"13"-4394"0"0,-10 2-3010 0 0,196-2 5316 0 0,-115 5-9327 0 0,-83 1 2004 0 0,-2-1 1390 0 0,0 0 0 0 0,0 1 0 0 0,0-1 0 0 0,0 0-1 0 0,-1 0 1 0 0,1 1 0 0 0,-1-1 0 0 0,0 1 0 0 0,1-1-1 0 0,-1 0 1 0 0,0 1 0 0 0,-1-1 0 0 0,1 1-1 0 0,0-1 1 0 0,-1 0 0 0 0,1 1 0 0 0,-1-1 0 0 0,1 0-1 0 0,-1 1 1 0 0,0-1 0 0 0,0 0 0 0 0,0 0-1 0 0,-1 0 1 0 0,1 0 0 0 0,0 0 0 0 0,-1 0 0 0 0,-1 1 355 0 0,-12 15-1462 0 0</inkml:trace>
  <inkml:trace contextRef="#ctx0" brushRef="#br0" timeOffset="565.211">90 264 1856 0 0,'0'0'244'0'0,"1"0"-1"0"0,-1 0 0 0 0,0 1 1 0 0,0-1-1 0 0,1 0 1 0 0,-1 0-1 0 0,0 1 0 0 0,0-1 1 0 0,0 0-1 0 0,1 1 1 0 0,-1-1-1 0 0,0 0 1 0 0,0 0-1 0 0,0 1 0 0 0,0-1 1 0 0,1 1-1 0 0,-1-1 1 0 0,0 0-1 0 0,0 1 0 0 0,0-1 1 0 0,0 0-1 0 0,0 1 1 0 0,0-1-1 0 0,0 0 1 0 0,0 1-1 0 0,0-1 0 0 0,0 1 1 0 0,0-1-1 0 0,-1 0 1 0 0,1 1-1 0 0,0-1 0 0 0,0 0 1 0 0,0 1-1 0 0,0-1 1 0 0,0 0-1 0 0,-1 1 1 0 0,1-1-1 0 0,0 0 0 0 0,0 0 1 0 0,-1 1-1 0 0,1-1 1 0 0,0 0-1 0 0,0 0 0 0 0,-1 1 1 0 0,1-1-244 0 0,126 20 5170 0 0,-66-12-3875 0 0,10 1-1180 0 0,-68-9-841 0 0,-2 0-261 0 0,39 0-13482 0 0,-37 0 12973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4:45.726"/>
    </inkml:context>
    <inkml:brush xml:id="br0">
      <inkml:brushProperty name="width" value="0.05" units="cm"/>
      <inkml:brushProperty name="height" value="0.05" units="cm"/>
      <inkml:brushProperty name="color" value="#FFFFFF"/>
    </inkml:brush>
  </inkml:definitions>
  <inkml:trace contextRef="#ctx0" brushRef="#br0">0 21 1224 0 0,'0'-17'1173'0'0,"0"14"-101"0"0,0 3-64 0 0,0 0-76 0 0,0 0-94 0 0,0 0 1 0 0,0 0-56 0 0,0 0-59 0 0,0 0-60 0 0,0 0 1 0 0,0 0-66 0 0,0 0-79 0 0,0 0-15 0 0,5 1-3 0 0,-3 0-400 0 0,1 1 0 0 0,-1 0 0 0 0,1 0 0 0 0,-1-1 0 0 0,0 1 0 0 0,0 0 0 0 0,1 1 0 0 0,-1-1 0 0 0,-1 0 0 0 0,1 1 0 0 0,0-1 0 0 0,-1 1 0 0 0,1-1 0 0 0,-1 1 0 0 0,0 0 0 0 0,0 0 0 0 0,0-1 0 0 0,0 1 0 0 0,0 0 0 0 0,0 0 0 0 0,-1 2-102 0 0,48 149 2298 0 0,-14-55 120 0 0,-17-61-1640 0 0,-3 39 135 0 0,9 61-807 0 0,9 14-201 0 0,-18-107 161 0 0,-14-45-89 0 0,0 0 34 0 0,0 0-21 0 0,0 0-7 0 0,0 0 43 0 0,0 0 26 0 0,0 0-32 0 0,0 0 27 0 0,5 2 173 0 0,40-76 89 0 0,94-236-246 0 0,-72 159-164 0 0,-64 135-3744 0 0,-18 18-7545 0 0,14 0 8224 0 0,2 0 1788 0 0</inkml:trace>
  <inkml:trace contextRef="#ctx0" brushRef="#br0" timeOffset="1023.545">739 226 1448 0 0,'-5'4'7971'0'0,"-17"47"-5596"0"0,-98 254 2756 0 0,93-240-3979 0 0,38-111-2433 0 0,79-192-2312 0 0,-31 109 2408 0 0,-58 128 1238 0 0,0 1 1 0 0,0 0 0 0 0,0 0-1 0 0,1 0 1 0 0,-1-1-1 0 0,0 1 1 0 0,0 0 0 0 0,0 1-1 0 0,0-1 1 0 0,0 0-1 0 0,0 0 1 0 0,0 0 0 0 0,0 1-1 0 0,0-1 1 0 0,0 0-1 0 0,0 1 1 0 0,0-1-1 0 0,0 1 1 0 0,0 0 0 0 0,0-1-1 0 0,0 1 1 0 0,0 0-1 0 0,0-1 1 0 0,0 1 0 0 0,-1 0-1 0 0,1 0 1 0 0,0 0-1 0 0,-1-1 1 0 0,1 1 0 0 0,0 0-1 0 0,-1 0 1 0 0,1 0-1 0 0,-1 0 1 0 0,0 0 0 0 0,1 0-1 0 0,-1 0 1 0 0,0 1-54 0 0,2 0-112 0 0,39 118 2050 0 0,-8 53 1385 0 0,-32-173-3303 0 0,-1 1-1 0 0,0-1 0 0 0,1 1 0 0 0,-1-1 0 0 0,1 1 0 0 0,-1-1 0 0 0,1 1 0 0 0,0-1 0 0 0,-1 0 1 0 0,1 1-1 0 0,-1-1 0 0 0,1 0 0 0 0,0 0 0 0 0,-1 0 0 0 0,1 1 0 0 0,-1-1 0 0 0,1 0 1 0 0,0 0-1 0 0,-1 0 0 0 0,1 0 0 0 0,0 0 0 0 0,-1 0 0 0 0,1 0 0 0 0,0 0 0 0 0,-1 0 0 0 0,1 0 1 0 0,0-1-1 0 0,-1 1 0 0 0,1 0 0 0 0,0 0 0 0 0,-1-1 0 0 0,1 1 0 0 0,-1 0 0 0 0,1-1 1 0 0,-1 1-1 0 0,1 0 0 0 0,-1-1 0 0 0,1 1 0 0 0,-1-1 0 0 0,1 1 0 0 0,-1-1 0 0 0,1 1 0 0 0,-1-1 1 0 0,0 1-1 0 0,1-1 0 0 0,-1 1 0 0 0,0-1 0 0 0,1 0 0 0 0,-1 1 0 0 0,0-1 0 0 0,0 0 0 0 0,0 1 1 0 0,0-1-1 0 0,0 0 0 0 0,1 1 0 0 0,-1-1 0 0 0,0 0-19 0 0,5-6 43 0 0,42-102 166 0 0,-17 26-206 0 0,-13 44 23 0 0,-15 32-30 0 0,0 0-1 0 0,1 1 0 0 0,0-1 0 0 0,0 1 0 0 0,0-1 1 0 0,1 1-1 0 0,0 0 0 0 0,1 1 0 0 0,-1-1 0 0 0,1 1 1 0 0,0-1-1 0 0,1 1 5 0 0,-5 4 63 0 0,-1 1 27 0 0,4 5-8 0 0,4 7 18 0 0,-1 0 1 0 0,0 0 0 0 0,0 1-1 0 0,-1 0 1 0 0,-1 1 0 0 0,0-1-1 0 0,-1 1 1 0 0,-1 0 0 0 0,0 0-1 0 0,-1 0 1 0 0,1 6-101 0 0,15 64 448 0 0,-6 63-1174 0 0,-13-112-3060 0 0,1-34 2585 0 0,0-1-597 0 0,1 1 1642 0 0,-1 0-1 0 0,1-1 1 0 0,-1 1 0 0 0,1 0 0 0 0,-1-1 0 0 0,1 1 0 0 0,0-1-1 0 0,-1 1 1 0 0,1-1 0 0 0,0 1 0 0 0,-1-1 0 0 0,1 1 0 0 0,0-1-1 0 0,0 1 1 0 0,0-1 0 0 0,-1 0 0 0 0,1 0 0 0 0,0 1 0 0 0,0-1-1 0 0,0 0 1 0 0,0 0 0 0 0,-1 0 0 0 0,1 0 0 0 0,0 0 0 0 0,0 0-1 0 0,0 0 1 0 0,0 0 0 0 0,0 0 0 0 0,-1-1 0 0 0,1 1 0 0 0,0 0-1 0 0,0 0 1 0 0,0-1 0 0 0,-1 1 0 0 0,1-1 0 0 0,0 1 0 0 0,0-1-1 0 0,-1 1 1 0 0,1-1 0 0 0,0 1 0 0 0,-1-1 0 0 0,1 1 0 0 0,0-1-1 0 0,-1 0 1 0 0,1 1 0 0 0,-1-1 0 0 0,0 0 0 0 0,1 0 0 0 0,-1 1-1 0 0,1-1 1 0 0,-1 0 0 0 0,0 0 0 0 0,0 0 0 0 0,1 1 0 0 0,-1-1-1 0 0,0 0 1 0 0,0 0 0 0 0,0-1 156 0 0,16-34-3025 0 0,-9 15 1637 0 0</inkml:trace>
  <inkml:trace contextRef="#ctx0" brushRef="#br0" timeOffset="1383.688">1274 310 1648 0 0,'10'7'7363'0'0,"-5"19"-3925"0"0,1 116 2103 0 0,-31-23-3138 0 0,23-60-656 0 0,16-39-1426 0 0,-11-18-282 0 0,0 0-1 0 0,1 0 1 0 0,-1-1-1 0 0,0 1 1 0 0,1-1-1 0 0,-1 0 1 0 0,1 0-1 0 0,0 0 1 0 0,-1-1-1 0 0,1 1 1 0 0,0-1-1 0 0,-1 0 1 0 0,1 0-1 0 0,0 0 1 0 0,0 0-1 0 0,-1-1 1 0 0,2 0-39 0 0,10 0 75 0 0,92-23-7 0 0,-33 4-1937 0 0,-54 9-1702 0 0,-1-17-8876 0 0,-19 27 10826 0 0,0 1 34 0 0</inkml:trace>
  <inkml:trace contextRef="#ctx0" brushRef="#br0" timeOffset="5765.486">1239 217 1480 0 0,'0'0'1316'0'0,"0"0"-102"0"0,0 0-92 0 0,0 0-40 0 0,0 0-101 0 0,0 0-68 0 0,0 0-50 0 0,0 0-92 0 0,0 0-48 0 0,0 0-69 0 0,0 0-35 0 0,0 0-1 0 0,0 0 155 0 0,0 0-69 0 0,0 0-77 0 0,0 0 25 0 0,0 0-55 0 0,0 0-21 0 0,0 0-17 0 0,0 0-54 0 0,0 0-9 0 0,0 0 10 0 0,0 0-71 0 0,0 0-45 0 0,0 0-43 0 0,0 4 23 0 0,0-3-342 0 0,0-1 1 0 0,0 1-1 0 0,0 0 0 0 0,0-1 0 0 0,1 1 0 0 0,-1 0 1 0 0,0-1-1 0 0,0 1 0 0 0,0 0 0 0 0,1-1 0 0 0,-1 1 1 0 0,0 0-1 0 0,1-1 0 0 0,-1 1 0 0 0,1-1 0 0 0,-1 1 1 0 0,1-1-1 0 0,-1 1 0 0 0,1-1 0 0 0,-1 1 0 0 0,1-1 1 0 0,-1 1-1 0 0,1-1 0 0 0,0 0 0 0 0,-1 1 0 0 0,1-1 1 0 0,-1 0-1 0 0,1 0 0 0 0,0 1 0 0 0,-1-1 0 0 0,1 0 1 0 0,0 0-1 0 0,0 0 0 0 0,-1 0 0 0 0,1 0 0 0 0,0 0 0 0 0,-1 0 1 0 0,1 0-1 0 0,0 0 0 0 0,-1 0 0 0 0,1 0 0 0 0,0 0 1 0 0,-1-1-1 0 0,1 1 0 0 0,0 0 0 0 0,-1 0 0 0 0,1-1-27 0 0,18 0 717 0 0,161-34 572 0 0,-135 24-4518 0 0,-74 17-9338 0 0,1 16 8007 0 0,11-11 3041 0 0</inkml:trace>
  <inkml:trace contextRef="#ctx0" brushRef="#br0" timeOffset="6149.076">1257 359 1600 0 0,'-7'5'8560'0'0,"16"0"-3992"0"0,22 3-1384 0 0,-26-7-2303 0 0,150 13 3491 0 0,-101-14-4158 0 0,-16 0-4827 0 0,16-22-3763 0 0,-5-2 514 0 0,-41 22 6494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5:35.194"/>
    </inkml:context>
    <inkml:brush xml:id="br0">
      <inkml:brushProperty name="width" value="0.05" units="cm"/>
      <inkml:brushProperty name="height" value="0.05" units="cm"/>
      <inkml:brushProperty name="color" value="#FFFFFF"/>
    </inkml:brush>
  </inkml:definitions>
  <inkml:trace contextRef="#ctx0" brushRef="#br0">1 3 2076 0 0,'0'-1'9377'0'0,"12"0"-4915"0"0,35 1-1968 0 0,357 1 3608 0 0,-236-1-6602 0 0,-98 0-7850 0 0,-62 16 4297 0 0,-29 16-1227 0 0,-27 4 2264 0 0,20-20 1564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5:32.907"/>
    </inkml:context>
    <inkml:brush xml:id="br0">
      <inkml:brushProperty name="width" value="0.05" units="cm"/>
      <inkml:brushProperty name="height" value="0.05" units="cm"/>
      <inkml:brushProperty name="color" value="#FFFFFF"/>
    </inkml:brush>
  </inkml:definitions>
  <inkml:trace contextRef="#ctx0" brushRef="#br0">208 0 1676 0 0,'0'0'1805'0'0,"0"0"-166"0"0,0 0-214 0 0,0 0-133 0 0,0 0-57 0 0,0 0-166 0 0,2 3-134 0 0,-1-2-754 0 0,1 1 1 0 0,-1 0-1 0 0,0 0 1 0 0,0 0-1 0 0,0 0 1 0 0,0 0 0 0 0,-1 0-1 0 0,1 0 1 0 0,-1 0-1 0 0,1 0 1 0 0,-1 0-1 0 0,0 0 1 0 0,1 0-1 0 0,-1 0 1 0 0,0 1 0 0 0,0-1-1 0 0,-1 0 1 0 0,1 0-1 0 0,0 0 1 0 0,-1 0-1 0 0,1 0 1 0 0,-1 0-1 0 0,0 2-181 0 0,0-3 495 0 0,0 14 265 0 0,0-8-612 0 0,0 0 0 0 0,0 0 0 0 0,0 0 0 0 0,1 0 1 0 0,0 0-1 0 0,0 0 0 0 0,1 1 0 0 0,0-1 1 0 0,0 0-1 0 0,1 0 0 0 0,0-1 0 0 0,0 1 0 0 0,0 0 1 0 0,1-1-1 0 0,0 1 0 0 0,2 2-148 0 0,99 186 892 0 0,-68-103 319 0 0,-38-84-190 0 0,-59 27-765 0 0,47-33-490 0 0,1 0-1 0 0,0-1 1 0 0,-1 0 0 0 0,1-1 0 0 0,0-1 0 0 0,-1 0 0 0 0,1 0-1 0 0,0-2 1 0 0,-1 0 0 0 0,1 0 0 0 0,1-1 0 0 0,-1 0 0 0 0,1-2-1 0 0,-2 0 235 0 0,-52-39-3813 0 0,62 42 3365 0 0,0 0-1 0 0,1 0 0 0 0,-1 0 1 0 0,1-1-1 0 0,0 1 1 0 0,0-1-1 0 0,1 1 1 0 0,-1-1-1 0 0,1 0 0 0 0,0 0 1 0 0,0 0-1 0 0,0-1 1 0 0,0 1-1 0 0,1 0 1 0 0,-1-1-1 0 0,1 1 0 0 0,0-1 1 0 0,1 1-1 0 0,-1-1 1 0 0,1 1-1 0 0,0-1 1 0 0,0 0-1 0 0,0 1 0 0 0,1-1 1 0 0,-1 1-1 0 0,1-2 449 0 0,12-22-1370 0 0</inkml:trace>
  <inkml:trace contextRef="#ctx0" brushRef="#br0" timeOffset="250.797">210 101 1356 0 0,'38'2'8391'0'0,"21"8"-3481"0"0,21 2-1818 0 0,29-10-74 0 0,-79-2-5587 0 0,-1-13-22 0 0,1-2-5834 0 0,-29 15 6912 0 0,-1 0 98 0 0,0 0 90 0 0,0 0 96 0 0</inkml:trace>
  <inkml:trace contextRef="#ctx0" brushRef="#br0" timeOffset="719.759">656 246 1088 0 0,'1'0'8609'0'0,"-4"8"-6106"0"0,-3 83 3229 0 0,7-58-4909 0 0,-1-24-712 0 0,1-1 0 0 0,-1 0 0 0 0,1 0 1 0 0,1-1-1 0 0,-1 1 0 0 0,2 0 0 0 0,-1 0 0 0 0,1-1 0 0 0,0 1 0 0 0,0-1 1 0 0,1 0-1 0 0,0 0 0 0 0,0 0 0 0 0,1 0 0 0 0,0-1 0 0 0,0 0-111 0 0,42 17 633 0 0,-46-23-515 0 0,19-3 47 0 0,-9-6-92 0 0,0 1 0 0 0,0-1-1 0 0,-1-1 1 0 0,0 0-1 0 0,-1 0 1 0 0,0-1 0 0 0,-1 0-1 0 0,0-1 1 0 0,-1 1-1 0 0,0-1 1 0 0,-1-1 0 0 0,0 0-1 0 0,-1 0 1 0 0,0 0 0 0 0,-1 0-1 0 0,-1 0 1 0 0,0-1-1 0 0,-1 0 1 0 0,0 0 0 0 0,-1 0-1 0 0,0 1 1 0 0,-2-1-1 0 0,0-2-72 0 0,1 14 9 0 0,0 1 1 0 0,0-1-1 0 0,0 1 0 0 0,0-1 0 0 0,-1 1 0 0 0,1-1 0 0 0,0 1 0 0 0,-1-1 0 0 0,0 1 0 0 0,1 0 0 0 0,-1-1 0 0 0,0 1 0 0 0,1 0 0 0 0,-1-1 0 0 0,0 1 0 0 0,0 0 0 0 0,0 0 0 0 0,0 0 0 0 0,-1 0 0 0 0,1 0 0 0 0,0 0 0 0 0,0 0 0 0 0,0 0 1 0 0,-1 0-1 0 0,1 1 0 0 0,-1-1 0 0 0,1 0 0 0 0,0 1 0 0 0,-1-1 0 0 0,1 1 0 0 0,-1 0 0 0 0,1-1 0 0 0,-1 1 0 0 0,1 0 0 0 0,-1 0 0 0 0,0 0 0 0 0,1 0 0 0 0,-1 0 0 0 0,1 0 0 0 0,-2 1-9 0 0,-57 11-519 0 0,-43 35-2130 0 0,9 8-4010 0 0,38-21 742 0 0,29-8 1308 0 0,21-20 3045 0 0</inkml:trace>
  <inkml:trace contextRef="#ctx0" brushRef="#br0" timeOffset="1987.535">74 607 1076 0 0,'0'0'1505'0'0,"0"0"-120"0"0,0 0-133 0 0,0 0-69 0 0,-3 0-99 0 0,3 0-1023 0 0,-1 0 1 0 0,1 0-1 0 0,-1 0 1 0 0,0-1-1 0 0,1 1 1 0 0,-1 0-1 0 0,1 0 1 0 0,-1 1-1 0 0,1-1 1 0 0,-1 0-1 0 0,1 0 1 0 0,-1 0-1 0 0,0 0 1 0 0,1 0-1 0 0,-1 0 1 0 0,1 1-1 0 0,-1-1 1 0 0,1 0-1 0 0,-1 1 1 0 0,1-1-1 0 0,0 0 1 0 0,-1 1-1 0 0,1-1 1 0 0,-1 0-1 0 0,1 1 1 0 0,0-1-1 0 0,-1 1 1 0 0,1-1-1 0 0,0 1 1 0 0,-1-1-1 0 0,1 0 1 0 0,0 1-1 0 0,0 0 1 0 0,-1-1-1 0 0,1 1 1 0 0,0-1-1 0 0,0 1 1 0 0,0-1-1 0 0,0 1 1 0 0,0-1-1 0 0,0 1 1 0 0,0-1-1 0 0,0 1 1 0 0,0 0-1 0 0,0-1 1 0 0,0 1-1 0 0,0-1 1 0 0,0 1-62 0 0,0 2 995 0 0,0-3-89 0 0,0 0-11 0 0,0 0 6 0 0,-2 8-42 0 0,-8 22-73 0 0,33 0 1319 0 0,-11-24-1798 0 0,1 1 0 0 0,-1-2 0 0 0,1 0 0 0 0,0 0 0 0 0,0-1 0 0 0,1-1 0 0 0,-1 0 0 0 0,1-1 1 0 0,-1 0-1 0 0,1-1 0 0 0,0-1 0 0 0,0 0 0 0 0,-1-1 0 0 0,10-2-307 0 0,21 2 510 0 0,102-21 268 0 0,96-21-1742 0 0,-197 34-869 0 0,-45 9 1640 0 0,-1 0 0 0 0,1 1 1 0 0,0-1-1 0 0,0 0 0 0 0,0 1 0 0 0,0-1 1 0 0,0 0-1 0 0,0 1 0 0 0,0-1 1 0 0,0 0-1 0 0,0 0 0 0 0,0 1 0 0 0,0-1 1 0 0,0 0-1 0 0,0 1 0 0 0,0-1 0 0 0,0 0 1 0 0,0 1-1 0 0,0-1 0 0 0,0 0 1 0 0,0 0-1 0 0,0 1 0 0 0,1-1 0 0 0,-1 0 1 0 0,0 0-1 0 0,0 1 0 0 0,0-1 0 0 0,1 0 1 0 0,-1 0-1 0 0,0 1 0 0 0,0-1 1 0 0,0 0-1 0 0,1 0 0 0 0,-1 0 0 0 0,0 0 1 0 0,0 1-1 0 0,1-1 0 0 0,-1 0 0 0 0,0 0 1 0 0,1 0-1 0 0,-1 0 0 0 0,0 0 0 0 0,0 0 1 0 0,1 0-1 0 0,-1 0 0 0 0,0 0 1 0 0,1 0 192 0 0,-26 20-2845 0 0,-103 47-3118 0 0,91-43 4603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6:16.264"/>
    </inkml:context>
    <inkml:brush xml:id="br0">
      <inkml:brushProperty name="width" value="0.05" units="cm"/>
      <inkml:brushProperty name="height" value="0.05" units="cm"/>
      <inkml:brushProperty name="color" value="#FFFFFF"/>
    </inkml:brush>
  </inkml:definitions>
  <inkml:trace contextRef="#ctx0" brushRef="#br0">1 341 1756 0 0,'0'0'1978'0'0,"0"0"-225"0"0,0-4-73 0 0,0-4 199 0 0,5-15 17728 0 0,0 21-19030 0 0,2 2-3372 0 0,182 8 5114 0 0,-59-27-1770 0 0,264 11-907 0 0,-392 8 4 0 0,6-1-1567 0 0,0-1-1111 0 0,-19 2-1020 0 0,-49-7-12468 0 0,50 7 15066 0 0</inkml:trace>
  <inkml:trace contextRef="#ctx0" brushRef="#br0" timeOffset="433.873">398 30 2184 0 0,'-9'-21'8490'0'0,"7"13"-3128"0"0,15 42-3638 0 0,-4 0-1069 0 0,-1 1-1 0 0,-2 0 1 0 0,-2 0 0 0 0,0 35-655 0 0,0-16 368 0 0,3 298-525 0 0,-7-263-5008 0 0,0-88 3311 0 0,-8 6-3318 0 0,11-33 131 0 0,-3 16 3455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6:21.708"/>
    </inkml:context>
    <inkml:brush xml:id="br0">
      <inkml:brushProperty name="width" value="0.05" units="cm"/>
      <inkml:brushProperty name="height" value="0.05" units="cm"/>
      <inkml:brushProperty name="color" value="#FFFFFF"/>
    </inkml:brush>
  </inkml:definitions>
  <inkml:trace contextRef="#ctx0" brushRef="#br0">83 189 1216 0 0,'-15'0'1170'0'0,"11"0"-46"0"0,4 0-58 0 0,0 0-101 0 0,-2 0-29 0 0,-37-8 3129 0 0,16 9 1345 0 0,30 6-2026 0 0,94 7-673 0 0,47-14-647 0 0,85-37-889 0 0,20 23 340 0 0,88 12-1515 0 0,-185 3 268 0 0,-71 21-55 0 0,58 0-114 0 0,-124-38-3058 0 0,-38 5-2559 0 0,-4 11-765 0 0,-33 22-698 0 0,42-14 3973 0 0,7-4 1644 0 0</inkml:trace>
  <inkml:trace contextRef="#ctx0" brushRef="#br0" timeOffset="479.912">1363 0 2068 0 0,'3'7'11659'0'0,"7"-1"-5741"0"0,29 12-3532 0 0,-32-15-1030 0 0,2 0-1162 0 0,0 0-1 0 0,-1 2 1 0 0,0-1 0 0 0,0 1 0 0 0,0 0 0 0 0,0 0 0 0 0,-1 1-1 0 0,0 0 1 0 0,0 1 0 0 0,0-1 0 0 0,-1 1 0 0 0,0 0 0 0 0,0 1-1 0 0,-1 0 1 0 0,0 0 0 0 0,0 0 0 0 0,-1 0 0 0 0,0 1 0 0 0,-1-1-1 0 0,1 1 1 0 0,-2 1-194 0 0,2 45 270 0 0,-13-34-587 0 0,-2 0 0 0 0,0-1 0 0 0,-2-1 0 0 0,0 0-1 0 0,-1-1 1 0 0,-1 0 0 0 0,-4 3 317 0 0,12-15-540 0 0,-1 0 0 0 0,0 0 0 0 0,0-1 0 0 0,0 0 0 0 0,0-1 0 0 0,-1 0 0 0 0,0 0 0 0 0,0-1 0 0 0,0 0 0 0 0,0-1 0 0 0,-3 1 540 0 0,-28 10-5150 0 0,38-13 3030 0 0,-18-13-4518 0 0,19 12 6267 0 0,-3-5-1269 0 0,4 1 4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6:25.365"/>
    </inkml:context>
    <inkml:brush xml:id="br0">
      <inkml:brushProperty name="width" value="0.05" units="cm"/>
      <inkml:brushProperty name="height" value="0.05" units="cm"/>
      <inkml:brushProperty name="color" value="#FFFFFF"/>
    </inkml:brush>
  </inkml:definitions>
  <inkml:trace contextRef="#ctx0" brushRef="#br0">30 44 1708 0 0,'-10'3'1645'0'0,"-9"5"9909"0"0,25-4-5849 0 0,9-1-4906 0 0,79-2 2176 0 0,28-23-1809 0 0,204-14 1689 0 0,-268 32-3560 0 0,-54 6-6164 0 0,-38 12-1857 0 0,-41 21 212 0 0,66-28 7053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6:25.878"/>
    </inkml:context>
    <inkml:brush xml:id="br0">
      <inkml:brushProperty name="width" value="0.05" units="cm"/>
      <inkml:brushProperty name="height" value="0.05" units="cm"/>
      <inkml:brushProperty name="color" value="#FFFFFF"/>
    </inkml:brush>
  </inkml:definitions>
  <inkml:trace contextRef="#ctx0" brushRef="#br0">1 32 2156 0 0,'5'17'11993'0'0,"10"-8"-8073"0"0,48-10 178 0 0,53-23-2110 0 0,-33 10-356 0 0,-2-5-129 0 0,-80 19-1619 0 0,9 1-2298 0 0,-10 1 2108 0 0,0 0 0 0 0,0-1 0 0 0,0 1 0 0 0,0 0 0 0 0,-1 0 0 0 0,1-1 0 0 0,-1 1 0 0 0,1 0 0 0 0,-1-1 0 0 0,1 1 0 0 0,-1 0 0 0 0,0-1 0 0 0,0 1 0 0 0,0-1 0 0 0,0 1 0 0 0,0-1 0 0 0,0 0 0 0 0,0 1 0 0 0,0-1 0 0 0,0 0 0 0 0,-1 0 0 0 0,1 0 0 0 0,0 0 0 0 0,-1 0 1 0 0,1 0-1 0 0,-1 0 0 0 0,0 0 0 0 0,1-1 0 0 0,-1 1 0 0 0,-1 0 306 0 0,-13 13-2736 0 0,-35 35-4166 0 0,22-21 4158 0 0,18-18 1477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6:26.310"/>
    </inkml:context>
    <inkml:brush xml:id="br0">
      <inkml:brushProperty name="width" value="0.05" units="cm"/>
      <inkml:brushProperty name="height" value="0.05" units="cm"/>
      <inkml:brushProperty name="color" value="#FFFFFF"/>
    </inkml:brush>
  </inkml:definitions>
  <inkml:trace contextRef="#ctx0" brushRef="#br0">29 23 2516 0 0,'-29'14'14032'0'0,"36"-13"-10539"0"0,22-2-1071 0 0,64-12 830 0 0,76-2-429 0 0,54 15-1358 0 0,-128 0-7294 0 0,-95-1 5507 0 0,-1 1 0 0 0,1 0 0 0 0,0 0 1 0 0,0 0-1 0 0,0 0 0 0 0,-1-1 0 0 0,1 1 0 0 0,0 0 0 0 0,0 0 0 0 0,0 0 0 0 0,0-1 0 0 0,-1 1 0 0 0,1 0 0 0 0,0 0 1 0 0,0-1-1 0 0,0 1 0 0 0,0 0 0 0 0,0 0 0 0 0,0-1 0 0 0,0 1 0 0 0,0 0 0 0 0,0-1 0 0 0,0 1 0 0 0,0 0 0 0 0,0 0 0 0 0,0-1 1 0 0,0 1-1 0 0,0 0 0 0 0,0 0 0 0 0,0-1 0 0 0,0 1 0 0 0,0 0 0 0 0,0 0 0 0 0,0-1 322 0 0,-144 6-10700 0 0,80 4 9179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6:29.580"/>
    </inkml:context>
    <inkml:brush xml:id="br0">
      <inkml:brushProperty name="width" value="0.05" units="cm"/>
      <inkml:brushProperty name="height" value="0.05" units="cm"/>
      <inkml:brushProperty name="color" value="#FFFFFF"/>
    </inkml:brush>
  </inkml:definitions>
  <inkml:trace contextRef="#ctx0" brushRef="#br0">11 15 1676 0 0,'1'-15'8434'0'0,"3"31"-4935"0"0,1 24-1869 0 0,-4 184 2126 0 0,-13-111-3255 0 0,3-4-3496 0 0,9-104 2221 0 0,0-3-80 0 0,0-2-582 0 0,6 11-4044 0 0,1-32 601 0 0,-5 13 3477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6:29.965"/>
    </inkml:context>
    <inkml:brush xml:id="br0">
      <inkml:brushProperty name="width" value="0.05" units="cm"/>
      <inkml:brushProperty name="height" value="0.05" units="cm"/>
      <inkml:brushProperty name="color" value="#FFFFFF"/>
    </inkml:brush>
  </inkml:definitions>
  <inkml:trace contextRef="#ctx0" brushRef="#br0">0 40 1792 0 0,'17'-6'8983'0'0,"-7"24"-4866"0"0,-10-17-4077 0 0,13 110 4376 0 0,-8 141-1463 0 0,-22-155-2935 0 0,14-71-3412 0 0,1-38-3519 0 0,13-35-445 0 0,-4 22 5134 0 0,-3 13 742 0 0</inkml:trace>
  <inkml:trace contextRef="#ctx0" brushRef="#br0" timeOffset="466.07">218 28 1900 0 0,'20'-27'9636'0'0,"-5"49"-3616"0"0,-3 75-2917 0 0,-2 151-347 0 0,2-56-2165 0 0,-11-142-2372 0 0,-1-33-1442 0 0,0-15 2034 0 0,-4 1-104 0 0,-13 14-2815 0 0,-12-26-5900 0 0,25 4 8532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6:28.649"/>
    </inkml:context>
    <inkml:brush xml:id="br0">
      <inkml:brushProperty name="width" value="0.05" units="cm"/>
      <inkml:brushProperty name="height" value="0.05" units="cm"/>
      <inkml:brushProperty name="color" value="#FFFFFF"/>
    </inkml:brush>
  </inkml:definitions>
  <inkml:trace contextRef="#ctx0" brushRef="#br0">2 56 1780 0 0,'0'-7'5217'0'0,"0"-5"-1484"0"0,2-16-1230 0 0,1 19 1233 0 0,19 23 427 0 0,129 163-176 0 0,30 116-1766 0 0,-85-148-2485 0 0,-89-135 643 0 0,3 4-4446 0 0,-12-34-3408 0 0,0-50-3211 0 0,2 44 9058 0 0,0 3 313 0 0</inkml:trace>
  <inkml:trace contextRef="#ctx0" brushRef="#br0" timeOffset="281.634">482 152 1068 0 0,'1'-1'368'0'0,"-1"0"-1"0"0,1 0 0 0 0,-1 0 1 0 0,0 0-1 0 0,0-1 1 0 0,0 1-1 0 0,0 0 1 0 0,1 0-1 0 0,-2 0 1 0 0,1 0-1 0 0,0 0 0 0 0,0 0 1 0 0,0-1-1 0 0,0 1 1 0 0,-1 0-1 0 0,1 0 1 0 0,0 0-1 0 0,-1 0 1 0 0,1 0-1 0 0,-1 0 1 0 0,1 0-1 0 0,-1 0 0 0 0,0 0 1 0 0,1 0-1 0 0,-1 1 1 0 0,0-1-1 0 0,0 0 1 0 0,0 0-1 0 0,1 0 1 0 0,-1 1-1 0 0,0-1 0 0 0,0 1 1 0 0,0-1-1 0 0,0 1 1 0 0,0-1-1 0 0,0 1 1 0 0,0-1-1 0 0,-1 1 1 0 0,1 0-1 0 0,0-1 0 0 0,-1 1-367 0 0,-113 115 4471 0 0,-118 123-2618 0 0,139-135-5344 0 0,89-98 4016 0 0,-6 4-5671 0 0,9-15-2862 0 0,30-22 5165 0 0,-12 14 1365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6:27.379"/>
    </inkml:context>
    <inkml:brush xml:id="br0">
      <inkml:brushProperty name="width" value="0.05" units="cm"/>
      <inkml:brushProperty name="height" value="0.05" units="cm"/>
      <inkml:brushProperty name="color" value="#FFFFFF"/>
    </inkml:brush>
  </inkml:definitions>
  <inkml:trace contextRef="#ctx0" brushRef="#br0">0 20 2128 0 0,'0'-3'1435'0'0,"3"-8"-1687"0"0,22 6 11268 0 0,-16 4-10599 0 0,-8 1-344 0 0,1 0 1 0 0,0 0-1 0 0,-1 0 1 0 0,1 0-1 0 0,-1 0 1 0 0,1 1-1 0 0,-1-1 1 0 0,1 0-1 0 0,-1 1 1 0 0,1-1-1 0 0,-1 1 1 0 0,1-1-1 0 0,-1 1 1 0 0,1 0-1 0 0,-1 0 1 0 0,0-1-1 0 0,1 1 1 0 0,-1 0-1 0 0,0 0 1 0 0,0 0-1 0 0,0 1 0 0 0,0-1 1 0 0,0 0-1 0 0,0 0 1 0 0,0 0-1 0 0,0 1 1 0 0,0-1-1 0 0,-1 1 1 0 0,1-1-74 0 0,2 2 79 0 0,32 41 1248 0 0,3-1 1 0 0,2-2-1 0 0,1-2 1 0 0,23 15-1328 0 0,93 64 3232 0 0,100 53-3232 0 0,-211-141 170 0 0,396 240 1250 0 0,-197-116-710 0 0,-122-66-471 0 0,-78-53-1374 0 0,-45-35 725 0 0,-19-12-5346 0 0,-17-27-5036 0 0,1 0 4540 0 0,26 28 4666 0 0</inkml:trace>
  <inkml:trace contextRef="#ctx0" brushRef="#br0" timeOffset="449.673">1478 832 2300 0 0,'4'-13'5781'0'0,"2"3"4200"0"0,8 13-8630 0 0,124 104 3387 0 0,-73-20-2877 0 0,-59-35-973 0 0,-7-42-794 0 0,-40 67 222 0 0,33-68-441 0 0,-1 0-1 0 0,1-1 1 0 0,-1 0-1 0 0,-1 0 0 0 0,0-1 1 0 0,0 0-1 0 0,0-1 1 0 0,0 0-1 0 0,-1-1 0 0 0,0 0 1 0 0,-1-1-1 0 0,1 0 1 0 0,-6 1 125 0 0,-21 3-2478 0 0,-16-4-12493 0 0,38-19 11741 0 0,11 9 1748 0 0,3 2 97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4:56:24.298"/>
    </inkml:context>
    <inkml:brush xml:id="br0">
      <inkml:brushProperty name="width" value="0.05" units="cm"/>
      <inkml:brushProperty name="height" value="0.05" units="cm"/>
      <inkml:brushProperty name="color" value="#FFFFFF"/>
    </inkml:brush>
  </inkml:definitions>
  <inkml:trace contextRef="#ctx0" brushRef="#br0">18 358 1712 0 0,'0'0'1564'0'0,"0"0"-72"0"0,0 0-67 0 0,0 0-127 0 0,0 0-46 0 0,0 0-72 0 0,0 0 3 0 0,0 0-123 0 0,0 0-80 0 0,-3 0-29 0 0,-11 17 840 0 0,14-14-1005 0 0,0-3-47 0 0,0 0-62 0 0,0 0 13 0 0,0 0-24 0 0,0 0-37 0 0,0 0-17 0 0,0 0-17 0 0,0 0-58 0 0,0 0-9 0 0,10 24 415 0 0,-6-22-809 0 0,1 0-1 0 0,0 0 1 0 0,-1-1 0 0 0,1 1-1 0 0,0-1 1 0 0,-1 0-1 0 0,1-1 1 0 0,0 1 0 0 0,0-1-1 0 0,0 0 1 0 0,0 0 0 0 0,0 0-1 0 0,0-1 1 0 0,4-1-134 0 0,11 1 395 0 0,157-20 1109 0 0,87 2-10 0 0,-136-4-1119 0 0,-34-1-331 0 0,-73 18-3433 0 0,-35 6-4045 0 0,-32 7-1123 0 0,-19 3 1978 0 0,54-7 5005 0 0</inkml:trace>
  <inkml:trace contextRef="#ctx0" brushRef="#br0" timeOffset="433.253">447 58 1172 0 0,'3'-58'11656'0'0,"12"88"-6578"0"0,-6 49-3768 0 0,-2 0 0 0 0,-5 0 0 0 0,-4 43-1310 0 0,1-11 289 0 0,-28 68-417 0 0,26-125-143 0 0,0 16-1031 0 0,2-21-3379 0 0,6-35 3236 0 0,25-35-8877 0 0,-19 6 8917 0 0,-5 0-26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5:11:22.985"/>
    </inkml:context>
    <inkml:brush xml:id="br0">
      <inkml:brushProperty name="width" value="0.05" units="cm"/>
      <inkml:brushProperty name="height" value="0.05" units="cm"/>
      <inkml:brushProperty name="color" value="#FFFFFF"/>
    </inkml:brush>
  </inkml:definitions>
  <inkml:trace contextRef="#ctx0" brushRef="#br0">185 2 1768 0 0,'0'0'874'0'0,"0"0"-27"0"0,0 0-69 0 0,0 0-47 0 0,0 0-48 0 0,0 0-9 0 0,0 0-4 0 0,0 0 10 0 0,0 0-17 0 0,0 0 50 0 0,0 0 32 0 0,0 0-110 0 0,0 0-60 0 0,0 0 73 0 0,0 0-116 0 0,0 0-32 0 0,0 0-20 0 0,0 0 53 0 0,0 0 79 0 0,0 0-19 0 0,0 0-46 0 0,0 0-47 0 0,0 0-27 0 0,0 0-17 0 0,0 0-52 0 0,0 0 28 0 0,0 0-15 0 0,0 0-12 0 0,0 0-23 0 0,0 0 36 0 0,0 0-16 0 0,0 0-19 0 0,0 0-4 0 0,4 0-48 0 0,13-1 188 0 0,-14 1-447 0 0,-1-1 0 0 0,0 1-1 0 0,1 0 1 0 0,-1 0 0 0 0,1 1 0 0 0,-1-1 0 0 0,0 0 0 0 0,1 1 0 0 0,-1-1 0 0 0,0 1 0 0 0,1 0 0 0 0,-1 0-1 0 0,0 0 1 0 0,0 0 0 0 0,0 0 0 0 0,0 0 0 0 0,0 1 0 0 0,0-1 0 0 0,0 1 0 0 0,0-1 0 0 0,-1 1 0 0 0,1 0 0 0 0,0 0-1 0 0,0 1-71 0 0,193 214 1607 0 0,-113-133-1740 0 0,-39-41-1209 0 0,-78-71-18261 0 0,29 25 18071 0 0</inkml:trace>
  <inkml:trace contextRef="#ctx0" brushRef="#br0" timeOffset="822.727">70 291 1532 0 0,'-4'-12'13854'0'0,"59"59"-9251"0"0,-7-9-3873 0 0,100 120 591 0 0,-92-98-915 0 0,-8-20-149 0 0,-47-40-440 0 0,-1-1 0 0 0,0 1 0 0 0,0 0 1 0 0,0-1-1 0 0,0 1 0 0 0,0 0 0 0 0,0 0 0 0 0,1-1 1 0 0,-1 1-1 0 0,0 0 0 0 0,0 0 0 0 0,0-1 1 0 0,1 1-1 0 0,-1 0 0 0 0,0 0 0 0 0,0-1 0 0 0,1 1 1 0 0,-1 0-1 0 0,0 0 0 0 0,0 0 0 0 0,1 0 0 0 0,-1 0 1 0 0,0-1-1 0 0,1 1 0 0 0,-1 0 0 0 0,0 0 0 0 0,1 0 1 0 0,-1 0-1 0 0,0 0 0 0 0,1 0 0 0 0,-1 0 1 0 0,0 0 182 0 0,-50 1-13727 0 0,42 3 12236 0 0</inkml:trace>
  <inkml:trace contextRef="#ctx0" brushRef="#br0" timeOffset="1516.52">6 653 1784 0 0,'-6'-15'6239'0'0,"12"14"-1048"0"0,-1 3-4852 0 0,32 19 2957 0 0,147 114-168 0 0,-62-25-1992 0 0,-29-38-1772 0 0,-91-74-10839 0 0,-16-15 5539 0 0,7 13 4566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17.109"/>
    </inkml:context>
    <inkml:brush xml:id="br0">
      <inkml:brushProperty name="width" value="0.05" units="cm"/>
      <inkml:brushProperty name="height" value="0.05" units="cm"/>
      <inkml:brushProperty name="color" value="#FFFFFF"/>
    </inkml:brush>
  </inkml:definitions>
  <inkml:trace contextRef="#ctx0" brushRef="#br0">640 2 1196 0 0,'0'0'1780'0'0,"0"0"-204"0"0,0 0-193 0 0,0 0-24 0 0,0 0-101 0 0,0 0-62 0 0,-6-1-86 0 0,3 1-958 0 0,-1 0 0 0 0,1 0 0 0 0,-1 0 0 0 0,0 1 0 0 0,1 0 0 0 0,-1-1 0 0 0,1 1 0 0 0,-1 0 0 0 0,1 1 1 0 0,0-1-1 0 0,-1 1 0 0 0,1-1 0 0 0,0 1 0 0 0,0 0 0 0 0,0 0 0 0 0,0 1 0 0 0,1-1 0 0 0,-1 0 0 0 0,0 1-152 0 0,-42 43 1162 0 0,3 1 0 0 0,1 2 1 0 0,3 2-1 0 0,2 1 0 0 0,-8 19-1162 0 0,34-55 130 0 0,-41 66 278 0 0,4 1-1 0 0,4 2 0 0 0,3 3 0 0 0,4 0 0 0 0,5 3 0 0 0,-7 36-407 0 0,29-84-4 0 0,2 0-1 0 0,1 0 0 0 0,3 0 1 0 0,1 37 4 0 0,26 26-246 0 0,-18-89 45 0 0,1 1 0 0 0,0-1 1 0 0,2 0-1 0 0,0-1 0 0 0,0 0 0 0 0,2 0 1 0 0,0-1-1 0 0,0-1 0 0 0,9 8 201 0 0,85 46-3947 0 0,44-41-5964 0 0,-129-25 9013 0 0,2-4-588 0 0,16-12-24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17.662"/>
    </inkml:context>
    <inkml:brush xml:id="br0">
      <inkml:brushProperty name="width" value="0.05" units="cm"/>
      <inkml:brushProperty name="height" value="0.05" units="cm"/>
      <inkml:brushProperty name="color" value="#FFFFFF"/>
    </inkml:brush>
  </inkml:definitions>
  <inkml:trace contextRef="#ctx0" brushRef="#br0">268 1 1920 0 0,'15'-1'5145'0'0,"8"40"-3294"0"0,-23-37-1615 0 0,10 33 455 0 0,-2 0 1 0 0,-1 1-1 0 0,-2 0 0 0 0,-1 1 0 0 0,-2-1 1 0 0,-1 1-1 0 0,-3 12-691 0 0,2-14 424 0 0,-4 58-7 0 0,-32 92-1322 0 0,13-122-1639 0 0,23-63 2328 0 0,-1 0 0 0 0,0 0 1 0 0,1 0-1 0 0,-1 0 0 0 0,0 0 0 0 0,0-1 1 0 0,1 1-1 0 0,-1 0 0 0 0,0 0 0 0 0,1-1 0 0 0,-1 1 1 0 0,0 0-1 0 0,1-1 0 0 0,-1 1 0 0 0,1-1 0 0 0,-1 1 1 0 0,0-1-1 0 0,1 1 0 0 0,-1-1 0 0 0,1 1 1 0 0,0-1-1 0 0,-1 0 0 0 0,1 1 0 0 0,-1-1 0 0 0,1 1 1 0 0,0-1-1 0 0,-1 0 0 0 0,1 1 0 0 0,0-1 0 0 0,0 0 1 0 0,0 0-1 0 0,0 1 0 0 0,-1-1 0 0 0,1 0 1 0 0,0 0-1 0 0,0 1 0 0 0,0-1 0 0 0,0 0 0 0 0,1 0 1 0 0,-1 1-1 0 0,0-2 216 0 0,0 2-80 0 0,-5-20-1316 0 0</inkml:trace>
  <inkml:trace contextRef="#ctx0" brushRef="#br0" timeOffset="268.592">173 368 2164 0 0,'-27'-40'10096'0'0,"56"44"-6270"0"0,-23-3-3512 0 0,69 11 1100 0 0,0-4 1 0 0,1-3-1 0 0,64-5-1414 0 0,-101 0 236 0 0,139-21 250 0 0,3-11-1510 0 0,-136 19-3756 0 0,-69-1-5525 0 0,18 10 8687 0 0,0-2 8 0 0</inkml:trace>
  <inkml:trace contextRef="#ctx0" brushRef="#br0" timeOffset="517.023">798 98 2128 0 0,'0'7'1320'0'0,"-2"1"-228"0"0,1 3-43 0 0,-5 18-133 0 0,6-5-84 0 0,-7 10-104 0 0,-3 12-88 0 0,3-5-192 0 0,-3 5-80 0 0,-3-8-212 0 0,6 0-336 0 0,-4-2-120 0 0,0-2 32 0 0,-4-4-1044 0 0,2 4 92 0 0,1-3-397 0 0,-4-4 177 0 0,3-6-20 0 0</inkml:trace>
  <inkml:trace contextRef="#ctx0" brushRef="#br0" timeOffset="845.132">248 808 1088 0 0,'-40'103'10183'0'0,"36"-95"-9969"0"0,4-16-72 0 0,8-18 251 0 0,47-117 1285 0 0,-47 128-1457 0 0,1 1 1 0 0,0 0 0 0 0,0 1-1 0 0,2 0 1 0 0,-1 0-1 0 0,2 1 1 0 0,0 1-1 0 0,0 0 1 0 0,1 0-1 0 0,0 1 1 0 0,1 1-1 0 0,0 0 1 0 0,0 1-1 0 0,1 1 1 0 0,0 0 0 0 0,0 1-1 0 0,1 0 1 0 0,15-2-222 0 0,-9 5 195 0 0,0 1 1 0 0,1 1 0 0 0,-1 0 0 0 0,0 2-1 0 0,1 1 1 0 0,-1 1 0 0 0,17 4-196 0 0,19 7 264 0 0,-41-12-173 0 0,0 2-1 0 0,-1 0 1 0 0,1 1 0 0 0,-1 1-1 0 0,0 0 1 0 0,-1 2-1 0 0,12 6-90 0 0,-23-12 20 0 0,-2-1-33 0 0,1 0 0 0 0,-1 0 0 0 0,0 1 0 0 0,0-1 1 0 0,0 0-1 0 0,0 1 0 0 0,0-1 0 0 0,0 1 0 0 0,0 0 0 0 0,0 0 0 0 0,-1 0 0 0 0,1 0 1 0 0,-1 0-1 0 0,1 0 0 0 0,-1 0 0 0 0,0 0 0 0 0,0 0 0 0 0,0 1 0 0 0,0-1 1 0 0,0 0-1 0 0,0 1 0 0 0,-1-1 0 0 0,1 1 0 0 0,-1-1 13 0 0,0 0-319 0 0,-2 5-114 0 0,-11 11-412 0 0,0 0 1 0 0,-1 0-1 0 0,0-1 0 0 0,-2-1 0 0 0,0 0 1 0 0,-1-1-1 0 0,0-1 0 0 0,-1-1 0 0 0,-1 0 1 0 0,0-1-1 0 0,0-1 0 0 0,-14 4 845 0 0,-105 58-5073 0 0,91-52 3542 0 0</inkml:trace>
  <inkml:trace contextRef="#ctx0" brushRef="#br0" timeOffset="1099.17">19 1056 2156 0 0,'-19'-3'3723'0'0,"26"-5"1602"0"0,72-9-2758 0 0,1 4-1 0 0,0 3 1 0 0,41 2-2567 0 0,248 6 2524 0 0,-187 4-2672 0 0,-82-2-3790 0 0,-89 5 1008 0 0,-19-6-1772 0 0,-35-13-707 0 0,23 8 4341 0 0,-8-5-233 0 0</inkml:trace>
  <inkml:trace contextRef="#ctx0" brushRef="#br0" timeOffset="1349.168">642 423 2216 0 0,'-4'58'5810'0'0,"-10"28"-3052"0"0,0-28-1895 0 0,-2 0 0 0 0,-3-1 1 0 0,-2-1-1 0 0,-3-1 1 0 0,-2-1-1 0 0,-2-1 1 0 0,-9 7-864 0 0,3-2 21 0 0,17-27-370 0 0,-2-1-1 0 0,-1 0 1 0 0,-1-2 0 0 0,-1 0-1 0 0,-25 23 350 0 0,11-32-2055 0 0,36-19 1080 0 0,-1-5 583 0 0,0-1 1 0 0,0 0-1 0 0,1 1 1 0 0,0-1-1 0 0,0 1 0 0 0,1-1 1 0 0,0 0-1 0 0,0 1 1 0 0,0-1-1 0 0,0 1 1 0 0,1-1-1 0 0,0 1 1 0 0,0 0-1 0 0,0 0 0 0 0,1 0 1 0 0,0 0-1 0 0,1-2 392 0 0,1-2-671 0 0,10-22-973 0 0,5 1-4 0 0</inkml:trace>
  <inkml:trace contextRef="#ctx0" brushRef="#br0" timeOffset="1599.244">533 953 1172 0 0,'27'10'898'0'0,"0"2"-1"0"0,0 1 0 0 0,-1 2 1 0 0,-1 0-1 0 0,-1 1 1 0 0,0 2-1 0 0,-1 0 1 0 0,-1 2-1 0 0,-1 0 1 0 0,0 2-1 0 0,3 5-897 0 0,78 72 2425 0 0,78 36-1103 0 0,-131-114-2810 0 0,35-18-6004 0 0,-25-35 4361 0 0,-34 14 1459 0 0</inkml:trace>
  <inkml:trace contextRef="#ctx0" brushRef="#br0" timeOffset="3794.413">2979 38 1948 0 0,'48'40'6166'0'0,"-10"59"-1494"0"0,-31-72-3471 0 0,14 58 888 0 0,-4 1 1 0 0,-5 0-1 0 0,-2 1 0 0 0,-4 44-2089 0 0,-3-89 387 0 0,-2 116 1019 0 0,-5-112-1429 0 0,-3 1 0 0 0,-2-2 0 0 0,-2 1-1 0 0,-1-1 1 0 0,-3-1 0 0 0,-13 27 23 0 0,-68 78-2024 0 0,76-126 871 0 0,0-1 0 0 0,-2-1 0 0 0,0-1 0 0 0,-2-1 0 0 0,0-1 0 0 0,-1-1 0 0 0,-23 11 1153 0 0,-17 3-2121 0 0,20-15 738 0 0,0-2 43 0 0,14-7 478 0 0,-48 9-1152 0 0,-33 0-919 0 0,74-15 1515 0 0</inkml:trace>
  <inkml:trace contextRef="#ctx0" brushRef="#br0" timeOffset="70568.082">1948 414 2280 0 0,'0'-4'1355'0'0,"0"-10"-160"0"0,0 10-136 0 0,0 4-57 0 0,0 0-104 0 0,0 0-4 0 0,0 0-145 0 0,0 0-63 0 0,0 0-112 0 0,0 0 4 0 0,0 0 5 0 0,0 0-164 0 0,4 0-80 0 0,-3 0-314 0 0,1 0 0 0 0,-1 0 0 0 0,0 0 0 0 0,0 0 0 0 0,0 1 0 0 0,1-1 0 0 0,-1 0 0 0 0,0 1 0 0 0,0-1 0 0 0,0 1 0 0 0,0-1 0 0 0,0 1 1 0 0,0-1-1 0 0,0 1 0 0 0,0 0 0 0 0,0-1 0 0 0,0 1 0 0 0,0 0 0 0 0,0 0 0 0 0,0 0 0 0 0,0 0 0 0 0,-1 0 0 0 0,1 0 0 0 0,0 0 0 0 0,-1 0 0 0 0,1 0 0 0 0,-1 0 0 0 0,1 0 0 0 0,-1 0 0 0 0,1 0 0 0 0,-1 0 0 0 0,0 1 0 0 0,0-1 0 0 0,1 0 0 0 0,-1 0 0 0 0,0 1 0 0 0,0-1 0 0 0,0 0 0 0 0,0 0 0 0 0,-1 0 0 0 0,1 2-25 0 0,7 110-1475 0 0,-44-15-6393 0 0,29-86 6188 0 0,0-4-18 0 0</inkml:trace>
  <inkml:trace contextRef="#ctx0" brushRef="#br0" timeOffset="70909.105">1606 708 2048 0 0,'-68'-2'6353'0'0,"42"3"-328"0"0,38 10-4136 0 0,38-1-1192 0 0,-1-2-1 0 0,2-2 0 0 0,-1-2 1 0 0,0-3-1 0 0,16-2-696 0 0,-43 1 233 0 0,89 0 259 0 0,64 0-26 0 0,-60 0-3046 0 0,-103 13 954 0 0,-28 8-8760 0 0,-11-2 6576 0 0,9-12 2452 0 0</inkml:trace>
  <inkml:trace contextRef="#ctx0" brushRef="#br0" timeOffset="71174.1">2097 783 1884 0 0,'-4'-3'1828'0'0,"-2"4"3422"0"0,2 6-4304 0 0,-176 210 5536 0 0,120-159-6292 0 0,-1-4-1 0 0,-3-2 0 0 0,-3-3 1 0 0,-12 4-190 0 0,-25-12-2097 0 0,101-41 1357 0 0,-14-46-5301 0 0,41-34 1705 0 0,-15 57 3449 0 0,5-16-544 0 0</inkml:trace>
  <inkml:trace contextRef="#ctx0" brushRef="#br0" timeOffset="71364.508">1771 828 868 0 0,'10'7'626'0'0,"0"0"1"0"0,0 0-1 0 0,-1 1 0 0 0,-1 0 1 0 0,1 0-1 0 0,-1 1 0 0 0,0 0 1 0 0,-1 1-1 0 0,0 0 0 0 0,-1 0 1 0 0,0 0-1 0 0,-1 1 0 0 0,3 7-626 0 0,3 1 698 0 0,136 303 5337 0 0,-28-75-4552 0 0,-60-161-3208 0 0,-11-36-2583 0 0,-5-28-832 0 0,-41-22 3714 0 0,1-3 40 0 0,12-11-83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2:38.589"/>
    </inkml:context>
    <inkml:brush xml:id="br0">
      <inkml:brushProperty name="width" value="0.05" units="cm"/>
      <inkml:brushProperty name="height" value="0.05" units="cm"/>
      <inkml:brushProperty name="color" value="#FFFFFF"/>
    </inkml:brush>
  </inkml:definitions>
  <inkml:trace contextRef="#ctx0" brushRef="#br0">35 1 1648 0 0,'0'0'994'0'0,"0"0"-154"0"0,0 0-49 0 0,0 0-84 0 0,0 0-64 0 0,0 0-48 0 0,0 0-1 0 0,0 0-5 0 0,0 0-71 0 0,0 0-18 0 0,0 0-64 0 0,0 0 50 0 0,0 0-2 0 0,0 0-80 0 0,0 0-25 0 0,0 0 9 0 0,0 0 60 0 0,0 0-125 0 0,3 0-10 0 0,-2 0-269 0 0,0 1-1 0 0,0-1 0 0 0,0 1 0 0 0,-1-1 1 0 0,1 1-1 0 0,0 0 0 0 0,0-1 0 0 0,0 1 1 0 0,0 0-1 0 0,-1-1 0 0 0,1 1 0 0 0,0 0 1 0 0,0 0-1 0 0,-1 0 0 0 0,1 0 0 0 0,-1 0 1 0 0,1 0-1 0 0,-1 0 0 0 0,1 0 0 0 0,-1 0 1 0 0,0 0-1 0 0,1 0 0 0 0,-1 0 0 0 0,0 0 1 0 0,0 0-1 0 0,0 0 0 0 0,0 0 0 0 0,0 0 0 0 0,0 0 1 0 0,0 0-1 0 0,0 0 0 0 0,0 0 0 0 0,0 1 1 0 0,-1-1-1 0 0,1 0 0 0 0,-1 0-43 0 0,1 2 58 0 0,0 353 2040 0 0,-26-206-2045 0 0,19 42 20 0 0,-7-155-351 0 0,10 5 442 0 0,10-35 493 0 0,-7-7-429 0 0,12-8 1730 0 0,48 1-322 0 0,497 7-425 0 0,-555 0-1221 0 0,28 0-2957 0 0,-23-3 1082 0 0,-6-10-5346 0 0,1-1 1787 0 0,-1 11 3878 0 0</inkml:trace>
  <inkml:trace contextRef="#ctx0" brushRef="#br0" timeOffset="1508.721">679 17 996 0 0,'0'0'862'0'0,"0"0"-126"0"0,0 0-146 0 0,0 0 4 0 0,0 0-36 0 0,0 0-28 0 0,0 0 1 0 0,0 0-30 0 0,0 0-71 0 0,0 0-2 0 0,0 0-49 0 0,0 0-23 0 0,0-3 30 0 0,1-5-779 0 0,11 9 6458 0 0,-11 39-5353 0 0,-1 1317 543 0 0,0-1355-1211 0 0,0 10-50 0 0,7 19 20 0 0,-7-30-58 0 0,0-1-23 0 0,0 0-3 0 0,0 12 32 0 0,0 27 327 0 0,0-37-274 0 0,0-2-15 0 0,0 13 82 0 0,0 3-349 0 0,0-14 264 0 0,0-2-22 0 0,0 0-38 0 0,0 13-1105 0 0,-4-6-136 0 0,6-14-92 0 0,0-3-875 0 0,-6 7-3381 0 0,1 2 4094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3:03.958"/>
    </inkml:context>
    <inkml:brush xml:id="br0">
      <inkml:brushProperty name="width" value="0.05" units="cm"/>
      <inkml:brushProperty name="height" value="0.05" units="cm"/>
      <inkml:brushProperty name="color" value="#FFFFFF"/>
    </inkml:brush>
  </inkml:definitions>
  <inkml:trace contextRef="#ctx0" brushRef="#br0">30 65 1316 0 0,'0'0'756'0'0,"0"0"-49"0"0,0 0-63 0 0,0 0-47 0 0,0 0-99 0 0,0 0 33 0 0,0 0-12 0 0,0 0 32 0 0,0 0-49 0 0,0 0-6 0 0,0 0-79 0 0,0 0-2 0 0,0-3-3 0 0,0-11-37 0 0,0 10 20 0 0,0 4-48 0 0,0 0-20 0 0,0 0 4 0 0,0 0-33 0 0,0 0-16 0 0,0 0-8 0 0,0 0-54 0 0,0 0-6 0 0,0 0-36 0 0,0 0-27 0 0,0 0-24 0 0,0 0 20 0 0,0 0-53 0 0,0 0 17 0 0,0 0 18 0 0,0 0 4 0 0,0 0 5 0 0,-4-7 21 0 0,-10-20 20 0 0,9 17 2164 0 0,12 35-1341 0 0,-7 254 1505 0 0,0 869-1919 0 0,-11-1120-768 0 0,11 21-8 0 0,0-47-58 0 0,0-2-60 0 0,-1 14-1125 0 0,-1-18-511 0 0,5-50-9707 0 0,-3 46 10257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3:05.300"/>
    </inkml:context>
    <inkml:brush xml:id="br0">
      <inkml:brushProperty name="width" value="0.05" units="cm"/>
      <inkml:brushProperty name="height" value="0.05" units="cm"/>
      <inkml:brushProperty name="color" value="#FFFFFF"/>
    </inkml:brush>
  </inkml:definitions>
  <inkml:trace contextRef="#ctx0" brushRef="#br0">0 33 936 0 0,'0'0'1033'0'0,"0"0"4"0"0,0 0-73 0 0,0 0-88 0 0,0 0-31 0 0,0 0-70 0 0,0 0-20 0 0,0 0-27 0 0,0 0-23 0 0,0 0-63 0 0,0 0-22 0 0,0 0 56 0 0,0 0-4 0 0,0 0-116 0 0,0 0-57 0 0,0 0-45 0 0,0 0-76 0 0,0 0-36 0 0,0 0-10 0 0,0 0 90 0 0,0 0 47 0 0,0 0-12 0 0,0 0-42 0 0,0 0 10 0 0,0 0-30 0 0,0 0-75 0 0,0 0 35 0 0,0 0 14 0 0,0 0-17 0 0,0 0-13 0 0,0 0-43 0 0,0 0 39 0 0,0 0 12 0 0,24 9 803 0 0,60-13 982 0 0,-30-21-1818 0 0,58 17 396 0 0,-71 9-533 0 0,319-1 14 0 0,-358 0-188 0 0,37 0-118 0 0,-38 0 104 0 0,41 0-142 0 0,-11 19 183 0 0,9-14-2294 0 0,-31 15-1810 0 0,-30-4-3721 0 0,-19 10 2273 0 0,24-19 3984 0 0,-4 3 58 0 0</inkml:trace>
  <inkml:trace contextRef="#ctx0" brushRef="#br0" timeOffset="2931.314">46 4 1696 0 0,'-4'-3'7766'0'0,"-4"23"-4748"0"0,13 115-1081 0 0,11 79-1197 0 0,-16 140-348 0 0,0-302-36 0 0,0-50-304 0 0,0-2-50 0 0,0 32 158 0 0,0 6-76 0 0,0-36 13 0 0,0-2-80 0 0,0 32 144 0 0,-13 15 511 0 0,95-64 3957 0 0,-81 17-4567 0 0,24 0 250 0 0,73-13 54 0 0,-70 6-263 0 0,0 2 1 0 0,0 1 0 0 0,0 1 0 0 0,0 1-1 0 0,1 1 1 0 0,21 4-104 0 0,6-2 59 0 0,4 19-60 0 0,189-15-1293 0 0,-247-5 1282 0 0,-2 0-66 0 0,12 9-187 0 0,-11-8 256 0 0,1 0 0 0 0,-1 0 0 0 0,1 0 0 0 0,-1 0 1 0 0,0 0-1 0 0,1 0 0 0 0,-1 1 0 0 0,0-1 0 0 0,0 0 0 0 0,0 1 0 0 0,0-1 1 0 0,0 1-1 0 0,0 0 0 0 0,-1-1 0 0 0,1 1 0 0 0,0-1 0 0 0,-1 1 0 0 0,1 0 0 0 0,-1 0 1 0 0,0-1-1 0 0,0 1 0 0 0,1 0 0 0 0,-1 0 0 0 0,0-1 0 0 0,0 1 0 0 0,-1 0 0 0 0,1 0 1 0 0,0-1-1 0 0,-1 1 0 0 0,1 0 0 0 0,-1 0 0 0 0,1-1 0 0 0,-1 1 0 0 0,0 0 0 0 0,1-1 1 0 0,-1 1-1 0 0,0-1 0 0 0,0 1 0 0 0,0-1 0 0 0,-1 0 0 0 0,0 2 9 0 0,-4 17 59 0 0,-26 229-172 0 0,27-216 155 0 0,5-31-41 0 0,0 23-71 0 0,0 13 185 0 0,0 177-1815 0 0,-9-185 1281 0 0,9-29 425 0 0,0 18 29 0 0,0-17-73 0 0,-14 22-13 0 0,14-23 54 0 0,0-1-1 0 0,1 1 1 0 0,-1 0-1 0 0,0-1 1 0 0,0 1-1 0 0,0 0 1 0 0,0 0-1 0 0,0-1 1 0 0,0 1-1 0 0,0 0 1 0 0,0-1 0 0 0,0 1-1 0 0,0 0 1 0 0,0-1-1 0 0,-1 1 1 0 0,1 0-1 0 0,0-1 1 0 0,0 1-1 0 0,-1 0 1 0 0,1-1-1 0 0,0 1 1 0 0,-1-1 0 0 0,1 1-1 0 0,-1-1 1 0 0,1 1-1 0 0,-1-1 1 0 0,1 1-1 0 0,-1-1 1 0 0,1 1-1 0 0,-1-1 1 0 0,1 0-1 0 0,-1 1 1 0 0,0-1-1 0 0,1 0 1 0 0,-1 1 0 0 0,1-1-1 0 0,-1 0 1 0 0,0 0-1 0 0,1 1 1 0 0,-1-1-1 0 0,0 0 1 0 0,1 0-1 0 0,-1 0 1 0 0,0 0-1 0 0,0 0 1 0 0,1 0 0 0 0,-1 0-1 0 0,0 0 1 0 0,1-1-1 0 0,-1 1 1 0 0,0 0-1 0 0,1 0 1 0 0,-1 0-1 0 0,0-1-2 0 0,-13 1 346 0 0,-22 0-1 0 0,36 0-296 0 0,-13 0 101 0 0,-58-25 128 0 0,70 24-233 0 0,-23 1 95 0 0,-40 0 214 0 0,-172 0 107 0 0,224-13-412 0 0,-32 13 107 0 0,42 0-136 0 0,-32 0 76 0 0,-13 0 70 0 0,45 0-159 0 0,-8 0 26 0 0,4 0-3 0 0,4 0 2 0 0,2 0-36 0 0,0 0 8 0 0,-39 0-9 0 0,17 0-5792 0 0,8 0-1165 0 0,12 0 5165 0 0,2 0 113 0 0,-9 0-1526 0 0,7 0 1774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3:16.868"/>
    </inkml:context>
    <inkml:brush xml:id="br0">
      <inkml:brushProperty name="width" value="0.05" units="cm"/>
      <inkml:brushProperty name="height" value="0.05" units="cm"/>
      <inkml:brushProperty name="color" value="#FFFFFF"/>
    </inkml:brush>
  </inkml:definitions>
  <inkml:trace contextRef="#ctx0" brushRef="#br0">23 1 1344 0 0,'0'0'1360'0'0,"0"0"-152"0"0,-3 0-128 0 0,-5 2 1111 0 0,3 13 12533 0 0,5-10-13464 0 0,1 0-4110 0 0,35 1 4138 0 0,519-6-932 0 0,-536 11-469 0 0,24-11-346 0 0,-42 0 383 0 0,37 0-192 0 0,-37 0 244 0 0,-1 0-31 0 0,18 0-72 0 0,-16 0 166 0 0,8 0-63 0 0,26 0-44 0 0,-35 0 73 0 0,-1 0 21 0 0,0 0-54 0 0,0 0-13 0 0,0 0-21 0 0,0 0 48 0 0,0 0-7 0 0,13 2 11 0 0,-1 34 78 0 0,-15 119-16 0 0,-23-10-75 0 0,14 109-255 0 0,12-56-330 0 0,0-197 610 0 0,0-1 15 0 0,0 0-30 0 0,0 12 272 0 0,-44 23 205 0 0,-5-28-93 0 0,-19 8-222 0 0,-1 3-145 0 0,-126-15 90 0 0,190-6-88 0 0,-46-18 40 0 0,-140 16-156 0 0,144 5 22 0 0,46 0 102 0 0,1 0-44 0 0,0 0 26 0 0,0 0-2 0 0,0 0 19 0 0,0 0-28 0 0,0 0 44 0 0,0 0-36 0 0,-28-11 5 0 0,24 10 6 0 0,4 1-35 0 0,9 24 73 0 0,14 193 434 0 0,-21-24-571 0 0,-1 4-7 0 0,-1-196 96 0 0,0 34-16 0 0,18-7 99 0 0,-17-27-71 0 0,-1-1 9 0 0,0 0 6 0 0,0 0 14 0 0,0 0 4 0 0,0 0 19 0 0,0 0-25 0 0,0 0-55 0 0,0 0 3 0 0,-8 32-68 0 0,6-24 288 0 0,36-22 210 0 0,-2 10-92 0 0,-31 4-262 0 0,21 0 73 0 0,46-14 93 0 0,-11 4-46 0 0,-17 6-167 0 0,-13-3 13 0 0,1 0 0 0 0,0 1 0 0 0,0 2 1 0 0,0 1-1 0 0,0 2 0 0 0,5 0-23 0 0,230 1 25 0 0,-235 15 34 0 0,-27-14-50 0 0,-1-1-7 0 0,0 0-28 0 0,26 1-1836 0 0,-18 0 600 0 0,-7-6-8351 0 0,-1-5 2464 0 0,4 2 6704 0 0,0-1-999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3:19.117"/>
    </inkml:context>
    <inkml:brush xml:id="br0">
      <inkml:brushProperty name="width" value="0.05" units="cm"/>
      <inkml:brushProperty name="height" value="0.05" units="cm"/>
      <inkml:brushProperty name="color" value="#FFFFFF"/>
    </inkml:brush>
  </inkml:definitions>
  <inkml:trace contextRef="#ctx0" brushRef="#br0">1 11 1808 0 0,'0'0'1222'0'0,"0"0"-8"0"0,0 0-134 0 0,0 0-80 0 0,0 0-58 0 0,0 0 17 0 0,0 0-107 0 0,0 0-10 0 0,0 0-180 0 0,0 0-13 0 0,0 0-72 0 0,0 0-24 0 0,0 0-41 0 0,0 0-39 0 0,0 0 27 0 0,0 0 54 0 0,0 0 35 0 0,0 0-76 0 0,0 0-1 0 0,0 0-85 0 0,0 0-28 0 0,0 0 10 0 0,0 0-36 0 0,3 0-7 0 0,97 24 4086 0 0,160-17-3140 0 0,-182 16-1334 0 0,34-23-678 0 0,-98-10 446 0 0,30-7-137 0 0,-43 17 363 0 0,-1 0-8 0 0,41 0-272 0 0,-38 0 235 0 0,42 0-301 0 0,-44 0 272 0 0,17-2-124 0 0,21-26-14 0 0,-10 21-93 0 0,-28 7 329 0 0,-1 0-14 0 0,0 0 11 0 0,0 0-35 0 0,10 0-42 0 0,25 0 141 0 0,-33 1-52 0 0,-1 0 1 0 0,1 0 0 0 0,-1 0-1 0 0,0 1 1 0 0,0-1-1 0 0,0 0 1 0 0,0 1-1 0 0,0-1 1 0 0,0 1 0 0 0,0-1-1 0 0,0 1 1 0 0,0 0-1 0 0,-1-1 1 0 0,1 1-1 0 0,-1-1 1 0 0,1 1 0 0 0,-1 0-1 0 0,0 0 1 0 0,1-1-1 0 0,-1 1 1 0 0,0 0-1 0 0,0 0 1 0 0,0-1-1 0 0,0 1 1 0 0,-1 0 0 0 0,1 0-1 0 0,0-1 1 0 0,-1 1-1 0 0,0 0 1 0 0,1-1-1 0 0,-1 1 1 0 0,0 0-6 0 0,0 13 20 0 0,-7 107 57 0 0,-13 121-69 0 0,9-38 2 0 0,12 77-62 0 0,0 270-523 0 0,0-551 634 0 0,0 24-185 0 0,-17 10-47 0 0,11 11-143 0 0,6-39-914 0 0,-1 12-1797 0 0,-4-18-4016 0 0,-1-17 1105 0 0,5 10 4628 0 0</inkml:trace>
  <inkml:trace contextRef="#ctx0" brushRef="#br0" timeOffset="1284.033">57 927 1356 0 0,'-20'-8'16452'0'0,"28"-2"-14213"0"0,68 3-1389 0 0,-19 4-640 0 0,89-27 464 0 0,34 30-468 0 0,-158-11-214 0 0,23 9 104 0 0,8-11-56 0 0,48 13-239 0 0,-126 21-5816 0 0,-84 73-6499 0 0,98-84 10995 0 0</inkml:trace>
  <inkml:trace contextRef="#ctx0" brushRef="#br0" timeOffset="2822.063">41 1541 988 0 0,'0'0'519'0'0,"0"0"78"0"0,0 0-69 0 0,0 0-106 0 0,0 0 8 0 0,0 0 40 0 0,0 0 13 0 0,0 0-62 0 0,0 0-32 0 0,0 0 9 0 0,0 0-33 0 0,0 0 6 0 0,0 0-54 0 0,0 0 41 0 0,-3 0-15 0 0,-10 0 16 0 0,9 0 47 0 0,4 0-33 0 0,0 0-53 0 0,0 0-13 0 0,0 0-59 0 0,0 0 18 0 0,0 0 28 0 0,0 0 22 0 0,0 0-3 0 0,0 0-56 0 0,0 0 5 0 0,0 0 0 0 0,-3 0 10 0 0,3 0-207 0 0,-1-1 0 0 0,1 1 0 0 0,-1 0 0 0 0,1 0 0 0 0,-1 0-1 0 0,0 0 1 0 0,1 0 0 0 0,-1 0 0 0 0,1 0 0 0 0,-1 1 0 0 0,1-1-1 0 0,-1 0 1 0 0,1 0 0 0 0,-1 0 0 0 0,1 0 0 0 0,-1 1 0 0 0,1-1-1 0 0,-1 0 1 0 0,1 1 0 0 0,-1-1 0 0 0,1 0 0 0 0,-1 1 0 0 0,1-1 0 0 0,-1 0-1 0 0,1 1 1 0 0,0-1 0 0 0,-1 1 0 0 0,1-1 0 0 0,0 1 0 0 0,-1-1-1 0 0,1 1 1 0 0,0-1 0 0 0,0 1 0 0 0,0-1 0 0 0,-1 1 0 0 0,1-1-1 0 0,0 1 1 0 0,0-1 0 0 0,0 1 0 0 0,0 0 0 0 0,0-1 0 0 0,0 1-1 0 0,0-1 1 0 0,0 1 0 0 0,0-1 0 0 0,0 1 0 0 0,0 0 0 0 0,1-1-65 0 0,-1 4 222 0 0,0-4-58 0 0,0 0 44 0 0,0 0 8 0 0,0 0-90 0 0,0 0-8 0 0,0 0 24 0 0,0 0-69 0 0,0 0 60 0 0,0 0 7 0 0,0 0 10 0 0,0 0 7 0 0,0 0 50 0 0,0 0-16 0 0,0 0-5 0 0,0 0 36 0 0,0 0-48 0 0,0 0 52 0 0,0 3 15 0 0,1-1-198 0 0,-1-1-1 0 0,1 1 1 0 0,-1-1-1 0 0,1 0 1 0 0,0 1 0 0 0,0-1-1 0 0,-1 0 1 0 0,1 1-1 0 0,0-1 1 0 0,0 0 0 0 0,0 0-1 0 0,0 0 1 0 0,0 0 0 0 0,1 0-1 0 0,-1 0 1 0 0,0 0-1 0 0,0 0 1 0 0,1-1 0 0 0,-1 1-1 0 0,1 0 1 0 0,-1-1-1 0 0,0 1 1 0 0,1-1 0 0 0,-1 1-1 0 0,1-1 1 0 0,-1 0-1 0 0,1 0 1 0 0,-1 0 0 0 0,1 1-1 0 0,-1-2 1 0 0,1 1 0 0 0,-1 0-1 0 0,1 0-42 0 0,-1 0 223 0 0,24 0 391 0 0,181 0 1090 0 0,-70 0-1181 0 0,-86-22-499 0 0,-1 7 42 0 0,-48 15-46 0 0,-1 0-6 0 0,35-3-22 0 0,11-10 41 0 0,-44 13-41 0 0,30 0-5 0 0,2 0-103 0 0,-33 0 94 0 0,31 0-325 0 0,-25 0 292 0 0,-6 0 23 0 0,10 0-49 0 0,32 7-1160 0 0,-33-4-896 0 0,-16-3-3163 0 0,1-1-350 0 0,-2-7 858 0 0,6 2 3220 0 0</inkml:trace>
  <inkml:trace contextRef="#ctx0" brushRef="#br0" timeOffset="4094.437">693 827 1256 0 0,'0'0'395'0'0,"0"0"-136"0"0,0 0 29 0 0,0 0 28 0 0,0 0-98 0 0,0 0 8 0 0,0 0 193 0 0,0 0 38 0 0,0 0 4 0 0,0 0-28 0 0,0 0-103 0 0,0 0-38 0 0,0 0-20 0 0,0 0 25 0 0,0 0-18 0 0,0 0-21 0 0,0 0-19 0 0,0 0-3 0 0,0 0-9 0 0,0 0 40 0 0,0 0-21 0 0,0 0-18 0 0,0 0 36 0 0,0 0-62 0 0,0 0-33 0 0,0 0 52 0 0,0 0-27 0 0,0 0-4 0 0,0 0 68 0 0,0 0-38 0 0,0 0 12 0 0,0 0 40 0 0,0 0-43 0 0,0 0-38 0 0,0 0 19 0 0,0 0 44 0 0,0 0-10 0 0,6 2-69 0 0,23 12 210 0 0,13-15 3349 0 0,-14 1-2447 0 0,-62 0-15287 0 0,28 3 12690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3:25.305"/>
    </inkml:context>
    <inkml:brush xml:id="br0">
      <inkml:brushProperty name="width" value="0.05" units="cm"/>
      <inkml:brushProperty name="height" value="0.05" units="cm"/>
      <inkml:brushProperty name="color" value="#FFFFFF"/>
    </inkml:brush>
  </inkml:definitions>
  <inkml:trace contextRef="#ctx0" brushRef="#br0">71 20 1184 0 0,'0'-3'983'0'0,"0"-7"-536"0"0,0 7 3157 0 0,0-1 3764 0 0,8 12-6218 0 0,-9 475 3668 0 0,-13-291-4403 0 0,7 200-232 0 0,7-267-591 0 0,-9-79 412 0 0,9 35-60 0 0,-9-58 82 0 0,-1 29 22 0 0,-1 27 94 0 0,10-65-522 0 0,-3 17-621 0 0,-5-18-7184 0 0,6-24 224 0 0,3 6 6548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3:27.030"/>
    </inkml:context>
    <inkml:brush xml:id="br0">
      <inkml:brushProperty name="width" value="0.05" units="cm"/>
      <inkml:brushProperty name="height" value="0.05" units="cm"/>
      <inkml:brushProperty name="color" value="#FFFFFF"/>
    </inkml:brush>
  </inkml:definitions>
  <inkml:trace contextRef="#ctx0" brushRef="#br0">13 48 1568 0 0,'0'0'906'0'0,"0"0"-32"0"0,0 0-47 0 0,0 0-106 0 0,0 0-58 0 0,0 0-112 0 0,0 0-21 0 0,0 0-42 0 0,0 0-9 0 0,0 0-41 0 0,0 0-38 0 0,0 0-32 0 0,0 0-88 0 0,0 0-11 0 0,0 0 11 0 0,0 0 51 0 0,0 0-78 0 0,0 0 23 0 0,0 0 18 0 0,0 0 13 0 0,0 0-10 0 0,0 0-8 0 0,4 2 44 0 0,-2-1-287 0 0,0 0 0 0 0,0 0-1 0 0,-1 0 1 0 0,1 1 0 0 0,-1-1 0 0 0,1 0 0 0 0,-1 1 0 0 0,0-1 0 0 0,1 1-1 0 0,-1 0 1 0 0,0-1 0 0 0,0 1 0 0 0,0 0 0 0 0,0 0 0 0 0,0 0 0 0 0,-1-1 0 0 0,1 1-1 0 0,-1 0 1 0 0,1 0 0 0 0,-1 0 0 0 0,0 0 0 0 0,1 0 0 0 0,-1 0 0 0 0,0 0-1 0 0,0 0 1 0 0,0 0 0 0 0,-1 0 0 0 0,1 0 0 0 0,0 0 0 0 0,-1 2-46 0 0,1 2 58 0 0,0 291 2160 0 0,-10-208-2143 0 0,3 27 46 0 0,5 3-141 0 0,2-117-12 0 0,0 22-3 0 0,0 46 260 0 0,0-68-180 0 0,-1 32 554 0 0,-8-16 1005 0 0,-2-6-877 0 0,49-34 1435 0 0,112-2 74 0 0,33 5-1652 0 0,-142 19-553 0 0,5 0 29 0 0,22-12-115 0 0,-36 8-106 0 0,7 4 12 0 0,-37 0 148 0 0,29 0-192 0 0,-16-3-899 0 0,-8-1-3320 0 0,-19-5-8453 0 0,10 1 10200 0 0,0 3 1290 0 0</inkml:trace>
  <inkml:trace contextRef="#ctx0" brushRef="#br0" timeOffset="1562.687">700 14 1400 0 0,'1'-14'11346'0'0,"0"34"-9203"0"0,2 44-1763 0 0,-6 53 584 0 0,-10-1-393 0 0,11 270 1158 0 0,-12-302-1650 0 0,2 85 59 0 0,12-83-245 0 0,-15-20-24 0 0,15-2-112 0 0,0 189 252 0 0,0-252 61 0 0,-1 31-209 0 0,-6-22 246 0 0,7-9-122 0 0,0 12-84 0 0,0-6 41 0 0,0-5 32 0 0,0 0-34 0 0,0 4 8 0 0,0 35 186 0 0,0-39-84 0 0,0-2 36 0 0,0 45-206 0 0,-12-8 76 0 0,11-21-805 0 0,-4-10 876 0 0,5-6-278 0 0,0-1 0 0 0,0 1 0 0 0,0 0 0 0 0,0 0 0 0 0,0-1 0 0 0,0 1 0 0 0,-1 0 0 0 0,1 0 0 0 0,0-1 0 0 0,0 1 0 0 0,0 0 0 0 0,0 0-1 0 0,-1 0 1 0 0,1 0 0 0 0,0-1 0 0 0,0 1 0 0 0,-1 0 0 0 0,1 0 0 0 0,0 0 0 0 0,0 0 0 0 0,-1 0 0 0 0,1 0 0 0 0,0 0 0 0 0,0-1 0 0 0,-1 1-1 0 0,1 0 1 0 0,0 0 0 0 0,0 0 0 0 0,-1 0 0 0 0,1 0 0 0 0,0 0 0 0 0,0 0 0 0 0,-1 0 0 0 0,1 1 0 0 0,0-1 0 0 0,-1 0 0 0 0,1 0 0 0 0,0 0-1 0 0,0 0 1 0 0,-1 0 0 0 0,1 0 0 0 0,0 0 0 0 0,0 1 0 0 0,0-1 0 0 0,-1 0 0 0 0,1 0 0 0 0,0 0 0 0 0,0 0 0 0 0,0 1 0 0 0,-1-1 0 0 0,1 0-1 0 0,0 0 1 0 0,0 1 0 0 0,0-1 0 0 0,0 0 0 0 0,0 0 0 0 0,0 1 0 0 0,-1-1 0 0 0,1 0 251 0 0,0-6-1317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3:31.130"/>
    </inkml:context>
    <inkml:brush xml:id="br0">
      <inkml:brushProperty name="width" value="0.05" units="cm"/>
      <inkml:brushProperty name="height" value="0.05" units="cm"/>
      <inkml:brushProperty name="color" value="#FFFFFF"/>
    </inkml:brush>
  </inkml:definitions>
  <inkml:trace contextRef="#ctx0" brushRef="#br0">913 1 848 0 0,'0'0'1171'0'0,"0"0"-132"0"0,0 0-43 0 0,0 0-89 0 0,0 0-96 0 0,0 0-14 0 0,0 0 9 0 0,0 0-88 0 0,0 0-74 0 0,0 0-91 0 0,4 0-27 0 0,-3 4-428 0 0,-1-1 0 0 0,1 0 0 0 0,0 0 1 0 0,-1 0-1 0 0,0 1 0 0 0,1-1 1 0 0,-1 0-1 0 0,-1 0 0 0 0,1 1 1 0 0,0-1-1 0 0,-1 0 0 0 0,0 0 1 0 0,1 0-1 0 0,-1 1 0 0 0,-1-1 1 0 0,1 0-1 0 0,0 0 0 0 0,-1 0 0 0 0,1-1 1 0 0,-1 1-1 0 0,0 0 0 0 0,0-1 1 0 0,0 1-1 0 0,-1 1-98 0 0,-14 32 652 0 0,-7 42 411 0 0,-161 315 1499 0 0,125-247-2250 0 0,-31 76-340 0 0,-23 21 9 0 0,29-73-157 0 0,12-34-210 0 0,-31 40 250 0 0,65-103 134 0 0,-1 12-276 0 0,13-29 160 0 0,11 0-402 0 0,4-32-2580 0 0,2-11-5179 0 0,8-13 6733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3:34.572"/>
    </inkml:context>
    <inkml:brush xml:id="br0">
      <inkml:brushProperty name="width" value="0.05" units="cm"/>
      <inkml:brushProperty name="height" value="0.05" units="cm"/>
      <inkml:brushProperty name="color" value="#FFFFFF"/>
    </inkml:brush>
  </inkml:definitions>
  <inkml:trace contextRef="#ctx0" brushRef="#br0">132 40 1108 0 0,'0'0'1218'0'0,"0"0"-97"0"0,0 0-120 0 0,-3 0-80 0 0,-10 0-23 0 0,9 0-88 0 0,4 0 14 0 0,0 0-18 0 0,0 0-38 0 0,0 0-91 0 0,0 0-23 0 0,0 0 20 0 0,0 0-14 0 0,0 0-62 0 0,0 0-67 0 0,0 0-40 0 0,0 0 11 0 0,0 0-27 0 0,0 0-23 0 0,0 0-3 0 0,0 0-39 0 0,0 0 42 0 0,0 0-52 0 0,0 0-6 0 0,0 0 24 0 0,0 0 4 0 0,0 0-39 0 0,0 0 10 0 0,0 0-25 0 0,1-4-6 0 0,-1 3-317 0 0,1 0 0 0 0,-1 0 0 0 0,1 0-1 0 0,-1 0 1 0 0,1 0 0 0 0,-1 0-1 0 0,1 0 1 0 0,0 0 0 0 0,-1 0-1 0 0,1 0 1 0 0,0 0 0 0 0,0 0-1 0 0,0 1 1 0 0,0-1 0 0 0,0 0-1 0 0,0 0 1 0 0,0 1 0 0 0,0-1 0 0 0,0 1-1 0 0,0-1 1 0 0,0 1 0 0 0,0-1-1 0 0,0 1 1 0 0,0 0 0 0 0,1 0-1 0 0,-1-1 1 0 0,0 1 0 0 0,0 0-1 0 0,0 0 1 0 0,1 0 0 0 0,-1 0-1 0 0,0 0 1 0 0,0 1 0 0 0,0-1-1 0 0,0 0 1 0 0,1 0 0 0 0,-1 1 0 0 0,0-1-1 0 0,0 1 1 0 0,0-1 0 0 0,0 1-1 0 0,0-1 1 0 0,0 1 0 0 0,1 0-45 0 0,19 2 535 0 0,118 27 587 0 0,9-27-110 0 0,-105 13-950 0 0,10-13 160 0 0,16-3 71 0 0,-67 0-343 0 0,19 1-2300 0 0,-18 8 457 0 0,-22-3-8290 0 0,6-4 6693 0 0,1 1 276 0 0,5-2 1689 0 0</inkml:trace>
  <inkml:trace contextRef="#ctx0" brushRef="#br0" timeOffset="730.144">375 41 1660 0 0,'1'14'7016'0'0,"4"43"-3264"0"0,-17 113-1359 0 0,0-82-1815 0 0,-16 129 302 0 0,-14 44-761 0 0,38-39-707 0 0,4-157 313 0 0,-10-38-68 0 0,10 42-1462 0 0,-9-68 488 0 0,-2 16-1125 0 0,-2-10-3910 0 0,11-6 4936 0 0</inkml:trace>
  <inkml:trace contextRef="#ctx0" brushRef="#br0" timeOffset="1515.476">38 1294 1292 0 0,'-37'-2'11607'0'0,"53"7"-5962"0"0,37 6-2882 0 0,60-3-1073 0 0,-37 1-924 0 0,5-9-169 0 0,-34 19-404 0 0,36-8-8 0 0,-8 7-156 0 0,-36-17 72 0 0,-37-1-87 0 0,31 2-3522 0 0,-76-35-10697 0 0,23-12 9991 0 0,18 30 2923 0 0</inkml:trace>
  <inkml:trace contextRef="#ctx0" brushRef="#br0" timeOffset="3479.432">840 7 1344 0 0,'0'0'1517'0'0,"3"-7"-1141"0"0,-1 8 2888 0 0,2 3 4442 0 0,26 69-5604 0 0,3 118-11 0 0,-10-94-1330 0 0,41 125 479 0 0,-27-105-598 0 0,25 159 125 0 0,-26-126-471 0 0,11 52 651 0 0,-31-155-306 0 0,9-58-695 0 0,-3-37 138 0 0,73-228-28 0 0,-59 167-72 0 0,43-168-872 0 0,-38 116-164 0 0,-17 64 727 0 0,-24 96 301 0 0,3-34-76 0 0,21-7 44 0 0,20-90-26 0 0,-24 63 262 0 0,-5 19-16 0 0,-7 27-2527 0 0,-24 28-6525 0 0,3 9 1239 0 0,10-12 6248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3:40.205"/>
    </inkml:context>
    <inkml:brush xml:id="br0">
      <inkml:brushProperty name="width" value="0.05" units="cm"/>
      <inkml:brushProperty name="height" value="0.05" units="cm"/>
      <inkml:brushProperty name="color" value="#FFFFFF"/>
    </inkml:brush>
  </inkml:definitions>
  <inkml:trace contextRef="#ctx0" brushRef="#br0">31 28 1748 0 0,'0'0'1018'0'0,"0"0"-130"0"0,0 0-85 0 0,0 0-47 0 0,0 0 10 0 0,0 0-56 0 0,0 0-47 0 0,0 0-21 0 0,0 0 3 0 0,0 0-38 0 0,0 0 21 0 0,0 0-9 0 0,0 0-16 0 0,0 0-5 0 0,0 0-54 0 0,0 0-66 0 0,0 0 7 0 0,0 0-9 0 0,0 0 62 0 0,0 0-38 0 0,-7 5 805 0 0,25 51-71 0 0,3 0-1 0 0,3-2 1 0 0,2 0-1 0 0,16 22-1233 0 0,28 59 1040 0 0,9 23-26 0 0,19 27-302 0 0,-18-16-572 0 0,-41-28 140 0 0,-4-45-352 0 0,1-1 32 0 0,-22-73-1135 0 0,-14-22 983 0 0,0 0 0 0 0,0 0 1 0 0,-1-1-1 0 0,1 1 0 0 0,0 0 0 0 0,0 0 0 0 0,0 0 0 0 0,-1-1 1 0 0,1 1-1 0 0,0 0 0 0 0,0 0 0 0 0,-1 0 0 0 0,1 0 0 0 0,0 0 1 0 0,0 0-1 0 0,-1-1 0 0 0,1 1 0 0 0,0 0 0 0 0,-1 0 0 0 0,1 0 1 0 0,0 0-1 0 0,0 0 0 0 0,-1 0 0 0 0,1 0 0 0 0,0 0 0 0 0,-1 0 1 0 0,1 0-1 0 0,0 0 0 0 0,0 0 0 0 0,-1 1 0 0 0,1-1 0 0 0,0 0 1 0 0,-1 0-1 0 0,1 0 0 0 0,0 0 0 0 0,0 0 0 0 0,-1 1 0 0 0,1-1 1 0 0,0 0-1 0 0,0 0 0 0 0,0 0 0 0 0,-1 1 192 0 0,-15-23-7725 0 0,1-17 3677 0 0,14 36 3751 0 0,-3-13-1321 0 0</inkml:trace>
  <inkml:trace contextRef="#ctx0" brushRef="#br0" timeOffset="1199.657">578 28 1588 0 0,'0'0'1197'0'0,"0"0"-138"0"0,0 0-84 0 0,0 0-47 0 0,0 0-78 0 0,0 0-72 0 0,0 0-18 0 0,0 0-102 0 0,-3 6 11 0 0,-117 278 6068 0 0,-10-27-5704 0 0,54-103-941 0 0,-1 6-538 0 0,25-54-172 0 0,-7 16 327 0 0,24-47-363 0 0,35-75 635 0 0,0 0 48 0 0,0 0-25 0 0,0 0-41 0 0,0 41 733 0 0,-9-39-549 0 0,-3 13-2948 0 0,8-40-8169 0 0,6 21 9574 0 0</inkml:trace>
  <inkml:trace contextRef="#ctx0" brushRef="#br0" timeOffset="3416.91">820 1 1316 0 0,'2'-1'10702'0'0,"1"3"-5534"0"0,17 9-5168 0 0,-6 25 1190 0 0,46 174 971 0 0,-22-48-1183 0 0,9 2-77 0 0,1 31-342 0 0,11 53 244 0 0,-36-162-445 0 0,-9-21-504 0 0,-14-24 298 0 0,0-39-188 0 0,3 22 26 0 0,12 10-3 0 0,-7 1-102 0 0,1-7 140 0 0,-6-30-16 0 0,5-18-45 0 0,96-300-125 0 0,-56 136-78 0 0,-2 28-447 0 0,19-54-850 0 0,-45 125 987 0 0,-3 19 297 0 0,-1-9 294 0 0,-2 11-140 0 0,-14 20 101 0 0,0 43 35 0 0,0 1-49 0 0,0 0-39 0 0,6-26 66 0 0,-5-7-425 0 0,-33 55-16990 0 0,27-18 15748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3:55.349"/>
    </inkml:context>
    <inkml:brush xml:id="br0">
      <inkml:brushProperty name="width" value="0.05" units="cm"/>
      <inkml:brushProperty name="height" value="0.05" units="cm"/>
      <inkml:brushProperty name="color" value="#FFFFFF"/>
    </inkml:brush>
  </inkml:definitions>
  <inkml:trace contextRef="#ctx0" brushRef="#br0">1 22 2172 0 0,'0'0'1316'0'0,"0"0"-85"0"0,0 0-105 0 0,0 0-72 0 0,0 0-139 0 0,0 0-29 0 0,0 0-18 0 0,0 0-84 0 0,0 0-85 0 0,0 0-31 0 0,0 0 107 0 0,0 0-84 0 0,0 0-41 0 0,0 0-37 0 0,0 0 10 0 0,0 0-29 0 0,0 0-44 0 0,0 0-15 0 0,0 0 17 0 0,0 0 2 0 0,0 0-62 0 0,0 0-16 0 0,0 0-46 0 0,0 0-38 0 0,7-12 794 0 0,97 17 2163 0 0,-40 14-2798 0 0,99 14 355 0 0,81-29-376 0 0,-155-5-2770 0 0,-87-2 1784 0 0,1-13-675 0 0,-3 15 888 0 0,0 0-1 0 0,0 0 1 0 0,0 0-1 0 0,0 0 1 0 0,-1 0-1 0 0,1 0 1 0 0,0 0-1 0 0,-1 0 1 0 0,1 0-1 0 0,0-1 1 0 0,-1 1-1 0 0,1 1 1 0 0,-1-1-1 0 0,0 0 1 0 0,1 0 0 0 0,-1 0-1 0 0,0 0 1 0 0,1 0-1 0 0,-1 0 1 0 0,0 1-1 0 0,0-1 1 0 0,0 0-1 0 0,0 1 1 0 0,0-1-1 0 0,0 1 1 0 0,0-1-1 0 0,0 1 1 0 0,0-1-1 0 0,0 1 1 0 0,0 0-1 0 0,0-1 1 0 0,0 1-1 0 0,0 0 1 0 0,0 0-1 0 0,0 0 1 0 0,0 0-1 0 0,0 0 1 0 0,0 0 0 0 0,-1 0-1 0 0,1 0 1 0 0,0 0-1 0 0,0 1 244 0 0,-34 3-8603 0 0,28-4 7187 0 0</inkml:trace>
  <inkml:trace contextRef="#ctx0" brushRef="#br0" timeOffset="689.204">414 30 1004 0 0,'0'0'1226'0'0,"0"0"-172"0"0,0 0-56 0 0,0 0-64 0 0,-12 3 3064 0 0,-9 119 2053 0 0,3 91-3214 0 0,2-65-1693 0 0,2-28-546 0 0,-2 88-8 0 0,2 10-407 0 0,5-111-144 0 0,9-106-81 0 0,0 34-213 0 0,0-18-97 0 0,1 4-464 0 0,-2-6-2865 0 0,-13 0 390 0 0,7-29-5743 0 0,5 13 7449 0 0</inkml:trace>
  <inkml:trace contextRef="#ctx0" brushRef="#br0" timeOffset="1540.295">82 1310 1452 0 0,'-33'15'13234'0'0,"31"-11"-6828"0"0,5-3-6201 0 0,0 0 0 0 0,0 0-1 0 0,1-1 1 0 0,-1 1 0 0 0,0-1 0 0 0,1 1 0 0 0,-1-1-1 0 0,1 0 1 0 0,-1 0 0 0 0,0 0 0 0 0,1-1 0 0 0,-1 0-1 0 0,1 1 1 0 0,-1-1 0 0 0,0 0 0 0 0,0 0 0 0 0,0-1-1 0 0,1 1 1 0 0,0-1-205 0 0,46-10 553 0 0,29 12 161 0 0,-32-10-544 0 0,13 0-30 0 0,-26 1-22 0 0,32 8-24 0 0,112 1 11 0 0,-177 0-161 0 0,30-1-1475 0 0,-23-6 908 0 0,-23 4-7835 0 0,-13-1 216 0 0,-1-21 3445 0 0,25 10 3483 0 0</inkml:trace>
  <inkml:trace contextRef="#ctx0" brushRef="#br0" timeOffset="3475.464">957 0 1724 0 0,'0'0'1313'0'0,"0"0"-162"0"0,0 0-160 0 0,0 0 3 0 0,0 0-70 0 0,0 0-56 0 0,0 0-38 0 0,0 0-10 0 0,0 0 6 0 0,0 0-61 0 0,0 0-43 0 0,0 0-81 0 0,0 0-123 0 0,0 0-33 0 0,0 0-13 0 0,0 0 86 0 0,0 0 31 0 0,0 0-40 0 0,5 4-42 0 0,21 25 377 0 0,-1 71 1420 0 0,14-3-1022 0 0,22 80 498 0 0,35 100-27 0 0,-48-153-1197 0 0,-21-12-178 0 0,5 20-144 0 0,-25-96-212 0 0,28 92 66 0 0,-20-29 64 0 0,-9-57-299 0 0,18-100 89 0 0,85-261-678 0 0,-42 119 206 0 0,36-112-966 0 0,-45 137 673 0 0,-37 78 747 0 0,-5 23-103 0 0,-16 73 170 0 0,0 1 18 0 0,0 0 13 0 0,0 0-18 0 0,0 0 36 0 0,12-27 263 0 0,-9-3-2319 0 0,-30 40-6578 0 0,-37 20 66 0 0,53-27 6842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3:45.108"/>
    </inkml:context>
    <inkml:brush xml:id="br0">
      <inkml:brushProperty name="width" value="0.05" units="cm"/>
      <inkml:brushProperty name="height" value="0.05" units="cm"/>
      <inkml:brushProperty name="color" value="#FFFFFF"/>
    </inkml:brush>
  </inkml:definitions>
  <inkml:trace contextRef="#ctx0" brushRef="#br0">67 98 1196 0 0,'0'0'1152'0'0,"0"0"-65"0"0,0 0-138 0 0,0 0-93 0 0,0 0-85 0 0,0 0-63 0 0,0 0-22 0 0,0 0-1 0 0,0 0-114 0 0,0 0-22 0 0,0 0 7 0 0,0 0-53 0 0,0 0-14 0 0,0 0-4 0 0,0 0-22 0 0,0 0-7 0 0,0 0-24 0 0,0 0-55 0 0,0 0-37 0 0,0 0 49 0 0,0 0-3 0 0,0 0 49 0 0,0 0-11 0 0,-3 0 4 0 0,2 0-400 0 0,0 0 0 0 0,1 0 0 0 0,-1-1 0 0 0,0 1 0 0 0,1 0 0 0 0,-1 0 0 0 0,0 0 1 0 0,1 0-1 0 0,-1 1 0 0 0,0-1 0 0 0,1 0 0 0 0,-1 0 0 0 0,0 0 0 0 0,1 0 0 0 0,-1 1 0 0 0,1-1 0 0 0,-1 0 1 0 0,0 1-1 0 0,1-1 0 0 0,-1 0 0 0 0,1 1 0 0 0,-1-1 0 0 0,1 1 0 0 0,-1-1 0 0 0,1 1 0 0 0,-1-1 0 0 0,1 1 1 0 0,0-1-1 0 0,-1 1 0 0 0,1-1 0 0 0,0 1 0 0 0,-1-1 0 0 0,1 1 0 0 0,0 0 0 0 0,0-1 0 0 0,0 1 0 0 0,-1 0 0 0 0,1-1 1 0 0,0 1-1 0 0,0 0 0 0 0,0-1 0 0 0,0 1 0 0 0,0 0 0 0 0,0-1 0 0 0,0 1 0 0 0,0-1 0 0 0,1 1 0 0 0,-1 0 1 0 0,0-1-1 0 0,0 1 0 0 0,0 0 0 0 0,1-1 0 0 0,-1 1 0 0 0,0-1 0 0 0,1 1 0 0 0,-1 0 0 0 0,0-1 0 0 0,1 1 1 0 0,-1-1-1 0 0,1 0 0 0 0,-1 1 0 0 0,1-1 0 0 0,-1 1 0 0 0,1-1 0 0 0,-1 0 0 0 0,1 1 0 0 0,0-1 0 0 0,-1 0 1 0 0,1 1-29 0 0,23 81 1289 0 0,3 0 1 0 0,4-2 0 0 0,32 58-1290 0 0,26 64 1176 0 0,20 87-360 0 0,-56-137-706 0 0,-16-33-64 0 0,-20-63 86 0 0,-11-47-1866 0 0,-11-24-4708 0 0,-4-12-531 0 0,-2-66 1157 0 0,9 67 4580 0 0</inkml:trace>
  <inkml:trace contextRef="#ctx0" brushRef="#br0" timeOffset="972.031">609 141 1016 0 0,'5'-31'6038'0'0,"-3"1"819"0"0,-30 72-4138 0 0,-89 157-955 0 0,33-59-1273 0 0,-22 77-274 0 0,-9 39-381 0 0,63-125-362 0 0,7-37-211 0 0,-5 51-2 0 0,47-102 661 0 0,-12-18-20 0 0,15-46-10594 0 0,6 0 7854 0 0,5 0 1596 0 0</inkml:trace>
  <inkml:trace contextRef="#ctx0" brushRef="#br0" timeOffset="2235.247">895 51 1664 0 0,'-2'-30'8365'0'0,"11"46"-2197"0"0,40 86-2518 0 0,28 24-1908 0 0,106 195 148 0 0,-77-23-1472 0 0,-49-127-233 0 0,-19-81-120 0 0,7 46-82 0 0,-13-24-22 0 0,-27-100-1155 0 0,-14-18-6032 0 0,-14-26-5449 0 0,21 25 11303 0 0</inkml:trace>
  <inkml:trace contextRef="#ctx0" brushRef="#br0" timeOffset="3298.013">1492 14 1388 0 0,'1'-10'2690'0'0,"-1"10"-2454"0"0,0 0-1 0 0,-1 0 1 0 0,1 0 0 0 0,0 0 0 0 0,0 0-1 0 0,-1 0 1 0 0,1 0 0 0 0,0 0 0 0 0,0 0-1 0 0,-1 0 1 0 0,1 0 0 0 0,0 0 0 0 0,0-1-1 0 0,-1 1 1 0 0,1 0 0 0 0,0 0 0 0 0,0 0-1 0 0,0 0 1 0 0,-1 0 0 0 0,1 0 0 0 0,0 0-1 0 0,0-1 1 0 0,0 1 0 0 0,-1 0 0 0 0,1 0-1 0 0,0 0 1 0 0,0-1 0 0 0,0 1 0 0 0,0 0-1 0 0,-1 0 1 0 0,1 0 0 0 0,0-1-236 0 0,-29 61 2607 0 0,-5 0-1464 0 0,-60 107 411 0 0,-71 149-727 0 0,62-87-785 0 0,48-30-219 0 0,25-107-6 0 0,-25 70 166 0 0,42-126 267 0 0,12-35-262 0 0,1-1-8 0 0,0 44-278 0 0,-16-22-628 0 0,4-38-10666 0 0,12 10 10224 0 0,0-3 52 0 0</inkml:trace>
  <inkml:trace contextRef="#ctx0" brushRef="#br0" timeOffset="4811.421">1758 22 2976 0 0,'0'0'979'0'0,"0"0"-146"0"0,0 0-62 0 0,0 0 29 0 0,0 0-86 0 0,0 0 16 0 0,0 0-18 0 0,0 0-85 0 0,0 0 50 0 0,0 0 18 0 0,0 0-105 0 0,0 0-98 0 0,0 0-28 0 0,0 0 86 0 0,0 0-27 0 0,0 0-52 0 0,0 0-30 0 0,0 0 57 0 0,0 0 19 0 0,0 0-8 0 0,0 0-35 0 0,0 0-70 0 0,0 0 3 0 0,0 0-49 0 0,0 0-8 0 0,0 0-2 0 0,3-2 35 0 0,59 6 2325 0 0,131 0 271 0 0,159-4-1727 0 0,-329 9-1127 0 0,52-9-184 0 0,-53 10-36 0 0,18-7 217 0 0,8 19-255 0 0,60-21 71 0 0,-62-1-288 0 0,-45 0 310 0 0,41 0-633 0 0,60-17-219 0 0,-73 8-2843 0 0,-62 1-4904 0 0,-18 4 216 0 0,31 4 6921 0 0</inkml:trace>
  <inkml:trace contextRef="#ctx0" brushRef="#br0" timeOffset="5629.841">2030 120 928 0 0,'4'16'9482'0'0,"-5"39"-7309"0"0,0-27-1130 0 0,-2 70 121 0 0,-20 8-435 0 0,-9 262 1022 0 0,14-84-917 0 0,8-199-1160 0 0,8-14 504 0 0,2-69-283 0 0,0-2-46 0 0,0 0-58 0 0,0 0-14 0 0,2 8-370 0 0,1-11-441 0 0,45-200-11607 0 0,-39 175 11253 0 0</inkml:trace>
  <inkml:trace contextRef="#ctx0" brushRef="#br0" timeOffset="6474.726">2310 114 1452 0 0,'23'-56'7234'0'0,"-19"50"-6614"0"0,-4 6-536 0 0,0 0 0 0 0,1 1 1 0 0,-1-1-1 0 0,0 0 0 0 0,0 0 0 0 0,1 0 1 0 0,-1 0-1 0 0,0 1 0 0 0,1-1 0 0 0,-1 0 1 0 0,0 0-1 0 0,1 0 0 0 0,-1 0 0 0 0,0 0 1 0 0,1 0-1 0 0,-1 0 0 0 0,0 0 0 0 0,1 0 1 0 0,-1 0-1 0 0,0 0 0 0 0,1 0 0 0 0,-1 0 1 0 0,0 0-1 0 0,1 0 0 0 0,-1 0 0 0 0,0 0 1 0 0,0 0-1 0 0,1 0 0 0 0,-1-1 0 0 0,0 1 1 0 0,1 0-1 0 0,-1 0 0 0 0,0 0 0 0 0,1-1 0 0 0,-1 1 1 0 0,0 0-1 0 0,0 0 0 0 0,0-1 0 0 0,1 1 1 0 0,-1 0-1 0 0,0 0 0 0 0,0-1 0 0 0,0 1 1 0 0,1 0-1 0 0,-1-1 0 0 0,0 1-84 0 0,-26 214 4011 0 0,-15 91-2548 0 0,14-101-1194 0 0,2-72-33 0 0,-1 59-383 0 0,24-142 60 0 0,2-48 82 0 0,0 35-194 0 0,0 37-693 0 0,0-71 662 0 0,0-2-26 0 0,0 0-33 0 0,3 6-256 0 0,-3-6 507 0 0,0 0 0 0 0,0 0 1 0 0,0 0-1 0 0,1 0 1 0 0,-1 0-1 0 0,0-1 0 0 0,0 1 1 0 0,1 0-1 0 0,-1 0 1 0 0,0 0-1 0 0,0 0 0 0 0,0 0 1 0 0,1 0-1 0 0,-1 0 1 0 0,0 0-1 0 0,0 0 1 0 0,1 0-1 0 0,-1 0 0 0 0,0 0 1 0 0,0 0-1 0 0,0 0 1 0 0,1 1-1 0 0,-1-1 0 0 0,0 0 1 0 0,0 0-1 0 0,0 0 1 0 0,1 0-1 0 0,-1 0 0 0 0,0 0 1 0 0,0 1-1 0 0,0-1 1 0 0,1 0-1 0 0,-1 0 0 0 0,0 0 1 0 0,0 0-1 0 0,0 1 1 0 0,0-1-1 0 0,0 0 0 0 0,0 0 1 0 0,1 0-1 0 0,-1 1 1 0 0,0-1-1 0 0,0 0 0 0 0,0 0 1 0 0,0 0-1 0 0,0 1 1 0 0,0-1-1 0 0,0 0 0 0 0,0 0 38 0 0,22-46-9014 0 0,-7 16 6357 0 0,-6 8 1241 0 0</inkml:trace>
  <inkml:trace contextRef="#ctx0" brushRef="#br0" timeOffset="7270.019">2620 124 1380 0 0,'0'-28'7981'0'0,"0"27"-7684"0"0,0 1-4 0 0,0 0 38 0 0,8 3 2833 0 0,-11 89-799 0 0,-9 52-1206 0 0,-22 135 192 0 0,-23 80-900 0 0,57-265-330 0 0,-19-27 19 0 0,6 8-868 0 0,4-24 223 0 0,9-49 435 0 0,0-1-40 0 0,-8 46-3637 0 0,0-59-6496 0 0,8 10 8797 0 0</inkml:trace>
  <inkml:trace contextRef="#ctx0" brushRef="#br0" timeOffset="36654.898">1730 1269 1428 0 0,'0'0'980'0'0,"0"0"-61"0"0,0 0-72 0 0,0 0-62 0 0,0 0-95 0 0,0 0-37 0 0,0 0 1 0 0,0 0-8 0 0,0 0-45 0 0,0 0-65 0 0,0 0-1 0 0,0 0-101 0 0,0 0-25 0 0,0 0 5 0 0,0 0-27 0 0,0 0 17 0 0,0 0-38 0 0,0 0-39 0 0,0 0-28 0 0,0 0 58 0 0,0 0 6 0 0,0 0-26 0 0,0 0-30 0 0,0 0 16 0 0,0 0-99 0 0,0 0-70 0 0,0 0 64 0 0,0 0 29 0 0,0 0-66 0 0,0 0-35 0 0,0 0 0 0 0,0 0 42 0 0,0 0 18 0 0,0 0 71 0 0,0 0-24 0 0,0 0 23 0 0,0 0 8 0 0,0 0-42 0 0,0 0 5 0 0,0 0-3 0 0,0 0 1 0 0,0 0-64 0 0,0 0-39 0 0,0 3 48 0 0,0-1-142 0 0,0 0-1 0 0,0 0 0 0 0,0 0 0 0 0,0-1 0 0 0,0 1 0 0 0,1 0 1 0 0,-1 0-1 0 0,0-1 0 0 0,1 1 0 0 0,-1 0 0 0 0,1-1 1 0 0,0 1-1 0 0,-1 0 0 0 0,1-1 0 0 0,0 1 0 0 0,0-1 1 0 0,0 1-1 0 0,0-1 0 0 0,0 1 0 0 0,0-1 0 0 0,1 0 1 0 0,-1 0-1 0 0,0 0 0 0 0,1 1 0 0 0,-1-1 0 0 0,1-1 1 0 0,-1 1-1 0 0,1 0 0 0 0,0 0 0 0 0,-1 0 0 0 0,1-1 0 0 0,1 1-47 0 0,55 12 1549 0 0,-57-13-1450 0 0,52 0 368 0 0,140 0-176 0 0,158 0-117 0 0,-332 10-221 0 0,28-10 96 0 0,-44 10-9 0 0,53-8-101 0 0,-35-2 102 0 0,27 0 30 0 0,-28 9-52 0 0,4-9-95 0 0,-4 11 71 0 0,-18-11-3 0 0,-2 0 15 0 0,29 0-13 0 0,16 0-218 0 0,-44 0 233 0 0,18 23 9 0 0,-10-25-592 0 0,-25-2-7150 0 0,-11 10 1155 0 0,-9 0 2259 0 0,22-6 2774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5:12:56.684"/>
    </inkml:context>
    <inkml:brush xml:id="br0">
      <inkml:brushProperty name="width" value="0.05" units="cm"/>
      <inkml:brushProperty name="height" value="0.05" units="cm"/>
      <inkml:brushProperty name="color" value="#FFFFFF"/>
    </inkml:brush>
  </inkml:definitions>
  <inkml:trace contextRef="#ctx0" brushRef="#br0">160 56 1540 0 0,'3'0'1582'0'0,"10"0"-204"0"0,-10 0-158 0 0,-3-3 7 0 0,0-10-83 0 0,6 6-97 0 0,37-12 1490 0 0,-42 19-2363 0 0,0 1 0 0 0,0 0 1 0 0,1 0-1 0 0,-1 0 0 0 0,0 0 0 0 0,0 0 1 0 0,0 0-1 0 0,-1 0 0 0 0,1 1 0 0 0,0-1 0 0 0,0 0 1 0 0,-1 0-1 0 0,1 1 0 0 0,0-1 0 0 0,-1 0 0 0 0,1 1 1 0 0,-1-1-1 0 0,0 1 0 0 0,0-1 0 0 0,1 1 0 0 0,-1-1 1 0 0,0 0-1 0 0,0 1 0 0 0,0-1 0 0 0,0 1 1 0 0,-1-1-1 0 0,1 1 0 0 0,0-1 0 0 0,-1 0 0 0 0,1 1 1 0 0,-1-1-175 0 0,-4 27 97 0 0,-2-1 0 0 0,-1 0 0 0 0,-1 0 0 0 0,-1-1 1 0 0,-1 0-1 0 0,-1-1 0 0 0,-2 0 0 0 0,-1-1 0 0 0,0-1 1 0 0,-12 13-98 0 0,-32 18-2233 0 0,35-41-984 0 0,0-8-3417 0 0,24-5 5067 0 0,0 0 34 0 0,0 0 5 0 0</inkml:trace>
  <inkml:trace contextRef="#ctx0" brushRef="#br0" timeOffset="277.739">177 179 1472 0 0,'28'-7'6512'0'0,"3"17"-3882"0"0,-3-1-1777 0 0,94 4 753 0 0,-93-27-4349 0 0,-43 13-4709 0 0,7 3 6082 0 0</inkml:trace>
  <inkml:trace contextRef="#ctx0" brushRef="#br0" timeOffset="541.464">273 246 1060 0 0,'-17'33'6570'0'0,"37"-4"-3604"0"0,5-27-4637 0 0,-2-7-4426 0 0,-23 5 4809 0 0</inkml:trace>
  <inkml:trace contextRef="#ctx0" brushRef="#br0" timeOffset="821.207">562 4 1088 0 0,'1'0'166'0'0,"-1"-1"-1"0"0,1 1 1 0 0,0 0-1 0 0,0-1 1 0 0,-1 1-1 0 0,1 0 1 0 0,0-1-1 0 0,0 1 1 0 0,0 0-1 0 0,-1 0 1 0 0,1 0-1 0 0,0 0 1 0 0,0 0-1 0 0,0 0 1 0 0,0 0-1 0 0,-1 0 1 0 0,1 0-1 0 0,0 0 1 0 0,0 1-1 0 0,0-1 1 0 0,-1 0-1 0 0,1 0 1 0 0,0 1-1 0 0,0-1 1 0 0,-1 1-1 0 0,1-1 1 0 0,0 0-1 0 0,-1 1 1 0 0,1-1-1 0 0,0 1 1 0 0,-1 0-1 0 0,1-1 1 0 0,-1 1-1 0 0,1-1 1 0 0,-1 1-1 0 0,1 0 1 0 0,-1-1-1 0 0,0 1 1 0 0,1 0-1 0 0,-1 0 1 0 0,0-1-1 0 0,1 1 1 0 0,-1 0-1 0 0,0 0 1 0 0,0 0-1 0 0,0-1 1 0 0,0 1-1 0 0,0 0 1 0 0,0 0 0 0 0,0 0-1 0 0,0 0 1 0 0,0-1-1 0 0,0 1 1 0 0,0 1-166 0 0,-7 44 1788 0 0,1-30-1954 0 0,-1-1 1 0 0,0 1 0 0 0,-1-2-1 0 0,0 1 1 0 0,-1-1 0 0 0,-1 0-1 0 0,0-1 1 0 0,-1 0 0 0 0,0-1-1 0 0,-3 1 166 0 0,1-8-1320 0 0,11-4-4685 0 0,2-1 5992 0 0,0 0-1325 0 0</inkml:trace>
  <inkml:trace contextRef="#ctx0" brushRef="#br0" timeOffset="822.207">491 170 1516 0 0,'4'-4'320'0'0,"-1"0"1"0"0,1 0-1 0 0,0 1 0 0 0,0-1 0 0 0,0 1 1 0 0,0 0-1 0 0,0 0 0 0 0,1 0 0 0 0,0 1 1 0 0,-1-1-1 0 0,1 1 0 0 0,0 0 0 0 0,0 1 0 0 0,0-1 1 0 0,0 1-1 0 0,1 0 0 0 0,-1 0 0 0 0,0 0 1 0 0,1 1-321 0 0,-5 0 570 0 0,2 0 13 0 0,71 31 1456 0 0,-20 1-2765 0 0,-55-21-6295 0 0,-1-9 5623 0 0</inkml:trace>
  <inkml:trace contextRef="#ctx0" brushRef="#br0" timeOffset="1085.434">668 215 948 0 0,'8'28'6780'0'0,"11"-5"-6331"0"0,-15-14-5787 0 0,-3-7 3859 0 0</inkml:trace>
  <inkml:trace contextRef="#ctx0" brushRef="#br0" timeOffset="1380.187">377 315 1256 0 0,'-2'5'4926'0'0,"-4"7"-2905"0"0,-108 110 1796 0 0,38-58-2795 0 0,11-29-2851 0 0,53-50 7 0 0,19-15-4061 0 0,-4 22 4371 0 0</inkml:trace>
  <inkml:trace contextRef="#ctx0" brushRef="#br0" timeOffset="1629.903">314 401 2092 0 0,'204'88'8251'0'0,"-197"-84"-8072"0"0,15 9 496 0 0,0 0-1 0 0,2-2 0 0 0,-1-1 1 0 0,1-1-1 0 0,23 6-674 0 0,-30-15-1960 0 0,-6 7-6198 0 0,-14-4 6546 0 0</inkml:trace>
  <inkml:trace contextRef="#ctx0" brushRef="#br0" timeOffset="1798.548">290 624 916 0 0,'13'2'6126'0'0,"19"-1"-4368"0"0,113 0-772 0 0,-144-1-2061 0 0,-1 0-409 0 0,3 2 36 0 0,6 16-1153 0 0,-12-14 1379 0 0</inkml:trace>
  <inkml:trace contextRef="#ctx0" brushRef="#br0" timeOffset="2170.368">335 753 1896 0 0,'-28'59'8768'0'0,"53"-80"-7258"0"0,-18 18-1405 0 0,-1 1 0 0 0,1-1-1 0 0,-1 1 1 0 0,1 1-1 0 0,0-1 1 0 0,0 1 0 0 0,-1 0-1 0 0,1 0 1 0 0,0 1-1 0 0,0 0 1 0 0,0 0 0 0 0,0 1-1 0 0,3 1-104 0 0,14-2 42 0 0,-22 1-23 0 0,0-1 0 0 0,1 1 1 0 0,-1-1-1 0 0,0 1 0 0 0,0 0 1 0 0,0 0-1 0 0,0 0 0 0 0,0 0 0 0 0,0 0 1 0 0,0 0-1 0 0,0 1 0 0 0,0-1 1 0 0,0 1-1 0 0,-1-1 0 0 0,1 1 0 0 0,-1 0 1 0 0,1 0-1 0 0,-1-1 0 0 0,0 1 1 0 0,0 0-1 0 0,1 0 0 0 0,-1 0 0 0 0,0 0 1 0 0,-1 1-1 0 0,1-1 0 0 0,0 0 0 0 0,-1 0 1 0 0,1 0-1 0 0,-1 1 0 0 0,0-1 1 0 0,0 0-1 0 0,0 1 0 0 0,0-1 0 0 0,0 0 1 0 0,0 0-1 0 0,-1 2-19 0 0,-2 2 25 0 0,0 0-1 0 0,-1 0 1 0 0,0 0 0 0 0,0 0-1 0 0,0-1 1 0 0,-1 0 0 0 0,0 0-1 0 0,0 0 1 0 0,0 0 0 0 0,0-1-1 0 0,-1 0 1 0 0,0 0 0 0 0,0 0-1 0 0,0-1 1 0 0,0 0 0 0 0,-1 0-1 0 0,-3 1-24 0 0,8-3-56 0 0,1-1-1 0 0,-1 1 0 0 0,1-1 1 0 0,-1 0-1 0 0,1 0 0 0 0,-1 0 1 0 0,0 1-1 0 0,1-1 0 0 0,-1-1 1 0 0,1 1-1 0 0,-1 0 0 0 0,1 0 1 0 0,-1-1-1 0 0,1 1 0 0 0,-1 0 1 0 0,1-1-1 0 0,-1 0 0 0 0,1 1 1 0 0,-1-1-1 0 0,1 0 1 0 0,0 0-1 0 0,-1 0 0 0 0,1 0 1 0 0,0 0-1 0 0,0 0 0 0 0,0 0 1 0 0,0 0-1 0 0,0 0 0 0 0,0 0 1 0 0,0-1-1 0 0,0 1 0 0 0,0 0 1 0 0,1-1-1 0 0,-1 1 0 0 0,0-1 1 0 0,1 1-1 0 0,-1-1 0 0 0,1 1 1 0 0,0-1-1 0 0,-1 1 0 0 0,1-1 1 0 0,0 1-1 0 0,0-1 0 0 0,0 0 1 0 0,0 1-1 0 0,0-1 0 0 0,0 1 1 0 0,1-2 56 0 0,0-11-916 0 0,2 0 0 0 0,-1 0 1 0 0,2 0-1 0 0,0 0 0 0 0,0 1 0 0 0,1 0 1 0 0,1 0-1 0 0,0 0 0 0 0,1 0 0 0 0,8-10 916 0 0,2-6-1364 0 0</inkml:trace>
  <inkml:trace contextRef="#ctx0" brushRef="#br0" timeOffset="2434.597">1242 25 1096 0 0,'4'1'1732'0'0,"0"1"-460"0"0,0 0-44 0 0,2 1-71 0 0,-2 0-233 0 0,0 1-156 0 0,0 0-116 0 0,0 1-188 0 0,0-1-116 0 0,-2-1-224 0 0,-1 3-248 0 0,1 1 12 0 0,-4-3-820 0 0,1 3-652 0 0,-1-2 96 0 0,-2 2 67 0 0,-2 1 57 0 0,-8 4-4 0 0</inkml:trace>
  <inkml:trace contextRef="#ctx0" brushRef="#br0" timeOffset="2791.403">1023 236 2176 0 0,'-2'3'404'0'0,"-29"71"7274"0"0,31-73-7350 0 0,0-1-141 0 0,0 0-129 0 0,0 0-45 0 0,0 0-21 0 0,0 0 2 0 0,-1 1 1 0 0,1-1 0 0 0,0 0 0 0 0,0 1 0 0 0,0-1-1 0 0,0 1 1 0 0,0-1 0 0 0,0 1 0 0 0,0-1 0 0 0,0 1-1 0 0,0-1 1 0 0,1 0 0 0 0,-1 1 0 0 0,0-1 0 0 0,0 1-1 0 0,0-1 1 0 0,0 1 0 0 0,1-1 0 0 0,-1 0-1 0 0,0 1 1 0 0,0-1 0 0 0,1 0 0 0 0,-1 1 0 0 0,0-1-1 0 0,1 0 1 0 0,-1 1 0 0 0,0-1 0 0 0,1 0 0 0 0,-1 1-1 0 0,0-1 1 0 0,1 0 0 0 0,-1 0 0 0 0,1 0 0 0 0,-1 1-1 0 0,0-1 1 0 0,1 0 0 0 0,-1 0 0 0 0,1 0 0 0 0,-1 0-1 0 0,1 0 1 0 0,-1 0 0 0 0,1 0 0 0 0,-1 0-1 0 0,0 0 1 0 0,1 0 0 0 0,-1 0 0 0 0,1 0 0 0 0,-1 0-1 0 0,1 0 1 0 0,-1 0 0 0 0,1-1 0 0 0,-1 1 0 0 0,0 0-1 0 0,1 0 1 0 0,-1-1 0 0 0,1 1 0 0 0,-1 0 0 0 0,0 0-1 0 0,1-1 1 0 0,-1 1 0 0 0,0 0 0 0 0,1-1 0 0 0,-1 1-1 0 0,0-1 6 0 0,72-52 282 0 0,-57 46-42 0 0,0 1-1 0 0,0 1 0 0 0,0 0 0 0 0,1 0 0 0 0,-1 2 1 0 0,1 0-1 0 0,0 1 0 0 0,0 0 0 0 0,0 2 0 0 0,0-1 1 0 0,0 2-1 0 0,0 0 0 0 0,2 2-239 0 0,40-2 469 0 0,3 12 133 0 0,-35-4-546 0 0,-17-6-1477 0 0,-28 5-336 0 0,-165 21-7917 0 0,164-28 8421 0 0</inkml:trace>
  <inkml:trace contextRef="#ctx0" brushRef="#br0" timeOffset="3147.21">1153 305 904 0 0,'4'2'2039'0'0,"8"5"3810"0"0,-19 12-3349 0 0,-18 7-2059 0 0,-63 44-399 0 0,66-61-295 0 0,89 14 747 0 0,46 24-21 0 0,-58-18-290 0 0,0 26-180 0 0,-54-55-252 0 0,-1 0-105 0 0,0 0-50 0 0,-2 3 196 0 0,0-1-1 0 0,-1 0 0 0 0,1 1 1 0 0,0-1-1 0 0,-1 0 0 0 0,1 0 0 0 0,-1-1 1 0 0,0 1-1 0 0,1 0 0 0 0,-1-1 1 0 0,0 0-1 0 0,0 0 0 0 0,0 0 1 0 0,0 0-1 0 0,0 0 0 0 0,0 0 0 0 0,0-1 1 0 0,-1 1-1 0 0,1-1 0 0 0,0 0 1 0 0,0 0-1 0 0,0 0 0 0 0,0-1 1 0 0,-1 1-1 0 0,1-1 0 0 0,0 1 0 0 0,0-1 209 0 0,-9 1-645 0 0,-26-4-1551 0 0,-3-14 1312 0 0</inkml:trace>
  <inkml:trace contextRef="#ctx0" brushRef="#br0" timeOffset="3706.191">1060 551 2080 0 0,'-161'-122'6165'0'0,"160"122"-6072"0"0,0-1 0 0 0,1 1 0 0 0,-1-1 0 0 0,1 0 1 0 0,-1 1-1 0 0,0-1 0 0 0,1 0 0 0 0,-1 0 0 0 0,1 1 1 0 0,0-1-1 0 0,-1 0 0 0 0,1 0 0 0 0,0 1 0 0 0,-1-1 0 0 0,1 0 1 0 0,0 0-1 0 0,0 0 0 0 0,0 0 0 0 0,-1 0 0 0 0,1 1 1 0 0,0-1-1 0 0,0 0 0 0 0,1 0 0 0 0,-1 0 0 0 0,0 0 0 0 0,0 0 1 0 0,0 1-1 0 0,0-1 0 0 0,1 0 0 0 0,-1 0 0 0 0,0 0 1 0 0,1 1-1 0 0,-1-1 0 0 0,1 0 0 0 0,-1 0 0 0 0,1 1 0 0 0,-1-1 1 0 0,1 0-1 0 0,-1 1 0 0 0,1-1 0 0 0,0 1 0 0 0,-1-1 0 0 0,1 0 1 0 0,0 1-1 0 0,0 0 0 0 0,-1-1 0 0 0,1 1 0 0 0,0-1 1 0 0,0 1-1 0 0,0 0 0 0 0,-1 0 0 0 0,1-1 0 0 0,0 1 0 0 0,0 0 1 0 0,0 0-1 0 0,0 0-93 0 0,56-20 883 0 0,-55 19-696 0 0,144-13 2214 0 0,20 34-920 0 0,-116-8-1128 0 0,46 9 493 0 0,-96-20-886 0 0,0 0 0 0 0,0 1 1 0 0,0-1-1 0 0,0 0 0 0 0,-1 0 1 0 0,1 0-1 0 0,0 1 0 0 0,-1-1 1 0 0,1 0-1 0 0,-1 0 0 0 0,1 0 0 0 0,-1 0 1 0 0,1 0-1 0 0,-1 0 0 0 0,0 0 1 0 0,1 0-1 0 0,-1 0 0 0 0,0 0 1 0 0,0 0-1 0 0,0 0 0 0 0,0 0 1 0 0,0-1-1 0 0,0 1 0 0 0,0 0 0 0 0,0-1 1 0 0,0 1-1 0 0,0-1 0 0 0,0 1 1 0 0,-1-1-1 0 0,1 1 0 0 0,0-1 1 0 0,-1 0 39 0 0,1 0-2 0 0,-331 149-5081 0 0,121-77 3296 0 0,113-48 1057 0 0,96-24 611 0 0,-21-3-476 0 0,23 4 639 0 0,1-1 0 0 0,-1 1 0 0 0,1-1 0 0 0,0 1 0 0 0,-1-1 0 0 0,1 1 1 0 0,0-1-1 0 0,0 0 0 0 0,-1 1 0 0 0,1-1 0 0 0,0 0 0 0 0,0 0 0 0 0,0 1 1 0 0,-1-1-1 0 0,1 0 0 0 0,0 0 0 0 0,0 0 0 0 0,0 0 0 0 0,-1 0 0 0 0,1 0 0 0 0,0 0 1 0 0,0-1-1 0 0,0 1 0 0 0,-1 0 0 0 0,1 0 0 0 0,0-1 0 0 0,0 1 0 0 0,-1 0 1 0 0,1-1-1 0 0,0 1 0 0 0,0 0 0 0 0,-1-1 0 0 0,1 1 0 0 0,-1-1 0 0 0,1 0 1 0 0,0 1-1 0 0,-1-1 0 0 0,1 1 0 0 0,-1-1 0 0 0,1 0 0 0 0,-1 1 0 0 0,0-1 0 0 0,1 0 1 0 0,-1 0-1 0 0,0 1 0 0 0,1-1 0 0 0,-1 0 0 0 0,0 0 0 0 0,0 0 0 0 0,0 1 1 0 0,1-1-1 0 0,-1 0 0 0 0,0 0 0 0 0,0 0 0 0 0,0 1 0 0 0,0-1 0 0 0,-1 0 1 0 0,1 0-1 0 0,0 0 0 0 0,0 1 0 0 0,0-1 0 0 0,-1 0 0 0 0,1 0 0 0 0,0 1 1 0 0,-1-1-1 0 0,1 0 0 0 0,-1 0 0 0 0,1 1 0 0 0,-1-1 0 0 0,0 0-44 0 0,241-7 4085 0 0,-23-3-2701 0 0,-10 6-668 0 0,-128 7-4177 0 0,-70-5 582 0 0,-21 3-1256 0 0,-43 5-1780 0 0,35-5 4723 0 0</inkml:trace>
  <inkml:trace contextRef="#ctx0" brushRef="#br0" timeOffset="3973.921">1179 608 1484 0 0,'3'21'4532'0'0,"7"12"-2396"0"0,1 4-984 0 0,-5-9-470 0 0,-1 62-634 0 0,-10-70-221 0 0,-9 34-2134 0 0,0-20-2591 0 0,11-30 3558 0 0</inkml:trace>
  <inkml:trace contextRef="#ctx0" brushRef="#br0" timeOffset="4219.132">1134 694 2260 0 0,'-14'10'3868'0'0,"-8"12"-2521"0"0,9-8-670 0 0,-96 82 1927 0 0,108-96-2707 0 0,0 1-1 0 0,0-1 1 0 0,0 1 0 0 0,0-1 0 0 0,0 0 0 0 0,0 1 0 0 0,0-1 0 0 0,0 0 0 0 0,-1 0-1 0 0,1 0 1 0 0,0 0 0 0 0,0 0 0 0 0,0 0 0 0 0,0 0 0 0 0,0 0 0 0 0,0 0 0 0 0,0-1 0 0 0,0 1-1 0 0,0 0 1 0 0,0-1 0 0 0,0 1 0 0 0,0-1 0 0 0,0 1 0 0 0,0-1 0 0 0,0 1 0 0 0,1-1-1 0 0,-1 0 1 0 0,0 1 0 0 0,0-1 0 0 0,0 0 0 0 0,1 0 0 0 0,-1 1 0 0 0,0-1 0 0 0,1 0 0 0 0,-1 0-1 0 0,1 0 1 0 0,-1 0 0 0 0,1 0 0 0 0,0 0 0 0 0,-1 0 0 0 0,1 0 0 0 0,0 0 0 0 0,-1 0 0 0 0,1 0-1 0 0,0 0 1 0 0,0 0 0 0 0,0 0 0 0 0,0 0 0 0 0,0 0 0 0 0,0 0 0 0 0,0-1 0 0 0,1 1-1 0 0,-1 0 1 0 0,0 0 0 0 0,1 0 0 0 0,-1 0 0 0 0,0 0 0 0 0,1 0 0 0 0,0 0 103 0 0,9-13-1174 0 0,0 0 28 0 0</inkml:trace>
  <inkml:trace contextRef="#ctx0" brushRef="#br0" timeOffset="4405.293">1073 733 2960 0 0,'17'3'470'0'0,"0"1"0"0"0,0 1 0 0 0,-1 1 1 0 0,0 1-1 0 0,0 0 0 0 0,0 0 0 0 0,-1 2 0 0 0,0 0 0 0 0,-1 1 0 0 0,12 10-470 0 0,17 10 1158 0 0,121 65 1701 0 0,-142-87-3126 0 0,1-2 0 0 0,1-1 0 0 0,-1 0-1 0 0,1-2 1 0 0,-1-1 0 0 0,1 0 0 0 0,7-2 267 0 0,78-34-4582 0 0,-81 24 3068 0 0,0-1 42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5:13:10.288"/>
    </inkml:context>
    <inkml:brush xml:id="br0">
      <inkml:brushProperty name="width" value="0.05" units="cm"/>
      <inkml:brushProperty name="height" value="0.05" units="cm"/>
      <inkml:brushProperty name="color" value="#FFFFFF"/>
    </inkml:brush>
  </inkml:definitions>
  <inkml:trace contextRef="#ctx0" brushRef="#br0">185 0 2212 0 0,'0'0'1408'0'0,"3"0"-208"0"0,17 5 1782 0 0,-17-3-3017 0 0,36 55 2947 0 0,-43-46-4187 0 0,-43 56-4527 0 0,30-54 4280 0 0</inkml:trace>
  <inkml:trace contextRef="#ctx0" brushRef="#br0" timeOffset="263.727">47 296 1268 0 0,'2'8'1152'0'0,"1"0"-108"0"0,-3-1-48 0 0,2-2-100 0 0,-1 3-127 0 0,-1-1-185 0 0,2 0-152 0 0,-2 1-176 0 0,0-2-56 0 0,0 1-172 0 0,0-7 0 0 0,0 18-808 0 0,0-1-512 0 0,0 0-1 0 0,-13 15 61 0 0,10-6-328 0 0</inkml:trace>
  <inkml:trace contextRef="#ctx0" brushRef="#br0" timeOffset="513.938">1 731 984 0 0,'17'4'4572'0'0,"10"-21"-3342"0"0,-20 11-706 0 0,87-85 2298 0 0,31-98-2938 0 0,-9 3-6340 0 0,-98 157 5120 0 0</inkml:trace>
  <inkml:trace contextRef="#ctx0" brushRef="#br0" timeOffset="514.938">539 26 1416 0 0,'18'4'6212'0'0,"-12"37"-3410"0"0,-46 98-2601 0 0,-29-29-7451 0 0,57-98 5973 0 0</inkml:trace>
  <inkml:trace contextRef="#ctx0" brushRef="#br0" timeOffset="698.1">308 393 3284 0 0,'7'-6'5447'0'0,"15"-4"-4090"0"0,-13 6-693 0 0,113-25 2322 0 0,25 13-1206 0 0,-84 16-4007 0 0,-62 0 1594 0 0,2 3-525 0 0,-2-3 1005 0 0,0 1 1 0 0,0 0 0 0 0,-1 0-1 0 0,1-1 1 0 0,0 1-1 0 0,-1 0 1 0 0,1 0 0 0 0,-1 0-1 0 0,1 0 1 0 0,-1-1 0 0 0,1 1-1 0 0,-1 0 1 0 0,0 0-1 0 0,1 0 1 0 0,-1 0 0 0 0,0 0-1 0 0,0 0 1 0 0,0 0 0 0 0,1 0-1 0 0,-1 0 1 0 0,0 0-1 0 0,-1 0 1 0 0,1 0 0 0 0,0 0-1 0 0,0 0 1 0 0,0 0 0 0 0,-1 0-1 0 0,1 0 1 0 0,0 0-1 0 0,-1 0 1 0 0,1 0 0 0 0,-1 0-1 0 0,1 0 1 0 0,-1 0 0 0 0,1 0-1 0 0,-1-1 1 0 0,0 1 0 0 0,1 0-1 0 0,-1 0 1 0 0,0-1-1 0 0,0 1 1 0 0,1-1 0 0 0,-1 1-1 0 0,0 0 1 0 0,0-1 0 0 0,0 0-1 0 0,0 1 1 0 0,0-1-1 0 0,0 1 1 0 0,0-1 152 0 0,-17 14-1445 0 0,2 1 169 0 0</inkml:trace>
  <inkml:trace contextRef="#ctx0" brushRef="#br0" timeOffset="910.283">406 512 1884 0 0,'-16'17'7626'0'0,"89"-10"-3954"0"0,116-7-2004 0 0,-138-27-3549 0 0,-55 23-3628 0 0,-10-5 1619 0 0,7 6 2616 0 0</inkml:trace>
  <inkml:trace contextRef="#ctx0" brushRef="#br0" timeOffset="1226.053">552 442 2380 0 0,'-7'10'634'0'0,"2"-1"1"0"0,-1 2-1 0 0,2-1 0 0 0,-1 0 1 0 0,1 1-1 0 0,1 0 0 0 0,0 0 0 0 0,0 0 1 0 0,1 7-635 0 0,-14 41 1260 0 0,7-25-750 0 0,8-27-487 0 0,0 0 0 0 0,-1 0 0 0 0,0 0-1 0 0,0-1 1 0 0,-1 1 0 0 0,1 0 0 0 0,-1-1 0 0 0,-1 0 0 0 0,1 0 0 0 0,-1 0 0 0 0,0 0 0 0 0,-1-1 0 0 0,1 1 0 0 0,-1-1 0 0 0,-4 3-23 0 0,-63 23 56 0 0,71-31 178 0 0,-29-9 4037 0 0,116-13-1745 0 0,134-9-486 0 0,-41 13-1690 0 0,-132 8-1149 0 0,-7 2-3787 0 0,-40 13-3534 0 0,-23 9 6465 0 0,-4-6 448 0 0,-1 3 30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5:13:13.328"/>
    </inkml:context>
    <inkml:brush xml:id="br0">
      <inkml:brushProperty name="width" value="0.05" units="cm"/>
      <inkml:brushProperty name="height" value="0.05" units="cm"/>
      <inkml:brushProperty name="color" value="#FFFFFF"/>
    </inkml:brush>
  </inkml:definitions>
  <inkml:trace contextRef="#ctx0" brushRef="#br0">52 26 3448 0 0,'0'0'1172'0'0,"0"0"-62"0"0,0 0-131 0 0,0 0-61 0 0,3 0-108 0 0,8 0 46 0 0,-8 0-80 0 0,1 2-139 0 0,-2-1-602 0 0,-1-1 13 0 0,0 1 1 0 0,1 0-1 0 0,-1-1 0 0 0,0 1 1 0 0,0-1-1 0 0,0 1 1 0 0,0 0-1 0 0,0 0 0 0 0,0 0 1 0 0,0 0-1 0 0,-1 0 0 0 0,1 0 1 0 0,0 0-1 0 0,0 0 0 0 0,-1 0 1 0 0,1 0-1 0 0,-1 0 0 0 0,1 0 1 0 0,-1 0-1 0 0,1 0 0 0 0,-1 1 1 0 0,1-1-1 0 0,-1 0 0 0 0,0 0 1 0 0,0 1-1 0 0,0-1 0 0 0,0 0 1 0 0,0 0-1 0 0,0 1 0 0 0,0-1 1 0 0,0 0-1 0 0,0 0 0 0 0,-1 1-48 0 0,3 147 1979 0 0,-35 15-951 0 0,-17 36-1967 0 0,38-178-1303 0 0,16-31-2885 0 0,-1-14 2519 0 0,-2 8 969 0 0,2-15 451 0 0</inkml:trace>
  <inkml:trace contextRef="#ctx0" brushRef="#br0" timeOffset="451.388">127 32 2308 0 0,'35'-32'10009'0'0,"4"40"-7513"0"0,136 81 266 0 0,-122-48-2005 0 0,-52-40-746 0 0,-1 2-12 0 0,-3 8 7 0 0,-1 0 0 0 0,0-1 0 0 0,0 1 0 0 0,-1-1 0 0 0,0 1 0 0 0,-1-2 1 0 0,0 1-1 0 0,-1-1 0 0 0,1 0 0 0 0,-2 0 0 0 0,-5 5-6 0 0,1 1-47 0 0,-1-2 0 0 0,-1 1 0 0 0,0-2 0 0 0,0 0 0 0 0,-1 0 0 0 0,-1-2 0 0 0,0 0 0 0 0,0 0 0 0 0,-1-2 0 0 0,0 0 0 0 0,0-1 0 0 0,-1-1 0 0 0,-9 2 47 0 0,2 0 96 0 0,23-8-10 0 0,2 0-10 0 0,0 0-46 0 0,0 0 6 0 0,-9-1 116 0 0,13 4-34 0 0,109 57 170 0 0,-61-31-93 0 0,-2 0-1065 0 0,-13-16-2826 0 0,-18-13-4837 0 0,18-24 6153 0 0,-28 16 1224 0 0</inkml:trace>
  <inkml:trace contextRef="#ctx0" brushRef="#br0" timeOffset="853.734">592 266 3952 0 0,'-7'11'7644'0'0,"-24"55"-4948"0"0,9 59 229 0 0,24-119-2897 0 0,-1-1-1 0 0,2 1 1 0 0,-1-1 0 0 0,0 1-1 0 0,1-1 1 0 0,0 0 0 0 0,1 0-1 0 0,-1 0 1 0 0,1 0 0 0 0,0-1 0 0 0,0 0-1 0 0,0 0 1 0 0,3 3-28 0 0,-3-5 25 0 0,0 0-1 0 0,0 0 1 0 0,1-1 0 0 0,-1 1-1 0 0,0-1 1 0 0,1 0 0 0 0,-1 0 0 0 0,1 0-1 0 0,-1-1 1 0 0,1 0 0 0 0,0 1-1 0 0,-1-2 1 0 0,1 1 0 0 0,-1 0-1 0 0,1-1 1 0 0,-1 0 0 0 0,1 0-1 0 0,-1 0 1 0 0,1-1 0 0 0,-1 0 0 0 0,0 1-1 0 0,0-1 1 0 0,0-1 0 0 0,0 1-1 0 0,0-1 1 0 0,1 0-25 0 0,9-7 60 0 0,0 0 0 0 0,0 0 0 0 0,-1-1 0 0 0,-1-1 0 0 0,0 0-1 0 0,0-1 1 0 0,-1 0 0 0 0,-1-1 0 0 0,0 0 0 0 0,-1-1 0 0 0,-1 1 0 0 0,0-2 0 0 0,-1 1 0 0 0,0-3-60 0 0,-6 15 28 0 0,-1-1 0 0 0,1 0 1 0 0,-1 0-1 0 0,0 0 0 0 0,0 0 1 0 0,0 0-1 0 0,-1 0 0 0 0,1 0 1 0 0,-1 1-1 0 0,0-1 0 0 0,0 0 1 0 0,-1 0-1 0 0,1 1 0 0 0,-1-1 0 0 0,1 1 1 0 0,-1-1-1 0 0,0 1 0 0 0,-1 0 1 0 0,1-1-1 0 0,0 1 0 0 0,-1 0 1 0 0,0 1-1 0 0,0-1 0 0 0,0 0 1 0 0,0 1-1 0 0,0 0 0 0 0,0-1 1 0 0,0 1-1 0 0,-1 1 0 0 0,-2-2-28 0 0,-3-2-20 0 0,1 1 0 0 0,-1 0-1 0 0,0 1 1 0 0,0 0 0 0 0,0 1-1 0 0,-1 0 1 0 0,1 0 0 0 0,-1 1-1 0 0,1 0 1 0 0,0 1 0 0 0,-2 0 20 0 0,-39-1-4429 0 0,28 2-391 0 0,22-1 4555 0 0,0 0 1 0 0,0 0-1 0 0,0 1 0 0 0,0-1 1 0 0,0 0-1 0 0,0 0 0 0 0,0 1 1 0 0,0-1-1 0 0,0 0 1 0 0,0 0-1 0 0,0 1 0 0 0,0-1 1 0 0,0 0-1 0 0,0 0 0 0 0,-1 0 1 0 0,1 1-1 0 0,0-1 0 0 0,0 0 1 0 0,0 0-1 0 0,0 1 0 0 0,0-1 1 0 0,-1 0-1 0 0,1 0 0 0 0,0 0 1 0 0,0 0-1 0 0,0 1 1 0 0,0-1-1 0 0,-1 0 0 0 0,1 0 265 0 0,7-1-1460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5:13:16.803"/>
    </inkml:context>
    <inkml:brush xml:id="br0">
      <inkml:brushProperty name="width" value="0.05" units="cm"/>
      <inkml:brushProperty name="height" value="0.05" units="cm"/>
      <inkml:brushProperty name="color" value="#FFFFFF"/>
    </inkml:brush>
  </inkml:definitions>
  <inkml:trace contextRef="#ctx0" brushRef="#br0">40 57 1700 0 0,'-1'0'884'0'0,"-6"5"5266"0"0,-1 10-3856 0 0,-6 72 1259 0 0,5 47-956 0 0,10-121-2477 0 0,0 0 0 0 0,1 0 0 0 0,1 0 0 0 0,0 0 0 0 0,1 0 0 0 0,0-1 0 0 0,1 1 0 0 0,0-1 0 0 0,1 0 0 0 0,1-1-1 0 0,0 1 1 0 0,0-2 0 0 0,1 1 0 0 0,0-1 0 0 0,1 0 0 0 0,0 0 0 0 0,7 4-120 0 0,-12-11 8 0 0,1-1-1 0 0,-1 0 1 0 0,0 0 0 0 0,1 0-1 0 0,0 0 1 0 0,-1-1 0 0 0,1 0-1 0 0,0 0 1 0 0,0 0-1 0 0,0-1 1 0 0,-1 1 0 0 0,1-1-1 0 0,0 0 1 0 0,0-1 0 0 0,0 1-1 0 0,0-1 1 0 0,0 0 0 0 0,-1 0-1 0 0,1 0 1 0 0,0-1-1 0 0,-1 0 1 0 0,1 0 0 0 0,-1 0-1 0 0,0 0 1 0 0,1-1 0 0 0,-1 0-1 0 0,0 1 1 0 0,-1-2-1 0 0,1 1 1 0 0,0 0 0 0 0,0-2-8 0 0,8-6-146 0 0,-1-1 1 0 0,0-1 0 0 0,0 0-1 0 0,-2 0 1 0 0,1-1-1 0 0,-2 0 1 0 0,0-1 0 0 0,0 0-1 0 0,-2 0 1 0 0,0-1 0 0 0,0 0-1 0 0,-2 0 1 0 0,0 0-1 0 0,-1 0 1 0 0,0-1 0 0 0,-1 1-1 0 0,-1-1 1 0 0,-1-9 145 0 0,-17-10-3477 0 0,-5 21-6391 0 0,16 16 8660 0 0</inkml:trace>
  <inkml:trace contextRef="#ctx0" brushRef="#br0" timeOffset="388.332">607 140 3048 0 0,'6'12'7905'0'0,"-15"24"-6367"0"0,8-29-928 0 0,-77 153 2474 0 0,4-19-2294 0 0,64-127-1906 0 0,13-26-2155 0 0,79-175-6829 0 0,-67 155 8784 0 0</inkml:trace>
  <inkml:trace contextRef="#ctx0" brushRef="#br0" timeOffset="592.009">739 4 1912 0 0,'2'-1'196'0'0,"-1"1"0"0"0,0-1 1 0 0,1 1-1 0 0,-1-1 0 0 0,1 1 0 0 0,-1 0 0 0 0,1-1 0 0 0,-1 1 0 0 0,1 0 0 0 0,-1 0 1 0 0,1 0-1 0 0,-1 0 0 0 0,0 0 0 0 0,1 1 0 0 0,-1-1 0 0 0,1 0 0 0 0,-1 1 1 0 0,1-1-1 0 0,-1 1 0 0 0,0-1 0 0 0,1 1 0 0 0,-1 0 0 0 0,0 0 0 0 0,1 0 0 0 0,-1-1 1 0 0,0 1-1 0 0,0 0 0 0 0,1 1-196 0 0,34 63 3075 0 0,-19-5-1807 0 0,-3 1 1 0 0,-2 1-1 0 0,-3 0 0 0 0,-2 0 1 0 0,-4 1-1 0 0,-2 7-1268 0 0,0-53-355 0 0,-7 51-634 0 0,-23-36-3208 0 0,9-36-2422 0 0,6-15 4080 0 0,11 15 2370 0 0,-9-18-1228 0 0</inkml:trace>
  <inkml:trace contextRef="#ctx0" brushRef="#br0" timeOffset="869.748">652 322 2604 0 0,'-7'-15'1945'0'0,"8"15"-1790"0"0,-1 1 1 0 0,1-1 0 0 0,-1 0 0 0 0,0 0 0 0 0,1 0-1 0 0,-1 0 1 0 0,1 0 0 0 0,-1 1 0 0 0,0-1-1 0 0,1 0 1 0 0,-1 0 0 0 0,1 0 0 0 0,-1 0-1 0 0,1 0 1 0 0,-1 0 0 0 0,1 0 0 0 0,-1-1-1 0 0,0 1 1 0 0,1 0 0 0 0,-1 0 0 0 0,1 0-1 0 0,-1 0 1 0 0,0 0 0 0 0,1-1 0 0 0,-1 1-1 0 0,1 0 1 0 0,-1 0 0 0 0,0-1 0 0 0,1 1-1 0 0,-1 0 1 0 0,0-1 0 0 0,0 1 0 0 0,1 0-1 0 0,-1-1 1 0 0,0 1 0 0 0,0 0 0 0 0,1-1-1 0 0,-1 1 1 0 0,0-1 0 0 0,0 1 0 0 0,0 0-1 0 0,0-1 1 0 0,1 1 0 0 0,-1-1 0 0 0,0 1-1 0 0,0 0 1 0 0,0-1 0 0 0,0 1 0 0 0,0-1-1 0 0,0 1 1 0 0,0-1 0 0 0,0 1 0 0 0,-1-1 0 0 0,1 1-1 0 0,0 0 1 0 0,0-1 0 0 0,0 1 0 0 0,0-1-1 0 0,0 1 1 0 0,-1 0 0 0 0,1-1 0 0 0,0 1-1 0 0,0 0 1 0 0,-1-1 0 0 0,1 1 0 0 0,0 0-1 0 0,-1-1 1 0 0,1 1-156 0 0,39 1 2181 0 0,27 2-334 0 0,-20-3-5386 0 0,-19-10-533 0 0,-18 2-516 0 0,-12 5 599 0 0,0 2 2753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5:13:14.508"/>
    </inkml:context>
    <inkml:brush xml:id="br0">
      <inkml:brushProperty name="width" value="0.05" units="cm"/>
      <inkml:brushProperty name="height" value="0.05" units="cm"/>
      <inkml:brushProperty name="color" value="#FFFFFF"/>
    </inkml:brush>
  </inkml:definitions>
  <inkml:trace contextRef="#ctx0" brushRef="#br0">1 84 2644 0 0,'13'4'5431'0'0,"12"7"-2337"0"0,-11-4-2219 0 0,150 31 4941 0 0,-156-37-5763 0 0,0-2 0 0 0,0 1 0 0 0,0-1 0 0 0,0 0 0 0 0,0-1 0 0 0,0 1 0 0 0,0-2 0 0 0,-1 1 0 0 0,1-1 0 0 0,0 0 0 0 0,-1-1 0 0 0,0 0 0 0 0,0 0 0 0 0,0-1 0 0 0,-1 1 0 0 0,4-4-53 0 0,2-9-2366 0 0,-12 17 2192 0 0,1-1 1 0 0,-1 1-1 0 0,0-1 0 0 0,0 1 1 0 0,0 0-1 0 0,0-1 1 0 0,0 1-1 0 0,0-1 0 0 0,0 1 1 0 0,0-1-1 0 0,0 1 1 0 0,0-1-1 0 0,0 1 1 0 0,0-1-1 0 0,0 1 0 0 0,0 0 1 0 0,0-1-1 0 0,0 1 1 0 0,0-1-1 0 0,-1 1 0 0 0,1-1 1 0 0,0 1-1 0 0,0 0 1 0 0,-1-1-1 0 0,1 1 0 0 0,0-1 1 0 0,0 1-1 0 0,-1 0 1 0 0,1-1-1 0 0,0 1 0 0 0,-1 0 1 0 0,1 0-1 0 0,0-1 1 0 0,-1 1-1 0 0,1 0 0 0 0,-1 0 1 0 0,1-1-1 0 0,-1 1 1 0 0,1 0-1 0 0,0 0 0 0 0,-1 0 1 0 0,1 0-1 0 0,-1 0 1 0 0,1 0-1 0 0,-1 0 0 0 0,1 0 1 0 0,-1 0-1 0 0,1 0 1 0 0,-1 0-1 0 0,1 0 0 0 0,0 0 1 0 0,-1 0-1 0 0,1 0 1 0 0,-1 0-1 0 0,1 0 0 0 0,-1 1 1 0 0,1-1-1 0 0,-1 0 174 0 0,-14 6-2923 0 0,2 5 1537 0 0</inkml:trace>
  <inkml:trace contextRef="#ctx0" brushRef="#br0" timeOffset="263.224">246 154 1676 0 0,'-16'37'1872'0'0,"2"0"1"0"0,2 1-1 0 0,1 0 0 0 0,2 1 0 0 0,2 0 1 0 0,-2 32-1873 0 0,5-44 770 0 0,-2 23 163 0 0,-14 63-2035 0 0,17-97-2650 0 0,4-9-2496 0 0,1-8 4701 0 0</inkml:trace>
  <inkml:trace contextRef="#ctx0" brushRef="#br0" timeOffset="809.696">593 1 1688 0 0,'0'0'169'0'0,"1"0"-1"0"0,0 0 0 0 0,-1 0 1 0 0,1-1-1 0 0,0 1 1 0 0,-1 0-1 0 0,1 0 1 0 0,0 0-1 0 0,-1 1 1 0 0,1-1-1 0 0,0 0 0 0 0,-1 0 1 0 0,1 0-1 0 0,0 0 1 0 0,-1 1-1 0 0,1-1 1 0 0,0 0-1 0 0,-1 0 1 0 0,1 1-1 0 0,-1-1 0 0 0,1 1 1 0 0,-1-1-1 0 0,1 0 1 0 0,-1 1-1 0 0,1-1 1 0 0,-1 1-1 0 0,1-1 1 0 0,-1 1-1 0 0,0 0 0 0 0,1-1 1 0 0,-1 1-1 0 0,0-1 1 0 0,1 1-1 0 0,-1 0 1 0 0,0-1-1 0 0,0 1 0 0 0,1-1 1 0 0,-1 1-1 0 0,0 0 1 0 0,0-1-1 0 0,0 1 1 0 0,0 0-1 0 0,0 0 1 0 0,0-1-1 0 0,0 1 0 0 0,0 0 1 0 0,0-1-1 0 0,-1 1 1 0 0,1 0-1 0 0,0-1 1 0 0,0 1-1 0 0,-1-1-168 0 0,-8 41 1888 0 0,9-39-1857 0 0,-28 72 1039 0 0,-4 0-1 0 0,-2-2 1 0 0,-31 44-1070 0 0,46-81 14 0 0,-37 40-2830 0 0,55-74 1845 0 0,1-1-305 0 0,-4-16-1211 0 0,19-49-1787 0 0,-7 32 2781 0 0</inkml:trace>
  <inkml:trace contextRef="#ctx0" brushRef="#br0" timeOffset="1038.389">601 21 2244 0 0,'28'15'3858'0'0,"16"54"-627"0"0,-15-1-1515 0 0,-4 2 0 0 0,-2 0-1 0 0,-4 2 1 0 0,0 13-1716 0 0,-14-20-1753 0 0,-8-59 990 0 0,-1 0 909 0 0,-9 15-2774 0 0,-20-9-6216 0 0,26-15 7514 0 0</inkml:trace>
  <inkml:trace contextRef="#ctx0" brushRef="#br0" timeOffset="1194.528">523 386 1268 0 0,'-1'0'144'0'0,"0"0"1"0"0,1 0-1 0 0,-1-1 0 0 0,0 1 1 0 0,1 0-1 0 0,-1-1 0 0 0,1 1 1 0 0,-1-1-1 0 0,1 1 0 0 0,-1-1 1 0 0,0 1-1 0 0,1-1 0 0 0,0 1 1 0 0,-1-1-1 0 0,1 1 0 0 0,-1-1 0 0 0,1 1 1 0 0,0-1-1 0 0,-1 0 0 0 0,1 1 1 0 0,0-1-1 0 0,0 0 0 0 0,-1 1 1 0 0,1-1-1 0 0,0 0 0 0 0,0 1 1 0 0,0-1-1 0 0,0 0 0 0 0,0 0 1 0 0,0 1-1 0 0,0-1 0 0 0,0 0 0 0 0,0 1 1 0 0,0-1-1 0 0,1 0 0 0 0,-1 1 1 0 0,0-1-1 0 0,0 0 0 0 0,1 1 1 0 0,-1-1-1 0 0,0 0 0 0 0,1 1 1 0 0,-1-1-1 0 0,1 1 0 0 0,-1-1 1 0 0,0 1-1 0 0,1-1 0 0 0,-1 1 0 0 0,1-1 1 0 0,0 1-1 0 0,-1-1 0 0 0,1 1 1 0 0,-1 0-1 0 0,1-1 0 0 0,0 1 1 0 0,-1 0-1 0 0,1 0 0 0 0,0-1 1 0 0,-1 1-1 0 0,1 0 0 0 0,0 0 1 0 0,-1 0-1 0 0,1 0 0 0 0,0 0 0 0 0,-1 0 1 0 0,1 0-1 0 0,0 0 0 0 0,0 0 1 0 0,0 0-145 0 0,49-10 2460 0 0,62 2-454 0 0,-74 7-4328 0 0,0 0-3965 0 0,16-16 1674 0 0,-40 16 3039 0 0</inkml:trace>
  <inkml:trace contextRef="#ctx0" brushRef="#br0" timeOffset="1442.741">989 187 1360 0 0,'4'57'7096'0'0,"-4"-44"-6539"0"0,-12 107 3251 0 0,3-85-3283 0 0,-13 43 330 0 0,-5-33-3346 0 0,27-45 1668 0 0,0 0-128 0 0,-2-65-5913 0 0,2 47 5324 0 0</inkml:trace>
  <inkml:trace contextRef="#ctx0" brushRef="#br0" timeOffset="1861.601">1024 174 1152 0 0,'14'-25'2112'0'0,"-10"18"-1411"0"0,-1 0 1 0 0,1-1-1 0 0,1 1 0 0 0,-1 0 0 0 0,1 1 1 0 0,0-1-1 0 0,1 1 0 0 0,0 0 0 0 0,-1 1 1 0 0,2-1-1 0 0,-1 1 0 0 0,1 0 0 0 0,0 1 0 0 0,0-1 1 0 0,0 1-1 0 0,2 0-701 0 0,29 9 3969 0 0,-35-3-3877 0 0,1 0 1 0 0,-1 1-1 0 0,0-1 0 0 0,1 1 1 0 0,-1 0-1 0 0,-1 0 0 0 0,1 0 1 0 0,0 0-1 0 0,-1 1 0 0 0,0-1 1 0 0,1 1-1 0 0,-1-1 0 0 0,-1 1 1 0 0,1 0-1 0 0,-1 0 0 0 0,1 0 1 0 0,-1 0-1 0 0,0 0 0 0 0,0 0 1 0 0,-1 0-1 0 0,1 4-92 0 0,-2 4-38 0 0,0 0 0 0 0,-1 0 0 0 0,0 0 0 0 0,-1 0 0 0 0,0 0 1 0 0,-1 0-1 0 0,0-1 0 0 0,-1 0 0 0 0,0 0 0 0 0,-1 0 0 0 0,0 0 0 0 0,-1-1 0 0 0,0 0 1 0 0,0-1-1 0 0,-1 1 0 0 0,-6 4 38 0 0,-62 26-1448 0 0,75-39 1207 0 0,-23-1 444 0 0,4-15 258 0 0,45 10-94 0 0,103 80-135 0 0,-76-32-3493 0 0,-50-40 973 0 0,5 4-1354 0 0,-3-7-3715 0 0,-4 0 6193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5:13:02.408"/>
    </inkml:context>
    <inkml:brush xml:id="br0">
      <inkml:brushProperty name="width" value="0.05" units="cm"/>
      <inkml:brushProperty name="height" value="0.05" units="cm"/>
      <inkml:brushProperty name="color" value="#FFFFFF"/>
    </inkml:brush>
  </inkml:definitions>
  <inkml:trace contextRef="#ctx0" brushRef="#br0">564 55 1288 0 0,'0'0'1214'0'0,"0"0"-204"0"0,0 0-95 0 0,0 0-122 0 0,0 0-103 0 0,0 0-88 0 0,0 0-84 0 0,0 0-95 0 0,0 0-61 0 0,0 0-64 0 0,0 0-44 0 0,0 0-87 0 0,0 0-115 0 0,0 0-25 0 0,3 1-372 0 0,-28 10-806 0 0,9-10-2640 0 0,10-2 2429 0 0</inkml:trace>
  <inkml:trace contextRef="#ctx0" brushRef="#br0" timeOffset="588.507">610 1 976 0 0,'-8'5'4807'0'0,"-12"8"-2672"0"0,-65 42-331 0 0,-7-8-823 0 0,-182 76-942 0 0,170-87-3233 0 0,102-36 1818 0 0,2 0 20 0 0,0 0-16 0 0,0 0 4 0 0</inkml:trace>
  <inkml:trace contextRef="#ctx0" brushRef="#br0" timeOffset="838.722">178 196 1956 0 0,'142'114'7590'0'0,"-136"-113"-7780"0"0,0 0-1 0 0,1-1 1 0 0,-1 1-1 0 0,0-1 1 0 0,1 0-1 0 0,-1-1 1 0 0,0 0-1 0 0,0 0 1 0 0,1 0-1 0 0,-1-1 1 0 0,0 0 0 0 0,0 0-1 0 0,0 0 1 0 0,-1-1-1 0 0,1 0 1 0 0,0 0-1 0 0,-1 0 1 0 0,0-1-1 0 0,0 1 1 0 0,4-5 190 0 0,19-9-2049 0 0,-14 9 901 0 0</inkml:trace>
  <inkml:trace contextRef="#ctx0" brushRef="#br0" timeOffset="1086.435">579 236 2368 0 0,'-2'6'284'0'0,"0"-1"1"0"0,-1 0-1 0 0,0 0 0 0 0,0-1 0 0 0,0 1 0 0 0,-1 0 0 0 0,1-1 1 0 0,-1 0-1 0 0,0 0 0 0 0,0 0 0 0 0,0 0 0 0 0,-1-1 1 0 0,-3 3-285 0 0,-178 87 1797 0 0,45-33-498 0 0,110-45-74 0 0,30-15-1055 0 0,170-13 772 0 0,5-20-1348 0 0,-129 14-1655 0 0,-31-7-3046 0 0,-14 21 4337 0 0</inkml:trace>
  <inkml:trace contextRef="#ctx0" brushRef="#br0" timeOffset="1255.581">512 304 2164 0 0,'-1'-1'117'0'0,"0"1"0"0"0,0-1 0 0 0,0 1 0 0 0,0 0 0 0 0,0-1-1 0 0,0 1 1 0 0,0 0 0 0 0,0 0 0 0 0,0 0 0 0 0,0 0 0 0 0,0 0 0 0 0,0 0-1 0 0,0 0 1 0 0,0 0 0 0 0,0 0 0 0 0,0 1 0 0 0,0-1 0 0 0,0 0 0 0 0,0 1 0 0 0,0-1-1 0 0,0 1 1 0 0,0-1 0 0 0,0 1 0 0 0,0-1 0 0 0,0 1 0 0 0,0 0 0 0 0,0-1-1 0 0,1 1 1 0 0,-1 0 0 0 0,0 0 0 0 0,1-1 0 0 0,-1 1 0 0 0,0 0 0 0 0,1 0-1 0 0,-1 0 1 0 0,1 0 0 0 0,-1 0 0 0 0,1 0 0 0 0,0 0 0 0 0,-1 0 0 0 0,1 0 0 0 0,0 0-117 0 0,-16 51 819 0 0,14-47-540 0 0,-36 258 1858 0 0,23-160-5267 0 0,7-95-1354 0 0,8-8 3102 0 0</inkml:trace>
  <inkml:trace contextRef="#ctx0" brushRef="#br0" timeOffset="1566.348">376 667 1684 0 0,'-1'-2'186'0'0,"-1"-1"0"0"0,1 0 0 0 0,-1 1 0 0 0,1-1 0 0 0,-1 1 0 0 0,0 0 0 0 0,0-1 0 0 0,0 1 0 0 0,0 0 0 0 0,0 0 0 0 0,0 0 0 0 0,0 1 0 0 0,-1-1 0 0 0,1 0 0 0 0,-1 1 0 0 0,1 0 0 0 0,-1-1 0 0 0,0 1 0 0 0,0 0 0 0 0,1 0 0 0 0,-1 1 0 0 0,0-1 0 0 0,-2 0-186 0 0,-2 2 132 0 0,-1-1 1 0 0,0 1-1 0 0,0 0 1 0 0,1 1-1 0 0,-1 0 0 0 0,1 0 1 0 0,-1 1-1 0 0,1 0 1 0 0,0 0-1 0 0,0 0 0 0 0,0 1 1 0 0,-4 3-133 0 0,-76 55 1344 0 0,87-61-1331 0 0,0 0 0 0 0,0-1 0 0 0,0 1 0 0 0,0 0 0 0 0,0-1 0 0 0,0 1 0 0 0,0 0 0 0 0,0-1 0 0 0,0 1 0 0 0,0 0-1 0 0,0-1 1 0 0,0 1 0 0 0,0 0 0 0 0,0-1 0 0 0,1 1 0 0 0,-1 0 0 0 0,0-1 0 0 0,0 1 0 0 0,1 0 0 0 0,-1-1-1 0 0,1 1 1 0 0,-1-1 0 0 0,0 1 0 0 0,1-1 0 0 0,-1 1 0 0 0,1-1 0 0 0,-1 1 0 0 0,1-1 0 0 0,-1 0 0 0 0,1 1 0 0 0,0-1-1 0 0,-1 0 1 0 0,1 1 0 0 0,-1-1 0 0 0,1 0 0 0 0,0 0 0 0 0,-1 1 0 0 0,1-1 0 0 0,0 0 0 0 0,-1 0 0 0 0,1 0-1 0 0,0 0 1 0 0,0 0 0 0 0,-1 0 0 0 0,1 0 0 0 0,0 0 0 0 0,-1 0 0 0 0,1 0 0 0 0,0-1 0 0 0,-1 1 0 0 0,1 0-1 0 0,-1 0 1 0 0,1-1 0 0 0,0 1 0 0 0,-1 0 0 0 0,1-1 0 0 0,-1 1 0 0 0,1 0 0 0 0,-1-1 0 0 0,1 1 0 0 0,-1-1 0 0 0,1 0-13 0 0,299-122 155 0 0,-216 96-234 0 0,-82 27 66 0 0,-1-1-1 0 0,0 1 0 0 0,1 0 1 0 0,-1 0-1 0 0,0-1 1 0 0,1 1-1 0 0,-1 0 1 0 0,1 0-1 0 0,-1 0 0 0 0,0 0 1 0 0,1 0-1 0 0,-1 1 1 0 0,0-1-1 0 0,1 0 0 0 0,-1 1 1 0 0,1-1-1 0 0,-1 1 1 0 0,0-1-1 0 0,0 1 0 0 0,1-1 1 0 0,-1 1-1 0 0,0 0 1 0 0,0 0-1 0 0,0 0 0 0 0,0 0 1 0 0,0 0-1 0 0,0 0 1 0 0,0 0-1 0 0,0 0 1 0 0,0 0-1 0 0,0 0 0 0 0,-1 0 1 0 0,1 0-1 0 0,0 1 1 0 0,-1-1-1 0 0,1 0 0 0 0,-1 1 1 0 0,0-1-1 0 0,1 0 1 0 0,-1 1-1 0 0,0-1 0 0 0,0 0 1 0 0,0 1-1 0 0,0-1 1 0 0,0 1-1 0 0,0-1 0 0 0,0 0 1 0 0,0 1-1 0 0,0-1 1 0 0,-1 1-1 0 0,1-1 1 0 0,-1 0-1 0 0,1 1 0 0 0,-1-1 1 0 0,1 0-1 0 0,-1 0 1 0 0,0 0-1 0 0,1 1 0 0 0,-1-1 1 0 0,0 0 13 0 0,-70 115-1933 0 0,1-57-2484 0 0,59-51 2878 0 0</inkml:trace>
  <inkml:trace contextRef="#ctx0" brushRef="#br0" timeOffset="2062.775">256 859 1540 0 0,'-28'53'7117'0'0,"50"-65"-6234"0"0,13-11-688 0 0,64-26 557 0 0,-21 61-65 0 0,-66-8-577 0 0,-11-4-127 0 0,0 0-1 0 0,0 0 1 0 0,0 0 0 0 0,0 0-1 0 0,-1 0 1 0 0,1-1 0 0 0,0 1 0 0 0,0 1-1 0 0,0-1 1 0 0,0 0 0 0 0,0 0 0 0 0,-1 0-1 0 0,1 0 1 0 0,0 1 0 0 0,0-1-1 0 0,0 0 1 0 0,-1 1 0 0 0,1-1 0 0 0,0 0-1 0 0,0 1 1 0 0,-1-1 0 0 0,1 1-1 0 0,0 0 1 0 0,-1-1 0 0 0,1 1 0 0 0,-1-1-1 0 0,1 1 1 0 0,0 0 0 0 0,-1 0 0 0 0,0-1-1 0 0,1 1 1 0 0,-1 0 0 0 0,1 0-1 0 0,-1-1 1 0 0,0 1 0 0 0,1 0 0 0 0,-1 0-1 0 0,0 0 1 0 0,0 0 0 0 0,0-1-1 0 0,0 1 1 0 0,0 0 0 0 0,0 0 0 0 0,0 0-1 0 0,0 0 1 0 0,0 0 0 0 0,0-1 0 0 0,0 1-1 0 0,-1 0 1 0 0,1 0 0 0 0,0 0-1 0 0,-1-1 1 0 0,1 1 0 0 0,0 0 0 0 0,-1 0 17 0 0,-125 56-862 0 0,126-57 883 0 0,0 0 1 0 0,0 0-1 0 0,1 0 0 0 0,-1 0 0 0 0,0 0 0 0 0,0 0 0 0 0,1 0 1 0 0,-1 1-1 0 0,0-1 0 0 0,0 0 0 0 0,0 0 0 0 0,1 0 1 0 0,-1 0-1 0 0,0 0 0 0 0,0 0 0 0 0,0 0 0 0 0,1 1 0 0 0,-1-1 1 0 0,0 0-1 0 0,0 0 0 0 0,0 0 0 0 0,0 1 0 0 0,1-1 0 0 0,-1 0 1 0 0,0 0-1 0 0,0 0 0 0 0,0 1 0 0 0,0-1 0 0 0,0 0 1 0 0,0 0-1 0 0,0 0 0 0 0,0 1 0 0 0,0-1 0 0 0,0 0 0 0 0,0 0 1 0 0,0 1-1 0 0,0-1 0 0 0,0 0 0 0 0,0 0 0 0 0,0 1 1 0 0,0-1-1 0 0,0 0-21 0 0,38-1 148 0 0,-26 1-128 0 0,-11 0-152 0 0,30 0-3943 0 0,-20-3 1205 0 0,3-13 1425 0 0</inkml:trace>
  <inkml:trace contextRef="#ctx0" brushRef="#br0" timeOffset="2745.364">729 330 1468 0 0,'5'-16'2246'0'0,"-6"15"-2130"0"0,1 0 0 0 0,0-1 0 0 0,0 1-1 0 0,-1 0 1 0 0,1-1 0 0 0,0 1 0 0 0,0 0-1 0 0,0 0 1 0 0,1-1 0 0 0,-1 1 0 0 0,0 0-1 0 0,0 0 1 0 0,1-1 0 0 0,-1 1 0 0 0,1 0 0 0 0,-1 0-1 0 0,1 0 1 0 0,-1-1 0 0 0,1 1 0 0 0,0 0-1 0 0,-1 0 1 0 0,1 0 0 0 0,0 0 0 0 0,0 0-1 0 0,0 0 1 0 0,0 1 0 0 0,0-1 0 0 0,0 0-1 0 0,0 0 1 0 0,0 1 0 0 0,0-1 0 0 0,0 0-1 0 0,1 1 1 0 0,-1-1 0 0 0,0 1 0 0 0,0 0-1 0 0,0-1 1 0 0,1 1 0 0 0,-1 0 0 0 0,0 0-1 0 0,1 0 1 0 0,-1 0 0 0 0,0 0 0 0 0,0 0-1 0 0,1 0 1 0 0,-1 0 0 0 0,0 0 0 0 0,1 1-1 0 0,-1-1 1 0 0,0 0 0 0 0,0 1 0 0 0,0-1-1 0 0,1 1 1 0 0,-1 0 0 0 0,0-1 0 0 0,0 1-1 0 0,0 0 1 0 0,0 0 0 0 0,0-1 0 0 0,0 1 0 0 0,0 0-1 0 0,0 0 1 0 0,-1 0-116 0 0,94 124 1499 0 0,-86-113-1440 0 0,0 1 0 0 0,-1 0 1 0 0,-1 0-1 0 0,0 1 0 0 0,-1 0 0 0 0,-1 0 0 0 0,0 0 1 0 0,-1 1-1 0 0,0-1 0 0 0,-1 1 0 0 0,-1-1 1 0 0,0 1-1 0 0,-1 9-59 0 0,-28 95-413 0 0,27-113 336 0 0,-1 0 1 0 0,0 0-1 0 0,0 0 0 0 0,-1-1 1 0 0,1 1-1 0 0,-1 0 0 0 0,0-1 0 0 0,-1 0 1 0 0,1 0-1 0 0,-1 0 0 0 0,0 0 1 0 0,-1 0-1 0 0,1-1 0 0 0,-1 0 1 0 0,1 0-1 0 0,-1 0 0 0 0,-1 0 0 0 0,-1 0 77 0 0,-2-7-1042 0 0,-2-9 886 0 0,0-1 1 0 0,0 0-1 0 0,2 0 1 0 0,0-1-1 0 0,0-1 0 0 0,1 1 1 0 0,1-1-1 0 0,0-1 1 0 0,1 1-1 0 0,1-1 1 0 0,-1-7 155 0 0,-7-82 154 0 0,14 100-86 0 0,0 0-1 0 0,0 0 0 0 0,1 0 0 0 0,-1 1 0 0 0,1-1 0 0 0,0 0 0 0 0,0 1 0 0 0,1-1 0 0 0,-1 1 0 0 0,1 0 0 0 0,0 0 0 0 0,1 0 0 0 0,-1 0 0 0 0,3-2-67 0 0,-6 6 12 0 0,-1 1 0 0 0,1-1 0 0 0,0 0 0 0 0,0 0 0 0 0,0 1-1 0 0,0-1 1 0 0,0 0 0 0 0,-1 1 0 0 0,1-1 0 0 0,0 1 0 0 0,0-1-1 0 0,0 0 1 0 0,0 1 0 0 0,0-1 0 0 0,0 0 0 0 0,0 1 0 0 0,0-1 0 0 0,0 0-1 0 0,0 1 1 0 0,0-1 0 0 0,0 1 0 0 0,1-1 0 0 0,-1 0 0 0 0,0 1 0 0 0,0-1-1 0 0,0 0 1 0 0,0 0 0 0 0,1 1 0 0 0,-1-1 0 0 0,0 0 0 0 0,0 1 0 0 0,1-1-1 0 0,-1 0 1 0 0,0 0 0 0 0,0 1 0 0 0,1-1 0 0 0,-1 0 0 0 0,0 0 0 0 0,1 0-1 0 0,-1 1 1 0 0,0-1 0 0 0,1 0 0 0 0,-1 0 0 0 0,0 0 0 0 0,1 0 0 0 0,-1 0-1 0 0,0 0 1 0 0,1 0 0 0 0,-1 0 0 0 0,0 0 0 0 0,1 0 0 0 0,-1 0 0 0 0,0 0-1 0 0,1 0 1 0 0,-1 0 0 0 0,1 0 0 0 0,-1 0 0 0 0,0 0 0 0 0,1 0 0 0 0,-1 0-1 0 0,0 0 1 0 0,1-1 0 0 0,-1 1 0 0 0,0 0-12 0 0,-7 34-185 0 0,-4 10-940 0 0,11-43 952 0 0,0-1 24 0 0,0 0 17 0 0,0 0-64 0 0,2 3 2 0 0,-1-2 159 0 0,0-1 1 0 0,0 1 0 0 0,0 0-1 0 0,1-1 1 0 0,-1 1 0 0 0,0 0 0 0 0,0-1-1 0 0,0 1 1 0 0,0-1 0 0 0,1 0-1 0 0,-1 1 1 0 0,0-1 0 0 0,0 0-1 0 0,1 0 1 0 0,-1 0 0 0 0,0 0-1 0 0,0 0 1 0 0,1 0 0 0 0,-1 0-1 0 0,0 0 1 0 0,0-1 0 0 0,1 1-1 0 0,-1 0 1 0 0,0-1 0 0 0,0 1-1 0 0,0-1 1 0 0,1 1 0 0 0,-1-1 0 0 0,0 0-1 0 0,0 1 1 0 0,0-1 0 0 0,0 0-1 0 0,0 0 1 0 0,0 0 0 0 0,-1 0-1 0 0,1 0 1 0 0,0 0 0 0 0,0 0 34 0 0,112-118-2635 0 0,-101 102 2571 0 0</inkml:trace>
  <inkml:trace contextRef="#ctx0" brushRef="#br0" timeOffset="3211.765">970 342 4180 0 0,'79'-117'1669'0'0,"-79"117"-1589"0"0,1-1 1 0 0,-1 0-1 0 0,1 1 1 0 0,-1-1-1 0 0,1 0 0 0 0,0 1 1 0 0,-1-1-1 0 0,1 1 1 0 0,0-1-1 0 0,-1 1 1 0 0,1-1-1 0 0,0 1 1 0 0,0-1-1 0 0,-1 1 1 0 0,1 0-1 0 0,0 0 1 0 0,0-1-1 0 0,0 1 1 0 0,0 0-1 0 0,-1 0 1 0 0,1 0-1 0 0,0 0 1 0 0,0 0-1 0 0,0 0 1 0 0,0 0-1 0 0,0 0 1 0 0,-1 0-1 0 0,1 0 1 0 0,0 1-1 0 0,0-1 1 0 0,0 0-1 0 0,0 0 1 0 0,-1 1-1 0 0,1-1 1 0 0,0 1-1 0 0,0-1 1 0 0,-1 1-1 0 0,1-1 1 0 0,0 1-1 0 0,-1-1 1 0 0,1 1-1 0 0,-1-1 1 0 0,1 1-1 0 0,0 0 1 0 0,-1-1-1 0 0,1 1 1 0 0,-1 0-1 0 0,0 0 1 0 0,1-1-1 0 0,-1 1 1 0 0,0 0-1 0 0,1 0 1 0 0,-1 0-81 0 0,16 52 301 0 0,-13-42 132 0 0,19 64 454 0 0,-11-44-722 0 0,-2 0 0 0 0,-1 1 0 0 0,-1 0-1 0 0,-2 0 1 0 0,-1 1 0 0 0,-2 5-165 0 0,-5 43-33 0 0,0-65-46 0 0,-2 1 1 0 0,0-1 0 0 0,0 0-1 0 0,-2-1 1 0 0,0 0 0 0 0,0 1-1 0 0,-2-2 1 0 0,1 0 0 0 0,-2 0-1 0 0,-9 11 79 0 0,18-24-17 0 0,0-1-1 0 0,0 1 0 0 0,0-1 0 0 0,0 1 0 0 0,0-1 0 0 0,0 1 0 0 0,0-1 1 0 0,0 1-1 0 0,0-1 0 0 0,0 0 0 0 0,0 0 0 0 0,0 1 0 0 0,0-1 0 0 0,0 0 1 0 0,0 0-1 0 0,0 0 0 0 0,0 0 0 0 0,0-1 0 0 0,0 1 0 0 0,-1 0 0 0 0,1 0 1 0 0,0 0-1 0 0,0-1 0 0 0,0 1 0 0 0,0-1 0 0 0,0 1 0 0 0,1-1 1 0 0,-1 1-1 0 0,0-1 0 0 0,0 1 0 0 0,0-1 0 0 0,0 0 0 0 0,0 0 0 0 0,1 1 1 0 0,-1-1-1 0 0,0 0 0 0 0,1 0 0 0 0,-1 0 0 0 0,1 0 0 0 0,-1 0 0 0 0,1 0 1 0 0,-1 0-1 0 0,1 0 0 0 0,-1 0 0 0 0,1 0 0 0 0,0 0 18 0 0,-20-50-380 0 0,19 50 364 0 0,-37-185-1095 0 0,35 97 668 0 0,25 51 473 0 0,-21 37-22 0 0,-1 1 0 0 0,1-1 0 0 0,-1 0-1 0 0,1 0 1 0 0,-1 0 0 0 0,1 1 0 0 0,0-1-1 0 0,-1 0 1 0 0,1 0 0 0 0,0 1 0 0 0,0-1-1 0 0,-1 0 1 0 0,1 1 0 0 0,0-1-1 0 0,0 1 1 0 0,0 0 0 0 0,0-1 0 0 0,0 1-1 0 0,0-1 1 0 0,0 1 0 0 0,-1 0 0 0 0,1 0-1 0 0,0 0 1 0 0,0-1 0 0 0,0 1 0 0 0,0 0-1 0 0,0 0 1 0 0,0 0 0 0 0,0 1 0 0 0,0-1-1 0 0,0 0 1 0 0,0 0 0 0 0,0 0 0 0 0,0 1-1 0 0,0-1 1 0 0,0 0 0 0 0,0 1 0 0 0,0-1-1 0 0,0 1 1 0 0,-1-1 0 0 0,1 1 0 0 0,0 0-1 0 0,0-1 1 0 0,-1 1 0 0 0,1 0 0 0 0,0 0-8 0 0,1 2-10 0 0,0 0 0 0 0,0 0 0 0 0,-1 0 0 0 0,1 1 0 0 0,-1-1 0 0 0,0 0 1 0 0,0 1-1 0 0,0-1 0 0 0,-1 1 0 0 0,1 0 0 0 0,-1-1 0 0 0,0 1 0 0 0,1-1 1 0 0,-2 1-1 0 0,1 0 0 0 0,0-1 0 0 0,-1 1 0 0 0,0 2 10 0 0,0-4-55 0 0,3 20-771 0 0,25-13 78 0 0,-3-21-2805 0 0,-9 3 2107 0 0,0 0-44 0 0</inkml:trace>
  <inkml:trace contextRef="#ctx0" brushRef="#br0" timeOffset="3474.491">1410 221 1612 0 0,'2'2'844'0'0,"-1"-2"-176"0"0,-1 2-124 0 0,2 1-140 0 0,-4 0-20 0 0,4 2-48 0 0,-2 2-468 0 0,-2-2-344 0 0,1 3-444 0 0,-2 1-276 0 0,-4 14-24 0 0</inkml:trace>
  <inkml:trace contextRef="#ctx0" brushRef="#br0" timeOffset="3675.663">1323 660 1204 0 0,'24'100'5398'0'0,"-35"-5"-4107"0"0,0-56-1279 0 0,10-39-242 0 0,17-9-1878 0 0,-2-16-47 0 0,0 3 847 0 0</inkml:trace>
  <inkml:trace contextRef="#ctx0" brushRef="#br0" timeOffset="4653.507">1621 311 1324 0 0,'76'-104'6521'0'0,"-71"107"-3461"0"0,-1 28-2346 0 0,-7-17-869 0 0,-1-1 0 0 0,-1 0 0 0 0,0-1 0 0 0,0 1 0 0 0,-1-1 0 0 0,-1 0 0 0 0,0 0 0 0 0,-1-1 0 0 0,0 0 0 0 0,-1 0 0 0 0,0-1 0 0 0,0 0 0 0 0,-1-1 0 0 0,0 0 0 0 0,-1 0 0 0 0,-4 1 155 0 0,6-1-126 0 0,-76 48-1403 0 0,61-49 1790 0 0,23-8-149 0 0,1 0-37 0 0,-5-8 369 0 0,8 5-319 0 0,1-1 0 0 0,0 1-1 0 0,-1 0 1 0 0,1 0 0 0 0,0 1-1 0 0,0-1 1 0 0,1 1 0 0 0,-1 0 0 0 0,0 0-1 0 0,1 0 1 0 0,0 1 0 0 0,-1 0-1 0 0,1-1 1 0 0,0 2 0 0 0,4-2-125 0 0,54-4 683 0 0,-50 22-754 0 0,-27 26-101 0 0,-51 42-50 0 0,65-84 293 0 0,0 0 35 0 0,0 0 2 0 0,0 0-34 0 0,0 0-24 0 0,13 16 20 0 0,13 1 166 0 0,-25-16-243 0 0,0-1 1 0 0,0 0-1 0 0,1 1 1 0 0,-1-1-1 0 0,0 1 1 0 0,0 0-1 0 0,0-1 1 0 0,0 1-1 0 0,0 0 1 0 0,0-1 0 0 0,0 1-1 0 0,0 0 1 0 0,0 0-1 0 0,0 0 1 0 0,-1 0-1 0 0,1 0 1 0 0,0 0-1 0 0,-1 0 1 0 0,1 0-1 0 0,0 1 1 0 0,-1-1 0 0 0,1 0-1 0 0,-1 0 1 0 0,0 0-1 0 0,1 1 1 0 0,-1-1-1 0 0,0 0 1 0 0,0 0-1 0 0,0 1 1 0 0,0-1-1 0 0,0 0 1 0 0,0 1 6 0 0,-54 92-527 0 0,49-87 607 0 0,4-7-63 0 0,0 1-1 0 0,0 0 1 0 0,0-1 0 0 0,1 1 0 0 0,-1 0 0 0 0,0 0 0 0 0,0 0-1 0 0,1 0 1 0 0,-1-1 0 0 0,1 1 0 0 0,-1 0 0 0 0,1 0-1 0 0,-1 0 1 0 0,1 0 0 0 0,-1 0 0 0 0,1 1 0 0 0,0-1 0 0 0,-1 0-1 0 0,1 0 1 0 0,0 0 0 0 0,0 0 0 0 0,0 0 0 0 0,0 0-1 0 0,0 0 1 0 0,0 0 0 0 0,0 0 0 0 0,1 1 0 0 0,-1-1 0 0 0,0 0-1 0 0,0 0 1 0 0,1 0 0 0 0,-1 0 0 0 0,1 0 0 0 0,0 0-17 0 0,25 28 153 0 0,-41-19-8 0 0,-6-3 1361 0 0,47-18-315 0 0,137-35 186 0 0,29 13-1230 0 0,-191 33-311 0 0,-1-1 0 0 0,1 1 0 0 0,-1 0 1 0 0,1 0-1 0 0,-1-1 0 0 0,1 1 0 0 0,-1 0 0 0 0,1-1 1 0 0,-1 1-1 0 0,0 0 0 0 0,1-1 0 0 0,-1 1 0 0 0,0-1 1 0 0,1 1-1 0 0,-1 0 0 0 0,0-1 0 0 0,1 1 0 0 0,-1-1 0 0 0,0 1 1 0 0,0-1-1 0 0,0 1 0 0 0,1-1 0 0 0,-1 0 0 0 0,0 1 1 0 0,0-1-1 0 0,0 1 0 0 0,0-1 0 0 0,0 1 0 0 0,0-1 1 0 0,0 1-1 0 0,0-1 0 0 0,0 1 0 0 0,0-1 0 0 0,-1 1 1 0 0,1-1-1 0 0,0 1 0 0 0,0-1 0 0 0,0 1 0 0 0,-1-1 1 0 0,1 1-1 0 0,0-1 0 0 0,0 1 0 0 0,-1-1 0 0 0,1 1 1 0 0,0-1-1 0 0,-1 1 0 0 0,1 0 0 0 0,-1-1 0 0 0,1 1 1 0 0,-1 0-1 0 0,1-1 0 0 0,-1 1 0 0 0,1 0 0 0 0,0 0 1 0 0,-1-1-1 0 0,1 1 0 0 0,-1 0 0 0 0,0 0 0 0 0,1 0 164 0 0,-7-7-131 0 0,-19-9-2920 0 0,6 4 1673 0 0</inkml:trace>
  <inkml:trace contextRef="#ctx0" brushRef="#br0" timeOffset="4934.246">1651 537 1348 0 0,'-6'16'4683'0'0,"12"18"-2625"0"0,-5-26-1727 0 0,38 267 4324 0 0,-39-264-4956 0 0,4 64 39 0 0,-4-49-2620 0 0,0 0-3349 0 0,0-17 4656 0 0</inkml:trace>
  <inkml:trace contextRef="#ctx0" brushRef="#br0" timeOffset="5506.741">2154 133 1228 0 0,'16'21'5643'0'0,"-16"9"-3626"0"0,-1-20-1718 0 0,-23 127 2953 0 0,-6-35-2209 0 0,-3-3 0 0 0,-6 0 0 0 0,-7 6-1043 0 0,41-95-11 0 0,-98 211-1914 0 0,92-197 1245 0 0,5-9-1158 0 0,10-26-2676 0 0,33-65 699 0 0,-20 40 2630 0 0</inkml:trace>
  <inkml:trace contextRef="#ctx0" brushRef="#br0" timeOffset="5817.008">2674 29 1760 0 0,'0'-1'127'0'0,"1"1"0"0"0,0 0-1 0 0,-1 0 1 0 0,1 0 0 0 0,0 0 0 0 0,-1 0-1 0 0,1 1 1 0 0,-1-1 0 0 0,1 0-1 0 0,0 0 1 0 0,-1 0 0 0 0,1 0 0 0 0,-1 1-1 0 0,1-1 1 0 0,0 0 0 0 0,-1 1 0 0 0,1-1-1 0 0,-1 0 1 0 0,1 1 0 0 0,-1-1 0 0 0,1 0-1 0 0,-1 1 1 0 0,1-1 0 0 0,-1 1-1 0 0,0-1 1 0 0,1 1 0 0 0,-1-1 0 0 0,0 1-1 0 0,1 0 1 0 0,-1-1 0 0 0,0 1 0 0 0,0-1-1 0 0,0 1 1 0 0,1 0 0 0 0,-1-1-1 0 0,0 1 1 0 0,0-1 0 0 0,0 1 0 0 0,0 0-1 0 0,0-1 1 0 0,0 1 0 0 0,0 0 0 0 0,0-1-1 0 0,0 1 1 0 0,0 0 0 0 0,-1-1-1 0 0,1 1 1 0 0,0-1 0 0 0,0 1 0 0 0,-1-1-1 0 0,1 1 1 0 0,0 0 0 0 0,0-1 0 0 0,-1 1-1 0 0,1-1 1 0 0,-1 1 0 0 0,1-1 0 0 0,-1 1-1 0 0,1-1 1 0 0,-1 0 0 0 0,1 1-1 0 0,-1-1 1 0 0,1 0 0 0 0,-1 1-127 0 0,-18 33 608 0 0,-2 0 0 0 0,-1-2 0 0 0,-1-1-1 0 0,-2 0 1 0 0,-1-2 0 0 0,-1-1 0 0 0,-28 23-608 0 0,22-20-45 0 0,27-24-176 0 0,-1-1 0 0 0,0 0 0 0 0,-1 0 0 0 0,0 0 1 0 0,1-1-1 0 0,-2 0 0 0 0,1 0 0 0 0,-1-1 0 0 0,1 0 1 0 0,-1-1-1 0 0,-5 2 221 0 0,12-5-1193 0 0,2 0-403 0 0,-10-16-1428 0 0,17-2 427 0 0,0 1 1363 0 0</inkml:trace>
  <inkml:trace contextRef="#ctx0" brushRef="#br0" timeOffset="6079.732">2594 205 1280 0 0,'11'0'589'0'0,"0"1"1"0"0,0 1-1 0 0,0 0 0 0 0,0 0 0 0 0,0 1 0 0 0,0 0 1 0 0,-1 1-1 0 0,1 0 0 0 0,-1 1 0 0 0,0 0 1 0 0,0 1-1 0 0,-1 0 0 0 0,1 0 0 0 0,-1 1 0 0 0,-1 0 1 0 0,5 5-590 0 0,1 14 2107 0 0,-14-25-1652 0 0,0 1-152 0 0,-3 7-211 0 0,0 0 0 0 0,-1 0 0 0 0,0-1 0 0 0,-1 0 0 0 0,0 1 0 0 0,0-2 0 0 0,0 1 0 0 0,-1 0 0 0 0,0-1 1 0 0,-1 0-1 0 0,0-1 0 0 0,0 1 0 0 0,0-1 0 0 0,-1-1 0 0 0,-4 4-92 0 0,10-8 15 0 0,-14 11-139 0 0,0-1 1 0 0,-1 0 0 0 0,0-1-1 0 0,-1-1 1 0 0,0-1 0 0 0,0-1-1 0 0,-1 0 1 0 0,0-1 0 0 0,0-1-1 0 0,0-1 1 0 0,-1-1 0 0 0,0 0-1 0 0,1-2 1 0 0,-4 0 123 0 0,-5-24-1773 0 0,26-45-5404 0 0,13 44 5692 0 0,-3 10 2 0 0</inkml:trace>
  <inkml:trace contextRef="#ctx0" brushRef="#br0" timeOffset="6344.962">2515 345 1712 0 0,'14'5'678'0'0,"-1"0"0"0"0,0 1-1 0 0,0 0 1 0 0,0 1 0 0 0,0 1 0 0 0,-1 0-1 0 0,0 0 1 0 0,5 6-678 0 0,3 1 809 0 0,164 113 3676 0 0,-138-98-4270 0 0,-31-16-3234 0 0,-15-14 2327 0 0,1 0 731 0 0,-3 3-6407 0 0,-13 12 5181 0 0</inkml:trace>
  <inkml:trace contextRef="#ctx0" brushRef="#br0" timeOffset="6720.786">2547 673 928 0 0,'-1'54'6301'0'0,"0"0"-3709"0"0,-2 61-763 0 0,-22-71-3259 0 0,23-63-428 0 0,5-87 977 0 0,-2 100 994 0 0,-1 1 0 0 0,1-1 1 0 0,1 1-1 0 0,-1 0 1 0 0,1-1-1 0 0,0 1 0 0 0,0 0 1 0 0,0 0-1 0 0,1 0 0 0 0,0 0 1 0 0,0 0-1 0 0,0 0 0 0 0,0 1 1 0 0,1 0-1 0 0,0 0 1 0 0,0 0-1 0 0,0 0 0 0 0,0 0 1 0 0,1 1-1 0 0,-1 0 0 0 0,1 0 1 0 0,0 0-1 0 0,0 0 1 0 0,0 1-1 0 0,0 0 0 0 0,1 0 1 0 0,-1 0-1 0 0,2 0-113 0 0,213-4 4229 0 0,-207 16-3904 0 0,-5-4-233 0 0,-7-5-134 0 0,1-1 1 0 0,-1 1 0 0 0,0 0 0 0 0,0-1-1 0 0,0 1 1 0 0,1 0 0 0 0,-1 0 0 0 0,0 0 0 0 0,0 0-1 0 0,0 0 1 0 0,0 0 0 0 0,0 0 0 0 0,-1 0-1 0 0,1 0 1 0 0,0 0 0 0 0,0 0 0 0 0,-1 0 0 0 0,1 1-1 0 0,-1-1 1 0 0,1 0 0 0 0,-1 1 0 0 0,1-1-1 0 0,-1 0 1 0 0,0 1 0 0 0,0-1 0 0 0,1 0-1 0 0,-1 1 1 0 0,0-1 0 0 0,0 1 0 0 0,-1-1 0 0 0,1 0-1 0 0,0 1 1 0 0,0-1 0 0 0,-1 1 0 0 0,1-1-1 0 0,-1 0 1 0 0,1 0 0 0 0,-1 1 0 0 0,1-1 0 0 0,-1 0-1 0 0,0 0 1 0 0,0 0 0 0 0,1 1 0 0 0,-2-1 41 0 0,-3 7-129 0 0,0 0-448 0 0,0 0 0 0 0,-1 0-1 0 0,0 0 1 0 0,0-1-1 0 0,-1 0 1 0 0,0 0 0 0 0,0-1-1 0 0,0 1 1 0 0,-1-2-1 0 0,0 1 1 0 0,0-1-1 0 0,-1 0 1 0 0,1-1 0 0 0,-1 0-1 0 0,0 0 1 0 0,0-1-1 0 0,-4 1 578 0 0,0-1-1326 0 0</inkml:trace>
  <inkml:trace contextRef="#ctx0" brushRef="#br0" timeOffset="6887.929">2610 903 1372 0 0,'19'-3'5978'0'0,"19"-10"-3700"0"0,-19 6-1612 0 0,73-25 614 0 0,-83 19-2561 0 0,-9 8-2554 0 0,0 3 751 0 0,0 2 1826 0 0</inkml:trace>
  <inkml:trace contextRef="#ctx0" brushRef="#br0" timeOffset="7198.197">2688 763 1300 0 0,'-7'56'3851'0'0,"-21"24"-2553"0"0,16-50-778 0 0,9-21-319 0 0,-1-1 0 0 0,-1 0 0 0 0,1 0 0 0 0,-1 0 0 0 0,-1 0 0 0 0,0-1 0 0 0,0 0 0 0 0,0 0 0 0 0,-1-1 0 0 0,1 0 0 0 0,-2 0 0 0 0,-5 4-201 0 0,41-6 2059 0 0,-17-4-2136 0 0,171 0 2069 0 0,-121 0-4849 0 0,1 0-4691 0 0,-53 0 5978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09:26.212"/>
    </inkml:context>
    <inkml:brush xml:id="br0">
      <inkml:brushProperty name="width" value="0.05" units="cm"/>
      <inkml:brushProperty name="height" value="0.05" units="cm"/>
      <inkml:brushProperty name="color" value="#FFFFFF"/>
    </inkml:brush>
  </inkml:definitions>
  <inkml:trace contextRef="#ctx0" brushRef="#br0">309 78 1700 0 0,'0'0'1120'0'0,"0"0"-60"0"0,0 0-66 0 0,0 0-116 0 0,0 0-101 0 0,0 0-21 0 0,4 0-78 0 0,-3 0-641 0 0,-1 0-1 0 0,1 0 1 0 0,0 0-1 0 0,0 0 1 0 0,-1 0-1 0 0,1 0 1 0 0,0 0-1 0 0,0 0 0 0 0,-1 0 1 0 0,1 0-1 0 0,0 1 1 0 0,-1-1-1 0 0,1 0 1 0 0,0 0-1 0 0,-1 1 1 0 0,1-1-1 0 0,0 0 1 0 0,-1 1-1 0 0,1-1 0 0 0,-1 1 1 0 0,1-1-1 0 0,0 1 1 0 0,-1-1-1 0 0,1 1 1 0 0,-1-1-1 0 0,1 1 1 0 0,-1-1-1 0 0,0 1 0 0 0,1 0 1 0 0,-1-1-1 0 0,0 1 1 0 0,1 0-1 0 0,-1-1 1 0 0,0 1-1 0 0,0 0 1 0 0,0-1-1 0 0,1 1 1 0 0,-1 0-1 0 0,0 0 0 0 0,0-1 1 0 0,0 1-1 0 0,0 0 1 0 0,0-1-1 0 0,0 1 1 0 0,0 0-1 0 0,-1 0 1 0 0,1-1-1 0 0,0 1 0 0 0,0 0 1 0 0,-1-1-1 0 0,1 1 1 0 0,0 0-1 0 0,-1-1 1 0 0,1 1-1 0 0,0 0 1 0 0,-1-1-1 0 0,1 1 1 0 0,-1-1-1 0 0,1 1 0 0 0,-1-1 1 0 0,1 1-1 0 0,-1-1 1 0 0,0 1-1 0 0,0-1-36 0 0,-10 37 560 0 0,-2-1 0 0 0,-2 0 0 0 0,-1-2-1 0 0,-1 1 1 0 0,-4 1-560 0 0,-119 155-912 0 0,129-179 496 0 0,-30 32-1442 0 0,8-25-3843 0 0,30-19 4309 0 0,0 0-44 0 0</inkml:trace>
  <inkml:trace contextRef="#ctx0" brushRef="#br0" timeOffset="315.433">279 379 1868 0 0,'70'88'7510'0'0,"-37"-27"-4740"0"0,5 3-161 0 0,0-27-4437 0 0,-37-37 639 0 0,-1 0-414 0 0,0 0-5 0 0,0 0-13 0 0,0 0-20 0 0,3-2 49 0 0,11-12 113 0 0</inkml:trace>
  <inkml:trace contextRef="#ctx0" brushRef="#br0" timeOffset="2146.644">427 294 1268 0 0,'0'0'998'0'0,"0"0"-168"0"0,0 0-53 0 0,0 0-34 0 0,0 0-31 0 0,0 0-28 0 0,0 0 3 0 0,0 0-81 0 0,0 0-64 0 0,0 0 48 0 0,0 0-22 0 0,0 0-27 0 0,0 0 33 0 0,0 0-40 0 0,0 0 3 0 0,0 0 29 0 0,0 3-106 0 0,0 2-289 0 0,-1-4-109 0 0,1 0 1 0 0,0 0-1 0 0,0 0 1 0 0,0 0-1 0 0,-1 0 1 0 0,1 0-1 0 0,0 0 1 0 0,0 0-1 0 0,0 0 1 0 0,0 0-1 0 0,0 0 0 0 0,1 0 1 0 0,-1 0-1 0 0,0 0 1 0 0,0 0-1 0 0,1 0 1 0 0,-1 0-1 0 0,1 0 1 0 0,-1 0-1 0 0,1-1 1 0 0,-1 1-1 0 0,1 0 1 0 0,-1 0-1 0 0,1 0 0 0 0,0-1 1 0 0,-1 1-1 0 0,1 0 1 0 0,0-1-1 0 0,0 1 1 0 0,-1 0-1 0 0,1-1 1 0 0,0 1-1 0 0,0-1 1 0 0,0 1-1 0 0,0-1 1 0 0,0 0-1 0 0,0 1 1 0 0,0-1-1 0 0,0 0 0 0 0,0 0 1 0 0,0 0-1 0 0,0 1-62 0 0,125 0 3293 0 0,-2 0-6922 0 0,-123-1 3460 0 0,-1 0-1 0 0,0 0 1 0 0,1 1-1 0 0,-1-1 1 0 0,1 0-1 0 0,-1 0 1 0 0,0 0-1 0 0,1 0 1 0 0,-1 0-1 0 0,0 0 1 0 0,1 0-1 0 0,-1 0 1 0 0,1 0-1 0 0,-1 0 1 0 0,0 0-1 0 0,1 0 1 0 0,-1 0-1 0 0,0 0 1 0 0,1-1-1 0 0,-1 1 0 0 0,0 0 1 0 0,1 0-1 0 0,-1 0 1 0 0,0 0-1 0 0,1-1 1 0 0,-1 1-1 0 0,0 0 1 0 0,1 0-1 0 0,-1-1 1 0 0,0 1-1 0 0,0 0 1 0 0,1 0-1 0 0,-1-1 1 0 0,0 1-1 0 0,0 0 1 0 0,0-1-1 0 0,1 1 1 0 0,-1 0-1 0 0,0-1 1 0 0,0 1-1 0 0,0-1 1 0 0,0 1-1 0 0,0 0 1 0 0,0-1-1 0 0,0 1 1 0 0,0 0-1 0 0,0-1 0 0 0,0 1 1 0 0,0-1-1 0 0,0 1 1 0 0,0 0-1 0 0,0-1 1 0 0,0 1-1 0 0,0 0 1 0 0,0-1-1 0 0,0 1 1 0 0,0 0-1 0 0,-1-1 1 0 0,1 1-1 0 0,0 0 1 0 0,0-1-1 0 0,0 1 1 0 0,-1 0-1 0 0,1-1 1 0 0,0 1-1 0 0,0 0 1 0 0,-1-1 169 0 0,0-3-1494 0 0</inkml:trace>
  <inkml:trace contextRef="#ctx0" brushRef="#br0" timeOffset="2607.261">737 34 1544 0 0,'23'-33'10710'0'0,"-23"32"-10362"0"0,0 1-5 0 0,3 27 1175 0 0,2 26-811 0 0,0-13-381 0 0,-2 0 0 0 0,-2 0 1 0 0,-2 0-1 0 0,-4 26-326 0 0,-9 57 456 0 0,3 5-219 0 0,6-5-877 0 0,5-97-8146 0 0,0-25 6094 0 0,2-12 32 0 0,0 4 1346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09:29.683"/>
    </inkml:context>
    <inkml:brush xml:id="br0">
      <inkml:brushProperty name="width" value="0.05" units="cm"/>
      <inkml:brushProperty name="height" value="0.05" units="cm"/>
      <inkml:brushProperty name="color" value="#FFFFFF"/>
    </inkml:brush>
  </inkml:definitions>
  <inkml:trace contextRef="#ctx0" brushRef="#br0">3 26 1844 0 0,'-2'21'6395'0'0,"4"16"-5462"0"0,1-31-786 0 0,-1 0 1 0 0,1 0 0 0 0,0 0 0 0 0,1-1 0 0 0,0 1 0 0 0,-1-1-1 0 0,2 0 1 0 0,-1 0 0 0 0,1 0 0 0 0,-1-1 0 0 0,1 1 0 0 0,0-1 0 0 0,1 0-1 0 0,-1-1 1 0 0,1 1 0 0 0,0-1 0 0 0,0 0 0 0 0,0-1 0 0 0,0 1-1 0 0,3 0-147 0 0,-8-3 163 0 0,21 0 222 0 0,-17-1-351 0 0,1 0 1 0 0,0 0-1 0 0,-1-1 0 0 0,0 0 1 0 0,1 0-1 0 0,-1 0 0 0 0,0-1 1 0 0,0 1-1 0 0,0-1 0 0 0,0 0 1 0 0,-1-1-1 0 0,1 1 0 0 0,-1-1 1 0 0,0 0-1 0 0,2-2-34 0 0,15-37 579 0 0,-20 41-462 0 0,-1 0 24 0 0,0-1-103 0 0,0 0 1 0 0,-1-1 0 0 0,1 1-1 0 0,0 0 1 0 0,-1 0-1 0 0,0 0 1 0 0,0 0-1 0 0,0 0 1 0 0,0 0-1 0 0,0 0 1 0 0,-1 0-1 0 0,1 0 1 0 0,-1 0-1 0 0,0 1 1 0 0,0-1-1 0 0,0 1 1 0 0,0-1 0 0 0,0 1-1 0 0,-1 0 1 0 0,1 0-1 0 0,-1 0 1 0 0,1 0-1 0 0,-1 0 1 0 0,0 1-1 0 0,0-1 1 0 0,1 1-1 0 0,-1 0 1 0 0,0-1-1 0 0,0 1 1 0 0,-1 0-39 0 0,-105-11-3994 0 0,106 12 3729 0 0,-30 2-7198 0 0,15 10 6029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09:30.203"/>
    </inkml:context>
    <inkml:brush xml:id="br0">
      <inkml:brushProperty name="width" value="0.05" units="cm"/>
      <inkml:brushProperty name="height" value="0.05" units="cm"/>
      <inkml:brushProperty name="color" value="#FFFFFF"/>
    </inkml:brush>
  </inkml:definitions>
  <inkml:trace contextRef="#ctx0" brushRef="#br0">7 9 1100 0 0,'-6'8'7450'0'0,"9"-10"-3465"0"0,24-8-1363 0 0,-8 7-2019 0 0,-1 2 0 0 0,1 0 0 0 0,0 1-1 0 0,-1 1 1 0 0,1 1 0 0 0,-1 1-1 0 0,11 3-602 0 0,109 24 1325 0 0,-21 0-2077 0 0,-170-48-15923 0 0,46 18 15113 0 0</inkml:trace>
  <inkml:trace contextRef="#ctx0" brushRef="#br0" timeOffset="267.412">235 25 1452 0 0,'-11'21'8359'0'0,"9"33"-7077"0"0,2-40-1527 0 0,-11 32-4617 0 0,6-33 1645 0 0,5-7 1696 0 0</inkml:trace>
  <inkml:trace contextRef="#ctx0" brushRef="#br0" timeOffset="770.087">82 187 848 0 0,'-20'-12'12201'0'0,"20"11"-11795"0"0,36 12 4722 0 0,244-12-1185 0 0,-278 2-3975 0 0,0-1 0 0 0,0 0 1 0 0,0 1-1 0 0,-1 0 0 0 0,1-1 0 0 0,0 1 1 0 0,-1 0-1 0 0,1 0 0 0 0,0 0 0 0 0,-1 0 0 0 0,1 0 1 0 0,-1 0-1 0 0,0 0 0 0 0,1 1 0 0 0,-1-1 0 0 0,0 0 1 0 0,0 1-1 0 0,1-1 0 0 0,-1 1 0 0 0,-1-1 0 0 0,1 1 1 0 0,0 0-1 0 0,0-1 0 0 0,0 1 0 0 0,-1 0 0 0 0,1 0 1 0 0,-1-1-1 0 0,0 1 0 0 0,1 0 0 0 0,-1 0 1 0 0,0 0-1 0 0,0 0 0 0 0,0 0 0 0 0,0-1 0 0 0,0 1 1 0 0,-1 0-1 0 0,1 0 0 0 0,0 0 0 0 0,-1-1 0 0 0,0 1 1 0 0,0 1 31 0 0,-45 72-4094 0 0,1-41-4220 0 0,20-31 2090 0 0,18-3 4701 0 0</inkml:trace>
  <inkml:trace contextRef="#ctx0" brushRef="#br0" timeOffset="1104.678">82 338 2384 0 0,'15'-1'8058'0'0,"7"-1"-4147"0"0,51-3-1158 0 0,-39 5-2213 0 0,36 0 831 0 0,-25 0-3323 0 0,-40 0-2543 0 0,-22-2 299 0 0,-52-13-1759 0 0,50 10 4520 0 0</inkml:trace>
  <inkml:trace contextRef="#ctx0" brushRef="#br0" timeOffset="1479.187">98 306 860 0 0,'-17'23'6404'0'0,"1"24"-3042"0"0,11-33-2304 0 0,-11 37 881 0 0,15-49-1834 0 0,0 0 0 0 0,1 0 0 0 0,-1 0 0 0 0,0 0 0 0 0,1 0 0 0 0,0 0 1 0 0,-1 0-1 0 0,1 0 0 0 0,0 0 0 0 0,0 0 0 0 0,0 0 0 0 0,0 0 0 0 0,1 0 0 0 0,-1 0 0 0 0,0 0 0 0 0,1 0 0 0 0,0 0 0 0 0,-1 0 0 0 0,1 0 0 0 0,0 0 0 0 0,0-1 0 0 0,0 1 0 0 0,0 0 0 0 0,0 0 0 0 0,0-1 0 0 0,1 1 0 0 0,-1-1 0 0 0,0 1 0 0 0,1-1 0 0 0,-1 0 0 0 0,1 1 1 0 0,0-1-1 0 0,1 1-105 0 0,58 28 1756 0 0,238-9 2093 0 0,-181-5-3597 0 0,-84-9-1505 0 0,-32-6 228 0 0,-2-1-202 0 0,0 0 57 0 0,14 2-4812 0 0,-49 1-295 0 0,-17-2 3245 0 0,39-1 2261 0 0,-19 0-415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09:54.861"/>
    </inkml:context>
    <inkml:brush xml:id="br0">
      <inkml:brushProperty name="width" value="0.05" units="cm"/>
      <inkml:brushProperty name="height" value="0.05" units="cm"/>
      <inkml:brushProperty name="color" value="#FFFFFF"/>
    </inkml:brush>
  </inkml:definitions>
  <inkml:trace contextRef="#ctx0" brushRef="#br0">116 56 1756 0 0,'0'0'1410'0'0,"0"0"-198"0"0,0 0-238 0 0,0 0-126 0 0,0 0-103 0 0,0 0-96 0 0,3 2-51 0 0,46 25 230 0 0,-47-27-1238 0 0,1 0-349 0 0,77-37-3751 0 0,-65 28 3453 0 0</inkml:trace>
  <inkml:trace contextRef="#ctx0" brushRef="#br0" timeOffset="362.073">306 20 1808 0 0,'36'-20'5084'0'0,"-60"42"-551"0"0,-32 7-2930 0 0,-4 3-968 0 0,-97 52 1051 0 0,137-70-1339 0 0,27-6 57 0 0,41-5 218 0 0,166-3 700 0 0,-123 0-4455 0 0,-90 0 2451 0 0,7-2-1116 0 0,-7 1-1568 0 0,-23 6-3065 0 0,15-3 4905 0 0</inkml:trace>
  <inkml:trace contextRef="#ctx0" brushRef="#br0" timeOffset="1133.158">310 207 1440 0 0,'-6'3'2037'0'0,"-12"5"4027"0"0,2 6-3549 0 0,-104 83-1197 0 0,59-78-4474 0 0,61-19 3151 0 0,0 0 14 0 0,0 0 62 0 0,0 0 38 0 0,-4 30 2346 0 0,8 126 888 0 0,-27-56-2757 0 0,9-44-2777 0 0,25-87-2049 0 0,12-14 4455 0 0,-17 31-46 0 0,30-105 4179 0 0,-35 115-4211 0 0,0 0-1 0 0,0 0 1 0 0,1 0-1 0 0,-1 1 1 0 0,1-1-1 0 0,0 1 0 0 0,0-1 1 0 0,0 1-1 0 0,0 0 1 0 0,1 0-1 0 0,-1-1 1 0 0,1 2-1 0 0,0-1 1 0 0,-1 0-1 0 0,2 0 0 0 0,-1 1 1 0 0,0 0-1 0 0,0 0 1 0 0,1 0-1 0 0,-1 0 1 0 0,1 0-1 0 0,-1 1 0 0 0,1-1 1 0 0,0 1-1 0 0,3-1-136 0 0,103-23 1034 0 0,-12 10-1167 0 0,-96 15 125 0 0,19 3-255 0 0,-17 2 250 0 0,0 0 0 0 0,0 1 1 0 0,0-1-1 0 0,-1 1 0 0 0,0 0 0 0 0,0 0 1 0 0,-1 0-1 0 0,0 0 0 0 0,0 1 0 0 0,0-1 1 0 0,-1 1-1 0 0,1-1 0 0 0,-2 1 0 0 0,1 0 1 0 0,-1-1-1 0 0,0 1 0 0 0,-1 6 13 0 0,3 10-43 0 0,-2 81-1896 0 0,-21-49-1711 0 0,-5-47-6691 0 0,21-9 8979 0 0</inkml:trace>
  <inkml:trace contextRef="#ctx0" brushRef="#br0" timeOffset="1746.825">252 478 1860 0 0,'-1'0'143'0'0,"1"0"-1"0"0,-1-1 1 0 0,0 1-1 0 0,1 0 1 0 0,-1-1-1 0 0,1 1 1 0 0,0-1-1 0 0,-1 1 1 0 0,1-1-1 0 0,-1 1 1 0 0,1-1-1 0 0,0 1 1 0 0,-1-1-1 0 0,1 1 1 0 0,0-1-1 0 0,0 1 1 0 0,-1-1-1 0 0,1 0 1 0 0,0 1-1 0 0,0-1 1 0 0,0 1-1 0 0,0-1 1 0 0,0 0-1 0 0,-1 1 1 0 0,1-1-1 0 0,1 0 1 0 0,-1 1-1 0 0,0-1 1 0 0,0 1-1 0 0,0-1 1 0 0,0 0-1 0 0,0 1 1 0 0,0-1-1 0 0,1 0 1 0 0,-1 1-1 0 0,0-1 1 0 0,1 1-1 0 0,-1-1 1 0 0,0 1-1 0 0,1-1 1 0 0,-1 1-1 0 0,0-1 1 0 0,1 1-1 0 0,-1-1 1 0 0,1 1-1 0 0,-1 0 1 0 0,1-1-1 0 0,-1 1 1 0 0,1 0-1 0 0,0-1 1 0 0,-1 1-1 0 0,1 0 1 0 0,-1 0-1 0 0,1-1 1 0 0,-1 1-1 0 0,1 0 1 0 0,0 0-1 0 0,-1 0 1 0 0,1 0-1 0 0,0 0 1 0 0,-1 0-1 0 0,1 0 1 0 0,-1 0-1 0 0,1 0 1 0 0,0 0-1 0 0,-1 0 1 0 0,1 0-143 0 0,6-1 103 0 0,18 0 686 0 0,-51 34-594 0 0,-1 11-23 0 0,45-30-33 0 0,24 14-75 0 0,-42-27-202 0 0,0-1-43 0 0,-3 11-352 0 0,-117 67-1430 0 0,33-14 2073 0 0,-3 6 1475 0 0,118-74 1034 0 0,31-19-1444 0 0,166-47 1220 0 0,-94 56-2476 0 0,-110 5 75 0 0,-14 4-2803 0 0,2 3-9106 0 0,-9 2 10363 0 0</inkml:trace>
  <inkml:trace contextRef="#ctx0" brushRef="#br0" timeOffset="3017.373">763 38 1148 0 0,'3'6'5377'0'0,"-11"23"-2730"0"0,-5 1-2198 0 0,-2-1 1 0 0,-2-1 0 0 0,0 0 0 0 0,-2-2 0 0 0,0 0 0 0 0,-2-1 0 0 0,-5 3-450 0 0,-16-10-1411 0 0,59-51 749 0 0,27 6 1102 0 0,50-8 710 0 0,-75 30-810 0 0,-1 1 0 0 0,1 1 0 0 0,0 1-1 0 0,1 0 1 0 0,-1 1 0 0 0,0 1 0 0 0,8 2-340 0 0,12-2 1188 0 0,-37 0-1193 0 0,-1 0-1 0 0,0 1 0 0 0,1-1 0 0 0,-1 0 1 0 0,0 1-1 0 0,0-1 0 0 0,0 1 1 0 0,1 0-1 0 0,-1-1 0 0 0,0 1 0 0 0,0 0 1 0 0,0-1-1 0 0,0 1 0 0 0,0 0 0 0 0,0 0 1 0 0,0 0-1 0 0,0 0 0 0 0,-1 0 1 0 0,1 0-1 0 0,0 0 0 0 0,0 0 0 0 0,-1 1 1 0 0,1-1-1 0 0,-1 0 0 0 0,1 0 0 0 0,-1 0 1 0 0,0 1-1 0 0,1-1 0 0 0,-1 0 0 0 0,0 1 1 0 0,0-1-1 0 0,0 0 0 0 0,0 0 1 0 0,0 1-1 0 0,0-1 0 0 0,0 0 0 0 0,0 1 1 0 0,0-1-1 0 0,-1 0 0 0 0,1 1 0 0 0,-1-1 1 0 0,1 0-1 0 0,-1 0 0 0 0,1 0 1 0 0,-1 0-1 0 0,0 1 0 0 0,1-1 0 0 0,-1 0 1 0 0,0 0-1 0 0,0 0 0 0 0,0 0 0 0 0,0 0 1 0 0,0-1-1 0 0,0 1 0 0 0,0 0 0 0 0,0 0 1 0 0,-1 0 5 0 0,-94 52-1804 0 0,40-36-365 0 0,56-17 1974 0 0,0 0-24 0 0,0 0 1 0 0,0 0 94 0 0,0 0 26 0 0,0 0 3 0 0,-22 3 1320 0 0,21-1-1145 0 0,-1 0-1 0 0,1 0 1 0 0,0 0-1 0 0,0 0 1 0 0,0 1-1 0 0,0-1 0 0 0,0 1 1 0 0,1-1-1 0 0,-1 0 1 0 0,1 1-1 0 0,0-1 1 0 0,-1 1-1 0 0,1-1 0 0 0,0 1 1 0 0,0-1-1 0 0,1 1 1 0 0,-1-1-1 0 0,1 1 1 0 0,-1-1-1 0 0,1 1 1 0 0,0 1-80 0 0,36 215 2471 0 0,-37-156-1998 0 0,-24-18-233 0 0,23-46-261 0 0,0 1 0 0 0,0 0 0 0 0,-1 0 0 0 0,1-1 0 0 0,0 1 0 0 0,0 0 0 0 0,0-1 0 0 0,0 1 0 0 0,0-1 0 0 0,0 1 0 0 0,0-1 0 0 0,1 0 0 0 0,-1 1 0 0 0,0-1 0 0 0,0 0 0 0 0,0 0 0 0 0,1 1 0 0 0,-1-1 0 0 0,0 0 0 0 0,1 0 0 0 0,-1 0 0 0 0,1 0 0 0 0,-1 0 0 0 0,1 0 0 0 0,-1 0 0 0 0,1 0 0 0 0,0 0 0 0 0,-1 0 0 0 0,1 0 0 0 0,0 0 0 0 0,0-1 0 0 0,0 1 0 0 0,0 0 0 0 0,0 0 21 0 0,-2-3-138 0 0,-45-121-1670 0 0,46 123 1782 0 0,-1-1 0 0 0,0 0 1 0 0,1 0-1 0 0,-1 0 1 0 0,-1 1-1 0 0,1-1 0 0 0,0 1 1 0 0,0 0-1 0 0,-1 0 1 0 0,0 0-1 0 0,1 0 0 0 0,-1 0 1 0 0,0 0-1 0 0,0 1 1 0 0,0-1-1 0 0,0 1 1 0 0,0 0-1 0 0,0 0 0 0 0,0 0 1 0 0,-1 0-1 0 0,1 0 1 0 0,0 1-1 0 0,0 0 0 0 0,-1-1 1 0 0,1 1-1 0 0,-1 0 26 0 0,-1 3 39 0 0,-22 34 420 0 0,26-36-429 0 0,1 0 0 0 0,-1 0 0 0 0,1 0 0 0 0,0 0 1 0 0,-1 0-1 0 0,1 0 0 0 0,0 0 0 0 0,-1 0 1 0 0,1 0-1 0 0,0 0 0 0 0,0 0 0 0 0,0 0 0 0 0,0 0 1 0 0,0 0-1 0 0,0 0 0 0 0,0 0 0 0 0,0 0 0 0 0,1 0 1 0 0,-1 0-1 0 0,0 0 0 0 0,1 0 0 0 0,-1 0 0 0 0,0 0 1 0 0,1 0-1 0 0,-1 0 0 0 0,1 0 0 0 0,0 0 0 0 0,-1 0 1 0 0,1-1-1 0 0,0 1 0 0 0,-1 0 0 0 0,1 0 0 0 0,0-1 1 0 0,0 1-1 0 0,0 0 0 0 0,0-1 0 0 0,-1 1 0 0 0,1-1 1 0 0,0 1-1 0 0,0-1 0 0 0,0 0 0 0 0,0 1 0 0 0,0-1 1 0 0,0 0-1 0 0,0 0 0 0 0,1 1 0 0 0,-1-1 0 0 0,0 0 1 0 0,0 0-1 0 0,0 0-30 0 0,156 6 1132 0 0,-32-23-838 0 0,-124 17-284 0 0,6-1 18 0 0,0 0 0 0 0,0 1-1 0 0,0 0 1 0 0,0 1 0 0 0,0 0-1 0 0,0 0 1 0 0,0 0 0 0 0,0 1-1 0 0,0 0 1 0 0,-1 0 0 0 0,1 1 0 0 0,-1-1-1 0 0,0 1 1 0 0,1 1 0 0 0,-1-1-1 0 0,3 4-27 0 0,-8-6-24 0 0,0 1-1 0 0,1 0 1 0 0,-1 0-1 0 0,0 0 1 0 0,0 0-1 0 0,0 0 0 0 0,0 0 1 0 0,0 0-1 0 0,-1 0 1 0 0,1 1-1 0 0,-1-1 1 0 0,1 0-1 0 0,-1 0 1 0 0,0 1-1 0 0,0-1 1 0 0,0 0-1 0 0,0 0 1 0 0,0 1-1 0 0,0-1 0 0 0,-1 0 1 0 0,1 0-1 0 0,-1 0 1 0 0,1 1-1 0 0,-1-1 1 0 0,0 0-1 0 0,0 0 1 0 0,0 0-1 0 0,0 0 1 0 0,0 0-1 0 0,-1 0 1 0 0,1-1-1 0 0,-1 1 1 0 0,1 0-1 0 0,-1-1 0 0 0,0 1 25 0 0,-6 8-868 0 0,-1 0-1 0 0,0-1 1 0 0,-1 0-1 0 0,0-1 1 0 0,-1 0-1 0 0,0 0 1 0 0,0-1-1 0 0,0-1 1 0 0,-1 0-1 0 0,0 0 1 0 0,0-1-1 0 0,-1-1 1 0 0,1 0-1 0 0,-1-1 1 0 0,-2 0 868 0 0,-11 5-1650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09:48.305"/>
    </inkml:context>
    <inkml:brush xml:id="br0">
      <inkml:brushProperty name="width" value="0.05" units="cm"/>
      <inkml:brushProperty name="height" value="0.05" units="cm"/>
      <inkml:brushProperty name="color" value="#FFFFFF"/>
    </inkml:brush>
  </inkml:definitions>
  <inkml:trace contextRef="#ctx0" brushRef="#br0">135 376 1756 0 0,'0'0'1550'0'0,"0"0"-99"0"0,0 0-231 0 0,0 0-211 0 0,0 0-35 0 0,0 0-116 0 0,0-3-73 0 0,-2-8 1306 0 0,0 20 2221 0 0,29 34-4422 0 0,-22-19-6013 0 0,-6 13 1411 0 0,1-15 2736 0 0,0-5 447 0 0</inkml:trace>
  <inkml:trace contextRef="#ctx0" brushRef="#br0" timeOffset="247.882">83 616 908 0 0,'-7'30'6899'0'0,"7"0"-4397"0"0,0-15-3545 0 0,0-15-134 0 0,0 0-273 0 0,0 13-2748 0 0,0-5 2765 0 0</inkml:trace>
  <inkml:trace contextRef="#ctx0" brushRef="#br0" timeOffset="401.557">6 916 1460 0 0,'0'0'128'0'0,"-1"0"1"0"0,1 1-1 0 0,0-1 0 0 0,-1 0 1 0 0,1 1-1 0 0,-1-1 0 0 0,1 1 0 0 0,0-1 1 0 0,0 0-1 0 0,-1 1 0 0 0,1-1 0 0 0,0 1 1 0 0,0-1-1 0 0,0 1 0 0 0,-1-1 1 0 0,1 1-1 0 0,0-1 0 0 0,0 1 0 0 0,0-1 1 0 0,0 1-1 0 0,0-1 0 0 0,0 1 1 0 0,0-1-1 0 0,0 1 0 0 0,0-1 0 0 0,0 1 1 0 0,0-1-1 0 0,0 1 0 0 0,0-1 1 0 0,1 0-1 0 0,-1 1 0 0 0,0-1 0 0 0,0 1 1 0 0,1-1-1 0 0,-1 1 0 0 0,0-1 1 0 0,0 0-1 0 0,1 1 0 0 0,-1-1 0 0 0,0 1 1 0 0,1-1-1 0 0,-1 0 0 0 0,0 1 0 0 0,1-1 1 0 0,-1 0-1 0 0,1 0 0 0 0,-1 1 1 0 0,1-1-1 0 0,-1 0 0 0 0,1 0 0 0 0,-1 0 1 0 0,1 0-1 0 0,-1 1 0 0 0,0-1 1 0 0,1 0-1 0 0,-1 0 0 0 0,1 0 0 0 0,-1 0 1 0 0,1 0-1 0 0,-1 0 0 0 0,1 0 1 0 0,-1 0-1 0 0,1-1 0 0 0,-1 1 0 0 0,1 0 1 0 0,-1 0-1 0 0,1 0 0 0 0,-1 0 0 0 0,1-1-128 0 0,30-19 2231 0 0,61-103-2461 0 0,-49 57-2932 0 0,22-17-2957 0 0,-49 66 4736 0 0</inkml:trace>
  <inkml:trace contextRef="#ctx0" brushRef="#br0" timeOffset="715.698">304 556 1504 0 0,'18'2'11040'0'0,"23"-7"-7763"0"0,0 1-2083 0 0,53 4 589 0 0,-39 26-1090 0 0,-54-24-668 0 0,1 0-1 0 0,-1 1 1 0 0,0-1-1 0 0,0 0 1 0 0,0 1-1 0 0,0-1 1 0 0,0 1-1 0 0,-1-1 1 0 0,1 1-1 0 0,-1-1 1 0 0,1 1-1 0 0,-1-1 1 0 0,0 1-1 0 0,0-1 1 0 0,0 1-1 0 0,-1-1 1 0 0,1 1-1 0 0,0 0 1 0 0,-1-1-1 0 0,0 1 1 0 0,0-1-1 0 0,1 0 1 0 0,-1 1 0 0 0,-1-1-1 0 0,1 0 1 0 0,0 1-1 0 0,-1 0-24 0 0,0 1 2 0 0,-6 11-124 0 0,-1 0 0 0 0,0-1 1 0 0,-1 0-1 0 0,0 0 1 0 0,-1-1-1 0 0,0 0 0 0 0,-2-1 1 0 0,1-1-1 0 0,-1 0 1 0 0,-1 0-1 0 0,0-2 0 0 0,0 1 1 0 0,-5 0 121 0 0,10-6-414 0 0,1 0 1 0 0,-1-1-1 0 0,1 0 0 0 0,-1-1 1 0 0,0 0-1 0 0,0-1 1 0 0,0 1-1 0 0,0-2 1 0 0,0 1-1 0 0,0-1 1 0 0,0-1 413 0 0,-41-32-4688 0 0,32-5-1518 0 0,16 31 4747 0 0</inkml:trace>
  <inkml:trace contextRef="#ctx0" brushRef="#br0" timeOffset="923.428">252 672 1900 0 0,'96'58'9885'0'0,"24"68"-5735"0"0,-74-72-2547 0 0,70 60-260 0 0,-113-111-1530 0 0,0 0 0 0 0,1-1 0 0 0,-1 1 1 0 0,1 0-1 0 0,-1-1 0 0 0,1 0 0 0 0,0 0 0 0 0,0 0 0 0 0,0 0 0 0 0,0-1 1 0 0,0 1-1 0 0,0-1 0 0 0,0 0 0 0 0,1-1 0 0 0,-1 1 0 0 0,0-1 0 0 0,1 1 1 0 0,-1-1-1 0 0,0-1 0 0 0,1 1 0 0 0,-1 0 0 0 0,0-1 0 0 0,4-1 187 0 0,0-1-628 0 0,-1-1-1 0 0,0 0 1 0 0,0 0-1 0 0,0-1 0 0 0,-1 0 1 0 0,0 0-1 0 0,0-1 1 0 0,0 1-1 0 0,0-1 0 0 0,-1 0 1 0 0,4-7 628 0 0,29-48-4205 0 0,-31 39 2649 0 0</inkml:trace>
  <inkml:trace contextRef="#ctx0" brushRef="#br0" timeOffset="1300.018">654 573 2012 0 0,'-2'-5'9199'0'0,"27"4"-6351"0"0,-13 1-2201 0 0,61-13 1078 0 0,-69 11-1763 0 0,3-1-267 0 0,1 0-1 0 0,-2 0 0 0 0,1 0 0 0 0,0-1 0 0 0,-1 0 1 0 0,1 0-1 0 0,-1-1 0 0 0,-1 0 0 0 0,1 0 0 0 0,-1 0 1 0 0,1-1-1 0 0,-1-1 306 0 0,2-26-7364 0 0,-7 32 5837 0 0,0 1 156 0 0,0 0 573 0 0</inkml:trace>
  <inkml:trace contextRef="#ctx0" brushRef="#br0" timeOffset="1553.774">841 436 2000 0 0,'-2'0'131'0'0,"0"0"-1"0"0,1 0 1 0 0,-1 0-1 0 0,0 0 0 0 0,0 0 1 0 0,1 0-1 0 0,-1 1 1 0 0,0-1-1 0 0,0 1 1 0 0,1-1-1 0 0,-1 1 0 0 0,0 0 1 0 0,1 0-1 0 0,-1-1 1 0 0,1 1-1 0 0,-1 0 1 0 0,1 0-1 0 0,0 0 1 0 0,-1 1-1 0 0,1-1 0 0 0,0 0 1 0 0,0 1-1 0 0,-1-1 1 0 0,1 0-1 0 0,0 1 1 0 0,0-1-1 0 0,1 1 1 0 0,-1 0-1 0 0,0-1 0 0 0,0 1 1 0 0,1-1-1 0 0,-1 1 1 0 0,1 0-1 0 0,0 0 1 0 0,-1-1-1 0 0,1 1 1 0 0,0 0-1 0 0,0 0 0 0 0,0 0 1 0 0,0-1-1 0 0,1 2-130 0 0,-6 11 565 0 0,-102 299 1400 0 0,72-238-3685 0 0,39-67 3969 0 0,-3-7-2199 0 0,1 1 0 0 0,-1-1 0 0 0,1 0 0 0 0,0 0 0 0 0,0 0 0 0 0,0 0 0 0 0,-1 0 0 0 0,1 0 0 0 0,0-1 0 0 0,0 1 0 0 0,0-1 0 0 0,0 1 0 0 0,0-1 0 0 0,1 0 0 0 0,-1 0 0 0 0,0 0 0 0 0,0 0 0 0 0,0 0 0 0 0,0 0 0 0 0,0 0 0 0 0,0-1 0 0 0,0 1 0 0 0,0-1 0 0 0,0 1 0 0 0,0-1 0 0 0,0 0 0 0 0,0 0 0 0 0,0 0 0 0 0,-1 0 0 0 0,2 0-50 0 0,79-66-781 0 0,-13-13-4714 0 0,-69 80 5492 0 0,29-44-3010 0 0,-13 24 1670 0 0</inkml:trace>
  <inkml:trace contextRef="#ctx0" brushRef="#br0" timeOffset="1833.969">991 476 1224 0 0,'8'-3'7860'0'0,"16"0"-4908"0"0,-16 3-1870 0 0,128-2 3741 0 0,-52-22-4536 0 0,-72 22-268 0 0,-9 1-5351 0 0,-23 13-2567 0 0,3 2 6366 0 0,-2-1 146 0 0</inkml:trace>
  <inkml:trace contextRef="#ctx0" brushRef="#br0" timeOffset="2716.33">1031 520 1520 0 0,'-14'10'6420'0'0,"5"28"-4417"0"0,8-31-1617 0 0,-72 231 3113 0 0,39-124-2728 0 0,34-115-862 0 0,-1 1 0 0 0,1 0 0 0 0,0 0-1 0 0,-1-1 1 0 0,1 1 0 0 0,0 0 0 0 0,-1 0 0 0 0,1 0 0 0 0,0-1 0 0 0,-1 1 0 0 0,1 0 0 0 0,-1 0 0 0 0,1 0 0 0 0,0 0 0 0 0,-1 0 0 0 0,1 0 0 0 0,-1 0 0 0 0,1 0 0 0 0,0 0 0 0 0,-1 0 0 0 0,0 0 90 0 0,61-126-633 0 0,-52 115 752 0 0,-8 9-42 0 0,1 0-1 0 0,0 1 0 0 0,-1-1 0 0 0,1 0 0 0 0,0 0 1 0 0,0 1-1 0 0,0-1 0 0 0,0 0 0 0 0,1 1 0 0 0,-1-1 0 0 0,0 1 1 0 0,1 0-1 0 0,-1-1 0 0 0,1 1 0 0 0,-1 0 0 0 0,1 0 1 0 0,0 0-1 0 0,-1 0 0 0 0,1 0 0 0 0,0 0 0 0 0,0 1 1 0 0,0-1-1 0 0,-1 1 0 0 0,1-1 0 0 0,0 1 0 0 0,0-1 1 0 0,0 1-1 0 0,0 0 0 0 0,0 0 0 0 0,0 0 0 0 0,0 0 0 0 0,0 0 1 0 0,0 1-1 0 0,0-1 0 0 0,1 1-75 0 0,70 98 3339 0 0,-72-99-3334 0 0,-1 0 0 0 0,1 0 1 0 0,-1 1-1 0 0,1-1 0 0 0,-1 0 0 0 0,0 0 0 0 0,1 0 1 0 0,-1 0-1 0 0,1 1 0 0 0,-1-1 0 0 0,1 0 1 0 0,-1 0-1 0 0,1 0 0 0 0,-1 0 0 0 0,1 0 0 0 0,-1 0 1 0 0,1 0-1 0 0,-1 0 0 0 0,1 0 0 0 0,-1-1 0 0 0,1 1 1 0 0,-1 0-1 0 0,1 0 0 0 0,-1 0 0 0 0,0 0 0 0 0,1-1 1 0 0,-1 1-1 0 0,1 0 0 0 0,-1 0 0 0 0,0-1 1 0 0,1 1-1 0 0,-1 0 0 0 0,1-1 0 0 0,-1 1 0 0 0,0-1 1 0 0,0 1-1 0 0,1 0 0 0 0,-1-1 0 0 0,0 1 0 0 0,0-1 1 0 0,1 1-1 0 0,-1 0 0 0 0,0-1 0 0 0,0 1 0 0 0,0-1 1 0 0,0 1-1 0 0,0-1 0 0 0,0 1 0 0 0,0-1 1 0 0,0 1-1 0 0,0-1 0 0 0,0 1 0 0 0,0-1 0 0 0,0 1-5 0 0,1-2 32 0 0,9-47-566 0 0,0-71-701 0 0,-5-1 1 0 0,-6-40 1234 0 0,0 39 1233 0 0,1 120-961 0 0,0 2 2 0 0,3-6 569 0 0,0 39-410 0 0,0-1 0 0 0,3 1 1 0 0,0-1-1 0 0,2 0 0 0 0,2 1-433 0 0,-1-3 260 0 0,11 48 54 0 0,-10-29-102 0 0,2-2 0 0 0,3 0 0 0 0,2 0 1 0 0,1-2-1 0 0,3 0 0 0 0,23 37-212 0 0,-6-60-1153 0 0,-37-22 715 0 0,-1 0-127 0 0,0 0-61 0 0,0 0-31 0 0,3-4-54 0 0,13-32-2968 0 0,-18 2 317 0 0,2 32 2733 0 0,0-9-54 0 0,-22-56 1092 0 0,21 65-393 0 0,1 0 191 0 0,0-1 0 0 0,-1 0 0 0 0,1 1 0 0 0,-1-1 0 0 0,1 0 0 0 0,-1 1 0 0 0,0-1 0 0 0,0 1 0 0 0,0-1 0 0 0,-1 1 0 0 0,1 0 0 0 0,-1 0 0 0 0,1-1 0 0 0,-1 1 0 0 0,0 0 0 0 0,1 0 0 0 0,-1 0 0 0 0,0 1 0 0 0,0-1 0 0 0,-1 0 0 0 0,1 1 0 0 0,0-1 0 0 0,-1 1 0 0 0,1 0 0 0 0,-2-1-207 0 0,3 2 340 0 0,-22 4 549 0 0,-86 48-3328 0 0,107-51 1706 0 0,-18-4-5365 0 0,7-36 1329 0 0,13 16 3256 0 0</inkml:trace>
  <inkml:trace contextRef="#ctx0" brushRef="#br0" timeOffset="2922.185">1302 188 2732 0 0,'40'4'10225'0'0,"-8"27"-9354"0"0,-27-25-1418 0 0,8 12-9710 0 0,-12-18 8789 0 0</inkml:trace>
  <inkml:trace contextRef="#ctx0" brushRef="#br0" timeOffset="3699.847">1513 589 2440 0 0,'-6'6'6793'0'0,"4"-3"-1403"0"0,12 0-3551 0 0,-7-2-1970 0 0,206 15 4758 0 0,56-14-2573 0 0,-157 12-1655 0 0,233 15 93 0 0,-276-28-571 0 0,69-2-2971 0 0,-182-6-13827 0 0,44 3 15320 0 0</inkml:trace>
  <inkml:trace contextRef="#ctx0" brushRef="#br0" timeOffset="3982.339">2520 490 2452 0 0,'14'-1'7224'0'0,"9"21"-4124"0"0,-17-15-1910 0 0,60 68 3242 0 0,-66-71-4369 0 0,1 0 0 0 0,0 0 0 0 0,0 0 0 0 0,0 0 0 0 0,-1 0-1 0 0,0 0 1 0 0,1 0 0 0 0,-1 0 0 0 0,0 1 0 0 0,0-1 0 0 0,0 0 0 0 0,0 0 0 0 0,0 0 0 0 0,0 0 0 0 0,-1 1 0 0 0,1-1 0 0 0,-1 0 0 0 0,0 0 0 0 0,1 0 0 0 0,-1 0 0 0 0,0 0 0 0 0,0 0 0 0 0,0 0 0 0 0,-1 0 0 0 0,1-1 0 0 0,0 1 0 0 0,-1 0 0 0 0,1-1 0 0 0,-1 1 0 0 0,0 0-63 0 0,0 0-74 0 0,-5 5-312 0 0,0 0 1 0 0,-1 0-1 0 0,0-1 1 0 0,0-1 0 0 0,-1 1-1 0 0,1-1 1 0 0,-1-1 0 0 0,0 0-1 0 0,0 0 1 0 0,-1 0-1 0 0,1-1 1 0 0,-1-1 0 0 0,-5 1 385 0 0,-11 5-1848 0 0,-64 5-3698 0 0,17-38 2074 0 0,57 16 2640 0 0,-10-6-413 0 0</inkml:trace>
  <inkml:trace contextRef="#ctx0" brushRef="#br0" timeOffset="5232.45">1812 1 2508 0 0,'32'15'7343'0'0,"-20"41"-4464"0"0,-60 72-1872 0 0,15-57-625 0 0,33-71-391 0 0,0-1 1 0 0,0 1 0 0 0,1 0-1 0 0,-1-1 1 0 0,0 1 0 0 0,0 0 0 0 0,1 0-1 0 0,-1 0 1 0 0,0-1 0 0 0,1 1-1 0 0,-1 0 1 0 0,0 0 0 0 0,1 0 0 0 0,-1 0-1 0 0,0-1 1 0 0,1 1 0 0 0,-1 0-1 0 0,0 0 1 0 0,1 0 0 0 0,-1 0-1 0 0,0 0 1 0 0,1 0 0 0 0,-1 0 0 0 0,0 0-1 0 0,1 0 1 0 0,-1 0 0 0 0,1 0-1 0 0,-1 0 1 0 0,0 0 0 0 0,1 1 0 0 0,-1-1-1 0 0,0 0 1 0 0,1 0 0 0 0,-1 0-1 0 0,0 0 1 0 0,0 1 0 0 0,1-1-1 0 0,-1 0 1 0 0,0 0 0 0 0,1 0 0 0 0,-1 1-1 0 0,0-1 1 0 0,0 0 0 0 0,1 1-1 0 0,-1-1 1 0 0,0 0 0 0 0,0 0 0 0 0,0 1-1 0 0,0-1 1 0 0,1 0 0 0 0,-1 1-1 0 0,0-1 1 0 0,0 1 0 0 0,0-1-1 0 0,0 0 1 0 0,0 1 0 0 0,0-1 0 0 0,0 0-1 0 0,0 1 9 0 0,32-24-818 0 0,-30 21 786 0 0,48-35-1664 0 0,-11 4 1362 0 0,-37 92 2870 0 0,-2-57-2516 0 0,0 0 0 0 0,0-1 0 0 0,0 1 0 0 0,1-1 0 0 0,-1 1 1 0 0,1-1-1 0 0,-1 1 0 0 0,1-1 0 0 0,0 1 0 0 0,-1-1 0 0 0,1 0 1 0 0,0 1-1 0 0,0-1 0 0 0,0 0 0 0 0,0 0 0 0 0,0 1 0 0 0,0-1 1 0 0,0 0-1 0 0,0 0 0 0 0,1 0 0 0 0,-1 0 0 0 0,0-1 0 0 0,1 1 0 0 0,-1 0 1 0 0,1 0-1 0 0,-1-1 0 0 0,1 1 0 0 0,-1-1 0 0 0,1 1 0 0 0,-1-1 1 0 0,1 0-1 0 0,-1 0 0 0 0,1 0 0 0 0,0 0 0 0 0,-1 0 0 0 0,1 0 1 0 0,0 0-21 0 0,1-2 24 0 0,-1 0 1 0 0,1-1-1 0 0,-1 0 1 0 0,1 1-1 0 0,-1-1 1 0 0,0 0 0 0 0,0 0-1 0 0,0 0 1 0 0,0 0-1 0 0,-1 0 1 0 0,1-1-1 0 0,-1 1 1 0 0,0-1 0 0 0,0 1-1 0 0,0 0 1 0 0,0-1-1 0 0,0 0 1 0 0,-1 1 0 0 0,0-1-1 0 0,0 1 1 0 0,0-4-25 0 0,-1 6-19 0 0,1 0 0 0 0,-1 1 0 0 0,1-1 0 0 0,-1 0 0 0 0,1 1 0 0 0,-1-1 0 0 0,0 0 0 0 0,0 1 1 0 0,1-1-1 0 0,-1 0 0 0 0,0 1 0 0 0,0 0 0 0 0,0-1 0 0 0,1 1 0 0 0,-1-1 0 0 0,0 1 0 0 0,0 0 0 0 0,0-1 1 0 0,0 1-1 0 0,0 0 0 0 0,0 0 0 0 0,0 0 0 0 0,0 0 0 0 0,0 0 0 0 0,0 0 0 0 0,0 0 0 0 0,1 0 0 0 0,-1 0 1 0 0,0 0-1 0 0,0 1 0 0 0,0-1 0 0 0,0 0 0 0 0,0 1 0 0 0,0-1 0 0 0,0 1 0 0 0,1-1 0 0 0,-1 1 1 0 0,0-1-1 0 0,0 1 0 0 0,1-1 0 0 0,-1 1 0 0 0,0 0 0 0 0,1-1 0 0 0,-1 1 0 0 0,0 0 0 0 0,1 0 0 0 0,-1-1 1 0 0,1 1-1 0 0,-1 0 0 0 0,1 0 0 0 0,0 0 0 0 0,-1 0 0 0 0,1 0 0 0 0,0-1 0 0 0,-1 2 19 0 0,40-5-1215 0 0,-34 3 1314 0 0,0 1 0 0 0,0 1 0 0 0,0-1 1 0 0,0 1-1 0 0,-1-1 0 0 0,1 1 0 0 0,-1 1 1 0 0,1-1-1 0 0,-1 1 0 0 0,0 0 0 0 0,0 0 1 0 0,0 0-1 0 0,0 0 0 0 0,0 1 0 0 0,-1-1 1 0 0,1 1-1 0 0,-1 0 0 0 0,0 0 0 0 0,-1 0 0 0 0,1 1 1 0 0,-1-1-1 0 0,1 0 0 0 0,-1 3-99 0 0,9 9 355 0 0,19 10-77 0 0,-29-26-316 0 0,-1 0 23 0 0,22-2 60 0 0,-15-2-41 0 0,-1 0 0 0 0,-1 0 0 0 0,1-1 0 0 0,0 0 0 0 0,-1 0 0 0 0,0 0 0 0 0,-1 0 0 0 0,1-1 0 0 0,-1 1 0 0 0,0-1 0 0 0,0-1 0 0 0,0 1 0 0 0,-1 0-1 0 0,0-1 1 0 0,-1 0 0 0 0,1 1 0 0 0,-1-1 0 0 0,-1 0 0 0 0,1 0 0 0 0,-1-3-4 0 0,-1 8 5 0 0,1 1-1 0 0,-1 0 1 0 0,0-1-1 0 0,0 1 1 0 0,-1 0-1 0 0,1 0 1 0 0,0-1-1 0 0,0 1 1 0 0,-1 0 0 0 0,1-1-1 0 0,0 1 1 0 0,-1 0-1 0 0,1 0 1 0 0,-1 0-1 0 0,0-1 1 0 0,1 1-1 0 0,-1 0 1 0 0,0 0-1 0 0,0 0 1 0 0,0 0 0 0 0,0 0-1 0 0,0 0 1 0 0,0 1-1 0 0,0-1 1 0 0,0 0-1 0 0,0 0 1 0 0,0 1-1 0 0,0-1 1 0 0,0 0 0 0 0,-1 1-1 0 0,1-1 1 0 0,0 1-1 0 0,0 0 1 0 0,-1-1-1 0 0,1 1 1 0 0,0 0-1 0 0,-1 0 1 0 0,1 0-1 0 0,0 0 1 0 0,-1 0 0 0 0,1 0-1 0 0,0 0 1 0 0,0 0-1 0 0,-1 1 1 0 0,1-1-1 0 0,0 0 1 0 0,-1 1-1 0 0,1-1 1 0 0,0 1 0 0 0,0 0-1 0 0,0-1 1 0 0,0 1-1 0 0,0 0 1 0 0,0-1-1 0 0,-1 1 1 0 0,2 0-1 0 0,-1 0 1 0 0,0 0-1 0 0,0 0 1 0 0,0 0 0 0 0,0 0-1 0 0,0 1-4 0 0,-37 26-4365 0 0,40-27-4480 0 0,0-1 7459 0 0</inkml:trace>
  <inkml:trace contextRef="#ctx0" brushRef="#br0" timeOffset="5621.505">2311 37 1060 0 0,'32'-15'10519'0'0,"-21"35"-7566"0"0,-9 91-803 0 0,41 57-1636 0 0,-37-128 103 0 0,-5-39-525 0 0,-1-1 75 0 0,0 0-25 0 0,-1 2-209 0 0,0 0 1 0 0,-1 0 0 0 0,1 0-1 0 0,0 0 1 0 0,-1-1 0 0 0,1 1-1 0 0,-1 0 1 0 0,0-1 0 0 0,1 1-1 0 0,-1-1 1 0 0,0 1 0 0 0,0-1 0 0 0,0 0-1 0 0,0 0 1 0 0,0 0 0 0 0,0 0-1 0 0,-1 0 1 0 0,1 0 0 0 0,0 0-1 0 0,0-1 1 0 0,-1 1 0 0 0,1-1-1 0 0,0 0 1 0 0,-1 0 0 0 0,1 0-1 0 0,0 0 1 0 0,-1 0 0 0 0,1 0-1 0 0,0 0 1 0 0,0-1 0 0 0,-1 1-1 0 0,1-1 1 0 0,-2 0 66 0 0,-67-37-3120 0 0,62 32 2235 0 0,1-1-1 0 0,1-1 1 0 0,-1 1-1 0 0,1-1 1 0 0,1 0-1 0 0,-1-1 1 0 0,1 1-1 0 0,1-1 1 0 0,0-1-1 0 0,-3-5 886 0 0,6 4-1492 0 0,1-3-30 0 0</inkml:trace>
  <inkml:trace contextRef="#ctx0" brushRef="#br0" timeOffset="5889.898">2265 140 1600 0 0,'19'-9'1468'0'0,"0"2"-116"0"0,5 3-211 0 0,0-4-65 0 0,1 6-192 0 0,-7 0 24 0 0,-2 1-244 0 0,-1-2-144 0 0,-4-2-212 0 0,0 3-284 0 0,-3-2-416 0 0,-1 0 44 0 0,-2 2-1256 0 0,2 0 84 0 0,-7 2 139 0 0,0 0 145 0 0,10 0 44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10.191"/>
    </inkml:context>
    <inkml:brush xml:id="br0">
      <inkml:brushProperty name="width" value="0.05" units="cm"/>
      <inkml:brushProperty name="height" value="0.05" units="cm"/>
      <inkml:brushProperty name="color" value="#FFFFFF"/>
    </inkml:brush>
  </inkml:definitions>
  <inkml:trace contextRef="#ctx0" brushRef="#br0">71 1 1164 0 0,'-2'0'1552'0'0,"2"-1"-324"0"0,0 1-124 0 0,0 0-79 0 0,0 0-185 0 0,0 0-140 0 0,0 0-96 0 0,0 0-148 0 0,0 0-180 0 0,0 0 20 0 0,-27 33-336 0 0,22-29-224 0 0,-2 1 24 0 0,0-1-700 0 0,0 0-572 0 0,2-2 95 0 0,-2 0 29 0 0,4 0-172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08.690"/>
    </inkml:context>
    <inkml:brush xml:id="br0">
      <inkml:brushProperty name="width" value="0.05" units="cm"/>
      <inkml:brushProperty name="height" value="0.05" units="cm"/>
      <inkml:brushProperty name="color" value="#FFFFFF"/>
    </inkml:brush>
  </inkml:definitions>
  <inkml:trace contextRef="#ctx0" brushRef="#br0">29 1 2136 0 0,'0'0'1152'0'0,"0"0"-112"0"0,0 0-48 0 0,0 0-61 0 0,0 0-25 0 0,0 0-86 0 0,0 0-106 0 0,0 0 35 0 0,0 0-72 0 0,0 0-7 0 0,0 0 0 0 0,0 0-39 0 0,0 0 14 0 0,0 0-15 0 0,0 0-16 0 0,0 0 39 0 0,-1 3-52 0 0,2-2-528 0 0,-1 1 0 0 0,1-1 1 0 0,0 0-1 0 0,-1 0 1 0 0,1 1-1 0 0,0-1 0 0 0,-1 0 1 0 0,1 0-1 0 0,0 0 0 0 0,0 0 1 0 0,0 0-1 0 0,0 0 0 0 0,0 0 1 0 0,0-1-1 0 0,0 1 1 0 0,1 0-1 0 0,-1-1 0 0 0,0 1 1 0 0,0 0-1 0 0,0-1 0 0 0,1 1 1 0 0,-1-1-1 0 0,0 0 0 0 0,1 1 1 0 0,-1-1-1 0 0,0 0 1 0 0,1 0-1 0 0,-1 0 0 0 0,1 0 1 0 0,-1 0-1 0 0,0 0 0 0 0,1 0 1 0 0,-1-1-1 0 0,0 1 0 0 0,1 0 1 0 0,-1-1-1 0 0,0 1 1 0 0,0-1-1 0 0,1 0-73 0 0,36 3 738 0 0,214 24 1601 0 0,-212-26-2304 0 0,82 0-1995 0 0,-140 0-6285 0 0,-43 0 145 0 0,41 0 6817 0 0</inkml:trace>
  <inkml:trace contextRef="#ctx0" brushRef="#br0" timeOffset="361.284">176 72 1280 0 0,'3'-5'8205'0'0,"1"23"-5973"0"0,-3 120 558 0 0,-15-67-2428 0 0,-5 67-892 0 0,19-137 213 0 0,-1 13-2593 0 0,-1-6 1679 0 0,2-8 738 0 0,8-28-5915 0 0,-2 7 5148 0 0</inkml:trace>
  <inkml:trace contextRef="#ctx0" brushRef="#br0" timeOffset="547.018">272 108 1468 0 0,'12'8'4786'0'0,"-6"19"-2252"0"0,-5-18-2034 0 0,9 203 2318 0 0,-36-121-4113 0 0,-10-38-5915 0 0,31-46 5945 0 0</inkml:trace>
  <inkml:trace contextRef="#ctx0" brushRef="#br0" timeOffset="889.92">15 487 3568 0 0,'-14'-4'6198'0'0,"24"6"-1335"0"0,151 3 408 0 0,-93-7-4385 0 0,99 2 388 0 0,-97 0-5142 0 0,-69 0 2050 0 0,-1 0-51 0 0,0 0 109 0 0,3-1-23 0 0,-2 1 1309 0 0,9-2-1103 0 0,-13-1-4420 0 0,0 3 4771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15.814"/>
    </inkml:context>
    <inkml:brush xml:id="br0">
      <inkml:brushProperty name="width" value="0.05" units="cm"/>
      <inkml:brushProperty name="height" value="0.05" units="cm"/>
      <inkml:brushProperty name="color" value="#FFFFFF"/>
    </inkml:brush>
  </inkml:definitions>
  <inkml:trace contextRef="#ctx0" brushRef="#br0">1 110 1272 0 0,'0'-13'622'0'0,"0"6"7813"0"0,6 6-7746 0 0,-3 1-618 0 0,-2-1-40 0 0,0 1-1 0 0,1 0 1 0 0,-1-1 0 0 0,0 1 0 0 0,0 0 0 0 0,0 0-1 0 0,1 0 1 0 0,-1 0 0 0 0,0 0 0 0 0,0 0-1 0 0,1 0 1 0 0,-1 0 0 0 0,0 0 0 0 0,0 1 0 0 0,0-1-1 0 0,1 0 1 0 0,-1 1 0 0 0,0-1 0 0 0,0 1 0 0 0,0 0-1 0 0,0-1 1 0 0,0 1 0 0 0,0 0 0 0 0,0-1-1 0 0,0 1 1 0 0,0 0 0 0 0,0 0 0 0 0,0 0 0 0 0,-1 0-1 0 0,1 0 1 0 0,0 0 0 0 0,-1 0 0 0 0,1 0 0 0 0,0 0-1 0 0,-1 0 1 0 0,1 1-31 0 0,106 322 5573 0 0,-83-266-3822 0 0,-7-72-897 0 0,-1-13-743 0 0,-1-1 0 0 0,-2 0 0 0 0,0-1 0 0 0,-2-1 0 0 0,-2 0 0 0 0,1-7-111 0 0,30-81 6 0 0,-8 14-1101 0 0,-19 74-2757 0 0,-7 22-825 0 0,1 4-4084 0 0,-7 4 7399 0 0</inkml:trace>
  <inkml:trace contextRef="#ctx0" brushRef="#br0" timeOffset="378.065">485 86 1780 0 0,'0'5'4053'0'0,"1"4"2318"0"0,10-5-3864 0 0,122 16 2657 0 0,-9-20-5638 0 0,-123 0-143 0 0,-1 0-163 0 0,13-5-4176 0 0,-36 14-1896 0 0,6-2 5439 0 0,-1 3 187 0 0,3-2 9 0 0</inkml:trace>
  <inkml:trace contextRef="#ctx0" brushRef="#br0" timeOffset="616.109">542 189 2380 0 0,'-7'18'6193'0'0,"8"20"-3831"0"0,2 92 551 0 0,-4-75-4079 0 0,-13-40-414 0 0,24-65-4674 0 0,-5 26 4924 0 0,-1-3 8 0 0</inkml:trace>
  <inkml:trace contextRef="#ctx0" brushRef="#br0" timeOffset="808.149">596 206 2064 0 0,'0'-1'149'0'0,"1"0"-1"0"0,-1 0 1 0 0,0 0-1 0 0,0 1 1 0 0,1-1-1 0 0,-1 0 1 0 0,1 0-1 0 0,-1 1 1 0 0,1-1-1 0 0,-1 0 1 0 0,1 1 0 0 0,-1-1-1 0 0,1 1 1 0 0,0-1-1 0 0,-1 0 1 0 0,1 1-1 0 0,0-1 1 0 0,0 1-1 0 0,-1 0 1 0 0,1-1-1 0 0,0 1 1 0 0,0 0-1 0 0,0-1 1 0 0,-1 1-1 0 0,1 0 1 0 0,0 0-1 0 0,0 0 1 0 0,0-1-1 0 0,0 1 1 0 0,-1 0 0 0 0,1 0-1 0 0,0 1 1 0 0,0-1-1 0 0,0 0 1 0 0,0 0-1 0 0,0 0 1 0 0,-1 0-1 0 0,1 1 1 0 0,0-1-1 0 0,0 0 1 0 0,0 1-1 0 0,-1-1 1 0 0,1 1-1 0 0,0-1 1 0 0,-1 1-1 0 0,1-1 1 0 0,0 1-1 0 0,-1-1 1 0 0,1 1 0 0 0,0 0-1 0 0,-1-1 1 0 0,1 1-1 0 0,-1 0 1 0 0,0-1-149 0 0,21 48 2115 0 0,-10 47-314 0 0,-10-30-4638 0 0,-1-52 1267 0 0,-35 37-5350 0 0,29-44 5730 0 0</inkml:trace>
  <inkml:trace contextRef="#ctx0" brushRef="#br0" timeOffset="1108.116">412 495 1404 0 0,'-22'3'8154'0'0,"33"-10"-1533"0"0,102 6-1513 0 0,45 24-3875 0 0,-92-16-904 0 0,-36-5-2850 0 0,0 2-6649 0 0,-4 4 1263 0 0,-22-7 6668 0 0</inkml:trace>
  <inkml:trace contextRef="#ctx0" brushRef="#br0" timeOffset="1360.17">911 535 1324 0 0,'0'0'1462'0'0,"2"1"-206"0"0,11 24 4053 0 0,-21-11-5537 0 0,5-11 296 0 0,-27 19-6803 0 0,25-20 5483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14.271"/>
    </inkml:context>
    <inkml:brush xml:id="br0">
      <inkml:brushProperty name="width" value="0.05" units="cm"/>
      <inkml:brushProperty name="height" value="0.05" units="cm"/>
      <inkml:brushProperty name="color" value="#FFFFFF"/>
    </inkml:brush>
  </inkml:definitions>
  <inkml:trace contextRef="#ctx0" brushRef="#br0">6 10 1348 0 0,'-6'-10'7536'0'0,"7"21"-4192"0"0,55 135 56 0 0,-42-102-2610 0 0,3 0 1 0 0,1 0 0 0 0,3-2-1 0 0,22 36-790 0 0,-8-52 1587 0 0,-34-26-1395 0 0,3-4-32 0 0,14-16-6 0 0,-1-1 0 0 0,-1 0 0 0 0,-1-1 1 0 0,-1-1-1 0 0,-1-1 0 0 0,-1 0 1 0 0,1-6-155 0 0,-5 15 56 0 0,41-98-294 0 0,-31 57-1373 0 0,-11 19-3960 0 0,-6 33 3162 0 0,1-5-403 0 0,-2 6-3642 0 0,0 3 5132 0 0</inkml:trace>
  <inkml:trace contextRef="#ctx0" brushRef="#br0" timeOffset="314.824">496 442 2412 0 0,'-3'36'7837'0'0,"-14"16"-5796"0"0,-24 6-1969 0 0,1-39-6202 0 0,39-19 4778 0 0,1 0-39 0 0,0 0 18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10.708"/>
    </inkml:context>
    <inkml:brush xml:id="br0">
      <inkml:brushProperty name="width" value="0.05" units="cm"/>
      <inkml:brushProperty name="height" value="0.05" units="cm"/>
      <inkml:brushProperty name="color" value="#FFFFFF"/>
    </inkml:brush>
  </inkml:definitions>
  <inkml:trace contextRef="#ctx0" brushRef="#br0">63 2 1228 0 0,'-13'-1'4553'0'0,"13"1"-4107"0"0,1 0 0 0 0,-1 1 0 0 0,0-1 0 0 0,0 0 0 0 0,0 1 0 0 0,0-1 0 0 0,0 0 0 0 0,-1 0 0 0 0,1 1 0 0 0,0-1 0 0 0,0 0 0 0 0,0 1 0 0 0,0-1 0 0 0,0 0 0 0 0,0 0 0 0 0,0 1 0 0 0,0-1 0 0 0,-1 0 0 0 0,1 0 0 0 0,0 1 0 0 0,0-1 0 0 0,0 0 0 0 0,-1 0 0 0 0,1 1-446 0 0,74 5 3243 0 0,14 10-2156 0 0,167-14-59 0 0,-236-14-1918 0 0,-16 9 110 0 0,-9 4-4298 0 0,-11 10 2454 0 0,14-9 1933 0 0,-74 40-6057 0 0,56-30 5267 0 0,2-2-58 0 0</inkml:trace>
  <inkml:trace contextRef="#ctx0" brushRef="#br0" timeOffset="313.688">85 115 896 0 0,'3'0'3569'0'0,"13"9"736"0"0,-10 17-3573 0 0,-1 0 0 0 0,-1 0 0 0 0,-1 0 0 0 0,-2 0 0 0 0,0 1 0 0 0,-2 0-732 0 0,1-10 131 0 0,-17 32-426 0 0,17-48 118 0 0,0-1-65 0 0,-4 19-2976 0 0,5-34-690 0 0,6-19 757 0 0,-1 6 1897 0 0</inkml:trace>
  <inkml:trace contextRef="#ctx0" brushRef="#br0" timeOffset="588.738">214 58 1696 0 0,'23'-5'7825'0'0,"-13"37"-4874"0"0,-1 158 242 0 0,-32-97-2667 0 0,4 8-2121 0 0,36-158-6430 0 0,1-6 4522 0 0,-11 42 2259 0 0</inkml:trace>
  <inkml:trace contextRef="#ctx0" brushRef="#br0" timeOffset="806.102">352 99 1332 0 0,'24'-33'7067'0'0,"-22"62"-2889"0"0,-2 90-2189 0 0,-21-10-1728 0 0,-19 51-2608 0 0,25-110-2578 0 0,7-34 200 0 0,4-12 3195 0 0</inkml:trace>
  <inkml:trace contextRef="#ctx0" brushRef="#br0" timeOffset="1180.559">20 513 1816 0 0,'-10'-5'2726'0'0,"1"0"5682"0"0,27 3-3196 0 0,67-2-1093 0 0,43 5-2494 0 0,-46-1-603 0 0,46 15-2472 0 0,-115-18-6630 0 0,-6-5 6480 0 0,-9 7-2484 0 0,-49 4-1549 0 0,32-2 4335 0 0,-2-1-93 0 0</inkml:trace>
  <inkml:trace contextRef="#ctx0" brushRef="#br0" timeOffset="2905.316">655 489 1164 0 0,'0'0'1238'0'0,"0"0"-102"0"0,0 0-106 0 0,0 0-121 0 0,0-4-7 0 0,-6-7 4014 0 0,-2 20-2044 0 0,1 0-3794 0 0,7-8 777 0 0,-82 88-1405 0 0,56-71-3510 0 0,25-17 3612 0 0,1-1 94 0 0,-1-2 26 0 0,-3-5-16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31.111"/>
    </inkml:context>
    <inkml:brush xml:id="br0">
      <inkml:brushProperty name="width" value="0.05" units="cm"/>
      <inkml:brushProperty name="height" value="0.05" units="cm"/>
      <inkml:brushProperty name="color" value="#FFFFFF"/>
    </inkml:brush>
  </inkml:definitions>
  <inkml:trace contextRef="#ctx0" brushRef="#br0">130 97 1256 0 0,'3'21'5850'0'0,"0"-17"-5601"0"0,0-1-1 0 0,0 1 1 0 0,0-1-1 0 0,1 0 1 0 0,-1 0 0 0 0,1 0-1 0 0,-1 0 1 0 0,1 0 0 0 0,0-1-1 0 0,0 0 1 0 0,0 0-1 0 0,0 0 1 0 0,1 0 0 0 0,-1-1-1 0 0,1 0 1 0 0,-1 1 0 0 0,1-2-1 0 0,-1 1 1 0 0,1 0-249 0 0,-4-1 310 0 0,16-3 17 0 0,101-77-2578 0 0,-100 71 2124 0 0,-26 24 1432 0 0,-47 33-914 0 0,-2-2 1 0 0,-2-3 0 0 0,-2-3 0 0 0,-5 0-392 0 0,17-16 282 0 0,47-23-239 0 0,2-1 20 0 0,0 0-23 0 0,-3 3-23 0 0,3-3-13 0 0,0 0 0 0 0,1 0 1 0 0,-1 0-1 0 0,0 0 0 0 0,0 1 1 0 0,1-1-1 0 0,-1 0 0 0 0,0 0 1 0 0,0 0-1 0 0,1 0 0 0 0,-1 0 1 0 0,0 1-1 0 0,0-1 0 0 0,0 0 1 0 0,0 0-1 0 0,1 0 0 0 0,-1 1 1 0 0,0-1-1 0 0,0 0 0 0 0,0 0 1 0 0,0 0-1 0 0,0 1 1 0 0,0-1-1 0 0,1 0 0 0 0,-1 0 1 0 0,0 1-1 0 0,0-1 0 0 0,0 0 1 0 0,0 0-1 0 0,0 1 0 0 0,0-1 1 0 0,0 0-1 0 0,0 1 0 0 0,0-1 1 0 0,0 0-1 0 0,0 0 0 0 0,0 1 1 0 0,0-1-1 0 0,-1 0 0 0 0,1 0 1 0 0,0 1-1 0 0,0-1 0 0 0,0 0 1 0 0,0 0-1 0 0,0 0 0 0 0,0 1 1 0 0,-1-1-1 0 0,1 0 0 0 0,0 0 1 0 0,0 0-1 0 0,0 1 0 0 0,-1-1 1 0 0,1 0-1 0 0,0 0 0 0 0,0 0 1 0 0,0 0-1 0 0,-1 0 0 0 0,1 0 1 0 0,0 1-1 0 0,0-1 1 0 0,-1 0-1 0 0,1 0 0 0 0,0 0 1 0 0,0 0-1 0 0,-1 0-4 0 0,127 1 900 0 0,-14-40-514 0 0,-34 11-541 0 0,-77 27-51 0 0,0 0-1 0 0,0 0 1 0 0,-1 0-1 0 0,1-1 1 0 0,0 1-1 0 0,-1 0 1 0 0,1 0-1 0 0,-1-1 1 0 0,1 1-1 0 0,-1 0 1 0 0,0-1-1 0 0,1 1 1 0 0,-1-1-1 0 0,0 1 1 0 0,0 0 0 0 0,0-1-1 0 0,0 1 1 0 0,0-1-1 0 0,0 1 1 0 0,0 0-1 0 0,-1-1 1 0 0,1 1-1 0 0,0 0 1 0 0,-1-1-1 0 0,1 1 1 0 0,-1 0-1 0 0,0-1 1 0 0,1 1-1 0 0,-1 0 1 0 0,0 0-1 0 0,0 0 1 0 0,0 0-1 0 0,0 0 1 0 0,0 0-1 0 0,0 0 1 0 0,0 0-1 0 0,0 0 1 0 0,0 0-1 0 0,0 0 1 0 0,0 1-1 0 0,-1-1 1 0 0,1 0 206 0 0,-12-13-176 0 0,-26-28-1378 0 0,27 26 1453 0 0</inkml:trace>
  <inkml:trace contextRef="#ctx0" brushRef="#br0" timeOffset="917.278">226 136 5072 0 0,'-29'-22'3249'0'0,"22"61"-680"0"0,-4 88-985 0 0,11-7-836 0 0,-18-57-1006 0 0,17-59 168 0 0,1-3 18 0 0,0 1-1 0 0,0 0 0 0 0,0 0 1 0 0,-1-1-1 0 0,1 1 0 0 0,0 0 1 0 0,-1-1-1 0 0,1 1 1 0 0,-1 0-1 0 0,0-1 0 0 0,0 1 1 0 0,1-1-1 0 0,-1 1 0 0 0,0-1 1 0 0,0 1-1 0 0,0-1 0 0 0,-1 0 1 0 0,1 0-1 0 0,0 1 0 0 0,0-1 1 0 0,-1 0-1 0 0,1 0 0 0 0,-1 0 1 0 0,1 0-1 0 0,-1-1 1 0 0,1 1-1 0 0,-1 0 0 0 0,0-1 1 0 0,1 1-1 0 0,-1-1 73 0 0,-24 7 626 0 0,-8-7 977 0 0,32 0-1538 0 0,2 0 35 0 0,0 0 80 0 0,0 0 30 0 0,-15-3 429 0 0,20 3-221 0 0,6 3-249 0 0,1 1 0 0 0,-1 0 0 0 0,0 1 0 0 0,-1 0 0 0 0,1 0 0 0 0,-1 1 0 0 0,0 0 0 0 0,0 1 0 0 0,-1 0 0 0 0,0 1 0 0 0,0 0 0 0 0,-1 0 0 0 0,0 1 0 0 0,-1 0 0 0 0,1 0 0 0 0,-2 1 0 0 0,1 0 0 0 0,-2 0 0 0 0,1 1 0 0 0,-1-1 0 0 0,-1 1 0 0 0,0 0 0 0 0,0 0 0 0 0,-1 1 0 0 0,0 1-169 0 0,27 111 1195 0 0,-52-115-1691 0 0,17-12 393 0 0,0 0 0 0 0,0-1 0 0 0,0 0-1 0 0,1 0 1 0 0,0 0 0 0 0,-1 0 0 0 0,2-1 0 0 0,-1 0 0 0 0,0 0 0 0 0,1 0 0 0 0,0 0 0 0 0,0 0 0 0 0,0-1 0 0 0,1 0 103 0 0,-11-16-205 0 0,-63-174-755 0 0,69 156 739 0 0,7 39 160 0 0,0 1 25 0 0,3-13 257 0 0,14 0 73 0 0,-16 14-261 0 0,1 1 0 0 0,-1 0 0 0 0,0-1 0 0 0,0 1 0 0 0,0 0 0 0 0,-1-1 0 0 0,1 1 0 0 0,0 0 0 0 0,-1 0 0 0 0,1 0 0 0 0,-1-1 0 0 0,0 1 0 0 0,1 0 0 0 0,-1 0 0 0 0,0 0 0 0 0,0 0 0 0 0,0 0 0 0 0,0 0 0 0 0,-1 0 0 0 0,1 0 0 0 0,0-1 0 0 0,-1 1 0 0 0,1 0 0 0 0,-1 0 0 0 0,0 0 0 0 0,0 0-33 0 0,1-1 3 0 0,-3 8 53 0 0,-3 14-236 0 0,15-27-108 0 0,61-60-10 0 0,25-21 7 0 0,-28 50-18 0 0,-83 51-1688 0 0,15-16 1723 0 0,0 0 0 0 0,-1 0 1 0 0,1 0-1 0 0,0-1 0 0 0,0 1 0 0 0,-1 0 0 0 0,1-1 0 0 0,0 1 0 0 0,0-1 0 0 0,0 1 0 0 0,0-1 0 0 0,-1 0 0 0 0,1 1 0 0 0,0-1 0 0 0,0 0 1 0 0,0 0-1 0 0,0 0 0 0 0,1 0 0 0 0,-1 0 0 0 0,0 0 0 0 0,0 0 0 0 0,0 0 0 0 0,1 0 0 0 0,-1 0 0 0 0,1 0 0 0 0,-1 0 0 0 0,1 0 0 0 0,-1-1 0 0 0,1 1 1 0 0,-1 0-1 0 0,1 0 0 0 0,0-1 0 0 0,0 1 0 0 0,0 0 0 0 0,0-1 0 0 0,0 1 0 0 0,0 0 0 0 0,0 0 0 0 0,0-1 0 0 0,0 1 0 0 0,1-1 274 0 0,-1-10-1488 0 0</inkml:trace>
  <inkml:trace contextRef="#ctx0" brushRef="#br0" timeOffset="1546.052">419 39 936 0 0,'1'-3'457'0'0,"1"1"0"0"0,-1-1 0 0 0,1 1 0 0 0,0-1 1 0 0,0 1-1 0 0,0 0 0 0 0,0 0 0 0 0,0-1 0 0 0,0 2 0 0 0,1-1 0 0 0,-1 0 0 0 0,0 0 0 0 0,1 1 0 0 0,0-1 0 0 0,-1 1 0 0 0,1 0 1 0 0,0 0-1 0 0,0 0 0 0 0,0 0 0 0 0,-1 0 0 0 0,1 1 0 0 0,0-1 0 0 0,3 1-457 0 0,0 37 3503 0 0,-10 4-2573 0 0,-9-1-449 0 0,-1 0 0 0 0,-2-1 0 0 0,-1-1-1 0 0,-2-1 1 0 0,-16 22-481 0 0,-45 77 1032 0 0,120-208-1366 0 0,-33 63 269 0 0,0 1 1 0 0,1 1-1 0 0,0-1 0 0 0,0 1 1 0 0,1 1-1 0 0,0-1 1 0 0,0 1-1 0 0,0 1 1 0 0,1 0-1 0 0,0 0 1 0 0,0 1-1 0 0,10-3 65 0 0,-19 7 45 0 0,25 3 347 0 0,49 55 319 0 0,-45-18-120 0 0,-32-32-600 0 0,1 0 0 0 0,-1-1 0 0 0,0 1 0 0 0,-1-1 0 0 0,0 0 0 0 0,0 1-1 0 0,-1-1 1 0 0,1 0 0 0 0,-2-1 0 0 0,1 1 0 0 0,-1-1 0 0 0,0 0 0 0 0,0 0 0 0 0,0 0 0 0 0,-1-1 0 0 0,0 0 0 0 0,-1 1 9 0 0,-3 3-134 0 0,5-3-189 0 0,-1-1 1 0 0,0-1 0 0 0,0 1 0 0 0,-1-1-1 0 0,0 0 1 0 0,1 0 0 0 0,-1-1-1 0 0,0 0 1 0 0,-1 0 0 0 0,1-1-1 0 0,0 0 1 0 0,-1 0 0 0 0,1-1-1 0 0,-2 1 323 0 0,-7-1-2785 0 0,-10 0 315 0 0,24-1 1990 0 0,-3 0-707 0 0,1 0-47 0 0,3 0-2460 0 0,1 0 2257 0 0</inkml:trace>
  <inkml:trace contextRef="#ctx0" brushRef="#br0" timeOffset="1842.676">380 501 1576 0 0,'34'3'9238'0'0,"5"53"-8431"0"0,-29-38 180 0 0,133 184 2615 0 0,-133-194-2678 0 0,-1-5-4156 0 0,-15-16-6816 0 0,3 7 8530 0 0</inkml:trace>
  <inkml:trace contextRef="#ctx0" brushRef="#br0" timeOffset="2156.245">185 598 996 0 0,'31'-14'7563'0'0,"-29"37"-5379"0"0,-77 80-2670 0 0,-30-27-5721 0 0,85-68 4673 0 0,2-3 150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29.189"/>
    </inkml:context>
    <inkml:brush xml:id="br0">
      <inkml:brushProperty name="width" value="0.05" units="cm"/>
      <inkml:brushProperty name="height" value="0.05" units="cm"/>
      <inkml:brushProperty name="color" value="#FFFFFF"/>
    </inkml:brush>
  </inkml:definitions>
  <inkml:trace contextRef="#ctx0" brushRef="#br0">481 1 2172 0 0,'0'0'1512'0'0,"0"0"-219"0"0,0 0-103 0 0,0 0-54 0 0,1 1-134 0 0,-42 47 1197 0 0,2-19-1547 0 0,-2-2 1 0 0,0-2 0 0 0,-2-2 0 0 0,-1-1-1 0 0,0-3 1 0 0,-25 7-653 0 0,-11-1 653 0 0,40-28-3366 0 0,71-19-133 0 0,-27 22 2906 0 0,-1 1-1 0 0,0-1 1 0 0,1 1 0 0 0,-1 0-1 0 0,0-1 1 0 0,0 1-1 0 0,0 1 1 0 0,1-1-1 0 0,-1 0 1 0 0,0 1 0 0 0,-1 0-1 0 0,1-1 1 0 0,0 1-1 0 0,0 0 1 0 0,-1 0-1 0 0,1 1 1 0 0,-1-1 0 0 0,0 1-1 0 0,1-1 1 0 0,-1 1-1 0 0,0 0 1 0 0,-1-1-1 0 0,1 1 1 0 0,0 0 0 0 0,-1 0-1 0 0,0 1 1 0 0,0-1-1 0 0,0 0 1 0 0,0 0-1 0 0,0 0 1 0 0,0 1 0 0 0,-1-1-1 0 0,0 0 1 0 0,0 1-60 0 0,4 24 505 0 0,-3 134 1285 0 0,-16-91-1442 0 0,-21 19-602 0 0,21-72-719 0 0,5-9-1272 0 0,6-2-4658 0 0,4-6 5503 0 0</inkml:trace>
  <inkml:trace contextRef="#ctx0" brushRef="#br0" timeOffset="324.116">193 332 2284 0 0,'22'-11'6953'0'0,"22"7"-2876"0"0,-26 2-3367 0 0,167-25 3154 0 0,-77-9-4288 0 0,-106 36-208 0 0,-2 0-195 0 0,0 1 640 0 0,0-1 0 0 0,-1 0 0 0 0,1 0 1 0 0,0 0-1 0 0,0 0 0 0 0,0 0 0 0 0,0 1 0 0 0,0-1 0 0 0,0 0 0 0 0,0 0 0 0 0,0 0 0 0 0,0 1 0 0 0,0-1 0 0 0,0 0 0 0 0,-1 0 0 0 0,1 0 0 0 0,0 0 0 0 0,0 1 0 0 0,0-1 0 0 0,0 0 0 0 0,0 0 0 0 0,1 0 0 0 0,-1 1 0 0 0,0-1 0 0 0,0 0 0 0 0,0 0 0 0 0,0 0 0 0 0,0 0 0 0 0,0 1 0 0 0,0-1 0 0 0,0 0 0 0 0,0 0 0 0 0,0 0 0 0 0,0 0 0 0 0,1 1 0 0 0,-1-1 0 0 0,0 0 187 0 0,-11 1-6434 0 0,6-3 5017 0 0</inkml:trace>
  <inkml:trace contextRef="#ctx0" brushRef="#br0" timeOffset="591.06">510 217 1932 0 0,'-6'-1'3694'0'0,"-5"8"196"0"0,-94 141-1452 0 0,97-140-2474 0 0,-55 58-1481 0 0,-11-19-3463 0 0,66-46 2364 0 0,8-1 1263 0 0</inkml:trace>
  <inkml:trace contextRef="#ctx0" brushRef="#br0" timeOffset="886.883">214 517 860 0 0,'19'83'6894'0'0,"-13"-28"-2708"0"0,-6-53-4162 0 0,3 4-153 0 0,-3-7 122 0 0,0 1 0 0 0,0 0-1 0 0,0 0 1 0 0,0 0 0 0 0,1 0 0 0 0,-1 0-1 0 0,0 0 1 0 0,0 0 0 0 0,0 0-1 0 0,1-1 1 0 0,-1 1 0 0 0,0 0-1 0 0,0 0 1 0 0,0 0 0 0 0,1 0-1 0 0,-1 0 1 0 0,0 0 0 0 0,0 0-1 0 0,1 0 1 0 0,-1 0 0 0 0,0 0 0 0 0,0 0-1 0 0,0 0 1 0 0,1 1 0 0 0,-1-1-1 0 0,0 0 1 0 0,0 0 0 0 0,0 0-1 0 0,1 0 1 0 0,-1 0 0 0 0,0 0-1 0 0,0 0 1 0 0,0 1 0 0 0,0-1-1 0 0,1 0 1 0 0,-1 0 0 0 0,0 0 0 0 0,0 0-1 0 0,0 1 1 0 0,0-1 0 0 0,0 0-1 0 0,0 0 1 0 0,1 0 0 0 0,-1 1-1 0 0,0-1 1 0 0,0 0 0 0 0,0 0 7 0 0,45-120-96 0 0,-40 113 301 0 0,0 1-1 0 0,0 0 0 0 0,1 0 0 0 0,0 0 0 0 0,0 1 1 0 0,0 0-1 0 0,0 0 0 0 0,1 0 0 0 0,0 1 1 0 0,0 0-1 0 0,0 1 0 0 0,0-1 0 0 0,1 1 1 0 0,-1 1-1 0 0,1-1 0 0 0,0 1 0 0 0,0 1 0 0 0,-1-1 1 0 0,1 1-1 0 0,0 1 0 0 0,0 0 0 0 0,1 0 1 0 0,-1 0-1 0 0,0 1 0 0 0,0 0 0 0 0,3 1-204 0 0,-2-2 119 0 0,-2 0 10 0 0,-1 1-1 0 0,0-1 1 0 0,0 1 0 0 0,0 0-1 0 0,0 0 1 0 0,0 1 0 0 0,0-1-1 0 0,-1 1 1 0 0,1 1 0 0 0,0-1-1 0 0,-1 1 1 0 0,0 0 0 0 0,1 0-1 0 0,-1 1 1 0 0,4 3-129 0 0,-8-5-62 0 0,0 0-1 0 0,1-1 1 0 0,-1 1 0 0 0,-1 0-1 0 0,1-1 1 0 0,0 1-1 0 0,0 0 1 0 0,-1 0 0 0 0,1 0-1 0 0,-1 0 1 0 0,1 0-1 0 0,-1 0 1 0 0,0 0 0 0 0,0 0-1 0 0,0-1 1 0 0,0 1 0 0 0,0 0-1 0 0,0 0 1 0 0,0 0-1 0 0,-1 0 1 0 0,1 0 0 0 0,-1 0-1 0 0,1 0 1 0 0,-1 0-1 0 0,0 0 1 0 0,0-1 0 0 0,0 1-1 0 0,0 0 1 0 0,0-1 0 0 0,0 1-1 0 0,0-1 1 0 0,-1 1-1 0 0,1-1 1 0 0,-1 1 62 0 0,-51 48-5732 0 0,0-38-2142 0 0,51-12 6510 0 0</inkml:trace>
  <inkml:trace contextRef="#ctx0" brushRef="#br0" timeOffset="1056.767">399 582 2080 0 0,'-11'5'6304'0'0,"-3"21"-4233"0"0,10-17-1367 0 0,-19 17-1721 0 0,5-24-5374 0 0,18-4 5423 0 0,2 0 409 0 0</inkml:trace>
  <inkml:trace contextRef="#ctx0" brushRef="#br0" timeOffset="1244.187">334 644 2812 0 0,'5'0'350'0'0,"1"1"0"0"0,-1 1-1 0 0,0-1 1 0 0,0 1 0 0 0,0 0-1 0 0,-1 0 1 0 0,1 0 0 0 0,0 1 0 0 0,-1-1-1 0 0,1 1 1 0 0,-1 0 0 0 0,0 1-1 0 0,0-1 1 0 0,0 1 0 0 0,0 0 0 0 0,1 2-350 0 0,-1-3 327 0 0,121 93 4520 0 0,-92-88-4371 0 0,8-21-5894 0 0,-32 2 430 0 0,-8 7 3344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26.985"/>
    </inkml:context>
    <inkml:brush xml:id="br0">
      <inkml:brushProperty name="width" value="0.05" units="cm"/>
      <inkml:brushProperty name="height" value="0.05" units="cm"/>
      <inkml:brushProperty name="color" value="#FFFFFF"/>
    </inkml:brush>
  </inkml:definitions>
  <inkml:trace contextRef="#ctx0" brushRef="#br0">0 114 2088 0 0,'0'0'1219'0'0,"0"-4"-110"0"0,0-3-1427 0 0,0-11 8772 0 0,0 12-7370 0 0,0 2-484 0 0,0 4-86 0 0,0 0 30 0 0,0 0-16 0 0,0 0 28 0 0,0 0-41 0 0,2-2-46 0 0,-1 1-432 0 0,0 0 0 0 0,0 1 1 0 0,0-1-1 0 0,0 0 0 0 0,0 1 1 0 0,0-1-1 0 0,0 1 0 0 0,0 0 1 0 0,0-1-1 0 0,0 1 0 0 0,0 0 1 0 0,0-1-1 0 0,1 1 1 0 0,-1 0-1 0 0,0 0 0 0 0,0 0 1 0 0,0 0-1 0 0,0 0 0 0 0,0 1 1 0 0,1-1-1 0 0,-1 0 0 0 0,0 0 1 0 0,0 1-1 0 0,0-1 0 0 0,0 1 1 0 0,0-1-1 0 0,0 1 0 0 0,0-1 1 0 0,0 1-1 0 0,0-1 1 0 0,0 1-1 0 0,0 0 0 0 0,-1 0 1 0 0,1-1-1 0 0,0 1 0 0 0,0 0 1 0 0,-1 0-1 0 0,1 0 0 0 0,0 0 1 0 0,-1 0-1 0 0,1 0 0 0 0,-1 0 1 0 0,1 0-1 0 0,-1 0 0 0 0,1 1-37 0 0,28 36 642 0 0,-2 2 0 0 0,-1 1 0 0 0,-3 1-1 0 0,11 27-641 0 0,14 22 405 0 0,17 26-24 0 0,-58-103-241 0 0,-1-5-3686 0 0,-6-24-1318 0 0,-9-43-3269 0 0,1-2 4509 0 0,5 39 2204 0 0</inkml:trace>
  <inkml:trace contextRef="#ctx0" brushRef="#br0" timeOffset="268.068">284 137 1520 0 0,'-4'-39'8317'0'0,"-14"61"-5040"0"0,-85 149-915 0 0,62-96-2065 0 0,-41 73-1829 0 0,79-143 1150 0 0,-2 1-778 0 0,4-1-8204 0 0,1 5 8005 0 0</inkml:trace>
  <inkml:trace contextRef="#ctx0" brushRef="#br0" timeOffset="865.363">457 20 1484 0 0,'22'-3'8983'0'0,"20"6"-4732"0"0,-12-1-2945 0 0,86-2-76 0 0,-79-21-2747 0 0,-44 24-3642 0 0,-63 51 3126 0 0,68-52 2138 0 0,1-1 1 0 0,-1 1 0 0 0,0 0 0 0 0,1 0-1 0 0,-1 0 1 0 0,1 0 0 0 0,-1 0-1 0 0,1 0 1 0 0,0 0 0 0 0,0 1-1 0 0,0-1 1 0 0,0 0 0 0 0,1 1-1 0 0,-1-1 1 0 0,0 1 0 0 0,1-1 0 0 0,0 1-1 0 0,-1-1 1 0 0,1 0 0 0 0,0 1-1 0 0,1 1-105 0 0,-5 146 1620 0 0,-16-38-1500 0 0,-5-25-2059 0 0,-1-34-4360 0 0,22-49 5025 0 0,-1-1 26 0 0</inkml:trace>
  <inkml:trace contextRef="#ctx0" brushRef="#br0" timeOffset="1103.357">480 521 2128 0 0,'-23'-5'8603'0'0,"38"5"-3055"0"0,54 4-1431 0 0,1-5-3437 0 0,-11 0-3026 0 0,-29-15-1647 0 0,0 3-6844 0 0,-25 10 9209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40.794"/>
    </inkml:context>
    <inkml:brush xml:id="br0">
      <inkml:brushProperty name="width" value="0.05" units="cm"/>
      <inkml:brushProperty name="height" value="0.05" units="cm"/>
      <inkml:brushProperty name="color" value="#FFFFFF"/>
    </inkml:brush>
  </inkml:definitions>
  <inkml:trace contextRef="#ctx0" brushRef="#br0">56 85 2340 0 0,'-2'17'6104'0'0,"-3"7"-3957"0"0,-6 43-1109 0 0,-8 282 3256 0 0,1-239-6123 0 0,19-125-5916 0 0,0-17 5092 0 0,-1 26 2104 0 0,1-12-950 0 0</inkml:trace>
  <inkml:trace contextRef="#ctx0" brushRef="#br0" timeOffset="330.032">66 82 1520 0 0,'-1'-2'313'0'0,"1"1"1"0"0,-1-1-1 0 0,1 1 0 0 0,0-1 1 0 0,-1 1-1 0 0,1-1 0 0 0,0 1 1 0 0,0-1-1 0 0,0 1 0 0 0,0-1 0 0 0,0 1 1 0 0,1-1-1 0 0,-1 1 0 0 0,0-1 1 0 0,1 1-1 0 0,-1-1 0 0 0,1 1 1 0 0,-1-1-1 0 0,1 1 0 0 0,0 0 1 0 0,-1-1-1 0 0,1 1 0 0 0,0 0 0 0 0,0 0 1 0 0,0 0-1 0 0,0 0 0 0 0,0 0 1 0 0,1 0-1 0 0,-1 0 0 0 0,0 0 1 0 0,1-1-314 0 0,32-3 2557 0 0,68 34-126 0 0,-81-21-1988 0 0,-17-8-363 0 0,-1 0 1 0 0,1 1-1 0 0,-1-1 0 0 0,1 1 0 0 0,-1 0 0 0 0,1 0 1 0 0,-1 0-1 0 0,0 0 0 0 0,1 1 0 0 0,-1-1 0 0 0,0 1 1 0 0,0 0-1 0 0,0 0 0 0 0,0 0 0 0 0,0 0 1 0 0,-1 0-1 0 0,1 1 0 0 0,-1-1 0 0 0,1 1 0 0 0,-1 0 1 0 0,0-1-1 0 0,0 1 0 0 0,0 0 0 0 0,0 1 0 0 0,-1-1 1 0 0,1 0-1 0 0,-1 0 0 0 0,0 1 0 0 0,0-1 1 0 0,0 1-1 0 0,0-1 0 0 0,0 1 0 0 0,-1-1 0 0 0,0 1 1 0 0,0-1-1 0 0,0 2-80 0 0,-6 6 25 0 0,0 1 0 0 0,-1-1 0 0 0,0-1 0 0 0,-1 0 1 0 0,0 0-1 0 0,0 0 0 0 0,-1-1 0 0 0,-1 0 0 0 0,1-1 0 0 0,-1 0 1 0 0,-1 0-1 0 0,0-1 0 0 0,0-1 0 0 0,0 0 0 0 0,-1 0 0 0 0,-11 3-25 0 0,-9-1-935 0 0,2-6-4275 0 0,16-16 1813 0 0,19-5-3210 0 0,0 15 5110 0 0</inkml:trace>
  <inkml:trace contextRef="#ctx0" brushRef="#br0" timeOffset="765.088">476 135 896 0 0,'15'4'9217'0'0,"-11"36"-6950"0"0,-4-31-1857 0 0,-2 140 2894 0 0,-27-19-2006 0 0,-7 8 548 0 0,37-136-1806 0 0,0 0 1 0 0,0 0-1 0 0,0 0 0 0 0,0-1 0 0 0,0 1 0 0 0,1 0 0 0 0,-1 0 0 0 0,0-1 0 0 0,1 1 0 0 0,-1-1 0 0 0,1 0 0 0 0,-1 1 0 0 0,1-1 0 0 0,0 0 0 0 0,0 0 0 0 0,-1 0 0 0 0,1 0 0 0 0,0 0 0 0 0,0 0 0 0 0,0-1 0 0 0,0 1 0 0 0,0-1 1 0 0,0 1-1 0 0,0-1 0 0 0,0 0 0 0 0,1 0 0 0 0,-1 1 0 0 0,0-2 0 0 0,0 1 0 0 0,0 0 0 0 0,0 0 0 0 0,0-1 0 0 0,0 1 0 0 0,0-1 0 0 0,0 1 0 0 0,0-1 0 0 0,0 0 0 0 0,0 0 0 0 0,0 0-40 0 0,13 0 195 0 0,117-16 422 0 0,-52 5-749 0 0,-46 4-3718 0 0,-24 6 1536 0 0,31-27-9387 0 0,-35 22 10346 0 0</inkml:trace>
  <inkml:trace contextRef="#ctx0" brushRef="#br0" timeOffset="1081.129">943 94 2452 0 0,'3'-6'6141'0'0,"5"19"-3267"0"0,4 20-1349 0 0,40 120 2658 0 0,-25-130-4772 0 0,-27-23 22 0 0,0 0-162 0 0,2 0-112 0 0,52-45-5618 0 0,-11-7 1491 0 0,-29 32 3414 0 0</inkml:trace>
  <inkml:trace contextRef="#ctx0" brushRef="#br0" timeOffset="1464.497">1302 1 2584 0 0,'-5'7'10274'0'0,"-2"8"-7202"0"0,-10 17-2190 0 0,5-17-496 0 0,0 0 1 0 0,-1-1 0 0 0,-1-1 0 0 0,0 0 0 0 0,-1 0 0 0 0,0-2-1 0 0,-1 0 1 0 0,0-1 0 0 0,-1 0 0 0 0,-17 7-387 0 0,-26 20-2904 0 0,88-6 2764 0 0,-16-5 304 0 0,-1 0 0 0 0,-1 1 0 0 0,-1 0 0 0 0,-1 0 1 0 0,-2 1-1 0 0,-1 0 0 0 0,-1 0 0 0 0,-1 1 0 0 0,-2-1 1 0 0,0 1-1 0 0,-3 11-164 0 0,2 14-5621 0 0,-13-32 1714 0 0,-6-10-3263 0 0,15-13 6006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37.257"/>
    </inkml:context>
    <inkml:brush xml:id="br0">
      <inkml:brushProperty name="width" value="0.05" units="cm"/>
      <inkml:brushProperty name="height" value="0.05" units="cm"/>
      <inkml:brushProperty name="color" value="#FFFFFF"/>
    </inkml:brush>
  </inkml:definitions>
  <inkml:trace contextRef="#ctx0" brushRef="#br0">191 57 2136 0 0,'0'-3'1130'0'0,"0"-12"-78"0"0,0 12-74 0 0,0 3-99 0 0,0 0 40 0 0,0 0-13 0 0,0 0-16 0 0,0 0 14 0 0,0 0-72 0 0,0 0-54 0 0,0 0-59 0 0,0 0-76 0 0,2 1-52 0 0,-1 3-483 0 0,0 1 0 0 0,-1 0 1 0 0,1-1-1 0 0,-1 1 0 0 0,0 0 0 0 0,0-1 0 0 0,-1 1 0 0 0,1 0 0 0 0,-1-1 0 0 0,0 1 1 0 0,0-1-1 0 0,-1 1 0 0 0,1-1 0 0 0,-1 1 0 0 0,0-1 0 0 0,0 0 0 0 0,-3 3-108 0 0,1 5 225 0 0,-130 338 2537 0 0,98-253-5073 0 0,33-115-2663 0 0,42-130-3636 0 0,-27 121 7307 0 0</inkml:trace>
  <inkml:trace contextRef="#ctx0" brushRef="#br0" timeOffset="563.691">166 162 1008 0 0,'47'-111'7601'0'0,"-22"136"-3845"0"0,-9 3-3297 0 0,-2 2 0 0 0,0 0 0 0 0,-2 0 0 0 0,-2 2 0 0 0,0-1 0 0 0,0 13-459 0 0,-9-40 27 0 0,38 109 1441 0 0,-24-48-530 0 0,-2-77 120 0 0,98-313-638 0 0,-69 225-390 0 0,-40 97-42 0 0,-2 4 22 0 0,0 0-1 0 0,0-1 0 0 0,0 1 0 0 0,0-1 0 0 0,1 1 0 0 0,-1 0 1 0 0,0-1-1 0 0,0 1 0 0 0,1-1 0 0 0,-1 1 0 0 0,0-1 0 0 0,1 1 1 0 0,-1 0-1 0 0,1-1 0 0 0,-1 0 0 0 0,0 1 0 0 0,1-1 0 0 0,-1 1 0 0 0,1-1 1 0 0,0 0-1 0 0,-1 1 0 0 0,1-1 0 0 0,-1 0 0 0 0,1 1 0 0 0,-1-1 1 0 0,1 0-1 0 0,0 0 0 0 0,-1 0 0 0 0,1 1 0 0 0,0-1 0 0 0,-1 0 1 0 0,1 0-1 0 0,0 0 0 0 0,-1 0 0 0 0,1 0 0 0 0,-1 0 0 0 0,1 0 1 0 0,0-1-1 0 0,-1 1 0 0 0,1 0 0 0 0,0 0 0 0 0,-1 0 0 0 0,1-1 0 0 0,-1 1 1 0 0,1 0-1 0 0,-1-1 0 0 0,1 1 0 0 0,0 0 0 0 0,-1-1 0 0 0,1 1 1 0 0,-1-1-1 0 0,0 1 0 0 0,1-1 0 0 0,-1 1 0 0 0,1-1 0 0 0,-1 1 1 0 0,0-1-1 0 0,1 1 0 0 0,-1-1 0 0 0,0 1 0 0 0,0-1 0 0 0,1 0 1 0 0,-1 1-1 0 0,0-1 0 0 0,0 1 0 0 0,0-1 0 0 0,0 0 0 0 0,0 1 0 0 0,0-1-9 0 0,57 241 885 0 0,-31-82-591 0 0,17 24-156 0 0,-43-183-221 0 0,0 1-1 0 0,-1 0 0 0 0,1-1 1 0 0,0 1-1 0 0,0 0 1 0 0,0-1-1 0 0,0 1 0 0 0,0 0 1 0 0,0-1-1 0 0,0 1 0 0 0,0-1 1 0 0,0 1-1 0 0,0 0 1 0 0,0-1-1 0 0,0 1 0 0 0,0 0 1 0 0,1-1-1 0 0,-1 1 0 0 0,0 0 1 0 0,0-1-1 0 0,0 1 1 0 0,0 0-1 0 0,0-1 0 0 0,1 1 1 0 0,-1 0-1 0 0,0 0 1 0 0,0-1-1 0 0,1 1 0 0 0,-1 0 1 0 0,0 0-1 0 0,0-1 0 0 0,1 1 1 0 0,-1 0-1 0 0,0 0 1 0 0,1 0-1 0 0,-1 0 0 0 0,0-1 1 0 0,1 1-1 0 0,-1 0 0 0 0,0 0 1 0 0,1 0-1 0 0,-1 0 1 0 0,0 0-1 0 0,1 0 0 0 0,-1 0 1 0 0,1 0-1 0 0,-1 0 0 0 0,0 0 1 0 0,1 0-1 0 0,-1 0 1 0 0,0 0-1 0 0,1 0 0 0 0,-1 0 1 0 0,0 0-1 0 0,1 1 1 0 0,-1-1-1 0 0,0 0 0 0 0,1 0 1 0 0,-1 0-1 0 0,0 1 0 0 0,0-1 1 0 0,1 0 83 0 0,5-37-7164 0 0,-3 11 814 0 0,-1 19 4939 0 0</inkml:trace>
  <inkml:trace contextRef="#ctx0" brushRef="#br0" timeOffset="1125.493">854 90 988 0 0,'-2'2'5640'0'0,"-1"10"-3995"0"0,-8 120 3130 0 0,25 14-3500 0 0,-4-101-975 0 0,22 42 782 0 0,-30-82-1014 0 0,1-1 0 0 0,0 0 1 0 0,1 0-1 0 0,-1 0 0 0 0,1-1 1 0 0,0 1-1 0 0,-1-1 0 0 0,2 0 1 0 0,-1 0-1 0 0,0 0 0 0 0,0-1 1 0 0,1 1-1 0 0,0-1 0 0 0,-1 0 1 0 0,1 0-1 0 0,0-1 0 0 0,0 0 1 0 0,0 1-1 0 0,2-1-68 0 0,2-2 65 0 0,1 1 0 0 0,-1-1 0 0 0,0-1 0 0 0,1 0 0 0 0,-1 0-1 0 0,0-1 1 0 0,0 0 0 0 0,0 0 0 0 0,0-1 0 0 0,-1 0 0 0 0,0-1 0 0 0,1 0 0 0 0,-2 0 0 0 0,1-1 0 0 0,-1 0 0 0 0,1 0 0 0 0,-2 0 0 0 0,2-2-65 0 0,10-10 81 0 0,0 0-1 0 0,-2-2 1 0 0,0 0 0 0 0,-1 0 0 0 0,-1-1 0 0 0,-1-1 0 0 0,1-3-81 0 0,-9 14 36 0 0,0-1 1 0 0,0 1 0 0 0,-2-1-1 0 0,1 0 1 0 0,-1-1 0 0 0,-1 1-1 0 0,0 0 1 0 0,-1-1 0 0 0,0 1-1 0 0,-1-12-36 0 0,-32-51-828 0 0,-7 47-2130 0 0,9 10-7004 0 0,30 17 8568 0 0,0 1 1 0 0,0 0-16 0 0</inkml:trace>
  <inkml:trace contextRef="#ctx0" brushRef="#br0" timeOffset="1627.569">1399 73 1292 0 0,'11'6'8133'0'0,"1"28"-6145"0"0,-12-33-1888 0 0,5 120 4324 0 0,-29-16-3317 0 0,-13 49 1568 0 0,37-152-2600 0 0,0 0 0 0 0,-1 1 1 0 0,2-1-1 0 0,-1 1 0 0 0,0-1 0 0 0,0 0 0 0 0,1 1 0 0 0,-1-1 1 0 0,1 0-1 0 0,0 1 0 0 0,0-1 0 0 0,0 0 0 0 0,0 0 1 0 0,0 0-1 0 0,0 0 0 0 0,1 0 0 0 0,-1 0 0 0 0,1 0 0 0 0,-1 0 1 0 0,1-1-1 0 0,0 1 0 0 0,-1 0 0 0 0,1-1 0 0 0,0 1 0 0 0,0-1 1 0 0,0 0-1 0 0,0 0 0 0 0,1 0 0 0 0,-1 0 0 0 0,0 0 0 0 0,0 0 1 0 0,1-1-1 0 0,-1 1 0 0 0,0-1 0 0 0,1 1 0 0 0,-1-1 0 0 0,1 0 1 0 0,-1 0-1 0 0,0 0 0 0 0,1 0-75 0 0,-2 0 41 0 0,160 32 972 0 0,-160-32-1143 0 0,14-1-1707 0 0,10-2-7652 0 0,-20-5 8493 0 0,-1 0 0 0 0,0-1 0 0 0,-1 0 0 0 0,0 0-1 0 0,-1 0 1 0 0,1 0 0 0 0,-2 0 0 0 0,1 0-1 0 0,-1-1 1 0 0,0-6 996 0 0,-1 1-1274 0 0</inkml:trace>
  <inkml:trace contextRef="#ctx0" brushRef="#br0" timeOffset="2083.581">1749 26 1936 0 0,'-10'-3'11161'0'0,"13"6"-10895"0"0,1 0 1 0 0,-1 0 0 0 0,1-1-1 0 0,0 1 1 0 0,0-1 0 0 0,0 0 0 0 0,0 0-1 0 0,0-1 1 0 0,0 1 0 0 0,0-1 0 0 0,1 0-1 0 0,-1 0 1 0 0,1 0 0 0 0,-1 0 0 0 0,1-1-1 0 0,1 0-266 0 0,17 4 736 0 0,142 8 2381 0 0,-38-52-2128 0 0,-88 27-1263 0 0,-17-1-3548 0 0,-40 27-717 0 0,-29 21-949 0 0,4 2 697 0 0,34-32 3323 0 0</inkml:trace>
  <inkml:trace contextRef="#ctx0" brushRef="#br0" timeOffset="2335.623">2017 119 1132 0 0,'-19'26'6847'0'0,"20"13"-3844"0"0,0-17-2571 0 0,-1 245 1869 0 0,-20-105-4185 0 0,19-150 1034 0 0,-3 22-2356 0 0,3-12-2077 0 0,1-20 3659 0 0</inkml:trace>
  <inkml:trace contextRef="#ctx0" brushRef="#br0" timeOffset="3129.489">2344 65 2104 0 0,'-4'-4'5366'0'0,"-1"-2"-1714"0"0,42 14 1414 0 0,30-8-3199 0 0,-32-1-1273 0 0,59-22 273 0 0,-43 17-3299 0 0,-87 22-1163 0 0,1-1 2974 0 0,18-5 298 0 0,-31 35-719 0 0,12 50 1103 0 0,-4 110-885 0 0,35-194 240 0 0,3-3 290 0 0,0-1 0 0 0,-1 0-1 0 0,0-1 1 0 0,0 1 0 0 0,-1 0 0 0 0,0-1-1 0 0,0 0 1 0 0,0 1 0 0 0,-1-2 0 0 0,0 1-1 0 0,0 0 1 0 0,0-1 0 0 0,-1 0 0 0 0,0-1 0 0 0,-2 2 294 0 0,-2-2 1227 0 0,-16 6 1581 0 0,18 1 2449 0 0,25-4-3886 0 0,34-11 880 0 0,162-26 117 0 0,-196 30-1927 0 0,36 0-5641 0 0,3 0-7740 0 0,-46 0 11654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51.414"/>
    </inkml:context>
    <inkml:brush xml:id="br0">
      <inkml:brushProperty name="width" value="0.05" units="cm"/>
      <inkml:brushProperty name="height" value="0.05" units="cm"/>
      <inkml:brushProperty name="color" value="#FFFFFF"/>
    </inkml:brush>
  </inkml:definitions>
  <inkml:trace contextRef="#ctx0" brushRef="#br0">63 217 2232 0 0,'-18'0'1637'0'0,"14"0"-174"0"0,4 0-246 0 0,0 0-167 0 0,-3 0-108 0 0,-8 0-29 0 0,8 0-62 0 0,3 0-74 0 0,-5-4-9 0 0,-13-15 0 0 0,25 16 5324 0 0,28 11-3968 0 0,89 17-125 0 0,-111-22-1899 0 0,32 8 219 0 0,0-1-1 0 0,1-3 1 0 0,-1-2 0 0 0,7-2-319 0 0,-6 1-2645 0 0,-45-3 1904 0 0,-1-1-82 0 0,0 0-107 0 0,0 0-105 0 0,0 0-17 0 0,1-3-73 0 0,2-7-990 0 0,-5-10-7790 0 0,0 16 8284 0 0</inkml:trace>
  <inkml:trace contextRef="#ctx0" brushRef="#br0" timeOffset="474.779">462 75 1496 0 0,'18'-74'13604'0'0,"-17"74"-7991"0"0,0 70-5003 0 0,-2 105-58 0 0,2 179-2787 0 0,-8-342-684 0 0,2-25-5359 0 0,8-5 3434 0 0,-1 10 3313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53.526"/>
    </inkml:context>
    <inkml:brush xml:id="br0">
      <inkml:brushProperty name="width" value="0.05" units="cm"/>
      <inkml:brushProperty name="height" value="0.05" units="cm"/>
      <inkml:brushProperty name="color" value="#FFFFFF"/>
    </inkml:brush>
  </inkml:definitions>
  <inkml:trace contextRef="#ctx0" brushRef="#br0">19 70 928 0 0,'-5'0'-3230'0'0,"1"-1"5048"0"0,-5-1 16727 0 0,14 1-16419 0 0,17 19-1492 0 0,94 109 901 0 0,132 169-135 0 0,-192-238-2069 0 0,-56-83-5052 0 0,-44-62-7843 0 0,36 71 12321 0 0,2 0-48 0 0</inkml:trace>
  <inkml:trace contextRef="#ctx0" brushRef="#br0" timeOffset="363.402">453 3 2224 0 0,'2'-2'9517'0'0,"-6"16"-6608"0"0,-129 111 498 0 0,51-48-5084 0 0,67-67-838 0 0,12-9-8298 0 0,7-5 9245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56.079"/>
    </inkml:context>
    <inkml:brush xml:id="br0">
      <inkml:brushProperty name="width" value="0.05" units="cm"/>
      <inkml:brushProperty name="height" value="0.05" units="cm"/>
      <inkml:brushProperty name="color" value="#FFFFFF"/>
    </inkml:brush>
  </inkml:definitions>
  <inkml:trace contextRef="#ctx0" brushRef="#br0">1 45 956 0 0,'0'-17'1273'0'0,"0"13"-148"0"0,0 4-120 0 0,0 0-32 0 0,0 0-40 0 0,0 0-81 0 0,0 0 30 0 0,0 0-113 0 0,0 0-69 0 0,0-3 30 0 0,0-9-12 0 0,0 8-117 0 0,0 4-101 0 0,0 0-13 0 0,0 0-38 0 0,0 0-5 0 0,0 0 127 0 0,0 0-13 0 0,0 0-61 0 0,0 0-21 0 0,2-1 32 0 0,0 0-462 0 0,-1 1-1 0 0,0-1 0 0 0,0 1 0 0 0,1 0 0 0 0,-1-1 0 0 0,0 1 1 0 0,1 0-1 0 0,-1 0 0 0 0,1 0 0 0 0,-1 0 0 0 0,0 0 0 0 0,1 0 0 0 0,-1 0 1 0 0,0 1-1 0 0,1-1 0 0 0,-1 0 0 0 0,0 1 0 0 0,0-1 0 0 0,1 1 1 0 0,-1 0-1 0 0,0-1 0 0 0,0 1 0 0 0,0 0 0 0 0,0 0 0 0 0,0-1 1 0 0,0 1-1 0 0,0 0 0 0 0,0 0 0 0 0,0 0 0 0 0,0 0 0 0 0,0 0 0 0 0,0 1-45 0 0,1 0 19 0 0,76 64 1264 0 0,22 15-289 0 0,-30-22-434 0 0,-51-34-202 0 0,-19-25-333 0 0,0 0-69 0 0,0 0 28 0 0,0 0-19 0 0,-15 12 82 0 0,-158 158 209 0 0,94-99-1930 0 0,49-56-2890 0 0,29-15 2995 0 0,1 0-43 0 0,0 0 120 0 0,3-15-4797 0 0,1 11 4750 0 0</inkml:trace>
  <inkml:trace contextRef="#ctx0" brushRef="#br0" timeOffset="546.954">352 248 1240 0 0,'0'0'1559'0'0,"0"0"-111"0"0,0 0-198 0 0,0 0-112 0 0,0 0-77 0 0,0 0-146 0 0,0 0-18 0 0,0 0-62 0 0,0 0-176 0 0,0 0-23 0 0,0-3-120 0 0,1-7 656 0 0,12-9 7217 0 0,-4 11-9293 0 0,36 10 1754 0 0,100 7-415 0 0,-143-9-634 0 0,34 1-1719 0 0,-24-2-1367 0 0,-2 1-3852 0 0,5-12 1098 0 0,-17 9 4777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0:58.735"/>
    </inkml:context>
    <inkml:brush xml:id="br0">
      <inkml:brushProperty name="width" value="0.05" units="cm"/>
      <inkml:brushProperty name="height" value="0.05" units="cm"/>
      <inkml:brushProperty name="color" value="#FFFFFF"/>
    </inkml:brush>
  </inkml:definitions>
  <inkml:trace contextRef="#ctx0" brushRef="#br0">189 57 3184 0 0,'3'-4'1128'0'0,"8"-9"-118"0"0,-8 9-52 0 0,27-20 706 0 0,8 13 4546 0 0,-49 35-3934 0 0,-93 98-1000 0 0,-27-1-698 0 0,103-88-454 0 0,61-14 324 0 0,57 54 463 0 0,25 45-25 0 0,-40-37-422 0 0,-25-32-1948 0 0,-61-58-8339 0 0,-14-13 2321 0 0,22 18 6202 0 0</inkml:trace>
  <inkml:trace contextRef="#ctx0" brushRef="#br0" timeOffset="2106.055">522 295 1780 0 0,'0'0'1155'0'0,"0"0"-174"0"0,0 0-68 0 0,0 0-12 0 0,0 0-96 0 0,0 0-61 0 0,0 0-18 0 0,0 0-69 0 0,0 0-3 0 0,0-4-16 0 0,0-2-469 0 0,7-15 7609 0 0,8 19-7927 0 0,429 2 5173 0 0,-443 0-5073 0 0,17 7-2066 0 0,-17-3-2621 0 0,-38 0-7664 0 0,33-3 11485 0 0,-1 1-366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04.278"/>
    </inkml:context>
    <inkml:brush xml:id="br0">
      <inkml:brushProperty name="width" value="0.05" units="cm"/>
      <inkml:brushProperty name="height" value="0.05" units="cm"/>
      <inkml:brushProperty name="color" value="#FFFFFF"/>
    </inkml:brush>
  </inkml:definitions>
  <inkml:trace contextRef="#ctx0" brushRef="#br0">95 21 1316 0 0,'0'-1'47'0'0,"0"0"-1"0"0,1 1 0 0 0,-1-1 1 0 0,0 0-1 0 0,0 1 0 0 0,0-1 1 0 0,0 1-1 0 0,0-1 1 0 0,0 0-1 0 0,0 1 0 0 0,0-1 1 0 0,0 0-1 0 0,-1 1 0 0 0,1-1 1 0 0,0 1-1 0 0,0-1 1 0 0,0 0-1 0 0,-1 1 0 0 0,1-1 1 0 0,0 1-1 0 0,-1-1 1 0 0,1 1-1 0 0,0-1 0 0 0,-1 1 1 0 0,1-1-1 0 0,-1 1 0 0 0,1-1 1 0 0,-1 1-1 0 0,1 0 1 0 0,-1-1-1 0 0,1 1 0 0 0,-1 0 1 0 0,1-1-1 0 0,-1 1 0 0 0,0 0 1 0 0,1 0-1 0 0,-1-1 1 0 0,1 1-1 0 0,-1 0 0 0 0,0 0 1 0 0,1 0-1 0 0,-1 0 1 0 0,0 0-1 0 0,1 0 0 0 0,-1 0 1 0 0,0 0-47 0 0,-2 0 914 0 0,3 0-90 0 0,0 0-117 0 0,0 0-21 0 0,0 0 16 0 0,0 0-60 0 0,0 0-78 0 0,0 0-18 0 0,0 0-44 0 0,0 0-107 0 0,0 0-29 0 0,0 0 46 0 0,0 0-24 0 0,0 0 57 0 0,0 0-5 0 0,0 0-108 0 0,-13 20 376 0 0,9 97 724 0 0,-8 56-757 0 0,-10 2-216 0 0,0 1-303 0 0,20-152-2270 0 0,2-30-3721 0 0,0 4 5508 0 0,2-17-4277 0 0,0 11 3111 0 0</inkml:trace>
  <inkml:trace contextRef="#ctx0" brushRef="#br0" timeOffset="449.757">80 359 1360 0 0,'11'-20'13126'0'0,"40"23"-8505"0"0,4 1-4016 0 0,60-4 16 0 0,-64 0-8602 0 0,-37 10 4881 0 0,-14-5-614 0 0,-5-5 686 0 0,3 1 1714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07.296"/>
    </inkml:context>
    <inkml:brush xml:id="br0">
      <inkml:brushProperty name="width" value="0.05" units="cm"/>
      <inkml:brushProperty name="height" value="0.05" units="cm"/>
      <inkml:brushProperty name="color" value="#FFFFFF"/>
    </inkml:brush>
  </inkml:definitions>
  <inkml:trace contextRef="#ctx0" brushRef="#br0">10 50 1428 0 0,'0'0'1086'0'0,"0"0"-76"0"0,0 0-94 0 0,0 0-96 0 0,0 0-83 0 0,0 0-23 0 0,0 0 12 0 0,0 0-45 0 0,0 0-91 0 0,0 0-50 0 0,0 0-2 0 0,0 0-44 0 0,0 0-72 0 0,0 0-4 0 0,0 0-4 0 0,0 0 49 0 0,0 0 26 0 0,0 0-6 0 0,0 0 4 0 0,-1 2-41 0 0,2 81 1019 0 0,5 92-78 0 0,11-38-549 0 0,-24-82-2603 0 0,-7-84-3917 0 0,5-38-969 0 0,6 49 5057 0 0</inkml:trace>
  <inkml:trace contextRef="#ctx0" brushRef="#br0" timeOffset="388.756">0 60 1988 0 0,'0'-34'8726'0'0,"3"32"-8377"0"0,-1-1 1 0 0,0 1 0 0 0,1 0 0 0 0,-1 0 0 0 0,1 0 0 0 0,0 0-1 0 0,0 1 1 0 0,0-1 0 0 0,0 1 0 0 0,0-1 0 0 0,0 1 0 0 0,0 0-1 0 0,0 0 1 0 0,0 1 0 0 0,1-1 0 0 0,-1 1 0 0 0,0-1 0 0 0,1 1-1 0 0,-1 0 1 0 0,0 0 0 0 0,0 1 0 0 0,1-1 0 0 0,-1 1 0 0 0,0-1 0 0 0,0 1-1 0 0,4 1-349 0 0,10-1 285 0 0,43 16 602 0 0,57 7 645 0 0,-46-21-2068 0 0,-52 9-696 0 0,-18-12 263 0 0,-1 0-154 0 0,0 0 57 0 0,0 0-150 0 0,3-10-5138 0 0,-3 6-303 0 0,0 4 5345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08.835"/>
    </inkml:context>
    <inkml:brush xml:id="br0">
      <inkml:brushProperty name="width" value="0.05" units="cm"/>
      <inkml:brushProperty name="height" value="0.05" units="cm"/>
      <inkml:brushProperty name="color" value="#FFFFFF"/>
    </inkml:brush>
  </inkml:definitions>
  <inkml:trace contextRef="#ctx0" brushRef="#br0">37 110 1164 0 0,'0'-18'1388'0'0,"0"15"-112"0"0,0 3-152 0 0,0 0-103 0 0,0-4-84 0 0,0-13 760 0 0,-5 13-826 0 0,-26-21 599 0 0,36 26 4316 0 0,24 24-4278 0 0,126 159 2087 0 0,36 62-1714 0 0,-141-185-1751 0 0,-50-62-315 0 0,1 1 1 0 0,-1 0-1 0 0,0 0 1 0 0,0-1-1 0 0,0 1 1 0 0,0 0 0 0 0,0 0-1 0 0,0-1 1 0 0,1 1-1 0 0,-1 0 1 0 0,0 0 0 0 0,0 0-1 0 0,0-1 1 0 0,1 1-1 0 0,-1 0 1 0 0,0 0 0 0 0,0 0-1 0 0,1 0 1 0 0,-1 0-1 0 0,0-1 1 0 0,0 1 0 0 0,1 0-1 0 0,-1 0 1 0 0,0 0-1 0 0,0 0 1 0 0,1 0-1 0 0,-1 0 1 0 0,0 0 0 0 0,1 0-1 0 0,-1 0 1 0 0,0 0-1 0 0,0 0 1 0 0,1 0 0 0 0,-1 0 184 0 0,-25-47-13870 0 0,23 37 12190 0 0</inkml:trace>
  <inkml:trace contextRef="#ctx0" brushRef="#br0" timeOffset="331.142">439 2 2080 0 0,'1'-2'7404'0'0,"-5"9"-5226"0"0,-54 95 2743 0 0,39-74-4244 0 0,-224 286 1086 0 0,241-311-2108 0 0,-34 35-697 0 0,8-26-6700 0 0,27-12 5899 0 0,1 0 109 0 0,1-10-1355 0 0,0 6 1609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11.376"/>
    </inkml:context>
    <inkml:brush xml:id="br0">
      <inkml:brushProperty name="width" value="0.05" units="cm"/>
      <inkml:brushProperty name="height" value="0.05" units="cm"/>
      <inkml:brushProperty name="color" value="#FFFFFF"/>
    </inkml:brush>
  </inkml:definitions>
  <inkml:trace contextRef="#ctx0" brushRef="#br0">74 0 1460 0 0,'0'0'1294'0'0,"0"0"-130"0"0,0 0-92 0 0,0 0-127 0 0,0 0 6 0 0,0 0-122 0 0,0 0-70 0 0,0 0-103 0 0,0 0-4 0 0,0 0-8 0 0,0 0-88 0 0,0 0-73 0 0,0 4-50 0 0,-11 49 3424 0 0,31-13-2430 0 0,68 81 812 0 0,90 135-207 0 0,-65-108-1190 0 0,-101-138-1611 0 0,-16-14-3573 0 0,-42-39-9671 0 0,40 36 12634 0 0</inkml:trace>
  <inkml:trace contextRef="#ctx0" brushRef="#br0" timeOffset="419.037">279 307 1128 0 0,'-15'-13'10699'0'0,"2"31"-7898"0"0,12-16-2900 0 0,-101 107 2970 0 0,23-34-2644 0 0,15-15-3029 0 0,59-57 1964 0 0,7-4-9905 0 0,2-2 9367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14.508"/>
    </inkml:context>
    <inkml:brush xml:id="br0">
      <inkml:brushProperty name="width" value="0.05" units="cm"/>
      <inkml:brushProperty name="height" value="0.05" units="cm"/>
      <inkml:brushProperty name="color" value="#FFFFFF"/>
    </inkml:brush>
  </inkml:definitions>
  <inkml:trace contextRef="#ctx0" brushRef="#br0">71 98 876 0 0,'0'0'492'0'0,"0"0"-47"0"0,0 0-130 0 0,0 0-25 0 0,0 0 92 0 0,0 0-17 0 0,0 0-28 0 0,0 0 15 0 0,-3 0-29 0 0,3 0-47 0 0,-9 2-567 0 0,-2-10 3889 0 0,-10-15-3253 0 0,21 22-222 0 0,-1 1-1 0 0,1-1 1 0 0,-1 1-1 0 0,1-1 0 0 0,-1 1 1 0 0,1-1-1 0 0,-1 1 0 0 0,1-1 1 0 0,-1 1-1 0 0,0 0 0 0 0,1 0 1 0 0,-1-1-1 0 0,0 1 1 0 0,1 0-1 0 0,-1 0 0 0 0,0 0 1 0 0,0-1-1 0 0,1 1 0 0 0,-1 0 1 0 0,0 0-1 0 0,1 0 1 0 0,-1 0-1 0 0,0 0 0 0 0,0 1 1 0 0,1-1-1 0 0,-1 0 0 0 0,0 0 1 0 0,1 0-1 0 0,-1 1 0 0 0,0-1 1 0 0,1 0-1 0 0,-1 0 1 0 0,0 1-1 0 0,1-1 0 0 0,-1 1 1 0 0,1-1-1 0 0,-1 1 0 0 0,1-1 1 0 0,-1 1-1 0 0,1-1 1 0 0,-1 1-1 0 0,0 0-122 0 0,1-1 200 0 0,10 4 3903 0 0,67 3-2412 0 0,7 5-996 0 0,1-1-328 0 0,100 26 99 0 0,-138-35-874 0 0,-46-2 208 0 0,-1 0-23 0 0,0 0-139 0 0,0 0 289 0 0,-1 0 0 0 0,1-1 0 0 0,0 1 0 0 0,0 0 0 0 0,-1 0 0 0 0,1-1 0 0 0,0 1 0 0 0,0 0 0 0 0,0-1 0 0 0,0 1 0 0 0,-1 0 0 0 0,1-1 1 0 0,0 1-1 0 0,0-1 0 0 0,0 1 0 0 0,0 0 0 0 0,0-1 0 0 0,0 1 0 0 0,0 0 0 0 0,0-1 0 0 0,0 1 0 0 0,0 0 0 0 0,0-1 0 0 0,0 1 0 0 0,1-1 0 0 0,-1 1 0 0 0,0 0 0 0 0,0-1 0 0 0,0 1 0 0 0,0 0 0 0 0,0-1 1 0 0,1 1-1 0 0,-1 0 0 0 0,0 0 0 0 0,0-1 0 0 0,1 1 0 0 0,-1 0 0 0 0,0-1 0 0 0,0 1 0 0 0,1 0 0 0 0,-1 0 0 0 0,0 0 0 0 0,1-1 0 0 0,-1 1 0 0 0,0 0 0 0 0,1 0 0 0 0,-1 0 0 0 0,0 0 0 0 0,1 0 1 0 0,-1 0-1 0 0,1 0 0 0 0,-1 0 0 0 0,0 0 0 0 0,1 0 0 0 0,-1 0 0 0 0,0 0 0 0 0,1 0 0 0 0,-1 0 0 0 0,0 0 0 0 0,1 0 0 0 0,-1 0 0 0 0,1 0 0 0 0,-1 0 0 0 0,0 0 73 0 0,-47 2-11647 0 0,39 0 10133 0 0</inkml:trace>
  <inkml:trace contextRef="#ctx0" brushRef="#br0" timeOffset="285.04">301 145 1216 0 0,'1'4'5062'0'0,"4"13"-2782"0"0,18 173 2941 0 0,-23-81-4987 0 0,-10-91-1246 0 0,3-13-2639 0 0,8-8-2109 0 0,-2 1 5002 0 0,1-2-554 0 0</inkml:trace>
  <inkml:trace contextRef="#ctx0" brushRef="#br0" timeOffset="1146.24">698 23 2268 0 0,'-9'-22'10359'0'0,"52"66"-7313"0"0,60 70-1780 0 0,-27-32-1345 0 0,-75-82 113 0 0,0 0-1 0 0,0 1 1 0 0,0-1-1 0 0,0 1 1 0 0,0-1-1 0 0,0 1 0 0 0,0-1 1 0 0,-1 1-1 0 0,1 0 1 0 0,0-1-1 0 0,0 1 1 0 0,-1 0-1 0 0,1 0 1 0 0,0 0-1 0 0,-1-1 1 0 0,1 1-1 0 0,-1 0 1 0 0,1 0-1 0 0,-1 0 1 0 0,1 0-1 0 0,-1 0 1 0 0,0 0-1 0 0,1 0 0 0 0,-1 0 1 0 0,0 0-1 0 0,0 0 1 0 0,0 0-1 0 0,0 0 1 0 0,0 0-1 0 0,0 0 1 0 0,0 0-1 0 0,0 0 1 0 0,0 0-1 0 0,0 0 1 0 0,-1 0-1 0 0,1 0 1 0 0,0 0-1 0 0,-1 0 0 0 0,1 0 1 0 0,-1 0-1 0 0,1 0 1 0 0,-1 0-1 0 0,1 0 1 0 0,-1 0-1 0 0,0-1 1 0 0,1 1-1 0 0,-1 0 1 0 0,0-1-1 0 0,0 1 1 0 0,0 0-1 0 0,1-1 1 0 0,-1 1-1 0 0,0-1 0 0 0,0 1 1 0 0,0-1-1 0 0,0 1 1 0 0,0-1-1 0 0,0 0 1 0 0,0 1-1 0 0,0-1 1 0 0,-1 0-34 0 0,-223 137 282 0 0,174-106-3559 0 0,47-29-3471 0 0,18-4 903 0 0,-14 2 5915 0 0,7-3-1574 0 0</inkml:trace>
  <inkml:trace contextRef="#ctx0" brushRef="#br0" timeOffset="1554.169">906 260 2164 0 0,'20'-11'12600'0'0,"43"10"-8564"0"0,-43 2-3305 0 0,108 16 537 0 0,-86-12-6818 0 0,-46-4-6843 0 0,5-4 10917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17.161"/>
    </inkml:context>
    <inkml:brush xml:id="br0">
      <inkml:brushProperty name="width" value="0.05" units="cm"/>
      <inkml:brushProperty name="height" value="0.05" units="cm"/>
      <inkml:brushProperty name="color" value="#FFFFFF"/>
    </inkml:brush>
  </inkml:definitions>
  <inkml:trace contextRef="#ctx0" brushRef="#br0">72 1 2120 0 0,'0'0'1074'0'0,"0"0"-126"0"0,-4 4-66 0 0,1 0-710 0 0,0 1 0 0 0,0-1 0 0 0,1 1 0 0 0,-1 0 0 0 0,1 0 0 0 0,1 0 0 0 0,-1 0 1 0 0,1 0-1 0 0,-1 0 0 0 0,2 1 0 0 0,-1-1 0 0 0,0 0 0 0 0,1 1 0 0 0,0-1 0 0 0,0 0 0 0 0,1 1 0 0 0,0 2-172 0 0,-1 7 252 0 0,0 164 1598 0 0,-23-60-1542 0 0,14-80-1193 0 0,-3-21-5358 0 0,11-16 4780 0 0</inkml:trace>
  <inkml:trace contextRef="#ctx0" brushRef="#br0" timeOffset="458.015">40 29 1172 0 0,'10'-23'7347'0'0,"15"19"-3846"0"0,39 20-2163 0 0,-40-8-563 0 0,105 45 1157 0 0,-106-30-1461 0 0,-23-22-415 0 0,0-1-48 0 0,-17 30 128 0 0,9-22-199 0 0,-1-1 1 0 0,-1 0-1 0 0,1 0 1 0 0,-1-1 0 0 0,0 0-1 0 0,0-1 1 0 0,-1 0-1 0 0,1-1 1 0 0,-1 0 0 0 0,-10 2 62 0 0,-22 9-690 0 0,-3 2-2902 0 0,36-21-5200 0 0,10 1 8654 0 0,1 1-1302 0 0</inkml:trace>
  <inkml:trace contextRef="#ctx0" brushRef="#br0" timeOffset="973.819">636 89 1088 0 0,'20'-24'9195'0'0,"-45"16"-7100"0"0,10 9-1922 0 0,0 0 0 0 0,0 1 0 0 0,0 1 0 0 0,1 1 0 0 0,-1 0 0 0 0,1 1 0 0 0,0 0 0 0 0,0 1 0 0 0,-3 3-173 0 0,10-5 73 0 0,3-3-51 0 0,-1 0 0 0 0,1 1 0 0 0,1 0 0 0 0,-1 0-1 0 0,0 0 1 0 0,0 0 0 0 0,1 1 0 0 0,-1 0 0 0 0,1-1 0 0 0,0 1 0 0 0,0 0 0 0 0,0 1 0 0 0,0-1-1 0 0,0 0 1 0 0,1 1 0 0 0,0 0 0 0 0,-1-1 0 0 0,1 1 0 0 0,1 0 0 0 0,-1 0 0 0 0,1 0 0 0 0,-1 0-1 0 0,1 1 1 0 0,0 1-22 0 0,56 62 140 0 0,2-30 58 0 0,-52-36-192 0 0,-1 0-1 0 0,1 1 1 0 0,0-1-1 0 0,-1 1 1 0 0,0 0-1 0 0,0 0 1 0 0,0 0-1 0 0,0 0 1 0 0,0 1-1 0 0,-1-1 1 0 0,1 1-1 0 0,-1 0 1 0 0,0 0-1 0 0,0 1 0 0 0,-1-1 1 0 0,1 1-1 0 0,-1-1 1 0 0,0 1-1 0 0,0 0 1 0 0,-1 0-1 0 0,1-1 1 0 0,-1 1-1 0 0,0 0 1 0 0,0 2-6 0 0,-39 38-29 0 0,33-41-13 0 0,0 0 1 0 0,-1-1-1 0 0,0 1 0 0 0,1-1 0 0 0,-1 0 1 0 0,0 0-1 0 0,0-1 0 0 0,-1 0 0 0 0,1 0 1 0 0,0-1-1 0 0,-1 1 0 0 0,1-1 1 0 0,-1-1-1 0 0,0 1 0 0 0,1-1 0 0 0,-1 0 1 0 0,-4-1 41 0 0,-57-41-2991 0 0,61 11-4465 0 0,7 30 5922 0 0</inkml:trace>
  <inkml:trace contextRef="#ctx0" brushRef="#br0" timeOffset="1274.091">788 80 1048 0 0,'11'4'7263'0'0,"6"22"-5040"0"0,-11-17-1772 0 0,87 105 2585 0 0,-56-117-12625 0 0,-25-8 8257 0 0,-8 5-248 0 0</inkml:trace>
  <inkml:trace contextRef="#ctx0" brushRef="#br0" timeOffset="1618.899">1069 81 1748 0 0,'-5'6'6341'0'0,"-5"8"-3692"0"0,-28 35-1457 0 0,-52 26 607 0 0,54-58-2762 0 0,35-16 823 0 0,4 0 151 0 0,-1 1 0 0 0,1 0 0 0 0,-1 0 0 0 0,0 0 0 0 0,1 0 0 0 0,-1 1 0 0 0,0-1 0 0 0,0 0 0 0 0,-1 1 0 0 0,1 0 0 0 0,-1-1 0 0 0,1 1 0 0 0,-1 0 0 0 0,0 0 0 0 0,0 0-1 0 0,0-1 1 0 0,0 1 0 0 0,0 0 0 0 0,-1 1 0 0 0,1 0-11 0 0,22 157 138 0 0,-21-155-1609 0 0,2 7-7895 0 0,-2-9 9635 0 0,2-2-1708 0 0</inkml:trace>
  <inkml:trace contextRef="#ctx0" brushRef="#br0" timeOffset="2117.916">1287 59 1588 0 0,'-66'10'8199'0'0,"-16"55"-5606"0"0,29 30-1083 0 0,51-87-1460 0 0,0 0 0 0 0,1-1 0 0 0,-1 1 0 0 0,1 0 0 0 0,1 0 0 0 0,0 0 1 0 0,0 0-1 0 0,0 0 0 0 0,1 0 0 0 0,0 0 0 0 0,1 0 0 0 0,0 0 0 0 0,0 0 0 0 0,0-1 0 0 0,1 1 0 0 0,1-1 1 0 0,-1 0-1 0 0,1 0 0 0 0,0 0 0 0 0,0 0 0 0 0,1-1 0 0 0,0 1 0 0 0,0-1 0 0 0,1-1 0 0 0,0 1 0 0 0,0-1 0 0 0,0 0 1 0 0,0 0-1 0 0,1 0 0 0 0,2 0-50 0 0,-3-4-129 0 0,0 1 1 0 0,0-2-1 0 0,0 1 1 0 0,0-1-1 0 0,0 0 1 0 0,0 0-1 0 0,0-1 0 0 0,0 1 1 0 0,0-1-1 0 0,0-1 1 0 0,0 1-1 0 0,0-1 1 0 0,0 0-1 0 0,-1 0 1 0 0,1-1-1 0 0,-1 0 1 0 0,0 0-1 0 0,1 0 1 0 0,-2 0-1 0 0,1-1 1 0 0,0 0-1 0 0,-1 0 0 0 0,1 0 1 0 0,-1-1-1 0 0,0 1 1 0 0,-1-1-1 0 0,1 0 1 0 0,2-4 128 0 0,30-27-3743 0 0,-9 13-934 0 0,-18 18 3211 0 0</inkml:trace>
  <inkml:trace contextRef="#ctx0" brushRef="#br0" timeOffset="2601.739">1469 95 1504 0 0,'0'1'147'0'0,"0"-1"-1"0"0,0 1 0 0 0,-1-1 1 0 0,1 0-1 0 0,0 1 1 0 0,0-1-1 0 0,0 1 0 0 0,0-1 1 0 0,0 1-1 0 0,0-1 1 0 0,0 0-1 0 0,0 1 0 0 0,0-1 1 0 0,0 1-1 0 0,0-1 1 0 0,1 1-1 0 0,-1-1 1 0 0,0 0-1 0 0,0 1 0 0 0,0-1 1 0 0,0 1-1 0 0,1-1 1 0 0,-1 0-1 0 0,0 1 0 0 0,0-1 1 0 0,1 0-1 0 0,-1 1 1 0 0,0-1-1 0 0,1 0 0 0 0,-1 0 1 0 0,0 1-1 0 0,1-1 1 0 0,-1 0-1 0 0,1 0 1 0 0,-1 1-1 0 0,0-1 0 0 0,1 0 1 0 0,-1 0-1 0 0,1 0 1 0 0,-1 0-1 0 0,0 0 0 0 0,1 0 1 0 0,-1 0-1 0 0,1 0 1 0 0,-1 0-1 0 0,1 0 0 0 0,-1 0 1 0 0,0 0-1 0 0,1 0 1 0 0,-1 0-1 0 0,1 0 1 0 0,-1 0-1 0 0,1 0 0 0 0,-1 0 1 0 0,0-1-1 0 0,1 1 1 0 0,-1 0-147 0 0,8 187 4877 0 0,-34-77-4601 0 0,25-59-2540 0 0,1-50 1641 0 0,0-1-165 0 0,0 0-108 0 0,1 10-1101 0 0,10-58-949 0 0,-4 29 4088 0 0,-3 12-705 0 0,0 0 0 0 0,1 0 0 0 0,0 1 0 0 0,1 0-1 0 0,-1 0 1 0 0,1 0 0 0 0,0 1 0 0 0,0 0 0 0 0,1 0 0 0 0,0 0 0 0 0,0 1-1 0 0,0 0 1 0 0,0 0 0 0 0,0 1 0 0 0,1 0 0 0 0,0 0 0 0 0,-1 1-1 0 0,7-2-436 0 0,19-9 343 0 0,-22 8-382 0 0,45-25 161 0 0,-32-3-4178 0 0,-17 21-3934 0 0,-7 12 6596 0 0</inkml:trace>
  <inkml:trace contextRef="#ctx0" brushRef="#br0" timeOffset="2868.279">1740 101 1724 0 0,'0'-21'3056'0'0,"0"19"-2198"0"0,-2 0 35 0 0,5 54 4183 0 0,4 14-3572 0 0,-4 136 1700 0 0,-3-116-5007 0 0,0-85 995 0 0,-2 12-5194 0 0,3-6 1576 0 0,2-11 3114 0 0</inkml:trace>
  <inkml:trace contextRef="#ctx0" brushRef="#br0" timeOffset="3677.703">1827 99 1860 0 0,'-8'20'6663'0'0,"-2"7"-5397"0"0,-14 89 749 0 0,54-11-1032 0 0,-25-96-916 0 0,0-1 1 0 0,0 1 0 0 0,1-1 0 0 0,0-1 0 0 0,0 1 0 0 0,1-1 0 0 0,0 0-1 0 0,0 0 1 0 0,0-1 0 0 0,1 0 0 0 0,0-1 0 0 0,1 0 0 0 0,-1 0 0 0 0,1 0-1 0 0,0-1 1 0 0,0 0 0 0 0,0-1 0 0 0,4 1-68 0 0,-9-4 9 0 0,1 1 0 0 0,-1-1 1 0 0,0 0-1 0 0,0 0 0 0 0,0-1 0 0 0,0 1 0 0 0,1-1 0 0 0,-1 0 1 0 0,0 0-1 0 0,0 0 0 0 0,0-1 0 0 0,0 1 0 0 0,-1-1 1 0 0,1 0-1 0 0,0 0 0 0 0,-1-1 0 0 0,1 1 0 0 0,-1-1 0 0 0,1 0-9 0 0,7-5 47 0 0,-4 4-29 0 0,1-1 1 0 0,-2 0-1 0 0,1 0 0 0 0,-1-1 0 0 0,0 0 0 0 0,0 0 0 0 0,0 0 1 0 0,-1-1-1 0 0,0 1 0 0 0,0-1 0 0 0,-1-1 0 0 0,0 1 0 0 0,0-1 1 0 0,-1 1-1 0 0,0-1 0 0 0,0 0 0 0 0,-1-1-18 0 0,-1 3 3 0 0,-1 0 0 0 0,0 0-1 0 0,0 0 1 0 0,0 1 0 0 0,-1-1 0 0 0,0 0 0 0 0,0 1 0 0 0,-1-1-1 0 0,0 0 1 0 0,0 1 0 0 0,0-1 0 0 0,0 1 0 0 0,-1 0-1 0 0,0 0 1 0 0,0 0 0 0 0,0 0 0 0 0,0 1 0 0 0,-1-1 0 0 0,0 1-1 0 0,0 0 1 0 0,-2-1-3 0 0,3 1 12 0 0,-2-3-70 0 0,-1 1 1 0 0,1 1 0 0 0,-1-1-1 0 0,-1 1 1 0 0,1 0-1 0 0,-1 0 1 0 0,0 0 0 0 0,0 1-1 0 0,0 0 1 0 0,0 1 0 0 0,-1 0-1 0 0,1 0 1 0 0,-1 0-1 0 0,0 1 1 0 0,0 0 0 0 0,0 1-1 0 0,0 0 1 0 0,0 0 0 0 0,-1 0-1 0 0,1 1 1 0 0,-1 1 57 0 0,-5 14-1023 0 0,9 5-8250 0 0,8-19 7909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21.651"/>
    </inkml:context>
    <inkml:brush xml:id="br0">
      <inkml:brushProperty name="width" value="0.05" units="cm"/>
      <inkml:brushProperty name="height" value="0.05" units="cm"/>
      <inkml:brushProperty name="color" value="#FFFFFF"/>
    </inkml:brush>
  </inkml:definitions>
  <inkml:trace contextRef="#ctx0" brushRef="#br0">13 0 1884 0 0,'18'24'7827'0'0,"-16"31"-5227"0"0,-3-34-2024 0 0,-16 62 872 0 0,3 10-1204 0 0,56-225-3804 0 0,-5 4 3202 0 0,-37 128 378 0 0,0 1 1 0 0,0-1-1 0 0,1 1 0 0 0,-1-1 1 0 0,0 0-1 0 0,0 1 0 0 0,0-1 0 0 0,1 1 1 0 0,-1-1-1 0 0,0 0 0 0 0,0 1 1 0 0,1-1-1 0 0,-1 0 0 0 0,0 0 1 0 0,1 1-1 0 0,-1-1 0 0 0,1 0 1 0 0,-1 0-1 0 0,0 1 0 0 0,1-1 0 0 0,-1 0 1 0 0,0 0-1 0 0,1 0 0 0 0,-1 0 1 0 0,1 1-1 0 0,-1-1 0 0 0,1 0 1 0 0,-1 0-1 0 0,1 0 0 0 0,-1 0 1 0 0,0 0-1 0 0,1 0 0 0 0,-1 0 0 0 0,1 0 1 0 0,-1-1-1 0 0,1 1 0 0 0,-1 0 1 0 0,0 0-1 0 0,1 0 0 0 0,-1 0 1 0 0,1 0-1 0 0,-1-1 0 0 0,0 1 1 0 0,1 0-1 0 0,-1 0 0 0 0,0-1 0 0 0,1 1 1 0 0,-1 0-1 0 0,0-1 0 0 0,1 1 1 0 0,-1 0-1 0 0,0-1 0 0 0,0 1 1 0 0,1 0-1 0 0,-1-1 0 0 0,0 1 1 0 0,0-1-1 0 0,0 1 0 0 0,0 0 1 0 0,1-1-1 0 0,-1 1 0 0 0,0-1 0 0 0,0 1 1 0 0,0-1-1 0 0,0 1 0 0 0,0 0 1 0 0,0-1-1 0 0,0 1 0 0 0,0-1 1 0 0,0 1-21 0 0,15 31 722 0 0,20 111 1158 0 0,-17-56-879 0 0,-17-85-942 0 0,-1-1-22 0 0,0 0-38 0 0,0 0 13 0 0,11 2 60 0 0,31-102 38 0 0,-25 44-284 0 0,-17 56 180 0 0,0-1 0 0 0,0 0 0 0 0,-1 1 0 0 0,1-1 1 0 0,0 0-1 0 0,0 1 0 0 0,0-1 0 0 0,0 0 0 0 0,0 1 1 0 0,0-1-1 0 0,0 1 0 0 0,0-1 0 0 0,0 0 0 0 0,1 1 0 0 0,-1-1 1 0 0,0 0-1 0 0,0 1 0 0 0,0-1 0 0 0,1 1 0 0 0,-1-1 0 0 0,0 0 1 0 0,1 1-1 0 0,-1-1 0 0 0,0 1 0 0 0,1-1 0 0 0,-1 1 0 0 0,1-1 1 0 0,-1 1-1 0 0,1 0 0 0 0,-1-1 0 0 0,1 1 0 0 0,-1 0 1 0 0,1-1-1 0 0,0 1 0 0 0,-1 0 0 0 0,1-1 0 0 0,-1 1 0 0 0,1 0 1 0 0,0 0-1 0 0,-1 0 0 0 0,1 0 0 0 0,0 0 0 0 0,-1 0 0 0 0,1 0 1 0 0,0 0-1 0 0,-1 0 0 0 0,1 0 0 0 0,-1 0 0 0 0,1 0 0 0 0,0 0 1 0 0,-1 0-1 0 0,1 0 0 0 0,0 1 0 0 0,-1-1 0 0 0,1 0 1 0 0,-1 1-1 0 0,1-1 0 0 0,-1 0 0 0 0,1 1 0 0 0,-1-1 0 0 0,1 0 1 0 0,-1 1-1 0 0,1-1 0 0 0,-1 1 0 0 0,1-1 0 0 0,-1 1 0 0 0,0-1 1 0 0,1 1-1 0 0,-1 0-6 0 0,18 47 296 0 0,-17-42-319 0 0,35 127 561 0 0,-30-114-500 0 0,1 5-1091 0 0,-6-17-3529 0 0,-3 0-3607 0 0,2-7 6933 0 0</inkml:trace>
  <inkml:trace contextRef="#ctx0" brushRef="#br0" timeOffset="374.034">432 127 1684 0 0,'5'18'6360'0'0,"-8"21"-4160"0"0,1-30-1430 0 0,2 154 2771 0 0,-16-96-2965 0 0,13-16 322 0 0,4-47-850 0 0,-1-1 1 0 0,1 1-1 0 0,0-1 0 0 0,0 1 1 0 0,0-1-1 0 0,1 0 0 0 0,-1 1 1 0 0,1-1-1 0 0,0 0 1 0 0,-1 0-1 0 0,2 0 0 0 0,-1 0 1 0 0,0-1-1 0 0,0 1 0 0 0,1 0 1 0 0,0-1-1 0 0,-1 0 0 0 0,1 1 1 0 0,0-1-1 0 0,0 0 1 0 0,0-1-1 0 0,1 1 0 0 0,-1 0 1 0 0,0-1-1 0 0,0 0 0 0 0,1 0 1 0 0,-1 0-1 0 0,1 0 1 0 0,2 0-49 0 0,4 0 0 0 0,-1-1 0 0 0,1 0 0 0 0,-1-1 0 0 0,1 0 0 0 0,-1 0 0 0 0,0-1 0 0 0,1 0 0 0 0,-1-1 0 0 0,0 1 0 0 0,-1-2 0 0 0,1 0 0 0 0,47-49-7172 0 0,-48 26-332 0 0,-6 23 5972 0 0</inkml:trace>
  <inkml:trace contextRef="#ctx0" brushRef="#br0" timeOffset="641.22">465 143 860 0 0,'43'-2'8350'0'0,"-1"0"-9707"0"0,-40 2 457 0 0,-2 0 71 0 0,0 0 68 0 0,12 6-1186 0 0,-12-3 735 0 0</inkml:trace>
  <inkml:trace contextRef="#ctx0" brushRef="#br0" timeOffset="892.108">460 247 1564 0 0,'-1'0'170'0'0,"1"1"1"0"0,-1 0-1 0 0,1 0 0 0 0,-1 0 0 0 0,1 0 1 0 0,0 0-1 0 0,0 0 0 0 0,-1-1 0 0 0,1 1 1 0 0,0 0-1 0 0,0 0 0 0 0,0 0 0 0 0,0 0 1 0 0,0 0-1 0 0,0 0 0 0 0,0 0 0 0 0,0 0 1 0 0,0 0-1 0 0,1 0 0 0 0,-1 0 0 0 0,0 0 0 0 0,1-1 1 0 0,-1 1-1 0 0,0 0 0 0 0,1 0 0 0 0,-1 0 1 0 0,1 0-1 0 0,-1-1 0 0 0,1 1 0 0 0,0 0 1 0 0,-1-1-1 0 0,1 1 0 0 0,0 0 0 0 0,-1-1 1 0 0,1 1-1 0 0,0-1 0 0 0,0 1 0 0 0,0-1 1 0 0,-1 1-1 0 0,1-1 0 0 0,0 0 0 0 0,0 1 1 0 0,0-1-1 0 0,0 0 0 0 0,0 0 0 0 0,0 1 1 0 0,0-1-1 0 0,0 0 0 0 0,0 0 0 0 0,0 0 0 0 0,0 0 1 0 0,-1-1-1 0 0,1 1 0 0 0,0 0 0 0 0,0 0 1 0 0,0 0-1 0 0,0-1 0 0 0,0 1 0 0 0,0 0 1 0 0,0-1-1 0 0,0 1-170 0 0,8 0 240 0 0,57 2 1643 0 0,-38-2-3547 0 0,7 0-6330 0 0,-33 0 6587 0 0,-2 0 36 0 0</inkml:trace>
  <inkml:trace contextRef="#ctx0" brushRef="#br0" timeOffset="1504.578">745 82 1612 0 0,'10'-18'8951'0'0,"14"19"-4727"0"0,-7 1-3813 0 0,149-2 3023 0 0,-145 9-5085 0 0,-9 1-4793 0 0,-34 0-1711 0 0,16-10 6861 0 0</inkml:trace>
  <inkml:trace contextRef="#ctx0" brushRef="#br0" timeOffset="1730.185">915 88 1412 0 0,'-10'15'5452'0'0,"9"23"-3438"0"0,1-31-1332 0 0,-9 255 2909 0 0,-9-143-3201 0 0,18-118-698 0 0,0-1-47 0 0,15-20-4861 0 0,9-32 570 0 0,-14 25 2998 0 0</inkml:trace>
  <inkml:trace contextRef="#ctx0" brushRef="#br0" timeOffset="1978.288">1093 106 1180 0 0,'5'7'4292'0'0,"-3"16"-2538"0"0,-2-17-1096 0 0,-1 150 3401 0 0,-19-85-3354 0 0,-2-27-2548 0 0,26-76-4964 0 0,3 12 5471 0 0,-1-1-142 0 0</inkml:trace>
  <inkml:trace contextRef="#ctx0" brushRef="#br0" timeOffset="2449.261">1146 82 1468 0 0,'-1'-1'185'0'0,"1"0"0"0"0,0-1 1 0 0,0 1-1 0 0,-1-1 0 0 0,1 1 0 0 0,0 0 0 0 0,0-1 0 0 0,0 1 1 0 0,1-1-1 0 0,-1 1 0 0 0,0 0 0 0 0,0-1 0 0 0,1 1 0 0 0,-1 0 1 0 0,1-1-1 0 0,-1 1 0 0 0,1 0 0 0 0,0 0 0 0 0,-1-1 0 0 0,1 1 1 0 0,0 0-1 0 0,0 0 0 0 0,0 0 0 0 0,0 0 0 0 0,0 0 0 0 0,0 0 1 0 0,0 0-1 0 0,0 0 0 0 0,0 1 0 0 0,1-1 0 0 0,-1 0 0 0 0,0 1 1 0 0,0-1-1 0 0,1 1 0 0 0,-1-1 0 0 0,0 1 0 0 0,1-1 0 0 0,-1 1 1 0 0,0 0-1 0 0,1 0 0 0 0,-1 0 0 0 0,1 0 0 0 0,-1 0 0 0 0,0 0 0 0 0,1 0 1 0 0,-1 0-1 0 0,1 0 0 0 0,-1 1 0 0 0,0-1 0 0 0,2 1-185 0 0,4 4 271 0 0,0 1 0 0 0,0 0 0 0 0,0 1-1 0 0,-1-1 1 0 0,1 1 0 0 0,-2 0 0 0 0,1 1-1 0 0,-1-1 1 0 0,0 1 0 0 0,0 0 0 0 0,-1 1-1 0 0,2 6-270 0 0,-5-13 104 0 0,-1 2-96 0 0,0-1-1 0 0,0 1 1 0 0,-1 0 0 0 0,0 0-1 0 0,1 0 1 0 0,-1-1-1 0 0,0 1 1 0 0,-1 0 0 0 0,1-1-1 0 0,-1 1 1 0 0,1-1-1 0 0,-1 0 1 0 0,0 1 0 0 0,-1-1-1 0 0,1 0 1 0 0,0 0-1 0 0,-1 0 1 0 0,1-1 0 0 0,-1 1-1 0 0,0 0 1 0 0,0-1-1 0 0,0 0 1 0 0,-3 2-8 0 0,-70 25 107 0 0,66-27-31 0 0,9-2-69 0 0,0 0-1 0 0,0 0 1 0 0,0 0-1 0 0,0 0 1 0 0,0 0-1 0 0,0 0 1 0 0,0 0-1 0 0,0 0 1 0 0,0 0-1 0 0,0 1 1 0 0,0-1-1 0 0,0 0 1 0 0,1 1-1 0 0,-1-1 1 0 0,0 0-1 0 0,0 1 1 0 0,0-1-1 0 0,0 1 1 0 0,1 0-1 0 0,-1-1 1 0 0,0 1-1 0 0,1 0 1 0 0,-1-1-1 0 0,0 1 1 0 0,1 0-1 0 0,-1 0 1 0 0,1-1-1 0 0,-1 1 1 0 0,1 0-1 0 0,-1 0 1 0 0,1 0-1 0 0,0 0 1 0 0,-1 0-1 0 0,1-1 1 0 0,0 1-1 0 0,0 0 1 0 0,0 0-1 0 0,0 0 1 0 0,0 0 0 0 0,0 0-1 0 0,0 1-6 0 0,84 94 755 0 0,-21-23-1181 0 0,-45-80-10939 0 0,-13-4 10546 0 0,-4 3-562 0 0</inkml:trace>
  <inkml:trace contextRef="#ctx0" brushRef="#br0" timeOffset="2732.293">1425 54 1528 0 0,'18'2'6703'0'0,"7"30"-3990"0"0,-23-28-2445 0 0,72 66 2237 0 0,-70-69-2944 0 0,0-1 0 0 0,0 1 0 0 0,-1-1 0 0 0,1 0 0 0 0,0 0 0 0 0,0 0-1 0 0,0 0 1 0 0,0-1 0 0 0,0 0 0 0 0,-1 0 0 0 0,1 0 0 0 0,0 0 0 0 0,-1 0 0 0 0,1-1 0 0 0,0 1-1 0 0,-1-1 1 0 0,0 0 0 0 0,1 0 0 0 0,-1-1 0 0 0,0 1 0 0 0,0 0 0 0 0,-1-1 0 0 0,1 0-1 0 0,0 0 440 0 0,11-7-806 0 0,7-5-510 0 0</inkml:trace>
  <inkml:trace contextRef="#ctx0" brushRef="#br0" timeOffset="3110.055">1767 13 1760 0 0,'-23'34'7703'0'0,"14"-23"-6318"0"0,-49 30 622 0 0,-59 42 107 0 0,62-63-1648 0 0,56-14-332 0 0,4 1-24 0 0,0 0 0 0 0,0 1 1 0 0,0-1-1 0 0,-1 1 0 0 0,0 0 1 0 0,-1 0-1 0 0,0 0 0 0 0,0 1 1 0 0,-1-1-1 0 0,0 1 0 0 0,0-1 1 0 0,-1 1-1 0 0,0 0 0 0 0,0 0 1 0 0,-1 2-111 0 0,4 186 582 0 0,-5-157-4684 0 0,0-1-3806 0 0,1-37 6597 0 0,-2 0-105 0 0,-10 7-133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37.045"/>
    </inkml:context>
    <inkml:brush xml:id="br0">
      <inkml:brushProperty name="width" value="0.05" units="cm"/>
      <inkml:brushProperty name="height" value="0.05" units="cm"/>
      <inkml:brushProperty name="color" value="#FFFFFF"/>
    </inkml:brush>
  </inkml:definitions>
  <inkml:trace contextRef="#ctx0" brushRef="#br0">110 0 1076 0 0,'0'0'1864'0'0,"0"0"-256"0"0,0 0-299 0 0,0 0-130 0 0,0 0-145 0 0,0 0-179 0 0,0 0-109 0 0,0 0-85 0 0,-10 2 663 0 0,-32 67 570 0 0,-12 50-3908 0 0,52-107 1 0 0,1-4-3901 0 0,1-8 4409 0 0</inkml:trace>
  <inkml:trace contextRef="#ctx0" brushRef="#br0" timeOffset="608.121">209 210 2364 0 0,'61'45'8196'0'0,"-4"-17"-3599"0"0,-57-28-4478 0 0,0 0-23 0 0,0 0 18 0 0,0 0-76 0 0,0 0-1 0 0,0 0 1 0 0,10-48 336 0 0,-6 44 332 0 0,-15-19 169 0 0,10 22-905 0 0,0 0 1 0 0,0-1-1 0 0,1 1 1 0 0,-1 0 0 0 0,0-1-1 0 0,1 1 1 0 0,0-1-1 0 0,-1 1 1 0 0,1-1 0 0 0,0 1-1 0 0,0-1 1 0 0,0 1 0 0 0,0-1-1 0 0,0 0 1 0 0,0 1-1 0 0,0-1 1 0 0,0 1 0 0 0,1-1-1 0 0,-1 1 1 0 0,0-1-1 0 0,1 1 1 0 0,0 0 0 0 0,-1-1-1 0 0,1 1 1 0 0,0-1-1 0 0,0 1 1 0 0,-1 0 0 0 0,1 0-1 0 0,0-1 1 0 0,0 1-1 0 0,0 0 1 0 0,1 0 0 0 0,-1 0-1 0 0,0 0 1 0 0,0 0 0 0 0,1 0 29 0 0,35-27 845 0 0,-37 27-1403 0 0,0 1-87 0 0,0 0-34 0 0,-20-2-2498 0 0,-2 3-6275 0 0,19-2 7882 0 0</inkml:trace>
  <inkml:trace contextRef="#ctx0" brushRef="#br0" timeOffset="892.09">327 103 1784 0 0,'1'-1'295'0'0,"0"0"0"0"0,1 1 0 0 0,-1-1 0 0 0,0 0 0 0 0,0 1 0 0 0,1-1 0 0 0,-1 0 0 0 0,0 1 0 0 0,1 0 0 0 0,-1-1 0 0 0,0 1 0 0 0,1 0 1 0 0,-1 0-1 0 0,1 0 0 0 0,-1-1 0 0 0,0 1 0 0 0,1 1 0 0 0,-1-1 0 0 0,1 0 0 0 0,-1 0 0 0 0,0 1 0 0 0,1-1 0 0 0,-1 0 0 0 0,0 1 0 0 0,1-1 0 0 0,-1 1 0 0 0,0 0 0 0 0,0-1 0 0 0,1 1 0 0 0,0 1-295 0 0,47 31 5193 0 0,-20-6-4475 0 0,-26-25-2878 0 0,7-1-9388 0 0,-8-1 10596 0 0,-2 0 2498 0 0,2 0-2982 0 0</inkml:trace>
  <inkml:trace contextRef="#ctx0" brushRef="#br0" timeOffset="1122.062">577 84 1468 0 0,'20'7'9550'0'0,"10"20"-5376"0"0,-10-8-2072 0 0,-1 17-2222 0 0,-19-35-596 0 0,0-1-201 0 0,0 0-857 0 0,-4 17-7281 0 0,-1-10 6589 0 0,5-10 1100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31.251"/>
    </inkml:context>
    <inkml:brush xml:id="br0">
      <inkml:brushProperty name="width" value="0.05" units="cm"/>
      <inkml:brushProperty name="height" value="0.05" units="cm"/>
      <inkml:brushProperty name="color" value="#FFFFFF"/>
    </inkml:brush>
  </inkml:definitions>
  <inkml:trace contextRef="#ctx0" brushRef="#br0">47 187 2036 0 0,'-29'37'8465'0'0,"12"84"-4468"0"0,17-115-3906 0 0,0 0 0 0 0,0-1 0 0 0,1 1-1 0 0,0 0 1 0 0,0-1 0 0 0,1 1 0 0 0,-1 0 0 0 0,1-1 0 0 0,1 0 0 0 0,-1 1-1 0 0,1-1 1 0 0,0 0 0 0 0,0 0 0 0 0,0-1 0 0 0,0 1 0 0 0,1-1 0 0 0,0 1-1 0 0,0-1 1 0 0,0 0 0 0 0,1-1 0 0 0,-1 1 0 0 0,1-1 0 0 0,0 0 0 0 0,0 0 0 0 0,4 2-91 0 0,49-22 529 0 0,-47 10-501 0 0,0-1-1 0 0,-1 0 1 0 0,0 0 0 0 0,0-2-1 0 0,-1 1 1 0 0,0-1 0 0 0,-1 0 0 0 0,0-1-1 0 0,-1 0 1 0 0,0 0 0 0 0,0 0-1 0 0,-1-1 1 0 0,-1 0 0 0 0,0 0-1 0 0,-1-1 1 0 0,0 1 0 0 0,-1-1 0 0 0,0 0-1 0 0,-1 0 1 0 0,0-8-28 0 0,-2 15 62 0 0,-1-1-1 0 0,0 1 1 0 0,0 0-1 0 0,-1 0 1 0 0,0 0-1 0 0,0 0 1 0 0,0 0-1 0 0,-1 0 1 0 0,0 1-1 0 0,0-1 1 0 0,0 1-1 0 0,-1-1 1 0 0,0 1-1 0 0,0 1 1 0 0,0-1 0 0 0,0 0-1 0 0,-1 1 1 0 0,0 0-1 0 0,0 0 1 0 0,0 0-1 0 0,0 1 1 0 0,-1 0-1 0 0,1 0 1 0 0,-1 0-1 0 0,0 1 1 0 0,0 0-1 0 0,0 0 1 0 0,0 0-1 0 0,0 0 1 0 0,0 1 0 0 0,0 0-1 0 0,-1 1 1 0 0,1 0-1 0 0,-2 0-61 0 0,2 0-160 0 0,0 0 1 0 0,1 1-1 0 0,-1 0 0 0 0,0 1 0 0 0,1-1 1 0 0,-1 1-1 0 0,1 0 0 0 0,0 0 0 0 0,0 1 1 0 0,-1 0-1 0 0,1 0 0 0 0,1 0 0 0 0,-1 0 1 0 0,0 1-1 0 0,1-1 0 0 0,0 1 0 0 0,0 1 1 0 0,0-1-1 0 0,0 0 0 0 0,0 2 160 0 0,4-5-207 0 0,-1-1 1 0 0,1 1-1 0 0,-1-1 0 0 0,1 0 0 0 0,0 1 0 0 0,-1-1 0 0 0,1 1 1 0 0,0-1-1 0 0,0 1 0 0 0,-1-1 0 0 0,1 1 0 0 0,0-1 1 0 0,0 1-1 0 0,0-1 0 0 0,0 1 0 0 0,0 0 0 0 0,-1-1 1 0 0,1 1-1 0 0,0-1 0 0 0,0 1 0 0 0,0-1 0 0 0,1 1 0 0 0,-1-1 1 0 0,0 1-1 0 0,0 0 0 0 0,0-1 0 0 0,0 1 0 0 0,0-1 1 0 0,1 1-1 0 0,-1-1 0 0 0,0 1 0 0 0,0-1 0 0 0,1 1 0 0 0,-1-1 1 0 0,0 0-1 0 0,1 1 0 0 0,-1-1 0 0 0,1 1 0 0 0,-1-1 1 0 0,0 0-1 0 0,1 1 0 0 0,-1-1 0 0 0,1 0 0 0 0,-1 1 0 0 0,1-1 1 0 0,-1 0-1 0 0,1 0 0 0 0,-1 0 0 0 0,1 1 0 0 0,-1-1 1 0 0,1 0-1 0 0,0 0 0 0 0,-1 0 0 0 0,1 0 0 0 0,-1 0 1 0 0,1 0-1 0 0,-1 0 0 0 0,1 0 0 0 0,-1 0 0 0 0,1 0 0 0 0,0 0 1 0 0,-1-1 206 0 0,3 2-116 0 0,6 1-1396 0 0</inkml:trace>
  <inkml:trace contextRef="#ctx0" brushRef="#br0" timeOffset="769.006">387 93 2252 0 0,'-1'2'3802'0'0,"-3"10"-1041"0"0,-9 60 1574 0 0,-44 92-1424 0 0,56-199-5877 0 0,47-109 713 0 0,-12 90 3264 0 0,-33 53-540 0 0,-1 1-44 0 0,0 0-7 0 0,5 5 104 0 0,38 75 1323 0 0,-4 39 904 0 0,-18-137-2935 0 0,34-135-883 0 0,-54 153 1086 0 0,0-1-1 0 0,0 1 1 0 0,0 0-1 0 0,0 0 1 0 0,0-1 0 0 0,0 1-1 0 0,0 0 1 0 0,0 0-1 0 0,0 0 1 0 0,0 0-1 0 0,0 0 1 0 0,0 0-1 0 0,1 0 1 0 0,-1 1 0 0 0,0-1-1 0 0,0 0 1 0 0,0 1-1 0 0,0-1 1 0 0,0 0-1 0 0,-1 1 1 0 0,1-1-1 0 0,0 1 1 0 0,0 0 0 0 0,0-1-1 0 0,0 1 1 0 0,0 0-1 0 0,-1-1 1 0 0,1 1-1 0 0,0 0 1 0 0,-1 0-1 0 0,1 0 1 0 0,0 0 0 0 0,-1-1-1 0 0,1 1 1 0 0,-1 0-1 0 0,0 0 1 0 0,1 0-1 0 0,-1 0 1 0 0,0 0-1 0 0,1 0 1 0 0,-1 0 0 0 0,0 0-1 0 0,0 0 1 0 0,0 1-1 0 0,0-1-18 0 0,1 0-19 0 0,59 132-644 0 0,-58-122-854 0 0,19 28-11152 0 0,-18-38 11100 0 0</inkml:trace>
  <inkml:trace contextRef="#ctx0" brushRef="#br0" timeOffset="1271.22">718 126 2176 0 0,'9'-5'11645'0'0,"32"19"-6025"0"0,-2 0-3767 0 0,10-8-416 0 0,-48-6-1355 0 0,-1 0-22 0 0,0 0-32 0 0,11 0 118 0 0,-4 2-2552 0 0,-7-2 2180 0 0,-8-9-1053 0 0,-13 12-1821 0 0,-11 4-5992 0 0,31-7 7441 0 0,1 0 192 0 0,0 0 77 0 0</inkml:trace>
  <inkml:trace contextRef="#ctx0" brushRef="#br0" timeOffset="1697.27">724 172 1520 0 0,'-3'56'11700'0'0,"-2"6"-8174"0"0,-4 71-2236 0 0,6-53 1079 0 0,6-75-2127 0 0,1 1-153 0 0,0-1 0 0 0,1 0-1 0 0,0-1 1 0 0,0 1 0 0 0,0-1 0 0 0,0 0-1 0 0,1 0 1 0 0,-1-1 0 0 0,1 1-1 0 0,0-1 1 0 0,0-1 0 0 0,1 1 0 0 0,5 1-89 0 0,188 21-464 0 0,-199-25 168 0 0,2-4-358 0 0,8-17-979 0 0,-25-16-10243 0 0,-3 21 7479 0 0,12 12 2984 0 0</inkml:trace>
  <inkml:trace contextRef="#ctx0" brushRef="#br0" timeOffset="1946.187">753 331 2212 0 0,'-1'-1'241'0'0,"1"-1"-1"0"0,-1 1 0 0 0,1 0 1 0 0,-1 0-1 0 0,1 0 1 0 0,-1-1-1 0 0,1 1 1 0 0,0 0-1 0 0,0 0 0 0 0,0-1 1 0 0,-1 1-1 0 0,1 0 1 0 0,1-1-1 0 0,-1 1 0 0 0,0 0 1 0 0,0 0-1 0 0,0-1 1 0 0,1 1-1 0 0,-1 0 1 0 0,0 0-1 0 0,1-1 0 0 0,-1 1 1 0 0,1 0-1 0 0,0 0 1 0 0,-1 0-1 0 0,1 0 0 0 0,0 0 1 0 0,0 0-1 0 0,0 0 1 0 0,-1 0-1 0 0,1 0 1 0 0,0 0-1 0 0,0 1 0 0 0,0-1 1 0 0,0 0-1 0 0,1 0 1 0 0,-1 1-1 0 0,0-1 0 0 0,0 1 1 0 0,0-1-1 0 0,1 1 1 0 0,-1 0-1 0 0,0-1 1 0 0,0 1-1 0 0,1 0 0 0 0,-1 0 1 0 0,0 0-1 0 0,0 0 1 0 0,2 0-241 0 0,66-7 3753 0 0,-69 7-3743 0 0,20 0-667 0 0,26 0-13238 0 0,-45 0 12231 0 0</inkml:trace>
  <inkml:trace contextRef="#ctx0" brushRef="#br0" timeOffset="2584.502">986 87 2604 0 0,'-4'-9'9234'0'0,"23"4"-5752"0"0,26 2-2201 0 0,-44 3-1133 0 0,139-9 2545 0 0,-41-13-1288 0 0,-6 7-2736 0 0,-92 15 533 0 0,1 0 23 0 0,-2 0 669 0 0,0 0-1 0 0,0 0 0 0 0,-1 1 1 0 0,1-1-1 0 0,0 0 0 0 0,0 0 1 0 0,0 0-1 0 0,0 0 1 0 0,0 1-1 0 0,0-1 0 0 0,0 0 1 0 0,-1 0-1 0 0,1 1 0 0 0,0-1 1 0 0,0 0-1 0 0,0 0 0 0 0,0 0 1 0 0,0 1-1 0 0,0-1 0 0 0,0 0 1 0 0,0 0-1 0 0,0 1 1 0 0,0-1-1 0 0,0 0 0 0 0,0 0 1 0 0,0 0-1 0 0,1 1 0 0 0,-1-1 1 0 0,0 0-1 0 0,0 0 0 0 0,0 0 1 0 0,0 1-1 0 0,0-1 0 0 0,0 0 1 0 0,0 0-1 0 0,1 0 1 0 0,-1 1-1 0 0,0-1 0 0 0,0 0 1 0 0,0 0-1 0 0,0 0 0 0 0,1 0 1 0 0,-1 0-1 0 0,0 0 0 0 0,0 1 1 0 0,0-1-1 0 0,1 0 1 0 0,-1 0 106 0 0,-36 17-5413 0 0,-18 6 2321 0 0,42-19 2884 0 0,9-4 408 0 0,-1 1-1 0 0,1-1 1 0 0,0 1-1 0 0,0 0 1 0 0,0 0-1 0 0,0 0 1 0 0,0 0-1 0 0,0 0 1 0 0,0 1-1 0 0,0-1 1 0 0,0 1-1 0 0,0 0 1 0 0,1 0-1 0 0,-1 0 1 0 0,1 0-1 0 0,0 0 1 0 0,-1 1-1 0 0,1-1 1 0 0,0 1-1 0 0,0 0 1 0 0,1-1-1 0 0,-1 1 1 0 0,0 0-1 0 0,1 0 1 0 0,0 0-1 0 0,0 0 1 0 0,0 0-1 0 0,0 0 1 0 0,0 1-200 0 0,-3 268 4191 0 0,4-230-4396 0 0,0 32-518 0 0,0-26-5546 0 0,0-46 4680 0 0,0-2 20 0 0,0 0-9 0 0</inkml:trace>
  <inkml:trace contextRef="#ctx0" brushRef="#br0" timeOffset="2912.443">1487 105 888 0 0,'5'-9'11868'0'0,"29"3"-8958"0"0,-25 5-1734 0 0,62-2 1254 0 0,-47 4-4681 0 0,-13-16-1717 0 0,-31 22-6128 0 0,14-5 8695 0 0</inkml:trace>
  <inkml:trace contextRef="#ctx0" brushRef="#br0" timeOffset="3300.908">1434 115 956 0 0,'-9'12'7196'0'0,"10"23"-4297"0"0,-1-30-2096 0 0,1 197 3902 0 0,-15-85-3679 0 0,4-65-2505 0 0,7-104-3123 0 0,1 28 2978 0 0,12-70-5695 0 0,9 51 5854 0 0</inkml:trace>
  <inkml:trace contextRef="#ctx0" brushRef="#br0" timeOffset="3882.243">1481 136 2128 0 0,'29'-62'11464'0'0,"33"33"-6729"0"0,20 29-3008 0 0,-82 0-1727 0 0,6 2 64 0 0,0 0-1 0 0,-1 0 1 0 0,1 1 0 0 0,0 0 0 0 0,-1 0-1 0 0,0 0 1 0 0,1 1 0 0 0,-1 0 0 0 0,-1 0-1 0 0,1 0 1 0 0,-1 0 0 0 0,1 1 0 0 0,-1 0 0 0 0,0-1-1 0 0,-1 2 1 0 0,1-1 0 0 0,-1 0 0 0 0,0 1-1 0 0,1 3-63 0 0,-4-8 80 0 0,-21 42 241 0 0,11-30-256 0 0,0-1 0 0 0,-1 0 0 0 0,0 0 0 0 0,-1-1 0 0 0,-1 0 0 0 0,0-1 0 0 0,0-1 0 0 0,-1 0 0 0 0,-14 7-65 0 0,6-3 34 0 0,-95 33 285 0 0,116-46-312 0 0,0 1-1 0 0,0-1 1 0 0,0 1-1 0 0,0-1 1 0 0,0 0-1 0 0,0 1 1 0 0,0-1-1 0 0,-1 0 1 0 0,1 0-1 0 0,0 0 1 0 0,0 0-1 0 0,0 0 1 0 0,0 0-1 0 0,0 0 1 0 0,-1-1-1 0 0,1 1 1 0 0,0 0-1 0 0,0-1 1 0 0,0 1-1 0 0,0 0 1 0 0,0-1-1 0 0,0 0 1 0 0,0 1-1 0 0,0-1 1 0 0,0 1-1 0 0,0-1 1 0 0,0 0-1 0 0,0 0 1 0 0,1 0-1 0 0,-1 1 1 0 0,0-1 0 0 0,0 0-1 0 0,1 0 1 0 0,-1 0-1 0 0,1 0 1 0 0,-1 0-1 0 0,1 0 1 0 0,-1 0-1 0 0,1-1-6 0 0,2 1 19 0 0,0-1-1 0 0,0 0 1 0 0,0 1-1 0 0,0-1 1 0 0,0 1-1 0 0,1-1 1 0 0,-1 1 0 0 0,1 0-1 0 0,-1 0 1 0 0,1 0-1 0 0,-1 1 1 0 0,1-1-1 0 0,-1 1 1 0 0,1-1-1 0 0,0 1 1 0 0,-1 0 0 0 0,1 0-1 0 0,0 0 1 0 0,-1 0-1 0 0,1 0 1 0 0,-1 1-1 0 0,1-1 1 0 0,0 1-1 0 0,-1 0 1 0 0,1 0 0 0 0,-1-1-1 0 0,1 2 1 0 0,-1-1-1 0 0,1 0-18 0 0,109 60 474 0 0,20 92-180 0 0,-126-143-1879 0 0,-4-10-13502 0 0,-2-8 10449 0 0,0-4 4482 0 0,0 2-1466 0 0</inkml:trace>
  <inkml:trace contextRef="#ctx0" brushRef="#br0" timeOffset="4651.632">1803 87 1480 0 0,'14'-21'7185'0'0,"8"6"-3577"0"0,65-8-1253 0 0,-73 20-1355 0 0,70-21-1974 0 0,-127 61-2800 0 0,-18 105 5393 0 0,12 79-336 0 0,10-127-1635 0 0,39-93 408 0 0,0 0 0 0 0,-1-1-1 0 0,1 1 1 0 0,0 0 0 0 0,0-1 0 0 0,0 1 0 0 0,-1 0 0 0 0,1-1 0 0 0,0 1-1 0 0,0 0 1 0 0,0-1 0 0 0,0 1 0 0 0,0 0 0 0 0,0 0 0 0 0,0-1 0 0 0,1 1-1 0 0,-1 0 1 0 0,0-1 0 0 0,0 1 0 0 0,0 0 0 0 0,1-1 0 0 0,-1 1 0 0 0,0 0 0 0 0,1-1-1 0 0,-1 1 1 0 0,1-1 0 0 0,-1 1 0 0 0,0 0 0 0 0,1-1 0 0 0,-1 1 0 0 0,1-1-1 0 0,0 1 1 0 0,-1-1 0 0 0,1 0 0 0 0,-1 1 0 0 0,1-1 0 0 0,0 0 0 0 0,-1 1-1 0 0,1-1 1 0 0,0 0 0 0 0,-1 0 0 0 0,1 1 0 0 0,0-1 0 0 0,-1 0 0 0 0,1 0-1 0 0,0 0 1 0 0,0 0 0 0 0,-1 0 0 0 0,1 0 0 0 0,0 0 0 0 0,-1 0 0 0 0,1 0-1 0 0,0-1 1 0 0,0 1 0 0 0,-1 0 0 0 0,1 0 0 0 0,0-1 0 0 0,-1 1 0 0 0,1 0-1 0 0,0-1-55 0 0,58-10 1295 0 0,-49 9-1278 0 0,77-19 952 0 0,-12 3-5971 0 0,-63 16-1172 0 0,5 2 3699 0 0,-3 1 587 0 0,-4-1 685 0 0</inkml:trace>
  <inkml:trace contextRef="#ctx0" brushRef="#br0" timeOffset="5011.672">2396 40 3464 0 0,'-9'-31'8813'0'0,"-26"33"-5041"0"0,20 6-3561 0 0,0 1 1 0 0,1 1-1 0 0,0 1 1 0 0,1 0-1 0 0,0 0 1 0 0,1 1-1 0 0,0 1 1 0 0,1 0-1 0 0,1 1 1 0 0,0 0-1 0 0,0 0 0 0 0,2 1 1 0 0,0 0-1 0 0,0 1 1 0 0,2-1-1 0 0,0 2 1 0 0,0-1-1 0 0,2 1 1 0 0,0-1-1 0 0,1 1 1 0 0,0 0-1 0 0,1 11-211 0 0,2-20 46 0 0,1 1-1 0 0,-1-1 1 0 0,1 1-1 0 0,1-1 1 0 0,0 0-1 0 0,0 0 0 0 0,1 0 1 0 0,-1 0-1 0 0,2 0 1 0 0,-1-1-1 0 0,1 1 1 0 0,0-1-1 0 0,1 0 1 0 0,0 0-1 0 0,0 0 1 0 0,5 5-46 0 0,-3-5 12 0 0,0-1 1 0 0,0 0-1 0 0,1 0 1 0 0,0 0 0 0 0,0-1-1 0 0,0 0 1 0 0,0-1-1 0 0,1 0 1 0 0,0 0 0 0 0,0-1-1 0 0,6 2-12 0 0,64 5-2769 0 0,-8-48-658 0 0,-60 29 2727 0 0,5-6-921 0 0,0-1 0 0 0,-1-1 0 0 0,-1 0 0 0 0,-1-1 0 0 0,0 0 0 0 0,-1-1 0 0 0,4-11 1621 0 0,-3 7-1380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29.246"/>
    </inkml:context>
    <inkml:brush xml:id="br0">
      <inkml:brushProperty name="width" value="0.05" units="cm"/>
      <inkml:brushProperty name="height" value="0.05" units="cm"/>
      <inkml:brushProperty name="color" value="#FFFFFF"/>
    </inkml:brush>
  </inkml:definitions>
  <inkml:trace contextRef="#ctx0" brushRef="#br0">7 12 1360 0 0,'0'0'192'0'0,"0"1"-1"0"0,0-1 0 0 0,0 0 1 0 0,0 0-1 0 0,0 0 1 0 0,0 0-1 0 0,-1 1 1 0 0,1-1-1 0 0,0 0 0 0 0,0 0 1 0 0,0 0-1 0 0,0 0 1 0 0,0 0-1 0 0,0 0 1 0 0,-1 1-1 0 0,1-1 0 0 0,0 0 1 0 0,0 0-1 0 0,0 0 1 0 0,0 0-1 0 0,-1 0 0 0 0,1 0 1 0 0,0 0-1 0 0,0 0 1 0 0,0 0-1 0 0,0 0 1 0 0,-1 0-1 0 0,1 0 0 0 0,0 0 1 0 0,0 0-1 0 0,0 0 1 0 0,-1 0-1 0 0,1 0 1 0 0,0 0-1 0 0,0 0 0 0 0,0 0 1 0 0,0 0-1 0 0,-1 0 1 0 0,1 0-1 0 0,0 0 1 0 0,0 0-192 0 0,3 12 1685 0 0,23 44 1751 0 0,9-5-3812 0 0,-34-50 73 0 0,1-1-1 0 0,-1 1 1 0 0,0 0 0 0 0,0 0-1 0 0,0 0 1 0 0,1-1-1 0 0,-1 1 1 0 0,0-1 0 0 0,1 1-1 0 0,-1-1 1 0 0,1 1 0 0 0,-1-1-1 0 0,1 0 1 0 0,-1 0 0 0 0,0 0-1 0 0,1 0 1 0 0,-1 0-1 0 0,1 0 1 0 0,-1 0 0 0 0,1 0-1 0 0,-1 0 1 0 0,1-1 0 0 0,-1 1-1 0 0,0 0 1 0 0,1-1 0 0 0,-1 0-1 0 0,0 1 1 0 0,1-1 0 0 0,-1 0-1 0 0,0 1 1 0 0,0-1-1 0 0,0 0 1 0 0,1 0 0 0 0,-1-1 303 0 0,13-10-343 0 0,-14 12 393 0 0,14-15-1653 0 0</inkml:trace>
  <inkml:trace contextRef="#ctx0" brushRef="#br0" timeOffset="357.294">233 0 1792 0 0,'0'1'262'0'0,"0"-1"-1"0"0,0 0 1 0 0,0 1-1 0 0,0-1 1 0 0,0 0-1 0 0,1 1 1 0 0,-1-1-1 0 0,0 0 1 0 0,0 1-1 0 0,0-1 1 0 0,1 0-1 0 0,-1 0 1 0 0,0 1-1 0 0,0-1 1 0 0,1 0-1 0 0,-1 0 1 0 0,0 1-1 0 0,1-1 1 0 0,-1 0-1 0 0,0 0 1 0 0,0 0-1 0 0,1 0 1 0 0,-1 1-1 0 0,0-1 1 0 0,1 0-1 0 0,-1 0 1 0 0,1 0-1 0 0,-1 0 1 0 0,0 0-1 0 0,1 0 1 0 0,-1 0 0 0 0,0 0-1 0 0,1 0 1 0 0,-1 0-1 0 0,0 0 1 0 0,1 0-1 0 0,-1 0 1 0 0,0-1-1 0 0,1 1 1 0 0,-1 0-262 0 0,-20 31 2256 0 0,0-10-1898 0 0,-1-1-1 0 0,-1-1 1 0 0,-1-1-1 0 0,-1-2 1 0 0,0 0-1 0 0,-14 7-357 0 0,7-10-883 0 0,31-13 784 0 0,0 0-5 0 0,25 11-314 0 0,-18 0 750 0 0,-1-1 0 0 0,0 1 0 0 0,-1 0 0 0 0,0 0 1 0 0,-1 1-1 0 0,0-1 0 0 0,-1 1 0 0 0,0 0 0 0 0,-1 0 0 0 0,0 0 0 0 0,-1 1 0 0 0,0-1 0 0 0,-2 10-332 0 0,1 58-2996 0 0,-1-31-4891 0 0,1-47 6098 0 0,0-2 160 0 0,11 12-986 0 0,-6-9 1072 0 0</inkml:trace>
  <inkml:trace contextRef="#ctx0" brushRef="#br0" timeOffset="878.303">517 67 2212 0 0,'-2'-3'333'0'0,"1"1"-1"0"0,-1-1 1 0 0,1 0-1 0 0,-1 1 1 0 0,0-1-1 0 0,0 1 0 0 0,0-1 1 0 0,0 1-1 0 0,-1 0 1 0 0,1 0-1 0 0,-1 0 1 0 0,1 0-1 0 0,-1 1 1 0 0,0-1-1 0 0,1 1 1 0 0,-1 0-1 0 0,0-1 1 0 0,0 1-1 0 0,0 0 0 0 0,0 1 1 0 0,0-1-1 0 0,0 0 1 0 0,0 1-1 0 0,0 0 1 0 0,-1 0-1 0 0,1 0 1 0 0,0 0-1 0 0,0 0 1 0 0,0 0-1 0 0,0 1 1 0 0,0 0-1 0 0,0 0 0 0 0,0 0 1 0 0,-3 1-333 0 0,-4 4 150 0 0,0 0 0 0 0,0 1-1 0 0,1 0 1 0 0,0 1 0 0 0,0 0 0 0 0,1 1 0 0 0,0-1-1 0 0,0 1 1 0 0,1 1 0 0 0,1 0 0 0 0,-1 0 0 0 0,1 0-1 0 0,1 1 1 0 0,0-1 0 0 0,1 1 0 0 0,0 0 0 0 0,0 1-1 0 0,1-1 1 0 0,-1 10-150 0 0,4-14 50 0 0,0 0 1 0 0,0 1-1 0 0,1-1 0 0 0,-1 1 1 0 0,2-1-1 0 0,-1 0 0 0 0,1 0 1 0 0,0 0-1 0 0,1 0 0 0 0,-1 0 1 0 0,1 0-1 0 0,1 0 0 0 0,-1-1 1 0 0,1 0-1 0 0,1 0 0 0 0,-1 0 1 0 0,3 3-51 0 0,-3-5-37 0 0,0 1 1 0 0,1-2 0 0 0,-1 1-1 0 0,1 0 1 0 0,0-1 0 0 0,0 0 0 0 0,0 0-1 0 0,0 0 1 0 0,0-1 0 0 0,0 1-1 0 0,1-1 1 0 0,-1-1 0 0 0,1 1 0 0 0,0-1-1 0 0,-1 0 1 0 0,1 0 0 0 0,0 0-1 0 0,0-1 1 0 0,0 0 0 0 0,0 0-1 0 0,2-1 38 0 0,57-23-1155 0 0,-46 12 469 0 0,86-89-10220 0 0,-92 85 9389 0 0</inkml:trace>
  <inkml:trace contextRef="#ctx0" brushRef="#br0" timeOffset="1153.331">724 30 2356 0 0,'-2'61'8396'0'0,"3"4"-5987"0"0,-31 106-1145 0 0,17-150-2569 0 0,8-14 1025 0 0,-3-10-9699 0 0,8-2 8614 0 0</inkml:trace>
  <inkml:trace contextRef="#ctx0" brushRef="#br0" timeOffset="1411.409">681 283 860 0 0,'28'-24'6468'0'0,"32"10"-3160"0"0,-21 7-1310 0 0,33-24 528 0 0,-21-28-6130 0 0,-25 15-5623 0 0,-22 37 7734 0 0</inkml:trace>
  <inkml:trace contextRef="#ctx0" brushRef="#br0" timeOffset="1662.442">985 28 1076 0 0,'7'16'8871'0'0,"-5"30"-5193"0"0,-2 142 525 0 0,-14-89-3745 0 0,13-37-1997 0 0,1-23-7077 0 0,0-37 6892 0 0,0-2 127 0 0,2 2 140 0 0,11 6-72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27.801"/>
    </inkml:context>
    <inkml:brush xml:id="br0">
      <inkml:brushProperty name="width" value="0.05" units="cm"/>
      <inkml:brushProperty name="height" value="0.05" units="cm"/>
      <inkml:brushProperty name="color" value="#FFFFFF"/>
    </inkml:brush>
  </inkml:definitions>
  <inkml:trace contextRef="#ctx0" brushRef="#br0">254 50 1204 0 0,'0'0'1806'0'0,"0"0"-200"0"0,3 0-241 0 0,11-16 1986 0 0,-14 13-2338 0 0,0 3-32 0 0,0 0-115 0 0,0 0-48 0 0,0 0-31 0 0,-2-6-107 0 0,0 1-530 0 0,2 4-106 0 0,0 0 1 0 0,0 0-1 0 0,0 0 0 0 0,-1 0 0 0 0,1 1 0 0 0,0-1 1 0 0,0 0-1 0 0,-1 0 0 0 0,1 0 0 0 0,0 1 0 0 0,-1-1 1 0 0,1 0-1 0 0,-1 1 0 0 0,1-1 0 0 0,-1 0 1 0 0,1 1-1 0 0,-1-1 0 0 0,0 0 0 0 0,1 1 0 0 0,-1-1 1 0 0,0 1-1 0 0,1-1 0 0 0,-1 1 0 0 0,0 0 0 0 0,1-1 1 0 0,-1 1-1 0 0,0 0 0 0 0,0-1 0 0 0,0 1 0 0 0,1 0 1 0 0,-1 0-1 0 0,0 0 0 0 0,0-1 0 0 0,0 1 0 0 0,0 0 1 0 0,1 0-1 0 0,-1 0 0 0 0,0 1 0 0 0,0-1 1 0 0,0 0-1 0 0,0 0 0 0 0,1 0 0 0 0,-1 1 0 0 0,0-1 1 0 0,0 0-1 0 0,0 1 0 0 0,1-1 0 0 0,-1 0 0 0 0,0 1 1 0 0,1-1-1 0 0,-1 1 0 0 0,0 0 0 0 0,0 0-44 0 0,-17 11 330 0 0,0 2 1 0 0,0 1-1 0 0,1 0 0 0 0,1 0 0 0 0,1 2 1 0 0,0 0-1 0 0,2 1 0 0 0,-1 0 0 0 0,2 1 1 0 0,1 1-1 0 0,0 0 0 0 0,2 0 0 0 0,-5 13-330 0 0,8-18 66 0 0,0 0-1 0 0,2 1 0 0 0,-1 0 0 0 0,2 0 1 0 0,0 0-1 0 0,1 0 0 0 0,1 0 0 0 0,0 0 1 0 0,1 1-66 0 0,1-8-104 0 0,0 0 0 0 0,1-1 0 0 0,0 1-1 0 0,1-1 1 0 0,-1 0 0 0 0,2 0 0 0 0,-1 0 0 0 0,1 0 0 0 0,0 0 0 0 0,1-1 0 0 0,0 0 0 0 0,0 0 0 0 0,1 0 0 0 0,-1 0 0 0 0,1-1 0 0 0,1 0 0 0 0,-1-1 0 0 0,1 1 0 0 0,0-1 0 0 0,0 0 0 0 0,1-1-1 0 0,0 0 1 0 0,-1 0 0 0 0,1 0 0 0 0,1-1 0 0 0,-1 0 0 0 0,0-1 0 0 0,1 0 0 0 0,-1 0 0 0 0,6-1 104 0 0,0-3-1112 0 0,-1-1 1 0 0,1-1-1 0 0,0-1 0 0 0,-1 0 1 0 0,0 0-1 0 0,0-2 0 0 0,0 1 1 0 0,-1-2-1 0 0,0 1 0 0 0,0-2 1 0 0,-1 1-1 0 0,0-2 0 0 0,-1 1 0 0 0,9-12 1112 0 0,-16 19-191 0 0,16-14-1355 0 0</inkml:trace>
  <inkml:trace contextRef="#ctx0" brushRef="#br0" timeOffset="385.941">521 71 2420 0 0,'-7'1'5666'0'0,"0"25"-2918"0"0,-8 231 3330 0 0,-11-95-4919 0 0,11-73-1014 0 0,9-137-8420 0 0,6-57 1466 0 0,0 71 5157 0 0</inkml:trace>
  <inkml:trace contextRef="#ctx0" brushRef="#br0" timeOffset="681.504">478 174 2212 0 0,'0'-4'464'0'0,"1"-1"0"0"0,-1 1 0 0 0,1 0-1 0 0,-1-1 1 0 0,2 1 0 0 0,-1 0 0 0 0,0-1-1 0 0,1 1 1 0 0,-1 0 0 0 0,1 0 0 0 0,0 0-1 0 0,1 0 1 0 0,-1 1 0 0 0,1-1 0 0 0,0 1 0 0 0,-1-1-1 0 0,1 1 1 0 0,1 0 0 0 0,-1 0 0 0 0,0 0-1 0 0,1 0 1 0 0,2-1-464 0 0,95-31 4027 0 0,-94 34-3868 0 0,0 0 0 0 0,1 1 0 0 0,-1 1 0 0 0,0-1 0 0 0,1 1 0 0 0,-1 0 0 0 0,0 0 0 0 0,0 1 0 0 0,0 0 0 0 0,0 1 0 0 0,0-1 0 0 0,-1 1 0 0 0,1 1 0 0 0,-1-1 1 0 0,0 1-1 0 0,0 0 0 0 0,0 0 0 0 0,0 1 0 0 0,4 4-159 0 0,-8-5 52 0 0,0 0 0 0 0,0 0 0 0 0,0 0 0 0 0,-1 0 0 0 0,1 1 0 0 0,-1-1 0 0 0,0 0 0 0 0,0 1 1 0 0,-1-1-1 0 0,1 0 0 0 0,-1 1 0 0 0,0-1 0 0 0,0 1 0 0 0,-1-1 0 0 0,1 1 0 0 0,-1-1 0 0 0,0 0 0 0 0,0 1 0 0 0,-1-1 0 0 0,1 0 1 0 0,-1 0-1 0 0,0 0 0 0 0,0 0 0 0 0,0 0 0 0 0,0 0 0 0 0,-3 2-52 0 0,-2 6-101 0 0,0-1 1 0 0,0 0 0 0 0,-2 0-1 0 0,1-1 1 0 0,-1 0-1 0 0,-1 0 1 0 0,0-1 0 0 0,0-1-1 0 0,0 1 1 0 0,-1-2-1 0 0,-1 0 1 0 0,1 0 0 0 0,-1-1-1 0 0,0 0 1 0 0,-1-1-1 0 0,1 0 1 0 0,-1-1 0 0 0,0-1-1 0 0,0 0 1 0 0,-5 0 100 0 0,17-2-200 0 0,0-1-1 0 0,0 0 1 0 0,-1 1 0 0 0,1-1 0 0 0,0 0-1 0 0,0 0 1 0 0,0 0 0 0 0,0 0 0 0 0,0 0 0 0 0,0 0-1 0 0,0 0 1 0 0,0 0 0 0 0,0 0 0 0 0,0-1 0 0 0,0 1-1 0 0,0 0 1 0 0,0-1 0 0 0,0 1 0 0 0,0-1 0 0 0,0 1-1 0 0,0-1 1 0 0,0 1 0 0 0,0-1 0 0 0,0 0 0 0 0,1 1-1 0 0,-1-1 1 0 0,0 0 0 0 0,0 0 0 0 0,1 0 0 0 0,-1 0-1 0 0,1 1 1 0 0,-1-1 0 0 0,0 0 0 0 0,1 0-1 0 0,0 0 1 0 0,-1 0 0 0 0,1 0 0 0 0,0 0 0 0 0,-1 0-1 0 0,1 0 1 0 0,0 0 0 0 0,0-1 0 0 0,0 1 0 0 0,0 0-1 0 0,0 0 1 0 0,0 0 0 0 0,0 0 0 0 0,0 0 0 0 0,0 0-1 0 0,1 0 1 0 0,-1 0 0 0 0,0 0 0 0 0,1 0 0 0 0,-1 0-1 0 0,1 0 1 0 0,-1 0 0 0 0,1 0 0 0 0,-1 0-1 0 0,1 0 1 0 0,0 1 0 0 0,-1-1 0 0 0,1 0 0 0 0,0 0-1 0 0,0 1 1 0 0,0-1 0 0 0,0 0 0 0 0,0 0 200 0 0,16-11-1713 0 0,3-1 26 0 0</inkml:trace>
  <inkml:trace contextRef="#ctx0" brushRef="#br0" timeOffset="1133.781">1097 167 2664 0 0,'-12'-19'9207'0'0,"-15"17"-6258"0"0,-23 17-2232 0 0,-114 84 1355 0 0,149-88-1931 0 0,14-8-110 0 0,-1 0 0 0 0,1 0 0 0 0,0 0 0 0 0,0 1 0 0 0,1-1 0 0 0,-1 0-1 0 0,1 0 1 0 0,-1 1 0 0 0,1-1 0 0 0,0 0 0 0 0,0 1 0 0 0,0-1 0 0 0,1 0 0 0 0,-1 0 0 0 0,1 1-1 0 0,0-1 1 0 0,0 0 0 0 0,0 0 0 0 0,0 0 0 0 0,1 0 0 0 0,-1 0 0 0 0,1 0 0 0 0,0 0 0 0 0,0 0-1 0 0,0-1 1 0 0,0 1 0 0 0,0-1 0 0 0,0 0 0 0 0,1 1 0 0 0,-1-1 0 0 0,1 0 0 0 0,0 0-31 0 0,-3-1 0 0 0,95 91 293 0 0,-85-80-264 0 0,-6-8 98 0 0,-1 0 0 0 0,1 0 0 0 0,-1 1 0 0 0,0-1-1 0 0,-1 1 1 0 0,1 0 0 0 0,-1 0 0 0 0,1 0 0 0 0,-2 0 0 0 0,1 0 0 0 0,0 0 0 0 0,-1 0-1 0 0,0 1 1 0 0,0-1-127 0 0,-1-3 279 0 0,-4 16 458 0 0,1-14-707 0 0,0 0 1 0 0,0 1 0 0 0,0-1 0 0 0,-1 0-1 0 0,1-1 1 0 0,-1 1 0 0 0,0-1 0 0 0,0 1-1 0 0,0-1 1 0 0,0 0 0 0 0,-1-1 0 0 0,1 1-1 0 0,-1-1 1 0 0,1 0 0 0 0,-1 0 0 0 0,0 0-1 0 0,0-1 1 0 0,-5 2-31 0 0,-82-17-1019 0 0,80 9 452 0 0,-45-24-2040 0 0,35-1-4373 0 0,22 29 5065 0 0,5-15-2885 0 0,16-9 3345 0 0,0 9-76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38.866"/>
    </inkml:context>
    <inkml:brush xml:id="br0">
      <inkml:brushProperty name="width" value="0.05" units="cm"/>
      <inkml:brushProperty name="height" value="0.05" units="cm"/>
      <inkml:brushProperty name="color" value="#FFFFFF"/>
    </inkml:brush>
  </inkml:definitions>
  <inkml:trace contextRef="#ctx0" brushRef="#br0">1 169 2240 0 0,'15'-10'6512'0'0,"10"-1"-2412"0"0,-21 9-3639 0 0,38-8 5234 0 0,-41 10-5490 0 0,-1 0-58 0 0,0 0-40 0 0,0 0 3 0 0,0 0 5 0 0,0 0-33 0 0,0 0-21 0 0,0 0-39 0 0,10 0 286 0 0,29 0-40 0 0,-13 0-3093 0 0,-16 21-1520 0 0,-31 12-5831 0 0,15-27 8585 0 0</inkml:trace>
  <inkml:trace contextRef="#ctx0" brushRef="#br0" timeOffset="266.234">4 377 1660 0 0,'32'-5'8223'0'0,"16"-22"-6094"0"0,-37 16-4010 0 0,-15-3-5728 0 0,2 11 6123 0 0</inkml:trace>
  <inkml:trace contextRef="#ctx0" brushRef="#br0" timeOffset="1586.166">48 262 1240 0 0,'-1'50'5563'0'0,"-6"26"-2694"0"0,-2 51-964 0 0,9-73-160 0 0,0-52-1430 0 0,11 10 513 0 0,6-27-881 0 0,-1-1 0 0 0,0-1 0 0 0,-2 0 0 0 0,0-1 0 0 0,0-1 0 0 0,3-8 53 0 0,-12 20-127 0 0,4-10-659 0 0,0-1 0 0 0,0 0 0 0 0,-2-1 0 0 0,0 1 0 0 0,-1-2 0 0 0,-1 1 0 0 0,-1 0 0 0 0,-1-5 786 0 0,5-11 1273 0 0,-2 35 1638 0 0,10 67-250 0 0,-16-66-2433 0 0,0 14-181 0 0,-4 5-2357 0 0,-1-43 1026 0 0,24-69 2692 0 0,-14 86-1149 0 0,0-1-1 0 0,0 1 1 0 0,1 0-1 0 0,0 1 0 0 0,0-1 1 0 0,0 1-1 0 0,1 0 1 0 0,0 1-1 0 0,0 0 0 0 0,0 0 1 0 0,0 0-1 0 0,1 1 0 0 0,0 0 1 0 0,-1 0-1 0 0,1 1 1 0 0,0 0-1 0 0,0 1 0 0 0,0-1 1 0 0,0 2-1 0 0,1-1 1 0 0,-1 1-1 0 0,0 0 0 0 0,0 1 1 0 0,1 0-259 0 0,-6 0-6 0 0,-1 0-1 0 0,1 0 1 0 0,-1 1 0 0 0,0-1 0 0 0,1 1-1 0 0,-1-1 1 0 0,0 1 0 0 0,0 0 0 0 0,0 0 0 0 0,0 0-1 0 0,-1 0 1 0 0,1 0 0 0 0,0 1 0 0 0,-1-1-1 0 0,0 0 1 0 0,1 1 0 0 0,-1-1 0 0 0,0 1-1 0 0,0-1 1 0 0,0 1 0 0 0,-1 0 0 0 0,1-1 0 0 0,-1 1-1 0 0,1 0 1 0 0,-1 0 0 0 0,0-1 0 0 0,0 1-1 0 0,0 0 1 0 0,0 0 0 0 0,-1-1 0 0 0,1 1 0 0 0,-1 0-1 0 0,0 2 7 0 0,-67 79-3666 0 0,5-54-3249 0 0,43-34 2859 0 0,3-8 3303 0 0,16 11 946 0 0,-1-1-1 0 0,1 0 1 0 0,0 1-1 0 0,0-1 1 0 0,0 0 0 0 0,0 0-1 0 0,0 1 1 0 0,0-1-1 0 0,0 0 1 0 0,0 0-1 0 0,1 0 1 0 0,-1 0 0 0 0,1 0-1 0 0,-1 0 1 0 0,1 0-1 0 0,0 0 1 0 0,0-1-1 0 0,0 1 1 0 0,0 0 0 0 0,0 0-1 0 0,0 0 1 0 0,1 0-1 0 0,-1 0 1 0 0,1 0-1 0 0,-1 0 1 0 0,1 0 0 0 0,0 0-1 0 0,0-1-192 0 0,0 3 79 0 0,0-1 0 0 0,0 1 0 0 0,0 0 0 0 0,0-1 0 0 0,0 1 0 0 0,1 0 0 0 0,-1-1 0 0 0,0 1 0 0 0,0 0 0 0 0,0 0 0 0 0,0 0 0 0 0,0 0 0 0 0,0 0 0 0 0,1 0 0 0 0,-1 0 0 0 0,0 0 0 0 0,0 1 0 0 0,0-1 0 0 0,0 0 0 0 0,0 1 0 0 0,0-1 0 0 0,0 1 0 0 0,0-1 0 0 0,0 1 0 0 0,0-1 0 0 0,0 1 0 0 0,0 0 0 0 0,0-1 0 0 0,0 1 0 0 0,-1 0 0 0 0,1 0 0 0 0,0 0-1 0 0,-1 0 1 0 0,1-1 0 0 0,0 1 0 0 0,-1 0 0 0 0,1 0 0 0 0,-1 0 0 0 0,1 0 0 0 0,-1 1 0 0 0,0-1 0 0 0,1 0 0 0 0,-1 0 0 0 0,0 0 0 0 0,0 0 0 0 0,0 0 0 0 0,0 0 0 0 0,0 0 0 0 0,0 1 0 0 0,0-1-79 0 0,0-1-23 0 0,0-1 0 0 0,-1 1 0 0 0,1 0 0 0 0,-1-1 0 0 0,1 1 0 0 0,0 0 0 0 0,-1-1 0 0 0,1 1 0 0 0,0 0 0 0 0,-1 0 0 0 0,1 0 0 0 0,-1-1 0 0 0,1 1 0 0 0,-1 0 0 0 0,1 0 0 0 0,-1 0 0 0 0,1 0 0 0 0,0 0 0 0 0,-1 0 0 0 0,1 0 0 0 0,-1 0 0 0 0,1 0 0 0 0,-1 0 0 0 0,1 0 0 0 0,-1 0 0 0 0,1 0 0 0 0,-1 0 0 0 0,1 1 0 0 0,0-1 0 0 0,-1 0 0 0 0,1 0 0 0 0,-1 0 0 0 0,1 1 0 0 0,0-1 0 0 0,-1 0 0 0 0,1 0 0 0 0,-1 1 0 0 0,1-1 0 0 0,0 0 0 0 0,-1 1 0 0 0,1-1 0 0 0,0 0 0 0 0,0 1 0 0 0,-1-1 0 0 0,1 1 0 0 0,0-1 0 0 0,0 1 0 0 0,0-1 23 0 0,-5-19-93 0 0,13 28 637 0 0,-3 8-232 0 0,0 0 0 0 0,-2 0 0 0 0,0 0 0 0 0,-1 0 0 0 0,-1 0 1 0 0,0 1-1 0 0,-2 13-312 0 0,1-14 116 0 0,-33 87-141 0 0,-19-44-1747 0 0,51-59 1545 0 0,1-1 49 0 0,-28-16-78 0 0,8-38 2353 0 0,20 53-1781 0 0,4-15 479 0 0,0 9-652 0 0,1 0 0 0 0,0 0 1 0 0,0 1-1 0 0,0-1 0 0 0,1 1 0 0 0,0 1 0 0 0,0-1 0 0 0,0 1 0 0 0,1 0 0 0 0,0 0 0 0 0,0 1 0 0 0,0 0 0 0 0,0 0 0 0 0,1 1 0 0 0,0 0 0 0 0,-1 0 0 0 0,1 1 0 0 0,0 0 1 0 0,0 0-1 0 0,1 1 0 0 0,3-1-143 0 0,-11 2 90 0 0,-1 0-52 0 0,0 0-47 0 0,2 3-18 0 0,-1-2 2 0 0,0 0 0 0 0,-1 0 0 0 0,1 0 0 0 0,0 0-1 0 0,-1 0 1 0 0,1 0 0 0 0,-1 0 0 0 0,1 1 0 0 0,-1-1 0 0 0,0 0 0 0 0,1 0 0 0 0,-1 0 0 0 0,0 0 0 0 0,0 1 0 0 0,0-1 0 0 0,0 0 0 0 0,0 0 0 0 0,0 1 0 0 0,0-1 0 0 0,0 0 0 0 0,0 0 0 0 0,-1 0 0 0 0,1 1 0 0 0,-1-1 0 0 0,1 0 0 0 0,0 0 0 0 0,-1 0 0 0 0,0 0-1 0 0,1 0 1 0 0,-1 0 0 0 0,0 0 0 0 0,0 0 0 0 0,1 0 0 0 0,-1 0 0 0 0,0 0 0 0 0,0 0 25 0 0,-16 19-222 0 0,-1-1 0 0 0,-1 0-1 0 0,-1-2 1 0 0,0 0 0 0 0,-1-1-1 0 0,-4 1 223 0 0,17-11 56 0 0,9-6 1 0 0,-1 0 0 0 0,1 0 0 0 0,-1 1-1 0 0,1-1 1 0 0,-1 0 0 0 0,0 1 0 0 0,1-1 0 0 0,-1 0 0 0 0,1 1-1 0 0,-1-1 1 0 0,0 0 0 0 0,0 1 0 0 0,1-1 0 0 0,-1 0 0 0 0,0 1-1 0 0,0-1 1 0 0,1 1 0 0 0,-1-1 0 0 0,0 1 0 0 0,0-1 0 0 0,0 1-1 0 0,0-1 1 0 0,1 1 0 0 0,-1-1 0 0 0,0 1 0 0 0,0-1 0 0 0,0 1-1 0 0,0-1 1 0 0,0 1 0 0 0,0-1 0 0 0,-1 1 0 0 0,1-1 0 0 0,0 0-1 0 0,0 1 1 0 0,0-1 0 0 0,0 1 0 0 0,-1-1 0 0 0,1 1 0 0 0,0-1-1 0 0,0 1 1 0 0,-1-1 0 0 0,1 0 0 0 0,0 1 0 0 0,0-1-1 0 0,-1 0 1 0 0,1 1-57 0 0,214-24 2977 0 0,-210 23-3006 0 0,32 0 242 0 0,-14 0-3148 0 0,-21 0 1815 0 0,-1 0-108 0 0,24-1-9475 0 0,-11-6 8338 0 0,-11 1 989 0 0</inkml:trace>
  <inkml:trace contextRef="#ctx0" brushRef="#br0" timeOffset="2056.963">710 63 1564 0 0,'11'-2'8879'0'0,"-4"15"-6862"0"0,-26 42-9476 0 0,12-35 5954 0 0,-5 0-95 0 0</inkml:trace>
  <inkml:trace contextRef="#ctx0" brushRef="#br0" timeOffset="2211.25">640 403 2108 0 0,'12'12'6061'0'0,"-3"-9"-4450"0"0,-6 7-3672 0 0,1 14-2084 0 0,-4-14 2747 0 0</inkml:trace>
  <inkml:trace contextRef="#ctx0" brushRef="#br0" timeOffset="3412.096">637 639 1956 0 0,'0'0'132'0'0,"1"-1"0"0"0,-1 1 0 0 0,1 0 0 0 0,-1 0 0 0 0,1-1 0 0 0,-1 1 0 0 0,1 0 0 0 0,-1 0 0 0 0,1 0 0 0 0,-1 0 0 0 0,1 0 0 0 0,-1 0 0 0 0,1 0 0 0 0,-1 0 0 0 0,1 0 0 0 0,-1 0 0 0 0,1 0 0 0 0,-1 0 0 0 0,1 0-1 0 0,-1 0 1 0 0,1 0 0 0 0,-1 1 0 0 0,1-1 0 0 0,-1 0 0 0 0,1 0 0 0 0,-1 1 0 0 0,1-1 0 0 0,-1 0 0 0 0,1 1 0 0 0,-1-1 0 0 0,0 0 0 0 0,1 1 0 0 0,-1-1 0 0 0,0 0 0 0 0,1 1 0 0 0,-1-1 0 0 0,0 1 0 0 0,1-1 0 0 0,-1 1 0 0 0,0-1 0 0 0,0 1 0 0 0,0-1 0 0 0,1 1 0 0 0,-1-1 0 0 0,0 1 0 0 0,0-1 0 0 0,0 1 0 0 0,0-1-1 0 0,0 1 1 0 0,0-1 0 0 0,0 1 0 0 0,0-1 0 0 0,0 1 0 0 0,0 0 0 0 0,0-1 0 0 0,-1 1 0 0 0,1-1 0 0 0,0 1 0 0 0,0-1 0 0 0,0 1 0 0 0,-1-1 0 0 0,1 0 0 0 0,0 1 0 0 0,-1-1 0 0 0,1 1 0 0 0,0-1 0 0 0,-1 1-132 0 0,28-40 2487 0 0,-22 31-2660 0 0,76-175 22 0 0,-16-6-5613 0 0,-62 163 8551 0 0,-11 82-947 0 0,-4 84-405 0 0,0-64-434 0 0,12-69-1216 0 0,4-30-103 0 0,71-149 42 0 0,-73 169 371 0 0,0 1 0 0 0,1 0 0 0 0,-1-1-1 0 0,0 1 1 0 0,1 0 0 0 0,-1 0 0 0 0,1 0 0 0 0,-1 1 0 0 0,1-1 0 0 0,0 1 0 0 0,0-1 0 0 0,0 1 0 0 0,0 0 0 0 0,0 0 0 0 0,0 0 0 0 0,0 1 0 0 0,0-1 0 0 0,0 1 0 0 0,0 0 0 0 0,0-1 0 0 0,1 1 0 0 0,1 1-95 0 0,16 13 422 0 0,2 41 46 0 0,-22 11-601 0 0,-4-60-104 0 0,1-3 136 0 0,0 1-151 0 0,0 0-1 0 0,-1 1 1 0 0,0-1 0 0 0,1 0 0 0 0,-1 0 0 0 0,-1-1 0 0 0,1 1 0 0 0,-1-1 0 0 0,1 0 0 0 0,-1 0 0 0 0,0 0 0 0 0,0 0-1 0 0,0 0 1 0 0,0-1 0 0 0,-1 0 0 0 0,1 0 0 0 0,-4 1 252 0 0,7-3-1031 0 0,1 0-124 0 0,-19-23-3173 0 0,15 14 3189 0 0,-5 18 5403 0 0,5 69 213 0 0,-13 6-1815 0 0,18-83-2648 0 0,0-1 0 0 0,0 1 1 0 0,1-1-1 0 0,-1 0 0 0 0,0 1 1 0 0,0-1-1 0 0,1 0 0 0 0,-1 0 0 0 0,0 0 1 0 0,1 0-1 0 0,-1 0 0 0 0,0 0 1 0 0,0 0-1 0 0,1 0 0 0 0,-1-1 1 0 0,0 1-1 0 0,1 0 0 0 0,-1-1 0 0 0,0 1 1 0 0,0-1-1 0 0,0 0 0 0 0,0 1 1 0 0,1-1-1 0 0,-1 0 0 0 0,0 1 1 0 0,0-1-1 0 0,0 0 0 0 0,0 0 0 0 0,-1 0 1 0 0,1 0-1 0 0,0 0 0 0 0,0 0 1 0 0,-1 0-1 0 0,1 0 0 0 0,0-1 1 0 0,-1 1-1 0 0,1 0 0 0 0,-1 0 0 0 0,1 0 1 0 0,-1-2-15 0 0,2 1 52 0 0,1-2 78 0 0,1 0-1 0 0,-1 1 1 0 0,1-1-1 0 0,-1 1 0 0 0,1 0 1 0 0,0 0-1 0 0,1 0 1 0 0,-1 0-1 0 0,0 1 0 0 0,1-1 1 0 0,-1 1-1 0 0,1 0 0 0 0,0 1 1 0 0,0-1-1 0 0,-1 1 1 0 0,1 0-1 0 0,0 0 0 0 0,0 1 1 0 0,0-1-1 0 0,1 1-129 0 0,-5 0 207 0 0,10 3 197 0 0,2 7-218 0 0,-10-7 3 0 0,-3-3-54 0 0,7-5-77 0 0,1 1 0 0 0,-1-1 0 0 0,-1-1 0 0 0,1 1 1 0 0,-1-1-1 0 0,0 0 0 0 0,0-1 0 0 0,-1 0 0 0 0,1 1 0 0 0,-2-2 1 0 0,1 1-1 0 0,-1-1 0 0 0,0 1 0 0 0,-1-1 0 0 0,1-1-58 0 0,0 2 51 0 0,2-7-20 0 0,0-1 1 0 0,0 0-1 0 0,-2 0 0 0 0,0-1 0 0 0,0 1 1 0 0,-2-1-1 0 0,0 0 0 0 0,0-3-31 0 0,11-63 44 0 0,-9 84 312 0 0,2 24-179 0 0,-1 2 0 0 0,-2-1 0 0 0,0 1 0 0 0,-2-1 0 0 0,-1 1 0 0 0,-2 0-177 0 0,2 12 352 0 0,-10 250 1483 0 0,6-255-1536 0 0,4-28-189 0 0,-1 1 0 0 0,1-1 0 0 0,-1 1 0 0 0,0-1 0 0 0,-1 0-1 0 0,0 0 1 0 0,0 1 0 0 0,-1-1 0 0 0,1-1 0 0 0,-2 1-1 0 0,1 0 1 0 0,-1-1 0 0 0,-2 4-110 0 0,2-8-103 0 0,-1 0 0 0 0,1-1 0 0 0,-1 1 0 0 0,0-1 1 0 0,1 0-1 0 0,-1 0 0 0 0,0 0 0 0 0,0-1 0 0 0,0 0 0 0 0,0 0 0 0 0,1 0 0 0 0,-1-1 0 0 0,0 1 0 0 0,0-1 0 0 0,0 0 1 0 0,1-1-1 0 0,-1 1 0 0 0,1-1 0 0 0,-1 0 0 0 0,1 0 0 0 0,-1 0 0 0 0,1 0 0 0 0,0-1 0 0 0,0 0 103 0 0,2 2-3 0 0,-96-57-4558 0 0,91 53 3675 0 0,-1-2 0 0 0,1 1 0 0 0,1-1 0 0 0,-1 1-1 0 0,1-2 1 0 0,0 1 0 0 0,1-1 0 0 0,0 0 0 0 0,0 0 0 0 0,-1-4 886 0 0,5 7-475 0 0,-1 1 0 0 0,2-1 0 0 0,-1 0 0 0 0,0 0 0 0 0,1 0 0 0 0,0 1 0 0 0,0-1 0 0 0,1 0 0 0 0,-1 0 0 0 0,1 0 0 0 0,0 1 0 0 0,0-1 0 0 0,1 0 0 0 0,-1 1 0 0 0,1-1 0 0 0,0 1 0 0 0,2-3 475 0 0,-2 1 64 0 0,10-27-1587 0 0</inkml:trace>
  <inkml:trace contextRef="#ctx0" brushRef="#br0" timeOffset="5028.639">1461 90 1336 0 0,'3'11'6089'0'0,"-6"12"-2705"0"0,1-3-1738 0 0,-15 29-2304 0 0,9-81-2204 0 0,9 26 3014 0 0,1-1 0 0 0,0 1-1 0 0,0 0 1 0 0,1 1-1 0 0,0-1 1 0 0,0 0-1 0 0,0 1 1 0 0,0-1-1 0 0,1 1 1 0 0,0 0-1 0 0,0 1 1 0 0,1-1-1 0 0,-1 0 1 0 0,1 1-1 0 0,0 0 1 0 0,0 0-1 0 0,0 1 1 0 0,0-1-1 0 0,1 1 1 0 0,0 0-1 0 0,0 1 1 0 0,-1-1-1 0 0,1 1 1 0 0,0 1-1 0 0,1-1 1 0 0,-1 1-1 0 0,0 0 1 0 0,3 0-152 0 0,63-3 2661 0 0,-70 4-2389 0 0,0 3-64 0 0,-1-2-211 0 0,0 0 1 0 0,0 0-1 0 0,0 0 1 0 0,0 1 0 0 0,0-1-1 0 0,-1 0 1 0 0,1 0-1 0 0,0 1 1 0 0,-1-1-1 0 0,1 0 1 0 0,-1 1-1 0 0,1-1 1 0 0,-1 1-1 0 0,0-1 1 0 0,1 1 0 0 0,-1-1-1 0 0,0 0 1 0 0,0 1-1 0 0,0-1 1 0 0,0 1-1 0 0,0-1 1 0 0,0 1-1 0 0,-1-1 1 0 0,1 1-1 0 0,-1-1 1 0 0,1 0 0 0 0,-1 1-1 0 0,1-1 1 0 0,-1 1-1 0 0,1-1 1 0 0,-1 0-1 0 0,0 0 1 0 0,0 0-1 0 0,0 1 1 0 0,0-1-1 0 0,0 0 1 0 0,0 0 0 0 0,-1 0 1 0 0,-3 4-30 0 0,0 0 0 0 0,-1 0 0 0 0,0-1 0 0 0,1 0 0 0 0,-2 0-1 0 0,1 0 1 0 0,0-1 0 0 0,-1 0 0 0 0,0 0 0 0 0,1-1 0 0 0,-1 1-1 0 0,0-2 1 0 0,0 1 0 0 0,-1-1 0 0 0,1 0 0 0 0,-1 0 31 0 0,7-1-42 0 0,1 0 29 0 0,0 0 111 0 0,-3-3 14 0 0,3 3-106 0 0,1 1 0 0 0,-1-1 0 0 0,0 0 0 0 0,1 0-1 0 0,-1 0 1 0 0,0 0 0 0 0,1 0 0 0 0,-1 0 0 0 0,0 0 0 0 0,1 0-1 0 0,-1 0 1 0 0,0-1 0 0 0,1 1 0 0 0,-1 0 0 0 0,0 0 0 0 0,1 0-1 0 0,-1 0 1 0 0,0 0 0 0 0,1-1 0 0 0,-1 1 0 0 0,0 0 0 0 0,1 0-1 0 0,-1 0 1 0 0,0-1 0 0 0,0 1 0 0 0,0 0 0 0 0,1 0 0 0 0,-1-1-1 0 0,0 1 1 0 0,0 0 0 0 0,0-1 0 0 0,1 1 0 0 0,-1 0 0 0 0,0-1-1 0 0,0 1 1 0 0,0 0 0 0 0,0-1 0 0 0,0 1 0 0 0,0 0 0 0 0,0-1-1 0 0,0 1 1 0 0,0 0 0 0 0,0-1 0 0 0,0 1 0 0 0,0 0 0 0 0,0-1-1 0 0,0 1 1 0 0,0 0 0 0 0,0-1-6 0 0,2 1-4 0 0,0-1 0 0 0,0 1 1 0 0,0 0-1 0 0,0 0 0 0 0,0 0 0 0 0,0 0 0 0 0,0 0 0 0 0,0 0 1 0 0,0 1-1 0 0,-1-1 0 0 0,1 1 0 0 0,0-1 0 0 0,0 1 0 0 0,0 0 1 0 0,0-1-1 0 0,0 1 0 0 0,-1 0 0 0 0,1 0 0 0 0,0 1 0 0 0,-1-1 1 0 0,1 0-1 0 0,-1 0 0 0 0,1 1 0 0 0,-1-1 0 0 0,0 1 0 0 0,0-1 1 0 0,1 1-1 0 0,-1 0 0 0 0,0-1 0 0 0,0 1 0 0 0,-1 0 0 0 0,1 0 1 0 0,0-1-1 0 0,-1 1 0 0 0,1 0 0 0 0,-1 0 0 0 0,1 0 0 0 0,-1 0 1 0 0,0 0-1 0 0,0 0 0 0 0,0 0 0 0 0,0 0 0 0 0,0 0 0 0 0,0 0 1 0 0,-1 0-1 0 0,1 0 0 0 0,0 0 0 0 0,-1 0 0 0 0,0 0 0 0 0,1-1 1 0 0,-1 1-1 0 0,0 0 0 0 0,0 0 0 0 0,0-1 0 0 0,0 1 0 0 0,-1 0 1 0 0,1-1-1 0 0,0 1 0 0 0,-1-1 0 0 0,1 0 4 0 0,-13 11-347 0 0,13-12 331 0 0,1 0 0 0 0,-1 0 0 0 0,0 0 0 0 0,0 0 1 0 0,1 0-1 0 0,-1 0 0 0 0,0 1 0 0 0,0-1 0 0 0,1 0 0 0 0,-1 1 0 0 0,0-1 0 0 0,1 0 1 0 0,-1 1-1 0 0,0-1 0 0 0,1 1 0 0 0,-1-1 0 0 0,1 1 0 0 0,-1-1 0 0 0,1 1 1 0 0,-1 0-1 0 0,1-1 0 0 0,-1 1 0 0 0,1-1 0 0 0,0 1 0 0 0,-1 0 0 0 0,1 0 1 0 0,0-1-1 0 0,-1 1 0 0 0,1 0 0 0 0,0-1 0 0 0,0 1 0 0 0,0 0 0 0 0,0 0 0 0 0,0-1 1 0 0,0 1-1 0 0,0 0 0 0 0,0 0 0 0 0,0 0 0 0 0,0-1 0 0 0,0 1 0 0 0,0 0 1 0 0,0 0-1 0 0,1-1 0 0 0,-1 1 0 0 0,0 0 0 0 0,1-1 0 0 0,-1 1 0 0 0,1 0 16 0 0,-1-1-14 0 0,1 1-1 0 0,0-1 1 0 0,0 0 0 0 0,0 1-1 0 0,-1-1 1 0 0,1 1-1 0 0,0-1 1 0 0,-1 1-1 0 0,1-1 1 0 0,0 1 0 0 0,-1 0-1 0 0,1-1 1 0 0,-1 1-1 0 0,1-1 1 0 0,-1 1-1 0 0,1 0 1 0 0,-1 0 0 0 0,1-1-1 0 0,-1 1 1 0 0,0 0-1 0 0,1 0 1 0 0,-1 0-1 0 0,0-1 1 0 0,0 1 0 0 0,0 0-1 0 0,0 0 1 0 0,1 0-1 0 0,-1 0 1 0 0,0 0-1 0 0,0-1 1 0 0,-1 1-1 0 0,1 0 1 0 0,0 0 0 0 0,0 0-1 0 0,0 0 1 0 0,0-1-1 0 0,-1 1 1 0 0,1 0-1 0 0,0 0 1 0 0,-1 0 0 0 0,1-1-1 0 0,-1 1 1 0 0,1 0-1 0 0,-1-1 1 0 0,1 1-1 0 0,-1 0 1 0 0,0-1 0 0 0,1 1-1 0 0,-1-1 1 0 0,0 1-1 0 0,0 0 15 0 0,-37 31-120 0 0,35-30 142 0 0,-153 74 1373 0 0,67-62 945 0 0,86-5-1248 0 0,111-22 681 0 0,261-57 200 0 0,-365 69-2043 0 0,0 0 1 0 0,0 1-1 0 0,0-1 0 0 0,1 1 0 0 0,-1-1 0 0 0,0 1 1 0 0,0 1-1 0 0,1-1 0 0 0,-1 1 0 0 0,0-1 0 0 0,0 1 1 0 0,0 0-1 0 0,0 1 0 0 0,0-1 0 0 0,0 1 1 0 0,0-1-1 0 0,0 1 0 0 0,2 2 70 0 0,-6-3-135 0 0,0 1 1 0 0,0-1 0 0 0,0 0-1 0 0,0 1 1 0 0,-1-1-1 0 0,1 1 1 0 0,0-1-1 0 0,-1 0 1 0 0,1 0-1 0 0,-1 1 1 0 0,1-1-1 0 0,-1 0 1 0 0,1 0 0 0 0,-1 1-1 0 0,0-1 1 0 0,0 0-1 0 0,0 0 1 0 0,0 0-1 0 0,0 0 1 0 0,0 0-1 0 0,0 0 1 0 0,0 0-1 0 0,0-1 1 0 0,0 1 0 0 0,0 0-1 0 0,0-1 1 0 0,-1 1-1 0 0,1 0 1 0 0,0-1-1 0 0,0 0 1 0 0,-1 1-1 0 0,0-1 135 0 0,0 2-86 0 0,-199 84-4901 0 0,152-71 6432 0 0,71-26 582 0 0,-38 59-1941 0 0,4-11-135 0 0,12-36-35 0 0,0-1 55 0 0,0 0 31 0 0,12 16-48 0 0,36 3-265 0 0,-46-17 296 0 0,-1 1 1 0 0,1-1-1 0 0,-1 1 0 0 0,0 0 1 0 0,0-1-1 0 0,0 1 1 0 0,-1 0-1 0 0,1 0 1 0 0,-1 0-1 0 0,1 0 0 0 0,-1 0 1 0 0,0-1-1 0 0,0 1 1 0 0,0 0-1 0 0,0 0 1 0 0,-1 0-1 0 0,1 0 0 0 0,-1 0 1 0 0,0 0-1 0 0,0-1 1 0 0,0 1-1 0 0,0 0 1 0 0,0-1-1 0 0,-1 1 0 0 0,1-1 1 0 0,-1 1-1 0 0,1-1 1 0 0,-1 1-1 0 0,0-1 1 0 0,0 0-1 0 0,-1 1 15 0 0,-2 5 44 0 0,-2 2-14 0 0,0-2-1 0 0,-1 1 0 0 0,0-1 1 0 0,-1-1-1 0 0,0 1 0 0 0,0-1 1 0 0,-1-1-1 0 0,1 0 0 0 0,-1 0 0 0 0,-1-1 1 0 0,1 0-1 0 0,-7 1-29 0 0,-24 15 851 0 0,11-9 1044 0 0,302-64 1873 0 0,-141 35-4981 0 0,-117 11-781 0 0,18-16-12518 0 0,-29 19 13068 0 0</inkml:trace>
  <inkml:trace contextRef="#ctx0" brushRef="#br0" timeOffset="6480.744">1981 31 2028 0 0,'20'15'5906'0'0,"5"13"-2553"0"0,-20-21-2816 0 0,-3-6-577 0 0,0 0-1 0 0,0 0 1 0 0,0-1-1 0 0,0 1 1 0 0,0-1 0 0 0,0 1-1 0 0,1-1 1 0 0,-1 0-1 0 0,0 0 1 0 0,0 0-1 0 0,0 0 1 0 0,0 0-1 0 0,0 0 1 0 0,1-1-1 0 0,-1 1 1 0 0,0-1-1 0 0,0 1 1 0 0,0-1-1 0 0,0 0 1 0 0,0 0-1 0 0,0 0 1 0 0,0 0-1 0 0,-1 0 1 0 0,1 0-1 0 0,0 0 1 0 0,0-1-1 0 0,-1 1 1 0 0,1-1-1 0 0,-1 1 1 0 0,2-3 40 0 0,12-5-240 0 0,111-47-288 0 0,-124 56 854 0 0,39 0 3109 0 0,-6 13-2281 0 0,-32-11-933 0 0,-3-2-92 0 0,0 0-39 0 0,0 0-87 0 0,1 0-1 0 0,-1 0 0 0 0,1 0 1 0 0,0-1-1 0 0,-1 1 0 0 0,1 0 1 0 0,-1 0-1 0 0,1 0 0 0 0,0 0 1 0 0,-1 0-1 0 0,1 0 0 0 0,0 0 0 0 0,-1 1 1 0 0,1-1-1 0 0,-1 0 0 0 0,1 0 1 0 0,-1 0-1 0 0,1 1 0 0 0,0-1 1 0 0,-1 0-1 0 0,1 0 0 0 0,-1 1 1 0 0,1-1-1 0 0,-1 1 0 0 0,1-1 0 0 0,-1 0 1 0 0,0 1-1 0 0,1-1 0 0 0,-1 1 1 0 0,1-1-1 0 0,-1 1 0 0 0,0-1 1 0 0,1 1-1 0 0,-1-1 0 0 0,0 1 1 0 0,0 0-1 0 0,0-1 0 0 0,1 1 1 0 0,-1-1-1 0 0,0 1 0 0 0,0 0 0 0 0,0-1 1 0 0,0 1-1 0 0,0-1 0 0 0,0 1 1 0 0,0 0-1 0 0,0-1 0 0 0,0 1 1 0 0,0-1-1 0 0,0 1 0 0 0,-1 0 1 0 0,1-1-1 0 0,0 1 0 0 0,0-1 1 0 0,-1 1-1 0 0,1-1 0 0 0,0 1 0 0 0,-1-1 1 0 0,1 1-1 0 0,0-1 0 0 0,-1 1 1 0 0,1-1-1 0 0,-1 1 0 0 0,1-1 1 0 0,-1 1-1 0 0,1-1-2 0 0,-31 33-302 0 0,14-20 108 0 0,0-1 1 0 0,-1-1-1 0 0,0 0 0 0 0,-1-2 0 0 0,0 0 0 0 0,-1-1 1 0 0,0-1-1 0 0,-3 1 194 0 0,-67 11-1285 0 0,41 29 3355 0 0,31-21-921 0 0,80-34-516 0 0,63 2-537 0 0,-37 27-116 0 0,-88-21 26 0 0,-1-1-1 0 0,0 1 1 0 0,1-1-1 0 0,-1 0 1 0 0,1 1-1 0 0,-1-1 1 0 0,1 1-1 0 0,-1-1 1 0 0,1 1-1 0 0,-1 0 1 0 0,1-1-1 0 0,-1 1 1 0 0,1-1-1 0 0,0 1 0 0 0,-1 0 1 0 0,1-1-1 0 0,0 1 1 0 0,-1 0-1 0 0,1 0 1 0 0,0-1-1 0 0,0 1 1 0 0,0 0-1 0 0,0-1 1 0 0,0 1-1 0 0,0 0 1 0 0,0 0-1 0 0,0-1 1 0 0,0 1-1 0 0,0 0 1 0 0,0 0-1 0 0,0-1 0 0 0,1 1 1 0 0,-1 0-1 0 0,0-1 1 0 0,1 1-1 0 0,-1 0 1 0 0,0-1-1 0 0,1 1 1 0 0,-1-1-1 0 0,1 1 1 0 0,-1 0-1 0 0,0-1 1 0 0,1 1-1 0 0,0-1 1 0 0,-1 1-1 0 0,1-1 0 0 0,-1 1 1 0 0,1-1-1 0 0,0 0 1 0 0,-1 1-1 0 0,1-1 1 0 0,0 0-1 0 0,-1 0 1 0 0,1 1-1 0 0,0-1 1 0 0,-1 0-1 0 0,1 0 1 0 0,0 0-1 0 0,0 0 1 0 0,-1 0-1 0 0,1 0 0 0 0,0 0 1 0 0,-1 0-1 0 0,1 0 1 0 0,0 0-1 0 0,0 0 1 0 0,-1 0-1 0 0,1 0 1 0 0,0-1-1 0 0,0 1-5 0 0,-18 11-37 0 0,1 1 0 0 0,-2-2-1 0 0,0-1 1 0 0,0 0 0 0 0,-1-1-1 0 0,-17 5 38 0 0,30-11-1 0 0,-7 11 175 0 0,37-1 90 0 0,-20-12-276 0 0,1 1 0 0 0,0 1 0 0 0,0-1 0 0 0,-1 1 0 0 0,1-1 0 0 0,-1 2 0 0 0,1-1 0 0 0,-1 0 0 0 0,0 1 0 0 0,0-1 0 0 0,0 1 0 0 0,0 0 0 0 0,-1 1 0 0 0,1-1 0 0 0,-1 1 0 0 0,0-1 0 0 0,0 1 0 0 0,0 0 0 0 0,0 0 0 0 0,-1 0 0 0 0,0 1 0 0 0,1-1 0 0 0,-2 1 0 0 0,1-1 0 0 0,0 1 0 0 0,-1 0 0 0 0,0-1 0 0 0,0 1 0 0 0,0 5 12 0 0,0 48 9 0 0,-1-56-56 0 0,0 21 66 0 0,-18 50 321 0 0,17-70-332 0 0,0-1-1 0 0,0 1 0 0 0,-1 0 1 0 0,1-1-1 0 0,-1 1 1 0 0,0-1-1 0 0,0 0 0 0 0,0 1 1 0 0,0-1-1 0 0,0 0 1 0 0,-1 0-1 0 0,1 0 0 0 0,-1-1 1 0 0,1 1-1 0 0,-1-1 1 0 0,1 1-1 0 0,-1-1 0 0 0,0 0 1 0 0,0 0-1 0 0,0 0 0 0 0,1 0 1 0 0,-2 0-8 0 0,-33 0-91 0 0,16-10 593 0 0,0-2 0 0 0,0 0 1 0 0,1 0-1 0 0,1-2 0 0 0,0-1 1 0 0,-4-4-503 0 0,9 9 1090 0 0,16 8 117 0 0,6 2-894 0 0,115-4 1476 0 0,22-16-1148 0 0,45-3-3562 0 0,-181 18 1248 0 0,11-6-12771 0 0,-11 4 11537 0 0,-2 2 1452 0 0</inkml:trace>
  <inkml:trace contextRef="#ctx0" brushRef="#br0" timeOffset="6818.764">2624 87 916 0 0,'3'-6'1556'0'0,"-3"5"-1360"0"0,0 0-1 0 0,0 0 0 0 0,0 0 0 0 0,0 0 0 0 0,1 1 0 0 0,-1-1 1 0 0,0 0-1 0 0,1 0 0 0 0,-1 0 0 0 0,1 1 0 0 0,-1-1 0 0 0,1 0 0 0 0,-1 0 1 0 0,1 1-1 0 0,-1-1 0 0 0,1 0 0 0 0,0 1 0 0 0,-1-1 0 0 0,1 1 0 0 0,0-1 1 0 0,-1 1-1 0 0,1-1 0 0 0,0 1 0 0 0,0-1 0 0 0,0 1 0 0 0,-1 0 1 0 0,1-1-1 0 0,0 1 0 0 0,0 0 0 0 0,0 0 0 0 0,0 0 0 0 0,0-1 0 0 0,0 1 1 0 0,-1 0-1 0 0,1 0 0 0 0,0 0 0 0 0,0 1 0 0 0,0-1 0 0 0,0 0 0 0 0,0 0 1 0 0,0 0-1 0 0,-1 1 0 0 0,1-1 0 0 0,0 0 0 0 0,0 1 0 0 0,0-1 1 0 0,-1 1-1 0 0,1-1 0 0 0,0 1 0 0 0,0-1 0 0 0,0 1-195 0 0,7 9 472 0 0,0 0 0 0 0,0 0-1 0 0,-1 0 1 0 0,0 1 0 0 0,-1 1-1 0 0,0-1 1 0 0,-1 1 0 0 0,0 0-1 0 0,0 0 1 0 0,-2 0 0 0 0,0 0-1 0 0,0 1 1 0 0,0 2-472 0 0,3 9 629 0 0,0-3-250 0 0,-1-1 1 0 0,-1 1-1 0 0,-1-1 0 0 0,0 1 1 0 0,-2 0-1 0 0,0 0 0 0 0,-2 0 1 0 0,0 0-1 0 0,-2 5-379 0 0,1-8-196 0 0,-1 1-1 0 0,-1-1 1 0 0,0 0-1 0 0,-2 0 1 0 0,0 0-1 0 0,-1-1 1 0 0,0 0 0 0 0,-2 0-1 0 0,0-1 1 0 0,0 0-1 0 0,-2-1 1 0 0,0 0-1 0 0,-1 0 1 0 0,-9 8 196 0 0,10-15-965 0 0,-2 1 1 0 0,1-1-1 0 0,-1-1 0 0 0,0-1 1 0 0,0 1-1 0 0,-1-2 1 0 0,0 0-1 0 0,0-1 0 0 0,0 0 1 0 0,-1-1-1 0 0,1-1 0 0 0,-1 0 1 0 0,0-1-1 0 0,-9 0 965 0 0,-50-22-2844 0 0,38 7 1491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48.122"/>
    </inkml:context>
    <inkml:brush xml:id="br0">
      <inkml:brushProperty name="width" value="0.05" units="cm"/>
      <inkml:brushProperty name="height" value="0.05" units="cm"/>
      <inkml:brushProperty name="color" value="#FFFFFF"/>
    </inkml:brush>
  </inkml:definitions>
  <inkml:trace contextRef="#ctx0" brushRef="#br0">3 222 1088 0 0,'0'0'1319'0'0,"0"0"-110"0"0,0 0-107 0 0,0 0-17 0 0,0 0-137 0 0,0 0-68 0 0,0 0-4 0 0,0 0-53 0 0,0 0-8 0 0,0 0-116 0 0,0 0-55 0 0,0 0 90 0 0,0 0-16 0 0,0 0-130 0 0,0 0-61 0 0,0 0-5 0 0,0 0-65 0 0,0 0-24 0 0,0 0 12 0 0,0 4-36 0 0,-1 5-31 0 0,1-8-300 0 0,-1-1 0 0 0,1 1 0 0 0,0 0 1 0 0,0 0-1 0 0,-1 0 0 0 0,1 0 0 0 0,0 0 0 0 0,0 0 1 0 0,0-1-1 0 0,0 1 0 0 0,0 0 0 0 0,0 0 0 0 0,0 0 0 0 0,0 0 1 0 0,1 0-1 0 0,-1-1 0 0 0,0 1 0 0 0,0 0 0 0 0,1 0 1 0 0,-1 0-1 0 0,1 0 0 0 0,-1-1 0 0 0,0 1 0 0 0,1 0 1 0 0,0-1-1 0 0,-1 1 0 0 0,1 0 0 0 0,-1-1 0 0 0,1 1 1 0 0,0 0-1 0 0,-1-1 0 0 0,1 1 0 0 0,0-1 0 0 0,0 1 0 0 0,-1-1 1 0 0,1 0-1 0 0,0 1 0 0 0,0-1 0 0 0,0 0 0 0 0,0 0 1 0 0,-1 1-1 0 0,1-1 0 0 0,0 0 0 0 0,0 0 0 0 0,0 0 1 0 0,0 0-1 0 0,0 0 0 0 0,0 0-78 0 0,285-1 2130 0 0,-148 2-4360 0 0,-136-1 1508 0 0,4-10-2416 0 0,-6 10 2902 0 0,-1 0 0 0 0,1-1-1 0 0,0 1 1 0 0,-1 0-1 0 0,1 0 1 0 0,-1 0 0 0 0,1 0-1 0 0,0 0 1 0 0,-1 0 0 0 0,1 0-1 0 0,-1-1 1 0 0,1 1 0 0 0,0 0-1 0 0,-1 0 1 0 0,1 0-1 0 0,0-1 1 0 0,-1 1 0 0 0,1 0-1 0 0,0-1 1 0 0,0 1 0 0 0,-1 0-1 0 0,1 0 1 0 0,0-1 0 0 0,0 1-1 0 0,-1-1 1 0 0,1 1-1 0 0,0 0 1 0 0,0-1 0 0 0,0 1-1 0 0,0 0 1 0 0,0-1 0 0 0,-1 1-1 0 0,1-1 1 0 0,0 1 0 0 0,0 0-1 0 0,0-1 1 0 0,0 1-1 0 0,0-1 1 0 0,0 1 0 0 0,0-1-1 0 0,1 1 1 0 0,-1 0 0 0 0,0-1-1 0 0,0 1 1 0 0,0 0 0 0 0,0-1-1 0 0,0 1 1 0 0,1-1 0 0 0,-1 1-1 0 0,0 0 1 0 0,0-1-1 0 0,1 1 1 0 0,-1 0 0 0 0,0-1-1 0 0,0 1 1 0 0,1 0 0 0 0,-1 0-1 0 0,0-1 1 0 0,1 1 236 0 0,-7 1-1459 0 0</inkml:trace>
  <inkml:trace contextRef="#ctx0" brushRef="#br0" timeOffset="437.909">322 10 1324 0 0,'9'-10'9984'0'0,"-1"29"-6383"0"0,-25 80-310 0 0,-45 41-2600 0 0,50-117-476 0 0,-61 91-396 0 0,63-99-414 0 0,-1-1-1 0 0,0-1 1 0 0,0 0 0 0 0,-2 0-1 0 0,1-1 1 0 0,-2 0-1 0 0,-12 8 596 0 0,-9-10-6935 0 0,35-10 5313 0 0,0 0 34 0 0,0 0-10 0 0,0 0 20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56.313"/>
    </inkml:context>
    <inkml:brush xml:id="br0">
      <inkml:brushProperty name="width" value="0.05" units="cm"/>
      <inkml:brushProperty name="height" value="0.05" units="cm"/>
      <inkml:brushProperty name="color" value="#FFFFFF"/>
    </inkml:brush>
  </inkml:definitions>
  <inkml:trace contextRef="#ctx0" brushRef="#br0">151 129 2428 0 0,'-13'-2'7884'0'0,"28"3"-2765"0"0,9 0-3600 0 0,132 13 930 0 0,-67 0-2557 0 0,-32-13-6120 0 0,-41-1 2449 0 0,4-16-1389 0 0,-20 15 3532 0 0</inkml:trace>
  <inkml:trace contextRef="#ctx0" brushRef="#br0" timeOffset="303.167">414 7 904 0 0,'-10'-6'8011'0'0,"-2"35"-4763"0"0,11-24-3049 0 0,-96 200 4705 0 0,71-158-4763 0 0,-3-1 0 0 0,-1-2 0 0 0,-2-1 0 0 0,-33 33-141 0 0,58-68-351 0 0,0-1 0 0 0,0 0-1 0 0,-1 0 1 0 0,1-1-1 0 0,-2 0 1 0 0,1 0 0 0 0,0-1-1 0 0,-1 0 1 0 0,0-1 0 0 0,-5 2 351 0 0,13-5-191 0 0,0-1 0 0 0,1 0 0 0 0,-1 0 0 0 0,0 0 0 0 0,1 0 0 0 0,-1 0 0 0 0,0 0 1 0 0,1 0-1 0 0,-1-1 0 0 0,1 1 0 0 0,-1 0 0 0 0,0 0 0 0 0,1 0 0 0 0,-1-1 0 0 0,0 1 0 0 0,1 0 0 0 0,-1-1 1 0 0,1 1-1 0 0,-1 0 0 0 0,1-1 0 0 0,-1 1 0 0 0,1-1 0 0 0,-1 1 0 0 0,1-1 0 0 0,-1 1 0 0 0,1-1 1 0 0,0 1-1 0 0,-1-1 0 0 0,1 1 0 0 0,0-1 0 0 0,0 1 0 0 0,-1-1 0 0 0,1 0 0 0 0,0 1 0 0 0,0-1 1 0 0,0 0-1 0 0,0 1 0 0 0,-1-1 0 0 0,1 0 0 0 0,0 1 0 0 0,0-1 0 0 0,0 0 0 0 0,1 1 0 0 0,-1-1 1 0 0,0 1-1 0 0,0-1 0 0 0,0 0 0 0 0,0 1 0 0 0,1-1 0 0 0,-1 0 0 0 0,0 1 0 0 0,0-1 0 0 0,1 1 0 0 0,-1-1 1 0 0,1 1-1 0 0,-1-1 0 0 0,0 1 0 0 0,1-1 0 0 0,-1 1 0 0 0,1-1 0 0 0,-1 1 191 0 0,6-7-1436 0 0</inkml:trace>
  <inkml:trace contextRef="#ctx0" brushRef="#br0" timeOffset="571.794">126 402 1120 0 0,'2'-1'360'0'0,"1"1"0"0"0,-1-1 1 0 0,1 1-1 0 0,-1 0 0 0 0,1 0 0 0 0,-1 0 0 0 0,1 0 0 0 0,-1 0 0 0 0,1 1 1 0 0,-1-1-1 0 0,1 1 0 0 0,-1 0 0 0 0,0-1 0 0 0,1 1 0 0 0,-1 0 0 0 0,0 1 1 0 0,1-1-1 0 0,-1 0 0 0 0,0 1 0 0 0,0-1 0 0 0,0 1 0 0 0,0-1 1 0 0,0 1-1 0 0,0 1-360 0 0,2 1 245 0 0,-1 1 0 0 0,1 0 0 0 0,-1 0 1 0 0,0 1-1 0 0,-1-1 0 0 0,1 0 0 0 0,-1 1 1 0 0,0 0-1 0 0,-1-1 0 0 0,1 1 0 0 0,-1 0 1 0 0,0 0-1 0 0,-1 0 0 0 0,1 4-245 0 0,-1-7-12 0 0,0 8-696 0 0,-13 24-5315 0 0,9-34 3051 0 0,4-5 1346 0 0</inkml:trace>
  <inkml:trace contextRef="#ctx0" brushRef="#br0" timeOffset="818.727">206 497 1196 0 0,'1'-9'927'0'0,"1"0"0"0"0,0-1 0 0 0,1 1 0 0 0,0 0 1 0 0,1 1-1 0 0,0-1 0 0 0,0 0 0 0 0,1 1 0 0 0,-1 0 0 0 0,2 0 0 0 0,-1 1 0 0 0,3-3-927 0 0,68-3 5007 0 0,77 1-1544 0 0,-144 13-3415 0 0,0 0 0 0 0,0 1 0 0 0,0 0 0 0 0,-1 0 0 0 0,1 1 0 0 0,0 0 0 0 0,-1 0 0 0 0,0 1-1 0 0,0 0 1 0 0,0 1 0 0 0,0 0 0 0 0,-1 0 0 0 0,0 0 0 0 0,5 6-48 0 0,-10-8-109 0 0,0 1 0 0 0,-1-1 0 0 0,1 1-1 0 0,-1-1 1 0 0,0 1 0 0 0,0 0 0 0 0,-1 0 0 0 0,1-1 0 0 0,-1 1 0 0 0,1 0-1 0 0,-1 0 1 0 0,0 0 0 0 0,-1 0 0 0 0,1 0 0 0 0,-1-1 0 0 0,0 1 0 0 0,1 0-1 0 0,-2 0 1 0 0,1-1 0 0 0,0 1 0 0 0,-1-1 0 0 0,0 1 0 0 0,1-1-1 0 0,-2 0 1 0 0,1 1 0 0 0,0-1 0 0 0,-3 2 109 0 0,-5 9-522 0 0,-70 63-9200 0 0,52-61 4968 0 0,18-16 3265 0 0</inkml:trace>
  <inkml:trace contextRef="#ctx0" brushRef="#br0" timeOffset="1040.156">298 624 1400 0 0,'19'-20'10659'0'0,"31"10"-7925"0"0,-47 10-2441 0 0,167-20 2999 0 0,-160 18-2522 0 0,6-2-6497 0 0,-24 3-4884 0 0,1 3 9093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54.715"/>
    </inkml:context>
    <inkml:brush xml:id="br0">
      <inkml:brushProperty name="width" value="0.05" units="cm"/>
      <inkml:brushProperty name="height" value="0.05" units="cm"/>
      <inkml:brushProperty name="color" value="#FFFFFF"/>
    </inkml:brush>
  </inkml:definitions>
  <inkml:trace contextRef="#ctx0" brushRef="#br0">47 178 1240 0 0,'0'0'1701'0'0,"0"0"-250"0"0,-3 0-212 0 0,-10 0-20 0 0,10 0-178 0 0,3 0-45 0 0,0 0-85 0 0,0 0-119 0 0,0 0-82 0 0,0 0-38 0 0,2-6 92 0 0,-1 3-679 0 0,0 1 0 0 0,1 0 1 0 0,-1-1-1 0 0,1 1 0 0 0,-1 0 0 0 0,1-1 1 0 0,0 1-1 0 0,0 0 0 0 0,0 0 0 0 0,0 1 1 0 0,0-1-1 0 0,0 0 0 0 0,0 1 0 0 0,0-1 0 0 0,1 1 1 0 0,-1 0-1 0 0,1-1 0 0 0,-1 1 0 0 0,1 0 1 0 0,-1 1-1 0 0,1-1 0 0 0,0 0 0 0 0,0 1 1 0 0,-1 0-1 0 0,1-1 0 0 0,0 1 0 0 0,2 0-85 0 0,246-4 4883 0 0,-155 15-3964 0 0,104-11-1304 0 0,-176-11-2853 0 0,-35-2-3110 0 0,-6 7 2409 0 0,-21-9 58 0 0,17 12 2457 0 0</inkml:trace>
  <inkml:trace contextRef="#ctx0" brushRef="#br0" timeOffset="278.224">420 2 1076 0 0,'-1'0'525'0'0,"1"0"-1"0"0,0 0 1 0 0,0 0-1 0 0,0 0 1 0 0,-1 0-1 0 0,1 0 1 0 0,0 0-1 0 0,0 0 1 0 0,0 0 0 0 0,0 0-1 0 0,0 0 1 0 0,-1 0-1 0 0,1 0 1 0 0,0 0-1 0 0,0-1 1 0 0,0 1-1 0 0,0 0 1 0 0,0 0 0 0 0,-1 0-1 0 0,1 0-524 0 0,-70 129 5176 0 0,-70 43-4239 0 0,-38-23-4559 0 0,159-140 1310 0 0,17-9 612 0 0,2 0 36 0 0,0 0 48 0 0,-1-3 76 0 0,-4-8 6 0 0,7 4 82 0 0</inkml:trace>
  <inkml:trace contextRef="#ctx0" brushRef="#br0" timeOffset="556.018">235 285 2580 0 0,'93'10'8429'0'0,"17"-2"-4367"0"0,52-6-394 0 0,-95-4-4367 0 0,-135 10-14863 0 0,66-8 14080 0 0</inkml:trace>
  <inkml:trace contextRef="#ctx0" brushRef="#br0" timeOffset="759.324">517 341 888 0 0,'-14'26'6723'0'0,"1"25"-4618"0"0,6-21-1547 0 0,-33 92 118 0 0,0-48-4090 0 0,23-53-736 0 0,13-18 2868 0 0</inkml:trace>
  <inkml:trace contextRef="#ctx0" brushRef="#br0" timeOffset="1037.3">312 658 1312 0 0,'-26'-2'8532'0'0,"39"0"-1684"0"0,213 2 228 0 0,0 0-10599 0 0,-199-17 706 0 0,-20 13-5616 0 0,-3 5 6414 0 0,-6 0-1751 0 0,2-1 2436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51.979"/>
    </inkml:context>
    <inkml:brush xml:id="br0">
      <inkml:brushProperty name="width" value="0.05" units="cm"/>
      <inkml:brushProperty name="height" value="0.05" units="cm"/>
      <inkml:brushProperty name="color" value="#FFFFFF"/>
    </inkml:brush>
  </inkml:definitions>
  <inkml:trace contextRef="#ctx0" brushRef="#br0">14 73 1060 0 0,'-13'-11'12467'0'0,"43"14"-8592"0"0,-3-1-2837 0 0,24-2-82 0 0,89 0 1490 0 0,-45 0-3992 0 0,-83 14-715 0 0,-29-3-6598 0 0,-5-4 2197 0 0,17-4 4996 0 0</inkml:trace>
  <inkml:trace contextRef="#ctx0" brushRef="#br0" timeOffset="738.093">36 6 1048 0 0,'2'3'2484'0'0,"0"3"2869"0"0,18 160-801 0 0,-20-13-3094 0 0,-15-103-2900 0 0,12-42-3751 0 0,-1-24-630 0 0,2 11 4414 0 0</inkml:trace>
  <inkml:trace contextRef="#ctx0" brushRef="#br0" timeOffset="1396.71">89 15 1440 0 0,'4'-14'7240'0'0,"19"13"-1983"0"0,11 5-2444 0 0,-33-4-2419 0 0,1 0-12 0 0,82 18 1082 0 0,76-14 368 0 0,-158-4-1763 0 0,8 0-35 0 0,6 0 125 0 0,-15 0-122 0 0,-1 0-11 0 0,11 4 151 0 0,2 16-90 0 0,-16 17-95 0 0,-25 174-480 0 0,26-181 83 0 0,-3 45 267 0 0,4-25-5093 0 0,1-49 5007 0 0,0-1 0 0 0,0 1 0 0 0,0-1-1 0 0,-1 1 1 0 0,1 0 0 0 0,0-1 0 0 0,0 1-1 0 0,-1-1 1 0 0,1 1 0 0 0,0-1 0 0 0,-1 1-1 0 0,1-1 1 0 0,-1 0 0 0 0,1 1 0 0 0,-1-1-1 0 0,1 1 1 0 0,-1-1 0 0 0,1 0 0 0 0,-1 1-1 0 0,1-1 1 0 0,-1 0 0 0 0,1 0 0 0 0,-1 1-1 0 0,1-1 1 0 0,-1 0 0 0 0,1 0 0 0 0,-1 0-1 0 0,0 0 1 0 0,1 0 0 0 0,-1 0 0 0 0,1 0-1 0 0,-1 0 1 0 0,0 0 0 0 0,1 0 0 0 0,-1 0-1 0 0,1 0 1 0 0,-1 0 0 0 0,0 0 0 0 0,1-1-1 0 0,-1 1 1 0 0,1 0 0 0 0,-1 0 0 0 0,1-1-1 0 0,-1 1 1 0 0,1 0 0 0 0,-1-1 0 0 0,1 1-1 0 0,-1 0 1 0 0,1-1 0 0 0,-1 1 0 0 0,1-1-1 0 0,0 1 1 0 0,-1-1 0 0 0,1 1 224 0 0,-1-1-252 0 0,-4-1-1260 0 0</inkml:trace>
  <inkml:trace contextRef="#ctx0" brushRef="#br0" timeOffset="1769.413">103 343 1172 0 0,'-22'3'14343'0'0,"45"16"-9494"0"0,163 32-1072 0 0,-79-28-3134 0 0,-69-14-1926 0 0,-22-7-6475 0 0,-22 9-645 0 0,-4 1 4449 0 0,4-9 2540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50.899"/>
    </inkml:context>
    <inkml:brush xml:id="br0">
      <inkml:brushProperty name="width" value="0.05" units="cm"/>
      <inkml:brushProperty name="height" value="0.05" units="cm"/>
      <inkml:brushProperty name="color" value="#FFFFFF"/>
    </inkml:brush>
  </inkml:definitions>
  <inkml:trace contextRef="#ctx0" brushRef="#br0">15 209 1228 0 0,'3'-6'7837'0'0,"8"2"-3863"0"0,33 0-47 0 0,255 4 2210 0 0,-214 27-5933 0 0,-86-28-521 0 0,1 1 0 0 0,-1-1-1 0 0,1 1 1 0 0,0 0-1 0 0,-1-1 1 0 0,1 1 0 0 0,-1-1-1 0 0,1 1 1 0 0,0-1-1 0 0,0 1 1 0 0,-1-1 0 0 0,1 1-1 0 0,0-1 1 0 0,0 0-1 0 0,0 1 1 0 0,-1-1 0 0 0,1 1-1 0 0,0-1 1 0 0,0 1-1 0 0,0-1 1 0 0,0 0 0 0 0,0 1-1 0 0,0-1 1 0 0,0 1-1 0 0,1-1 1 0 0,-1 0-1 0 0,0 1 1 0 0,0-1 0 0 0,0 1-1 0 0,0-1 1 0 0,1 1-1 0 0,-1-1 1 0 0,0 1 0 0 0,1-1-1 0 0,-1 1 1 0 0,0-1-1 0 0,1 1 1 0 0,-1-1 0 0 0,1 1-1 0 0,-1 0 1 0 0,0-1-1 0 0,1 1 1 0 0,-1 0 0 0 0,1-1-1 0 0,0 1 318 0 0,-34-8-5816 0 0,24 5 4552 0 0</inkml:trace>
  <inkml:trace contextRef="#ctx0" brushRef="#br0" timeOffset="347.474">248 9 2172 0 0,'5'-9'7102'0'0,"6"27"-2448"0"0,-9 44-1171 0 0,-14 24-2552 0 0,-3-28-600 0 0,-3-1 0 0 0,-2-1 0 0 0,-18 33-331 0 0,24-55-322 0 0,-40 55-2163 0 0,43-78 1929 0 0,-37 26-4017 0 0,13-27-4080 0 0,34-10 7119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1:49.695"/>
    </inkml:context>
    <inkml:brush xml:id="br0">
      <inkml:brushProperty name="width" value="0.05" units="cm"/>
      <inkml:brushProperty name="height" value="0.05" units="cm"/>
      <inkml:brushProperty name="color" value="#FFFFFF"/>
    </inkml:brush>
  </inkml:definitions>
  <inkml:trace contextRef="#ctx0" brushRef="#br0">84 30 2136 0 0,'0'0'1454'0'0,"0"0"-128"0"0,0 0-57 0 0,0 0-58 0 0,0 0-108 0 0,0 0-48 0 0,0 0-72 0 0,0 0-53 0 0,0 0-51 0 0,0 0-93 0 0,0 0-65 0 0,0 0-68 0 0,0 0-114 0 0,0 0-19 0 0,0 0-22 0 0,0 0 10 0 0,0 0-79 0 0,0 0-8 0 0,0 0 18 0 0,0 0 11 0 0,0 0-15 0 0,0 0-20 0 0,1-4 3 0 0,-1 2-408 0 0,0 1 16 0 0,0 0 1 0 0,-1 1-1 0 0,1-1 0 0 0,1 0 0 0 0,-1 0 0 0 0,0 0 1 0 0,0 0-1 0 0,0 0 0 0 0,0 0 0 0 0,1 1 1 0 0,-1-1-1 0 0,0 0 0 0 0,1 0 0 0 0,-1 0 1 0 0,1 1-1 0 0,-1-1 0 0 0,1 0 0 0 0,-1 0 1 0 0,1 1-1 0 0,-1-1 0 0 0,1 0 0 0 0,0 1 0 0 0,-1-1 1 0 0,1 1-1 0 0,0-1 0 0 0,0 1 0 0 0,-1-1 1 0 0,1 1-1 0 0,0 0 0 0 0,0-1 0 0 0,0 1 1 0 0,0 0-1 0 0,-1-1 0 0 0,1 1 0 0 0,0 0 1 0 0,0 0-1 0 0,0 0 0 0 0,0 0 0 0 0,0 0 0 0 0,0 0 1 0 0,0 0-1 0 0,-1 0 0 0 0,1 0 0 0 0,0 1 1 0 0,0-1-1 0 0,0 0 0 0 0,0 0 0 0 0,0 1 1 0 0,-1-1-1 0 0,1 1 0 0 0,0-1 0 0 0,0 1 1 0 0,-1-1-1 0 0,1 1 0 0 0,0-1 0 0 0,-1 1-26 0 0,59 12 463 0 0,0-3-1 0 0,0-3 0 0 0,0-2 1 0 0,7-2-463 0 0,-12-3-2367 0 0,-59-2-1411 0 0,-86 28-10118 0 0,78-23 12434 0 0</inkml:trace>
  <inkml:trace contextRef="#ctx0" brushRef="#br0" timeOffset="253.052">271 71 1256 0 0,'-12'9'7271'0'0,"13"6"-4375"0"0,-1-12-2911 0 0,2 115 3483 0 0,-35 0-4073 0 0,25-91 22 0 0,-12 31-2439 0 0,-1-26-4650 0 0,17-29 6174 0 0</inkml:trace>
  <inkml:trace contextRef="#ctx0" brushRef="#br0" timeOffset="594.068">67 460 2184 0 0,'-66'-5'11968'0'0,"112"8"-3642"0"0,43 9-7044 0 0,19 1-66 0 0,26-2-332 0 0,-6-5-954 0 0,-86-7-3181 0 0,-41 1 2082 0 0,8-14-1636 0 0,-5 8-2722 0 0,-13 0-3613 0 0,5 5 7598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2:05.020"/>
    </inkml:context>
    <inkml:brush xml:id="br0">
      <inkml:brushProperty name="width" value="0.05" units="cm"/>
      <inkml:brushProperty name="height" value="0.05" units="cm"/>
      <inkml:brushProperty name="color" value="#FFFFFF"/>
    </inkml:brush>
  </inkml:definitions>
  <inkml:trace contextRef="#ctx0" brushRef="#br0">100 10 956 0 0,'0'0'1466'0'0,"0"0"-118"0"0,0 0-191 0 0,0 0-91 0 0,0 0-118 0 0,0 0-36 0 0,0-3-78 0 0,-1 3-719 0 0,1 0 0 0 0,0 0-1 0 0,0 0 1 0 0,-1 0 0 0 0,1 0-1 0 0,0 0 1 0 0,0 0 0 0 0,-1 0-1 0 0,1 0 1 0 0,0 0 0 0 0,0 0-1 0 0,-1 0 1 0 0,1 0 0 0 0,0 0-1 0 0,0 0 1 0 0,-1 0 0 0 0,1-1-1 0 0,0 1 1 0 0,0 0 0 0 0,0 0-1 0 0,-1 0 1 0 0,1 0 0 0 0,0 0-1 0 0,0-1 1 0 0,0 1 0 0 0,0 0-1 0 0,-1 0 1 0 0,1 0 0 0 0,0-1-1 0 0,0 1 1 0 0,0 0 0 0 0,0 0-1 0 0,0-1 1 0 0,0 1 0 0 0,-1 0-1 0 0,1 0 1 0 0,0-1 0 0 0,0 1-1 0 0,0 0 1 0 0,0 0 0 0 0,0-1-1 0 0,0 1 1 0 0,0 0 0 0 0,0 0-1 0 0,0-1 1 0 0,0 1-115 0 0,-6 18 3202 0 0,5-4-4004 0 0,-2 156 2181 0 0,-61 123-848 0 0,57-274-337 0 0,6-18-165 0 0,0 0 1 0 0,1 0-1 0 0,-1 0 1 0 0,0-1-1 0 0,0 1 1 0 0,0 0-1 0 0,1 0 1 0 0,-1 0-1 0 0,1 0 1 0 0,-1 0-1 0 0,1 0 1 0 0,-1 0-1 0 0,1 1 0 0 0,-1-1 1 0 0,1 0-1 0 0,0 0 1 0 0,0 0-1 0 0,0 0 1 0 0,-1 0-1 0 0,1 1 1 0 0,0-1-1 0 0,1 0 1 0 0,-1 0-1 0 0,0 0 1 0 0,0 0-1 0 0,0 0 1 0 0,1 1-1 0 0,-1-1 1 0 0,0 0-1 0 0,1 0 1 0 0,-1 0-1 0 0,1 0 1 0 0,-1 0-1 0 0,1 0 0 0 0,0 0 1 0 0,-1 0-1 0 0,2 0-29 0 0,106-36 2110 0 0,76 34-227 0 0,-143 14-1559 0 0,-10-10-82 0 0,87-3-1346 0 0,-102-13-733 0 0,-9-8-4894 0 0,-5 11-5223 0 0,-1 9 10433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2:07.110"/>
    </inkml:context>
    <inkml:brush xml:id="br0">
      <inkml:brushProperty name="width" value="0.05" units="cm"/>
      <inkml:brushProperty name="height" value="0.05" units="cm"/>
      <inkml:brushProperty name="color" value="#FFFFFF"/>
    </inkml:brush>
  </inkml:definitions>
  <inkml:trace contextRef="#ctx0" brushRef="#br0">0 41 2200 0 0,'0'0'1350'0'0,"0"0"-84"0"0,0 0-115 0 0,0 0-30 0 0,0 0-224 0 0,5 3-89 0 0,1 6-535 0 0,0 0-1 0 0,-1 0 0 0 0,0 0 0 0 0,-1 0 1 0 0,0 1-1 0 0,-1 0 0 0 0,1 0 0 0 0,-2 0 0 0 0,0 0 1 0 0,0 0-1 0 0,-1 0 0 0 0,0 1 0 0 0,0-1 0 0 0,-1 1 1 0 0,-1-1-1 0 0,0 0 0 0 0,0 1 0 0 0,-2 1-272 0 0,3 22 411 0 0,0 45 328 0 0,0 136-1858 0 0,-17-201-634 0 0,13-22-3493 0 0,7-34 1015 0 0,-3 27 2837 0 0</inkml:trace>
  <inkml:trace contextRef="#ctx0" brushRef="#br0" timeOffset="496.114">43 67 1648 0 0,'15'-43'11289'0'0,"17"31"-7059"0"0,205 0 1203 0 0,-158 14-4778 0 0,28 17 30 0 0,-102-19-675 0 0,1 0 1 0 0,-1 0-1 0 0,1 1 1 0 0,-1-1-1 0 0,1 1 1 0 0,-1 0-1 0 0,0 0 1 0 0,1 1-1 0 0,-1 0 1 0 0,0 0-1 0 0,0 0 1 0 0,0 0-1 0 0,0 1 1 0 0,-1 0-1 0 0,1 0 1 0 0,-1 0-1 0 0,1 1 1 0 0,-1-1 0 0 0,0 1-1 0 0,-1 0 1 0 0,1 0-1 0 0,-1 1 1 0 0,1-1-1 0 0,-1 1 1 0 0,-1-1-1 0 0,1 1 1 0 0,-1 0-1 0 0,1 1-10 0 0,2 341-2969 0 0,-15-230-979 0 0,-7-77 1634 0 0,6-24-3622 0 0,10-15 4810 0 0,-9 4-3661 0 0,6-5 3333 0 0</inkml:trace>
  <inkml:trace contextRef="#ctx0" brushRef="#br0" timeOffset="923.8">154 542 2064 0 0,'-29'-9'9272'0'0,"28"10"-3311"0"0,10-2-4814 0 0,249 3 4331 0 0,-129-4-4929 0 0,-59 2-2599 0 0,-68 0 1388 0 0,4-1-614 0 0,-6 1 1109 0 0,0-1-1 0 0,0 1 1 0 0,-1 0-1 0 0,1 0 1 0 0,0 0-1 0 0,0 0 1 0 0,0-1-1 0 0,0 1 1 0 0,0 0-1 0 0,0 0 1 0 0,0 0-1 0 0,0 0 1 0 0,0-1-1 0 0,0 1 1 0 0,0 0-1 0 0,0 0 1 0 0,0 0-1 0 0,0-1 1 0 0,0 1 0 0 0,0 0-1 0 0,0 0 1 0 0,0 0-1 0 0,0-1 1 0 0,0 1-1 0 0,0 0 1 0 0,0 0-1 0 0,0 0 1 0 0,0 0-1 0 0,1-1 1 0 0,-1 1-1 0 0,0 0 1 0 0,0 0-1 0 0,0 0 1 0 0,0 0-1 0 0,0 0 1 0 0,0 0-1 0 0,1-1 1 0 0,-1 1-1 0 0,0 0 168 0 0,-31-26-11223 0 0,26 21 9543 0 0</inkml:trace>
  <inkml:trace contextRef="#ctx0" brushRef="#br0" timeOffset="1354.626">335 224 2056 0 0,'-5'-4'12028'0'0,"7"24"-7828"0"0,-1-13-3029 0 0,1-15-1607 0 0,-2 8 93 0 0,0 0 244 0 0,-14-2-5956 0 0,-6-10-3359 0 0,17 9 8098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2:05.426"/>
    </inkml:context>
    <inkml:brush xml:id="br0">
      <inkml:brushProperty name="width" value="0.05" units="cm"/>
      <inkml:brushProperty name="height" value="0.05" units="cm"/>
      <inkml:brushProperty name="color" value="#FFFFFF"/>
    </inkml:brush>
  </inkml:definitions>
  <inkml:trace contextRef="#ctx0" brushRef="#br0">23 54 1492 0 0,'-3'11'5133'0'0,"3"17"-2704"0"0,1-18-1481 0 0,-1 232 3153 0 0,-17-160-3742 0 0,14 11-918 0 0,3-91 135 0 0,0-2-88 0 0,0 6-1506 0 0,0-12-892 0 0,0-27-1843 0 0,0 8 3259 0 0</inkml:trace>
  <inkml:trace contextRef="#ctx0" brushRef="#br0" timeOffset="450.828">1 91 1392 0 0,'10'-21'5979'0'0,"-10"19"-4775"0"0,1-17 3527 0 0,10 14-3079 0 0,33-20 1171 0 0,161 6 1590 0 0,92 19-2364 0 0,-295 1-2044 0 0,0 1-1 0 0,0-1 1 0 0,0 0-1 0 0,0 1 1 0 0,0-1 0 0 0,0 1-1 0 0,0-1 1 0 0,-1 1 0 0 0,1 0-1 0 0,-1 0 1 0 0,1 0 0 0 0,-1 0-1 0 0,1 0 1 0 0,-1 0-1 0 0,0 0 1 0 0,0 0 0 0 0,0 0-1 0 0,0 1 1 0 0,-1-1 0 0 0,1 0-1 0 0,-1 1 1 0 0,1 0-5 0 0,-11 169-74 0 0,-8-79-455 0 0,5-12-517 0 0,-10 32-4374 0 0,6-92-315 0 0,1-14-3014 0 0,16-7 7237 0 0</inkml:trace>
  <inkml:trace contextRef="#ctx0" brushRef="#br0" timeOffset="873.717">160 520 988 0 0,'-58'-16'13865'0'0,"50"13"-8759"0"0,27 0-2782 0 0,207 3 924 0 0,-114-22-3179 0 0,-68 15-1308 0 0,-17 0-3487 0 0,-10-6-9756 0 0,-11 7 12351 0 0,-3 3 797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2:09.970"/>
    </inkml:context>
    <inkml:brush xml:id="br0">
      <inkml:brushProperty name="width" value="0.05" units="cm"/>
      <inkml:brushProperty name="height" value="0.05" units="cm"/>
      <inkml:brushProperty name="color" value="#FFFFFF"/>
    </inkml:brush>
  </inkml:definitions>
  <inkml:trace contextRef="#ctx0" brushRef="#br0">59 1 1624 0 0,'0'0'1414'0'0,"0"0"-70"0"0,0 0-142 0 0,0 0-62 0 0,0 0-20 0 0,0 0-100 0 0,0 0-54 0 0,0 0-68 0 0,0 0-95 0 0,0 0 0 0 0,0 0 41 0 0,0 0-58 0 0,0 0-67 0 0,0 0-68 0 0,0 0-21 0 0,0 0-36 0 0,0 0-11 0 0,0 0-14 0 0,0 0-50 0 0,0 0-41 0 0,0 0-41 0 0,2 2 13 0 0,66 55 1476 0 0,11-17-999 0 0,131 80 629 0 0,-186-104-1190 0 0,-24-16-348 0 0,0 0-19 0 0,-3 17 65 0 0,-18 19-178 0 0,-1-1 0 0 0,-1-1 0 0 0,-2-1 0 0 0,-2-1 0 0 0,0-2 0 0 0,-2 0 0 0 0,-10 5 113 0 0,-84 50-3970 0 0,32-45-6740 0 0,80-36 4598 0 0,11-4 4629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2:11.954"/>
    </inkml:context>
    <inkml:brush xml:id="br0">
      <inkml:brushProperty name="width" value="0.05" units="cm"/>
      <inkml:brushProperty name="height" value="0.05" units="cm"/>
      <inkml:brushProperty name="color" value="#FFFFFF"/>
    </inkml:brush>
  </inkml:definitions>
  <inkml:trace contextRef="#ctx0" brushRef="#br0">66 79 1452 0 0,'0'0'1078'0'0,"0"0"-104"0"0,0 0-64 0 0,0-3-8 0 0,-9-9 8489 0 0,1 18-10195 0 0,5 8 1026 0 0,4 293 1240 0 0,-23-183-1633 0 0,1-70-3269 0 0,17-84-5153 0 0,5 21 7274 0 0</inkml:trace>
  <inkml:trace contextRef="#ctx0" brushRef="#br0" timeOffset="445.059">51 35 2068 0 0,'-1'0'263'0'0,"1"-1"0"0"0,-1 0-1 0 0,1 0 1 0 0,-1 1 0 0 0,1-1-1 0 0,0 0 1 0 0,-1 0 0 0 0,1 0-1 0 0,0 1 1 0 0,-1-1 0 0 0,1 0-1 0 0,0 0 1 0 0,0 0 0 0 0,0 0-1 0 0,0 0 1 0 0,0 1 0 0 0,0-1 0 0 0,0 0-1 0 0,0 0 1 0 0,0 0 0 0 0,1 0-1 0 0,-1 0 1 0 0,0 0 0 0 0,0 1-1 0 0,1-1 1 0 0,-1 0 0 0 0,1 0-1 0 0,-1 1 1 0 0,0-1 0 0 0,1 0-1 0 0,-1 0 1 0 0,1 1 0 0 0,0-1-1 0 0,-1 0 1 0 0,1 1 0 0 0,0-1 0 0 0,-1 1-1 0 0,1-1 1 0 0,0 1 0 0 0,0-1-1 0 0,-1 1 1 0 0,1 0 0 0 0,0-1-1 0 0,0 1 1 0 0,0 0 0 0 0,-1-1-1 0 0,1 1 1 0 0,0 0 0 0 0,0 0-1 0 0,0 0-262 0 0,43-1 4681 0 0,144 9-976 0 0,-16-7-2469 0 0,-96-1-998 0 0,-45 0-5487 0 0,-23 18 109 0 0,-36 0-1915 0 0,-29 35 1859 0 0,40-33 3614 0 0</inkml:trace>
  <inkml:trace contextRef="#ctx0" brushRef="#br0" timeOffset="1011.119">42 534 1684 0 0,'-19'20'11072'0'0,"33"-13"-6057"0"0,20-6-2679 0 0,65-14 158 0 0,43 4-1067 0 0,-92 10-1188 0 0,37 24 39 0 0,11-12-1067 0 0,-81-12-4739 0 0,-25-10-289 0 0,-13-8-2749 0 0,14 14 6937 0 0</inkml:trace>
  <inkml:trace contextRef="#ctx0" brushRef="#br0" timeOffset="1576.176">301 212 1996 0 0,'3'5'6963'0'0,"1"5"-3291"0"0,5 34-38 0 0,-12-27-2956 0 0,12-14-893 0 0,-21-9-2924 0 0,5-5-7821 0 0,8 9 9535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2:39.481"/>
    </inkml:context>
    <inkml:brush xml:id="br0">
      <inkml:brushProperty name="width" value="0.05" units="cm"/>
      <inkml:brushProperty name="height" value="0.05" units="cm"/>
      <inkml:brushProperty name="color" value="#FFFFFF"/>
    </inkml:brush>
  </inkml:definitions>
  <inkml:trace contextRef="#ctx0" brushRef="#br0">16 33 1348 0 0,'0'0'1707'0'0,"0"-4"-124"0"0,0-13 1130 0 0,-3 17-1548 0 0,-6 0-1841 0 0,5-6 12269 0 0,11 0-10223 0 0,34 11-85 0 0,182 7 699 0 0,-162-13-5456 0 0,-51-1-98 0 0,-28 5-2604 0 0,-13 8-876 0 0,24-8 5600 0 0</inkml:trace>
  <inkml:trace contextRef="#ctx0" brushRef="#br0" timeOffset="631.09">187 33 1824 0 0,'-12'10'8591'0'0,"-4"23"-6241"0"0,8-17-1531 0 0,-59 106 1707 0 0,3-7 197 0 0,76-104-2436 0 0,54-7 688 0 0,98-4 191 0 0,-108 24-915 0 0,8-9 152 0 0,-61-13-343 0 0,-1 0 0 0 0,0 0 0 0 0,0 0 0 0 0,0 0-1 0 0,0 1 1 0 0,-1-1 0 0 0,1 1 0 0 0,0 0 0 0 0,-1-1 0 0 0,0 1 0 0 0,0 0 0 0 0,0 0 0 0 0,0 0 0 0 0,0-1 0 0 0,0 1 0 0 0,-1 0 0 0 0,1 0 0 0 0,-1 0 0 0 0,0 0 0 0 0,0 0 0 0 0,0 0 0 0 0,0 0 0 0 0,-1 0 0 0 0,1 0 0 0 0,-1 0 0 0 0,0 0 0 0 0,-1 3-61 0 0,-47 105 390 0 0,37-82-302 0 0,11-24-78 0 0,0-1 0 0 0,0 0 0 0 0,0 0 1 0 0,-1 0-1 0 0,0 0 0 0 0,1 0 0 0 0,-2 0 0 0 0,1 0 0 0 0,0 0 0 0 0,-1-1 0 0 0,0 1 0 0 0,1-1 0 0 0,-2 0 0 0 0,1 0 0 0 0,0 0 0 0 0,0 0 0 0 0,-1 0 0 0 0,0-1 0 0 0,1 0 0 0 0,-1 0 1 0 0,-2 1-10 0 0,5-2-204 0 0,-18-6-534 0 0,-57-60-2764 0 0,62 49 2576 0 0,-23-36-8602 0 0,28 33 2914 0 0,8 18 5066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2:41.324"/>
    </inkml:context>
    <inkml:brush xml:id="br0">
      <inkml:brushProperty name="width" value="0.05" units="cm"/>
      <inkml:brushProperty name="height" value="0.05" units="cm"/>
      <inkml:brushProperty name="color" value="#FFFFFF"/>
    </inkml:brush>
  </inkml:definitions>
  <inkml:trace contextRef="#ctx0" brushRef="#br0">0 13 1976 0 0,'0'0'1471'0'0,"0"-3"-65"0"0,1-7 7892 0 0,3 12-4978 0 0,6 22-4007 0 0,4 7 449 0 0,122 190 3221 0 0,-102-175-4645 0 0,-29-46-3720 0 0,0-38-3604 0 0,-3 12 1219 0 0,-2 19 5331 0 0</inkml:trace>
  <inkml:trace contextRef="#ctx0" brushRef="#br0" timeOffset="441.887">329 59 1676 0 0,'8'-5'5163'0'0,"-3"4"1885"0"0,-8 11-5204 0 0,-64 66 2678 0 0,60-71-4218 0 0,-116 100 288 0 0,101-84-3303 0 0,22-21 2737 0 0,0 0 23 0 0,0 0 18 0 0,0 0 89 0 0,0 22 486 0 0,20 23-152 0 0,8 101 431 0 0,-6 37-1768 0 0,-22-182-66 0 0,0-1-122 0 0,0 0-502 0 0,-1 2-161 0 0,-5 7 91 0 0,-4-22-7895 0 0,8 6 8000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2:46.458"/>
    </inkml:context>
    <inkml:brush xml:id="br0">
      <inkml:brushProperty name="width" value="0.05" units="cm"/>
      <inkml:brushProperty name="height" value="0.05" units="cm"/>
      <inkml:brushProperty name="color" value="#FFFFFF"/>
    </inkml:brush>
  </inkml:definitions>
  <inkml:trace contextRef="#ctx0" brushRef="#br0">80 81 840 0 0,'3'0'521'0'0,"9"0"35"0"0,-8 0-60 0 0,-4-4-50 0 0,0 2-368 0 0,1-1-1 0 0,0 0 1 0 0,0 1 0 0 0,0-1 0 0 0,1 1-1 0 0,-1 0 1 0 0,1-1 0 0 0,-1 1 0 0 0,1 0-1 0 0,0 0 1 0 0,0 0 0 0 0,0 0 0 0 0,0 0-1 0 0,0 0 1 0 0,0 0 0 0 0,0 1 0 0 0,0-1-1 0 0,1 1 1 0 0,-1 0 0 0 0,1 0-1 0 0,-1-1 1 0 0,1 2 0 0 0,0-1 0 0 0,-1 0-1 0 0,3 0-77 0 0,56-29 5618 0 0,-61 31-5471 0 0,0-1 0 0 0,0 1 0 0 0,0-1 0 0 0,0 1 1 0 0,-1-1-1 0 0,1 1 0 0 0,0-1 0 0 0,0 1 0 0 0,0-1 0 0 0,1 1 0 0 0,-1-1 0 0 0,0 1 0 0 0,0-1 0 0 0,0 1 0 0 0,0-1 0 0 0,0 1 0 0 0,0-1 0 0 0,1 1 0 0 0,-1-1 0 0 0,0 1 0 0 0,0-1 0 0 0,1 0 0 0 0,-1 1 0 0 0,0-1 0 0 0,1 1 0 0 0,-1-1 0 0 0,0 0 1 0 0,1 1-1 0 0,-1-1 0 0 0,1 0 0 0 0,-1 0 0 0 0,1 1 0 0 0,-1-1 0 0 0,1 0 0 0 0,-1 0 0 0 0,0 0 0 0 0,1 1 0 0 0,-1-1 0 0 0,1 0 0 0 0,-1 0 0 0 0,1 0 0 0 0,-1 0 0 0 0,1 0 0 0 0,-1 0 0 0 0,1 0 0 0 0,0 0 0 0 0,-1 0 0 0 0,1 0 0 0 0,-1 0 0 0 0,1 0 1 0 0,-1-1-1 0 0,0 1 0 0 0,1 0 0 0 0,-1 0 0 0 0,1 0 0 0 0,-1-1 0 0 0,1 1 0 0 0,-1 0 0 0 0,1-1 0 0 0,-1 1 0 0 0,0 0 0 0 0,1-1 0 0 0,-1 1 0 0 0,0 0 0 0 0,1-1 0 0 0,-1 1-147 0 0,-102 175 2476 0 0,11-47-1400 0 0,52-79-945 0 0,76-37-65 0 0,88-10-138 0 0,-36-24 44 0 0,59 21 59 0 0,-120 14-93 0 0,-25-11 67 0 0,0 1 0 0 0,0 0 0 0 0,-1 0 1 0 0,1 0-1 0 0,-1 0 0 0 0,1 1 0 0 0,-1-1 0 0 0,0 1 0 0 0,0 0 1 0 0,0-1-1 0 0,-1 1 0 0 0,1 0 0 0 0,-1 0 0 0 0,0 0 0 0 0,0 0 1 0 0,-1 0-1 0 0,1 0 0 0 0,-1 0 0 0 0,0 0 0 0 0,0 0 1 0 0,0 0-1 0 0,0 0 0 0 0,-1 0 0 0 0,1 0 0 0 0,-2 3-5 0 0,1 11 54 0 0,-29 72 36 0 0,-19 102 1226 0 0,26-156 761 0 0,23-36-2069 0 0,0 0-62 0 0,-12-3-319 0 0,-103-81-3910 0 0,-20-43-14875 0 0,128 121 17677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2:52.004"/>
    </inkml:context>
    <inkml:brush xml:id="br0">
      <inkml:brushProperty name="width" value="0.05" units="cm"/>
      <inkml:brushProperty name="height" value="0.05" units="cm"/>
      <inkml:brushProperty name="color" value="#FFFFFF"/>
    </inkml:brush>
  </inkml:definitions>
  <inkml:trace contextRef="#ctx0" brushRef="#br0">2 35 1956 0 0,'0'0'1328'0'0,"0"0"-57"0"0,0 0-109 0 0,0-3-121 0 0,-1-6 77 0 0,1-14 5928 0 0,6 38-5128 0 0,-6 114 90 0 0,0 169 13 0 0,0-296-1974 0 0,0-2 6 0 0,3 20 13 0 0,-2-19-50 0 0,0 0 0 0 0,0-1-1 0 0,0 1 1 0 0,0 0-1 0 0,1-1 1 0 0,-1 1 0 0 0,0-1-1 0 0,1 1 1 0 0,-1-1 0 0 0,0 0-1 0 0,0 1 1 0 0,1-1 0 0 0,-1 0-1 0 0,1 0 1 0 0,-1 0 0 0 0,0 0-1 0 0,1 0 1 0 0,-1-1 0 0 0,0 1-1 0 0,1 0 1 0 0,-1 0-1 0 0,0-1 1 0 0,1 1 0 0 0,-1-1-1 0 0,0 1 1 0 0,0-1 0 0 0,0 0-1 0 0,1 1 1 0 0,-1-1 0 0 0,0 0-1 0 0,0 0 1 0 0,0 0 0 0 0,0 0-1 0 0,0 0-15 0 0,35-11 656 0 0,-35 12-557 0 0,13 0 229 0 0,49-13 70 0 0,47 10 211 0 0,-16 10-366 0 0,33-5-197 0 0,-65-3 83 0 0,-31-6 151 0 0,-30 7-244 0 0,-1 0 17 0 0,0 0-41 0 0,0 0 17 0 0,0 0 54 0 0,0 0 15 0 0,0 0-60 0 0,0 0 38 0 0,1 0 20 0 0,5 0-49 0 0,6-18 48 0 0,-38-191-377 0 0,12 67-1724 0 0,14 140 1431 0 0,0-31-3842 0 0,0 18-495 0 0,0 8-4101 0 0,0 7 7428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2:52.676"/>
    </inkml:context>
    <inkml:brush xml:id="br0">
      <inkml:brushProperty name="width" value="0.05" units="cm"/>
      <inkml:brushProperty name="height" value="0.05" units="cm"/>
      <inkml:brushProperty name="color" value="#FFFFFF"/>
    </inkml:brush>
  </inkml:definitions>
  <inkml:trace contextRef="#ctx0" brushRef="#br0">307 0 1956 0 0,'-6'2'8878'0'0,"-18"11"-5358"0"0,-115 133 136 0 0,32-24-2102 0 0,77-86 161 0 0,32-30-514 0 0,48 40-546 0 0,2 4-194 0 0,58 38 505 0 0,-39-31-846 0 0,-52-48-798 0 0,-4-18-7086 0 0,-11-15-1492 0 0,-3 4 5925 0 0,-1 17 3186 0 0,-2-3-1471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2:53.148"/>
    </inkml:context>
    <inkml:brush xml:id="br0">
      <inkml:brushProperty name="width" value="0.05" units="cm"/>
      <inkml:brushProperty name="height" value="0.05" units="cm"/>
      <inkml:brushProperty name="color" value="#FFFFFF"/>
    </inkml:brush>
  </inkml:definitions>
  <inkml:trace contextRef="#ctx0" brushRef="#br0">1 16 1392 0 0,'8'-6'2870'0'0,"15"-4"6465"0"0,-16 35-6469 0 0,9 300 3126 0 0,-15-108-9847 0 0,-12-202 1713 0 0,7-16-3905 0 0,-3-15-722 0 0,5 8 5271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2:59.299"/>
    </inkml:context>
    <inkml:brush xml:id="br0">
      <inkml:brushProperty name="width" value="0.05" units="cm"/>
      <inkml:brushProperty name="height" value="0.05" units="cm"/>
      <inkml:brushProperty name="color" value="#FFFFFF"/>
    </inkml:brush>
  </inkml:definitions>
  <inkml:trace contextRef="#ctx0" brushRef="#br0">15 25 2240 0 0,'0'0'1418'0'0,"0"0"26"0"0,0 0-137 0 0,0 0-167 0 0,-2 0-145 0 0,-6-1 896 0 0,3-10 11580 0 0,7 7-12272 0 0,0-1-3751 0 0,35 1 3830 0 0,286 4-103 0 0,-322 0-1174 0 0,0 1 0 0 0,0-1 1 0 0,-1 1-1 0 0,1-1 0 0 0,0 1 1 0 0,0 0-1 0 0,-1-1 0 0 0,1 1 1 0 0,0 0-1 0 0,-1-1 0 0 0,1 1 0 0 0,-1 0 1 0 0,1 0-1 0 0,-1 0 0 0 0,1-1 1 0 0,-1 1-1 0 0,0 0 0 0 0,1 0 1 0 0,-1 0-1 0 0,0 0 0 0 0,0 0 1 0 0,1 0-1 0 0,-1 0 0 0 0,0-1 1 0 0,0 1-1 0 0,0 0 0 0 0,0 0 1 0 0,0 0-1 0 0,-1 0 0 0 0,1 0 1 0 0,0 0-1 0 0,0 0 0 0 0,-1 0 1 0 0,1 0-1 0 0,0 0 0 0 0,-1-1 0 0 0,1 1 1 0 0,-1 0-1 0 0,1 0 0 0 0,-1 0 1 0 0,1-1-1 0 0,-1 1 0 0 0,1 0 1 0 0,-1-1-1 0 0,0 1 0 0 0,0 0 1 0 0,1-1-1 0 0,-1 1 0 0 0,0-1 1 0 0,0 1-2 0 0,-100 107-199 0 0,18-23 111 0 0,84-83 109 0 0,1 0 0 0 0,-1 0 0 0 0,0 0 0 0 0,0-1 0 0 0,1 1 0 0 0,-1 0 0 0 0,1-1 0 0 0,-1 1 1 0 0,1-1-1 0 0,0 1 0 0 0,0-1 0 0 0,0 0 0 0 0,-1 0 0 0 0,1 0 0 0 0,0 0 0 0 0,0 0 0 0 0,1 0 0 0 0,-1-1 0 0 0,0 1 0 0 0,0-1 0 0 0,0 1 0 0 0,0-1 0 0 0,1 0 0 0 0,-1 0 1 0 0,0 0-1 0 0,0 0 0 0 0,0 0 0 0 0,1 0 0 0 0,-1-1 0 0 0,0 1 0 0 0,0-1 0 0 0,0 1-21 0 0,-1-1-43 0 0,21 1 12 0 0,55 0 134 0 0,-33 21-73 0 0,-4-17-27 0 0,-37-4-5 0 0,0 0 1 0 0,0 0-1 0 0,0 0 0 0 0,0 1 1 0 0,0-1-1 0 0,-1 1 0 0 0,1 0 1 0 0,0-1-1 0 0,0 1 0 0 0,-1 0 1 0 0,1 1-1 0 0,0-1 0 0 0,-1 0 1 0 0,1 1-1 0 0,-1 0 0 0 0,0-1 1 0 0,1 1-1 0 0,-1 0 0 0 0,0 0 1 0 0,0 0-1 0 0,0 0 0 0 0,-1 1 1 0 0,1-1-1 0 0,0 0 0 0 0,-1 1 1 0 0,1 0-1 0 0,-1-1 0 0 0,0 1 1 0 0,0 0-1 0 0,0-1 0 0 0,0 1 1 0 0,0 1 1 0 0,15 131 452 0 0,-32-46-43 0 0,6-70-383 0 0,9-14-24 0 0,-1 1-1 0 0,0-1 1 0 0,0 1 0 0 0,-1-1-1 0 0,1 0 1 0 0,-1 0 0 0 0,0 0-1 0 0,0 0 1 0 0,-1 0 0 0 0,0-1-1 0 0,1 0 1 0 0,-1 1 0 0 0,-1-1-1 0 0,1-1 1 0 0,-1 1 0 0 0,1-1-1 0 0,-1 0 1 0 0,0 0 0 0 0,0 0-1 0 0,-1 0 1 0 0,1-1 0 0 0,0 0-1 0 0,-1 0 1 0 0,-3 0-2 0 0,7-2-300 0 0,-1 0-129 0 0,-97-39-3250 0 0,56 16 1161 0 0,38 22 1799 0 0,0-1-1 0 0,1-1 1 0 0,-1 1 0 0 0,1-1 0 0 0,-1 0-1 0 0,1 0 1 0 0,0 0 0 0 0,0-1-1 0 0,0 0 1 0 0,1 0 0 0 0,-1 0-1 0 0,1-1 1 0 0,0 1 0 0 0,0-1-1 0 0,1 0 1 0 0,-3-5 719 0 0,-2-6-4955 0 0,8 15 3418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3:08.384"/>
    </inkml:context>
    <inkml:brush xml:id="br0">
      <inkml:brushProperty name="width" value="0.05" units="cm"/>
      <inkml:brushProperty name="height" value="0.05" units="cm"/>
      <inkml:brushProperty name="color" value="#FFFFFF"/>
    </inkml:brush>
  </inkml:definitions>
  <inkml:trace contextRef="#ctx0" brushRef="#br0">57 65 1468 0 0,'0'-17'1533'0'0,"-15"14"1255"0"0,11 3-1592 0 0,4 0-92 0 0,0 0-89 0 0,0 0 27 0 0,0 0 6 0 0,0 0-156 0 0,0 0-86 0 0,0 0-23 0 0,0 0-19 0 0,0 0 1 0 0,0 0-52 0 0,0 0-32 0 0,13 0 516 0 0,29 64 326 0 0,85 188 976 0 0,-39-106-2523 0 0,-84-220-18473 0 0,-4 60 16945 0 0</inkml:trace>
  <inkml:trace contextRef="#ctx0" brushRef="#br0" timeOffset="281.377">338 120 2392 0 0,'0'0'653'0'0,"-1"0"-1"0"0,1 0 1 0 0,0 0 0 0 0,0 0-1 0 0,-1 0 1 0 0,1 0-1 0 0,0 0 1 0 0,-1 0 0 0 0,1-1-1 0 0,0 1 1 0 0,0 0-1 0 0,-1 0 1 0 0,1 0 0 0 0,0 0-1 0 0,0 0 1 0 0,-1 0-1 0 0,1-1 1 0 0,0 1 0 0 0,0 0-1 0 0,-1 0 1 0 0,1 0 0 0 0,0-1-653 0 0,-10 14 612 0 0,-39 44 978 0 0,-139 140 909 0 0,133-138-2745 0 0,39-40-773 0 0,3-11-3374 0 0,13-8 2590 0 0,27-2-7037 0 0,-11-7 7240 0 0,1-2 86 0 0</inkml:trace>
  <inkml:trace contextRef="#ctx0" brushRef="#br0" timeOffset="698.944">570 25 2068 0 0,'5'-10'9834'0'0,"7"3"-4603"0"0,43 2-3200 0 0,-35 5-734 0 0,152-2-1020 0 0,-112 2-4611 0 0,-58 0 3399 0 0,-2 0-65 0 0,11 0-10175 0 0,-16 2 9781 0 0</inkml:trace>
  <inkml:trace contextRef="#ctx0" brushRef="#br0" timeOffset="1370.19">788 13 1868 0 0,'-12'11'9231'0'0,"4"29"-6699"0"0,7-36-1828 0 0,-38 227 2579 0 0,30-173-2557 0 0,9-57-629 0 0,0-1-22 0 0,-2 26 193 0 0,3-27-256 0 0,-1 0 0 0 0,1 0 1 0 0,-1 0-1 0 0,1 0 0 0 0,-1 0 1 0 0,0 0-1 0 0,1 0 0 0 0,-1 0 0 0 0,0 0 1 0 0,1 0-1 0 0,-1 0 0 0 0,0 0 1 0 0,0 0-1 0 0,0-1 0 0 0,0 1 0 0 0,0 0 1 0 0,-1 0-1 0 0,1 0 0 0 0,0 0 1 0 0,0 0-1 0 0,-1 0 0 0 0,1 0 1 0 0,0 0-1 0 0,-1 0 0 0 0,1 0 0 0 0,-1 0 1 0 0,0 0-1 0 0,1 0 0 0 0,-1 0 1 0 0,0 0-1 0 0,1 0 0 0 0,-1 0 1 0 0,0 1-1 0 0,0-1 0 0 0,0 0 0 0 0,0 1 1 0 0,0-1-1 0 0,0 1 0 0 0,0-1 1 0 0,0 1-1 0 0,0-1 0 0 0,0 1 1 0 0,0-1-1 0 0,0 1 0 0 0,0 0 0 0 0,0 0 1 0 0,0 0-13 0 0,-94 1 875 0 0,21 36-131 0 0,15 38-73 0 0,54-29-151 0 0,8-37-410 0 0,1 3-44 0 0,1-1-1 0 0,1 0 1 0 0,0-1-1 0 0,0 1 1 0 0,1-1-1 0 0,0 0 1 0 0,1-1 0 0 0,0 1-1 0 0,5 3-65 0 0,-1-5-37 0 0,-1 0 0 0 0,1-1-1 0 0,0 0 1 0 0,1-1 0 0 0,0-1 0 0 0,0 0-1 0 0,0 0 1 0 0,0-1 0 0 0,1-1 0 0 0,-1 0-1 0 0,1-1 1 0 0,0-1 0 0 0,0 0 0 0 0,0-1-1 0 0,11-1 38 0 0,-18 0-380 0 0,1 0-1 0 0,0-1 0 0 0,-1 0 1 0 0,1 0-1 0 0,-1 0 0 0 0,1-1 1 0 0,-1-1-1 0 0,0 1 0 0 0,0-1 1 0 0,-1 0-1 0 0,1-1 0 0 0,-1 1 1 0 0,0-1-1 0 0,3-3 381 0 0,15-11-3597 0 0,18-42-6300 0 0,-42 60 8543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2:14.461"/>
    </inkml:context>
    <inkml:brush xml:id="br0">
      <inkml:brushProperty name="width" value="0.05" units="cm"/>
      <inkml:brushProperty name="height" value="0.05" units="cm"/>
      <inkml:brushProperty name="color" value="#FFFFFF"/>
    </inkml:brush>
  </inkml:definitions>
  <inkml:trace contextRef="#ctx0" brushRef="#br0">94 127 1392 0 0,'0'0'1486'0'0,"0"0"-165"0"0,0 0-40 0 0,0 0-109 0 0,0 0-133 0 0,0 0-173 0 0,0 0-17 0 0,0 0-37 0 0,0 0-39 0 0,0 0 100 0 0,0 0-5 0 0,0 0-55 0 0,0 0-10 0 0,0 0-57 0 0,0 0-41 0 0,0 0 1 0 0,0 0-2 0 0,0 0-9 0 0,7-4 552 0 0,46 66 990 0 0,46 95 495 0 0,52 101-81 0 0,-127-224-1905 0 0,-9-50-686 0 0,51-96 245 0 0,122-121-1071 0 0,-141 183-1743 0 0,-42 38-128 0 0,-4-8-8260 0 0,-2 12 6801 0 0,1 6 2375 0 0,-1-1 182 0 0,-6-10-30 0 0</inkml:trace>
  <inkml:trace contextRef="#ctx0" brushRef="#br0" timeOffset="6875.211">2961 149 1920 0 0,'0'0'1731'0'0,"2"0"-299"0"0,10 0-180 0 0,-9 0-118 0 0,-3 0-6 0 0,0 0-67 0 0,0 0-68 0 0,0-4-50 0 0,18-45 3252 0 0,-18 47-4110 0 0,0 1 0 0 0,-1-1 0 0 0,1 1 0 0 0,-1 0 0 0 0,1-1 0 0 0,-1 1-1 0 0,1-1 1 0 0,-1 1 0 0 0,0 0 0 0 0,0 0 0 0 0,1-1 0 0 0,-1 1-1 0 0,0 0 1 0 0,0 0 0 0 0,0 0 0 0 0,0 0 0 0 0,-1 0 0 0 0,1 0 0 0 0,0 0-1 0 0,0 1 1 0 0,0-1 0 0 0,-1 0 0 0 0,1 1 0 0 0,0-1 0 0 0,-1 0-1 0 0,1 1 1 0 0,-1 0 0 0 0,1-1 0 0 0,-1 1 0 0 0,1 0 0 0 0,-1 0-85 0 0,-23-8 356 0 0,-124-22 1455 0 0,55 57-1441 0 0,76-19-325 0 0,3 2-30 0 0,1 0 1 0 0,1 0-1 0 0,0 2 1 0 0,0 0-1 0 0,1 0 1 0 0,1 1-1 0 0,0 0 1 0 0,1 1-1 0 0,0 0 1 0 0,1 1-1 0 0,0 0 1 0 0,2 1-1 0 0,0-1 1 0 0,0 1-1 0 0,2 1 1 0 0,0-1-1 0 0,1 1 1 0 0,0 0-1 0 0,1 0 1 0 0,1 0-1 0 0,1 0 1 0 0,1 0-1 0 0,0 1 1 0 0,2 13-16 0 0,23 59-32 0 0,-13-65 31 0 0,-7-15-116 0 0,1-1 0 0 0,0 0 0 0 0,0 0 0 0 0,1 0-1 0 0,0 0 1 0 0,1-1 0 0 0,0-1 0 0 0,0 1 0 0 0,1-1-1 0 0,0 0 1 0 0,0-1 0 0 0,0 0 0 0 0,1-1 0 0 0,0 0-1 0 0,0 0 1 0 0,0-1 0 0 0,1-1 0 0 0,0 1 0 0 0,-1-2-1 0 0,1 1 1 0 0,0-2 0 0 0,0 1 0 0 0,0-1 0 0 0,0-1-1 0 0,0 0 1 0 0,1-1 0 0 0,-1 0 117 0 0,45-13-1926 0 0,19-37-5076 0 0,-18 10 533 0 0,-46 35 4817 0 0</inkml:trace>
  <inkml:trace contextRef="#ctx0" brushRef="#br0" timeOffset="7951.669">2985 519 888 0 0,'-2'8'9585'0'0,"6"-5"-9144"0"0,0-1 0 0 0,1 1 0 0 0,-1-1 1 0 0,1 1-1 0 0,0-1 0 0 0,-1-1 0 0 0,1 1 0 0 0,0-1 0 0 0,0 0 0 0 0,0 0 1 0 0,0 0-1 0 0,0 0 0 0 0,1-1 0 0 0,-1 0 0 0 0,2 0-441 0 0,1-3 237 0 0,7-3-145 0 0,-6 3-19 0 0,0 0 0 0 0,-1 0 0 0 0,1-1 0 0 0,-1 0 0 0 0,0 0 0 0 0,0-1 0 0 0,-1 0 0 0 0,1 0 0 0 0,-1-1 0 0 0,-1 0 0 0 0,1-1 0 0 0,-1 1 0 0 0,4-6-73 0 0,11-40-66 0 0,-21 51-22 0 0,-3-13-293 0 0,2 11 345 0 0,0 2 30 0 0,0-1-1 0 0,0 1 1 0 0,1 0-1 0 0,-1-1 1 0 0,0 1 0 0 0,0 0-1 0 0,0 0 1 0 0,0 0-1 0 0,-1 0 1 0 0,1 0-1 0 0,0 0 1 0 0,0 0-1 0 0,-1 0 1 0 0,1 0 0 0 0,0 1-1 0 0,-1-1 1 0 0,1 0-1 0 0,-1 1 1 0 0,1-1-1 0 0,-1 1 1 0 0,1 0-1 0 0,-1-1 1 0 0,1 1 0 0 0,-1 0-1 0 0,0 0 1 0 0,1 0-1 0 0,-1 0 1 0 0,1 0-1 0 0,-1 0 1 0 0,1 1-1 0 0,-1-1 1 0 0,0 1 6 0 0,-8 2 24 0 0,0 0 1 0 0,0 1-1 0 0,1 1 0 0 0,0 0 1 0 0,0 0-1 0 0,0 0 1 0 0,1 1-1 0 0,0 1 0 0 0,0-1 1 0 0,0 1-1 0 0,1 1 1 0 0,0-1-1 0 0,0 1 0 0 0,-5 9-24 0 0,9-13 46 0 0,0 0 1 0 0,0 1-1 0 0,0 0 0 0 0,1 0 0 0 0,0 0 0 0 0,0 0 0 0 0,0 0 0 0 0,0 0 0 0 0,1 0 0 0 0,0 1 1 0 0,0-1-1 0 0,0 0 0 0 0,1 1 0 0 0,0-1 0 0 0,0 1 0 0 0,0-1 0 0 0,0 1 0 0 0,1-1 0 0 0,1 2-46 0 0,0-1 58 0 0,1 0 0 0 0,0-1 0 0 0,1 1 0 0 0,0-1 0 0 0,0 0 0 0 0,0 0 0 0 0,0 0 0 0 0,1 0 0 0 0,0-1 0 0 0,0 1 0 0 0,0-1 0 0 0,0 0 0 0 0,1-1 0 0 0,-1 0 0 0 0,1 1-1 0 0,0-2 1 0 0,0 1 0 0 0,0-1 0 0 0,0 0 0 0 0,1 0 0 0 0,5 1-58 0 0,62-41-242 0 0,-62 30-7 0 0,0 0 1 0 0,-1-1-1 0 0,-1 1 0 0 0,1-2 0 0 0,-1 0 1 0 0,-1 0-1 0 0,0-1 0 0 0,0 0 0 0 0,-1 0 1 0 0,-1-1 248 0 0,24-40-952 0 0,-31 53 1002 0 0,1-1 1 0 0,-1 1-1 0 0,0-1 0 0 0,0 1 1 0 0,1-1-1 0 0,-1 0 0 0 0,0 1 0 0 0,1-1 1 0 0,-1 1-1 0 0,1-1 0 0 0,-1 0 1 0 0,1 1-1 0 0,-1-1 0 0 0,0 0 1 0 0,1 1-1 0 0,-1-1 0 0 0,1 0 0 0 0,-1 0 1 0 0,1 0-1 0 0,-1 0 0 0 0,1 1 1 0 0,0-1-1 0 0,-1 0 0 0 0,1 0 0 0 0,-1 0 1 0 0,1 0-1 0 0,-1 0 0 0 0,1 0 1 0 0,-1 0-1 0 0,1 0 0 0 0,-1 0 0 0 0,1-1 1 0 0,-1 1-1 0 0,1 0 0 0 0,-1 0 1 0 0,1 0-1 0 0,-1-1 0 0 0,1 1 0 0 0,-1 0 1 0 0,1 0-1 0 0,-1-1 0 0 0,1 1 1 0 0,-1-1-1 0 0,0 1 0 0 0,1 0 0 0 0,-1-1 1 0 0,1 1-1 0 0,-1-1 0 0 0,0 1-50 0 0,-45 146 2266 0 0,43-141-2175 0 0,-1 9 178 0 0,11-28-362 0 0,70-87-461 0 0,-74 95 559 0 0,0 1 0 0 0,1 0 0 0 0,-1 0 0 0 0,1 0 1 0 0,0 1-1 0 0,1 0 0 0 0,-1 0 0 0 0,1 0 0 0 0,0 1 0 0 0,0-1 1 0 0,0 1-1 0 0,0 1 0 0 0,1-1 0 0 0,-1 1-5 0 0,5 5 240 0 0,-6 5-158 0 0,0 0-1 0 0,0 0 1 0 0,0 0-1 0 0,-1 1 1 0 0,-1 0-1 0 0,1 0 1 0 0,-1 0-1 0 0,-1 0 1 0 0,0 0 0 0 0,0 0-1 0 0,-1 1 1 0 0,0 0-82 0 0,0-5 52 0 0,3 20 91 0 0,-4-18-133 0 0,0-1 0 0 0,1 0 0 0 0,0 1 0 0 0,0-1 0 0 0,1 0 0 0 0,-1 0 1 0 0,2 1-1 0 0,-1-1 0 0 0,0-1 0 0 0,1 1 0 0 0,0 0 0 0 0,1-1 1 0 0,-1 1-1 0 0,2 0-10 0 0,-1-4-335 0 0,0-1 1 0 0,0 0-1 0 0,-1 0 1 0 0,1 0-1 0 0,0 0 1 0 0,0-1-1 0 0,1 1 0 0 0,-1-1 1 0 0,0 0-1 0 0,0 0 1 0 0,0-1-1 0 0,0 1 1 0 0,0-1-1 0 0,0 0 1 0 0,0 0-1 0 0,-1 0 1 0 0,1-1-1 0 0,0 1 1 0 0,0-1-1 0 0,-1 0 1 0 0,1 0-1 0 0,-1 0 0 0 0,0-1 1 0 0,1 1-1 0 0,-1-1 1 0 0,0 0-1 0 0,-1 0 1 0 0,1 0-1 0 0,0 0 1 0 0,-1 0-1 0 0,0 0 1 0 0,0-1-1 0 0,1-1 335 0 0,17-14-3458 0 0,29-18-1087 0 0,-30 24 3129 0 0</inkml:trace>
  <inkml:trace contextRef="#ctx0" brushRef="#br0" timeOffset="8377.383">3901 275 2052 0 0,'-9'-8'10338'0'0,"2"33"-5583"0"0,4-12-4834 0 0,-15 63 1410 0 0,3-18-849 0 0,2 1 0 0 0,3 0 0 0 0,3 1 0 0 0,0 27-482 0 0,7-85-57 0 0,0-1 1 0 0,1 1 0 0 0,-1-1 0 0 0,0 0-1 0 0,1 1 1 0 0,-1-1 0 0 0,1 0 0 0 0,-1 1 0 0 0,1-1-1 0 0,-1 0 1 0 0,1 1 0 0 0,0-1 0 0 0,0 0-1 0 0,0 0 1 0 0,0 0 0 0 0,-1 0 0 0 0,1 0 0 0 0,1 0-1 0 0,-1 0 1 0 0,0 0 0 0 0,0 0 0 0 0,0 0-1 0 0,0-1 1 0 0,1 1 0 0 0,-1 0 0 0 0,0-1 0 0 0,1 1-1 0 0,-1-1 1 0 0,0 0 0 0 0,1 1 0 0 0,-1-1 0 0 0,1 0-1 0 0,-1 0 1 0 0,1 0 0 0 0,-1 0 0 0 0,0 0-1 0 0,1 0 1 0 0,-1 0 0 0 0,1 0 0 0 0,-1-1 0 0 0,0 1-1 0 0,1 0 1 0 0,-1-1 0 0 0,1 1 0 0 0,-1-1-1 0 0,0 0 1 0 0,0 1 0 0 0,1-1 0 0 0,-1 0 0 0 0,1-1 56 0 0,46-49-5828 0 0,-34 7-3485 0 0,-14 40 7908 0 0</inkml:trace>
  <inkml:trace contextRef="#ctx0" brushRef="#br0" timeOffset="8662.404">3727 430 1164 0 0,'-18'-6'7174'0'0,"23"0"-2081"0"0,30-1-1180 0 0,108 21-431 0 0,-48 2-2339 0 0,-93-16-1416 0 0,8 0-1557 0 0,16 0-13008 0 0,-11-13 12302 0 0,-12 11 1312 0 0</inkml:trace>
  <inkml:trace contextRef="#ctx0" brushRef="#br0" timeOffset="9583.54">4332 164 1520 0 0,'11'-40'10425'0'0,"-30"53"-7889"0"0,-12 33-1962 0 0,-37 75 351 0 0,59-91-886 0 0,1 0 0 0 0,2 1 0 0 0,1 0 0 0 0,1 0 0 0 0,2 0 0 0 0,1 2-39 0 0,3-22 37 0 0,1 1 0 0 0,0-1-1 0 0,1 0 1 0 0,0 0 0 0 0,0 0 0 0 0,1 0-1 0 0,1-1 1 0 0,0 0 0 0 0,0 0 0 0 0,1-1-1 0 0,0 1 1 0 0,1-1 0 0 0,0-1 0 0 0,0 1-1 0 0,1-2 1 0 0,6 5-37 0 0,-10-8 64 0 0,1 0 0 0 0,0-1 0 0 0,0 0 0 0 0,0 0 0 0 0,1-1 1 0 0,-1 0-1 0 0,1 0 0 0 0,-1 0 0 0 0,1-1 0 0 0,0 0 0 0 0,-1 0 0 0 0,1-1 0 0 0,0 0 0 0 0,0 0 0 0 0,1 0-64 0 0,1-2 22 0 0,0 0 0 0 0,0 0 1 0 0,0-1-1 0 0,0 0 0 0 0,0-1 0 0 0,-1 0 0 0 0,0 0 0 0 0,1-1 1 0 0,-1 0-1 0 0,-1-1 0 0 0,2 0-22 0 0,-3 2 19 0 0,12-8 1 0 0,0-1 0 0 0,-1 0 0 0 0,-1-2 0 0 0,0 1 0 0 0,-1-2 0 0 0,-1 0 0 0 0,0-1 0 0 0,-1 0 0 0 0,-1-1 0 0 0,0-1 0 0 0,-2 0 0 0 0,0 0 0 0 0,-1-1 0 0 0,-1 0 0 0 0,-1-1 0 0 0,-1 1 0 0 0,3-17-20 0 0,-8 22 72 0 0,0 0 0 0 0,-1 1 0 0 0,-1-1 0 0 0,0 0 0 0 0,-1 0 0 0 0,-1 1-1 0 0,0-1 1 0 0,-1 1 0 0 0,0 0 0 0 0,-1 0 0 0 0,-1 0 0 0 0,0 1 0 0 0,-1 0 0 0 0,-1 0 0 0 0,0 1 0 0 0,0-1 0 0 0,-1 2 0 0 0,-1-1 0 0 0,0 1 0 0 0,-4-3-72 0 0,6 8 57 0 0,0-1 0 0 0,0 1 1 0 0,0 1-1 0 0,-1 0 0 0 0,0 0 0 0 0,0 0 0 0 0,0 1 0 0 0,-1 1 0 0 0,0-1 0 0 0,1 2 1 0 0,-1-1-1 0 0,0 1 0 0 0,-9 0-57 0 0,18 2-211 0 0,-31 3-2148 0 0,14 13 901 0 0,-21 41-12378 0 0,37-48 12264 0 0</inkml:trace>
  <inkml:trace contextRef="#ctx0" brushRef="#br0" timeOffset="10368.366">5126 167 2156 0 0,'14'-10'3199'0'0,"-11"8"-2682"0"0,0 0 0 0 0,0 0 1 0 0,0 0-1 0 0,0 0 0 0 0,-1 0 0 0 0,1-1 0 0 0,0 1 0 0 0,-1-1 0 0 0,0 0 0 0 0,0 1 0 0 0,0-1 1 0 0,0 0-1 0 0,0-1 0 0 0,0 1 0 0 0,-1 0 0 0 0,1 0 0 0 0,-1-1 0 0 0,0 1 0 0 0,0-1 0 0 0,0-1-517 0 0,-1 4 658 0 0,0 1-61 0 0,-3-3-411 0 0,0 0 0 0 0,0 0 0 0 0,0 1 0 0 0,-1-1 1 0 0,1 1-1 0 0,-1 0 0 0 0,1 0 0 0 0,-1 0 0 0 0,0 0 0 0 0,0 0 0 0 0,1 1 0 0 0,-1 0 0 0 0,0 0 0 0 0,0 0 0 0 0,-1 0 0 0 0,1 1 0 0 0,-1-1-186 0 0,-6 1 89 0 0,0 0-1 0 0,0 1 0 0 0,0 0 1 0 0,1 1-1 0 0,-1 0 1 0 0,0 1-1 0 0,1 0 0 0 0,0 0 1 0 0,0 1-1 0 0,0 0 0 0 0,0 1 1 0 0,1 0-1 0 0,-1 1 1 0 0,-5 5-89 0 0,2-3 92 0 0,10-7-72 0 0,0 1 0 0 0,0-1 0 0 0,0 0 0 0 0,0 1 0 0 0,0 0 0 0 0,1-1 0 0 0,-1 1 0 0 0,1 0 0 0 0,-1 0-1 0 0,1 1 1 0 0,-1-1 0 0 0,1 0 0 0 0,0 1 0 0 0,0-1 0 0 0,1 1 0 0 0,-1 0 0 0 0,0 0 0 0 0,1 0 0 0 0,0 0 0 0 0,-1 0 0 0 0,1 0 0 0 0,0 0 0 0 0,1 0-1 0 0,-1 0 1 0 0,0 0 0 0 0,1 0 0 0 0,0 1 0 0 0,0-1 0 0 0,0 0 0 0 0,0 0 0 0 0,0 1 0 0 0,1-1 0 0 0,-1 0 0 0 0,1 0 0 0 0,0 1-20 0 0,14 22 74 0 0,1 0 0 0 0,1-2 0 0 0,1 0 0 0 0,1 0 0 0 0,2-2 0 0 0,0-1 0 0 0,1 0 0 0 0,2 0-74 0 0,-16-14 17 0 0,40 41-4 0 0,-42-42 69 0 0,-1-1-1 0 0,1 1 1 0 0,-1 0-1 0 0,0 1 1 0 0,-1-1-1 0 0,0 1 1 0 0,0 0-1 0 0,0 0 1 0 0,0 0-1 0 0,-1 0 0 0 0,-1 1 1 0 0,1-1-1 0 0,-1 1 1 0 0,0 0-1 0 0,-1 0 1 0 0,0-1-1 0 0,0 3-81 0 0,-4-5 31 0 0,0 1-1 0 0,0-1 1 0 0,0 0-1 0 0,-1 0 1 0 0,1 0-1 0 0,-1 0 1 0 0,0-1 0 0 0,-1 1-1 0 0,1-1 1 0 0,-1 0-1 0 0,0 0 1 0 0,0-1-1 0 0,0 0 1 0 0,-1 0-1 0 0,1 0 1 0 0,-1 0-31 0 0,-7 2-109 0 0,1 0 0 0 0,-1-2 0 0 0,0 1-1 0 0,0-1 1 0 0,0-1 0 0 0,-1 0 0 0 0,1-1 0 0 0,0-1 0 0 0,-1 0 0 0 0,-5-1 109 0 0,2 1-389 0 0,8-1 139 0 0,-1-1-1 0 0,1 1 0 0 0,0-1 0 0 0,0-1 1 0 0,0 0-1 0 0,0 0 0 0 0,1-1 0 0 0,-1 0 0 0 0,1-1 1 0 0,0 1-1 0 0,0-1 0 0 0,1-1 0 0 0,-4-3 251 0 0,-11-6-1851 0 0,-71-60-8466 0 0,77 53 6034 0 0,12 18 3127 0 0</inkml:trace>
  <inkml:trace contextRef="#ctx0" brushRef="#br0" timeOffset="65441.905">3496 1544 3868 0 0,'17'-13'6149'0'0,"23"0"-3719"0"0,-20 6-1709 0 0,152-50 3937 0 0,-160 53-4997 0 0,13-4 4 0 0,-17 7-4472 0 0,-1 0-4561 0 0,-5 1 7859 0 0</inkml:trace>
  <inkml:trace contextRef="#ctx0" brushRef="#br0" timeOffset="65786.691">3894 1325 2292 0 0,'11'-9'8359'0'0,"22"5"-3893"0"0,-26 3-3656 0 0,118-29 2677 0 0,-32 1-1950 0 0,-89 27-134 0 0,-3 2-1704 0 0,0 0 1 0 0,-1-1-1 0 0,1 1 0 0 0,0 0 1 0 0,-1 0-1 0 0,1-1 0 0 0,-1 1 1 0 0,1 0-1 0 0,-1-1 1 0 0,1 1-1 0 0,0 0 0 0 0,-1-1 1 0 0,1 1-1 0 0,-1-1 0 0 0,0 1 1 0 0,1-1-1 0 0,-1 1 0 0 0,1-1 1 0 0,-1 0-1 0 0,0 1 0 0 0,1-1 1 0 0,-1 1-1 0 0,0-1 0 0 0,0 0 1 0 0,1 1-1 0 0,-1-1 1 0 0,0 0-1 0 0,0 1 0 0 0,0-1 1 0 0,0 0-1 0 0,0 1 0 0 0,0-1 1 0 0,0 0-1 0 0,0 1 0 0 0,0-1 1 0 0,0 0-1 0 0,0 1 0 0 0,0-1 1 0 0,-1 1-1 0 0,1-1 0 0 0,0 0 1 0 0,0 1-1 0 0,-1-1 1 0 0,1 0 300 0 0,-27-33-6550 0 0,22 28 5022 0 0</inkml:trace>
  <inkml:trace contextRef="#ctx0" brushRef="#br0" timeOffset="66006.399">4094 1117 1360 0 0,'0'1'178'0'0,"1"-1"1"0"0,-1 1-1 0 0,0-1 0 0 0,0 1 0 0 0,0-1 1 0 0,0 1-1 0 0,0-1 0 0 0,-1 1 1 0 0,1-1-1 0 0,0 1 0 0 0,0-1 0 0 0,0 1 1 0 0,0-1-1 0 0,-1 1 0 0 0,1-1 1 0 0,0 1-1 0 0,0-1 0 0 0,-1 0 0 0 0,1 1 1 0 0,0-1-1 0 0,-1 1 0 0 0,1-1 0 0 0,0 0 1 0 0,-1 1-1 0 0,1-1 0 0 0,-1 0 1 0 0,1 1-1 0 0,0-1 0 0 0,-1 0 0 0 0,1 0 1 0 0,-1 0-1 0 0,1 1 0 0 0,-1-1 0 0 0,1 0 1 0 0,-1 0-1 0 0,1 0 0 0 0,-1 0 1 0 0,1 0-1 0 0,-1 0 0 0 0,1 0 0 0 0,-1 0 1 0 0,1 0-1 0 0,-1 0 0 0 0,1 0 0 0 0,-1 0 1 0 0,1 0-1 0 0,-1 0 0 0 0,1-1 1 0 0,-1 1-179 0 0,13 248 5375 0 0,-11-3-3179 0 0,-23-141-3186 0 0,22-104 898 0 0,-1-1 0 0 0,1 1 0 0 0,0 0 0 0 0,0 0 0 0 0,-1 0 0 0 0,1 0 0 0 0,0-1 1 0 0,-1 1-1 0 0,1 0 0 0 0,0 0 0 0 0,-1 0 0 0 0,1 0 0 0 0,0 0 0 0 0,-1 0 0 0 0,1 0 0 0 0,0 0 0 0 0,-1 0 0 0 0,1 0 1 0 0,0 0-1 0 0,-1 0 0 0 0,1 0 0 0 0,0 0 0 0 0,-1 1 0 0 0,1-1 0 0 0,0 0 0 0 0,0 0 0 0 0,-1 0 0 0 0,1 0 0 0 0,0 0 0 0 0,-1 1 1 0 0,1-1-1 0 0,0 0 0 0 0,0 0 0 0 0,0 1 0 0 0,-1-1 0 0 0,1 0 0 0 0,0 0 0 0 0,0 1 0 0 0,0-1 0 0 0,-1 0 0 0 0,1 1 1 0 0,0-1-1 0 0,0 0 0 0 0,0 0 0 0 0,0 1 0 0 0,0-1 0 0 0,0 0 0 0 0,0 1 0 0 0,0-1 0 0 0,0 0 0 0 0,0 1 0 0 0,0-1 0 0 0,0 0 1 0 0,0 1-1 0 0,0-1 0 0 0,0 0 0 0 0,0 1 0 0 0,0-1 92 0 0,-8-28-4240 0 0,8 26 4411 0 0,-6-35-4800 0 0,6 24 3237 0 0</inkml:trace>
  <inkml:trace contextRef="#ctx0" brushRef="#br0" timeOffset="66208.221">4043 1562 1792 0 0,'0'-54'4469'0'0,"0"52"-3657"0"0,0 2-77 0 0,0 0-86 0 0,-1-2-93 0 0,0 1-509 0 0,0 0 0 0 0,1 1 0 0 0,-1-1 0 0 0,0 1 0 0 0,0-1 0 0 0,0 1 0 0 0,1 0-1 0 0,-1-1 1 0 0,0 1 0 0 0,0-1 0 0 0,0 1 0 0 0,0 0 0 0 0,0 0 0 0 0,1 0-1 0 0,-1 0 1 0 0,0-1 0 0 0,0 1 0 0 0,0 0 0 0 0,0 1 0 0 0,0-1 0 0 0,0 0 0 0 0,0 0-1 0 0,0 0 1 0 0,0 0 0 0 0,1 1 0 0 0,-1-1 0 0 0,0 0 0 0 0,0 1 0 0 0,0-1-1 0 0,1 1 1 0 0,-1-1 0 0 0,0 1 0 0 0,0-1 0 0 0,1 1 0 0 0,-1-1 0 0 0,0 1 0 0 0,1 0-1 0 0,-1-1 1 0 0,1 1 0 0 0,-1 0 0 0 0,1 0 0 0 0,-1 0 0 0 0,1-1 0 0 0,-1 1-1 0 0,1 1-45 0 0,-10 7 104 0 0,-98 94-225 0 0,147-131-3881 0 0,6-19 214 0 0,-29 32 2535 0 0</inkml:trace>
  <inkml:trace contextRef="#ctx0" brushRef="#br0" timeOffset="66613.045">4177 1309 1256 0 0,'49'129'9042'0'0,"-32"-88"-9410"0"0,-17-40-941 0 0,0-1-245 0 0,0 0 60 0 0,0 0 45 0 0,0 1-108 0 0,0 8-170 0 0</inkml:trace>
  <inkml:trace contextRef="#ctx0" brushRef="#br0" timeOffset="66953.709">4257 1173 2408 0 0,'18'-26'11132'0'0,"40"19"-7403"0"0,-38 6-2922 0 0,117-9 1218 0 0,-98 9-4083 0 0,-37 1 1263 0 0,-2 0-106 0 0,9-2-1383 0 0,-4-7 947 0 0,-18-12-7941 0 0,13 20 9183 0 0,-5-3-582 0 0</inkml:trace>
  <inkml:trace contextRef="#ctx0" brushRef="#br0" timeOffset="67207.146">4514 1083 3772 0 0,'-33'8'5002'0'0,"0"41"-2387"0"0,23-31-1996 0 0,-60 113 2580 0 0,-68 112-744 0 0,121-217-3355 0 0,8-21-3223 0 0,14-29-337 0 0,24-20-467 0 0,-18 26 3399 0 0</inkml:trace>
  <inkml:trace contextRef="#ctx0" brushRef="#br0" timeOffset="67501.839">4337 1401 1324 0 0,'6'4'718'0'0,"-1"1"-1"0"0,0 0 1 0 0,0 0-1 0 0,-1 0 1 0 0,1 0-1 0 0,-1 1 1 0 0,0-1-1 0 0,-1 1 1 0 0,0 0-1 0 0,0 0 1 0 0,0 1-1 0 0,0-1 1 0 0,-1 1-1 0 0,0-1 1 0 0,-1 1-1 0 0,1 0-717 0 0,7 110 3109 0 0,-9-115-3557 0 0,0-2-100 0 0,0 0-58 0 0,-8 9-1986 0 0,42-92-1346 0 0,-28 67 3959 0 0,-6 13 82 0 0,1 0-1 0 0,0-1 1 0 0,0 1 0 0 0,0 0 0 0 0,0 0 0 0 0,0 0 0 0 0,1 0 0 0 0,-1 0 0 0 0,1 1 0 0 0,0-1 0 0 0,0 0 0 0 0,0 1 0 0 0,0-1 0 0 0,0 1 0 0 0,0-1 0 0 0,1 1-1 0 0,-1 0 1 0 0,1 0 0 0 0,0 0 0 0 0,-1 1 0 0 0,1-1 0 0 0,0 1 0 0 0,0-1 0 0 0,0 1 0 0 0,2 0-103 0 0,-4 1 647 0 0,-1 0 6 0 0,12 3 874 0 0,-4 4-1073 0 0,0 0 0 0 0,-1 0 0 0 0,0 1 0 0 0,-1 1 0 0 0,0-1 0 0 0,0 1 0 0 0,0 0 0 0 0,-1 0 0 0 0,-1 0 0 0 0,0 1 0 0 0,0 0 0 0 0,-1-1 0 0 0,1 3-454 0 0,-4-12-712 0 0,0 0-286 0 0,0 0-820 0 0,0 0-146 0 0,0 0-88 0 0,0 0 115 0 0,6 16-4894 0 0,-3-16 5231 0 0</inkml:trace>
  <inkml:trace contextRef="#ctx0" brushRef="#br0" timeOffset="68149.57">4825 981 836 0 0,'8'7'5233'0'0,"-2"19"-2554"0"0,7 283 3058 0 0,-11 4-3662 0 0,-2-248-2161 0 0,-22 11-2382 0 0,11-82-7412 0 0,10-2 8391 0 0,1 0-124 0 0</inkml:trace>
  <inkml:trace contextRef="#ctx0" brushRef="#br0" timeOffset="68401.341">4907 1125 2240 0 0,'20'-13'5862'0'0,"25"20"-2390"0"0,-36-5-2824 0 0,75 24 1673 0 0,-58-23-1550 0 0,-25-3-697 0 0,10 0-1935 0 0,-1 1-2228 0 0,-26 10-2818 0 0,9-8 5476 0 0</inkml:trace>
  <inkml:trace contextRef="#ctx0" brushRef="#br0" timeOffset="68804.901">4659 1452 2028 0 0,'-8'7'11067'0'0,"15"-6"-8922"0"0,88 6 3106 0 0,-66-8-4801 0 0,109 2 789 0 0,28 0-557 0 0,-56-3-3701 0 0,-99-1 698 0 0,-20 6-1787 0 0,-8 4-702 0 0,-7 1 2114 0 0,-7 2-24 0 0,19-5 1280 0 0</inkml:trace>
  <inkml:trace contextRef="#ctx0" brushRef="#br0" timeOffset="69055.971">4967 1525 2156 0 0,'8'8'5050'0'0,"2"11"-1870"0"0,-1-4-1920 0 0,6 4 469 0 0,21 26 2526 0 0,-8-22-4692 0 0,-14-21-12165 0 0,-11-3 11255 0 0,-3 1-49 0 0</inkml:trace>
  <inkml:trace contextRef="#ctx0" brushRef="#br0" timeOffset="69699.093">5193 1118 2240 0 0,'4'3'7058'0'0,"16"8"-3350"0"0,124-8 1688 0 0,-83-4-4544 0 0,55-26-29 0 0,-63 24-2650 0 0,-50-16-3516 0 0,-20 15 551 0 0,-6-1 2400 0 0,-2 0-482 0 0,12 2 1417 0 0</inkml:trace>
  <inkml:trace contextRef="#ctx0" brushRef="#br0" timeOffset="69964.479">5396 986 1688 0 0,'-3'-1'3050'0'0,"0"5"2967"0"0,2 3-5696 0 0,-32 83 2540 0 0,16-44-2368 0 0,-3-1 1 0 0,-1-1 0 0 0,-2-1 0 0 0,-3-1 0 0 0,-8 9-494 0 0,-21 26-1184 0 0,21-50-2502 0 0,34-27 2706 0 0,9-29-5706 0 0,-5 23 6344 0 0</inkml:trace>
  <inkml:trace contextRef="#ctx0" brushRef="#br0" timeOffset="70421.411">5149 1417 3564 0 0,'3'0'192'0'0,"0"-1"1"0"0,-1 0-1 0 0,1 1 0 0 0,-1-1 0 0 0,1 1 0 0 0,-1 0 0 0 0,1 0 1 0 0,0 0-1 0 0,-1 0 0 0 0,1 1 0 0 0,0-1 0 0 0,-1 0 0 0 0,1 1 1 0 0,-1 0-1 0 0,1 0 0 0 0,-1 0 0 0 0,1 0 0 0 0,-1 0 0 0 0,0 0 1 0 0,0 1-1 0 0,1-1 0 0 0,-1 1 0 0 0,0-1 0 0 0,0 1 0 0 0,0 0 0 0 0,-1 0 1 0 0,1 0-1 0 0,0 0 0 0 0,-1 0 0 0 0,1 0 0 0 0,-1 0 0 0 0,0 1 1 0 0,1 1-193 0 0,29 85 3077 0 0,-38-50-4336 0 0,8-69-316 0 0,9 0 1087 0 0,-8 19 632 0 0,0 0-1 0 0,1 0 1 0 0,0 1 0 0 0,1-1-1 0 0,0 1 1 0 0,1-1 0 0 0,0 1-1 0 0,0 1 1 0 0,1-1 0 0 0,1 1-1 0 0,-1 0 1 0 0,2 0 0 0 0,-1 1-1 0 0,1 0 1 0 0,0 0 0 0 0,1 1-1 0 0,0 0 1 0 0,0 0-1 0 0,1 1-143 0 0,20-4 1456 0 0,-29 10-1089 0 0,22 0 891 0 0,38 3-315 0 0,-9 14-449 0 0,-48-16-422 0 0,0 0 1 0 0,0 0-1 0 0,0 0 0 0 0,0 0 0 0 0,0 1 0 0 0,0 0 1 0 0,0-1-1 0 0,-1 2 0 0 0,1-1 0 0 0,-1 0 1 0 0,1 1-1 0 0,-1-1 0 0 0,0 1 0 0 0,0 0 0 0 0,0 0 1 0 0,0 0-1 0 0,0 0 0 0 0,-1 1 0 0 0,0-1 0 0 0,1 1 1 0 0,-1 0-1 0 0,-1-1 0 0 0,1 1 0 0 0,0 0 1 0 0,-1 0-1 0 0,0 0 0 0 0,0 0 0 0 0,0 0 0 0 0,0 4-72 0 0,8 118-1218 0 0,-12-121 778 0 0,0-3 478 0 0,3-1-208 0 0,-1 1-1 0 0,-1-1 0 0 0,1 0 0 0 0,0 0 1 0 0,0 0-1 0 0,0 0 0 0 0,0 0 1 0 0,-1 0-1 0 0,1 0 0 0 0,-1 0 1 0 0,1 0-1 0 0,0-1 0 0 0,-1 1 0 0 0,1-1 1 0 0,-1 1-1 0 0,0-1 0 0 0,1 1 1 0 0,-1-1-1 0 0,1 0 0 0 0,-1 0 1 0 0,1 0-1 0 0,-1 0 0 0 0,0 0 0 0 0,1 0 1 0 0,-1 0-1 0 0,1 0 0 0 0,-1-1 1 0 0,0 1-1 0 0,1-1 0 0 0,-1 1 1 0 0,1-1-1 0 0,-1 1 0 0 0,1-1 0 0 0,-1-1 171 0 0,-6-3-750 0 0,1-1 0 0 0,-1-1 0 0 0,2 1-1 0 0,-1-1 1 0 0,1 0 0 0 0,0-1 0 0 0,0 1-1 0 0,1-1 1 0 0,0-1 0 0 0,-3-6 750 0 0,1 2-687 0 0,-9-13-746 0 0</inkml:trace>
  <inkml:trace contextRef="#ctx0" brushRef="#br0" timeOffset="70672.021">5398 1210 1240 0 0,'5'1'5210'0'0,"1"22"-3306"0"0,-5-18-1275 0 0,6 36 937 0 0,-3 1 0 0 0,-1-1 0 0 0,-2 1 0 0 0,-3 28-1566 0 0,1 6 921 0 0,8 112-416 0 0,-6-150-2597 0 0,-1-36 1134 0 0,0-2-569 0 0,7 9-1336 0 0,1-7-1238 0 0,-4-7 2537 0 0,-1-1-60 0 0</inkml:trace>
  <inkml:trace contextRef="#ctx0" brushRef="#br0" timeOffset="71048.553">5764 1139 2688 0 0,'10'-19'9337'0'0,"17"12"-4421"0"0,23 8-2646 0 0,-24 1-1513 0 0,84-2 1140 0 0,-69-10-1449 0 0,-2 0-4087 0 0,-29 1-85 0 0,-14-4-4105 0 0,-5 3 3306 0 0,6 6 2981 0 0</inkml:trace>
  <inkml:trace contextRef="#ctx0" brushRef="#br0" timeOffset="71302.518">5991 973 888 0 0,'-17'10'8285'0'0,"-3"31"-6337"0"0,12-22-1037 0 0,-164 229 3192 0 0,168-241-4299 0 0,0 0-1 0 0,-1 0 0 0 0,0-1 0 0 0,0 1 0 0 0,0-1 0 0 0,-1-1 0 0 0,0 1 0 0 0,0-1 0 0 0,0 0 0 0 0,-1 0 1 0 0,1-1-1 0 0,-1 0 0 0 0,0 0 0 0 0,-1 0 0 0 0,-5 1 197 0 0,12-5-1092 0 0,1 0-345 0 0,0 0-55 0 0,-7-33-5148 0 0,9 23 5167 0 0</inkml:trace>
  <inkml:trace contextRef="#ctx0" brushRef="#br0" timeOffset="71555.087">5890 1185 1636 0 0,'125'58'8124'0'0,"-70"-9"-5594"0"0,-53-48-2874 0 0,6 3 588 0 0,-8-1-9211 0 0,0-3 7396 0 0</inkml:trace>
  <inkml:trace contextRef="#ctx0" brushRef="#br0" timeOffset="72512.701">5692 1409 1684 0 0,'-2'1'897'0'0,"-10"1"5192"0"0,18-5-924 0 0,75-23-1447 0 0,5 1-2623 0 0,99 12 863 0 0,-107 13-3792 0 0,-66 0 1190 0 0,-10 0 62 0 0,8 10-3875 0 0,-52 9-352 0 0,33-14 4884 0 0,5-2 140 0 0,1-1-1 0 0,-1 1 1 0 0,1 0-1 0 0,-1 0 0 0 0,1 0 1 0 0,0 0-1 0 0,1 0 1 0 0,-1 1-1 0 0,0-1 0 0 0,1 1 1 0 0,0 0-1 0 0,0 0 1 0 0,0 0-1 0 0,0 0 0 0 0,1 0 1 0 0,-1 0-1 0 0,1 0 1 0 0,0 1-1 0 0,1-1 0 0 0,-1 0 1 0 0,0 5-215 0 0,-9 62 1783 0 0,3 0 0 0 0,3 0-1 0 0,4 16-1782 0 0,-3-82 5 0 0,0-1 64 0 0,2-2-120 0 0,0-1-1 0 0,0 0 0 0 0,0 0 1 0 0,0 1-1 0 0,0-1 0 0 0,0 0 1 0 0,0 0-1 0 0,-1 0 0 0 0,1 0 1 0 0,0 0-1 0 0,-1 0 0 0 0,1 0 1 0 0,0 0-1 0 0,-1-1 0 0 0,1 1 1 0 0,-1-1-1 0 0,1 1 1 0 0,-1-1-1 0 0,1 1 0 0 0,-1-1 1 0 0,0 0-1 0 0,1 0 0 0 0,-1 1 1 0 0,0-1-1 0 0,1-1 0 0 0,-1 1 1 0 0,1 0-1 0 0,-1 0 0 0 0,1 0 1 0 0,-1-1-1 0 0,0 1 0 0 0,1-1 1 0 0,-1 1-1 0 0,1-1 1 0 0,-1 0-1 0 0,0 0 52 0 0,-11-7-431 0 0,-1 0 1 0 0,1-1-1 0 0,1-1 0 0 0,-1 0 1 0 0,2-1-1 0 0,-1 0 1 0 0,-7-11 430 0 0,-34-38-1652 0 0,17 1 3650 0 0,33 46-772 0 0,4 11-1203 0 0,0 1 0 0 0,0-1 0 0 0,0 1-1 0 0,0-1 1 0 0,1 1 0 0 0,-1-1-1 0 0,0 1 1 0 0,1 0 0 0 0,-1 0 0 0 0,1 0-1 0 0,-1 0 1 0 0,1 0 0 0 0,-1 0-1 0 0,1 0 1 0 0,0 0 0 0 0,0 1-1 0 0,-1-1 1 0 0,1 1 0 0 0,0-1 0 0 0,0 1-1 0 0,0 0 1 0 0,0-1 0 0 0,-1 1-1 0 0,1 0 1 0 0,0 0 0 0 0,0 1 0 0 0,0-1-1 0 0,0 0 1 0 0,-1 0 0 0 0,1 1-23 0 0,49 29 1079 0 0,-51-29-1078 0 0,0 1 1 0 0,-1 0-1 0 0,1 0 1 0 0,0-1-1 0 0,-1 1 1 0 0,1 0 0 0 0,-1-1-1 0 0,0 1 1 0 0,1-1-1 0 0,-1 1 1 0 0,0-1 0 0 0,0 1-1 0 0,0-1 1 0 0,0 1-1 0 0,0-1 1 0 0,0 0-1 0 0,-1 1 1 0 0,1-1 0 0 0,0 0-1 0 0,-1 0 1 0 0,1 0-1 0 0,0 0 1 0 0,-1 0 0 0 0,0-1-1 0 0,1 1 1 0 0,-1 0-1 0 0,1-1 1 0 0,-1 1 0 0 0,0-1-1 0 0,1 1 1 0 0,-1-1-1 0 0,0 0 1 0 0,0 0-1 0 0,1 0 1 0 0,-1 0 0 0 0,0 0-1 0 0,0 0-1 0 0,-23-15-3380 0 0,23 14 3041 0 0,1-1-1 0 0,1 1 1 0 0,-1 0-1 0 0,0 0 1 0 0,0-1 0 0 0,0 1-1 0 0,1-1 1 0 0,-1 1-1 0 0,0-1 1 0 0,1 1-1 0 0,0-1 1 0 0,-1 1-1 0 0,1-1 1 0 0,0 1 0 0 0,0-1-1 0 0,0 1 1 0 0,0-1-1 0 0,0 1 1 0 0,0-1-1 0 0,0 0 1 0 0,0 1 0 0 0,1-1-1 0 0,-1 1 1 0 0,1-1-1 0 0,-1 1 1 0 0,1-1-1 0 0,-1 1 1 0 0,1 0-1 0 0,0-1 1 0 0,0 1 0 0 0,0-1 339 0 0,11-11-1296 0 0</inkml:trace>
  <inkml:trace contextRef="#ctx0" brushRef="#br0" timeOffset="72971.814">6260 1140 1824 0 0,'0'-1'186'0'0,"1"0"-1"0"0,-1 1 1 0 0,1-1 0 0 0,-1 1-1 0 0,1-1 1 0 0,-1 1-1 0 0,1 0 1 0 0,0-1 0 0 0,-1 1-1 0 0,1 0 1 0 0,0-1-1 0 0,-1 1 1 0 0,1 0 0 0 0,0-1-1 0 0,-1 1 1 0 0,1 0-1 0 0,0 0 1 0 0,0 0 0 0 0,-1 0-1 0 0,1 0 1 0 0,0 0 0 0 0,0 0-1 0 0,-1 0 1 0 0,1 0-1 0 0,0 0 1 0 0,-1 0 0 0 0,1 1-1 0 0,0-1 1 0 0,0 0-1 0 0,-1 0 1 0 0,1 1 0 0 0,0-1-1 0 0,-1 0 1 0 0,1 1-1 0 0,-1-1 1 0 0,1 1 0 0 0,0-1-1 0 0,-1 1 1 0 0,1-1-1 0 0,-1 1 1 0 0,1-1 0 0 0,-1 1-1 0 0,0 0 1 0 0,1-1-1 0 0,-1 1-185 0 0,1 33-796 0 0,-12-7-5153 0 0,6-19 4310 0 0</inkml:trace>
  <inkml:trace contextRef="#ctx0" brushRef="#br0" timeOffset="73301.728">6201 1391 1896 0 0,'1'2'434'0'0,"-1"1"0"0"0,1-1 0 0 0,-1 0 0 0 0,1 1 0 0 0,0-1 0 0 0,0 0 0 0 0,0 1 0 0 0,0-1 0 0 0,1 0 0 0 0,-1 0-1 0 0,0 0 1 0 0,1 0 0 0 0,0 0 0 0 0,-1 0 0 0 0,1-1 0 0 0,0 1 0 0 0,0 0 0 0 0,0-1 0 0 0,0 1 0 0 0,0-1 0 0 0,0 0 0 0 0,1 0 0 0 0,0 1-434 0 0,36 39 4133 0 0,-13 122-1580 0 0,-19-139-2887 0 0,2-18-2160 0 0,6-22 884 0 0,20-53-4814 0 0,-9-9 1974 0 0,-17 47 3163 0 0</inkml:trace>
  <inkml:trace contextRef="#ctx0" brushRef="#br0" timeOffset="73553.874">6510 1022 1048 0 0,'-1'-15'7772'0'0,"9"31"-4294"0"0,-4 55-1682 0 0,-4-21-3829 0 0,0-35 623 0 0,-10-1-727 0 0,-2 0-1985 0 0,10-11 2578 0 0,-1-2 132 0 0</inkml:trace>
  <inkml:trace contextRef="#ctx0" brushRef="#br0" timeOffset="73945.022">6427 1135 1324 0 0,'0'0'218'0'0,"-1"0"0"0"0,1 0 0 0 0,-1 0 0 0 0,1 0 1 0 0,-1 0-1 0 0,1 0 0 0 0,-1-1 0 0 0,0 1 0 0 0,1 0 0 0 0,-1 0 0 0 0,1 0 0 0 0,-1-1 0 0 0,1 1 0 0 0,-1 0 0 0 0,1-1 0 0 0,0 1 0 0 0,-1 0 1 0 0,1-1-1 0 0,-1 1 0 0 0,1-1 0 0 0,0 1 0 0 0,-1-1 0 0 0,1 1 0 0 0,0-1 0 0 0,0 1 0 0 0,-1-1 0 0 0,1 1 0 0 0,0-1 0 0 0,0 1 1 0 0,0-1-1 0 0,-1 1 0 0 0,1-1 0 0 0,0 1 0 0 0,0-1 0 0 0,0 0 0 0 0,0 1 0 0 0,0-1 0 0 0,0 1 0 0 0,0-1 0 0 0,1 1 0 0 0,-1-1 1 0 0,0 0-1 0 0,0 1 0 0 0,0-1 0 0 0,0 1 0 0 0,1-1 0 0 0,-1 1 0 0 0,0-1 0 0 0,0 1 0 0 0,1-1 0 0 0,-1 1 0 0 0,1 0 0 0 0,-1-1 0 0 0,0 1 1 0 0,1-1-1 0 0,-1 1 0 0 0,1 0 0 0 0,-1-1 0 0 0,1 1 0 0 0,-1 0 0 0 0,1-1 0 0 0,-1 1 0 0 0,1 0 0 0 0,-1 0 0 0 0,1 0 0 0 0,-1 0-218 0 0,152 7 5311 0 0,-28-31-4544 0 0,10-12-2871 0 0,-133 35 1813 0 0,0 0 0 0 0,0 0 0 0 0,0 0-1 0 0,0 0 1 0 0,0 0 0 0 0,0 0 0 0 0,0 0-1 0 0,-1 0 1 0 0,1 0 0 0 0,0 0 0 0 0,-1 0 0 0 0,1 0-1 0 0,0-1 1 0 0,-1 1 0 0 0,0 0 0 0 0,1-1 0 0 0,-1 1-1 0 0,0 0 1 0 0,0 0 0 0 0,1-1 0 0 0,-1 1 0 0 0,0 0-1 0 0,0-1 1 0 0,0 1 0 0 0,-1 0 0 0 0,1-1 0 0 0,0 1-1 0 0,-1 0 1 0 0,1-1 0 0 0,0 1 0 0 0,-1 0 0 0 0,1 0-1 0 0,-1-1 1 0 0,0 1 0 0 0,1 0 0 0 0,-1 0 0 0 0,0 0-1 0 0,0 0 1 0 0,0 0 0 0 0,0 0 0 0 0,0 0 0 0 0,0 0-1 0 0,0 0 1 0 0,0 1 0 0 0,0-1 0 0 0,0 0-1 0 0,0 1 1 0 0,-1-1 291 0 0,-18-20 797 0 0,18 20 63 0 0,-19 33 3591 0 0,17-13-4354 0 0,0-1 1 0 0,-2 0-1 0 0,-1 0 0 0 0,0-1 1 0 0,-1 0-1 0 0,0 0 0 0 0,-6 6-97 0 0,-87 100-9691 0 0,85-107 8116 0 0</inkml:trace>
  <inkml:trace contextRef="#ctx0" brushRef="#br0" timeOffset="74224.928">6446 1397 1756 0 0,'-13'5'7412'0'0,"23"-7"-1717"0"0,258-36 366 0 0,-241 39-6058 0 0,16-1-242 0 0,-18-4-6254 0 0,-42 0-2093 0 0,6 0 5779 0 0,4 3 1297 0 0</inkml:trace>
  <inkml:trace contextRef="#ctx0" brushRef="#br0" timeOffset="74477.978">6666 1303 2172 0 0,'-12'7'6028'0'0,"-8"19"-4028"0"0,19-23-1609 0 0,-118 153 4466 0 0,18-45-4972 0 0,56-82-3847 0 0,45-29 2753 0 0,0 0-122 0 0,4-22-4186 0 0,0 17 4219 0 0</inkml:trace>
  <inkml:trace contextRef="#ctx0" brushRef="#br0" timeOffset="74798.981">6410 1583 1520 0 0,'3'-1'279'0'0,"0"0"-1"0"0,1 0 1 0 0,-1 0 0 0 0,0 1-1 0 0,0-1 1 0 0,1 1 0 0 0,-1 0-1 0 0,1 0 1 0 0,-1 0 0 0 0,0 0-1 0 0,1 1 1 0 0,-1-1 0 0 0,0 1-1 0 0,1 0 1 0 0,-1 0 0 0 0,0 0-1 0 0,0 0 1 0 0,0 0 0 0 0,0 1-1 0 0,0 0 1 0 0,0-1 0 0 0,0 1-1 0 0,-1 0 1 0 0,1 1 0 0 0,-1-1-1 0 0,1 0 1 0 0,1 3-279 0 0,3 0 372 0 0,45 51 5346 0 0,-19-92-4394 0 0,-30 31-1276 0 0,1 0 0 0 0,-1 1 1 0 0,1-1-1 0 0,0 1 0 0 0,0 0 1 0 0,1 0-1 0 0,-1 1 1 0 0,1-1-1 0 0,-1 1 0 0 0,1 0 1 0 0,0 0-1 0 0,0 0 1 0 0,1 1-1 0 0,-1 0 0 0 0,1 0 1 0 0,-1 0-1 0 0,1 1 0 0 0,-1 0 1 0 0,1 0-1 0 0,0 0 1 0 0,4 1-49 0 0,48 4 418 0 0,26 35 338 0 0,-80-37-642 0 0,-1 0 1 0 0,1 0-1 0 0,-1 0 1 0 0,0 0-1 0 0,0 0 1 0 0,0 1-1 0 0,0 0 1 0 0,0-1-1 0 0,-1 1 1 0 0,1 0-1 0 0,-1 1 1 0 0,0-1-1 0 0,0 0 1 0 0,0 0-1 0 0,0 1 1 0 0,-1 0-1 0 0,1-1 1 0 0,-1 2-115 0 0,0-4 334 0 0,-15 21 205 0 0,9-16-566 0 0,-1 0-1 0 0,1 0 1 0 0,-1-1 0 0 0,-1 0 0 0 0,1 0-1 0 0,-1 0 1 0 0,0-1 0 0 0,0 0-1 0 0,0 0 1 0 0,0 0 0 0 0,-1-1-1 0 0,1-1 1 0 0,-1 1 0 0 0,0-1 0 0 0,0 0-1 0 0,0-1 1 0 0,0 0 0 0 0,-6 0 27 0 0,8 0-132 0 0,-7 0-625 0 0,-1 0 1 0 0,1-1-1 0 0,-1-1 1 0 0,1 0 0 0 0,-1-1-1 0 0,1 0 1 0 0,0-1 0 0 0,0-1-1 0 0,0 0 1 0 0,0 0-1 0 0,1-2 1 0 0,0 1 0 0 0,0-2-1 0 0,0 0 1 0 0,-8-6 756 0 0,-56-26-5915 0 0,58 34 4245 0 0</inkml:trace>
  <inkml:trace contextRef="#ctx0" brushRef="#br0" timeOffset="56958.475">515 1024 2224 0 0,'0'0'1462'0'0,"3"0"-153"0"0,10 0-93 0 0,-10 0-76 0 0,-3 0-166 0 0,0 0-31 0 0,0 0-111 0 0,0 0-127 0 0,-2 1-75 0 0,-60 62 1355 0 0,-21 11-700 0 0,-6-4 28 0 0,89-70-1302 0 0,1 0 0 0 0,-1 0 0 0 0,0 0 0 0 0,1 0-1 0 0,-1 0 1 0 0,0 0 0 0 0,1 0 0 0 0,-1 0 0 0 0,0 0 0 0 0,1 1 0 0 0,-1-1 0 0 0,0 0-1 0 0,1 0 1 0 0,-1 0 0 0 0,0 0 0 0 0,0 1 0 0 0,1-1 0 0 0,-1 0 0 0 0,0 0-1 0 0,0 0 1 0 0,1 1 0 0 0,-1-1 0 0 0,0 0 0 0 0,0 0 0 0 0,0 1 0 0 0,0-1 0 0 0,1 0-1 0 0,-1 1 1 0 0,0-1 0 0 0,0 0 0 0 0,0 1 0 0 0,0-1 0 0 0,0 0 0 0 0,0 0-1 0 0,0 1 1 0 0,0-1 0 0 0,0 0 0 0 0,0 1 0 0 0,0-1 0 0 0,0 0 0 0 0,0 1-1 0 0,0-1 1 0 0,0 0 0 0 0,0 1 0 0 0,0-1 0 0 0,0 0 0 0 0,0 1 0 0 0,-1-1 0 0 0,1 0-1 0 0,0 0 1 0 0,0 1 0 0 0,0-1 0 0 0,0 0 0 0 0,-1 1 0 0 0,1-1-11 0 0,36-3 124 0 0,38-17 186 0 0,-73 19-307 0 0,1 1 1 0 0,-1 0-1 0 0,0 0 0 0 0,1 0 0 0 0,-1 0 0 0 0,0 0 1 0 0,1 0-1 0 0,-1 0 0 0 0,0 0 0 0 0,0 1 1 0 0,1-1-1 0 0,-1 0 0 0 0,0 1 0 0 0,0-1 0 0 0,1 1 1 0 0,-1-1-1 0 0,0 1 0 0 0,0 0 0 0 0,0 0 0 0 0,0-1 1 0 0,0 1-1 0 0,0 0 0 0 0,0 0 0 0 0,0 0 1 0 0,0 0-1 0 0,0 0 0 0 0,0 0 0 0 0,-1 0 0 0 0,1 0 1 0 0,0 0-1 0 0,-1 1 0 0 0,1-1 0 0 0,-1 0 0 0 0,0 0 1 0 0,1 1-1 0 0,-1-1 0 0 0,0 0 0 0 0,1 1 0 0 0,-1-1 1 0 0,0 0-1 0 0,0 1 0 0 0,0-1 0 0 0,0 0 1 0 0,-1 0-1 0 0,1 1 0 0 0,0-1 0 0 0,0 0 0 0 0,-1 1 1 0 0,1 0-4 0 0,-7 23-160 0 0,0 0 1 0 0,-1-1-1 0 0,-1 1 1 0 0,-1-2 0 0 0,-2 1-1 0 0,0-1 1 0 0,-2-1 159 0 0,8-11-223 0 0,6-10 120 0 0,-1 0 1 0 0,0-1-1 0 0,1 1 1 0 0,-1 0 0 0 0,1-1-1 0 0,0 1 1 0 0,-1 0-1 0 0,1-1 1 0 0,0 1-1 0 0,-1 0 1 0 0,1 0 0 0 0,0 0-1 0 0,0-1 1 0 0,-1 1-1 0 0,1 0 1 0 0,0 0-1 0 0,0 0 1 0 0,0 0-1 0 0,0-1 1 0 0,0 1 0 0 0,0 0-1 0 0,1 0 1 0 0,-1 0-1 0 0,0 0 1 0 0,0-1-1 0 0,1 1 1 0 0,-1 0 0 0 0,0 0-1 0 0,1-1 1 0 0,-1 1-1 0 0,0 0 1 0 0,1 0-1 0 0,-1-1 1 0 0,1 1-1 0 0,0-1 1 0 0,-1 1 0 0 0,1 0-1 0 0,-1-1 1 0 0,1 1-1 0 0,0-1 1 0 0,-1 1-1 0 0,1-1 1 0 0,0 0-1 0 0,0 1 1 0 0,-1-1 0 0 0,1 0-1 0 0,0 1 1 0 0,0-1-1 0 0,0 0 1 0 0,0 0-1 0 0,-1 0 1 0 0,1 0 0 0 0,0 0-1 0 0,0 0 1 0 0,0 0-1 0 0,0 0 1 0 0,-1 0-1 0 0,1 0 1 0 0,0 0-1 0 0,0 0 1 0 0,0-1 0 0 0,-1 1 102 0 0,17 3-5742 0 0,-15-2 4334 0 0</inkml:trace>
  <inkml:trace contextRef="#ctx0" brushRef="#br0" timeOffset="57227.965">254 1724 2056 0 0,'16'-5'5502'0'0,"10"-10"-4053"0"0,-10 4-728 0 0,141-72 1911 0 0,-112 57-4327 0 0,3-3-5438 0 0,-42 25 5525 0 0</inkml:trace>
  <inkml:trace contextRef="#ctx0" brushRef="#br0" timeOffset="57513.005">785 1044 1768 0 0,'-37'59'11561'0'0,"-80"103"-8124"0"0,89-132-3260 0 0,21-21-383 0 0,-1 1 0 0 0,-1-2 0 0 0,0 1 0 0 0,0-1-1 0 0,0 0 1 0 0,-1-1 0 0 0,-1 0 0 0 0,1-1 0 0 0,-3 1 206 0 0,11-6-778 0 0,0-2-518 0 0,-5 2 814 0 0,2-5-3278 0 0,5 3 3586 0 0,-1 0 0 0 0,0 0 0 0 0,0 0 0 0 0,1 0 0 0 0,-1 0 0 0 0,1-1 0 0 0,-1 1 0 0 0,1 0 0 0 0,-1 0 0 0 0,1-1 0 0 0,0 1 0 0 0,0 0 0 0 0,0 0 0 0 0,-1-1 0 0 0,1 1 0 0 0,1 0 0 0 0,-1-1 0 0 0,0 1 0 0 0,0 0 0 0 0,0-1 0 0 0,1 1 0 0 0,-1 0 0 0 0,0 0 0 0 0,1-1 0 0 0,-1 1 0 0 0,1 0 0 0 0,0 0 0 0 0,-1 0 0 0 0,1 0 0 0 0,0 0 0 0 0,0 0 0 0 0,-1 0 0 0 0,1 0 0 0 0,0 0 0 0 0,0 0 0 0 0,1 0 174 0 0,8-11-1432 0 0</inkml:trace>
  <inkml:trace contextRef="#ctx0" brushRef="#br0" timeOffset="57672.026">683 1184 1756 0 0,'11'1'787'0'0,"1"0"0"0"0,0 1-1 0 0,-1 0 1 0 0,0 1 0 0 0,0 1 0 0 0,1-1-1 0 0,-2 2 1 0 0,1 0 0 0 0,1 1-787 0 0,24 9 1903 0 0,35 19 1518 0 0,-43-11-4042 0 0,-21-2-7235 0 0,-7-21 6344 0 0,0 0 42 0 0,0 0-52 0 0</inkml:trace>
  <inkml:trace contextRef="#ctx0" brushRef="#br0" timeOffset="57893.647">645 1441 2240 0 0,'15'4'5834'0'0,"-2"0"-4132"0"0,34-5 2684 0 0,-18-1-7364 0 0,-13 27-3592 0 0,-18-18 4972 0 0,0 1 138 0 0</inkml:trace>
  <inkml:trace contextRef="#ctx0" brushRef="#br0" timeOffset="58220.684">650 1628 1880 0 0,'-11'32'8284'0'0,"31"-50"-5703"0"0,-15 13-2353 0 0,1-1 0 0 0,0 1 0 0 0,-1 0 0 0 0,2 0 0 0 0,-1 1 1 0 0,1-1-1 0 0,-1 1 0 0 0,1 1 0 0 0,0 0 0 0 0,0 0 1 0 0,1 0-1 0 0,-1 0 0 0 0,1 1 0 0 0,-1 1 0 0 0,1-1 1 0 0,5 1-229 0 0,5 16 600 0 0,-17-12-499 0 0,0 0 0 0 0,1 1-1 0 0,-1 0 1 0 0,0-1-1 0 0,-1 1 1 0 0,1-1 0 0 0,-1 1-1 0 0,1 0 1 0 0,-1 0 0 0 0,0-1-1 0 0,-1 1 1 0 0,1 0 0 0 0,0 0-1 0 0,-1-1 1 0 0,0 1 0 0 0,0-1-1 0 0,0 1 1 0 0,-1-1 0 0 0,1 1-1 0 0,-1-1 1 0 0,0 0 0 0 0,1 1-1 0 0,-2-1 1 0 0,1 0 0 0 0,0 0-1 0 0,0 0 1 0 0,-1-1-1 0 0,-2 3-100 0 0,3-3-88 0 0,-1 1 0 0 0,1-1-1 0 0,-1 1 1 0 0,1-1 0 0 0,-1 0-1 0 0,0 0 1 0 0,0 0-1 0 0,0 0 1 0 0,0-1 0 0 0,0 1-1 0 0,0-1 1 0 0,0 0-1 0 0,-1 0 1 0 0,1 0 0 0 0,0 0-1 0 0,-1-1 1 0 0,1 1-1 0 0,-1-1 1 0 0,1 0 0 0 0,-1 0-1 0 0,1 0 1 0 0,0 0-1 0 0,-1-1 1 0 0,1 0 0 0 0,-1 1-1 0 0,0-2 89 0 0,-33-31-3919 0 0,31-7-7267 0 0,18 8 9791 0 0</inkml:trace>
  <inkml:trace contextRef="#ctx0" brushRef="#br0" timeOffset="58737.136">1135 1085 1756 0 0,'13'-7'8523'0'0,"21"12"-5188"0"0,-9-1-942 0 0,-23-4-2331 0 0,1 0 0 0 0,-1 0 0 0 0,1 0 1 0 0,-1 1-1 0 0,1-1 0 0 0,-1 1 0 0 0,1-1 1 0 0,-1 1-1 0 0,1 0 0 0 0,-1 0 0 0 0,1 0 1 0 0,-1 0-1 0 0,0 0 0 0 0,0 1 0 0 0,0-1 1 0 0,0 1-1 0 0,0-1 0 0 0,0 1 0 0 0,0 0 0 0 0,0 0 1 0 0,-1 0-1 0 0,1 0 0 0 0,-1 0 0 0 0,1 0 1 0 0,-1 0-1 0 0,0 1 0 0 0,0-1 0 0 0,0 0 1 0 0,0 1-1 0 0,0-1 0 0 0,0 1 0 0 0,-1-1 1 0 0,1 1-1 0 0,-1-1 0 0 0,0 1 0 0 0,0-1 0 0 0,0 1 1 0 0,0 2-63 0 0,21 155 57 0 0,-22-105 95 0 0,-1-54-289 0 0,1 1 0 0 0,-1 0 0 0 0,1 0 0 0 0,-1-1 0 0 0,0 1 0 0 0,1-1 0 0 0,-1 0 0 0 0,0 1 0 0 0,0-1 0 0 0,0 0 0 0 0,0 0 0 0 0,-1 0 0 0 0,1 0 0 0 0,0-1 0 0 0,0 1 0 0 0,0 0 0 0 0,-1-1 0 0 0,1 0-1 0 0,0 1 1 0 0,-1-1 0 0 0,1 0 0 0 0,0 0 0 0 0,0-1 0 0 0,-1 1 0 0 0,1 0 0 0 0,0-1 0 0 0,-1 1 0 0 0,1-1 0 0 0,0 0 0 0 0,0 0 0 0 0,0 0 0 0 0,0 0 0 0 0,0 0 0 0 0,0 0 0 0 0,0 0 0 0 0,0-1 0 0 0,0 1 0 0 0,1-1 0 0 0,-1 1 0 0 0,0-1 0 0 0,1 0 0 0 0,-1 0 137 0 0,-85-89-9560 0 0,80 78 8030 0 0</inkml:trace>
  <inkml:trace contextRef="#ctx0" brushRef="#br0" timeOffset="58988.216">1071 1195 1932 0 0,'0'0'134'0'0,"0"1"1"0"0,0-1-1 0 0,-1 0 0 0 0,1 0 1 0 0,0 1-1 0 0,0-1 0 0 0,0 0 1 0 0,-1 0-1 0 0,1 0 0 0 0,0 1 1 0 0,0-1-1 0 0,-1 0 0 0 0,1 0 1 0 0,0 0-1 0 0,-1 0 0 0 0,1 0 1 0 0,0 1-1 0 0,0-1 0 0 0,-1 0 1 0 0,1 0-1 0 0,0 0 0 0 0,-1 0 0 0 0,1 0 1 0 0,0 0-1 0 0,-1 0 0 0 0,1 0 1 0 0,0 0-1 0 0,-1 0 0 0 0,1 0 1 0 0,0-1-1 0 0,-1 1 0 0 0,1 0 1 0 0,0 0-1 0 0,0 0 0 0 0,-1 0 1 0 0,1 0-1 0 0,0-1 0 0 0,0 1 1 0 0,-1 0-1 0 0,1 0 0 0 0,0 0 1 0 0,0-1-1 0 0,-1 1 0 0 0,1 0 0 0 0,0 0 1 0 0,0-1-1 0 0,0 1 0 0 0,0 0 1 0 0,-1 0-1 0 0,1-1 0 0 0,0 1 1 0 0,0 0-1 0 0,0-1-134 0 0,5 33 2892 0 0,-3-24-2777 0 0,23 263 6103 0 0,-20-93-7714 0 0,-5-176 378 0 0,0-2-695 0 0,0 0 1606 0 0,0 0 0 0 0,0 0-1 0 0,1 0 1 0 0,-1-1 0 0 0,0 1 0 0 0,0 0-1 0 0,1 0 1 0 0,-1 0 0 0 0,0 0-1 0 0,0 0 1 0 0,1 0 0 0 0,-1 0-1 0 0,0 0 1 0 0,0 0 0 0 0,1 0 0 0 0,-1 0-1 0 0,0 0 1 0 0,0 0 0 0 0,1 0-1 0 0,-1 0 1 0 0,0 0 0 0 0,0 0 0 0 0,1 0-1 0 0,-1 0 1 0 0,0 0 0 0 0,0 1-1 0 0,1-1 1 0 0,-1 0 0 0 0,0 0 0 0 0,0 0-1 0 0,1 0 1 0 0,-1 1 0 0 0,0-1-1 0 0,0 0 1 0 0,0 0 0 0 0,0 0-1 0 0,1 1 1 0 0,-1-1 0 0 0,0 0 0 0 0,0 0-1 0 0,0 0 1 0 0,0 1 207 0 0,6-10-1653 0 0,6-5 243 0 0</inkml:trace>
  <inkml:trace contextRef="#ctx0" brushRef="#br0" timeOffset="59764.274">1357 1213 2616 0 0,'33'0'7869'0'0,"17"12"-3330"0"0,10 1-2551 0 0,12-8 526 0 0,-70-5-2307 0 0,0 0-14 0 0,58-3-57 0 0,-23-14 140 0 0,-34 21-262 0 0,-1 0 1 0 0,-1 0-1 0 0,1 1 0 0 0,-1-1 1 0 0,1 1-1 0 0,-1-1 0 0 0,-1 1 1 0 0,1-1-1 0 0,-1 1 1 0 0,1-1-1 0 0,-1 1 0 0 0,-1 0 1 0 0,1-1-1 0 0,-1 1 0 0 0,1-1 1 0 0,-1 1-15 0 0,0 5 43 0 0,-9 215 342 0 0,-1-1-9 0 0,11-223-510 0 0,-2 12-465 0 0,1-12 506 0 0,-1-1-1 0 0,1 1 1 0 0,0 0-1 0 0,-1-1 1 0 0,1 1-1 0 0,0-1 1 0 0,-1 1-1 0 0,1-1 1 0 0,-1 0-1 0 0,1 1 1 0 0,-1-1-1 0 0,1 0 1 0 0,-1 0-1 0 0,1 0 1 0 0,0 0-1 0 0,-1-1 1 0 0,1 1-1 0 0,-1 0 1 0 0,1 0-1 0 0,-1-1 1 0 0,1 1-1 0 0,0-1 1 0 0,-1 1-1 0 0,1-1 1 0 0,0 0-1 0 0,-1 0 1 0 0,1 1-1 0 0,0-1 1 0 0,0 0-1 0 0,0 0 1 0 0,0 0-1 0 0,0 0 1 0 0,0 0-1 0 0,-1-2 94 0 0,-145-88-3583 0 0,24 15 1634 0 0,78 52 3906 0 0,46 22-1851 0 0,0-1 1 0 0,-1 1 0 0 0,1 0-1 0 0,0-1 1 0 0,0 1 0 0 0,0 0-1 0 0,0 0 1 0 0,1 0-1 0 0,-1 0 1 0 0,1 0 0 0 0,-1 0-1 0 0,1 0 1 0 0,-1 1 0 0 0,1-1-1 0 0,0 0 1 0 0,0 1 0 0 0,0 0-1 0 0,0-1 1 0 0,0 1 0 0 0,0 0-1 0 0,0 0 1 0 0,1 0 0 0 0,-1 0-1 0 0,0 0 1 0 0,1 1-107 0 0,26-4 315 0 0,-28 4-241 0 0,28 0 706 0 0,-28 1-845 0 0,-1 0 1 0 0,0 0 0 0 0,0 0 0 0 0,0 0 0 0 0,-1 0 0 0 0,1 0 0 0 0,0 0 0 0 0,0 0-1 0 0,0 0 1 0 0,-1 0 0 0 0,1 0 0 0 0,-1 0 0 0 0,1 0 0 0 0,0 0 0 0 0,-1 0 0 0 0,0 0-1 0 0,1 0 1 0 0,-1 0 0 0 0,1-1 0 0 0,-1 1 0 0 0,0 0 0 0 0,0 0 0 0 0,0-1-1 0 0,1 1 1 0 0,-1-1 0 0 0,0 1 0 0 0,0-1 0 0 0,0 1 0 0 0,0-1 0 0 0,0 1 0 0 0,0-1-1 0 0,0 0 1 0 0,0 1 0 0 0,0-1 0 0 0,0 0 0 0 0,0 0 0 0 0,0 0 0 0 0,0 0 0 0 0,0 0-1 0 0,0 0 1 0 0,0 0 0 0 0,0 0 0 0 0,0 0 0 0 0,0-1 0 0 0,0 1 0 0 0,0 0-1 0 0,0-1 1 0 0,0 1 64 0 0,-8-13-11719 0 0,10 8 10349 0 0</inkml:trace>
  <inkml:trace contextRef="#ctx0" brushRef="#br0" timeOffset="60331.322">1901 1070 2272 0 0,'12'-8'6760'0'0,"-11"20"-3796"0"0,-12 28-1651 0 0,10-37-996 0 0,-67 169 2154 0 0,42-81-1828 0 0,18-14 227 0 0,13-62-864 0 0,1 0 0 0 0,0 0 0 0 0,1 0 1 0 0,1-1-1 0 0,0 0 0 0 0,1-1 1 0 0,1 0-1 0 0,0 0 0 0 0,0-1 0 0 0,2 0 1 0 0,-1-1-1 0 0,7 5-6 0 0,41 27-2510 0 0,-59-42 1741 0 0,0-1-53 0 0,-21-4-6803 0 0,12-10 4454 0 0,0 0 1731 0 0</inkml:trace>
  <inkml:trace contextRef="#ctx0" brushRef="#br0" timeOffset="60644.253">1743 1245 2436 0 0,'9'-8'5689'0'0,"20"7"-2540"0"0,-17 2-2118 0 0,79 20 1391 0 0,-56-8-1472 0 0,-33-13-874 0 0,1 1 0 0 0,0 0 0 0 0,0 0-1 0 0,-1 0 1 0 0,1 0 0 0 0,-1 0 0 0 0,1 0-1 0 0,-1 1 1 0 0,1-1 0 0 0,-1 1-1 0 0,0 0 1 0 0,1-1 0 0 0,-1 1 0 0 0,0 0-1 0 0,-1 0 1 0 0,1 1 0 0 0,0-1 0 0 0,0 0-1 0 0,-1 1 1 0 0,1-1 0 0 0,-1 1-1 0 0,0-1 1 0 0,0 1 0 0 0,0-1 0 0 0,0 1-1 0 0,0 0 1 0 0,-1 0 0 0 0,1-1-1 0 0,-1 1 1 0 0,0 0 0 0 0,0 0 0 0 0,0 0-1 0 0,0-1 1 0 0,0 1 0 0 0,0 0 0 0 0,-1 0-1 0 0,1 0 1 0 0,-2 1-76 0 0,-6 21-349 0 0,-2 1 0 0 0,-2-1 0 0 0,0-1 0 0 0,-1 0 0 0 0,-1-1 0 0 0,-2 0-1 0 0,-11 13 350 0 0,13-25-1594 0 0,8-34-9975 0 0,9 15 10089 0 0</inkml:trace>
  <inkml:trace contextRef="#ctx0" brushRef="#br0" timeOffset="61156.41">2061 1116 1080 0 0,'-1'1'8167'0'0,"9"-1"-3579"0"0,42-9-2146 0 0,-25 5-1375 0 0,92-15 835 0 0,-116 19-1951 0 0,12 0-547 0 0,-3 0 948 0 0,-10 0-624 0 0,0 0 0 0 0,-1 1 0 0 0,1-1 0 0 0,0 0 0 0 0,-1 1-1 0 0,1-1 1 0 0,0 0 0 0 0,-1 1 0 0 0,1-1 0 0 0,0 1 0 0 0,0-1 0 0 0,-1 1-1 0 0,1-1 1 0 0,0 1 0 0 0,0-1 0 0 0,0 1 0 0 0,0-1 0 0 0,0 1-1 0 0,0-1 1 0 0,0 0 0 0 0,0 1 0 0 0,0-1 0 0 0,0 1 0 0 0,0-1 0 0 0,0 1-1 0 0,0-1 1 0 0,0 1 0 0 0,0-1 0 0 0,0 1 0 0 0,1-1 0 0 0,-1 1 0 0 0,0-1-1 0 0,0 1 1 0 0,0-1 0 0 0,1 0 0 0 0,-1 1 0 0 0,0-1 0 0 0,1 1-1 0 0,-1-1 1 0 0,0 0 0 0 0,1 1 0 0 0,-1-1 0 0 0,1 0 0 0 0,-1 1 0 0 0,0-1-1 0 0,1 0 1 0 0,-1 0 0 0 0,1 0 0 0 0,-1 1 0 0 0,1-1 0 0 0,-1 0-1 0 0,1 0 1 0 0,-1 0 0 0 0,1 0 0 0 0,-1 0 272 0 0,-5 6-1641 0 0</inkml:trace>
  <inkml:trace contextRef="#ctx0" brushRef="#br0" timeOffset="61617.477">2037 1290 856 0 0,'-2'9'8934'0'0,"15"-11"-4352"0"0,31-14-2270 0 0,-31 10-1745 0 0,92-28 1574 0 0,-34 33-776 0 0,-70 1-1400 0 0,0-1 0 0 0,0 1 0 0 0,0-1 0 0 0,0 0 1 0 0,0 1-1 0 0,1 0 0 0 0,-1-1 0 0 0,0 1 1 0 0,0 0-1 0 0,0 0 0 0 0,0-1 0 0 0,0 1 1 0 0,1 0-1 0 0,-1 0 0 0 0,0 0 0 0 0,0 0 1 0 0,0 1-1 0 0,0-1 0 0 0,0 0 0 0 0,1 0 0 0 0,-1 1 1 0 0,0-1-1 0 0,0 0 0 0 0,0 1 0 0 0,0-1 1 0 0,0 1-1 0 0,0 0 0 0 0,0-1 0 0 0,0 1 1 0 0,0 0-1 0 0,0 0 0 0 0,-1-1 0 0 0,1 1 0 0 0,0 0 1 0 0,0 0-1 0 0,-1 0 0 0 0,1 0 0 0 0,0 0 1 0 0,-1 0-1 0 0,1 0 0 0 0,-1 0 0 0 0,1 0 1 0 0,-1 0-1 0 0,0 1 0 0 0,0-1 0 0 0,1 0 0 0 0,-1 0 1 0 0,0 0-1 0 0,0 0 0 0 0,0 1 0 0 0,0-1 1 0 0,0 0-1 0 0,0 0 0 0 0,-1 0 0 0 0,1 0 1 0 0,0 0-1 0 0,0 1 0 0 0,-1-1 0 0 0,1 0 0 0 0,-1 0 1 0 0,1 0-1 0 0,-1 0 0 0 0,0 0 0 0 0,1 0 1 0 0,-1 0-1 0 0,0 0 0 0 0,0 0 35 0 0,-91 67-6413 0 0,19-33-1929 0 0,60-28 6682 0 0</inkml:trace>
  <inkml:trace contextRef="#ctx0" brushRef="#br0" timeOffset="62151.217">2056 1398 1280 0 0,'43'-4'10865'0'0,"-45"8"-10742"0"0,1-1-1 0 0,-1 1 1 0 0,0-1-1 0 0,0 0 1 0 0,0 1 0 0 0,0-1-1 0 0,-1 0 1 0 0,1 0-1 0 0,-1 0 1 0 0,0-1 0 0 0,0 1-1 0 0,0-1 1 0 0,0 1-1 0 0,0-1 1 0 0,0 0 0 0 0,-1 0-1 0 0,1 0-122 0 0,-6 4 254 0 0,-55 37 479 0 0,68-23 273 0 0,37-9 94 0 0,82-9 410 0 0,-15-28-894 0 0,58 17 922 0 0,-163 33-1662 0 0,-7-17-131 0 0,0-2 0 0 0,-1 1 0 0 0,1 0 0 0 0,-1-1 0 0 0,-1 0 1 0 0,1 0-1 0 0,-1-1 0 0 0,0 1 0 0 0,0-1 0 0 0,0 0 0 0 0,0-1 0 0 0,-1 0 0 0 0,1 0 0 0 0,-1 0 0 0 0,0 0 1 0 0,-4 0 254 0 0,-37-3-6420 0 0,42-2 5911 0 0,0-1 0 0 0,0 1 0 0 0,0-1 1 0 0,0-1-1 0 0,0 1 0 0 0,1-1 0 0 0,0 0 0 0 0,0 0 1 0 0,0 0-1 0 0,0-1 0 0 0,0 1 0 0 0,1-1 0 0 0,0-1 0 0 0,0 1 1 0 0,-1-3 508 0 0,-7-10-1408 0 0</inkml:trace>
  <inkml:trace contextRef="#ctx0" brushRef="#br0" timeOffset="62499.443">2174 989 1056 0 0,'9'-9'6832'0'0,"-1"19"-3832"0"0,4 29-1944 0 0,-11-34-706 0 0,5 155 2202 0 0,-35 76-1027 0 0,22-191-1663 0 0,-3 0 0 0 0,-1 0-1 0 0,-2-2 1 0 0,-2 0-1 0 0,-4 5 139 0 0,-23 12-3529 0 0,41-59 2079 0 0,1-1-186 0 0,0 0 37 0 0,0 0 6 0 0,-3-3 51 0 0,-7-11-24 0 0,6 5 94 0 0</inkml:trace>
  <inkml:trace contextRef="#ctx0" brushRef="#br0" timeOffset="62763.63">2121 1559 836 0 0,'33'10'6463'0'0,"14"19"-3074"0"0,66 64 2074 0 0,-32-40-3154 0 0,-58-41-1975 0 0,35 10-2910 0 0,-58-22 1565 0 0,0 0-871 0 0,17-4-3785 0 0,36-32 1160 0 0,-40 20 3140 0 0</inkml:trace>
  <inkml:trace contextRef="#ctx0" brushRef="#br0" timeOffset="63205.649">2663 1072 1312 0 0,'12'15'7970'0'0,"-15"18"-4938"0"0,1-24-2486 0 0,-3 15 118 0 0,-1 0 0 0 0,-1 0 1 0 0,-2-1-1 0 0,0 1 0 0 0,-1-2 0 0 0,-2 0 1 0 0,-6 10-665 0 0,-71 90 277 0 0,17-64-4392 0 0,68-55 3280 0 0,4-2-615 0 0,3-23-5279 0 0,3 16 5211 0 0,0 0-138 0 0</inkml:trace>
  <inkml:trace contextRef="#ctx0" brushRef="#br0" timeOffset="63456.71">2528 1419 836 0 0,'40'23'5096'0'0,"16"83"-722"0"0,-29 74-71 0 0,-26-166-3572 0 0,-2-4-3712 0 0,2-23-5844 0 0,0 5 7467 0 0</inkml:trace>
  <inkml:trace contextRef="#ctx0" brushRef="#br0" timeOffset="63627.689">2818 1141 2524 0 0,'70'-20'9271'0'0,"38"12"-5530"0"0,-107 8-3836 0 0,9 0-1706 0 0,-10 0 1649 0 0,1 0 0 0 0,0 0-1 0 0,-1 0 1 0 0,1 0 0 0 0,-1 0 0 0 0,1 0 0 0 0,-1 0-1 0 0,1 0 1 0 0,0 1 0 0 0,-1-1 0 0 0,1 0 0 0 0,-1 0-1 0 0,1 1 1 0 0,-1-1 0 0 0,1 0 0 0 0,-1 1 0 0 0,1-1-1 0 0,-1 0 1 0 0,0 1 0 0 0,1-1 0 0 0,-1 1 0 0 0,1-1 0 0 0,-1 0-1 0 0,0 1 1 0 0,0-1 0 0 0,1 1 0 0 0,-1 0 0 0 0,0-1-1 0 0,0 1 1 0 0,1-1 0 0 0,-1 1 0 0 0,0-1 0 0 0,0 1-1 0 0,0-1 1 0 0,0 1 0 0 0,0 0 0 0 0,0-1 0 0 0,0 1-1 0 0,0-1 1 0 0,0 1 0 0 0,0 0 0 0 0,0-1 0 0 0,0 1 0 0 0,0-1-1 0 0,-1 1 1 0 0,1-1 0 0 0,0 1 0 0 0,0-1 0 0 0,-1 1-1 0 0,1-1 1 0 0,0 1 0 0 0,-1-1 0 0 0,1 1 0 0 0,0-1-1 0 0,-1 1 1 0 0,1-1 0 0 0,-1 0 0 0 0,1 1 0 0 0,-1-1-1 0 0,1 0 1 0 0,-1 1 0 0 0,1-1 0 0 0,-1 0 0 0 0,1 0 0 0 0,-1 1-1 0 0,1-1 1 0 0,-1 0 0 0 0,0 0 152 0 0,-4 4-1435 0 0</inkml:trace>
  <inkml:trace contextRef="#ctx0" brushRef="#br0" timeOffset="63971.738">2932 1199 2176 0 0,'-48'95'6430'0'0,"-35"37"-1759"0"0,68-91-3807 0 0,40-43-653 0 0,-5-3-218 0 0,-1-2 0 0 0,1 0 0 0 0,-1-1 1 0 0,0-1-1 0 0,-1-1 0 0 0,0 0 0 0 0,0-2 0 0 0,13-11 7 0 0,7-11-69 0 0,-37 34 94 0 0,0 1 0 0 0,0-1 0 0 0,0 1 0 0 0,0 0 0 0 0,0 0 0 0 0,0-1 0 0 0,0 1 0 0 0,0 0 0 0 0,0 0 0 0 0,-1 0-1 0 0,1 0 1 0 0,0 0 0 0 0,0 0 0 0 0,-1 0 0 0 0,1 0 0 0 0,-1 0 0 0 0,1 0 0 0 0,-1 1 0 0 0,1-1 0 0 0,-1 0 0 0 0,0 0 0 0 0,0 0 0 0 0,1 1 0 0 0,-1-1 0 0 0,0 0 0 0 0,0 0 0 0 0,0 1 0 0 0,0-1 0 0 0,0 0 0 0 0,-1 0 0 0 0,1 0-1 0 0,0 1 1 0 0,-1-1 0 0 0,1 0 0 0 0,-1 0 0 0 0,1 0 0 0 0,-1 1-25 0 0,1 0 45 0 0,-1 6-759 0 0,-1-1 0 0 0,1 0 1 0 0,-1 1-1 0 0,-1-1 0 0 0,0 0 0 0 0,0 0 0 0 0,0 0 0 0 0,-1 0 1 0 0,0-1-1 0 0,0 1 0 0 0,0-1 0 0 0,-1 0 0 0 0,0 0 0 0 0,0-1 1 0 0,-1 1-1 0 0,-1 0 714 0 0,1 0-537 0 0,-4 4-885 0 0</inkml:trace>
  <inkml:trace contextRef="#ctx0" brushRef="#br0" timeOffset="64848.838">2805 1624 976 0 0,'5'1'6441'0'0,"17"-11"-3580"0"0,99-68 1058 0 0,-108 39-4871 0 0,-13 39 870 0 0,0 0 66 0 0,0 0 45 0 0,-5-1 421 0 0,-19 168 2024 0 0,24-166-2452 0 0,0-1 1 0 0,-1 1-1 0 0,1 0 0 0 0,0-1 1 0 0,0 1-1 0 0,0-1 0 0 0,0 1 1 0 0,0 0-1 0 0,0-1 0 0 0,0 1 1 0 0,0-1-1 0 0,0 1 0 0 0,0 0 0 0 0,1-1 1 0 0,-1 1-1 0 0,0-1 0 0 0,0 1 1 0 0,0 0-1 0 0,1-1 0 0 0,-1 1 1 0 0,0-1-1 0 0,1 1 0 0 0,-1-1 1 0 0,1 1-1 0 0,-1-1 0 0 0,0 1 0 0 0,1-1 1 0 0,-1 0-1 0 0,1 1 0 0 0,-1-1 1 0 0,1 0-1 0 0,-1 1 0 0 0,1-1 1 0 0,-1 0-1 0 0,1 0 0 0 0,0 1 1 0 0,-1-1-1 0 0,1 0 0 0 0,-1 0 0 0 0,1 0 1 0 0,0 0-1 0 0,-1 0 0 0 0,1 0 1 0 0,-1 0-1 0 0,1 0 0 0 0,0 0 1 0 0,-1 0-1 0 0,1 0 0 0 0,-1 0 1 0 0,1 0-1 0 0,0 0 0 0 0,-1-1 0 0 0,1 1 1 0 0,-1 0-1 0 0,1 0 0 0 0,-1-1 1 0 0,1 1-1 0 0,-1 0 0 0 0,1-1 1 0 0,-1 1-1 0 0,1 0 0 0 0,-1-1 1 0 0,1 1-1 0 0,-1-1 0 0 0,1 0-22 0 0,41-36 50 0 0,-30 26-163 0 0,19-21 355 0 0,13 12 712 0 0,-42 20-908 0 0,21-3 395 0 0,-10-12-435 0 0,-2 0-1 0 0,0-1 0 0 0,0 0 0 0 0,-2-1 0 0 0,0 0 0 0 0,-1 0 0 0 0,-1-1 0 0 0,0 0 0 0 0,-1 0 0 0 0,-1-1 0 0 0,-1 1 1 0 0,0-10-6 0 0,17-50 16 0 0,11-21 311 0 0,-19 125 1225 0 0,3 158 3835 0 0,-6 151-5387 0 0,-31-270 1415 0 0,20-62-1423 0 0,-1 0-1 0 0,0 0 1 0 0,0 0-1 0 0,-1 0 1 0 0,1 0-1 0 0,-1-1 1 0 0,1 1-1 0 0,-1-1 0 0 0,0 0 1 0 0,0 0-1 0 0,0 0 1 0 0,0 0-1 0 0,0 0 1 0 0,0 0-1 0 0,-1-1 1 0 0,1 0-1 0 0,-1 1 1 0 0,1-1-1 0 0,-1-1 1 0 0,1 1-1 0 0,-1 0 1 0 0,1-1-1 0 0,-1 0 1 0 0,0 0-1 0 0,1 0 0 0 0,-1 0 1 0 0,0-1-1 0 0,1 1 1 0 0,-1-1-1 0 0,1 0 1 0 0,-1 0 8 0 0,-15 1-787 0 0,-94-35-3036 0 0,43 8-269 0 0,5-13-3547 0 0,47 9-185 0 0,18 29 6624 0 0</inkml:trace>
  <inkml:trace contextRef="#ctx0" brushRef="#br0" timeOffset="75892.093">23 921 2188 0 0,'0'0'1164'0'0,"0"0"-111"0"0,0 0-150 0 0,0 0-54 0 0,0 0-52 0 0,0 0-81 0 0,0 0-25 0 0,0 0-55 0 0,0 0-31 0 0,0 0 75 0 0,0 0-56 0 0,0 0-87 0 0,-4 0-38 0 0,3 0-464 0 0,0 0 0 0 0,1 0 1 0 0,-1 0-1 0 0,0 1 0 0 0,0-1 1 0 0,0 0-1 0 0,1 0 0 0 0,-1 1 1 0 0,0-1-1 0 0,0 0 0 0 0,1 1 1 0 0,-1-1-1 0 0,0 1 0 0 0,1-1 1 0 0,-1 1-1 0 0,0-1 0 0 0,1 1 1 0 0,-1 0-1 0 0,1-1 0 0 0,-1 1 1 0 0,1 0-1 0 0,-1-1 0 0 0,1 1 0 0 0,-1 0 1 0 0,1-1-1 0 0,0 1 0 0 0,-1 0 1 0 0,1 0-1 0 0,0 0 0 0 0,0-1 1 0 0,-1 1-1 0 0,1 0 0 0 0,0 0 1 0 0,0 0-1 0 0,0 0 0 0 0,0-1 1 0 0,0 1-1 0 0,0 0 0 0 0,1 0 1 0 0,-1 0-1 0 0,0-1 0 0 0,0 1 1 0 0,0 0-1 0 0,1 0 0 0 0,-1 0 1 0 0,0-1-1 0 0,1 1 0 0 0,-1 0 1 0 0,1-1-1 0 0,-1 1 0 0 0,1 0 1 0 0,0 0-36 0 0,0 8 162 0 0,11 53 375 0 0,-11-18-1753 0 0,-2-26-2600 0 0,13-4 321 0 0,-7-14 424 0 0,-5-2 1479 0 0</inkml:trace>
  <inkml:trace contextRef="#ctx0" brushRef="#br0" timeOffset="76190.187">108 874 1756 0 0,'32'6'5951'0'0,"8"40"-3102"0"0,-40-46-2823 0 0,10 14 325 0 0,22 39-1991 0 0,-30-38-4531 0 0,-2-13 4581 0 0</inkml:trace>
  <inkml:trace contextRef="#ctx0" brushRef="#br0" timeOffset="77490.291">6732 699 1292 0 0,'0'0'1259'0'0,"0"0"-44"0"0,0 0-45 0 0,0 0-59 0 0,0 0-89 0 0,0 0-79 0 0,0 0-77 0 0,0 0-30 0 0,0 0-72 0 0,4-1-53 0 0,-2 1-688 0 0,-1 0 7 0 0,-1-1 0 0 0,1 1 0 0 0,-1 0 0 0 0,1 0 0 0 0,-1 0 0 0 0,1-1 0 0 0,-1 1 0 0 0,1 0-1 0 0,-1 0 1 0 0,1 0 0 0 0,0 0 0 0 0,-1 0 0 0 0,1 0 0 0 0,-1 0 0 0 0,1 0 0 0 0,-1 0 0 0 0,1 0-1 0 0,-1 0 1 0 0,1 1 0 0 0,-1-1 0 0 0,1 0 0 0 0,-1 0 0 0 0,1 0 0 0 0,-1 1 0 0 0,1-1 0 0 0,-1 0-1 0 0,1 1 1 0 0,-1-1 0 0 0,0 0 0 0 0,1 1 0 0 0,-1-1 0 0 0,1 0 0 0 0,-1 1 0 0 0,0-1-1 0 0,1 1 1 0 0,-1-1 0 0 0,0 1 0 0 0,0-1 0 0 0,1 1 0 0 0,-1-1 0 0 0,0 1 0 0 0,0-1 0 0 0,0 1-1 0 0,0-1 1 0 0,0 1 0 0 0,0-1 0 0 0,0 1 0 0 0,1-1 0 0 0,-1 1 0 0 0,-1-1 0 0 0,1 1 0 0 0,0 0-1 0 0,0-1 1 0 0,0 1 0 0 0,0-1 0 0 0,0 1 0 0 0,0-1 0 0 0,-1 1 0 0 0,1-1 0 0 0,0 1-1 0 0,0-1 1 0 0,-1 1 0 0 0,1-1 0 0 0,0 0 0 0 0,-1 1 0 0 0,1-1 0 0 0,0 1 0 0 0,-1-1 0 0 0,0 1-30 0 0,-6 22 712 0 0,-24 64 350 0 0,-8-35-3639 0 0,35-47 1916 0 0,-1 1-1733 0 0,1-3-3535 0 0,5-4 4449 0 0</inkml:trace>
  <inkml:trace contextRef="#ctx0" brushRef="#br0" timeOffset="77741.349">6925 721 2000 0 0,'-3'12'1360'0'0,"1"4"-288"0"0,-5-1-216 0 0,7-3-23 0 0,-5 3-121 0 0,-2-4-92 0 0,3 1-260 0 0,-4-4-180 0 0,3 2-12 0 0,-2-3-932 0 0,-7 9 68 0 0,3-7-853 0 0,-5 4 17 0 0,1 4 28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3:39.027"/>
    </inkml:context>
    <inkml:brush xml:id="br0">
      <inkml:brushProperty name="width" value="0.05" units="cm"/>
      <inkml:brushProperty name="height" value="0.05" units="cm"/>
      <inkml:brushProperty name="color" value="#FFFFFF"/>
    </inkml:brush>
  </inkml:definitions>
  <inkml:trace contextRef="#ctx0" brushRef="#br0">30 1 2700 0 0,'0'0'1604'0'0,"0"0"-120"0"0,0 0-212 0 0,-2 0-139 0 0,0 4-868 0 0,0-1-1 0 0,0 0 0 0 0,0 1 0 0 0,0 0 0 0 0,1-1 1 0 0,0 1-1 0 0,0 0 0 0 0,0 0 0 0 0,0 0 0 0 0,0-1 0 0 0,1 1 1 0 0,0 0-1 0 0,0 0 0 0 0,0 0 0 0 0,0 0 0 0 0,0 0 1 0 0,1 0-1 0 0,0 0 0 0 0,0 0 0 0 0,0-1 0 0 0,0 2-264 0 0,0-2 60 0 0,13 207 3619 0 0,-14-75-2219 0 0,-29 12-1225 0 0,26-128-5048 0 0,6-31-2110 0 0,25-39 2194 0 0,-16 29 3055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3:39.789"/>
    </inkml:context>
    <inkml:brush xml:id="br0">
      <inkml:brushProperty name="width" value="0.05" units="cm"/>
      <inkml:brushProperty name="height" value="0.05" units="cm"/>
      <inkml:brushProperty name="color" value="#FFFFFF"/>
    </inkml:brush>
  </inkml:definitions>
  <inkml:trace contextRef="#ctx0" brushRef="#br0">24 1 1984 0 0,'0'0'1383'0'0,"0"0"-72"0"0,0 0-116 0 0,0 0-121 0 0,0 0 0 0 0,0 0-72 0 0,0 0-163 0 0,0 0-78 0 0,5 7 950 0 0,-4 147 2228 0 0,-4 37-2032 0 0,-17-45-2227 0 0,17-131 674 0 0,0-6-4305 0 0,4-10-3825 0 0,10-13 4162 0 0,2-1 2365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3:43.323"/>
    </inkml:context>
    <inkml:brush xml:id="br0">
      <inkml:brushProperty name="width" value="0.05" units="cm"/>
      <inkml:brushProperty name="height" value="0.05" units="cm"/>
      <inkml:brushProperty name="color" value="#FFFFFF"/>
    </inkml:brush>
  </inkml:definitions>
  <inkml:trace contextRef="#ctx0" brushRef="#br0">0 43 2640 0 0,'26'-12'9495'0'0,"23"7"-5627"0"0,-39 5-3447 0 0,221-19 3883 0 0,-175 12-4823 0 0,-55 7-130 0 0,8 7-3956 0 0,-10-6 4327 0 0,-41 27-6587 0 0,-24 4 2359 0 0,45-26 2924 0 0</inkml:trace>
  <inkml:trace contextRef="#ctx0" brushRef="#br0" timeOffset="754.092">89 63 928 0 0,'-7'31'7450'0'0,"4"19"-4473"0"0,-12 127 1905 0 0,15-175-4649 0 0,-1 8 269 0 0,0-8-439 0 0,1-1 0 0 0,-1 0 1 0 0,1 1-1 0 0,-1-1 0 0 0,1 0 1 0 0,0 1-1 0 0,0-1 1 0 0,0 1-1 0 0,-1-1 0 0 0,1 1 1 0 0,0-1-1 0 0,1 1 0 0 0,-1-1 1 0 0,0 0-1 0 0,0 1 1 0 0,1-1-1 0 0,-1 1 0 0 0,0-1 1 0 0,1 0-1 0 0,0 1 0 0 0,-1-1 1 0 0,1 0-1 0 0,0 1 1 0 0,-1-1-1 0 0,1 0 0 0 0,0 0 1 0 0,0 0-1 0 0,0 0 0 0 0,0 0 1 0 0,0 0-1 0 0,0 0 0 0 0,1 0 1 0 0,-1 0-1 0 0,0-1 1 0 0,0 1-1 0 0,1 0 0 0 0,-1-1 1 0 0,0 1-1 0 0,1-1 0 0 0,0 1-63 0 0,195-1 2865 0 0,-138 22-2728 0 0,59 3 335 0 0,-116-23-444 0 0,0 0-1 0 0,0 1 1 0 0,-1-1 0 0 0,1 0-1 0 0,-1 1 1 0 0,1-1-1 0 0,-1 1 1 0 0,0-1 0 0 0,0 1-1 0 0,0 0 1 0 0,0-1-1 0 0,0 1 1 0 0,0 0 0 0 0,-1 0-1 0 0,0 0 1 0 0,1 0-1 0 0,-1-1 1 0 0,0 1 0 0 0,0 0-1 0 0,-1 0 1 0 0,1 1-28 0 0,0 1 83 0 0,0-3-27 0 0,0 31 257 0 0,-30 76-253 0 0,10-29 794 0 0,-23-61-436 0 0,-44-8-404 0 0,-21-10-2735 0 0,22-39-2432 0 0,35-14-8078 0 0,48 47 11758 0 0,-2 1 5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3:42.087"/>
    </inkml:context>
    <inkml:brush xml:id="br0">
      <inkml:brushProperty name="width" value="0.05" units="cm"/>
      <inkml:brushProperty name="height" value="0.05" units="cm"/>
      <inkml:brushProperty name="color" value="#FFFFFF"/>
    </inkml:brush>
  </inkml:definitions>
  <inkml:trace contextRef="#ctx0" brushRef="#br0">15 10 1772 0 0,'0'0'1564'0'0,"0"0"-190"0"0,0 0-185 0 0,0 0 17 0 0,0 0-86 0 0,0 0-46 0 0,0 0-93 0 0,0 0-47 0 0,0 0-30 0 0,0 0-53 0 0,6-2-65 0 0,159-6 5142 0 0,-105 9-5218 0 0,-6 15-224 0 0,-51-16-441 0 0,0 1 0 0 0,0-1-1 0 0,0 1 1 0 0,0-1 0 0 0,0 1-1 0 0,0 0 1 0 0,0 0 0 0 0,0 1-1 0 0,0-1 1 0 0,0 0 0 0 0,0 1-1 0 0,-1 0 1 0 0,1-1 0 0 0,-1 1-1 0 0,1 0 1 0 0,-1 1 0 0 0,0-1-1 0 0,0 0 1 0 0,0 1 0 0 0,0-1-1 0 0,0 1 1 0 0,0-1 0 0 0,-1 1-1 0 0,1 0 1 0 0,-1 0 0 0 0,0 0-1 0 0,0 0 1 0 0,0 0 0 0 0,1 3-45 0 0,13 99 472 0 0,-14-94-436 0 0,4 345-216 0 0,-21-216-1717 0 0,15-135 1362 0 0,-6 36-1602 0 0,-7-23-5342 0 0,-1-20 622 0 0,11-2 5355 0 0</inkml:trace>
  <inkml:trace contextRef="#ctx0" brushRef="#br0" timeOffset="373.13">12 504 1148 0 0,'-12'-13'9356'0'0,"27"2"-4903"0"0,28-3-2322 0 0,166 3 1152 0 0,-203 14-3489 0 0,0 1-12 0 0,21 8-2351 0 0,-27 0-7797 0 0,-23 11 6167 0 0,22-22 3988 0 0,-13 9-1155 0 0</inkml:trace>
  <inkml:trace contextRef="#ctx0" brushRef="#br0" timeOffset="652.814">15 669 1884 0 0,'-4'7'3167'0'0,"12"4"8250"0"0,-3-9-11050 0 0,139 12 5324 0 0,-30-1-5812 0 0,-112-13 98 0 0,22 0-3503 0 0,34 0-12250 0 0,-57 0 14136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3:40.456"/>
    </inkml:context>
    <inkml:brush xml:id="br0">
      <inkml:brushProperty name="width" value="0.05" units="cm"/>
      <inkml:brushProperty name="height" value="0.05" units="cm"/>
      <inkml:brushProperty name="color" value="#FFFFFF"/>
    </inkml:brush>
  </inkml:definitions>
  <inkml:trace contextRef="#ctx0" brushRef="#br0">30 1 1832 0 0,'-6'7'6697'0'0,"3"-3"-134"0"0,18-2-4000 0 0,166-3 1902 0 0,-1 1-3932 0 0,-177 3-542 0 0,-1-1-14 0 0,0 1 0 0 0,-1-1-1 0 0,1 1 1 0 0,-1 0 0 0 0,0-1-1 0 0,0 1 1 0 0,0 0 0 0 0,0 0 0 0 0,0 0-1 0 0,-1 0 1 0 0,1 0 0 0 0,-1 0 0 0 0,0 0-1 0 0,0 0 1 0 0,0 0 0 0 0,0 0-1 0 0,0 0 1 0 0,-1-1 0 0 0,1 1 0 0 0,-1 0-1 0 0,-1 3 24 0 0,0 1-72 0 0,-27 94-1740 0 0,-3-40-2637 0 0,27-52 1981 0 0,4 4-7546 0 0,1-5 8410 0 0</inkml:trace>
  <inkml:trace contextRef="#ctx0" brushRef="#br0" timeOffset="325.062">33 262 2784 0 0,'-5'12'11698'0'0,"17"-11"-10361"0"0,102-3 3064 0 0,-2 1-6469 0 0,-111 1 1172 0 0,-1 0-53 0 0,10-6-2809 0 0,-16 3-2049 0 0,-7 3 2899 0 0,7 0 1494 0 0</inkml:trace>
  <inkml:trace contextRef="#ctx0" brushRef="#br0" timeOffset="698.085">78 272 984 0 0,'-36'64'10759'0'0,"11"51"-5777"0"0,12-42-2417 0 0,10-13-184 0 0,3-58-1999 0 0,0 10 779 0 0,1-8-1079 0 0,1 1 0 0 0,0-1 0 0 0,-1 0-1 0 0,2 0 1 0 0,-1-1 0 0 0,0 1 0 0 0,1 0 0 0 0,0-1-1 0 0,0 1 1 0 0,0-1 0 0 0,0 0 0 0 0,0 0 0 0 0,1 0-1 0 0,-1-1 1 0 0,1 1 0 0 0,0-1 0 0 0,1 1-82 0 0,7 2 153 0 0,1 0 0 0 0,0 0 1 0 0,0-2-1 0 0,0 0 0 0 0,0 0 0 0 0,0-1 1 0 0,1 0-1 0 0,-1-2 0 0 0,2 1-153 0 0,31 3 437 0 0,65-4-1757 0 0,-103-3 648 0 0,37-32-3605 0 0,-33 18-1581 0 0,-5-5-4065 0 0,-6 19 8514 0 0,1-2 99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3:44.877"/>
    </inkml:context>
    <inkml:brush xml:id="br0">
      <inkml:brushProperty name="width" value="0.05" units="cm"/>
      <inkml:brushProperty name="height" value="0.05" units="cm"/>
      <inkml:brushProperty name="color" value="#FFFFFF"/>
    </inkml:brush>
  </inkml:definitions>
  <inkml:trace contextRef="#ctx0" brushRef="#br0">33 64 1132 0 0,'0'0'1382'0'0,"0"0"-146"0"0,0 0-12 0 0,0 0-78 0 0,0 0-129 0 0,0 0-35 0 0,0 0-34 0 0,0 0-63 0 0,0 0-55 0 0,2 2 52 0 0,1 5-621 0 0,0 1-1 0 0,0 0 0 0 0,-1-1 0 0 0,0 1 1 0 0,-1 0-1 0 0,1 0 0 0 0,-1 0 0 0 0,-1 0 1 0 0,0 0-1 0 0,0 0 0 0 0,-1 0 1 0 0,1 0-1 0 0,-2 1-260 0 0,1 21 481 0 0,-11 136 1029 0 0,-18 34-2012 0 0,29-191-284 0 0,-2 9-1000 0 0,2-15-1838 0 0,0-12-3420 0 0,1 3 5755 0 0</inkml:trace>
  <inkml:trace contextRef="#ctx0" brushRef="#br0" timeOffset="661.125">9 66 1688 0 0,'0'-1'370'0'0,"0"-1"1"0"0,-1 1-1 0 0,1-1 0 0 0,0 1 0 0 0,0 0 0 0 0,1-1 0 0 0,-1 1 1 0 0,0 0-1 0 0,0-1 0 0 0,0 1 0 0 0,1 0 0 0 0,-1-1 1 0 0,1 1-1 0 0,-1 0 0 0 0,1 0 0 0 0,0 0 0 0 0,-1-1 1 0 0,1 1-1 0 0,0 0 0 0 0,0 0 0 0 0,0 0 0 0 0,0 0 0 0 0,0 0 1 0 0,0 0-1 0 0,0 0 0 0 0,0 1 0 0 0,0-1 0 0 0,0 0 1 0 0,0 1-1 0 0,0-1 0 0 0,1 0 0 0 0,-1 1 0 0 0,0-1 1 0 0,1 1-1 0 0,-1 0 0 0 0,0 0 0 0 0,1-1 0 0 0,-1 1 0 0 0,1 0-370 0 0,117-19 5509 0 0,65 11-3828 0 0,-182 8-1677 0 0,0 0 1 0 0,0 0-1 0 0,0 0 1 0 0,0 0 0 0 0,1 0-1 0 0,-1 0 1 0 0,0 0-1 0 0,0 1 1 0 0,0-1-1 0 0,0 1 1 0 0,0 0-1 0 0,0-1 1 0 0,0 1 0 0 0,0 0-1 0 0,0 0 1 0 0,0 0-1 0 0,-1 1 1 0 0,1-1-1 0 0,0 0 1 0 0,-1 1-1 0 0,1-1 1 0 0,-1 1 0 0 0,1-1-1 0 0,-1 1 1 0 0,0 0-1 0 0,0-1 1 0 0,1 1-1 0 0,-1 0 1 0 0,0 0-1 0 0,-1 0 1 0 0,1 0-1 0 0,0 0 1 0 0,-1 0 0 0 0,1 0-1 0 0,-1 0 1 0 0,1 0-1 0 0,-1 0 1 0 0,0 0-1 0 0,0 1 1 0 0,0-1-1 0 0,0 0-4 0 0,8 224 115 0 0,-9-144-178 0 0,-18 52-431 0 0,17-36-3557 0 0,2-96 3401 0 0,-11 11-870 0 0,10-12 1119 0 0,0-1 0 0 0,-1 0 0 0 0,1 1 0 0 0,0-1 0 0 0,-1 0 0 0 0,1 0 0 0 0,0 0 0 0 0,-1 0 0 0 0,1 0 0 0 0,-1 0 0 0 0,1-1 0 0 0,0 1 0 0 0,-1 0 0 0 0,1-1 1 0 0,0 1-1 0 0,-1-1 0 0 0,1 1 0 0 0,0-1 0 0 0,0 1 0 0 0,0-1 0 0 0,-1 0 0 0 0,1 0 0 0 0,0 0 0 0 0,0 0 0 0 0,0 0 0 0 0,0 0 0 0 0,0 0 0 0 0,1 0 0 0 0,-1 0 1 0 0,0 0-1 0 0,0 0 0 0 0,1 0 0 0 0,-1-1 401 0 0,-4-3-1371 0 0,-8-7-17 0 0</inkml:trace>
  <inkml:trace contextRef="#ctx0" brushRef="#br0" timeOffset="960.273">84 430 916 0 0,'-3'-18'9850'0'0,"22"6"-6111"0"0,29 3-1465 0 0,-7 10-358 0 0,-2 1-2053 0 0,-16-5-2906 0 0,-22 3 2849 0 0,-1 1 0 0 0,1-1 0 0 0,-1 0 1 0 0,0 1-1 0 0,1-1 0 0 0,-1 0 0 0 0,0 1 0 0 0,1-1 1 0 0,-1 0-1 0 0,0 1 0 0 0,1-1 0 0 0,-1 1 0 0 0,0-1 1 0 0,0 1-1 0 0,0-1 0 0 0,0 1 0 0 0,1-1 1 0 0,-1 1-1 0 0,0-1 0 0 0,0 1 0 0 0,0-1 0 0 0,0 1 1 0 0,0-1-1 0 0,0 0 0 0 0,0 1 0 0 0,0-1 0 0 0,0 1 1 0 0,0-1-1 0 0,-1 1 0 0 0,1-1 0 0 0,0 1 0 0 0,0-1 1 0 0,0 1-1 0 0,-1-1 0 0 0,1 1 0 0 0,0-1 0 0 0,0 0 1 0 0,-1 1-1 0 0,1-1 0 0 0,0 1 0 0 0,-1-1 1 0 0,1 0-1 0 0,0 1 0 0 0,-1-1 0 0 0,1 0 0 0 0,-1 0 1 0 0,1 1-1 0 0,-1-1 0 0 0,1 0 0 0 0,0 0 0 0 0,-1 0 1 0 0,1 1-1 0 0,-1-1 0 0 0,1 0 0 0 0,-1 0 0 0 0,1 0 1 0 0,-1 0-1 0 0,0 0 194 0 0,-1 2-418 0 0,-4 6-949 0 0,-5 4-3 0 0</inkml:trace>
  <inkml:trace contextRef="#ctx0" brushRef="#br0" timeOffset="1258.678">57 571 1580 0 0,'-1'0'233'0'0,"1"0"1"0"0,-1 0-1 0 0,0 0 0 0 0,0 0 0 0 0,1 0 1 0 0,-1 0-1 0 0,0 0 0 0 0,1 0 0 0 0,-1 1 1 0 0,0-1-1 0 0,1 0 0 0 0,-1 0 0 0 0,0 1 1 0 0,1-1-1 0 0,-1 0 0 0 0,1 1 0 0 0,-1-1 1 0 0,1 1-1 0 0,-1-1 0 0 0,0 1 0 0 0,1-1 0 0 0,0 1 1 0 0,-1-1-1 0 0,1 1 0 0 0,-1-1 0 0 0,1 1 1 0 0,0 0-1 0 0,-1-1 0 0 0,1 1 0 0 0,0 0 1 0 0,0-1-1 0 0,-1 1 0 0 0,1 0 0 0 0,0-1 1 0 0,0 1-1 0 0,0 0 0 0 0,0-1 0 0 0,0 1 1 0 0,0 0-1 0 0,0-1 0 0 0,0 1 0 0 0,0 0 1 0 0,0-1-1 0 0,0 1 0 0 0,1 0 0 0 0,-1-1 1 0 0,0 1-1 0 0,0 0 0 0 0,1-1 0 0 0,-1 1 1 0 0,0 0-1 0 0,1-1 0 0 0,-1 1 0 0 0,1-1 1 0 0,-1 1-1 0 0,1-1 0 0 0,-1 1 0 0 0,1-1 0 0 0,-1 1 1 0 0,1-1-1 0 0,-1 0 0 0 0,1 1 0 0 0,-1-1 1 0 0,1 0-1 0 0,0 1 0 0 0,0-1-233 0 0,47 16 5079 0 0,83-15-2288 0 0,-67-2-6642 0 0,-62 1 2465 0 0,-2 0-701 0 0,0 0-105 0 0,6 5-1450 0 0,-6 4-310 0 0,-13 7-446 0 0,6-12 2974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05.224"/>
    </inkml:context>
    <inkml:brush xml:id="br0">
      <inkml:brushProperty name="width" value="0.05" units="cm"/>
      <inkml:brushProperty name="height" value="0.05" units="cm"/>
      <inkml:brushProperty name="color" value="#FFFFFF"/>
    </inkml:brush>
  </inkml:definitions>
  <inkml:trace contextRef="#ctx0" brushRef="#br0">459 9 1492 0 0,'-3'-8'6628'0'0,"-6"13"-3060"0"0,6-3-2257 0 0,3-2-801 0 0,-11 7 5753 0 0,12-7-5017 0 0,-1-1-1216 0 0,0 1 1 0 0,0-1-1 0 0,0 1 1 0 0,1 0 0 0 0,-1-1-1 0 0,0 1 1 0 0,1-1-1 0 0,-1 1 1 0 0,0 0 0 0 0,1-1-1 0 0,-1 1 1 0 0,0 0-1 0 0,1-1 1 0 0,-1 1 0 0 0,0 0-1 0 0,1 0 1 0 0,-1-1-1 0 0,1 1 1 0 0,-1 0 0 0 0,1 0-1 0 0,-1 0 1 0 0,0 0-1 0 0,1 0 1 0 0,-1 0 0 0 0,1-1-1 0 0,-1 1 1 0 0,1 0-1 0 0,-1 0 1 0 0,1 0 0 0 0,-1 1-1 0 0,1-1 1 0 0,-1 0-1 0 0,1 0 1 0 0,-1 0-1 0 0,1 0 1 0 0,-1 0 0 0 0,0 0-1 0 0,1 1 1 0 0,-1-1-1 0 0,1 0 1 0 0,-1 0 0 0 0,0 1-1 0 0,1-1 1 0 0,-1 0-1 0 0,1 1 1 0 0,-1-1 0 0 0,0 0-1 0 0,0 1 1 0 0,1-1-1 0 0,-1 0 1 0 0,0 1-31 0 0,40 20-3 0 0,-40-19-460 0 0,1-1 1 0 0,-1 1-1 0 0,0-1 0 0 0,0 1 1 0 0,0-1-1 0 0,0 1 1 0 0,0-1-1 0 0,0 1 0 0 0,0-1 1 0 0,0 1-1 0 0,0-1 1 0 0,-1 1-1 0 0,1-1 0 0 0,-1 1 1 0 0,1-1-1 0 0,-1 0 0 0 0,1 1 1 0 0,-1-1-1 0 0,0 0 1 0 0,0 1-1 0 0,0-1 0 0 0,0 0 1 0 0,0 0-1 0 0,0 0 1 0 0,0 0-1 0 0,0 0 0 0 0,0 0 1 0 0,0 0-1 0 0,0 0 1 0 0,-1 0-1 0 0,1 0 0 0 0,0-1 1 0 0,-1 1-1 0 0,1 0 1 0 0,-1-1-1 0 0,1 1 0 0 0,-1-1 1 0 0,1 0-1 0 0,-1 0 1 0 0,0 1 462 0 0,-2 1-771 0 0,-10 7-649 0 0</inkml:trace>
  <inkml:trace contextRef="#ctx0" brushRef="#br0" timeOffset="297.858">276 157 1624 0 0,'19'-2'9765'0'0,"21"3"-6092"0"0,-9 0-2378 0 0,97-1 1235 0 0,-10-18-1337 0 0,-37 18-2599 0 0,-79 0 768 0 0,10-1-2119 0 0,-40 6-4766 0 0,1 3 4158 0 0,7-2 2111 0 0,3-2-271 0 0</inkml:trace>
  <inkml:trace contextRef="#ctx0" brushRef="#br0" timeOffset="560.774">431 182 1756 0 0,'0'52'9811'0'0,"0"26"-6636"0"0,-22-7-4633 0 0,24-88-8824 0 0,2 9 8932 0 0</inkml:trace>
  <inkml:trace contextRef="#ctx0" brushRef="#br0" timeOffset="840.682">483 229 1816 0 0,'35'16'6961'0'0,"-9"53"-4658"0"0,-22-56-1651 0 0,27 111 2873 0 0,-16-41-660 0 0,-15-82-2879 0 0,0 0 1 0 0,0-1-1 0 0,-1 1 1 0 0,1-1 0 0 0,0 1-1 0 0,0-1 1 0 0,-1 1-1 0 0,1-1 1 0 0,0 1 0 0 0,-1-1-1 0 0,1 1 1 0 0,-1-1 0 0 0,1 1-1 0 0,0-1 1 0 0,-1 1-1 0 0,1-1 1 0 0,-1 0 0 0 0,1 1-1 0 0,-1-1 1 0 0,1 0-1 0 0,-1 0 1 0 0,0 1 0 0 0,1-1-1 0 0,-1 0 1 0 0,1 0-1 0 0,-1 0 1 0 0,1 0 0 0 0,-1 1-1 0 0,0-1 1 0 0,1 0-1 0 0,-1 0 1 0 0,1 0 0 0 0,-1 0-1 0 0,0-1 1 0 0,1 1-1 0 0,-1 0 1 0 0,1 0 0 0 0,-1 0-1 0 0,0 0 1 0 0,1-1-1 0 0,-1 1 1 0 0,1 0 0 0 0,-1 0-1 0 0,1-1 1 0 0,-1 1-1 0 0,1 0 1 0 0,-1-1 0 0 0,1 1-1 0 0,-1-1 1 0 0,1 1-1 0 0,0-1 1 0 0,-1 1 0 0 0,1-1-1 0 0,0 1 1 0 0,-1-1 13 0 0,-117-112-5787 0 0,47 81-3470 0 0,64 27 7752 0 0</inkml:trace>
  <inkml:trace contextRef="#ctx0" brushRef="#br0" timeOffset="1040.146">291 322 1804 0 0,'-2'5'5273'0'0,"-4"14"-1420"0"0,4-9-3801 0 0,5-9-4770 0 0,8-5 2314 0 0,-1 3 856 0 0</inkml:trace>
  <inkml:trace contextRef="#ctx0" brushRef="#br0" timeOffset="1210.118">580 346 1996 0 0,'111'49'7565'0'0,"-63"-26"-3418"0"0,-66-13-6769 0 0,-53-4-5350 0 0,51-6 6566 0 0</inkml:trace>
  <inkml:trace contextRef="#ctx0" brushRef="#br0" timeOffset="1669.081">130 45 1316 0 0,'2'0'268'0'0,"-1"0"0"0"0,1 0 0 0 0,-1-1-1 0 0,0 1 1 0 0,1 0 0 0 0,-1 0 0 0 0,1 0 0 0 0,-1 1 0 0 0,0-1-1 0 0,1 0 1 0 0,-1 0 0 0 0,0 1 0 0 0,1-1 0 0 0,-1 1 0 0 0,0-1-1 0 0,0 1 1 0 0,1 0 0 0 0,-1-1 0 0 0,0 1 0 0 0,0 0 0 0 0,0 0-1 0 0,0 0 1 0 0,0 0 0 0 0,0 0 0 0 0,0 0 0 0 0,0 0 0 0 0,0 0-1 0 0,0 0 1 0 0,-1 0 0 0 0,1 1 0 0 0,0-1 0 0 0,-1 0 0 0 0,1 0-1 0 0,-1 1 1 0 0,0-1 0 0 0,1 0 0 0 0,-1 1 0 0 0,0-1 0 0 0,0 1-268 0 0,6 29 303 0 0,-6-6-3623 0 0,-3-19 1866 0 0,-21 26-3201 0 0,21-27 3183 0 0</inkml:trace>
  <inkml:trace contextRef="#ctx0" brushRef="#br0" timeOffset="2392.763">81 250 2000 0 0,'18'34'8317'0'0,"-2"1"-5705"0"0,-18-8-2478 0 0,2-27-149 0 0,-1 1 31 0 0,0 0 0 0 0,0 0 1 0 0,0 0-1 0 0,0 0 1 0 0,0 0-1 0 0,0 0 0 0 0,0 0 1 0 0,1 0-1 0 0,-1 0 0 0 0,0 0 1 0 0,1 0-1 0 0,-1 1 0 0 0,1-1 1 0 0,0 0-1 0 0,-1 0 0 0 0,1 1 1 0 0,0-1-1 0 0,0 0 0 0 0,-1 1 1 0 0,1-1-1 0 0,0 0 0 0 0,0 1 1 0 0,1-1-1 0 0,-1 0 1 0 0,0 0-1 0 0,0 1 0 0 0,1-1 1 0 0,-1 0-1 0 0,0 0-16 0 0,9 9 35 0 0,-5-6 16 0 0,0 0 0 0 0,0 0 0 0 0,-1 0 0 0 0,1 1 0 0 0,-1-1 0 0 0,0 1 0 0 0,-1 0-1 0 0,1 0 1 0 0,-1 0 0 0 0,0 0 0 0 0,0 0 0 0 0,0 0 0 0 0,-1 1 0 0 0,1-1 0 0 0,-1 2-51 0 0,-5 0 73 0 0,-1-1 0 0 0,1 1 0 0 0,-1-1 0 0 0,0 0 0 0 0,0 0 1 0 0,-1-1-1 0 0,0 1 0 0 0,0-1 0 0 0,0-1 0 0 0,-1 1 0 0 0,-6 3-73 0 0,-33 18 1195 0 0,46-25-893 0 0,0-1 3 0 0,0 0-11 0 0,0 0 39 0 0,-28 2 2807 0 0,28-2-3103 0 0,-1 0 0 0 0,1 0-1 0 0,-1 1 1 0 0,1-1 0 0 0,0 0 0 0 0,-1 1 0 0 0,1-1 0 0 0,-1 0-1 0 0,1 1 1 0 0,0-1 0 0 0,-1 1 0 0 0,1-1 0 0 0,0 1 0 0 0,0-1 0 0 0,-1 1-1 0 0,1-1 1 0 0,0 1 0 0 0,0-1 0 0 0,0 1 0 0 0,-1-1 0 0 0,1 1-1 0 0,0-1 1 0 0,0 1 0 0 0,0-1 0 0 0,0 1 0 0 0,0-1 0 0 0,0 1-1 0 0,0-1 1 0 0,0 1 0 0 0,0-1 0 0 0,1 1 0 0 0,-1-1 0 0 0,0 1 0 0 0,0-1-1 0 0,0 1 1 0 0,0-1 0 0 0,1 1 0 0 0,-1-1 0 0 0,0 1 0 0 0,1-1-1 0 0,-1 1 1 0 0,0-1 0 0 0,1 0 0 0 0,-1 1 0 0 0,0-1 0 0 0,1 0-1 0 0,-1 1 1 0 0,1-1 0 0 0,-1 0 0 0 0,1 1 0 0 0,-1-1 0 0 0,1 0 0 0 0,-1 0-1 0 0,1 0 1 0 0,-1 1 0 0 0,1-1 0 0 0,-1 0 0 0 0,1 0 0 0 0,-1 0-1 0 0,1 0 1 0 0,-1 0 0 0 0,1 0 0 0 0,-1 0 0 0 0,1 0 0 0 0,-1 0 0 0 0,1 0-38 0 0,46 9 1672 0 0,-42-9-1723 0 0,442 112 2592 0 0,-412-103-2855 0 0,0-2 0 0 0,1-2-1 0 0,0-1 1 0 0,-1-2 0 0 0,5-1 315 0 0,50-25-2843 0 0,-60 11-1055 0 0,-13 1-5014 0 0,-21 12 2346 0 0,-1 1 5037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02.927"/>
    </inkml:context>
    <inkml:brush xml:id="br0">
      <inkml:brushProperty name="width" value="0.05" units="cm"/>
      <inkml:brushProperty name="height" value="0.05" units="cm"/>
      <inkml:brushProperty name="color" value="#FFFFFF"/>
    </inkml:brush>
  </inkml:definitions>
  <inkml:trace contextRef="#ctx0" brushRef="#br0">59 203 1100 0 0,'0'0'1954'0'0,"0"0"-255"0"0,0 0-285 0 0,0 0-166 0 0,0 0-26 0 0,-4 0-84 0 0,4 0-531 0 0,0 1 0 0 0,0-1-1 0 0,0 0 1 0 0,0 0 0 0 0,0 1 0 0 0,1-1 0 0 0,-1 0-1 0 0,0 0 1 0 0,0 1 0 0 0,-1-1 0 0 0,1 0 0 0 0,0 0-607 0 0,27 3 4335 0 0,-12-2-5269 0 0,298-1 4760 0 0,-190-35-3710 0 0,-44 3-2349 0 0,-70 18-1014 0 0,-9 13 2215 0 0,0 1-78 0 0,-33-13-6112 0 0,-9 10 536 0 0,18 2 5268 0 0</inkml:trace>
  <inkml:trace contextRef="#ctx0" brushRef="#br0" timeOffset="299.502">351 1 1724 0 0,'3'15'9653'0'0,"-20"20"-7938"0"0,14-30-1177 0 0,-20 33-35 0 0,-1-2 0 0 0,-2 0-1 0 0,-2-2 1 0 0,-1-1 0 0 0,-1-2 0 0 0,-33 27-503 0 0,8-28-1174 0 0,27-26-7688 0 0,25-7 7204 0 0,-8-10 6 0 0,10 7-1 0 0</inkml:trace>
  <inkml:trace contextRef="#ctx0" brushRef="#br0" timeOffset="583.528">279 246 1772 0 0,'101'46'6873'0'0,"-33"-16"-2916"0"0,-67-29-4280 0 0,23 8 1909 0 0,-17-5-3383 0 0,-4-1-3297 0 0,-17 3 1840 0 0,7-4 1750 0 0</inkml:trace>
  <inkml:trace contextRef="#ctx0" brushRef="#br0" timeOffset="1571.608">38 361 1944 0 0,'-38'-7'12005'0'0,"64"26"-6692"0"0,38-9-4185 0 0,0-3 1 0 0,0-3-1 0 0,1-2 1 0 0,18-4-1129 0 0,8 1 199 0 0,32-20-569 0 0,-112 19 192 0 0,87-13-4502 0 0,-105 7-672 0 0,-48 7-2317 0 0,54 1 7904 0 0,1 0 113 0 0,-34 0 3757 0 0,31 2-3968 0 0,1 0 0 0 0,0 1-1 0 0,-1 0 1 0 0,1-1 0 0 0,0 1 0 0 0,0 0-1 0 0,0 0 1 0 0,0 0 0 0 0,1 0 0 0 0,-1 0-1 0 0,1 0 1 0 0,0 1 0 0 0,0-1-1 0 0,0 0 1 0 0,0 1 0 0 0,1-1 0 0 0,-1 1-1 0 0,1-1 1 0 0,0 1 0 0 0,0-1 0 0 0,0 0-1 0 0,1 4-136 0 0,-2 6 164 0 0,-8 78 1208 0 0,8-67-957 0 0,-1 0 0 0 0,-1-1 0 0 0,-1 1 1 0 0,-1-1-1 0 0,-1 0 0 0 0,-1 0 0 0 0,-1 1-415 0 0,-20 9-918 0 0,27-33 544 0 0,-12-4-803 0 0,-127-101-2144 0 0,62 93 2418 0 0,77 12 1020 0 0,1 0 60 0 0,0 0 3 0 0,-39 0 1310 0 0,37 0-1493 0 0,1 0 0 0 0,-1 0 0 0 0,1 0 0 0 0,-1 0 1 0 0,1-1-1 0 0,-1 1 0 0 0,1 0 0 0 0,-1-1 0 0 0,1 0 0 0 0,-1 1 0 0 0,1-1 0 0 0,0 0 0 0 0,-1 0 0 0 0,1 1 0 0 0,0-1 0 0 0,0 0 0 0 0,0 0 0 0 0,-1 0 0 0 0,1-1 0 0 0,0 1 0 0 0,0 0 1 0 0,1 0-1 0 0,-1 0 0 0 0,0-1 0 0 0,0 1 0 0 0,1-1 0 0 0,-1 1 0 0 0,0 0 0 0 0,1-1 0 0 0,0 1 0 0 0,-1-1 0 0 0,1 1 0 0 0,0-1 0 0 0,0 1 0 0 0,-1-1 0 0 0,1 0 0 0 0,1 1 1 0 0,-1-1-1 0 0,0 1 0 0 0,0-1 0 0 0,0 1 0 0 0,1-1 0 0 0,-1 1 0 0 0,1-1 3 0 0,1 0 97 0 0,1 1-1 0 0,-1-1 1 0 0,1 0 0 0 0,-1 1-1 0 0,1 0 1 0 0,0 0 0 0 0,0 0-1 0 0,-1 0 1 0 0,1 0 0 0 0,0 0-1 0 0,0 1 1 0 0,0-1 0 0 0,0 1-1 0 0,0 0 1 0 0,0 0 0 0 0,0 0-1 0 0,0 0 1 0 0,-1 1 0 0 0,1-1-1 0 0,0 1 1 0 0,2 0-97 0 0,16 1 308 0 0,45 16 1138 0 0,-67-18-1413 0 0,1 1-1 0 0,-1-1 0 0 0,1 1 1 0 0,0-1-1 0 0,-1 0 0 0 0,1 1 1 0 0,-1-1-1 0 0,1 1 1 0 0,0-1-1 0 0,0 1 0 0 0,-1-1 1 0 0,1 1-1 0 0,0 0 0 0 0,0-1 1 0 0,-1 1-1 0 0,1-1 1 0 0,0 1-1 0 0,0-1 0 0 0,0 1 1 0 0,0 0-1 0 0,0-1 0 0 0,0 1 1 0 0,0-1-1 0 0,0 1 1 0 0,0 0-1 0 0,0-1 0 0 0,0 1 1 0 0,1-1-1 0 0,-1 1 0 0 0,0 0 1 0 0,0-1-1 0 0,0 1 1 0 0,1-1-1 0 0,-1 1 0 0 0,0-1 1 0 0,1 1-1 0 0,-1-1 0 0 0,1 1 1 0 0,-1-1-1 0 0,0 0 1 0 0,1 1-1 0 0,-1-1 0 0 0,1 1 1 0 0,-1-1-1 0 0,1 0 0 0 0,-1 1 1 0 0,1-1-1 0 0,-1 0 1 0 0,1 0-1 0 0,0 1 0 0 0,-1-1 1 0 0,1 0-1 0 0,-1 0 0 0 0,1 0 1 0 0,0 0-1 0 0,-1 0 1 0 0,1 0-1 0 0,-1 0 0 0 0,1 0 1 0 0,0 0-1 0 0,-1 0 0 0 0,1 0 1 0 0,-1 0-1 0 0,1 0 1 0 0,-1-1-1 0 0,1 1 0 0 0,0 0 1 0 0,-1 0-1 0 0,1-1-32 0 0,-45 18 232 0 0,-20-17-6065 0 0,53-24-1637 0 0,19 15 4323 0 0,-3 5 1733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17.868"/>
    </inkml:context>
    <inkml:brush xml:id="br0">
      <inkml:brushProperty name="width" value="0.05" units="cm"/>
      <inkml:brushProperty name="height" value="0.05" units="cm"/>
      <inkml:brushProperty name="color" value="#FFFFFF"/>
    </inkml:brush>
  </inkml:definitions>
  <inkml:trace contextRef="#ctx0" brushRef="#br0">387 1 916 0 0,'0'0'1692'0'0,"0"0"-246"0"0,0 0-151 0 0,0 0-97 0 0,0 0-56 0 0,0 0-134 0 0,0 0-125 0 0,0 0-104 0 0,0 0-33 0 0,0 0 137 0 0,0 0-12 0 0,0 0-73 0 0,0 0-8 0 0,0 0-65 0 0,0 0-14 0 0,7 4 516 0 0,-33 23 333 0 0,-99 82 683 0 0,4-4-1180 0 0,15-37-234 0 0,106-68-788 0 0,-1 0 1 0 0,0 0-1 0 0,1 1 0 0 0,-1-1 1 0 0,0 0-1 0 0,1 0 1 0 0,-1 0-1 0 0,0 0 0 0 0,1 1 1 0 0,-1-1-1 0 0,0 0 1 0 0,1 1-1 0 0,-1-1 1 0 0,1 1-1 0 0,-1-1 0 0 0,1 0 1 0 0,-1 1-1 0 0,1-1 1 0 0,-1 1-1 0 0,1-1 0 0 0,0 1 1 0 0,-1 0-1 0 0,1-1 1 0 0,0 1-1 0 0,-1-1 1 0 0,1 1-1 0 0,0 0 0 0 0,-1-1 1 0 0,1 1-1 0 0,0-1 1 0 0,0 1-1 0 0,0 0 0 0 0,0-1 1 0 0,0 1-1 0 0,0 0 1 0 0,0 0-1 0 0,0-1 1 0 0,0 1-1 0 0,0 0 0 0 0,0-1 1 0 0,0 1-1 0 0,1-1 1 0 0,-1 1-1 0 0,0 0 0 0 0,0-1 1 0 0,1 1-1 0 0,-1 0 1 0 0,0-1-1 0 0,1 1 0 0 0,-1-1 1 0 0,1 1-42 0 0,40 9 1823 0 0,128 13-552 0 0,34-23-375 0 0,-116 0-6638 0 0,-85-3 4210 0 0,1 0 770 0 0,4-3-1091 0 0,-12 4-9116 0 0,5-1 6176 0 0,3 0 3381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23.225"/>
    </inkml:context>
    <inkml:brush xml:id="br0">
      <inkml:brushProperty name="width" value="0.05" units="cm"/>
      <inkml:brushProperty name="height" value="0.05" units="cm"/>
      <inkml:brushProperty name="color" value="#FFFFFF"/>
    </inkml:brush>
  </inkml:definitions>
  <inkml:trace contextRef="#ctx0" brushRef="#br0">138 1 1732 0 0,'0'0'1150'0'0,"0"0"-74"0"0,0 0-84 0 0,0 0-23 0 0,0 0 83 0 0,0 0-103 0 0,-3 0-81 0 0,-7 2 917 0 0,20 15 8044 0 0,2-2-10939 0 0,193 195 3221 0 0,-112-126-1876 0 0,11-12-196 0 0,-103-72-59 0 0,-1 0 14 0 0,0 0 21 0 0,0 0 10 0 0,0 0 19 0 0,0 0-15 0 0,0 0-28 0 0,0 0-6 0 0,10 3-18 0 0,-1 7 8 0 0,-7-7 9 0 0,-2-3 2 0 0,0 0-23 0 0,0 0 3 0 0,0 0 35 0 0,0 0-10 0 0,0 0 1 0 0,0 0-7 0 0,0 0 9 0 0,0 0-19 0 0,5 6 128 0 0,-6-6-107 0 0,-32 6 523 0 0,-57 3 159 0 0,-32-8-350 0 0,53-4-278 0 0,0-25 10 0 0,-17 17-173 0 0,-1 11 233 0 0,86 0-171 0 0,1 0-71 0 0,0 0-47 0 0,-8 0-309 0 0,4 2-3250 0 0,-2 7 1428 0 0,6 9-9119 0 0,1-2 8734 0 0,-1-6 1117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25.825"/>
    </inkml:context>
    <inkml:brush xml:id="br0">
      <inkml:brushProperty name="width" value="0.05" units="cm"/>
      <inkml:brushProperty name="height" value="0.05" units="cm"/>
      <inkml:brushProperty name="color" value="#FFFFFF"/>
    </inkml:brush>
  </inkml:definitions>
  <inkml:trace contextRef="#ctx0" brushRef="#br0">2 455 1664 0 0,'0'0'1174'0'0,"0"0"-108"0"0,0 0-69 0 0,0 0-108 0 0,0 0-28 0 0,0 0-71 0 0,0 0-3 0 0,0 0-73 0 0,0 0-73 0 0,0 0-10 0 0,0 0 0 0 0,0 0 18 0 0,0 0-50 0 0,0 0-68 0 0,0 0-34 0 0,0 0 30 0 0,0-4-10 0 0,-1-4-210 0 0,1 6-227 0 0,0 0 0 0 0,-1-1 1 0 0,1 1-1 0 0,0 0 0 0 0,0 0 1 0 0,0 0-1 0 0,0 0 0 0 0,1 0 0 0 0,-1 0 1 0 0,1 0-1 0 0,-1 0 0 0 0,1 0 1 0 0,0 0-1 0 0,-1 0 0 0 0,1 0 1 0 0,0 0-1 0 0,0 0 0 0 0,0 0 0 0 0,1 0 1 0 0,-1 1-1 0 0,0-1 0 0 0,1 1 1 0 0,-1-1-1 0 0,1 1 0 0 0,0-1 1 0 0,0 1-81 0 0,164-132 2158 0 0,-4 2-1349 0 0,-55 42-698 0 0,-58 51 37 0 0,-11 109 707 0 0,79 61 112 0 0,15 23-482 0 0,-79-91-798 0 0,-53-65 100 0 0,0 1 0 0 0,-1 0 0 0 0,1-1 1 0 0,0 1-1 0 0,0 0 0 0 0,-1-1 0 0 0,1 1 0 0 0,0 0 0 0 0,0 0 1 0 0,-1-1-1 0 0,1 1 0 0 0,0 0 0 0 0,-1 0 0 0 0,1 0 0 0 0,-1-1 1 0 0,1 1-1 0 0,0 0 0 0 0,-1 0 0 0 0,1 0 0 0 0,0 0 0 0 0,-1 0 1 0 0,1 0-1 0 0,-1 0 0 0 0,1 0 0 0 0,0 0 0 0 0,-1 0 0 0 0,1 0 1 0 0,-1 0-1 0 0,1 0 0 0 0,0 0 0 0 0,-1 0 0 0 0,1 0 0 0 0,-1 0 1 0 0,1 0-1 0 0,0 1 0 0 0,-1-1 0 0 0,1 0 0 0 0,0 0 0 0 0,-1 0 1 0 0,1 1-1 0 0,0-1 0 0 0,-1 0 0 0 0,1 0 0 0 0,0 1 0 0 0,0-1 1 0 0,-1 0-1 0 0,1 1 0 0 0,0-1 0 0 0,0 0 0 0 0,0 1 0 0 0,-1-1 1 0 0,1 0-1 0 0,0 1 0 0 0,0-1 0 0 0,0 1 0 0 0,0-1 0 0 0,0 0 1 0 0,0 1-1 0 0,0-1 0 0 0,0 1 0 0 0,0-1 0 0 0,0 0 0 0 0,0 1 1 0 0,0-1-1 0 0,0 1 0 0 0,0-1 0 0 0,0 1 213 0 0,-14-3-4903 0 0,9 2 3618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38.153"/>
    </inkml:context>
    <inkml:brush xml:id="br0">
      <inkml:brushProperty name="width" value="0.05" units="cm"/>
      <inkml:brushProperty name="height" value="0.05" units="cm"/>
      <inkml:brushProperty name="color" value="#FFFFFF"/>
    </inkml:brush>
  </inkml:definitions>
  <inkml:trace contextRef="#ctx0" brushRef="#br0">1 63 1600 0 0,'0'0'864'0'0,"0"0"-83"0"0,0 0-98 0 0,0-4-41 0 0,0-10-21 0 0,0 10-47 0 0,0 4-44 0 0,0 0-28 0 0,0 0-4 0 0,0 0-40 0 0,0 0 27 0 0,0 0 32 0 0,0 0 7 0 0,0 0-41 0 0,4-7-36 0 0,14-19-52 0 0,-7 19 3871 0 0,-11 14-4285 0 0,3 359 2208 0 0,-3-187-4070 0 0,-24-160-2648 0 0,17-38-3697 0 0,6 14 6758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39.808"/>
    </inkml:context>
    <inkml:brush xml:id="br0">
      <inkml:brushProperty name="width" value="0.05" units="cm"/>
      <inkml:brushProperty name="height" value="0.05" units="cm"/>
      <inkml:brushProperty name="color" value="#FFFFFF"/>
    </inkml:brush>
  </inkml:definitions>
  <inkml:trace contextRef="#ctx0" brushRef="#br0">0 215 1360 0 0,'0'0'963'0'0,"0"0"-122"0"0,0-4-165 0 0,0-8 1023 0 0,0 22 2480 0 0,0 15-452 0 0,0-11-4618 0 0,0 345 2355 0 0,0-357-1861 0 0,0-2-172 0 0,0 0-49 0 0,1 2-69 0 0,1 3 808 0 0,1-1-2905 0 0,-3-15-3388 0 0,1 5 4596 0 0</inkml:trace>
  <inkml:trace contextRef="#ctx0" brushRef="#br0" timeOffset="906.011">28 225 1128 0 0,'-7'-6'11428'0'0,"-7"37"-9122"0"0,19-30-1020 0 0,31-23-678 0 0,77-75 198 0 0,-4 9-496 0 0,-56 50-140 0 0,-43 32-1216 0 0,-19 8-3354 0 0,-21 11-5346 0 0,25-9 8300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45.394"/>
    </inkml:context>
    <inkml:brush xml:id="br0">
      <inkml:brushProperty name="width" value="0.05" units="cm"/>
      <inkml:brushProperty name="height" value="0.05" units="cm"/>
      <inkml:brushProperty name="color" value="#FFFFFF"/>
    </inkml:brush>
  </inkml:definitions>
  <inkml:trace contextRef="#ctx0" brushRef="#br0">0 7 2380 0 0,'0'0'1539'0'0,"0"0"-152"0"0,0 0-134 0 0,0 0-143 0 0,0 0-112 0 0,0 0-5 0 0,0 0-33 0 0,0 0-33 0 0,0 0-87 0 0,0 0-24 0 0,0 0-47 0 0,0 0-48 0 0,0 0-65 0 0,0 0-15 0 0,0 0-49 0 0,0 0-43 0 0,0 0-24 0 0,0 0-36 0 0,1 5-35 0 0,6 15 0 0 0,30-17 2108 0 0,-36-3-2279 0 0,19 0 474 0 0,267 0 1326 0 0,-93 0-4635 0 0,-155-27-44 0 0,-32 19-4705 0 0,-23 18 314 0 0,2 4 5487 0 0,0 1 78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52.467"/>
    </inkml:context>
    <inkml:brush xml:id="br0">
      <inkml:brushProperty name="width" value="0.05" units="cm"/>
      <inkml:brushProperty name="height" value="0.05" units="cm"/>
      <inkml:brushProperty name="color" value="#FFFFFF"/>
    </inkml:brush>
  </inkml:definitions>
  <inkml:trace contextRef="#ctx0" brushRef="#br0">1 0 1152 0 0,'0'0'1483'0'0,"0"0"-194"0"0,0 0-171 0 0,0 0-123 0 0,0 3-99 0 0,45 75 3726 0 0,-42-70-4274 0 0,-2 11-7751 0 0,-1-15 6837 0 0,0 7-1000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55.958"/>
    </inkml:context>
    <inkml:brush xml:id="br0">
      <inkml:brushProperty name="width" value="0.05" units="cm"/>
      <inkml:brushProperty name="height" value="0.05" units="cm"/>
      <inkml:brushProperty name="color" value="#FFFFFF"/>
    </inkml:brush>
  </inkml:definitions>
  <inkml:trace contextRef="#ctx0" brushRef="#br0">0 92 1044 0 0,'22'-24'8389'0'0,"-1"16"-6578"0"0,213-39 5025 0 0,-207 42-6478 0 0,31-2-3309 0 0,-81 25-6627 0 0,-13 11 6477 0 0,18-12 1413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56.162"/>
    </inkml:context>
    <inkml:brush xml:id="br0">
      <inkml:brushProperty name="width" value="0.05" units="cm"/>
      <inkml:brushProperty name="height" value="0.05" units="cm"/>
      <inkml:brushProperty name="color" value="#FFFFFF"/>
    </inkml:brush>
  </inkml:definitions>
  <inkml:trace contextRef="#ctx0" brushRef="#br0">71 27 944 0 0,'0'4'1136'0'0,"-2"2"-116"0"0,1 0-232 0 0,-1-1-60 0 0,0 0-116 0 0,-1 1-19 0 0,1-2-245 0 0,-2 0-60 0 0,4 0-76 0 0,-3 0-160 0 0,3 3-4 0 0,-2-3-408 0 0,2 0-292 0 0,-1-1-145 0 0,-1-2-199 0 0,0 3 0 0 0,2-4 44 0 0</inkml:trace>
  <inkml:trace contextRef="#ctx0" brushRef="#br0" timeOffset="392.834">54 70 1004 0 0,'38'-32'7602'0'0,"83"-5"-2603"0"0,-120 37-4843 0 0,61-1 1204 0 0,-49 16-1776 0 0,-28 7-934 0 0,-75 23 581 0 0,26-28 1424 0 0,140-13 1559 0 0,-52-5-2155 0 0,14 0-643 0 0,-17 4-2619 0 0,-36 7-5097 0 0,10-5 6709 0 0</inkml:trace>
  <inkml:trace contextRef="#ctx0" brushRef="#br0" timeOffset="659.077">14 222 2368 0 0,'4'9'5868'0'0,"-4"17"-4099"0"0,0-20-1062 0 0,0 85-859 0 0,-8-74-481 0 0,-1 3-4427 0 0,9-20 3640 0 0,1 0-67 0 0</inkml:trace>
  <inkml:trace contextRef="#ctx0" brushRef="#br0" timeOffset="1039.005">23 283 2136 0 0,'41'-46'8899'0'0,"58"15"-5229"0"0,-45 24-1699 0 0,0 2-1 0 0,1 3 0 0 0,38 4-1970 0 0,-14-1 709 0 0,-74 2-675 0 0,18 54 168 0 0,-25 12-1181 0 0,-40 1-2611 0 0,39-67 3090 0 0,0 0-1 0 0,0 0 1 0 0,0 0 0 0 0,-1 0 0 0 0,1 0 0 0 0,-1-1-1 0 0,0 1 1 0 0,0-1 0 0 0,0 0 0 0 0,0 0-1 0 0,0-1 1 0 0,0 1 0 0 0,0-1 0 0 0,-1 0 0 0 0,1 0-1 0 0,-1 0 1 0 0,0-1 500 0 0,-25 1-4828 0 0,20-1 3208 0 0</inkml:trace>
  <inkml:trace contextRef="#ctx0" brushRef="#br0" timeOffset="1291.187">158 300 2040 0 0,'-2'-2'1108'0'0,"2"0"-148"0"0,2 2-92 0 0,-2 0-143 0 0,2 0-37 0 0,0 1-68 0 0,-2 0-184 0 0,1 0-48 0 0,3 1-204 0 0,-2-2-64 0 0,2 0-308 0 0,2 2-24 0 0,-4-1 16 0 0,1-1-548 0 0,0-1-196 0 0,4-1-433 0 0,-4-1 61 0 0,1 1-260 0 0</inkml:trace>
  <inkml:trace contextRef="#ctx0" brushRef="#br0" timeOffset="1731.201">265 257 1056 0 0,'41'-19'9398'0'0,"-54"36"-6669"0"0,-41 28-1713 0 0,-69 39 430 0 0,115-82-495 0 0,34-20-729 0 0,126-14 416 0 0,-104 12-3569 0 0,-48 20 2705 0 0,0 0 2 0 0,0 0 36 0 0,0 0 28 0 0,0 0 58 0 0,-17-5-31 0 0,-9 100-604 0 0,8-50-2007 0 0,13-15-3407 0 0,5-26 4503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53.950"/>
    </inkml:context>
    <inkml:brush xml:id="br0">
      <inkml:brushProperty name="width" value="0.05" units="cm"/>
      <inkml:brushProperty name="height" value="0.05" units="cm"/>
      <inkml:brushProperty name="color" value="#FFFFFF"/>
    </inkml:brush>
  </inkml:definitions>
  <inkml:trace contextRef="#ctx0" brushRef="#br0">73 33 2024 0 0,'0'16'5839'0'0,"0"0"-4746"0"0,0 45-1009 0 0,0-28-5708 0 0,0-24 4344 0 0</inkml:trace>
  <inkml:trace contextRef="#ctx0" brushRef="#br0" timeOffset="392.042">18 51 2188 0 0,'20'-27'9067'0'0,"37"14"-4090"0"0,-56 13-4885 0 0,262-10 4267 0 0,-195 33-3604 0 0,-68-22-779 0 0,1 0-1 0 0,0 0 1 0 0,0 0-1 0 0,-1 0 1 0 0,1 0-1 0 0,0 0 1 0 0,-1 0-1 0 0,1 1 1 0 0,-1-1-1 0 0,0 0 1 0 0,1 0 0 0 0,-1 0-1 0 0,0 1 1 0 0,0-1-1 0 0,0 0 1 0 0,0 1-1 0 0,0-1 1 0 0,0 0-1 0 0,0 0 1 0 0,0 1 0 0 0,0-1-1 0 0,-1 0 1 0 0,1 0-1 0 0,0 0 1 0 0,-1 1-1 0 0,1-1 1 0 0,-1 0-1 0 0,1 0 1 0 0,-1 0 0 0 0,0 0-1 0 0,1 0 1 0 0,-1 0-1 0 0,0 0 1 0 0,0 0-1 0 0,0 0 1 0 0,0 0-1 0 0,0 0 1 0 0,0-1-1 0 0,-1 2 25 0 0,-1 3-1 0 0,-69 59-2544 0 0,-31-24-2799 0 0,40-21-1591 0 0,35-11 3769 0 0,16-6 1749 0 0</inkml:trace>
  <inkml:trace contextRef="#ctx0" brushRef="#br0" timeOffset="660.074">64 221 2092 0 0,'7'-11'8666'0'0,"40"1"-5189"0"0,140 4-714 0 0,-152 6-4581 0 0,-31-7-5329 0 0,-21 14 2113 0 0,10-4 3371 0 0</inkml:trace>
  <inkml:trace contextRef="#ctx0" brushRef="#br0" timeOffset="941.092">93 242 1972 0 0,'-3'27'7435'0'0,"2"-7"-5648"0"0,-33 78 820 0 0,3-49-2282 0 0,11-26-1458 0 0,20-23 636 0 0,0 0 29 0 0,-4-22-4703 0 0,16-4 2052 0 0,-3 13 1577 0 0</inkml:trace>
  <inkml:trace contextRef="#ctx0" brushRef="#br0" timeOffset="1394.053">202 206 2280 0 0,'2'0'414'0'0,"1"0"-1"0"0,-1 0 0 0 0,0 0 1 0 0,0 0-1 0 0,0 0 0 0 0,0 0 1 0 0,0 1-1 0 0,0-1 0 0 0,0 1 1 0 0,0-1-1 0 0,0 1 0 0 0,-1 0 1 0 0,1-1-1 0 0,0 1 0 0 0,0 0 1 0 0,0 0-1 0 0,-1 1 1 0 0,1-1-1 0 0,-1 0 0 0 0,1 0 1 0 0,-1 1-1 0 0,1-1 0 0 0,-1 1 1 0 0,0-1-1 0 0,1 1 0 0 0,-1 0-413 0 0,6 50 4234 0 0,-9 1-2672 0 0,-25 72 916 0 0,30-119-2375 0 0,0-1 0 0 0,0 0 0 0 0,0 0 1 0 0,0 0-1 0 0,1 0 0 0 0,0-1 0 0 0,0 1 1 0 0,0-1-1 0 0,1 0 0 0 0,-1 0 1 0 0,1-1-1 0 0,0 1 0 0 0,0-1 0 0 0,1 0 1 0 0,-1-1-1 0 0,0 1 0 0 0,6 1-103 0 0,14 4 191 0 0,0-1 0 0 0,1 0 1 0 0,-1-2-1 0 0,1-2 0 0 0,0 0 0 0 0,0-1 0 0 0,0-2 1 0 0,13-1-192 0 0,-31 0 35 0 0,0-1 0 0 0,-1 1 0 0 0,1-1 1 0 0,-1-1-1 0 0,1 0 0 0 0,-1 0 0 0 0,0 0 1 0 0,0-1-1 0 0,0 0 0 0 0,0 0 1 0 0,-1-1-1 0 0,0 1 0 0 0,0-2 0 0 0,0 1 1 0 0,0-1-1 0 0,-1 1 0 0 0,0-2 0 0 0,0 1 1 0 0,2-6-36 0 0,-1-19-648 0 0,-6 29 222 0 0,0-1-76 0 0,-1-4 216 0 0,0 1 0 0 0,-1 0 0 0 0,0-1 0 0 0,-1 1 0 0 0,1 0 0 0 0,-1 0 0 0 0,0 1 1 0 0,0-1-1 0 0,-1 0 0 0 0,0 1 0 0 0,0 0 0 0 0,0 0 0 0 0,-1 0 0 0 0,1 1 0 0 0,-4-3 286 0 0,-27-24-10306 0 0,29 23 5225 0 0,6 6 3417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52.989"/>
    </inkml:context>
    <inkml:brush xml:id="br0">
      <inkml:brushProperty name="width" value="0.05" units="cm"/>
      <inkml:brushProperty name="height" value="0.05" units="cm"/>
      <inkml:brushProperty name="color" value="#FFFFFF"/>
    </inkml:brush>
  </inkml:definitions>
  <inkml:trace contextRef="#ctx0" brushRef="#br0">71 16 2292 0 0,'-36'4'10712'0'0,"40"-3"-7354"0"0,69 6 152 0 0,48-19-2619 0 0,18 0 39 0 0,-137 12-914 0 0,10 0 18 0 0,-10 0-13 0 0,-1 0-16 0 0,0-1-1 0 0,0 1 1 0 0,0-1-1 0 0,0 1 1 0 0,-1 0-1 0 0,1-1 1 0 0,0 1-1 0 0,0 0 1 0 0,0 0-1 0 0,0-1 1 0 0,0 1-1 0 0,0 0 1 0 0,0 0-1 0 0,0 0 1 0 0,0 0-1 0 0,0 0 1 0 0,0 1-1 0 0,0-1 1 0 0,0 0-1 0 0,0 0 1 0 0,0 1-1 0 0,0-1 1 0 0,0 0-1 0 0,0 1 1 0 0,0-1-1 0 0,0 1 1 0 0,0-1-1 0 0,-1 1 1 0 0,1 0-1 0 0,0-1 1 0 0,0 1-1 0 0,-1 0 1 0 0,1-1-1 0 0,0 1 1 0 0,-1 0-1 0 0,1 0 1 0 0,-1 0-1 0 0,1 0 1 0 0,-1 0-1 0 0,1 0 1 0 0,-1-1-1 0 0,0 1 1 0 0,1 0-1 0 0,-1 0 1 0 0,0 0-1 0 0,0 0 1 0 0,0 0-1 0 0,1 0 1 0 0,-1 0-1 0 0,0 0 1 0 0,-1 0-1 0 0,1 0 1 0 0,0 0-1 0 0,0 0 1 0 0,0 0-1 0 0,-1 0 1 0 0,1 0-1 0 0,0 0 1 0 0,-1 0-1 0 0,1 0 1 0 0,-1 0-1 0 0,1 0 0 0 0,-1 0 1 0 0,0 0-5 0 0,-6 11 8 0 0,-1 0 0 0 0,0-1 0 0 0,-1 0 0 0 0,-1 0 0 0 0,0-1 0 0 0,0 0 0 0 0,-1-1-1 0 0,0 0 1 0 0,-3 2-8 0 0,-195 143-1460 0 0,184-138 490 0 0,-24 12-1531 0 0,13-21-5325 0 0,35-7 6044 0 0,1 0 55 0 0,0 0 224 0 0,0 0 29 0 0,0 0-6 0 0</inkml:trace>
  <inkml:trace contextRef="#ctx0" brushRef="#br0" timeOffset="316.615">228 220 1676 0 0,'3'0'438'0'0,"-1"0"-1"0"0,1 0 1 0 0,-1 1-1 0 0,0-1 1 0 0,0 1 0 0 0,1-1-1 0 0,-1 1 1 0 0,0 0-1 0 0,0 0 1 0 0,0 0-1 0 0,1 0 1 0 0,-1 0 0 0 0,0 1-1 0 0,-1-1 1 0 0,1 1-1 0 0,0-1 1 0 0,0 1-1 0 0,-1 0 1 0 0,1-1 0 0 0,-1 1-1 0 0,1 0 1 0 0,-1 0-1 0 0,1 1-437 0 0,27 93 2964 0 0,-23-67-1268 0 0,2 51-3740 0 0,-8-78 1355 0 0,0-3 587 0 0,0 1 1 0 0,0 0-1 0 0,0 0 1 0 0,-1 0 0 0 0,1-1-1 0 0,0 1 1 0 0,0 0-1 0 0,0 0 1 0 0,-1 0 0 0 0,1 0-1 0 0,0 0 1 0 0,0 0-1 0 0,-1-1 1 0 0,1 1 0 0 0,0 0-1 0 0,0 0 1 0 0,-1 0-1 0 0,1 0 1 0 0,0 0 0 0 0,0 0-1 0 0,-1 0 1 0 0,1 0-1 0 0,0 0 1 0 0,0 0 0 0 0,-1 0-1 0 0,1 0 1 0 0,0 0-1 0 0,0 0 1 0 0,-1 0 0 0 0,1 1-1 0 0,0-1 1 0 0,0 0 0 0 0,-1 0-1 0 0,1 0 1 0 0,0 0-1 0 0,0 0 1 0 0,0 1 0 0 0,-1-1-1 0 0,1 0 1 0 0,0 0-1 0 0,0 0 1 0 0,0 0 0 0 0,0 1-1 0 0,-1-1 1 0 0,1 0-1 0 0,0 0 1 0 0,0 1 0 0 0,0-1-1 0 0,0 0 1 0 0,0 0-1 0 0,0 1 1 0 0,0-1 0 0 0,0 0 101 0 0,0-25-5400 0 0,2 15 3935 0 0</inkml:trace>
  <inkml:trace contextRef="#ctx0" brushRef="#br0" timeOffset="568.976">346 264 2228 0 0,'0'-1'239'0'0,"0"0"1"0"0,0 0-1 0 0,0 0 0 0 0,1 0 1 0 0,-1 0-1 0 0,0 0 0 0 0,0 0 1 0 0,1 0-1 0 0,-1 0 0 0 0,1 0 0 0 0,-1 0 1 0 0,1 0-1 0 0,-1 0 0 0 0,1 0 1 0 0,-1 0-1 0 0,1 0 0 0 0,0 0 0 0 0,0 1 1 0 0,-1-1-1 0 0,1 0 0 0 0,0 1 1 0 0,0-1-1 0 0,0 0 0 0 0,0 1 0 0 0,0-1 1 0 0,0 1-1 0 0,0 0 0 0 0,0-1 1 0 0,0 1-1 0 0,0 0 0 0 0,0-1 0 0 0,0 1 1 0 0,0 0-1 0 0,0 0 0 0 0,0 0 1 0 0,0 0-1 0 0,0 0 0 0 0,0 0 0 0 0,0 0 1 0 0,0 0-1 0 0,0 0 0 0 0,0 1 1 0 0,0-1-1 0 0,0 0 0 0 0,0 1 0 0 0,0-1 1 0 0,0 1-1 0 0,0-1 0 0 0,0 1 1 0 0,0-1-1 0 0,0 1 0 0 0,0 0 0 0 0,-1-1 1 0 0,1 1-1 0 0,0 0 0 0 0,0 0 1 0 0,-1 0-1 0 0,1 0-239 0 0,9 4 125 0 0,18 7 1359 0 0,14 7-456 0 0,-18-4-3640 0 0,-7 0-11076 0 0,-15-14 12124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4:59.108"/>
    </inkml:context>
    <inkml:brush xml:id="br0">
      <inkml:brushProperty name="width" value="0.05" units="cm"/>
      <inkml:brushProperty name="height" value="0.05" units="cm"/>
      <inkml:brushProperty name="color" value="#FFFFFF"/>
    </inkml:brush>
  </inkml:definitions>
  <inkml:trace contextRef="#ctx0" brushRef="#br0">37 343 2212 0 0,'0'0'1543'0'0,"0"0"-128"0"0,0 0-158 0 0,0 0-148 0 0,0 0-58 0 0,0 0-122 0 0,0 0-134 0 0,-3 1-112 0 0,2 0-607 0 0,0-1 0 0 0,0 1-1 0 0,0 0 1 0 0,0-1 0 0 0,0 1-1 0 0,1 0 1 0 0,-1 0 0 0 0,0 0-1 0 0,0 0 1 0 0,1-1 0 0 0,-1 1-1 0 0,1 0 1 0 0,-1 0 0 0 0,1 0-1 0 0,-1 1 1 0 0,1-1 0 0 0,-1 0-1 0 0,1 0 1 0 0,0 0 0 0 0,0 0-1 0 0,-1 0 1 0 0,1 0 0 0 0,0 0-1 0 0,0 1 1 0 0,0-1-1 0 0,0 0 1 0 0,1 0 0 0 0,-1 0-1 0 0,0 0 1 0 0,0 0 0 0 0,1 0-1 0 0,-1 1-75 0 0,1 14-1065 0 0,-1-15 840 0 0,0 1 0 0 0,0-1 1 0 0,1 0-1 0 0,-2 1 0 0 0,1-1 0 0 0,0 0 1 0 0,0 1-1 0 0,0-1 0 0 0,-1 0 0 0 0,1 1 0 0 0,-1-1 1 0 0,1 0-1 0 0,-1 1 0 0 0,1-1 0 0 0,-1 0 1 0 0,0 0-1 0 0,1 0 0 0 0,-1 0 0 0 0,0 1 1 0 0,0-1-1 0 0,0 0 0 0 0,0-1 0 0 0,0 1 1 0 0,0 0-1 0 0,0 0 0 0 0,0 0 0 0 0,-1-1 1 0 0,1 1-1 0 0,-1 0 225 0 0,0-2-3196 0 0,1-2 1576 0 0</inkml:trace>
  <inkml:trace contextRef="#ctx0" brushRef="#br0" timeOffset="519.235">6 312 1600 0 0,'0'-4'627'0'0,"1"0"0"0"0,0 0 0 0 0,0 0 0 0 0,0 0 1 0 0,1 1-1 0 0,-1-1 0 0 0,1 0 0 0 0,0 1 0 0 0,0-1 0 0 0,0 1 0 0 0,1 0 0 0 0,-1 0 0 0 0,1 0 0 0 0,-1 0 0 0 0,1 0 0 0 0,0 0 1 0 0,0 1-1 0 0,3-2-627 0 0,46-16 3165 0 0,-17 12-2015 0 0,2 3 0 0 0,-1 1 0 0 0,1 1 0 0 0,-1 2 1 0 0,6 2-1151 0 0,-20-1 261 0 0,63 26 547 0 0,-82-26-786 0 0,-2 0-49 0 0,0-1 0 0 0,0 1 0 0 0,0 0 0 0 0,-1 0 0 0 0,1-1 0 0 0,0 1 1 0 0,0 0-1 0 0,0 0 0 0 0,0 0 0 0 0,0 0 0 0 0,0 0 0 0 0,0 0 0 0 0,-1 0 0 0 0,1 0 1 0 0,0 1-1 0 0,0-1 0 0 0,0 0 0 0 0,0 0 0 0 0,0 1 0 0 0,-1-1 0 0 0,1 0 0 0 0,0 1 1 0 0,0-1-1 0 0,-1 1 0 0 0,1-1 0 0 0,0 1 0 0 0,0 0 0 0 0,-1-1 0 0 0,1 1 0 0 0,-1 0 0 0 0,1-1 1 0 0,-1 1-1 0 0,1 0 0 0 0,-1 0 0 0 0,1-1 0 0 0,-1 1 0 0 0,0 0 0 0 0,1 0 0 0 0,-1 0 1 0 0,0 0-1 0 0,0-1 0 0 0,1 1 0 0 0,-1 0 0 0 0,0 0 0 0 0,0 0 0 0 0,0 0 0 0 0,0 0 1 0 0,0 0-1 0 0,0 0 0 0 0,-1-1 0 0 0,1 1 0 0 0,0 0 0 0 0,0 0 0 0 0,-1 0 27 0 0,-14 15-901 0 0,-2-1-1 0 0,0-1 0 0 0,0 0 0 0 0,-1-1 1 0 0,-1-1-1 0 0,0-1 0 0 0,-1-1 1 0 0,0 0-1 0 0,0-2 0 0 0,-13 4 902 0 0,28-10-254 0 0,-104 27-7064 0 0,94-26 6730 0 0,-12-5 5991 0 0,53-15-1115 0 0,124-3 680 0 0,-24 20-5299 0 0,-111-3-1163 0 0,-28-7-7668 0 0,-10-18 4233 0 0,8 11 3452 0 0</inkml:trace>
  <inkml:trace contextRef="#ctx0" brushRef="#br0" timeOffset="769.053">265 1 2212 0 0,'7'18'7091'0'0,"1"7"-6041"0"0,-4 84 1644 0 0,5 89-886 0 0,-40-50-3560 0 0,26-131 440 0 0,-1 0 1 0 0,-1-1-1 0 0,0 0 1 0 0,-1-1 0 0 0,-1 1-1 0 0,0-2 1 0 0,-10 12 1311 0 0,9-15-1559 0 0</inkml:trace>
  <inkml:trace contextRef="#ctx0" brushRef="#br0" timeOffset="1254.043">76 641 1576 0 0,'-9'-3'3393'0'0,"-4"-5"5707"0"0,25 1-5893 0 0,173-42 2903 0 0,-10 30-3450 0 0,-169 19-2662 0 0,36-6-1672 0 0,-21-9-3696 0 0,-2-27-2068 0 0,-19 42 7399 0 0,0 0 130 0 0,0 0 109 0 0,0 0 104 0 0,0 0 40 0 0,1-23 2765 0 0,19 67 1791 0 0,4 59-3622 0 0,-22-92-1434 0 0,-2 41-6116 0 0,-17-23 1805 0 0,2-16-3676 0 0,11-13 6584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5:01.785"/>
    </inkml:context>
    <inkml:brush xml:id="br0">
      <inkml:brushProperty name="width" value="0.05" units="cm"/>
      <inkml:brushProperty name="height" value="0.05" units="cm"/>
      <inkml:brushProperty name="color" value="#FFFFFF"/>
    </inkml:brush>
  </inkml:definitions>
  <inkml:trace contextRef="#ctx0" brushRef="#br0">70 306 2148 0 0,'0'0'1586'0'0,"0"0"-202"0"0,0 0-119 0 0,0 0-55 0 0,0 0-140 0 0,-4 1-104 0 0,3-1-913 0 0,0 1 1 0 0,0-1-1 0 0,0 1 1 0 0,0-1 0 0 0,1 1-1 0 0,-1-1 1 0 0,0 1-1 0 0,0 0 1 0 0,0-1-1 0 0,1 1 1 0 0,-1 0-1 0 0,0-1 1 0 0,1 1-1 0 0,-1 0 1 0 0,1 0-1 0 0,-1 0 1 0 0,1 0-1 0 0,-1 0 1 0 0,1 0-1 0 0,0 0 1 0 0,-1 0 0 0 0,1 0-1 0 0,0 0 1 0 0,0 0-1 0 0,0 0 1 0 0,0 0-1 0 0,0 0 1 0 0,0 0-1 0 0,0 0 1 0 0,0 0-1 0 0,0 0 1 0 0,0 0-1 0 0,0 0 1 0 0,1 0-1 0 0,-1 0 1 0 0,0-1-1 0 0,1 1 1 0 0,-1 0-1 0 0,1 0 1 0 0,-1 0 0 0 0,1 0-1 0 0,-1 0 1 0 0,1 0-1 0 0,0-1 1 0 0,-1 1-1 0 0,1 0 1 0 0,0-1-1 0 0,0 1 1 0 0,-1 0-1 0 0,1-1 1 0 0,0 1-1 0 0,0-1 1 0 0,0 1-1 0 0,0-1 1 0 0,0 0-1 0 0,0 1-53 0 0,100 99 3245 0 0,-52-69-10655 0 0,-47-30 6776 0 0,1 0 144 0 0,1-1-3364 0 0,4 0 2231 0 0</inkml:trace>
  <inkml:trace contextRef="#ctx0" brushRef="#br0" timeOffset="269.361">574 314 1360 0 0,'24'28'11498'0'0,"-38"9"-6994"0"0,3-26-4394 0 0,1-1 0 0 0,-1-1 0 0 0,-1 0 0 0 0,0-1 1 0 0,0 0-1 0 0,-1-1 0 0 0,0 0 0 0 0,0-1 1 0 0,0 0-1 0 0,-1-1 0 0 0,0-1 0 0 0,0 0 0 0 0,-13 1-110 0 0,-60-3-4593 0 0,37-34-2703 0 0,41 19 3992 0 0,6 5 1651 0 0</inkml:trace>
  <inkml:trace contextRef="#ctx0" brushRef="#br0" timeOffset="520.85">432 127 2308 0 0,'12'22'6671'0'0,"-14"18"-4117"0"0,0-31-2048 0 0,-4 21 84 0 0,-1 0 1 0 0,-2-1-1 0 0,-1 0 1 0 0,-2 0-1 0 0,0-1 0 0 0,-2-1 1 0 0,-1 0-1 0 0,-1-1 0 0 0,-12 14-590 0 0,21-29 100 0 0,-120 171-12 0 0,7-61-2829 0 0,90-105 1284 0 0,15-14-5640 0 0,13-5 5450 0 0,-7-13 65 0 0,9 3 74 0 0</inkml:trace>
  <inkml:trace contextRef="#ctx0" brushRef="#br0" timeOffset="739.612">291 540 1196 0 0,'29'14'1845'0'0,"0"2"-1"0"0,-1 0 1 0 0,-1 2-1 0 0,-1 1 1 0 0,0 2-1 0 0,2 3-1844 0 0,47 36 2506 0 0,-60-49-2066 0 0,0 0 1 0 0,1 0-1 0 0,1-2 0 0 0,0 0 0 0 0,0-1 0 0 0,1-1 0 0 0,2 0-440 0 0,45 3-1782 0 0,3-55-4952 0 0,15-26 237 0 0,-58 51 5032 0 0</inkml:trace>
  <inkml:trace contextRef="#ctx0" brushRef="#br0" timeOffset="1117.795">1057 98 2136 0 0,'30'40'7231'0'0,"10"16"-4830"0"0,-40-54-2694 0 0,1-1 1 0 0,0 1-1 0 0,-1 0 0 0 0,1-1 1 0 0,-1 1-1 0 0,1 0 1 0 0,-1 0-1 0 0,0-1 0 0 0,0 1 1 0 0,0 0-1 0 0,0-1 1 0 0,0 1-1 0 0,0 0 0 0 0,0 0 1 0 0,-1-1-1 0 0,1 1 1 0 0,-1 0-1 0 0,1-1 0 0 0,-1 1 1 0 0,0 0-1 0 0,1-1 1 0 0,-1 1-1 0 0,0-1 0 0 0,0 1 1 0 0,0-1-1 0 0,0 0 1 0 0,-1 2 292 0 0,-5 5-1500 0 0</inkml:trace>
  <inkml:trace contextRef="#ctx0" brushRef="#br0" timeOffset="1511.591">972 240 1112 0 0,'-5'-1'7527'0'0,"20"1"-4116"0"0,85 0 794 0 0,-1 3-2236 0 0,-59 12-1580 0 0,40-11 923 0 0,-10-4-378 0 0,-52-11-661 0 0,-17 11-168 0 0,-1 0-36 0 0,0 0 9 0 0,10 14 71 0 0,-12-8-130 0 0,0 0 0 0 0,0-1-1 0 0,-1 1 1 0 0,1 0 0 0 0,-1-1-1 0 0,-1 0 1 0 0,1 1 0 0 0,-1-1-1 0 0,0-1 1 0 0,0 1 0 0 0,0 0-1 0 0,-1-1 1 0 0,1 0-1 0 0,-1 0 1 0 0,0-1 0 0 0,-6 4-19 0 0,3 0 24 0 0,-137 101-123 0 0,135-101 23 0 0,-40 26-1698 0 0,-1-2 1 0 0,-2-2-1 0 0,-28 10 1774 0 0,53-36-4047 0 0,27-3 2629 0 0,1 0-3 0 0,0 0-332 0 0,-9-20-3058 0 0,13 15 3245 0 0</inkml:trace>
  <inkml:trace contextRef="#ctx0" brushRef="#br0" timeOffset="1717.48">1151 460 848 0 0,'7'5'681'0'0,"0"1"0"0"0,0-1 1 0 0,-1 1-1 0 0,1 1 0 0 0,-1-1 0 0 0,-1 1 0 0 0,1 0 0 0 0,-1 0 0 0 0,-1 1 1 0 0,1 0-1 0 0,-1-1 0 0 0,0 2 0 0 0,-1-1 0 0 0,0 0 0 0 0,0 1 1 0 0,0 2-682 0 0,13 141 3815 0 0,-16-150-4527 0 0,0-2-86 0 0,-3 2-467 0 0,3-2 1134 0 0,0 0 0 0 0,-1 1 1 0 0,1-1-1 0 0,0 0 1 0 0,-1 1-1 0 0,1-1 1 0 0,-1 0-1 0 0,1 0 1 0 0,-1 0-1 0 0,1 1 1 0 0,-1-1-1 0 0,1 0 0 0 0,0 0 1 0 0,-1 0-1 0 0,1 0 1 0 0,-1 0-1 0 0,1 0 1 0 0,-1 0-1 0 0,1 0 1 0 0,-1 0-1 0 0,1 0 1 0 0,-1 0-1 0 0,1 0 1 0 0,-1 0-1 0 0,1 0 0 0 0,-1-1 1 0 0,1 1-1 0 0,-1 0 1 0 0,1 0-1 0 0,0 0 1 0 0,-1-1-1 0 0,1 1 1 0 0,-1 0-1 0 0,1-1 1 0 0,0 1-1 0 0,-1 0 1 0 0,1-1-1 0 0,0 1 0 0 0,-1 0 1 0 0,1-1-1 0 0,0 1 1 0 0,0-1-1 0 0,-1 1 1 0 0,1 0-1 0 0,0-1 1 0 0,0 1-1 0 0,0-1 1 0 0,0 1-1 0 0,-1-1 1 0 0,1 1-1 0 0,0-1 0 0 0,0 1 1 0 0,0-1-1 0 0,0 1 1 0 0,0-1-1 0 0,0 1 1 0 0,0-1-1 0 0,0 1 1 0 0,0 0-1 0 0,1-1 1 0 0,-1 1-1 0 0,0-1 1 0 0,0 1-1 0 0,0-1 0 0 0,1 1 1 0 0,-1-1-1 0 0,0 1 1 0 0,0 0-1 0 0,1-1 131 0 0,-3-7-895 0 0,0-2-785 0 0</inkml:trace>
  <inkml:trace contextRef="#ctx0" brushRef="#br0" timeOffset="1903.498">1238 538 1684 0 0,'28'-2'6854'0'0,"22"27"-1930"0"0,-45-21-4269 0 0,8 2 94 0 0,13 8-151 0 0,-18-1-5210 0 0,-8-13 2771 0 0,0 0 96 0 0,0 0-8 0 0,0 0 183 0 0,0 0 149 0 0,0 0-41 0 0</inkml:trace>
  <inkml:trace contextRef="#ctx0" brushRef="#br0" timeOffset="2123.56">1464 352 2092 0 0,'2'29'4905'0'0,"7"13"-1674"0"0,0 11-814 0 0,-4 0-765 0 0,-5-18-5785 0 0,0-34 2581 0 0,0-1-84 0 0,3 9-2974 0 0,-2-13 3104 0 0</inkml:trace>
  <inkml:trace contextRef="#ctx0" brushRef="#br0" timeOffset="2389.278">1514 353 2232 0 0,'0'-4'486'0'0,"1"1"0"0"0,0-1 0 0 0,0 1-1 0 0,0-1 1 0 0,0 1 0 0 0,1 0 0 0 0,-1 0 0 0 0,1-1-1 0 0,0 1 1 0 0,0 0 0 0 0,0 0 0 0 0,0 1 0 0 0,1-1-1 0 0,-1 0 1 0 0,1 1 0 0 0,-1 0 0 0 0,1-1 0 0 0,0 1 0 0 0,0 0-1 0 0,0 0 1 0 0,0 1 0 0 0,0-1 0 0 0,1 1 0 0 0,-1-1-1 0 0,3 0-485 0 0,59-12 3458 0 0,-53 12-3521 0 0,106 0 3125 0 0,-56 22-1985 0 0,-60-20-1109 0 0,1 0 0 0 0,-1 0-1 0 0,1 1 1 0 0,-1 0 0 0 0,1-1 0 0 0,-1 1-1 0 0,0 0 1 0 0,1 0 0 0 0,-1 0-1 0 0,0 0 1 0 0,0 1 0 0 0,0-1 0 0 0,1 1-1 0 0,-2-1 1 0 0,1 1 0 0 0,0 0-1 0 0,0 0 1 0 0,0 0 0 0 0,-1 0 0 0 0,1 0-1 0 0,-1 0 1 0 0,0 0 0 0 0,1 0-1 0 0,-1 0 1 0 0,0 1 0 0 0,0-1-1 0 0,-1 1 1 0 0,1-1 0 0 0,0 0 0 0 0,0 3 32 0 0,-1-3-933 0 0,-4 13-1459 0 0,-4-2 1040 0 0,0-1 1 0 0,-1 0-1 0 0,0 0 0 0 0,0-1 0 0 0,-1-1 0 0 0,-1 1 0 0 0,0-2 0 0 0,0 1 0 0 0,-1-2 0 0 0,0 1 1 0 0,-12 5 1351 0 0,9-8-1564 0 0</inkml:trace>
  <inkml:trace contextRef="#ctx0" brushRef="#br0" timeOffset="2593.562">1628 397 2228 0 0,'28'-19'5404'0'0,"44"-11"-1464"0"0,-71 30-3802 0 0,-1 0-116 0 0,0 0-92 0 0,1 3-104 0 0,0 0-80 0 0,-1 0 0 0 0,1 0-1 0 0,-1 0 1 0 0,0 0 0 0 0,0 0 0 0 0,0 0 0 0 0,0 0 0 0 0,-1 0 0 0 0,0 0 0 0 0,1 0 0 0 0,-1 0 0 0 0,0 0 0 0 0,0 0 0 0 0,0 0 0 0 0,-1 0-1 0 0,1-1 1 0 0,-1 1 0 0 0,0-1 0 0 0,1 1 0 0 0,-1-1 0 0 0,0 1 0 0 0,0-1 0 0 0,-1 0 0 0 0,1 0 0 0 0,0 0 0 0 0,-1 0 0 0 0,0 0 254 0 0,-11 14-1110 0 0,-1 1-356 0 0</inkml:trace>
  <inkml:trace contextRef="#ctx0" brushRef="#br0" timeOffset="2859.902">1600 526 1956 0 0,'25'7'5910'0'0,"19"-21"-3625"0"0,-43 14-2258 0 0,119-75 3366 0 0,-107 60-4676 0 0,-10 7-7767 0 0,-3-2 7544 0 0</inkml:trace>
  <inkml:trace contextRef="#ctx0" brushRef="#br0" timeOffset="3111.43">1726 51 1504 0 0,'5'-51'12245'0'0,"1"74"-8034"0"0,-1 323-259 0 0,-28-152-3491 0 0,5-45-766 0 0,2-17-1440 0 0,9-4-3781 0 0,6-127 5218 0 0,1 0-1 0 0,0-1 1 0 0,-1 1-1 0 0,1 0 0 0 0,0 0 1 0 0,0 0-1 0 0,-1 0 1 0 0,1 0-1 0 0,0 0 1 0 0,0 0-1 0 0,0 0 0 0 0,0 0 1 0 0,0 0-1 0 0,0 0 1 0 0,0 0-1 0 0,1 0 1 0 0,-1-1-1 0 0,0 1 0 0 0,1 0 1 0 0,-1 0-1 0 0,0 0 1 0 0,1 0-1 0 0,-1 0 0 0 0,1-1 1 0 0,-1 1-1 0 0,1 0 1 0 0,-1 0-1 0 0,1-1 1 0 0,0 1-1 0 0,-1 0 0 0 0,1-1 1 0 0,0 1-1 0 0,0 0 1 0 0,-1-1-1 0 0,1 1 1 0 0,0-1-1 0 0,0 0 0 0 0,0 1 1 0 0,0-1-1 0 0,1 1 309 0 0,2-5-1378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5:11.127"/>
    </inkml:context>
    <inkml:brush xml:id="br0">
      <inkml:brushProperty name="width" value="0.05" units="cm"/>
      <inkml:brushProperty name="height" value="0.05" units="cm"/>
      <inkml:brushProperty name="color" value="#FFFFFF"/>
    </inkml:brush>
  </inkml:definitions>
  <inkml:trace contextRef="#ctx0" brushRef="#br0">107 31 1544 0 0,'-13'0'924'0'0,"9"0"4823"0"0,0 0 5952 0 0,3-4-11234 0 0,1 3-445 0 0,0 0 1 0 0,0 1 0 0 0,0-1 0 0 0,0 1-1 0 0,-1-1 1 0 0,1 0 0 0 0,0 1 0 0 0,0-1-1 0 0,0 1 1 0 0,0-1 0 0 0,0 0 0 0 0,1 1-1 0 0,-1-1 1 0 0,0 1 0 0 0,0-1 0 0 0,0 0-1 0 0,0 1 1 0 0,1-1 0 0 0,-1 1 0 0 0,0-1 0 0 0,0 1-1 0 0,1-1 1 0 0,-1 1 0 0 0,1-1 0 0 0,-1 1-1 0 0,0-1 1 0 0,1 1 0 0 0,-1-1 0 0 0,1 1-1 0 0,-1 0 1 0 0,1-1 0 0 0,-1 1 0 0 0,1 0-1 0 0,-1-1 1 0 0,1 1 0 0 0,-1 0 0 0 0,1 0-1 0 0,0 0 1 0 0,-1-1 0 0 0,1 1 0 0 0,-1 0 0 0 0,1 0-1 0 0,0 0 1 0 0,-1 0 0 0 0,1 0 0 0 0,-1 0-1 0 0,1 0 1 0 0,0 0 0 0 0,-1 0 0 0 0,1 1-1 0 0,-1-1 1 0 0,1 0 0 0 0,0 0 0 0 0,-1 0-1 0 0,1 1 1 0 0,-1-1 0 0 0,1 0 0 0 0,-1 1-1 0 0,1-1 1 0 0,-1 0 0 0 0,1 1 0 0 0,-1-1-1 0 0,1 1 1 0 0,-1-1 0 0 0,0 1-21 0 0,12 1 134 0 0,121 8 1386 0 0,-41-32-792 0 0,-89 22-718 0 0,-1-1-1 0 0,1 0 0 0 0,-1 1 1 0 0,0 0-1 0 0,1-1 1 0 0,-1 1-1 0 0,1 0 1 0 0,-1 0-1 0 0,1 1 1 0 0,-1-1-1 0 0,0 0 0 0 0,1 1 1 0 0,-1-1-1 0 0,1 1 1 0 0,-1 0-1 0 0,0 0 1 0 0,0 0-1 0 0,1 0 0 0 0,-1 0 1 0 0,0 0-1 0 0,0 1 1 0 0,0-1-1 0 0,0 1 1 0 0,-1-1-1 0 0,1 1 0 0 0,0 0 1 0 0,0 0-1 0 0,-1 0 1 0 0,0 0-1 0 0,1 0 1 0 0,-1 0-1 0 0,0 0 0 0 0,0 0 1 0 0,0 0-1 0 0,0 1 1 0 0,0-1-1 0 0,0 0 1 0 0,-1 1-1 0 0,1-1 0 0 0,-1 1 1 0 0,0-1-1 0 0,0 1-9 0 0,1 7-447 0 0,0-1-1 0 0,-1 1 0 0 0,0 0 1 0 0,-1-1-1 0 0,0 1 1 0 0,0 0-1 0 0,-1-1 0 0 0,0 1 1 0 0,-1-1-1 0 0,0 0 0 0 0,-2 3 448 0 0,-12 22-4202 0 0,-6 7-8098 0 0,20-38 10832 0 0</inkml:trace>
  <inkml:trace contextRef="#ctx0" brushRef="#br0" timeOffset="394.224">51 294 2372 0 0,'-34'8'15132'0'0,"84"-11"-11364"0"0,38-2-2195 0 0,-52-10-1383 0 0,29 9 443 0 0,13-25-2631 0 0,-99 31-8681 0 0,-76 51 2541 0 0,76-34 6457 0 0</inkml:trace>
  <inkml:trace contextRef="#ctx0" brushRef="#br0" timeOffset="874.093">26 272 2132 0 0,'1'19'9093'0'0,"-1"6"-5058"0"0,1 52-1441 0 0,-23 4-1212 0 0,17-51 24 0 0,5-29-1110 0 0,0-1-11 0 0,0 0-7 0 0,3 21 1392 0 0,1-19-1510 0 0,0 0 1 0 0,1 0 0 0 0,-1 0-1 0 0,1 0 1 0 0,-1-1 0 0 0,1 1-1 0 0,0-1 1 0 0,-1 0-1 0 0,1-1 1 0 0,0 1 0 0 0,0-1-1 0 0,-1 0 1 0 0,1 0 0 0 0,0 0-1 0 0,1-1-160 0 0,29 3 299 0 0,207 5 1781 0 0,-188 6-2118 0 0,-41-11-206 0 0,4-14-8567 0 0,-25 12 1913 0 0,-15 4 3279 0 0,-28 0-1128 0 0,29-4 3145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5:13.511"/>
    </inkml:context>
    <inkml:brush xml:id="br0">
      <inkml:brushProperty name="width" value="0.05" units="cm"/>
      <inkml:brushProperty name="height" value="0.05" units="cm"/>
      <inkml:brushProperty name="color" value="#FFFFFF"/>
    </inkml:brush>
  </inkml:definitions>
  <inkml:trace contextRef="#ctx0" brushRef="#br0">0 33 2732 0 0,'0'0'1552'0'0,"3"0"-69"0"0,11 0-153 0 0,-5-6-82 0 0,-6 3-1079 0 0,-1 1-75 0 0,-1 0-1 0 0,1 0 1 0 0,0 0-1 0 0,0 1 1 0 0,-1-1-1 0 0,1 1 1 0 0,0-1-1 0 0,0 1 1 0 0,0 0-1 0 0,1 0 1 0 0,-1 0 0 0 0,0 0-1 0 0,0 0 1 0 0,1 0-1 0 0,-1 0 1 0 0,0 1-1 0 0,1-1 1 0 0,-1 1-1 0 0,1 0 1 0 0,-1 0-1 0 0,1 0 1 0 0,0 0-94 0 0,123 1 5169 0 0,-105-2-4859 0 0,22 2-3736 0 0,-29 12-1652 0 0,-18-9 632 0 0,2-1 2909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5:13.779"/>
    </inkml:context>
    <inkml:brush xml:id="br0">
      <inkml:brushProperty name="width" value="0.05" units="cm"/>
      <inkml:brushProperty name="height" value="0.05" units="cm"/>
      <inkml:brushProperty name="color" value="#FFFFFF"/>
    </inkml:brush>
  </inkml:definitions>
  <inkml:trace contextRef="#ctx0" brushRef="#br0">8 0 1804 0 0,'-7'10'9825'0'0,"25"1"-6037"0"0,31 4-2122 0 0,-35-15-1561 0 0,74 0-103 0 0,-59 0-4520 0 0,0 0-4640 0 0,-21 0 7628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5:17.073"/>
    </inkml:context>
    <inkml:brush xml:id="br0">
      <inkml:brushProperty name="width" value="0.05" units="cm"/>
      <inkml:brushProperty name="height" value="0.05" units="cm"/>
      <inkml:brushProperty name="color" value="#FFFFFF"/>
    </inkml:brush>
  </inkml:definitions>
  <inkml:trace contextRef="#ctx0" brushRef="#br0">0 19 1128 0 0,'44'-11'8925'0'0,"-1"6"-4641"0"0,43 3-5166 0 0,-71 2-63 0 0,-13 0-663 0 0,-2 0-119 0 0,1 1 4 0 0,8 12-1602 0 0,-12-8 1666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5:17.328"/>
    </inkml:context>
    <inkml:brush xml:id="br0">
      <inkml:brushProperty name="width" value="0.05" units="cm"/>
      <inkml:brushProperty name="height" value="0.05" units="cm"/>
      <inkml:brushProperty name="color" value="#FFFFFF"/>
    </inkml:brush>
  </inkml:definitions>
  <inkml:trace contextRef="#ctx0" brushRef="#br0">1 1 1688 0 0,'12'13'10287'0'0,"38"-9"-6213"0"0,-41-4-3487 0 0,98 3 4263 0 0,-81-4-5732 0 0,6 0-4600 0 0,-1 1-6802 0 0,-31 0 10702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5:15.537"/>
    </inkml:context>
    <inkml:brush xml:id="br0">
      <inkml:brushProperty name="width" value="0.05" units="cm"/>
      <inkml:brushProperty name="height" value="0.05" units="cm"/>
      <inkml:brushProperty name="color" value="#FFFFFF"/>
    </inkml:brush>
  </inkml:definitions>
  <inkml:trace contextRef="#ctx0" brushRef="#br0">17 45 2036 0 0,'-8'3'2463'0'0,"0"-4"8970"0"0,12 2-10361 0 0,25-10 2093 0 0,100 4 602 0 0,-38-9-2731 0 0,4 14-951 0 0,-24-20-824 0 0,-69 21 665 0 0,-1-1 0 0 0,1 1 0 0 0,-1-1 0 0 0,1 1 1 0 0,-1 0-1 0 0,1 0 0 0 0,-1 0 0 0 0,0-1 0 0 0,1 1 1 0 0,-1 1-1 0 0,0-1 0 0 0,0 0 0 0 0,0 0 0 0 0,1 0 1 0 0,-1 1-1 0 0,0-1 0 0 0,-1 0 0 0 0,1 1 0 0 0,0-1 1 0 0,0 1-1 0 0,-1-1 0 0 0,1 1 0 0 0,-1-1 0 0 0,1 1 0 0 0,-1 0 1 0 0,1-1-1 0 0,-1 1 0 0 0,0-1 0 0 0,0 1 0 0 0,0 0 1 0 0,0-1-1 0 0,0 1 0 0 0,0 0 0 0 0,-1-1 0 0 0,1 1 1 0 0,0 0-1 0 0,-1-1 0 0 0,0 1 0 0 0,1-1 0 0 0,-1 1 1 0 0,0-1-1 0 0,1 1 0 0 0,-1-1 0 0 0,0 0 0 0 0,0 1 1 0 0,0-1-1 0 0,0 0 0 0 0,-1 0 0 0 0,1 0 0 0 0,0 1 1 0 0,0-1-1 0 0,-1 0 74 0 0,-32 39-3805 0 0,-12 19-7742 0 0,42-54 10061 0 0,1-2 84 0 0</inkml:trace>
  <inkml:trace contextRef="#ctx0" brushRef="#br0" timeOffset="392.994">32 189 2092 0 0,'0'1'184'0'0,"0"-1"-1"0"0,1 0 1 0 0,-1 0-1 0 0,0 0 1 0 0,1 1 0 0 0,-1-1-1 0 0,0 0 1 0 0,1 0-1 0 0,-1 0 1 0 0,0 0-1 0 0,1 0 1 0 0,-1 0-1 0 0,0 0 1 0 0,1 0 0 0 0,-1 0-1 0 0,1 0 1 0 0,-1 0-1 0 0,0 0 1 0 0,1 0-1 0 0,-1 0 1 0 0,0 0-1 0 0,1 0 1 0 0,-1 0 0 0 0,0-1-1 0 0,1 1 1 0 0,-1 0-1 0 0,0 0 1 0 0,1 0-1 0 0,-1-1 1 0 0,0 1-1 0 0,1 0 1 0 0,-1 0 0 0 0,0-1-1 0 0,0 1 1 0 0,1 0-1 0 0,-1 0 1 0 0,0-1-1 0 0,0 1 1 0 0,0 0-1 0 0,1-1 1 0 0,-1 1 0 0 0,0 0-1 0 0,0-1 1 0 0,0 1-1 0 0,0 0 1 0 0,0-1-1 0 0,0 1 1 0 0,0-1-1 0 0,0 1 1 0 0,0 0 0 0 0,0-1-1 0 0,0 1 1 0 0,0 0-1 0 0,0-1 1 0 0,0 1-1 0 0,0 0 1 0 0,0-1-1 0 0,0 1 1 0 0,0-1 0 0 0,0 1-1 0 0,-1 0 1 0 0,1-1-1 0 0,0 1 1 0 0,0 0-184 0 0,10-1 649 0 0,111-5 4850 0 0,-40 6-6413 0 0,-45 0-1753 0 0,-26-14-2164 0 0,-25 18-3634 0 0,8-2 6966 0 0</inkml:trace>
  <inkml:trace contextRef="#ctx0" brushRef="#br0" timeOffset="859.002">54 203 2356 0 0,'-17'25'9118'0'0,"6"32"-6440"0"0,7-33-1179 0 0,0 47 2592 0 0,7-65-3630 0 0,2 1-238 0 0,0 1-1 0 0,1-1 1 0 0,-1 0-1 0 0,1-1 1 0 0,1 1-1 0 0,-1-1 1 0 0,1-1-1 0 0,0 1 1 0 0,1-1-1 0 0,-1 0 1 0 0,1-1-1 0 0,0 0 1 0 0,0 0-1 0 0,6 2-222 0 0,149 4 2519 0 0,-111-11-2050 0 0,89-26 355 0 0,-104 8-959 0 0,-28-2-3971 0 0,-9 20 2723 0 0,0 1-844 0 0,-3-3 1268 0 0,0 1 1 0 0,0-1-1 0 0,1 0 0 0 0,-1 0 0 0 0,1 0 1 0 0,-1-1-1 0 0,1 1 0 0 0,0 0 0 0 0,1-1 1 0 0,-1 0-1 0 0,1 1 0 0 0,-1-1 0 0 0,1 0 1 0 0,0 0-1 0 0,0 1 0 0 0,0-4 959 0 0,1-6-1567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5:14.497"/>
    </inkml:context>
    <inkml:brush xml:id="br0">
      <inkml:brushProperty name="width" value="0.05" units="cm"/>
      <inkml:brushProperty name="height" value="0.05" units="cm"/>
      <inkml:brushProperty name="color" value="#FFFFFF"/>
    </inkml:brush>
  </inkml:definitions>
  <inkml:trace contextRef="#ctx0" brushRef="#br0">53 135 928 0 0,'-21'37'5242'0'0,"-10"55"-513"0"0,30-90-4272 0 0,2 4-290 0 0,1 1 0 0 0,-1-1 0 0 0,1 0 0 0 0,0 0 0 0 0,1 1 0 0 0,0-1 0 0 0,0-1 0 0 0,0 1 0 0 0,0 0 0 0 0,1-1 0 0 0,0 0 0 0 0,0 0 0 0 0,1 0 1 0 0,-1 0-1 0 0,1-1 0 0 0,4 4-167 0 0,-3-6 83 0 0,0 0 1 0 0,0 0 0 0 0,0-1 0 0 0,0 0 0 0 0,0 0 0 0 0,0 0-1 0 0,0-1 1 0 0,0 0 0 0 0,0 0 0 0 0,0 0 0 0 0,0-1 0 0 0,0 0-1 0 0,0 0 1 0 0,0-1 0 0 0,-1 1 0 0 0,1-1 0 0 0,0-1 0 0 0,-1 1-1 0 0,1-1-83 0 0,4 0 124 0 0,-1-1-1 0 0,1 0 1 0 0,-1 0 0 0 0,0-1-1 0 0,0 0 1 0 0,-1-1-1 0 0,1 0 1 0 0,-1 0-1 0 0,-1-1 1 0 0,1 0-1 0 0,-1 0 1 0 0,0-1-1 0 0,-1 0 1 0 0,1 0-1 0 0,-2 0 1 0 0,1-1-1 0 0,-1 0 1 0 0,-1 0 0 0 0,1 0-1 0 0,-2-1 1 0 0,1 0-1 0 0,-1 1 1 0 0,-1-1-1 0 0,0 0 1 0 0,1-8-124 0 0,-3 17 358 0 0,0 1-10 0 0,0-3-26 0 0,-2 0-258 0 0,1-1 0 0 0,-1 1 0 0 0,0-1 0 0 0,0 1 0 0 0,-1 0 0 0 0,1 0 0 0 0,-1 0 0 0 0,0 0 0 0 0,1 0 0 0 0,-1 1 1 0 0,0-1-1 0 0,-1 1 0 0 0,1 0 0 0 0,0-1 0 0 0,-1 2 0 0 0,1-1 0 0 0,-1 0 0 0 0,0 1 0 0 0,1-1 0 0 0,-1 1 0 0 0,0 0 0 0 0,-1 0-64 0 0,-80 1 9 0 0,0 37-2709 0 0,59-25-146 0 0,16 1-3857 0 0,18-14 1622 0 0,-5-1 3539 0 0</inkml:trace>
  <inkml:trace contextRef="#ctx0" brushRef="#br0" timeOffset="407.601">484 5 1932 0 0,'10'-5'4966'0'0,"-10"6"-4814"0"0,0-1 1 0 0,0 1 0 0 0,0-1-1 0 0,-1 0 1 0 0,1 1-1 0 0,0-1 1 0 0,0 1-1 0 0,0-1 1 0 0,0 1-1 0 0,0-1 1 0 0,0 0 0 0 0,0 1-1 0 0,0-1 1 0 0,0 1-1 0 0,0-1 1 0 0,0 1-1 0 0,0-1 1 0 0,0 1-1 0 0,0-1 1 0 0,0 0-1 0 0,0 1 1 0 0,1-1 0 0 0,-1 1-1 0 0,0-1 1 0 0,0 0-1 0 0,1 1 1 0 0,-1-1-1 0 0,0 1 1 0 0,0-1-1 0 0,1 0 1 0 0,-1 1-1 0 0,0-1 1 0 0,1 0 0 0 0,-1 0-1 0 0,0 1 1 0 0,1-1-1 0 0,-1 0 1 0 0,1 0-1 0 0,-1 0 1 0 0,0 1-1 0 0,1-1 1 0 0,-1 0 0 0 0,1 0-1 0 0,-1 0 1 0 0,1 0-1 0 0,-1 0 1 0 0,1 0-1 0 0,-1 0 1 0 0,0 0-1 0 0,1 0 1 0 0,-1 0-1 0 0,1 0 1 0 0,-1 0 0 0 0,1 0-1 0 0,-1 0 1 0 0,0 0-1 0 0,1 0 1 0 0,-1-1-1 0 0,1 1 1 0 0,-1 0-153 0 0,-12 131 2829 0 0,6-52-1678 0 0,4-20-2103 0 0,-8-21-5245 0 0,-1-27-4122 0 0,8-10 8764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5:18.507"/>
    </inkml:context>
    <inkml:brush xml:id="br0">
      <inkml:brushProperty name="width" value="0.05" units="cm"/>
      <inkml:brushProperty name="height" value="0.05" units="cm"/>
      <inkml:brushProperty name="color" value="#FFFFFF"/>
    </inkml:brush>
  </inkml:definitions>
  <inkml:trace contextRef="#ctx0" brushRef="#br0">127 56 1724 0 0,'0'0'1625'0'0,"0"0"-142"0"0,0 0-231 0 0,0-3-120 0 0,0 4-1021 0 0,0-1-1 0 0,-1 1 1 0 0,1 0 0 0 0,0-1-1 0 0,0 1 1 0 0,-1-1 0 0 0,1 1-1 0 0,0 0 1 0 0,-1-1 0 0 0,1 1-1 0 0,-1-1 1 0 0,1 1 0 0 0,-1-1-1 0 0,1 0 1 0 0,-1 1 0 0 0,1-1-1 0 0,-1 1 1 0 0,1-1 0 0 0,-1 0-1 0 0,0 1 1 0 0,1-1 0 0 0,-1 0-1 0 0,1 0 1 0 0,-1 0 0 0 0,0 1-1 0 0,1-1 1 0 0,-1 0 0 0 0,0 0-1 0 0,1 0 1 0 0,-1 0 0 0 0,0 0-1 0 0,1 0 1 0 0,-1 0 0 0 0,0 0-1 0 0,1 0 1 0 0,-1-1 0 0 0,0 1-1 0 0,1 0 1 0 0,-1 0 0 0 0,1-1-1 0 0,-1 1 1 0 0,0 0 0 0 0,1-1-1 0 0,-1 1 1 0 0,1 0 0 0 0,-1-1-1 0 0,1 1 1 0 0,-1-1 0 0 0,1 1-1 0 0,-1-1 1 0 0,1 1 0 0 0,0-1-1 0 0,-1 1 1 0 0,1-1 0 0 0,0 1-1 0 0,-1-1 1 0 0,1 0 0 0 0,0 1-1 0 0,0-1 1 0 0,-1 1 0 0 0,1-1-1 0 0,0 0 1 0 0,0 1 0 0 0,0-2-111 0 0,-11 15 235 0 0,1 0 0 0 0,0 0 1 0 0,1 1-1 0 0,1 0 1 0 0,0 1-1 0 0,1 0 0 0 0,1 0 1 0 0,0 0-1 0 0,1 1 1 0 0,0 0-1 0 0,1 0 0 0 0,1 0 1 0 0,1 1-1 0 0,0-1 1 0 0,1 17-236 0 0,2-24 28 0 0,1 0 0 0 0,0 0 0 0 0,0 0 0 0 0,1 0 0 0 0,0 0 0 0 0,0 0 0 0 0,1-1 0 0 0,0 0 0 0 0,1 0 0 0 0,0 0 0 0 0,0 0 0 0 0,1-1 0 0 0,-1 1 0 0 0,2-2 0 0 0,2 4-28 0 0,-2-5 45 0 0,1 0 1 0 0,-1 0 0 0 0,1-1-1 0 0,0 0 1 0 0,0 0 0 0 0,0-1-1 0 0,1 0 1 0 0,-1 0 0 0 0,1-1-1 0 0,0 0 1 0 0,-1-1 0 0 0,1 0-1 0 0,0 0 1 0 0,6-1-46 0 0,48-27 1 0 0,-50 17-31 0 0,0 1 67 0 0,0-1 1 0 0,0 0-1 0 0,-1 0 0 0 0,-1-2 0 0 0,0 1 0 0 0,0-1 0 0 0,-1-1 0 0 0,-1 0 0 0 0,0 0 0 0 0,-1-1 0 0 0,-1 0 0 0 0,6-14-37 0 0,-12 20 40 0 0,0 0-1 0 0,-1 0 1 0 0,0 0 0 0 0,-1 0 0 0 0,0 1-1 0 0,0-1 1 0 0,0 0 0 0 0,-1 0-1 0 0,0 0 1 0 0,-1 1 0 0 0,1-1-1 0 0,-2 1 1 0 0,1 0 0 0 0,-1 0-1 0 0,0 0 1 0 0,0 0 0 0 0,-1 1 0 0 0,0-1-1 0 0,0 1 1 0 0,-1 0 0 0 0,1 1-1 0 0,-1 0 1 0 0,0-1 0 0 0,-1 2-1 0 0,1-1 1 0 0,-1 1 0 0 0,0 0-1 0 0,0 0 1 0 0,-1 1 0 0 0,-6-2-40 0 0,-41-11-990 0 0,53 16 526 0 0,-23 0-1560 0 0,8-1-1194 0 0,3 0-599 0 0,2 4-2532 0 0,4-1 4903 0 0</inkml:trace>
  <inkml:trace contextRef="#ctx0" brushRef="#br0" timeOffset="345.78">652 104 848 0 0,'2'5'9005'0'0,"-7"23"-5063"0"0,-6 3-2892 0 0,-1-1 1 0 0,-1 0-1 0 0,-1 0 0 0 0,-2-1 0 0 0,-6 6-1050 0 0,-23 45-563 0 0,29-57-2584 0 0,23-38-4966 0 0,15-23 4696 0 0,-10 16 1759 0 0</inkml:trace>
  <inkml:trace contextRef="#ctx0" brushRef="#br0" timeOffset="687.206">635 162 1148 0 0,'0'-1'210'0'0,"0"0"0"0"0,0 0 0 0 0,0 0 0 0 0,0 0 0 0 0,0 0 0 0 0,0 0 0 0 0,0 0 0 0 0,0 0 0 0 0,1 0 0 0 0,-1 0 0 0 0,0 0 0 0 0,1 0 0 0 0,-1 0 0 0 0,0 0 0 0 0,1 0 0 0 0,0 0 0 0 0,-1 0 0 0 0,1 0 0 0 0,-1 0-1 0 0,1 0 1 0 0,0 1 0 0 0,0-1 0 0 0,-1 0 0 0 0,1 0 0 0 0,0 1 0 0 0,0-1 0 0 0,0 1 0 0 0,0-1 0 0 0,0 1 0 0 0,0-1 0 0 0,0 1 0 0 0,0-1 0 0 0,0 1 0 0 0,0 0 0 0 0,0 0 0 0 0,0-1 0 0 0,0 1 0 0 0,0 0 0 0 0,0 0 0 0 0,0 0 0 0 0,0 0 0 0 0,0 0 0 0 0,0 0 0 0 0,0 1 0 0 0,0-1 0 0 0,0 0 0 0 0,0 0 0 0 0,0 1 0 0 0,0-1 0 0 0,0 1 0 0 0,0-1-1 0 0,0 1 1 0 0,0-1 0 0 0,0 1 0 0 0,0 0 0 0 0,0-1 0 0 0,-1 1 0 0 0,1 0 0 0 0,0 0 0 0 0,-1-1 0 0 0,1 1 0 0 0,0 0 0 0 0,-1 0 0 0 0,1 0 0 0 0,-1 0 0 0 0,1 0-210 0 0,14 20 954 0 0,-1 1-1 0 0,-2 0 1 0 0,0 1 0 0 0,-1 1 0 0 0,-1 0-1 0 0,4 15-953 0 0,9 19 1307 0 0,-22-55-1241 0 0,-1-1 27 0 0,1 1 0 0 0,-1-1 0 0 0,1 1 0 0 0,0-1 1 0 0,0 1-1 0 0,0-1 0 0 0,1 1 0 0 0,-1-1 0 0 0,0 0 0 0 0,1 0 0 0 0,0 0 0 0 0,-1 0 1 0 0,1 0-1 0 0,0 0 0 0 0,0 0 0 0 0,0-1 0 0 0,0 1 0 0 0,0-1 0 0 0,1 1 0 0 0,-1-1 1 0 0,0 0-1 0 0,1 0 0 0 0,1 1-93 0 0,-3-2 215 0 0,83-95 598 0 0,-75 78-932 0 0,60-148-3229 0 0,-62 128-3537 0 0,-7 36 4777 0 0,0 1 63 0 0,0 0 127 0 0,3-3 120 0 0,20-18-2911 0 0,-18 18 3248 0 0</inkml:trace>
  <inkml:trace contextRef="#ctx0" brushRef="#br0" timeOffset="1078.918">1156 68 1312 0 0,'8'12'9674'0'0,"-8"19"-6518"0"0,0-30-2825 0 0,-3 69 2766 0 0,-32 163 1722 0 0,35-231-4699 0 0,4 15 134 0 0,0-11-228 0 0,0-1 1 0 0,0 1-1 0 0,1-1 1 0 0,-1 0-1 0 0,1 0 1 0 0,0 0 0 0 0,1 0-1 0 0,-1-1 1 0 0,1 0-1 0 0,0 0 1 0 0,0-1-1 0 0,0 0 1 0 0,1 0-1 0 0,-1 0 1 0 0,1-1-1 0 0,5 2-26 0 0,-3-3-149 0 0,0 0-1 0 0,1-1 0 0 0,-1 0 0 0 0,0 0 0 0 0,1-1 0 0 0,-1-1 0 0 0,0 1 0 0 0,1-1 0 0 0,-1-1 0 0 0,6-2 150 0 0,46-13-2673 0 0,-37 11-1604 0 0,-20 6 2056 0 0,4 1-7259 0 0,-9 1 7999 0 0</inkml:trace>
  <inkml:trace contextRef="#ctx0" brushRef="#br0" timeOffset="1376.248">1177 24 2052 0 0,'29'1'9715'0'0,"-10"1"-8943"0"0,1-2-7480 0 0,-12 6 3491 0 0,-7-1 1663 0 0</inkml:trace>
  <inkml:trace contextRef="#ctx0" brushRef="#br0" timeOffset="1629.165">1136 190 1472 0 0,'8'21'9169'0'0,"34"-8"-4526"0"0,-33-12-4228 0 0,203 11 5063 0 0,-195 0-8057 0 0,-20 1-3264 0 0,-29 22 19 0 0,-21 14 1435 0 0,31-33 2979 0 0</inkml:trace>
  <inkml:trace contextRef="#ctx0" brushRef="#br0" timeOffset="2683.953">1282 1 1424 0 0,'-3'0'1070'0'0,"-10"0"-39"0"0,10 0-90 0 0,3 0-101 0 0,0 0-23 0 0,0 0-93 0 0,0 0-14 0 0,-3 0-60 0 0,-10 0-89 0 0,10 0-21 0 0,-1 2 47 0 0,-41 25 3806 0 0,8-5-247 0 0,53-12-1113 0 0,35-4-1847 0 0,84 3-498 0 0,-54-2-1715 0 0,-79-7 547 0 0,-2 0-235 0 0,0 0-165 0 0,6-10-4450 0 0,-44 20-2880 0 0,-6 2 4942 0 0,23-5 1845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5:10.189"/>
    </inkml:context>
    <inkml:brush xml:id="br0">
      <inkml:brushProperty name="width" value="0.05" units="cm"/>
      <inkml:brushProperty name="height" value="0.05" units="cm"/>
      <inkml:brushProperty name="color" value="#FFFFFF"/>
    </inkml:brush>
  </inkml:definitions>
  <inkml:trace contextRef="#ctx0" brushRef="#br0">41 30 1388 0 0,'-5'-21'10024'0'0,"3"12"-5201"0"0,-2 9-1818 0 0,3 233-1867 0 0,0-134-1132 0 0,1 22-10 0 0,1-41-3421 0 0,-5-71 1333 0 0,-17-19-9247 0 0,17 3 9879 0 0</inkml:trace>
  <inkml:trace contextRef="#ctx0" brushRef="#br0" timeOffset="17768.182">417 609 1440 0 0,'-8'12'628'0'0,"-4"6"-92"0"0,-2-5-872 0 0,0 6-988 0 0</inkml:trace>
  <inkml:trace contextRef="#ctx0" brushRef="#br0" timeOffset="18676.623">400 562 1484 0 0,'0'0'778'0'0,"0"0"-57"0"0,0 0-81 0 0,0 0-29 0 0,0 0-39 0 0,0 0-55 0 0,0 0 6 0 0,0 0-23 0 0,0 0-14 0 0,0 0 0 0 0,0 0-45 0 0,0 0-21 0 0,0 0 30 0 0,0 0-16 0 0,0 0-64 0 0,0 0-53 0 0,0 0-29 0 0,0 0 11 0 0,0 0-46 0 0,0 0 10 0 0,0 0-38 0 0,0 0-19 0 0,0 0-45 0 0,0 0-42 0 0,-2 3-12 0 0,-86 103-1957 0 0,-4-6-4507 0 0,65-75 4837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5:09.409"/>
    </inkml:context>
    <inkml:brush xml:id="br0">
      <inkml:brushProperty name="width" value="0.05" units="cm"/>
      <inkml:brushProperty name="height" value="0.05" units="cm"/>
      <inkml:brushProperty name="color" value="#FFFFFF"/>
    </inkml:brush>
  </inkml:definitions>
  <inkml:trace contextRef="#ctx0" brushRef="#br0">61 44 2368 0 0,'0'0'1403'0'0,"0"0"-126"0"0,0 0-152 0 0,0 0-147 0 0,0 0-97 0 0,0 0-78 0 0,0 0-82 0 0,0 0-81 0 0,0 0-8 0 0,0 0-12 0 0,0 0-54 0 0,0 0-76 0 0,0 0-33 0 0,0 0 49 0 0,-14 16 1532 0 0,11-9-1906 0 0,-4 4 62 0 0,1 0 1 0 0,1 0-1 0 0,0 0 1 0 0,1 1-1 0 0,0 0 1 0 0,0-1-1 0 0,1 1 1 0 0,1 1-1 0 0,0-1 1 0 0,0 8-195 0 0,6 44 614 0 0,-1-54-585 0 0,1-1 1 0 0,0 0-1 0 0,1 0 1 0 0,-1 0-1 0 0,2 0 1 0 0,-1-1-1 0 0,1 0 1 0 0,1 0-1 0 0,0 0 1 0 0,0-1-1 0 0,0 0 1 0 0,1 0-1 0 0,0-1 1 0 0,0 0-1 0 0,0-1 1 0 0,1 1-1 0 0,0-2 1 0 0,0 1-1 0 0,2 0-29 0 0,5 0 6 0 0,-11-3-1 0 0,1 0-1 0 0,0-1 0 0 0,-1 1 0 0 0,1-1 1 0 0,0 0-1 0 0,0 0 0 0 0,0-1 1 0 0,0 1-1 0 0,-1-1 0 0 0,1-1 1 0 0,0 1-1 0 0,0-1 0 0 0,0 0 0 0 0,3-1-4 0 0,5-4 10 0 0,0-1-1 0 0,0-1 1 0 0,-1 0-1 0 0,0 0 1 0 0,-1-2-1 0 0,1 1 1 0 0,-2-2-1 0 0,1 1 1 0 0,-2-2-1 0 0,1 1 1 0 0,-2-1-1 0 0,1-1 1 0 0,3-7-10 0 0,-9 11 41 0 0,-1 0 0 0 0,0-1 0 0 0,0 0-1 0 0,0 1 1 0 0,-2-1 0 0 0,1 0 0 0 0,-1 0 0 0 0,0 0 0 0 0,-1 0 0 0 0,-1-2-41 0 0,0 5 54 0 0,-1-1 0 0 0,0 0 0 0 0,0 1 1 0 0,-1 0-1 0 0,0-1 0 0 0,-1 1 0 0 0,1 0 0 0 0,-2 0 0 0 0,1 1 0 0 0,0-1 0 0 0,-1 1 0 0 0,-1-1-54 0 0,-1 0 49 0 0,0 0-1 0 0,0 0 0 0 0,-1 1 1 0 0,0 0-1 0 0,0 0 0 0 0,0 1 1 0 0,-1 0-1 0 0,0 0 0 0 0,0 1 1 0 0,0 1-1 0 0,0-1 0 0 0,-1 1 0 0 0,1 1 1 0 0,-1-1-1 0 0,0 2 0 0 0,1-1 1 0 0,-1 2-1 0 0,0-1 0 0 0,0 1 1 0 0,-9 1-49 0 0,-57 35-3621 0 0,75-35 3301 0 0,0-1 0 0 0,0 0 0 0 0,0 1 0 0 0,0-1 0 0 0,1 1 0 0 0,-1-1 0 0 0,0 1 0 0 0,0-1 0 0 0,1 1 0 0 0,-1 0 0 0 0,0-1 0 0 0,1 1 0 0 0,-1 0 0 0 0,1 0 0 0 0,-1-1 0 0 0,1 1 0 0 0,-1 0 0 0 0,1 0 0 0 0,-1 0 0 0 0,1 0 0 0 0,0 0 0 0 0,-1-1 0 0 0,1 1 0 0 0,0 0 0 0 0,0 0 0 0 0,0 0 0 0 0,0 0 0 0 0,0 0 0 0 0,0 0 0 0 0,0 0 1 0 0,0 0-1 0 0,0 0 0 0 0,0 0 0 0 0,0 0 0 0 0,1-1 0 0 0,-1 1 0 0 0,0 0 0 0 0,1 0 0 0 0,-1 0 0 0 0,0 0 0 0 0,1 0 0 0 0,-1-1 0 0 0,1 1 0 0 0,0 0 0 0 0,-1 0 320 0 0,4 2-1423 0 0</inkml:trace>
  <inkml:trace contextRef="#ctx0" brushRef="#br0" timeOffset="18050.664">650 450 1768 0 0,'0'0'1018'0'0,"0"0"-105"0"0,0 0-87 0 0,0 0-17 0 0,0 0-70 0 0,0 0-40 0 0,0 0-35 0 0,0 0-51 0 0,0 0-3 0 0,0 0-35 0 0,0 0-76 0 0,0 0-68 0 0,0 0-19 0 0,2 1 16 0 0,-1 1-407 0 0,-1 1 0 0 0,0-1 1 0 0,0 1-1 0 0,0-1 1 0 0,0 1-1 0 0,0-1 0 0 0,0 1 1 0 0,-1-1-1 0 0,1 1 0 0 0,-1-1 1 0 0,0 0-1 0 0,0 1 1 0 0,0-1-1 0 0,0 0 0 0 0,0 1 1 0 0,0-1-1 0 0,0 0 0 0 0,-1 0 1 0 0,1 0-1 0 0,-1 0 1 0 0,0 0-1 0 0,0-1 0 0 0,1 1 1 0 0,-1 0-1 0 0,0-1 0 0 0,0 1 1 0 0,-2 0-22 0 0,-5 9-83 0 0,-64 76-2741 0 0,23-29-2182 0 0,39-42 3426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25.769"/>
    </inkml:context>
    <inkml:brush xml:id="br0">
      <inkml:brushProperty name="width" value="0.05" units="cm"/>
      <inkml:brushProperty name="height" value="0.05" units="cm"/>
      <inkml:brushProperty name="color" value="#FFFFFF"/>
    </inkml:brush>
  </inkml:definitions>
  <inkml:trace contextRef="#ctx0" brushRef="#br0">311 29 1148 0 0,'0'-19'1566'0'0,"0"15"-141"0"0,0 4-212 0 0,0 0-2 0 0,0 0-161 0 0,0 0-116 0 0,0 0-12 0 0,0 0-91 0 0,0 0-93 0 0,0 0-57 0 0,0 0-50 0 0,-10-5 746 0 0,-58 81 861 0 0,37-33-1946 0 0,3 3 1 0 0,2 0 0 0 0,2 1 0 0 0,2 2-1 0 0,2 0 1 0 0,2 1 0 0 0,3 1-1 0 0,2 0 1 0 0,2 1 0 0 0,2 1-1 0 0,-1 36-292 0 0,5 87 26 0 0,20-64-74 0 0,-7-71-223 0 0,1 1 0 0 0,2-2 0 0 0,2 1 0 0 0,1-2 0 0 0,17 31 271 0 0,-30-67-32 0 0,83 128-2518 0 0,2-70-2536 0 0,4-22-1071 0 0,-71-36 4675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29.521"/>
    </inkml:context>
    <inkml:brush xml:id="br0">
      <inkml:brushProperty name="width" value="0.05" units="cm"/>
      <inkml:brushProperty name="height" value="0.05" units="cm"/>
      <inkml:brushProperty name="color" value="#FFFFFF"/>
    </inkml:brush>
  </inkml:definitions>
  <inkml:trace contextRef="#ctx0" brushRef="#br0">135 159 916 0 0,'0'0'1582'0'0,"-5"4"-206"0"0,2-2-1215 0 0,1 1-1 0 0,-1 0 0 0 0,1 0 1 0 0,-1 0-1 0 0,1 0 1 0 0,0 0-1 0 0,0 1 0 0 0,0-1 1 0 0,0 0-1 0 0,1 1 1 0 0,0 0-1 0 0,-1-1 0 0 0,1 1 1 0 0,1 0-1 0 0,-1 0 0 0 0,0 0 1 0 0,1-1-1 0 0,0 1 1 0 0,0 0-1 0 0,0 4-160 0 0,-16 143 2390 0 0,-14 302 805 0 0,29-424-3535 0 0,-1 1 0 0 0,-1-1-1 0 0,-2 0 1 0 0,-1 0 0 0 0,-1 0 0 0 0,-6 11 340 0 0,7-30-1051 0 0,3-13-4992 0 0,-5-17 4471 0 0</inkml:trace>
  <inkml:trace contextRef="#ctx0" brushRef="#br0" timeOffset="375.03">136 232 1164 0 0,'5'-12'2858'0'0,"-5"11"-2696"0"0,0 0-1 0 0,1 0 0 0 0,-1 0 0 0 0,0 0 0 0 0,0 0 0 0 0,1 0 1 0 0,-1 0-1 0 0,0 1 0 0 0,1-1 0 0 0,-1 0 0 0 0,1 0 1 0 0,0 0-1 0 0,-1 0 0 0 0,1 1 0 0 0,0-1 0 0 0,-1 0 1 0 0,1 0-1 0 0,0 1 0 0 0,0-1 0 0 0,-1 1 0 0 0,1-1 0 0 0,0 0 1 0 0,0 1-1 0 0,0 0 0 0 0,0-1 0 0 0,0 1 0 0 0,0 0 1 0 0,0-1-1 0 0,0 1 0 0 0,0 0 0 0 0,0 0 0 0 0,0 0 0 0 0,0 0 1 0 0,0 0-1 0 0,0 0 0 0 0,0 0 0 0 0,0 0 0 0 0,0 0 1 0 0,0 0-1 0 0,0 1 0 0 0,0-1 0 0 0,0 0 0 0 0,0 1 1 0 0,0-1-1 0 0,0 1-161 0 0,50 7 2691 0 0,-7 7-1833 0 0,-23-10-607 0 0,1 2 0 0 0,-1 0 0 0 0,-1 1 1 0 0,1 1-1 0 0,-2 1 0 0 0,1 1 0 0 0,-1 1 0 0 0,-1 0 0 0 0,0 1 0 0 0,-1 2 0 0 0,0-1 1 0 0,-1 2-1 0 0,0 1-251 0 0,-11-7 99 0 0,0 0 0 0 0,0 0 0 0 0,-1 1 0 0 0,0-1 0 0 0,-1 1 0 0 0,0 0 0 0 0,-1 0 0 0 0,0 0 0 0 0,-1 0 0 0 0,0 0 0 0 0,-1 1 0 0 0,0-1 0 0 0,-1 2-99 0 0,1-4 33 0 0,-1 0 0 0 0,0 0 1 0 0,-1 0-1 0 0,0 0 0 0 0,-1 0 0 0 0,0-1 0 0 0,0 1 0 0 0,0-1 0 0 0,-1 0 1 0 0,-4 6-35 0 0,-2 7 93 0 0,-7 11-129 0 0,-2-1 1 0 0,0 0 0 0 0,-2-1-1 0 0,-2-1 1 0 0,0-1-1 0 0,-2-2 1 0 0,-1 0-1 0 0,-10 6 37 0 0,15-16-323 0 0,0-1-1 0 0,-2-1 0 0 0,0-1 0 0 0,0 0 1 0 0,-1-2-1 0 0,-1-1 0 0 0,-2-1 324 0 0,-60 7-4047 0 0,85-16 2654 0 0,-4-42-7019 0 0,15 22 6858 0 0</inkml:trace>
  <inkml:trace contextRef="#ctx0" brushRef="#br0" timeOffset="879.064">701 397 2216 0 0,'-19'26'6798'0'0,"-5"18"-4979"0"0,14-24-685 0 0,-11 28 64 0 0,2 1-1 0 0,3 1 1 0 0,1 0 0 0 0,1 9-1198 0 0,7-34 296 0 0,-6 112 1015 0 0,34-55-1010 0 0,-19-75-274 0 0,0 0 0 0 0,1 0 0 0 0,1-1 0 0 0,-1 1 0 0 0,1-1 0 0 0,0 1-1 0 0,0-1 1 0 0,1 0 0 0 0,0-1 0 0 0,0 1 0 0 0,0-1 0 0 0,0 0 0 0 0,1 0 0 0 0,0-1 0 0 0,0 0 0 0 0,1 0 0 0 0,-1 0 0 0 0,1 0 0 0 0,-1-1 0 0 0,1-1 0 0 0,0 1 0 0 0,0-1 0 0 0,1 0 0 0 0,-1 0 0 0 0,0-1 0 0 0,1 0 0 0 0,4 0-27 0 0,-3-2-1 0 0,-1-1-1 0 0,1 1 1 0 0,-1-1 0 0 0,1-1 0 0 0,-1 0 0 0 0,0 0 0 0 0,0 0-1 0 0,-1-1 1 0 0,1 0 0 0 0,-1-1 0 0 0,0 1 0 0 0,0-1-1 0 0,0-1 1 0 0,0 1 0 0 0,-1-1 0 0 0,3-4 1 0 0,88-112-258 0 0,-85 106 230 0 0,-2-1 0 0 0,0 0 0 0 0,-2-1 0 0 0,0 0 0 0 0,0 0 0 0 0,-2-1 0 0 0,0 0 0 0 0,-1 0 1 0 0,-1 0-1 0 0,-1-1 0 0 0,-1 1 0 0 0,0-1 0 0 0,-2-10 28 0 0,-1 22-3 0 0,-1-1 1 0 0,1 1 0 0 0,-1-1 0 0 0,-1 1 0 0 0,0 0-1 0 0,0 0 1 0 0,-1 0 0 0 0,0 1 0 0 0,0-1-1 0 0,-1 1 1 0 0,0-2 2 0 0,-10-16 2 0 0,11 18-33 0 0,0 0-1 0 0,-1 1 1 0 0,0 0 0 0 0,0-1 0 0 0,0 2-1 0 0,-1-1 1 0 0,0 0 0 0 0,0 1 0 0 0,0 0-1 0 0,-1 1 1 0 0,0-1 0 0 0,1 1-1 0 0,-8-2 32 0 0,-64-11-3067 0 0,77 17 2140 0 0,-24 3-7115 0 0,17 15 5147 0 0,10-14 1298 0 0</inkml:trace>
  <inkml:trace contextRef="#ctx0" brushRef="#br0" timeOffset="1481.167">1101 394 2536 0 0,'14'73'5021'0'0,"-7"205"2551"0"0,12-136-5953 0 0,-20-141-1597 0 0,1 0-1 0 0,-1 0 1 0 0,1-1-1 0 0,0 1 1 0 0,-1 0-1 0 0,1 0 1 0 0,0 0-1 0 0,0 0 1 0 0,0 0-1 0 0,-1 0 1 0 0,1-1-1 0 0,0 1 1 0 0,0 0-1 0 0,0 0 1 0 0,1 0-1 0 0,-1 0 1 0 0,0 0-1 0 0,0 0 1 0 0,0 0-1 0 0,1-1 1 0 0,-1 1-1 0 0,0 0 1 0 0,1 0-1 0 0,-1 0 1 0 0,0 0-1 0 0,1-1 1 0 0,0 1-1 0 0,-1 0 1 0 0,1-1-1 0 0,-1 1 1 0 0,1 0-1 0 0,0-1 1 0 0,-1 1-1 0 0,1-1 1 0 0,0 1-1 0 0,0-1 1 0 0,-1 1-1 0 0,1-1 1 0 0,0 1-1 0 0,0-1 1 0 0,0 0-1 0 0,-1 0 1 0 0,1 1-1 0 0,0-1 1 0 0,0 0-1 0 0,0 0 1 0 0,0 0-1 0 0,0 0 1 0 0,0 0-1 0 0,0 0 1 0 0,0 0-1 0 0,-1 0 1 0 0,1 0-1 0 0,0 0 1 0 0,0-1-1 0 0,0 1 1 0 0,0 0-1 0 0,0-1 1 0 0,-1 1-1 0 0,1 0 1 0 0,0-1-1 0 0,0 1 1 0 0,-1-1-1 0 0,1 0-21 0 0,17-17-171 0 0,-2-2 0 0 0,-1 0 0 0 0,0-1-1 0 0,-1 0 1 0 0,-1-1 0 0 0,-2-1-1 0 0,0 0 1 0 0,2-8 171 0 0,21-41-355 0 0,-3 31 396 0 0,-28 45 21 0 0,45 198 1336 0 0,5-30 311 0 0,-19-116-469 0 0,-34-56-1023 0 0,2 0-64 0 0,42-43 238 0 0,-41 38-352 0 0,25-44-59 0 0,-2-2 1 0 0,-2 0-1 0 0,-2-2 1 0 0,-3-1-1 0 0,11-50 20 0 0,1-75-1590 0 0,-26 107-2279 0 0,-5 71 2419 0 0,0 1-165 0 0,0 0-356 0 0,0 0 117 0 0,0 0 148 0 0,1-2 101 0 0,4-12-1341 0 0,-3 16 1517 0 0</inkml:trace>
  <inkml:trace contextRef="#ctx0" brushRef="#br0" timeOffset="1796.889">1911 360 2544 0 0,'4'39'5076'0'0,"-4"18"-1973"0"0,-1-24-1591 0 0,-19 97 1030 0 0,-36 56 250 0 0,-36 31-1500 0 0,83-204-2322 0 0,9-21-383 0 0,7-22 33 0 0,27-50-1312 0 0,33-158-7343 0 0,-54 207 8980 0 0</inkml:trace>
  <inkml:trace contextRef="#ctx0" brushRef="#br0" timeOffset="2107.484">1896 563 1892 0 0,'40'-79'3400'0'0,"-21"47"-1217"0"0,1 21 2191 0 0,-17 15-3637 0 0,6 9-348 0 0,-1 1 0 0 0,-1 0-1 0 0,0 0 1 0 0,0 1 0 0 0,-2 0 0 0 0,0 0 0 0 0,0 0 0 0 0,-2 1 0 0 0,0 0-1 0 0,0-1 1 0 0,-1 11-389 0 0,3 6 459 0 0,75 315 3492 0 0,-80-346-3923 0 0,0 0 0 0 0,0 0 0 0 0,0 0 0 0 0,1 0 1 0 0,-1 0-1 0 0,0 0 0 0 0,1 0 0 0 0,-1-1 0 0 0,1 1 0 0 0,-1 0 1 0 0,1 0-1 0 0,-1 0 0 0 0,1-1 0 0 0,-1 1 0 0 0,1 0 0 0 0,0 0 1 0 0,0-1-1 0 0,-1 1 0 0 0,1-1 0 0 0,0 1 0 0 0,0-1 1 0 0,0 1-1 0 0,-1-1 0 0 0,1 1 0 0 0,0-1 0 0 0,0 0 0 0 0,0 1 1 0 0,0-1-1 0 0,0 0 0 0 0,0 0 0 0 0,0 0 0 0 0,0 0 1 0 0,0 0-1 0 0,0 0 0 0 0,0 0 0 0 0,0 0 0 0 0,-1 0 0 0 0,1 0 1 0 0,0 0-1 0 0,0-1 0 0 0,0 1 0 0 0,0 0 0 0 0,0-1 0 0 0,0 1 1 0 0,0-1-1 0 0,-1 1 0 0 0,1-1 0 0 0,0 1 0 0 0,0-1 1 0 0,-1 1-1 0 0,1-1 0 0 0,0 0 0 0 0,-1 0 0 0 0,1 1 0 0 0,0-1 1 0 0,-1 0-1 0 0,1 0 0 0 0,-1 0-28 0 0,40-49 318 0 0,6-33-857 0 0,-2-2 0 0 0,-5-1 1 0 0,6-29 538 0 0,-27 19-4983 0 0,-18 90 3155 0 0,-3-3-10066 0 0,1 6 12470 0 0,3 5-2092 0 0</inkml:trace>
  <inkml:trace contextRef="#ctx0" brushRef="#br0" timeOffset="2345.245">2537 901 2596 0 0,'-10'55'6040'0'0,"-30"24"-2497"0"0,11-24-1789 0 0,-19 15-1449 0 0,1-44-7856 0 0,45-26 5874 0 0,1 0 203 0 0,-7 0 2 0 0</inkml:trace>
  <inkml:trace contextRef="#ctx0" brushRef="#br0" timeOffset="2766.285">2804 140 1128 0 0,'7'4'6738'0'0,"6"16"-3382"0"0,37 79 358 0 0,-49-97-3825 0 0,1 0 0 0 0,0 1 1 0 0,0-1-1 0 0,0 0 0 0 0,0 0 0 0 0,1 0 0 0 0,-1 0 0 0 0,0-1 1 0 0,1 1-1 0 0,0-1 0 0 0,-1 1 0 0 0,1-1 0 0 0,0 0 1 0 0,0 0-1 0 0,-1 0 0 0 0,1 0 0 0 0,0 0 0 0 0,0-1 0 0 0,0 0 1 0 0,0 1-1 0 0,0-1 0 0 0,0 0 0 0 0,0 0 0 0 0,0-1 0 0 0,0 1 1 0 0,0-1-1 0 0,0 1 0 0 0,0-1 0 0 0,0 0 0 0 0,-1 0 1 0 0,1 0-1 0 0,0 0 0 0 0,-1-1 0 0 0,1 1 0 0 0,0-1 0 0 0,-1 0 1 0 0,0 1-1 0 0,1-1 0 0 0,-1 0 0 0 0,0-1 0 0 0,1 0 111 0 0,97-85-6790 0 0,-87 68 6192 0 0</inkml:trace>
  <inkml:trace contextRef="#ctx0" brushRef="#br0" timeOffset="3047.997">3122 135 3164 0 0,'18'-21'3388'0'0,"-23"26"1534"0"0,-94 64-2314 0 0,-209 150-186 0 0,261-186-2014 0 0,47-32-276 0 0,15 3 33 0 0,42-8-131 0 0,96-44 293 0 0,-113 39-1011 0 0,-1-2-1 0 0,-1-1 0 0 0,0-2 1 0 0,-1-2-1 0 0,14-9 685 0 0,-34 4-3823 0 0,-14-7-4047 0 0,-3 16 6332 0 0</inkml:trace>
  <inkml:trace contextRef="#ctx0" brushRef="#br0" timeOffset="3313.736">3091 41 1504 0 0,'-21'-40'5435'0'0,"15"65"-1458"0"0,-26 151-759 0 0,-24 174-564 0 0,27-195-3589 0 0,17-124 375 0 0,2-6-1372 0 0,7-9-3307 0 0,15-46 1267 0 0,-9 23 3810 0 0</inkml:trace>
  <inkml:trace contextRef="#ctx0" brushRef="#br0" timeOffset="3558.283">2948 715 4572 0 0,'18'-94'6455'0'0,"-18"93"-6094"0"0,0 1-26 0 0,0 0-100 0 0,0 0-29 0 0,-3-14 466 0 0,-50-20-1249 0 0,34 11-5806 0 0,17 16 3195 0 0,1 4 1792 0 0</inkml:trace>
  <inkml:trace contextRef="#ctx0" brushRef="#br0" timeOffset="3841.308">2922 480 1912 0 0,'25'-24'5851'0'0,"-31"32"-2178"0"0,-24 35-2667 0 0,-127 142 1884 0 0,144-175-2738 0 0,17-14-243 0 0,165-105-1369 0 0,-150 100 1359 0 0,1 2 0 0 0,0 1-1 0 0,1 0 1 0 0,-1 2 0 0 0,1 0 0 0 0,0 1 0 0 0,0 1 0 0 0,0 1 0 0 0,9 1 101 0 0,34 29 370 0 0,-62-28-403 0 0,-1-1 1 0 0,0 0-1 0 0,0 1 1 0 0,0 0-1 0 0,0-1 1 0 0,1 1-1 0 0,-1 0 0 0 0,0-1 1 0 0,0 1-1 0 0,0 0 1 0 0,0 0-1 0 0,-1 0 1 0 0,1 0-1 0 0,0 0 1 0 0,0 0-1 0 0,0 0 1 0 0,-1 0-1 0 0,1 0 1 0 0,0 0-1 0 0,-1 0 1 0 0,1 1-1 0 0,-1-1 1 0 0,0 0-1 0 0,1 0 1 0 0,-1 1-1 0 0,0-1 1 0 0,0 0-1 0 0,0 1 1 0 0,0-1-1 0 0,0 0 1 0 0,0 0-1 0 0,0 1 1 0 0,0-1-1 0 0,0 0 1 0 0,-1 0-1 0 0,1 1 1 0 0,0-1-1 0 0,-1 0 1 0 0,1 0-1 0 0,-1 1 1 0 0,0-1-1 0 0,1 0 1 0 0,-1 0-1 0 0,0 0 1 0 0,0 0-1 0 0,1 0 1 0 0,-1 0-1 0 0,0 0 1 0 0,0 0-1 0 0,0-1 1 0 0,0 1-1 0 0,0 0 1 0 0,0 0-1 0 0,-1 0 33 0 0,-126 45-8739 0 0,104-41 7081 0 0</inkml:trace>
  <inkml:trace contextRef="#ctx0" brushRef="#br0" timeOffset="4430.467">2970 706 1672 0 0,'-2'0'367'0'0,"1"1"-1"0"0,0-1 1 0 0,-1 1-1 0 0,1-1 1 0 0,0 1-1 0 0,0-1 1 0 0,-1 1-1 0 0,1 0 1 0 0,0 0-1 0 0,0-1 1 0 0,0 1-1 0 0,0 0 1 0 0,0 0-1 0 0,0 0 1 0 0,0 0-1 0 0,0 0 1 0 0,0 1-1 0 0,0-1 1 0 0,1 0 0 0 0,-1 0-1 0 0,0 0 1 0 0,1 1-1 0 0,-1-1 1 0 0,1 0-1 0 0,-1 1 1 0 0,1-1-1 0 0,0 0 1 0 0,0 1-1 0 0,0-1 1 0 0,-1 1-1 0 0,1-1-366 0 0,-9 27 976 0 0,-59 68-6 0 0,25-33-17 0 0,43-62-933 0 0,0-1-20 0 0,2 4 40 0 0,115 82 92 0 0,-31-19-184 0 0,4 15 369 0 0,-89-81-363 0 0,-40-32-1455 0 0,-2-13 1208 0 0,1-1-1 0 0,2-2 0 0 0,2-1 0 0 0,3-2 1 0 0,-8-18 293 0 0,27 21 420 0 0,14 45-224 0 0,0 2-71 0 0,5-5 34 0 0,-3 4-151 0 0,0-1 25 0 0,-1 0-1 0 0,1 1 1 0 0,0-1-1 0 0,-1 1 1 0 0,1-1-1 0 0,0 1 1 0 0,0 0-1 0 0,0 0 1 0 0,0 0-1 0 0,1 0 1 0 0,-1 0-1 0 0,0 0 1 0 0,0 1-1 0 0,0-1 0 0 0,1 1 1 0 0,-1-1-1 0 0,0 1 1 0 0,1 0-1 0 0,-1 0 1 0 0,0 0-1 0 0,0 0 1 0 0,1 1-1 0 0,-1-1 1 0 0,2 1-33 0 0,3 2 166 0 0,0 0 0 0 0,0 0 0 0 0,-1 0 0 0 0,1 1 0 0 0,-1 0 0 0 0,0 1 0 0 0,0-1 1 0 0,0 1-1 0 0,-1 0 0 0 0,0 0 0 0 0,0 1 0 0 0,0 0 0 0 0,-1 0 0 0 0,1 0 0 0 0,-2 0 0 0 0,1 1 1 0 0,-1-1-1 0 0,1 1 0 0 0,-2 0 0 0 0,1 0 0 0 0,0 5-166 0 0,-21 46 1131 0 0,13-48-1093 0 0,0 0-1 0 0,-1-1 0 0 0,0 1 0 0 0,-1-1 0 0 0,0-1 0 0 0,0 1 0 0 0,-1-1 0 0 0,0-1 0 0 0,-1 1 0 0 0,1-1 1 0 0,-8 4-38 0 0,3-1-78 0 0,-61 28-1035 0 0,55-54 266 0 0,17 13 758 0 0,0 1 0 0 0,1-1 0 0 0,-1 0 0 0 0,1 0 0 0 0,0 0 0 0 0,0 0-1 0 0,0 0 1 0 0,0 0 0 0 0,0-1 0 0 0,1 1 0 0 0,-1 0 0 0 0,1 0 0 0 0,0 0 0 0 0,0-1 0 0 0,0 1 0 0 0,0 0 0 0 0,1 0 0 0 0,0-4 89 0 0,0-12-640 0 0,27-86-992 0 0,-18 85 1223 0 0,16-38-1816 0 0,3 1 0 0 0,2 2 0 0 0,3 1 0 0 0,2 2 0 0 0,3 0 2225 0 0,-6 11-1640 0 0</inkml:trace>
  <inkml:trace contextRef="#ctx0" brushRef="#br0" timeOffset="4979.553">3327 194 1048 0 0,'34'-37'3150'0'0,"-8"18"3247"0"0,-50 59-2674 0 0,-17 27-2481 0 0,26-45-898 0 0,0 1 0 0 0,2 0-1 0 0,0 1 1 0 0,2 0 0 0 0,1 1 0 0 0,0 0 0 0 0,2 0-1 0 0,-2 16-343 0 0,10-38 15 0 0,0-1-1 0 0,0 1 0 0 0,0 0 0 0 0,0-1 0 0 0,0 1 0 0 0,1 0 0 0 0,0-1 1 0 0,-1 1-1 0 0,1 0 0 0 0,0-1 0 0 0,0 1 0 0 0,0-1 0 0 0,1 0 1 0 0,-1 1-1 0 0,1-1 0 0 0,-1 0 0 0 0,1 0 0 0 0,0 0 0 0 0,0 0 0 0 0,0 0 1 0 0,0 0-1 0 0,0 0 0 0 0,0-1 0 0 0,0 1 0 0 0,0-1 0 0 0,2 1-14 0 0,64 38 31 0 0,-60-37-11 0 0,0 0 0 0 0,0 1 0 0 0,0 0-1 0 0,0 0 1 0 0,-1 1 0 0 0,0 0 0 0 0,0 1-1 0 0,0-1 1 0 0,0 1 0 0 0,-1 1 0 0 0,0-1 0 0 0,-1 1-1 0 0,1 0 1 0 0,-1 0 0 0 0,0 0 0 0 0,3 8-20 0 0,10 77 664 0 0,-20-14-252 0 0,-2-65-391 0 0,-2-1 0 0 0,0 1-1 0 0,0-1 1 0 0,-1-1 0 0 0,0 0 0 0 0,-1 0 0 0 0,0 0 0 0 0,-1-1 0 0 0,0 0 0 0 0,-3 2-21 0 0,5-6-52 0 0,2 1-77 0 0,-1-1 1 0 0,0 0-1 0 0,0 0 0 0 0,0-1 1 0 0,0 0-1 0 0,-1 0 1 0 0,0 0-1 0 0,0-1 1 0 0,0 0-1 0 0,-1 0 0 0 0,1-1 1 0 0,-1 0-1 0 0,0 0 1 0 0,0-1-1 0 0,0 0 1 0 0,0-1-1 0 0,0 1 0 0 0,0-1 1 0 0,0-1-1 0 0,-1 0 1 0 0,1 0-1 0 0,0 0 1 0 0,0-1-1 0 0,-3-1 129 0 0,2-2-242 0 0,1-1 1 0 0,-1 1-1 0 0,1-1 0 0 0,0-1 1 0 0,1 0-1 0 0,-1 0 1 0 0,1-1-1 0 0,0 1 0 0 0,1-1 1 0 0,0-1-1 0 0,0 1 0 0 0,0-1 1 0 0,1 0-1 0 0,0-1 1 0 0,-3-7 241 0 0,-18-101-3513 0 0,27 110 3444 0 0,-1 0-1 0 0,2 0 1 0 0,-1 0 0 0 0,1 0 0 0 0,0 0 0 0 0,0 0 0 0 0,1 1 0 0 0,0-1 0 0 0,0 1 0 0 0,1 0 0 0 0,0 0 0 0 0,0 0 0 0 0,4-5 69 0 0,-4 9 91 0 0,-1 0 0 0 0,1 1 0 0 0,-1 0 0 0 0,1 0 0 0 0,0 0 0 0 0,0 0 0 0 0,0 0 0 0 0,-1 1 1 0 0,1-1-1 0 0,0 1 0 0 0,0 0 0 0 0,0 0 0 0 0,0 1 0 0 0,0-1 0 0 0,-1 1 0 0 0,1 0 1 0 0,0 0-1 0 0,0 0 0 0 0,-1 0 0 0 0,1 1 0 0 0,-1 0 0 0 0,1-1 0 0 0,-1 1 0 0 0,0 1 1 0 0,1-1-1 0 0,-1 0 0 0 0,0 1 0 0 0,0-1 0 0 0,-1 1 0 0 0,1 0 0 0 0,-1 0 0 0 0,3 3-91 0 0,2 0 147 0 0,150 137 3126 0 0,45 33-588 0 0,-183-161-2724 0 0,-16-12-109 0 0,0 0-1 0 0,1 0 0 0 0,-1 0 0 0 0,1-1 0 0 0,-1 1 0 0 0,1-1 0 0 0,0 0 0 0 0,0 0 0 0 0,0 0 0 0 0,0-1 0 0 0,1 1 0 0 0,-1-1 0 0 0,0 0 0 0 0,1 0 0 0 0,-1-1 0 0 0,3 1 149 0 0,9-6-2825 0 0,-10 0 2147 0 0,-1 0 1 0 0,0 0 0 0 0,0 0 0 0 0,0-1-1 0 0,0 0 1 0 0,-1 0 0 0 0,0 0 0 0 0,-1 0 0 0 0,1-1-1 0 0,-1 1 1 0 0,0-1 0 0 0,-1 0 0 0 0,1 0-1 0 0,-2 0 1 0 0,1-2 677 0 0,-2-4-1588 0 0</inkml:trace>
  <inkml:trace contextRef="#ctx0" brushRef="#br0" timeOffset="5263.666">3970 56 2128 0 0,'1'0'183'0'0,"0"-1"0"0"0,-1 1-1 0 0,1-1 1 0 0,0 1-1 0 0,0 0 1 0 0,-1 0 0 0 0,1-1-1 0 0,0 1 1 0 0,0 0 0 0 0,0 0-1 0 0,0 0 1 0 0,-1 0 0 0 0,1 0-1 0 0,0 0 1 0 0,0 0 0 0 0,0 0-1 0 0,0 0 1 0 0,-1 0 0 0 0,1 1-1 0 0,0-1 1 0 0,0 0 0 0 0,0 0-1 0 0,-1 1 1 0 0,1-1 0 0 0,0 1-1 0 0,-1-1 1 0 0,1 1-1 0 0,0-1 1 0 0,-1 1 0 0 0,1-1-1 0 0,0 1 1 0 0,-1-1 0 0 0,1 1-1 0 0,-1 0 1 0 0,1-1 0 0 0,-1 1-1 0 0,1 0 1 0 0,-1 0 0 0 0,0-1-1 0 0,1 1 1 0 0,-1 0 0 0 0,0 0-1 0 0,0-1 1 0 0,1 1 0 0 0,-1 0-1 0 0,0 0-182 0 0,16 47 2308 0 0,-15-44-2106 0 0,10 90 1979 0 0,-14-89-2702 0 0,1 1-1 0 0,-2-1 1 0 0,1 0-1 0 0,0 0 1 0 0,-1-1-1 0 0,0 1 1 0 0,0-1-1 0 0,0 0 1 0 0,-1 0-1 0 0,0 0 1 0 0,1-1-1 0 0,-1 1 0 0 0,0-1 1 0 0,-1 0-1 0 0,1-1 1 0 0,0 1-1 0 0,-1-1 1 0 0,-4 1 521 0 0,-8 6-1146 0 0,-4 4-361 0 0,0-2-14 0 0</inkml:trace>
  <inkml:trace contextRef="#ctx0" brushRef="#br0" timeOffset="6193.685">3712 360 1100 0 0,'-5'6'1073'0'0,"0"0"0"0"0,0 0 0 0 0,0 1 0 0 0,1 0 0 0 0,0 0 0 0 0,0 0 0 0 0,1 0 0 0 0,0 0 0 0 0,0 1 1 0 0,1 0-1 0 0,0-1 0 0 0,0 3-1073 0 0,2-10 340 0 0,0 0-129 0 0,27-19 258 0 0,-20 8-436 0 0,0 0 0 0 0,0 1 0 0 0,1 0-1 0 0,0 0 1 0 0,1 1 0 0 0,0 0 0 0 0,1 1-1 0 0,-1 0 1 0 0,2 0 0 0 0,-1 1 0 0 0,1 0 0 0 0,0 1-1 0 0,0 1 1 0 0,1-1 0 0 0,0 2 0 0 0,0-1-1 0 0,0 2 1 0 0,0 0 0 0 0,1 0 0 0 0,-1 1-1 0 0,13 0-32 0 0,-16 2 69 0 0,1 0-1 0 0,-1 1 1 0 0,0 1-1 0 0,0-1 1 0 0,0 2-1 0 0,1-1 1 0 0,-2 1-1 0 0,1 0 1 0 0,0 1-1 0 0,-1 0 1 0 0,0 1-1 0 0,1 0 1 0 0,-2 0-1 0 0,2 1-68 0 0,-1 27 661 0 0,-8-31-551 0 0,-3 4-51 0 0,-43 59-683 0 0,33-54 452 0 0,-1-1 1 0 0,-1-1-1 0 0,0-1 0 0 0,0 0 0 0 0,0-1 0 0 0,-1 0 0 0 0,0-1 0 0 0,0-1 1 0 0,-1-1-1 0 0,0 0 0 0 0,0-1 0 0 0,-14 0 172 0 0,30-3 29 0 0,1 0-19 0 0,0 0 30 0 0,-5-4 239 0 0,6 4-261 0 0,-1 0 1 0 0,0 0-1 0 0,1 0 0 0 0,-1 0 1 0 0,0 0-1 0 0,0 0 0 0 0,1 0 1 0 0,-1 0-1 0 0,0 0 0 0 0,0 0 1 0 0,1-1-1 0 0,-1 1 0 0 0,0 0 1 0 0,0 0-1 0 0,1 0 0 0 0,-1 0 1 0 0,0-1-1 0 0,0 1 0 0 0,0 0 1 0 0,1 0-1 0 0,-1 0 0 0 0,0-1 1 0 0,0 1-1 0 0,0 0 0 0 0,0 0 1 0 0,0-1-1 0 0,1 1 0 0 0,-1 0 0 0 0,0 0 1 0 0,0-1-1 0 0,0 1 0 0 0,0 0 1 0 0,0 0-1 0 0,0-1 0 0 0,0 1 1 0 0,0 0-1 0 0,0 0 0 0 0,0-1 1 0 0,0 1-1 0 0,0 0 0 0 0,0-1 1 0 0,0 1-1 0 0,0 0 0 0 0,0 0 1 0 0,-1-1-1 0 0,1 1 0 0 0,0 0 1 0 0,0 0-1 0 0,0-1 0 0 0,0 1 1 0 0,0 0-1 0 0,-1 0 0 0 0,1 0 1 0 0,0-1-1 0 0,0 1 0 0 0,0 0 1 0 0,-1 0-1 0 0,1 0 0 0 0,0 0 0 0 0,0-1-18 0 0,2 0 44 0 0,0 1-1 0 0,0-1 0 0 0,0 0 1 0 0,0 1-1 0 0,1-1 0 0 0,-1 1 1 0 0,0 0-1 0 0,1-1 0 0 0,-1 1 1 0 0,0 0-1 0 0,0 1 0 0 0,1-1 1 0 0,-1 0-1 0 0,0 1 0 0 0,0-1 1 0 0,1 1-1 0 0,-1 0 0 0 0,0-1 1 0 0,0 1-1 0 0,0 0 0 0 0,0 0 1 0 0,0 1-1 0 0,0-1 0 0 0,0 0 1 0 0,0 1-1 0 0,-1-1 0 0 0,1 1 1 0 0,0 0-1 0 0,-1-1 0 0 0,1 1 1 0 0,-1 0-1 0 0,0 0 0 0 0,0 0 0 0 0,0 0 1 0 0,1 0-1 0 0,-2 0 0 0 0,1 0 1 0 0,0 0-1 0 0,0 1 0 0 0,-1-1 1 0 0,1 0-1 0 0,-1 0 0 0 0,0 1 1 0 0,0-1-1 0 0,0 0 0 0 0,0 0 1 0 0,0 3-44 0 0,-23 52-180 0 0,24-52 147 0 0,-1-1 1 0 0,1 1-1 0 0,0-1 1 0 0,0 0 0 0 0,0 0-1 0 0,1 1 1 0 0,-1-1-1 0 0,1 0 1 0 0,0 0 0 0 0,0 0-1 0 0,1-1 1 0 0,-1 1 0 0 0,1 0-1 0 0,0-1 1 0 0,0 0-1 0 0,2 3 33 0 0,21 32-151 0 0,-23-32 183 0 0,0 0 0 0 0,-1 1-1 0 0,0-1 1 0 0,0 1 0 0 0,0 0 0 0 0,-1 0-1 0 0,0 0 1 0 0,-1-1 0 0 0,1 1 0 0 0,-2 0-1 0 0,1 0 1 0 0,0 0 0 0 0,-1 0 0 0 0,-1 0-1 0 0,0 2-31 0 0,-21 63 212 0 0,-16 11-310 0 0,4-73-182 0 0,34-10 334 0 0,-3 0 39 0 0,-91-35 111 0 0,41 9 91 0 0,-52-39 1660 0 0,107 64-1863 0 0,0 0 1 0 0,0-1 0 0 0,0 1-1 0 0,0-1 1 0 0,0 1 0 0 0,0 0-1 0 0,1 0 1 0 0,-1 0 0 0 0,0 0-1 0 0,1 0 1 0 0,-1 0 0 0 0,1 0-1 0 0,-1 0 1 0 0,1 1 0 0 0,0-1-1 0 0,-1 0 1 0 0,1 1 0 0 0,0 0-1 0 0,-1-1 1 0 0,1 1 0 0 0,0 0-1 0 0,-1 0 1 0 0,1 0 0 0 0,0 0-1 0 0,0 0 1 0 0,-1 0 0 0 0,1 0-1 0 0,0 1 1 0 0,1-1-93 0 0,1 0 130 0 0,60-3 761 0 0,296-34 16 0 0,-325 37-2711 0 0,-13 0-6923 0 0,-18-14 4367 0 0,16-25-2470 0 0,-19 29 5313 0 0</inkml:trace>
  <inkml:trace contextRef="#ctx0" brushRef="#br0" timeOffset="6665.732">4213 62 1892 0 0,'31'-58'8604'0'0,"-12"61"-4195"0"0,-1 41-3449 0 0,-16-36-596 0 0,17 61 498 0 0,-2 1 1 0 0,-4 0 0 0 0,-3 2-1 0 0,-3-1 1 0 0,-3 1 0 0 0,-4 4-863 0 0,-29 82 376 0 0,23-136-689 0 0,0 0 0 0 0,-1 0 0 0 0,-1-1 0 0 0,-1 0 0 0 0,-1-1 1 0 0,-1 0-1 0 0,-1 0 0 0 0,-1-1 0 0 0,0-1 0 0 0,-1 0 0 0 0,-1-1 0 0 0,-1 0 1 0 0,-2 0 312 0 0,-13 12-1820 0 0,-2-2 1 0 0,-2-1 0 0 0,0-2-1 0 0,-1-2 1 0 0,-1-1 0 0 0,-1-1-1 0 0,-1-2 1 0 0,-36 10 1819 0 0,29-15-1535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7:38.847"/>
    </inkml:context>
    <inkml:brush xml:id="br0">
      <inkml:brushProperty name="width" value="0.05" units="cm"/>
      <inkml:brushProperty name="height" value="0.05" units="cm"/>
      <inkml:brushProperty name="color" value="#FFFFFF"/>
    </inkml:brush>
  </inkml:definitions>
  <inkml:trace contextRef="#ctx0" brushRef="#br0">243 31 2052 0 0,'0'0'1095'0'0,"0"0"-154"0"0,0 0-74 0 0,0 0-75 0 0,0 0 3 0 0,0 0-90 0 0,0 0 17 0 0,0 0-90 0 0,0 0-64 0 0,0 0-9 0 0,0 0-41 0 0,0 0 54 0 0,0 0 114 0 0,0 0-96 0 0,0 0-138 0 0,0 0-33 0 0,0 0 86 0 0,0 0 11 0 0,0 0-18 0 0,0 0-69 0 0,0 0-10 0 0,0 0 4 0 0,0 0-94 0 0,0 0-87 0 0,0 0-54 0 0,0 0 18 0 0,0 0 41 0 0,0 0-64 0 0,0 0 18 0 0,0 0-22 0 0,-8 4 34 0 0,-26 13 20 0 0,-22 45 811 0 0,-28 77-539 0 0,34 50-459 0 0,40-26-30 0 0,35-107 19 0 0,-25-56-35 0 0,15 39-19 0 0,-5-15-9 0 0,3 0 22 0 0,-2-8 27 0 0,12 13-152 0 0,13 11 264 0 0,-28-31-105 0 0,0 0-1 0 0,1 0 1 0 0,0-1 0 0 0,1 0 0 0 0,0 0 0 0 0,1-1 0 0 0,-1 0-1 0 0,2-1 1 0 0,-1 0 0 0 0,1 0 0 0 0,0-1 0 0 0,0 0 0 0 0,1-1-1 0 0,0 0 1 0 0,-1-1 0 0 0,9 1-28 0 0,105 31 299 0 0,-42-30-111 0 0,-25-30-139 0 0,59-48-224 0 0,-56 13 156 0 0,28-87 7 0 0,-34 12 171 0 0,-31-10-123 0 0,-25 143-21 0 0,0-26 9 0 0,-4-52 168 0 0,-9 51-177 0 0,9 17 22 0 0,-1 1 0 0 0,0 0 0 0 0,0 0-1 0 0,-2 0 1 0 0,1 1 0 0 0,-2-1 0 0 0,1 1 0 0 0,-2 1 0 0 0,1-1 0 0 0,-2 1-1 0 0,1 1 1 0 0,-1-1 0 0 0,-1 1 0 0 0,-2 0-37 0 0,-136-61 316 0 0,120 60-334 0 0,0 1 0 0 0,-1 2-1 0 0,0 0 1 0 0,0 2 0 0 0,0 1 0 0 0,-23 0 18 0 0,7 2-4 0 0,33 4-40 0 0,-65 36 84 0 0,78-39-91 0 0,0 0 0 0 0,0 0 37 0 0,0 0-68 0 0,0 0-44 0 0,0 0-16 0 0,0 0 36 0 0,-26 2-926 0 0,12 8 622 0 0,-24 11-5436 0 0,4 3-4432 0 0,32-20 8737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7:40.820"/>
    </inkml:context>
    <inkml:brush xml:id="br0">
      <inkml:brushProperty name="width" value="0.05" units="cm"/>
      <inkml:brushProperty name="height" value="0.05" units="cm"/>
      <inkml:brushProperty name="color" value="#FFFFFF"/>
    </inkml:brush>
  </inkml:definitions>
  <inkml:trace contextRef="#ctx0" brushRef="#br0">304 534 2040 0 0,'0'0'984'0'0,"0"0"-46"0"0,0 0-88 0 0,0 0-133 0 0,0 0 29 0 0,0 0-53 0 0,0 0-92 0 0,0 0-23 0 0,0 0-75 0 0,0 0-41 0 0,0 0-4 0 0,0 0-29 0 0,0 0-25 0 0,0 0-29 0 0,0 0 19 0 0,0 0-75 0 0,0 0 6 0 0,0 0-35 0 0,0 0-17 0 0,0 0 58 0 0,0 0-60 0 0,0 0 7 0 0,0 0-13 0 0,0 0 108 0 0,0 0-35 0 0,0 0-25 0 0,0 0 2 0 0,0 0-46 0 0,0 0-111 0 0,0 0-11 0 0,0 0 104 0 0,0 0 2 0 0,0 0-25 0 0,5 3-24 0 0,17 40 742 0 0,-19 206 745 0 0,-3-162-6911 0 0,-28-59 1499 0 0,17-9-2963 0 0,11-15 5199 0 0</inkml:trace>
  <inkml:trace contextRef="#ctx0" brushRef="#br0" timeOffset="908.324">30 955 1612 0 0,'-16'12'9435'0'0,"11"-11"-5599"0"0,-4-1 2296 0 0,94-4-2972 0 0,-83 4-3010 0 0,12 0 62 0 0,101-24 440 0 0,81-1-365 0 0,-85 25-223 0 0,183 0-1719 0 0,-292 0 1102 0 0,-2 0-312 0 0,14 2-1327 0 0,-8-1 170 0 0,-5-1-3999 0 0,1-22-2527 0 0,0 15 6892 0 0</inkml:trace>
  <inkml:trace contextRef="#ctx0" brushRef="#br0" timeOffset="2080.745">878 1 1172 0 0,'0'0'856'0'0,"0"0"-122"0"0,0 0 51 0 0,0 0-64 0 0,0 0-90 0 0,0 0 9 0 0,0 0-56 0 0,0 0-39 0 0,0 0 83 0 0,0 0-31 0 0,0 0-31 0 0,0 0 17 0 0,0 0-43 0 0,0 0-6 0 0,0 0-51 0 0,0 0-38 0 0,0 0-54 0 0,0 0 44 0 0,0 0 29 0 0,3 7-18 0 0,11 65 1271 0 0,-13 239 2288 0 0,22-236-3512 0 0,-6 186 666 0 0,-14-84-634 0 0,-3-166-525 0 0,0 154 340 0 0,0 82 220 0 0,0-245-560 0 0,0 10-254 0 0,6 3-678 0 0,-7-23-4074 0 0,-11-39-4955 0 0,3 10 7542 0 0,-2 1 1016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7:46.127"/>
    </inkml:context>
    <inkml:brush xml:id="br0">
      <inkml:brushProperty name="width" value="0.05" units="cm"/>
      <inkml:brushProperty name="height" value="0.05" units="cm"/>
      <inkml:brushProperty name="color" value="#FFFFFF"/>
    </inkml:brush>
  </inkml:definitions>
  <inkml:trace contextRef="#ctx0" brushRef="#br0">1 1 1556 0 0,'0'0'1088'0'0,"0"0"-161"0"0,0 0-104 0 0,0 0-87 0 0,0 0-81 0 0,0 0-43 0 0,0 0-2 0 0,0 0 15 0 0,0 0-58 0 0,0 0-80 0 0,0 0-35 0 0,0 0 52 0 0,0 0-43 0 0,0 0 12 0 0,0 0-38 0 0,0 0-27 0 0,0 0 55 0 0,0 0-69 0 0,0 0-24 0 0,0 0-65 0 0,0 0-37 0 0,0 0 39 0 0,0 0-30 0 0,0 0 79 0 0,0 0-66 0 0,0 0-42 0 0,4 2-18 0 0,-1 0-158 0 0,-1 0 1 0 0,1-1-1 0 0,-1 1 0 0 0,0 0 0 0 0,0 0 0 0 0,0 0 0 0 0,0 1 0 0 0,-1-1 0 0 0,1 0 0 0 0,-1 0 1 0 0,1 1-1 0 0,-1-1 0 0 0,0 1 0 0 0,0-1 0 0 0,0 1 0 0 0,-1-1 0 0 0,1 1 0 0 0,-1 0 0 0 0,1-1 1 0 0,-1 1-1 0 0,0 0 0 0 0,0-1 0 0 0,-1 1 0 0 0,1 0 0 0 0,-1-1 0 0 0,0 3-72 0 0,8 352 1636 0 0,-7-61-1142 0 0,-18-280-373 0 0,18-16-81 0 0,-1 1 0 0 0,1-1 0 0 0,-1 0 0 0 0,1 0 0 0 0,-1 1 0 0 0,1-1 0 0 0,-1 0 0 0 0,1 1 1 0 0,0-1-1 0 0,-1 0 0 0 0,1 1 0 0 0,-1-1 0 0 0,1 0 0 0 0,0 1 0 0 0,-1-1 0 0 0,1 1 0 0 0,0-1 0 0 0,0 0 0 0 0,-1 1 0 0 0,1-1 0 0 0,0 1 0 0 0,0-1 0 0 0,0 1 0 0 0,0-1 0 0 0,-1 1 0 0 0,1-1 0 0 0,0 1 1 0 0,0-1-1 0 0,0 1 0 0 0,0-1 0 0 0,1 1 0 0 0,-1-1 0 0 0,0 1 0 0 0,0-1 0 0 0,0 1 0 0 0,0-1 0 0 0,0 1 0 0 0,1-1 0 0 0,-1 0 0 0 0,0 1 0 0 0,1-1 0 0 0,-1 1 0 0 0,0-1 0 0 0,1 0 0 0 0,-1 1 0 0 0,0-1 0 0 0,1 0 1 0 0,-1 1-1 0 0,1-1 0 0 0,-1 0 0 0 0,1 1 0 0 0,-1-1 0 0 0,1 0 0 0 0,-1 0 0 0 0,1 1 0 0 0,-1-1 0 0 0,2 0-40 0 0,114-32 4614 0 0,160 29-3527 0 0,-222 18-992 0 0,26-4 268 0 0,-52-8-343 0 0,-17-3-34 0 0,-4 0 11 0 0,38 4 128 0 0,21-2-168 0 0,1 23 98 0 0,15-4-23 0 0,6-2-186 0 0,-88-19 168 0 0,0 0 16 0 0,0 0-8 0 0,0 0-10 0 0,0 0-41 0 0,0 0-10 0 0,10-1-384 0 0,-10 1 220 0 0,0 0 0 0 0,0-1 0 0 0,-1 1 0 0 0,1 0 0 0 0,0-1-1 0 0,0 1 1 0 0,0 0 0 0 0,0-1 0 0 0,0 1 0 0 0,0 0 0 0 0,0 0 0 0 0,0-1 0 0 0,0 1 0 0 0,0 0-1 0 0,0-1 1 0 0,0 1 0 0 0,1 0 0 0 0,-1-1 0 0 0,0 1 0 0 0,0 0 0 0 0,0 0 0 0 0,0-1-1 0 0,0 1 1 0 0,1 0 0 0 0,-1-1 0 0 0,0 1 0 0 0,0 0 0 0 0,1 0 0 0 0,-1 0 0 0 0,0-1 203 0 0,-58-25-11525 0 0,-2-36 5539 0 0,48 37 4554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7:54.942"/>
    </inkml:context>
    <inkml:brush xml:id="br0">
      <inkml:brushProperty name="width" value="0.05" units="cm"/>
      <inkml:brushProperty name="height" value="0.05" units="cm"/>
      <inkml:brushProperty name="color" value="#FFFFFF"/>
    </inkml:brush>
  </inkml:definitions>
  <inkml:trace contextRef="#ctx0" brushRef="#br0">4 60 3148 0 0,'0'0'1157'0'0,"0"0"-93"0"0,0 0-78 0 0,0 0-26 0 0,0 0-106 0 0,0 0-92 0 0,0 0 55 0 0,0 0-21 0 0,0 0-55 0 0,0 0-72 0 0,0 0-79 0 0,0 0-42 0 0,0 0 33 0 0,0 0-9 0 0,0 0-77 0 0,0 0 12 0 0,0 0 21 0 0,0 0-39 0 0,0 0-31 0 0,0 0-4 0 0,0 0-9 0 0,0 0-16 0 0,0 0-1 0 0,0 0-50 0 0,0 0 13 0 0,0 0 12 0 0,0 0-10 0 0,0-4-60 0 0,-1-5-122 0 0,1 8-174 0 0,-1 0 0 0 0,1 0 0 0 0,-1 0 0 0 0,1-1 0 0 0,0 1 0 0 0,0 0 0 0 0,0 0 1 0 0,0 0-1 0 0,0 0 0 0 0,0 0 0 0 0,0-1 0 0 0,0 1 0 0 0,0 0 0 0 0,1 0 0 0 0,-1 0 0 0 0,0 0 0 0 0,1 0 1 0 0,-1 0-1 0 0,1 0 0 0 0,0 0 0 0 0,-1 0 0 0 0,1 0 0 0 0,0 0 0 0 0,0 0 0 0 0,0 0 0 0 0,0 0 0 0 0,-1 0 1 0 0,1 1-1 0 0,1-1 0 0 0,-1 0 0 0 0,0 1 0 0 0,0-1 0 0 0,0 0 0 0 0,0 1 0 0 0,0 0 0 0 0,1-1 0 0 0,-1 1 0 0 0,0-1 1 0 0,1 1-1 0 0,-1 0-37 0 0,489-10 3841 0 0,-312 11-3347 0 0,-67 11-411 0 0,99 8-48 0 0,16-16 297 0 0,79-4-371 0 0,-186-15-40 0 0,-16 4 90 0 0,-102 11-3 0 0,43 0-235 0 0,2 0-1385 0 0,-44 0 1108 0 0,0 2-66 0 0,-2-1 460 0 0,0-1 1 0 0,1 1-1 0 0,-1-1 1 0 0,0 1 0 0 0,0-1-1 0 0,1 1 1 0 0,-1-1-1 0 0,0 1 1 0 0,0-1 0 0 0,0 1-1 0 0,0-1 1 0 0,0 1 0 0 0,0-1-1 0 0,0 1 1 0 0,0-1-1 0 0,0 1 1 0 0,0-1 0 0 0,0 1-1 0 0,0-1 1 0 0,0 1 0 0 0,0-1-1 0 0,-1 1 1 0 0,1-1-1 0 0,0 1 1 0 0,0-1 0 0 0,-1 1-1 0 0,1-1 1 0 0,0 0 0 0 0,-1 1-1 0 0,1-1 1 0 0,0 1-1 0 0,-1-1 1 0 0,1 0 0 0 0,-1 1-1 0 0,1-1 1 0 0,-1 0 0 0 0,1 1-1 0 0,-1-1 1 0 0,1 0-1 0 0,-1 0 1 0 0,1 1 0 0 0,-1-1-1 0 0,0 0 1 0 0,1 0 0 0 0,-1 0-1 0 0,1 0 1 0 0,-1 0-1 0 0,0 0 1 0 0,1 0 0 0 0,-1 0-1 0 0,1 0 1 0 0,-1 0 0 0 0,0 0-1 0 0,1 0 1 0 0,-1 0-1 0 0,1 0 1 0 0,-1 0 0 0 0,0 0-1 0 0,1-1 1 0 0,-1 1-1 0 0,1 0 1 0 0,-1 0 0 0 0,1-1-1 0 0,-1 1 110 0 0,-14 2-532 0 0,-265 44-12336 0 0,233-39 11421 0 0</inkml:trace>
  <inkml:trace contextRef="#ctx0" brushRef="#br0" timeOffset="867.358">610 14 1824 0 0,'-1'-5'6756'0'0,"-1"14"-3896"0"0,-3 9-1530 0 0,-41 106 1673 0 0,7-41-2488 0 0,-55 88-123 0 0,-26 10-184 0 0,-23 17-306 0 0,93-136 192 0 0,17-25-2809 0 0,32-36 2321 0 0,1-1 4 0 0,0 0-78 0 0,-19 10-2530 0 0,22-25-1214 0 0,0 11 2693 0 0,1-1-133 0 0</inkml:trace>
  <inkml:trace contextRef="#ctx0" brushRef="#br0" timeOffset="1748.389">473 391 1652 0 0,'0'0'1207'0'0,"0"0"-108"0"0,0 0-132 0 0,0 0-97 0 0,0 0-44 0 0,0 0-112 0 0,0 0-5 0 0,0 0-24 0 0,0 0 36 0 0,0 0-75 0 0,0 0-82 0 0,0 0 0 0 0,0 0-33 0 0,0 0 14 0 0,0 0-107 0 0,0 0-27 0 0,0 0 112 0 0,3 4-14 0 0,125 150 4039 0 0,-11 4-3134 0 0,-41-56-540 0 0,-25-41-955 0 0,-50-60-30 0 0,-1-1-84 0 0,0 0-38 0 0,0 0-124 0 0,0 0-49 0 0,0 0-118 0 0,-6-14-10075 0 0,0-9 5620 0 0,4 13 3403 0 0</inkml:trace>
  <inkml:trace contextRef="#ctx0" brushRef="#br0" timeOffset="2647.752">1316 38 1552 0 0,'27'-36'9135'0'0,"-53"130"-5353"0"0,-41 62-1958 0 0,-65 62-491 0 0,13 1-1740 0 0,76-127 72 0 0,7-25-231 0 0,36-66 332 0 0,0-1-51 0 0,5-25-3911 0 0,-3 10-860 0 0,2 5 1654 0 0,-2 6 1673 0 0</inkml:trace>
  <inkml:trace contextRef="#ctx0" brushRef="#br0" timeOffset="3515.131">1207 444 1648 0 0,'-7'-13'10402'0'0,"41"26"-3133"0"0,31 37-5341 0 0,-17-14-980 0 0,111 88 650 0 0,-41-10-693 0 0,-55-38-318 0 0,-57-68-590 0 0,11 12-35 0 0,-5-8 22 0 0,-2-2 31 0 0,-4-3 17 0 0,3 5 131 0 0,4 6-223 0 0,-9-11-71 0 0,-3-7-142 0 0,-1 0-88 0 0,0 0-91 0 0,0 0-450 0 0,-30 2-8512 0 0,-21-18 2957 0 0,-21-17 2621 0 0,41 18 2348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8:01.412"/>
    </inkml:context>
    <inkml:brush xml:id="br0">
      <inkml:brushProperty name="width" value="0.05" units="cm"/>
      <inkml:brushProperty name="height" value="0.05" units="cm"/>
      <inkml:brushProperty name="color" value="#FFFFFF"/>
    </inkml:brush>
  </inkml:definitions>
  <inkml:trace contextRef="#ctx0" brushRef="#br0">782 21 1164 0 0,'-2'-12'1787'0'0,"-11"4"9995"0"0,0 12-12963 0 0,10 44 2541 0 0,3 397 2156 0 0,-29-334-3362 0 0,28-57-4047 0 0,-15-42-542 0 0,5-16-2304 0 0,10 1 5332 0 0</inkml:trace>
  <inkml:trace contextRef="#ctx0" brushRef="#br0" timeOffset="1031.502">19 686 1096 0 0,'-4'-1'6116'0'0,"-10"6"1841"0"0,26 0-3508 0 0,26-1-2970 0 0,326-6 2597 0 0,415 2-3028 0 0,-653 0-2229 0 0,-124 0 591 0 0,-2 0-96 0 0,3-2-415 0 0,4-14-3351 0 0,-17 6-1471 0 0,2-21-1425 0 0,-2 11 5778 0 0,-2-3 132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8:04.957"/>
    </inkml:context>
    <inkml:brush xml:id="br0">
      <inkml:brushProperty name="width" value="0.05" units="cm"/>
      <inkml:brushProperty name="height" value="0.05" units="cm"/>
      <inkml:brushProperty name="color" value="#FFFFFF"/>
    </inkml:brush>
  </inkml:definitions>
  <inkml:trace contextRef="#ctx0" brushRef="#br0">145 0 1016 0 0,'-20'0'878'0'0,"15"0"-99"0"0,5 4-10 0 0,-19 14 568 0 0,9-13-710 0 0,-27 20 664 0 0,-8-15 4710 0 0,44-10-5434 0 0,1 0-21 0 0,0 0-37 0 0,0 0-48 0 0,0 0-31 0 0,0 0 24 0 0,0 0-13 0 0,0 0 13 0 0,0 0-54 0 0,0 0-43 0 0,0 0-30 0 0,0 0 27 0 0,0 0-16 0 0,0 0 8 0 0,-3 2 16 0 0,3-2-312 0 0,-1 0 0 0 0,1 1 0 0 0,-1-1 0 0 0,1 1 1 0 0,0-1-1 0 0,-1 1 0 0 0,1-1 0 0 0,0 1 0 0 0,-1-1 0 0 0,1 1 1 0 0,0 0-1 0 0,0-1 0 0 0,0 1 0 0 0,-1-1 0 0 0,1 1 0 0 0,0-1 1 0 0,0 1-1 0 0,0 0 0 0 0,0-1 0 0 0,0 1 0 0 0,0-1 0 0 0,0 1 1 0 0,1 0-1 0 0,-1-1 0 0 0,0 1 0 0 0,0-1 0 0 0,1 1 0 0 0,-1-1 1 0 0,0 1-1 0 0,0-1 0 0 0,1 1 0 0 0,-1-1 0 0 0,1 1 0 0 0,-1-1 0 0 0,1 1 1 0 0,-1-1-1 0 0,1 1 0 0 0,-1-1 0 0 0,1 0 0 0 0,-1 1 0 0 0,1-1 1 0 0,-1 0-1 0 0,1 1 0 0 0,0-1 0 0 0,-1 0 0 0 0,1 0 0 0 0,0 1 1 0 0,-1-1-1 0 0,1 0 0 0 0,0 0 0 0 0,-1 0 0 0 0,1 0 0 0 0,0 0 1 0 0,0 0-1 0 0,-1 0 0 0 0,1 0 0 0 0,0 0 0 0 0,-1 0 0 0 0,1 0 1 0 0,0 0-1 0 0,-1-1 0 0 0,1 1 0 0 0,0 0 0 0 0,-1 0 0 0 0,1-1 1 0 0,0 1-1 0 0,-1 0 0 0 0,1-1 0 0 0,-1 1 0 0 0,1 0-50 0 0,13 3 195 0 0,30-1 940 0 0,-43-2-924 0 0,29 0 176 0 0,699 0 983 0 0,-722 4-1368 0 0,-2-1-29 0 0,1 0 0 0 0,1 0 0 0 0,-1-1 0 0 0,0 0 0 0 0,1 0 0 0 0,-1 0 0 0 0,1 0 0 0 0,0-1 0 0 0,0 0 0 0 0,0 0 1 0 0,0-1-1 0 0,-1 0 0 0 0,1 0 0 0 0,4 0 27 0 0,33 0-378 0 0,-43 0 334 0 0,27 0-26 0 0,30 0-333 0 0,-56 0 386 0 0,-2 0 27 0 0,0 0-32 0 0,41 1 203 0 0,-40-1-177 0 0,0 1-1 0 0,0-1 1 0 0,0 0 0 0 0,-1 0 0 0 0,1 1 0 0 0,0-1-1 0 0,0 1 1 0 0,-1-1 0 0 0,1 1 0 0 0,0-1-1 0 0,0 1 1 0 0,-1-1 0 0 0,1 1 0 0 0,-1-1 0 0 0,1 1-1 0 0,-1 0 1 0 0,1-1 0 0 0,-1 1 0 0 0,1 0-1 0 0,-1-1 1 0 0,0 1 0 0 0,1 0 0 0 0,-1-1-1 0 0,0 1 1 0 0,1 0 0 0 0,-1 0 0 0 0,0-1 0 0 0,0 1-1 0 0,0 0 1 0 0,0 0 0 0 0,0-1 0 0 0,0 1-1 0 0,0 0 1 0 0,-1 0 0 0 0,1-1 0 0 0,0 1-1 0 0,0 0 1 0 0,-1 0 0 0 0,1-1 0 0 0,0 1 0 0 0,-1 0-1 0 0,1-1 1 0 0,-1 1-4 0 0,-5 24 85 0 0,-20 122-78 0 0,21 171-136 0 0,20-273 135 0 0,-15-13 29 0 0,0 92-161 0 0,0-86 63 0 0,0-12 29 0 0,0 18 6 0 0,0-13-56 0 0,0 18-16 0 0,0-47 64 0 0,0 0 41 0 0,0 6-36 0 0,0 41-164 0 0,0-47 168 0 0,0-2-23 0 0,0 0 3 0 0,0 0 9 0 0,-2 11-837 0 0,-31 1-5247 0 0,22-30-1251 0 0,-2-6 1448 0 0,11 16 4333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8:12.506"/>
    </inkml:context>
    <inkml:brush xml:id="br0">
      <inkml:brushProperty name="width" value="0.05" units="cm"/>
      <inkml:brushProperty name="height" value="0.05" units="cm"/>
      <inkml:brushProperty name="color" value="#FFFFFF"/>
    </inkml:brush>
  </inkml:definitions>
  <inkml:trace contextRef="#ctx0" brushRef="#br0">276 56 1996 0 0,'0'0'1106'0'0,"0"0"-98"0"0,0 0-95 0 0,0 0-119 0 0,0 0-10 0 0,-4 0-56 0 0,-13 0-98 0 0,13 0-42 0 0,4 0 0 0 0,0 0 12 0 0,-7-2-101 0 0,-20-5-57 0 0,24 7-302 0 0,0 1-1 0 0,0-1 0 0 0,1 1 0 0 0,-1-1 1 0 0,0 1-1 0 0,1 0 0 0 0,-1 0 0 0 0,1 0 1 0 0,0 1-1 0 0,-1-1 0 0 0,1 0 1 0 0,0 1-1 0 0,0-1 0 0 0,0 1 0 0 0,0 0 1 0 0,0-1-1 0 0,0 1 0 0 0,1 0 0 0 0,-1 0 1 0 0,1 0-1 0 0,-1 0 0 0 0,1 0 1 0 0,0 0-1 0 0,0 0 0 0 0,-1 3-139 0 0,0-1 113 0 0,-112 191 2082 0 0,68-22-573 0 0,46-171-1520 0 0,0 23-154 0 0,0 72 307 0 0,31-28 5 0 0,-28-60-198 0 0,0-1 0 0 0,1 1 0 0 0,0-1-1 0 0,0 0 1 0 0,1 0 0 0 0,0 0 0 0 0,1-1 0 0 0,0 0 0 0 0,0 1-1 0 0,1-2 1 0 0,0 1 0 0 0,0-1 0 0 0,1 0 0 0 0,0 0 0 0 0,1-1-1 0 0,-1 0 1 0 0,1 0 0 0 0,0 0 0 0 0,0-1 0 0 0,1 0 0 0 0,0-1-1 0 0,-1 0 1 0 0,1 0 0 0 0,1-1 0 0 0,-1 0 0 0 0,0-1 0 0 0,1 1 0 0 0,0-2-62 0 0,186 21 704 0 0,-196-21-660 0 0,27 0 8 0 0,18-3-72 0 0,53-27 22 0 0,-9-14 187 0 0,-77 36-188 0 0,0-1 0 0 0,-1 0 0 0 0,0 0 1 0 0,0-1-1 0 0,-1 0 0 0 0,-1-1 0 0 0,0 0 0 0 0,-1 0 0 0 0,0-1 0 0 0,-1 0 1 0 0,-1-1-1 0 0,0 1 0 0 0,-1-1 0 0 0,2-6-1 0 0,1-8 13 0 0,-1-1 0 0 0,-1-1 0 0 0,-2 1 0 0 0,-2-1 0 0 0,-1 0 0 0 0,-1 1 0 0 0,-3-14-13 0 0,2 3 110 0 0,-28-27 20 0 0,24 53-55 0 0,-1-1-1 0 0,0 0 1 0 0,-2 1 0 0 0,1 0 0 0 0,-2 0 0 0 0,0 1 0 0 0,-1-1-1 0 0,0 2 1 0 0,-2-1 0 0 0,1 1 0 0 0,-13-10-75 0 0,-127-39 364 0 0,105 45-239 0 0,44 15-111 0 0,1 0 0 0 0,0 0-28 0 0,0 0 34 0 0,-54 0 87 0 0,-72 0-434 0 0,95 11 28 0 0,-70 52-3696 0 0,68-25-2361 0 0,17-18-323 0 0,8-13 3759 0 0,4-5 1556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8:18.533"/>
    </inkml:context>
    <inkml:brush xml:id="br0">
      <inkml:brushProperty name="width" value="0.05" units="cm"/>
      <inkml:brushProperty name="height" value="0.05" units="cm"/>
      <inkml:brushProperty name="color" value="#FFFFFF"/>
    </inkml:brush>
  </inkml:definitions>
  <inkml:trace contextRef="#ctx0" brushRef="#br0">85 0 1588 0 0,'0'0'932'0'0,"0"0"-41"0"0,0 0-100 0 0,0 0-79 0 0,0 0-70 0 0,0 0 5 0 0,0 0-84 0 0,0 0-56 0 0,0 0-9 0 0,0 0 76 0 0,0 0-53 0 0,0 0-31 0 0,0 0-2 0 0,0 0 20 0 0,0 0-20 0 0,0 0-16 0 0,0 0-12 0 0,-6 1-111 0 0,5-1-321 0 0,-1 0 0 0 0,1 0 0 0 0,0 0-1 0 0,0 0 1 0 0,-1 1 0 0 0,1-1 0 0 0,0 0 0 0 0,0 0-1 0 0,0 1 1 0 0,-1-1 0 0 0,1 0 0 0 0,0 1 0 0 0,0-1-1 0 0,0 1 1 0 0,0 0 0 0 0,0-1 0 0 0,0 1 0 0 0,0 0-1 0 0,0-1 1 0 0,0 1 0 0 0,1 0 0 0 0,-1 0 0 0 0,0 0-1 0 0,1 0 1 0 0,-1-1 0 0 0,0 1 0 0 0,1 0 0 0 0,-1 0-1 0 0,1 0 1 0 0,-1 0 0 0 0,1 0 0 0 0,0 0 0 0 0,0 0-1 0 0,-1 0 1 0 0,1 0 0 0 0,0 1 0 0 0,0-1 0 0 0,0 0-1 0 0,0 0 1 0 0,1 0 0 0 0,-1 0 0 0 0,0 0 0 0 0,0 0-1 0 0,1 0 1 0 0,-1 0 0 0 0,1 0-28 0 0,-1 969 3864 0 0,-14-923-3804 0 0,14-45-90 0 0,-2 32-3061 0 0,-21-20 476 0 0,12-26-6576 0 0,13 7 7722 0 0</inkml:trace>
  <inkml:trace contextRef="#ctx0" brushRef="#br0" timeOffset="822.225">104 547 1516 0 0,'-5'-5'5841'0'0,"-2"7"-763"0"0,25-1 1129 0 0,5 0-3743 0 0,25 1-913 0 0,-46-2-1314 0 0,13 0 197 0 0,178 0 1915 0 0,-64 12-1714 0 0,47-12 311 0 0,-99 0-2963 0 0,-56 9 80 0 0,-28-7-14517 0 0,16-19 13080 0 0,5 0 1862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8:20.824"/>
    </inkml:context>
    <inkml:brush xml:id="br0">
      <inkml:brushProperty name="width" value="0.05" units="cm"/>
      <inkml:brushProperty name="height" value="0.05" units="cm"/>
      <inkml:brushProperty name="color" value="#FFFFFF"/>
    </inkml:brush>
  </inkml:definitions>
  <inkml:trace contextRef="#ctx0" brushRef="#br0">160 13 2308 0 0,'0'0'1317'0'0,"0"0"-23"0"0,0 0-113 0 0,0 0-74 0 0,-4 0-28 0 0,-12 0-71 0 0,11 0 12 0 0,5 0-92 0 0,0 0 23 0 0,0 0-59 0 0,0 0-69 0 0,0 0-38 0 0,0 0-30 0 0,0 0-38 0 0,0 0-7 0 0,0 0-67 0 0,0 0-56 0 0,0 0-14 0 0,0 0-61 0 0,0 0-26 0 0,0 0 8 0 0,0 0 3 0 0,0 0-53 0 0,0 0-1 0 0,0 0 34 0 0,0 0-63 0 0,0 0-74 0 0,0 0 29 0 0,0 0 20 0 0,0 0-34 0 0,0 0-43 0 0,3-12 296 0 0,53 12 894 0 0,286 0-31 0 0,-283 11-1552 0 0,56-3 215 0 0,-114-8-169 0 0,-1 0 24 0 0,39 0-46 0 0,5 8 35 0 0,-42-5 34 0 0,0 0-1 0 0,-1 1 0 0 0,1-1 1 0 0,-1 1-1 0 0,0-1 0 0 0,0 0 1 0 0,0 1-1 0 0,-1-1 0 0 0,1 1 1 0 0,-1 0-1 0 0,0-1 0 0 0,0 1 1 0 0,-1-1-1 0 0,1 1 0 0 0,-1-1 1 0 0,0 1-1 0 0,0-1 0 0 0,-1 4-11 0 0,-2 23 56 0 0,4 281-2250 0 0,0-309 1658 0 0,-1 5-457 0 0,-1 15-4871 0 0,-10-13 4824 0 0,-20 0-12243 0 0,24-8 11884 0 0,3-1-15 0 0</inkml:trace>
  <inkml:trace contextRef="#ctx0" brushRef="#br0" timeOffset="733.097">47 540 888 0 0,'-46'-6'14877'0'0,"98"11"-8951"0"0,80-8-2743 0 0,-3-18-2301 0 0,281 14 1065 0 0,-408 7-1972 0 0,29-4-3920 0 0,-85 4-7727 0 0,-4 11 5138 0 0,15-2 4203 0 0,25-5 959 0 0</inkml:trace>
  <inkml:trace contextRef="#ctx0" brushRef="#br0" timeOffset="1649.081">17 557 1212 0 0,'4'4'6537'0'0,"8"15"-3889"0"0,-9-13-1355 0 0,2 5-784 0 0,-2-1 0 0 0,1 1 0 0 0,-2 0 0 0 0,1-1 0 0 0,-2 1 0 0 0,0 0 0 0 0,0 0 0 0 0,-1 0 0 0 0,-1 0-1 0 0,-1 7-508 0 0,0 19 299 0 0,-27 58 550 0 0,10 10 1000 0 0,19-105-1717 0 0,0 0 42 0 0,0 0 23 0 0,0 0-8 0 0,1 15 1308 0 0,1-14-1411 0 0,-1 1-1 0 0,0-1 0 0 0,1 0 0 0 0,-1 1 1 0 0,1-1-1 0 0,0 0 0 0 0,-1 0 0 0 0,1 0 1 0 0,0 0-1 0 0,0 0 0 0 0,-1 0 1 0 0,1-1-1 0 0,0 1 0 0 0,0 0 0 0 0,0-1 1 0 0,0 1-1 0 0,0-1 0 0 0,0 0 0 0 0,1 0 1 0 0,-1 1-1 0 0,0-1 0 0 0,0 0 0 0 0,0 0 1 0 0,0-1-1 0 0,0 1 0 0 0,0 0 0 0 0,0-1 1 0 0,0 1-1 0 0,0-1 0 0 0,0 1 0 0 0,0-1 1 0 0,0 0-1 0 0,0 0 0 0 0,1 0-85 0 0,209-50 2740 0 0,-37 23-1626 0 0,39 17-544 0 0,-213 11-512 0 0,65 0 287 0 0,77 0-344 0 0,-141 0-55 0 0,21 7-1727 0 0,-31-2-2269 0 0,-28-13-6952 0 0,7-12 5425 0 0,-22-69 876 0 0,43 60 3562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38:24.151"/>
    </inkml:context>
    <inkml:brush xml:id="br0">
      <inkml:brushProperty name="width" value="0.05" units="cm"/>
      <inkml:brushProperty name="height" value="0.05" units="cm"/>
      <inkml:brushProperty name="color" value="#FFFFFF"/>
    </inkml:brush>
  </inkml:definitions>
  <inkml:trace contextRef="#ctx0" brushRef="#br0">0 28 1388 0 0,'0'0'920'0'0,"0"0"-113"0"0,0 0-30 0 0,0-4-22 0 0,0-10-134 0 0,0 10 2 0 0,0 4-21 0 0,0 0-58 0 0,0 0-18 0 0,0 0 19 0 0,0 0 6 0 0,0 0 4 0 0,0 0-2 0 0,0 0 24 0 0,0 0-41 0 0,0 0-39 0 0,0 0-70 0 0,4 0 9 0 0,13 0-68 0 0,-13 0-76 0 0,-4 0-50 0 0,0 0-9 0 0,0 0-6 0 0,0 0 2 0 0,0 0-59 0 0,0 0-30 0 0,0 0-8 0 0,0 0-26 0 0,0 0-23 0 0,0 0 14 0 0,0 0-57 0 0,0 0-41 0 0,0 0-14 0 0,0 0 23 0 0,0 0 20 0 0,0 0 4 0 0,0 0-72 0 0,0 0 37 0 0,0 0 22 0 0,0 0-8 0 0,0 0-4 0 0,0 0 35 0 0,0 0 7 0 0,0 0 64 0 0,0 0-5 0 0,0 0-30 0 0,0 0 23 0 0,0 0 22 0 0,0 0-63 0 0,0 0 62 0 0,0 0-69 0 0,4 0 16 0 0,-3 0-34 0 0,0 0 0 0 0,1 0-1 0 0,-1 0 1 0 0,0 0 0 0 0,1 0 0 0 0,-1 0-1 0 0,0 0 1 0 0,1 0 0 0 0,-1 1-1 0 0,0-1 1 0 0,0 0 0 0 0,1 1-1 0 0,-1-1 1 0 0,0 1 0 0 0,0-1-1 0 0,0 1 1 0 0,0-1 0 0 0,0 1-1 0 0,0 0 1 0 0,0 0 0 0 0,0-1-1 0 0,0 1 1 0 0,0 0 0 0 0,0 0 0 0 0,0 0-1 0 0,-1 0 1 0 0,1 0 0 0 0,-1 0-1 0 0,1 0 1 0 0,0 0 0 0 0,-1 0-1 0 0,0 0 1 0 0,1 0 0 0 0,-1 0-1 0 0,0 0 1 0 0,0 0 0 0 0,1 0-1 0 0,-1 0 1 0 0,0 0 0 0 0,0 1-1 0 0,0-1 1 0 0,-1 0 0 0 0,1 0 0 0 0,0 0-1 0 0,0 0 1 0 0,-1 0 0 0 0,0 1-35 0 0,-21 185 1034 0 0,17 244-116 0 0,-13-288-825 0 0,18-11 0 0 0,0-46-251 0 0,0-81 169 0 0,0-3-8 0 0,0 0-1 0 0,0-1 3 0 0,0 7 40 0 0,0 32-211 0 0,0-38 131 0 0,2 12-1617 0 0,1 11-3441 0 0,-22-37-3983 0 0,17 7 7638 0 0</inkml:trace>
  <inkml:trace contextRef="#ctx0" brushRef="#br0" timeOffset="651.449">61 526 2048 0 0,'2'-1'8902'0'0,"2"4"-3884"0"0,40 13-259 0 0,245-8-449 0 0,-203-34-3914 0 0,22 8-913 0 0,-91 12-1569 0 0,-19-14-6095 0 0,-1 7 1807 0 0,3 13 4686 0 0,0 0 79 0 0,0 0 159 0 0,0 0 70 0 0</inkml:trace>
  <inkml:trace contextRef="#ctx0" brushRef="#br0" timeOffset="1746.244">667 55 1748 0 0,'12'-55'12571'0'0,"-11"272"-4574"0"0,0 9-5673 0 0,0-46-2454 0 0,0-58-106 0 0,0 1 373 0 0,-1-40 369 0 0,0-55-402 0 0,0 12-79 0 0,0-38-9 0 0,0 11-27 0 0,0 5-54 0 0,0-16 61 0 0,0 36 262 0 0,0-20-223 0 0,0-16-15 0 0,0 40-270 0 0,0-40 266 0 0,0-2-3 0 0,-1 3-25 0 0,0 7 142 0 0,-7 14-3287 0 0,-10-36-5707 0 0,-3-19 2707 0 0,-2-15 3480 0 0,17 33 1534 0 0,-5-11-451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5:55.889"/>
    </inkml:context>
    <inkml:brush xml:id="br0">
      <inkml:brushProperty name="width" value="0.05" units="cm"/>
      <inkml:brushProperty name="height" value="0.05" units="cm"/>
      <inkml:brushProperty name="color" value="#FFFFFF"/>
    </inkml:brush>
  </inkml:definitions>
  <inkml:trace contextRef="#ctx0" brushRef="#br0">184 40 2440 0 0,'0'0'1708'0'0,"0"0"21"0"0,0 0-80 0 0,0 0-198 0 0,0 0-139 0 0,0 0-164 0 0,4 5-134 0 0,-3-3-921 0 0,1 1-1 0 0,-1 0 1 0 0,0-1-1 0 0,0 1 0 0 0,0 0 1 0 0,0 0-1 0 0,0 0 1 0 0,-1 0-1 0 0,1-1 1 0 0,-1 1-1 0 0,0 0 1 0 0,0 0-1 0 0,0 0 1 0 0,0 0-1 0 0,0 0 1 0 0,-1 0-1 0 0,1 0 0 0 0,-1 0 1 0 0,0 0-1 0 0,0-1 1 0 0,0 1-1 0 0,0 0 1 0 0,0-1-1 0 0,-1 1 1 0 0,0 1-93 0 0,-100 165 1346 0 0,31-85-4923 0 0,65-85-2989 0 0,-1-20 4257 0 0,8 14 976 0 0</inkml:trace>
  <inkml:trace contextRef="#ctx0" brushRef="#br0" timeOffset="253.881">62 264 1856 0 0,'4'-4'531'0'0,"0"1"0"0"0,1 0 0 0 0,-1 0 0 0 0,0 0 0 0 0,1 0 0 0 0,0 1 0 0 0,-1 0 0 0 0,1 0 0 0 0,0 0 0 0 0,0 0 0 0 0,0 1 0 0 0,1 0 0 0 0,-1 0 0 0 0,0 1 0 0 0,0-1 0 0 0,1 1 0 0 0,-1 0 0 0 0,3 1-531 0 0,23-4 853 0 0,-4-1-391 0 0,35-7 532 0 0,-27-8-4775 0 0,-35 19 2102 0 0,0 0 113 0 0,0 0 45 0 0,0 0-124 0 0,0 0-26 0 0</inkml:trace>
  <inkml:trace contextRef="#ctx0" brushRef="#br0" timeOffset="443.811">258 289 1576 0 0,'-1'1'279'0'0,"0"0"-1"0"0,0-1 0 0 0,0 1 1 0 0,0 0-1 0 0,1 0 1 0 0,-1 0-1 0 0,0 0 1 0 0,1 0-1 0 0,-1-1 1 0 0,0 1-1 0 0,1 1 1 0 0,0-1-1 0 0,-1 0 0 0 0,1 0 1 0 0,-1 0-1 0 0,1 0 1 0 0,0 0-1 0 0,0 0 1 0 0,0 0-1 0 0,0 0 1 0 0,0 1-1 0 0,0-1 1 0 0,0 0-1 0 0,0 0 0 0 0,0 0 1 0 0,0 0-1 0 0,0 0 1 0 0,1 0-1 0 0,-1 1 1 0 0,1-1-1 0 0,-1 0 1 0 0,1 0-1 0 0,-1 0 0 0 0,1 0 1 0 0,-1 0-1 0 0,1-1 1 0 0,0 1-1 0 0,-1 0 1 0 0,1 0-1 0 0,0 0 1 0 0,0 0-279 0 0,33 8 507 0 0,-33-9-652 0 0,11-1-1275 0 0,-6-2-1276 0 0,1 0-3293 0 0,18-14 4583 0 0</inkml:trace>
  <inkml:trace contextRef="#ctx0" brushRef="#br0" timeOffset="818.161">582 4 1612 0 0,'5'-2'3294'0'0,"5"0"4246"0"0,-12 21-5435 0 0,-11 14-1651 0 0,-2 0 1 0 0,-1-1 0 0 0,-1-1 0 0 0,-2-1-1 0 0,-2 0 1 0 0,-13 14-455 0 0,3-3-572 0 0,43-60-135 0 0,96-53 476 0 0,69 0 503 0 0,-140 62-174 0 0,-36 10-50 0 0,-1 0-31 0 0,10 0-219 0 0,-9 0 193 0 0,0 1 0 0 0,0-1 0 0 0,-1 0 0 0 0,1 0 0 0 0,0 1 0 0 0,0-1 1 0 0,0 0-1 0 0,0 1 0 0 0,-1-1 0 0 0,1 1 0 0 0,0-1 0 0 0,0 1 0 0 0,-1-1 0 0 0,1 1 0 0 0,0 0 0 0 0,-1-1 0 0 0,1 1 0 0 0,-1 0 0 0 0,1-1 0 0 0,0 1 0 0 0,-1 0 0 0 0,0 0 0 0 0,1 0 1 0 0,-1-1-1 0 0,0 1 0 0 0,1 0 0 0 0,-1 0 0 0 0,0 0 0 0 0,0 0 0 0 0,0 0 0 0 0,1 0 0 0 0,-1 0 0 0 0,0-1 0 0 0,0 1 0 0 0,0 0 0 0 0,-1 0 0 0 0,1 0 0 0 0,0 0 0 0 0,0 0 0 0 0,0 0 1 0 0,-1 0-1 0 0,1-1 0 0 0,0 1 0 0 0,-1 0 0 0 0,1 0 0 0 0,-1 0 0 0 0,1-1 0 0 0,-1 2 9 0 0,-21 46-416 0 0,21-46 420 0 0,-32 46-339 0 0,83-44-1971 0 0,-65 18-7015 0 0,9-15 7678 0 0</inkml:trace>
  <inkml:trace contextRef="#ctx0" brushRef="#br0" timeOffset="1104.158">468 343 2512 0 0,'-31'5'10072'0'0,"-14"31"-8410"0"0,37-28-911 0 0,-140 109 1844 0 0,114-90-2721 0 0,-1-1-1 0 0,-2-2 0 0 0,0-1 1 0 0,-27 11 126 0 0,62-33-560 0 0,-10-5-1601 0 0,10 0 1955 0 0,2 0 0 0 0,-1 1 0 0 0,0-1-1 0 0,1 0 1 0 0,0 0 0 0 0,0 1 0 0 0,0-1-1 0 0,0 0 1 0 0,0 0 0 0 0,1 1 0 0 0,0-1-1 0 0,0 0 1 0 0,0 1 0 0 0,0-1 0 0 0,0 0-1 0 0,1 1 1 0 0,-1 0 0 0 0,1-1 0 0 0,0 1-1 0 0,0 0 1 0 0,1 0 0 0 0,-1 0 0 0 0,1 0 206 0 0,65-72-5274 0 0,-41 50 3596 0 0,-1 2 64 0 0</inkml:trace>
  <inkml:trace contextRef="#ctx0" brushRef="#br0" timeOffset="1357.189">374 327 1804 0 0,'137'-1'6852'0'0,"-61"23"-3057"0"0,5 3-59 0 0,-67-17-4387 0 0,-20 9-4883 0 0,-27 8-1636 0 0,19-15 5730 0 0</inkml:trace>
  <inkml:trace contextRef="#ctx0" brushRef="#br0" timeOffset="1608.978">268 634 1204 0 0,'8'-16'6558'0'0,"40"-8"-2487"0"0,36 8-2086 0 0,-59 12-1096 0 0,61-8-1121 0 0,-84 12-276 0 0,-2 0-116 0 0,2 0-622 0 0,3 0 738 0 0,-1 3-4712 0 0,4 18 2104 0 0,-10-14 1547 0 0</inkml:trace>
  <inkml:trace contextRef="#ctx0" brushRef="#br0" timeOffset="1871.905">362 708 1676 0 0,'-28'25'10066'0'0,"28"-25"-9748"0"0,91-21 2232 0 0,5 17-1498 0 0,-87 6-894 0 0,0 1 1 0 0,0 0-1 0 0,0 1 0 0 0,0 0 1 0 0,-1 0-1 0 0,0 1 0 0 0,0 0 1 0 0,0 0-1 0 0,0 1 0 0 0,-1 0 1 0 0,0 0-1 0 0,0 1 0 0 0,-1 0 1 0 0,0 0-1 0 0,0 1 0 0 0,0-1 1 0 0,2 7-159 0 0,-8-12 28 0 0,0 1 0 0 0,0-1 1 0 0,-1 1-1 0 0,1-1 0 0 0,-1 0 1 0 0,0 1-1 0 0,1-1 0 0 0,-1 0 1 0 0,0 0-1 0 0,0 0 1 0 0,0 1-1 0 0,-1-1 0 0 0,1 0 1 0 0,0-1-1 0 0,-1 1 0 0 0,1 0 1 0 0,-1 0-1 0 0,0 0 0 0 0,0-1 1 0 0,1 1-1 0 0,-3 0-28 0 0,3-1 13 0 0,-3 2-77 0 0,0 0-1 0 0,-1 0 0 0 0,0 0 0 0 0,1-1 1 0 0,-1 0-1 0 0,0 0 0 0 0,0 0 0 0 0,0 0 1 0 0,0-1-1 0 0,0 0 0 0 0,-1 0 0 0 0,1 0 0 0 0,0 0 1 0 0,-3-1 64 0 0,-1-3-260 0 0,0 0 0 0 0,0-1 0 0 0,1 0 0 0 0,-1-1 0 0 0,1 0 0 0 0,0 0 1 0 0,0 0-1 0 0,1-1 0 0 0,-1 0 0 0 0,1-1 0 0 0,1 1 0 0 0,-1-2 0 0 0,1 1 1 0 0,0-1-1 0 0,1 1 0 0 0,0-1 0 0 0,-4-8 260 0 0,3 6-924 0 0,0 0 1 0 0,1 0-1 0 0,0 0 1 0 0,0-1-1 0 0,1 0 0 0 0,0 0 1 0 0,1 0-1 0 0,1 0 1 0 0,0-1-1 0 0,0 1 0 0 0,0-4 924 0 0,2 0-1618 0 0</inkml:trace>
  <inkml:trace contextRef="#ctx0" brushRef="#br0" timeOffset="2138.314">1354 61 2104 0 0,'28'11'8422'0'0,"-10"27"-6586"0"0,-20-31-2547 0 0,-2 0 0 0 0,1 0 0 0 0,-1-1 0 0 0,0 1 0 0 0,0-1-1 0 0,0 0 1 0 0,-1 0 0 0 0,0-1 0 0 0,-1 1 0 0 0,1-1-1 0 0,-1 0 1 0 0,0-1 0 0 0,-1 2 711 0 0,-12 6-1453 0 0</inkml:trace>
  <inkml:trace contextRef="#ctx0" brushRef="#br0" timeOffset="2578.347">1138 226 1404 0 0,'-35'17'7985'0'0,"9"34"-2980"0"0,26-51-5093 0 0,1 0 0 0 0,-1 0-1 0 0,1 0 1 0 0,-1-1 0 0 0,1 1 0 0 0,-1 0 0 0 0,1 0-1 0 0,-1 0 1 0 0,1 0 0 0 0,-1 1 0 0 0,1-1 0 0 0,-1 0 0 0 0,1 0-1 0 0,-1 0 1 0 0,0 0 0 0 0,1 0 0 0 0,-1 1 0 0 0,1-1-1 0 0,-1 0 1 0 0,1 0 0 0 0,-1 1 0 0 0,1-1 0 0 0,-1 0 0 0 0,0 0-1 0 0,1 1 1 0 0,-1-1 0 0 0,0 1 0 0 0,1-1 0 0 0,-1 0-1 0 0,0 1 1 0 0,0-1 0 0 0,1 1 0 0 0,-1-1 0 0 0,0 1-1 0 0,0-1 1 0 0,0 1 0 0 0,1-1 0 0 0,-1 0 0 0 0,0 1 0 0 0,0-1-1 0 0,0 1 89 0 0,5-7 319 0 0,1 0 0 0 0,0 1 0 0 0,0-1-1 0 0,1 1 1 0 0,-1 1 0 0 0,1-1 0 0 0,0 1-1 0 0,0 0 1 0 0,1 1 0 0 0,-1 0 0 0 0,1 0-1 0 0,2 0-318 0 0,180-22 3664 0 0,110 20-360 0 0,-296 8-3237 0 0,-2 0-29 0 0,-1-3-56 0 0,0 1 0 0 0,-1-1 1 0 0,1 1-1 0 0,0 0 0 0 0,-1-1 0 0 0,1 1 0 0 0,-1 0 0 0 0,1-1 0 0 0,-1 1 0 0 0,1 0 0 0 0,-1 0 0 0 0,1-1 0 0 0,-1 1 0 0 0,0 0 0 0 0,0 0 0 0 0,1 0 0 0 0,-1 0 0 0 0,0 0 0 0 0,0-1 1 0 0,0 1-1 0 0,0 0 0 0 0,0 0 0 0 0,0 0 0 0 0,0 0 0 0 0,0 0 0 0 0,0 0 0 0 0,0-1 0 0 0,-1 1 0 0 0,1 0 0 0 0,0 0 0 0 0,0 0 0 0 0,-1 0 0 0 0,1-1 0 0 0,-1 1 0 0 0,1 0 0 0 0,-1 0 1 0 0,1-1-1 0 0,-1 1 0 0 0,1 0 0 0 0,-1-1 0 0 0,0 1 0 0 0,1-1 0 0 0,-1 1 0 0 0,0-1 0 0 0,1 1 0 0 0,-1-1 0 0 0,0 1 0 0 0,0-1 0 0 0,0 1 18 0 0,-21 13-954 0 0,1-2 0 0 0,-2 0 0 0 0,0-1 0 0 0,0-1 0 0 0,-1-1 0 0 0,0-1-1 0 0,0-1 1 0 0,-9 0 954 0 0,-24 9-3422 0 0,-58 6-2670 0 0,90-21 4654 0 0</inkml:trace>
  <inkml:trace contextRef="#ctx0" brushRef="#br0" timeOffset="2985.382">1207 320 2808 0 0,'33'-12'8977'0'0,"-49"37"-4713"0"0,-64 41-2379 0 0,80-66-1871 0 0,0 0 0 0 0,0 0 0 0 0,0 1 0 0 0,1-1 0 0 0,-1 0 1 0 0,0 0-1 0 0,0 1 0 0 0,0-1 0 0 0,1 0 0 0 0,-1 0 0 0 0,0 1 1 0 0,0-1-1 0 0,0 0 0 0 0,0 0 0 0 0,0 1 0 0 0,0-1 0 0 0,0 0 1 0 0,0 0-1 0 0,0 1 0 0 0,0-1 0 0 0,0 0 0 0 0,0 1 0 0 0,0-1 0 0 0,0 0 1 0 0,0 0-1 0 0,0 1 0 0 0,0-1 0 0 0,0 0 0 0 0,0 1 0 0 0,0-1 1 0 0,0 0-1 0 0,0 0 0 0 0,-1 1 0 0 0,1-1 0 0 0,0 0 0 0 0,0 0 1 0 0,0 1-1 0 0,0-1 0 0 0,-1 0 0 0 0,1 0 0 0 0,0 0 0 0 0,0 1 1 0 0,-1-1-1 0 0,1 0 0 0 0,0 0 0 0 0,0 0 0 0 0,-1 0 0 0 0,1 0 0 0 0,0 1 1 0 0,0-1-1 0 0,-1 0 0 0 0,1 0-14 0 0,4 2-34 0 0,102 37 299 0 0,54 42 638 0 0,-19-6 607 0 0,-129-67-2741 0 0,-41-16-2088 0 0,13 4 2911 0 0,-41-13-4141 0 0,1-3 0 0 0,0-3 1 0 0,-35-20 4548 0 0,57 28-1442 0 0</inkml:trace>
  <inkml:trace contextRef="#ctx0" brushRef="#br0" timeOffset="3299.333">957 399 1600 0 0,'8'-9'6107'0'0,"16"3"-4454"0"0,-18 5-1069 0 0,177-28 5108 0 0,99 25-1863 0 0,-171 5-2363 0 0,-108 2-1397 0 0,-2-2-63 0 0,-1 0 0 0 0,1 0 1 0 0,-1 0-1 0 0,0 0 0 0 0,1 0 0 0 0,-1 0 0 0 0,0 0 1 0 0,0 0-1 0 0,1 0 0 0 0,-1 0 0 0 0,0 0 0 0 0,0 1 1 0 0,0-1-1 0 0,-1 0 0 0 0,1 0 0 0 0,0 0 0 0 0,0 0 1 0 0,0 0-1 0 0,-1 0 0 0 0,1 0 0 0 0,-1 0 0 0 0,1 0 1 0 0,-1 0-1 0 0,1 0 0 0 0,-1-1 0 0 0,1 1 0 0 0,-1 0 0 0 0,0 0 1 0 0,1 0-1 0 0,-1-1 0 0 0,0 1 0 0 0,0 0 0 0 0,0-1 1 0 0,0 1-1 0 0,0 0 0 0 0,1-1 0 0 0,-1 1 0 0 0,0-1 1 0 0,0 0-1 0 0,0 1 0 0 0,0-1 0 0 0,0 0 0 0 0,-1 1-5 0 0,-2 2-20 0 0,-190 98-1433 0 0,-116 52-6114 0 0,201-101-1238 0 0,97-49 7430 0 0</inkml:trace>
  <inkml:trace contextRef="#ctx0" brushRef="#br0" timeOffset="3608.501">894 697 2156 0 0,'5'-2'4592'0'0,"19"-7"-160"0"0,202-28 3338 0 0,-92 26-5226 0 0,1 6 0 0 0,32 7-2544 0 0,-28-1 471 0 0,-51-1-2461 0 0,-86 0 1296 0 0,1-1-188 0 0,2-4-2319 0 0,-35 7-1742 0 0,1 1 1899 0 0,-74-3-3339 0 0,72 0 5039 0 0</inkml:trace>
  <inkml:trace contextRef="#ctx0" brushRef="#br0" timeOffset="3874.15">1381 548 888 0 0,'3'38'7785'0'0,"9"18"-5201"0"0,-1-1-1215 0 0,2 122 685 0 0,-43-85-4038 0 0,29-90 1771 0 0,-14 20-3194 0 0,2-21-2450 0 0,11-2 4418 0 0</inkml:trace>
  <inkml:trace contextRef="#ctx0" brushRef="#br0" timeOffset="4044.536">1373 771 1648 0 0,'-17'-1'8319'0'0,"-17"26"-6816"0"0,24-17-693 0 0,-130 93 1807 0 0,84-84-4918 0 0,52-20 1417 0 0,3 0 661 0 0,0 1 0 0 0,0 0 0 0 0,0 0 0 0 0,0 0 0 0 0,0 0 0 0 0,1-1 0 0 0,-1 1 0 0 0,1 0 0 0 0,0-1 0 0 0,0 1 1 0 0,0 0-1 0 0,0-1 0 0 0,0 1 0 0 0,0 0 0 0 0,0-1 0 0 0,1 1 0 0 0,-1 0 0 0 0,1-1 0 0 0,0 1 0 0 0,0 0 0 0 0,0 0 0 0 0,0 0 0 0 0,0 0 0 0 0,0 0 1 0 0,1-1 222 0 0,26-39-2962 0 0,-10 21 1529 0 0</inkml:trace>
  <inkml:trace contextRef="#ctx0" brushRef="#br0" timeOffset="4228.527">1321 730 2052 0 0,'23'3'912'0'0,"0"1"0"0"0,-1 1 0 0 0,1 1 0 0 0,-1 1-1 0 0,-1 1 1 0 0,0 1 0 0 0,0 0 0 0 0,0 2 0 0 0,-1 1 0 0 0,9 7-912 0 0,-25-16 211 0 0,45 26 1561 0 0,-34-18-1388 0 0,1-1-1 0 0,0 0 1 0 0,0-1 0 0 0,1-1-1 0 0,0-1 1 0 0,0 0 0 0 0,1-2 0 0 0,0 1-1 0 0,0-2 1 0 0,1-1-384 0 0,-12-3-689 0 0,0 0 0 0 0,-1 0 0 0 0,1-1 0 0 0,-1 0 1 0 0,1 0-1 0 0,0-1 0 0 0,-1 0 0 0 0,0 0 0 0 0,0-1 0 0 0,1 1 1 0 0,-1-1-1 0 0,-1-1 0 0 0,1 1 0 0 0,5-5 689 0 0,9-4-1992 0 0,26-21-1217 0 0,-20 14 1899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05.608"/>
    </inkml:context>
    <inkml:brush xml:id="br0">
      <inkml:brushProperty name="width" value="0.05" units="cm"/>
      <inkml:brushProperty name="height" value="0.05" units="cm"/>
      <inkml:brushProperty name="color" value="#FFFFFF"/>
    </inkml:brush>
  </inkml:definitions>
  <inkml:trace contextRef="#ctx0" brushRef="#br0">62 159 2664 0 0,'21'-5'8813'0'0,"15"27"-4593"0"0,-35-18-4420 0 0,-1 1-1 0 0,0-1 0 0 0,0 0 0 0 0,0 1 0 0 0,0-1 0 0 0,0 0 1 0 0,-1 0-1 0 0,0 1 0 0 0,0-1 0 0 0,0 0 0 0 0,0 0 0 0 0,-1 0 1 0 0,0 0-1 0 0,0 0 0 0 0,0-1 0 0 0,0 1 0 0 0,0 0 0 0 0,-1-1 0 0 0,1 0 1 0 0,-1 1-1 0 0,0-1 0 0 0,0 0 0 0 0,0 0 0 0 0,-4 1 201 0 0,-1 6-683 0 0,-11 10-606 0 0,-15 19 747 0 0,16 3 3421 0 0,18-41-2335 0 0,0 10 826 0 0,31 46 250 0 0,9 27 180 0 0,-35 74 36 0 0,17-145-2306 0 0,-9-23 151 0 0,0 0 0 0 0,-1-1 0 0 0,-1-1 0 0 0,1 0 0 0 0,-2 0 0 0 0,0-1 0 0 0,0-1 0 0 0,-2 1 0 0 0,1-1 0 0 0,-2-1 1 0 0,0 0-1 0 0,0 0 0 0 0,-2 0 0 0 0,0-1 0 0 0,0 1 0 0 0,0-11 319 0 0,16-34-675 0 0,86-246 778 0 0,-56 207 4006 0 0,-39 95-476 0 0,17 4-2531 0 0,-20 1-626 0 0,56 19 388 0 0,-56-17-802 0 0,-7-3-33 0 0,1-1-1 0 0,0 2 1 0 0,0-1-1 0 0,-1 0 1 0 0,1 0 0 0 0,0 1-1 0 0,-1 0 1 0 0,1-1-1 0 0,0 1 1 0 0,-1 0 0 0 0,1 0-1 0 0,-1 0 1 0 0,1 1-1 0 0,-1-1 1 0 0,0 1 0 0 0,1-1-1 0 0,-1 1 1 0 0,0 0-1 0 0,0 0 1 0 0,0 0 0 0 0,0 0-1 0 0,-1 0 1 0 0,1 0-1 0 0,0 0 1 0 0,-1 1 0 0 0,0-1-1 0 0,1 1 1 0 0,-1-1-1 0 0,0 1 1 0 0,0-1 0 0 0,-1 1-1 0 0,1 0 1 0 0,0-1-1 0 0,-1 1 1 0 0,0 0 0 0 0,1-1-1 0 0,-1 1 1 0 0,0 0-1 0 0,0 0 1 0 0,-1-1 0 0 0,1 1-1 0 0,-1 0 1 0 0,0 1-29 0 0,-5 13-151 0 0,-2 1 1 0 0,0-1-1 0 0,-1 0 0 0 0,-1-1 1 0 0,-1 0-1 0 0,0-1 0 0 0,-1 0 1 0 0,0-1-1 0 0,-1 0 0 0 0,-1-1 1 0 0,0 0-1 0 0,-1-1 0 0 0,0-1 1 0 0,-1 0-1 0 0,0-2 0 0 0,-1 1 1 0 0,0-2-1 0 0,0 0 1 0 0,-1-1-1 0 0,0-1 0 0 0,-5 1 151 0 0,-15-3-1545 0 0,36-4 1001 0 0,0 0 0 0 0,-1-2 417 0 0,1 0 1 0 0,-1 1 0 0 0,1-1 0 0 0,-1 0-1 0 0,1 0 1 0 0,0 0 0 0 0,-1 0 0 0 0,1-1-1 0 0,0 1 1 0 0,1-1 0 0 0,-1 1-1 0 0,0-1 1 0 0,1 1 0 0 0,-1-1 0 0 0,1 0-1 0 0,0 0 1 0 0,0 0 0 0 0,0 0 0 0 0,0 0-1 0 0,1 0 1 0 0,-1 0 0 0 0,1 0 0 0 0,-1 0-1 0 0,1 0 1 0 0,0 0 0 0 0,1 0-1 0 0,-1 0 1 0 0,0-1 0 0 0,1 1 0 0 0,0 0-1 0 0,-1 0 1 0 0,1 1 0 0 0,0-1 0 0 0,1-2 126 0 0,-1 4-7 0 0,1-6 19 0 0,0 1 0 0 0,1 0 1 0 0,0-1-1 0 0,0 1 0 0 0,0 0 1 0 0,0 1-1 0 0,1-1 0 0 0,0 1 0 0 0,1-1 1 0 0,-1 1-1 0 0,1 1 0 0 0,0-1 0 0 0,0 0 1 0 0,0 1-1 0 0,1 0 0 0 0,-1 1 1 0 0,6-3-13 0 0,-4 3 151 0 0,1 1 0 0 0,0 0 0 0 0,0 1 0 0 0,0-1 0 0 0,0 2 0 0 0,0-1 0 0 0,0 1 0 0 0,0 0 0 0 0,0 1 0 0 0,1 0 0 0 0,-1 0 0 0 0,-1 1 0 0 0,1 0 0 0 0,0 0 0 0 0,0 1 0 0 0,-1 0 0 0 0,1 0 0 0 0,-1 1 0 0 0,3 1-151 0 0,79 45 1800 0 0,49 42-229 0 0,-135-77-4972 0 0,-43 4 2518 0 0,28-14 283 0 0,-247 70-883 0 0,260-75 1549 0 0,-1 0 1 0 0,0 1-1 0 0,1-1 1 0 0,-1 0 0 0 0,0 1-1 0 0,1-1 1 0 0,-1 1-1 0 0,0-1 1 0 0,1 1-1 0 0,-1-1 1 0 0,0 1-1 0 0,0-1 1 0 0,0 1-1 0 0,0-1 1 0 0,1 1-1 0 0,-1-1 1 0 0,0 1-1 0 0,0 0 1 0 0,0-1-1 0 0,0 1 1 0 0,0-1-1 0 0,0 1 1 0 0,0-1-1 0 0,0 1 1 0 0,-1-1 0 0 0,1 1-1 0 0,0-1 1 0 0,0 1-1 0 0,0-1 1 0 0,-1 1-1 0 0,1-1 1 0 0,0 1-1 0 0,0-1 1 0 0,-1 1-1 0 0,1-1 1 0 0,0 1-1 0 0,-1-1 1 0 0,1 0-1 0 0,-1 1 1 0 0,1-1-1 0 0,0 0 1 0 0,-1 1-1 0 0,1-1 1 0 0,-1 0-1 0 0,1 1 1 0 0,-1-1-1 0 0,1 0 1 0 0,-1 0 0 0 0,1 0-1 0 0,-1 1-66 0 0,48 5 1360 0 0,69-7-317 0 0,-114 1-1171 0 0,-2 0-12 0 0,6 5-93 0 0,-5 6-33 0 0,-85 49-267 0 0,42-38 396 0 0,-114 64-87 0 0,119-69 2103 0 0,58-16-432 0 0,91-4 216 0 0,54-35-716 0 0,-11 5-160 0 0,49-8-787 0 0,-211 30-5535 0 0,-24 2 3997 0 0,14 7 484 0 0,1 0 0 0 0,-1-1 0 0 0,1 0 0 0 0,0-2 0 0 0,0 0 0 0 0,1 0 0 0 0,-1-2-1 0 0,1 0 1 0 0,1 0 0 0 0,-1-2 0 0 0,1 0 0 0 0,1 0 0 0 0,0-1 0 0 0,-7-7 1054 0 0,4-1-581 0 0</inkml:trace>
  <inkml:trace contextRef="#ctx0" brushRef="#br0" timeOffset="249.012">591 401 2616 0 0,'-9'-21'728'0'0,"-18"-34"5152"0"0,31 78 558 0 0,-4 36-4788 0 0,0-39-452 0 0,8 159 1861 0 0,-8 10-2196 0 0,-14-108-2834 0 0,23-51-10885 0 0,13-39 8291 0 0,-7-9 3225 0 0</inkml:trace>
  <inkml:trace contextRef="#ctx0" brushRef="#br0" timeOffset="720.752">1574 58 2396 0 0,'16'-23'3802'0'0,"-7"7"1772"0"0,-9 31-1197 0 0,-17 27-3038 0 0,-1-1 0 0 0,-3 0-1 0 0,-1-2 1 0 0,-21 29-1339 0 0,38-60 106 0 0,-156 221 1754 0 0,-5 17-2917 0 0,131-196-1323 0 0,49-65-5417 0 0,26-17 4271 0 0,-23 18 1626 0 0,35-28-1380 0 0,-23 23 1706 0 0</inkml:trace>
  <inkml:trace contextRef="#ctx0" brushRef="#br0" timeOffset="1548.079">2038 2 1468 0 0,'3'0'8981'0'0,"-9"20"-5499"0"0,6-20-3388 0 0,-11 24 628 0 0,-1-1-1 0 0,-1 0 1 0 0,-1 0-1 0 0,-1-1 1 0 0,-1-1-1 0 0,-1-1 1 0 0,-1 0-1 0 0,0-2 1 0 0,-15 12-722 0 0,3-3-98 0 0,-1-1 1 0 0,-2-2 0 0 0,0-1 0 0 0,-1-2-1 0 0,-1-1 1 0 0,-19 7 97 0 0,91-71-3115 0 0,120-62 912 0 0,-138 95 2308 0 0,0 2 0 0 0,1 0 1 0 0,0 1-1 0 0,1 1 1 0 0,0 1-1 0 0,0 0 1 0 0,0 2-1 0 0,0 0 0 0 0,1 2 1 0 0,6 0-106 0 0,-24 1 213 0 0,0 1 1 0 0,0 0-1 0 0,0 0 1 0 0,0 0-1 0 0,0 0 1 0 0,0 0-1 0 0,0 1 1 0 0,0 0-1 0 0,0-1 1 0 0,0 2-1 0 0,0-1 1 0 0,-1 0 0 0 0,1 1-1 0 0,0 0 1 0 0,-1-1-1 0 0,3 3-213 0 0,1 1 321 0 0,-7-4-280 0 0,1-1 0 0 0,0 0 0 0 0,0 1 1 0 0,-1-1-1 0 0,1 1 0 0 0,0-1 0 0 0,-1 1 0 0 0,1-1 1 0 0,0 1-1 0 0,-1-1 0 0 0,1 1 0 0 0,-1 0 0 0 0,1-1 1 0 0,-1 1-1 0 0,1 0 0 0 0,-1-1 0 0 0,0 1 0 0 0,1 0 0 0 0,-1 0 1 0 0,0-1-1 0 0,0 1 0 0 0,1 0 0 0 0,-1 0 0 0 0,0 0 1 0 0,0-1-1 0 0,0 1 0 0 0,0 0 0 0 0,0 0 0 0 0,0 0 1 0 0,0 0-1 0 0,0-1 0 0 0,0 1 0 0 0,-1 0 0 0 0,1 0 0 0 0,0 0 1 0 0,0-1-1 0 0,-1 1 0 0 0,1 0 0 0 0,0 0 0 0 0,-1-1 1 0 0,0 1-42 0 0,-15 19 139 0 0,-1-1-1 0 0,-1-1 1 0 0,-1-1 0 0 0,0 0 0 0 0,-1-2 0 0 0,-1 0 0 0 0,-1-1 0 0 0,0-2 0 0 0,0 0 0 0 0,-1-1 0 0 0,-1-1 0 0 0,0-1 0 0 0,-17 3-139 0 0,6 2 25 0 0,-82 30-1794 0 0,115-43 1088 0 0,2-1-120 0 0,-1 0 695 0 0,0 0 1 0 0,0 0-1 0 0,1 0 0 0 0,-1 0 0 0 0,0 0 1 0 0,0-1-1 0 0,0 1 0 0 0,0 0 0 0 0,0 0 0 0 0,0-1 1 0 0,0 1-1 0 0,1 0 0 0 0,-1-1 0 0 0,0 1 1 0 0,0-1-1 0 0,0 0 0 0 0,1 1 0 0 0,-1-1 1 0 0,0 1-1 0 0,1-1 0 0 0,-1 0 0 0 0,1 1 1 0 0,-1-1-1 0 0,1 0 0 0 0,-1 0 0 0 0,1 0 0 0 0,-1 1 1 0 0,1-1-1 0 0,0 0 0 0 0,-1 0 0 0 0,1 0 1 0 0,0 0-1 0 0,0 0 0 0 0,-1 0 0 0 0,1 0 1 0 0,0 0-1 0 0,0 0 0 0 0,0 1 0 0 0,0-1 1 0 0,1 0-1 0 0,-1 0 0 0 0,0 0 0 0 0,0 0 1 0 0,0 0-1 0 0,1 0 0 0 0,-1 0 0 0 0,0 1 0 0 0,1-1 1 0 0,0 0 105 0 0,19-48-3537 0 0,-18 47 3505 0 0,2-6 20 0 0,1 0 0 0 0,0 0 0 0 0,0 1 0 0 0,1-1 0 0 0,0 1 0 0 0,0 1 0 0 0,0-1 0 0 0,1 1 1 0 0,0 0-1 0 0,1 0 0 0 0,-1 1 0 0 0,1 0 0 0 0,0 1 0 0 0,7-4 12 0 0,20 8 1533 0 0,-18 3-1102 0 0,-1 1 0 0 0,1 1 0 0 0,-1 1 1 0 0,0 0-1 0 0,-1 1 0 0 0,0 1 0 0 0,0 0 0 0 0,0 1 1 0 0,-1 1-1 0 0,0 0 0 0 0,0 2-431 0 0,15 8 737 0 0,125 76 2304 0 0,-56-36-1646 0 0,-98-60-1529 0 0,0 0 1 0 0,-1 0-1 0 0,1 0 0 0 0,0 1 1 0 0,-1-1-1 0 0,1 0 0 0 0,0 0 1 0 0,-1 0-1 0 0,1 1 0 0 0,0-1 1 0 0,0 0-1 0 0,-1 0 0 0 0,1 1 1 0 0,0-1-1 0 0,0 0 0 0 0,0 0 1 0 0,-1 1-1 0 0,1-1 0 0 0,0 0 1 0 0,0 1-1 0 0,0-1 0 0 0,0 0 1 0 0,0 1-1 0 0,-1-1 0 0 0,1 0 1 0 0,0 1-1 0 0,0-1 0 0 0,0 0 0 0 0,0 1 1 0 0,0-1-1 0 0,0 0 0 0 0,0 1 1 0 0,0-1-1 0 0,0 1 0 0 0,1-1 1 0 0,-1 0-1 0 0,0 1 0 0 0,0-1 1 0 0,0 0-1 0 0,0 1 0 0 0,0-1 1 0 0,0 0-1 0 0,1 0 0 0 0,-1 1 1 0 0,0-1 133 0 0,-1 0 126 0 0,-169 40-10845 0 0,108-29 7562 0 0,32-4 1562 0 0</inkml:trace>
  <inkml:trace contextRef="#ctx0" brushRef="#br0" timeOffset="2371.804">1833 691 2012 0 0,'-36'47'11265'0'0,"15"15"-7634"0"0,11-29-4370 0 0,15-46 891 0 0,1 1-1 0 0,1 0 1 0 0,-1 1-1 0 0,2 0 1 0 0,0 0-1 0 0,0 0 1 0 0,1 1-1 0 0,0 0 0 0 0,0 1 1 0 0,1 0-1 0 0,1 0 1 0 0,-1 1-1 0 0,2 1 1 0 0,2-2-152 0 0,3 2 311 0 0,0 1 0 0 0,1 1 1 0 0,0 1-1 0 0,0 0 0 0 0,0 1 0 0 0,0 1 1 0 0,1 1-1 0 0,-1 0 0 0 0,18 3-311 0 0,-25-2 89 0 0,93 27 772 0 0,-102-27-826 0 0,0 1 0 0 0,1-1 1 0 0,-1 1-1 0 0,0-1 0 0 0,1 1 0 0 0,-1 0 0 0 0,0 0 0 0 0,0 0 0 0 0,0 0 0 0 0,0 0 0 0 0,0 1 0 0 0,0-1 0 0 0,0 1 0 0 0,0-1 0 0 0,0 1 0 0 0,-1 0 0 0 0,1 0 0 0 0,-1-1 1 0 0,1 1-1 0 0,-1 0 0 0 0,0 0 0 0 0,0 0 0 0 0,0 1 0 0 0,0-1 0 0 0,0 0 0 0 0,0 0 0 0 0,0 1 0 0 0,-1-1 0 0 0,1 0 0 0 0,-1 1 0 0 0,0-1 0 0 0,0 0 0 0 0,0 1 1 0 0,0-1-1 0 0,0 1 0 0 0,0-1 0 0 0,-1 0 0 0 0,1 1 0 0 0,-1 0-35 0 0,-4 8-202 0 0,0 0 0 0 0,0 0 1 0 0,-1-1-1 0 0,-1 0 0 0 0,0 0 0 0 0,0-1 1 0 0,-1 0-1 0 0,0 0 0 0 0,0-1 0 0 0,-1 0 1 0 0,0 0-1 0 0,-1-1 0 0 0,0 0 0 0 0,0-1 1 0 0,0 0-1 0 0,-1-1 0 0 0,0 0 0 0 0,0 0 1 0 0,0-1-1 0 0,0-1 0 0 0,-1 0 0 0 0,1 0 1 0 0,-1-1-1 0 0,0-1 0 0 0,-1 0 202 0 0,4-2-215 0 0,1-1 1 0 0,-1 0-1 0 0,0-1 1 0 0,1 0-1 0 0,-1 0 1 0 0,1-1-1 0 0,0 0 0 0 0,0 0 1 0 0,1-1-1 0 0,-1 0 1 0 0,1 0-1 0 0,0-1 0 0 0,0 0 215 0 0,-2-18 346 0 0,9 23-156 0 0,0 1-4 0 0,3-4 61 0 0,62-38 1290 0 0,-19 29-1019 0 0,41-22 157 0 0,-37 6-2298 0 0,-51 24-1227 0 0,-12-2 2452 0 0,10 6 362 0 0,1 0 0 0 0,0 0-1 0 0,0 1 1 0 0,-1-1-1 0 0,1 1 1 0 0,0-1-1 0 0,-1 1 1 0 0,1 0 0 0 0,0 0-1 0 0,-1 0 1 0 0,1 0-1 0 0,0 0 1 0 0,-1 0 0 0 0,1 1-1 0 0,0-1 1 0 0,-1 1-1 0 0,1 0 1 0 0,0-1 0 0 0,0 1-1 0 0,0 0 1 0 0,-1 1-1 0 0,1-1 1 0 0,0 0-1 0 0,0 0 1 0 0,1 1 0 0 0,-1-1-1 0 0,0 1 1 0 0,0 0-1 0 0,1 0 1 0 0,-1-1 0 0 0,1 1-1 0 0,-1 1 37 0 0,-33 68 1434 0 0,-16 37-806 0 0,45-100-750 0 0,-63 64-951 0 0,59-69 3057 0 0,94-30-421 0 0,24 1-2150 0 0,-18 5-4508 0 0,-17 5-4297 0 0,-71 16 8126 0 0</inkml:trace>
  <inkml:trace contextRef="#ctx0" brushRef="#br0" timeOffset="2779.703">2723 109 1028 0 0,'31'4'8827'0'0,"11"22"-4946"0"0,-41-25-4036 0 0,-1 1 1 0 0,1-1-1 0 0,-1 0 0 0 0,1 0 1 0 0,-1 1-1 0 0,0-1 1 0 0,0 0-1 0 0,1 1 0 0 0,-1-1 1 0 0,0 0-1 0 0,0 1 1 0 0,0-1-1 0 0,0 0 0 0 0,0 1 1 0 0,-1-1-1 0 0,1 0 0 0 0,0 1 1 0 0,-1-1-1 0 0,1 0 1 0 0,-1 1-1 0 0,1-1 0 0 0,-1 0 1 0 0,0 0-1 0 0,1 0 1 0 0,-1 0-1 0 0,0 1 0 0 0,0-1 1 0 0,0 0-1 0 0,0 0 1 0 0,0-1-1 0 0,-1 2 155 0 0,-5 10-2505 0 0,-14 27-575 0 0,11-19 1634 0 0</inkml:trace>
  <inkml:trace contextRef="#ctx0" brushRef="#br0" timeOffset="3043.87">2700 415 1196 0 0,'-8'72'7879'0'0,"8"-71"-7416"0"0,0-1-164 0 0,0 13-340 0 0,-39 67-3698 0 0,16-18 1507 0 0,17-42 2027 0 0</inkml:trace>
  <inkml:trace contextRef="#ctx0" brushRef="#br0" timeOffset="3306.924">2621 701 4888 0 0,'0'1'5'0'0,"-1"0"133"0"0,1 0 1 0 0,-1 0-1 0 0,0 0 1 0 0,1 0-1 0 0,0 0 1 0 0,-1 0-1 0 0,1 0 1 0 0,-1 0-1 0 0,1 0 1 0 0,0 1-1 0 0,0-1 1 0 0,0 0-1 0 0,0 0 1 0 0,0 0-1 0 0,0 1 1 0 0,0-1-1 0 0,0 0 1 0 0,0 0-1 0 0,0 0 1 0 0,1 1-1 0 0,-1-1 1 0 0,1 0-1 0 0,-1 0 1 0 0,0 0 0 0 0,1 0-1 0 0,0 0 1 0 0,-1 0-1 0 0,1 0 1 0 0,0 0-1 0 0,-1 0 1 0 0,1 0-1 0 0,0 0 1 0 0,0 0-1 0 0,0-1 1 0 0,0 1-1 0 0,0 0 1 0 0,0-1-1 0 0,0 1 1 0 0,0 0-1 0 0,0-1 1 0 0,0 1-1 0 0,0-1 1 0 0,1 0-1 0 0,-1 1 1 0 0,0-1-1 0 0,0 0 1 0 0,0 0-1 0 0,0 0 1 0 0,1 0 0 0 0,-1 0-1 0 0,0 0 1 0 0,0 0-1 0 0,0 0 1 0 0,1 0-1 0 0,-1 0 1 0 0,0-1-1 0 0,0 1 1 0 0,0 0-1 0 0,1-1-138 0 0,14-11-318 0 0,-1 0 0 0 0,0-1 1 0 0,-1-1-1 0 0,0 0 0 0 0,-1-1 0 0 0,-1 0 0 0 0,0-1 0 0 0,-1-1 0 0 0,1-4 318 0 0,24-31-3291 0 0,11-20-1273 0 0,-31 48 3075 0 0</inkml:trace>
  <inkml:trace contextRef="#ctx0" brushRef="#br0" timeOffset="3307.924">3065 114 2392 0 0,'27'-2'12313'0'0,"-23"25"-11247"0"0,-35 47-12359 0 0,19-53 9684 0 0,4-7 220 0 0</inkml:trace>
  <inkml:trace contextRef="#ctx0" brushRef="#br0" timeOffset="4087.991">2933 343 2104 0 0,'-14'27'11171'0'0,"33"-20"-9132"0"0,144-6 1526 0 0,-83-15-3162 0 0,-46 10-2130 0 0,-36 24-815 0 0,-35 13 1311 0 0,-1-1 0 0 0,-1-1 0 0 0,-2-2-1 0 0,-4-1 1232 0 0,11-5 486 0 0,-8 8 2244 0 0,42-30-2191 0 0,0-1 28 0 0,128-1 3037 0 0,-28-21-3179 0 0,-99 22-631 0 0,-1 0-219 0 0,0 0-118 0 0,0 0-108 0 0,0 0-89 0 0,0 0-92 0 0,8-1-1027 0 0,-11-1-1330 0 0,-28-13-1308 0 0,5-7 4162 0 0,0-1 1812 0 0,5 17 2638 0 0,-12 289-151 0 0,32-278-4044 0 0,0 0 0 0 0,0 0 0 0 0,0 0 0 0 0,-1 0-1 0 0,0-1 1 0 0,0 1 0 0 0,0-1 0 0 0,0 1 0 0 0,-1-1 0 0 0,1 0 0 0 0,-1 0 0 0 0,0 0 0 0 0,-1 0-1 0 0,1-1 1 0 0,-1 1 0 0 0,1-1 0 0 0,-1 0 0 0 0,0 0 0 0 0,0 0 0 0 0,0-1 0 0 0,-1 1 0 0 0,1-1-1 0 0,-1 0 1 0 0,1 0 0 0 0,-5 1 80 0 0,8-3-15 0 0,-24-3 354 0 0,-35-26 1791 0 0,90 24 2301 0 0,26 5-3282 0 0,230 0 2492 0 0,-97 0-5492 0 0,-184-4-4094 0 0,-29 0 633 0 0,-102-5-3304 0 0,97 9 6998 0 0</inkml:trace>
  <inkml:trace contextRef="#ctx0" brushRef="#br0" timeOffset="4584.051">2624 243 888 0 0,'-1'-18'13712'0'0,"9"32"-11346"0"0,31 37-28 0 0,3 10-4302 0 0,-36-16-5311 0 0,-6-44 5680 0 0,0 18-3212 0 0,0-17 3344 0 0</inkml:trace>
  <inkml:trace contextRef="#ctx0" brushRef="#br0" timeOffset="4861.076">2491 803 2344 0 0,'4'3'5209'0'0,"8"-3"-994"0"0,74-70-511 0 0,-45 30-3495 0 0,22-17-2100 0 0,-2-2-3319 0 0,-50 48 3802 0 0,11-20-3209 0 0,-14 22 3210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01.235"/>
    </inkml:context>
    <inkml:brush xml:id="br0">
      <inkml:brushProperty name="width" value="0.05" units="cm"/>
      <inkml:brushProperty name="height" value="0.05" units="cm"/>
      <inkml:brushProperty name="color" value="#FFFFFF"/>
    </inkml:brush>
  </inkml:definitions>
  <inkml:trace contextRef="#ctx0" brushRef="#br0">603 44 1300 0 0,'0'0'2028'0'0,"0"0"-364"0"0,0-3-213 0 0,0-10 47 0 0,0 10-75 0 0,0 3-108 0 0,0 0-42 0 0,0 0-70 0 0,0 0-99 0 0,4-6-82 0 0,10-12 1997 0 0,-91 67-1681 0 0,29-23-2043 0 0,-1-3 0 0 0,-1-2 0 0 0,-1-2 0 0 0,-1-2 0 0 0,-1-2 0 0 0,0-3 0 0 0,-1-2 0 0 0,-39 2 705 0 0,70-11-2153 0 0,6-6-4684 0 0,19 3 5328 0 0,3 2-70 0 0</inkml:trace>
  <inkml:trace contextRef="#ctx0" brushRef="#br0" timeOffset="530.093">150 202 1960 0 0,'288'196'13358'0'0,"-285"-195"-13464"0"0,0-1 0 0 0,-1 0 0 0 0,1 0 0 0 0,0 0 0 0 0,-1 0 0 0 0,1 0 0 0 0,0-1 0 0 0,-1 1 0 0 0,1-1 0 0 0,-1 0-1 0 0,1 1 1 0 0,0-1 0 0 0,-1 0 0 0 0,0-1 0 0 0,1 1 0 0 0,-1 0 0 0 0,0-1 0 0 0,1 1 0 0 0,-1-1 0 0 0,0 0 0 0 0,0 0 0 0 0,0 0 0 0 0,-1 0 0 0 0,1 0 0 0 0,0 0 0 0 0,-1 0 0 0 0,1 0 0 0 0,-1-1 0 0 0,1-1 106 0 0,11-11-715 0 0,37-42-729 0 0,10-6 2398 0 0,-46 45 1330 0 0,-14 18-2058 0 0,0 0 0 0 0,0 0 0 0 0,0 0 0 0 0,0 1 0 0 0,0-1 0 0 0,0 0 0 0 0,1 0 0 0 0,-1 0 0 0 0,0 0 0 0 0,0 0 0 0 0,0 1 0 0 0,0-1 0 0 0,0 0 0 0 0,0 0 0 0 0,1 0 0 0 0,-1 0 0 0 0,0 0 0 0 0,0 0-226 0 0,-28 26 1200 0 0,2-6-990 0 0,-1-2 0 0 0,0 0 0 0 0,-1-2 0 0 0,-1-1 0 0 0,-4 0-210 0 0,-17 10 236 0 0,-1-2-1 0 0,-1-3 1 0 0,-1-2-1 0 0,-1-2 1 0 0,-21 2-236 0 0,38-9 601 0 0,176-38 592 0 0,284-32 23 0 0,-250 23-4093 0 0,-173 37 2704 0 0,0 0 0 0 0,1 1 1 0 0,-1-1-1 0 0,0 0 1 0 0,0 0-1 0 0,0 0 0 0 0,1 1 1 0 0,-1-1-1 0 0,0 0 1 0 0,0 0-1 0 0,0 0 0 0 0,0 1 1 0 0,-1-1-1 0 0,1 0 1 0 0,0 0-1 0 0,0 0 0 0 0,0 1 1 0 0,0-1-1 0 0,-1 0 1 0 0,1 0-1 0 0,0 1 0 0 0,-1-1 1 0 0,1 0-1 0 0,-1 1 0 0 0,1-1 1 0 0,-1 0-1 0 0,1 1 1 0 0,-1-1-1 0 0,1 1 0 0 0,-1-1 1 0 0,0 1-1 0 0,1-1 1 0 0,-1 1-1 0 0,0-1 0 0 0,1 1 1 0 0,-1-1-1 0 0,0 1 1 0 0,0 0-1 0 0,1 0 0 0 0,-1-1 1 0 0,0 1-1 0 0,0 0 1 0 0,1 0-1 0 0,-1 0 0 0 0,0 0 1 0 0,0 0-1 0 0,0 0 1 0 0,0 0-1 0 0,1 0 0 0 0,-1 0 1 0 0,0 0 172 0 0,-113-47-8380 0 0,93 37 6864 0 0</inkml:trace>
  <inkml:trace contextRef="#ctx0" brushRef="#br0" timeOffset="1107.649">555 187 1896 0 0,'0'-1'164'0'0,"-1"0"0"0"0,1 0-1 0 0,0 1 1 0 0,-1-1 0 0 0,1 0-1 0 0,-1 0 1 0 0,0 1 0 0 0,1-1-1 0 0,-1 0 1 0 0,1 1 0 0 0,-1-1-1 0 0,0 1 1 0 0,0-1 0 0 0,1 1-1 0 0,-1-1 1 0 0,0 1 0 0 0,0 0-1 0 0,0-1 1 0 0,1 1 0 0 0,-1 0-1 0 0,0-1 1 0 0,0 1 0 0 0,0 0-1 0 0,0 0 1 0 0,0 0 0 0 0,0 0-1 0 0,1 0 1 0 0,-1 0 0 0 0,0 0-1 0 0,0 0 1 0 0,0 0 0 0 0,0 0 0 0 0,0 1-1 0 0,0-1 1 0 0,1 0 0 0 0,-1 0-1 0 0,0 1 1 0 0,0-1 0 0 0,0 1-1 0 0,1-1 1 0 0,-1 1 0 0 0,0-1-1 0 0,1 1 1 0 0,-1-1 0 0 0,0 1-1 0 0,1 0 1 0 0,-1-1 0 0 0,1 1-1 0 0,-1 0 1 0 0,1 0 0 0 0,-1-1-1 0 0,1 1 1 0 0,-1 0 0 0 0,1 0-1 0 0,0 0 1 0 0,-1-1 0 0 0,1 1-1 0 0,0 0 1 0 0,0 0 0 0 0,0 0-1 0 0,0 0 1 0 0,0 0 0 0 0,0 0-1 0 0,0-1 1 0 0,0 2-164 0 0,-17 219 4175 0 0,8-121-3984 0 0,-17 15-1339 0 0,17-92-244 0 0,6-38-787 0 0,31-125 4054 0 0,-28 139-1603 0 0,0 1 0 0 0,0 0 8 0 0,-4-2-8 0 0,-4 2-182 0 0,0 0-1 0 0,0 1 1 0 0,-1 0 0 0 0,1 0 0 0 0,0 1 0 0 0,0 0 0 0 0,1 0-1 0 0,-1 1 1 0 0,0 0 0 0 0,1 1 0 0 0,0-1 0 0 0,-1 2 0 0 0,1-1-1 0 0,1 1 1 0 0,-1-1 0 0 0,1 2 0 0 0,0-1 0 0 0,0 1 0 0 0,-1 2-90 0 0,-73 47 668 0 0,80-54-662 0 0,-1 0 1 0 0,1-1 0 0 0,0 1 0 0 0,0-1 0 0 0,-1 1 0 0 0,1 0 0 0 0,0-1 0 0 0,-1 1 0 0 0,1-1 0 0 0,-1 1-1 0 0,1-1 1 0 0,-1 1 0 0 0,1-1 0 0 0,-1 0 0 0 0,1 1 0 0 0,-1-1 0 0 0,0 0 0 0 0,1 1 0 0 0,-1-1-1 0 0,1 0 1 0 0,-1 1 0 0 0,0-1 0 0 0,1 0 0 0 0,-1 0 0 0 0,0 0 0 0 0,1 0 0 0 0,-1 0 0 0 0,0 0-1 0 0,1 0 1 0 0,-1 0 0 0 0,0 0 0 0 0,1 0 0 0 0,-1 0 0 0 0,0 0 0 0 0,1 0 0 0 0,-1-1 0 0 0,0 1-1 0 0,1 0 1 0 0,-1 0 0 0 0,1-1 0 0 0,-1 1 0 0 0,0 0 0 0 0,1-1 0 0 0,-1 1 0 0 0,1-1 0 0 0,-1 1-1 0 0,1-1 1 0 0,-1 1 0 0 0,1-1 0 0 0,0 1 0 0 0,-1-1-7 0 0,20-28-558 0 0,-5 14 514 0 0,1 0 0 0 0,0 1 1 0 0,0 1-1 0 0,2 1 0 0 0,0 0 1 0 0,0 2-1 0 0,1-1 0 0 0,0 2 0 0 0,0 0 1 0 0,1 2-1 0 0,1 0 0 0 0,-1 1 0 0 0,1 1 1 0 0,0 0-1 0 0,2 2 44 0 0,77 0 643 0 0,-16 35 555 0 0,-80-28-1232 0 0,-1-1-1 0 0,0 1 0 0 0,0 0 1 0 0,-1-1-1 0 0,1 1 0 0 0,-1 0 1 0 0,0 0-1 0 0,1 0 0 0 0,-2 0 1 0 0,1 0-1 0 0,0 1 0 0 0,-1-1 1 0 0,0 0-1 0 0,0 0 0 0 0,0 0 1 0 0,-1 0-1 0 0,1 1 0 0 0,-1-1 1 0 0,0 0-1 0 0,0 0 0 0 0,-1 0 1 0 0,1 0-1 0 0,-1-1 0 0 0,0 1 1 0 0,0 0-1 0 0,0-1 0 0 0,0 1 1 0 0,0-1-1 0 0,-1 1 0 0 0,0-1 1 0 0,0 0-1 0 0,0 0 0 0 0,0-1 35 0 0,-90 62-5155 0 0,-21-39-3976 0 0,97-25 7667 0 0</inkml:trace>
  <inkml:trace contextRef="#ctx0" brushRef="#br0" timeOffset="1701.511">312 663 1712 0 0,'-24'48'8907'0'0,"24"12"-6338"0"0,2-60-2522 0 0,0 0 1 0 0,0 0-1 0 0,1-1 1 0 0,-1 1-1 0 0,0-1 0 0 0,0 1 1 0 0,0-1-1 0 0,0 1 1 0 0,0-1-1 0 0,0 0 0 0 0,-1 0 1 0 0,1 0-1 0 0,0 0 1 0 0,0 0-1 0 0,-1-1 1 0 0,1 1-1 0 0,0-1 0 0 0,-1 1 1 0 0,1-1-1 0 0,-1 1 1 0 0,0-1-1 0 0,0 0 0 0 0,1 1 1 0 0,-1-1-1 0 0,0 0-47 0 0,33-39 654 0 0,-29 32-466 0 0,1 1 0 0 0,-1 0 1 0 0,2 0-1 0 0,-1 1 0 0 0,1 0 1 0 0,0 0-1 0 0,0 1 0 0 0,1 0 1 0 0,-1 0-1 0 0,2 0 0 0 0,-1 1 1 0 0,0 0-1 0 0,1 1 0 0 0,0 0 1 0 0,0 0-1 0 0,0 1 0 0 0,1 0 1 0 0,-1 1-1 0 0,1 0 0 0 0,-1 1 1 0 0,6-1-189 0 0,33 6 791 0 0,29 33 248 0 0,-77-35-1059 0 0,1-1-1 0 0,0 1 1 0 0,-1-1 0 0 0,0 1 0 0 0,1-1-1 0 0,-1 1 1 0 0,0-1 0 0 0,0 1 0 0 0,0-1-1 0 0,0 1 1 0 0,0-1 0 0 0,0 1-1 0 0,0-1 1 0 0,-1 1 0 0 0,1-1 0 0 0,-1 0-1 0 0,1 1 1 0 0,-1-1 0 0 0,1 1 0 0 0,-1-1-1 0 0,0 0 1 0 0,1 1 0 0 0,-1-1 0 0 0,0 0-1 0 0,0 0 1 0 0,0 0 0 0 0,0 0-1 0 0,0 1 1 0 0,0-1 0 0 0,0-1 0 0 0,-1 1-1 0 0,1 0 1 0 0,0 0 0 0 0,-1 0 0 0 0,1-1-1 0 0,0 1 1 0 0,-1 0 0 0 0,1-1 0 0 0,-1 0-1 0 0,1 1 1 0 0,-1-1 0 0 0,1 0 0 0 0,-1 1 19 0 0,-4 2-22 0 0,-3 3-174 0 0,0 0-1 0 0,0-1 1 0 0,-1 0-1 0 0,1 0 1 0 0,-1-1-1 0 0,0 0 1 0 0,0-1-1 0 0,-1 0 1 0 0,1-1-1 0 0,-1 0 1 0 0,1-1-1 0 0,-1 0 1 0 0,-8 0 197 0 0,18-1 7 0 0,0 0 0 0 0,0 0 0 0 0,0-1 1 0 0,0 1-1 0 0,0 0 0 0 0,0-1 1 0 0,0 1-1 0 0,0 0 0 0 0,0-1 1 0 0,0 1-1 0 0,1-1 0 0 0,-1 0 0 0 0,0 1 1 0 0,0-1-1 0 0,1 1 0 0 0,-1-1 1 0 0,0 0-1 0 0,1 0 0 0 0,-1 1 0 0 0,0-1 1 0 0,1 0-1 0 0,-1 0 0 0 0,1 0 1 0 0,0 0-1 0 0,-1 0 0 0 0,1 0 1 0 0,0 0-1 0 0,-1 0 0 0 0,1 1 0 0 0,0-1 1 0 0,0 0-1 0 0,0 0 0 0 0,0 0 1 0 0,0 0-1 0 0,0 0 0 0 0,0 0 0 0 0,0 0 1 0 0,0 0-1 0 0,0 0 0 0 0,1 0 1 0 0,-1 0-1 0 0,0 0 0 0 0,1 0 1 0 0,-1 0-1 0 0,1 0 0 0 0,-1 0 0 0 0,1 1 1 0 0,-1-1-1 0 0,1 0 0 0 0,0 0 1 0 0,-1 0-1 0 0,1 1 0 0 0,0-1 1 0 0,-1 0-1 0 0,1 1 0 0 0,0-1 0 0 0,0 1 1 0 0,0-1-1 0 0,0 1 0 0 0,0-1 1 0 0,-1 1-1 0 0,1 0 0 0 0,0-1 0 0 0,0 1 1 0 0,0 0-1 0 0,0 0 0 0 0,1 0-7 0 0,43-16 912 0 0,-44 15-803 0 0,-1 1 49 0 0,12 3 107 0 0,-11-1-269 0 0,0-1-1 0 0,0 1 1 0 0,0 0-1 0 0,0-1 1 0 0,0 1-1 0 0,0 0 0 0 0,-1 0 1 0 0,1 0-1 0 0,-1 0 1 0 0,1-1-1 0 0,-1 1 0 0 0,1 0 1 0 0,-1 0-1 0 0,0 0 1 0 0,0 0-1 0 0,0 0 1 0 0,0 0-1 0 0,-1 0 0 0 0,1 0 1 0 0,0 0-1 0 0,-1 0 1 0 0,1 0-1 0 0,-1 0 0 0 0,0-1 1 0 0,1 1-1 0 0,-1 0 1 0 0,0 0-1 0 0,0-1 1 0 0,0 1-1 0 0,-1 0 0 0 0,0 1 5 0 0,-28 49-583 0 0,51-63-194 0 0,100-122-367 0 0,-111 118 95 0 0,1-1 0 0 0,-2 0-1 0 0,0 0 1 0 0,-1-1 0 0 0,-1-1 0 0 0,0 1-1 0 0,-1-2 1050 0 0,9-19-3462 0 0,2-4 313 0 0,-9 18 1629 0 0</inkml:trace>
  <inkml:trace contextRef="#ctx0" brushRef="#br0" timeOffset="2705.443">823 259 1636 0 0,'27'-75'6747'0'0,"-26"74"-5800"0"0,-1 1-74 0 0,0 0 4 0 0,0-1-743 0 0,0 0 1 0 0,0 0 0 0 0,1-1 0 0 0,-1 1-1 0 0,1 0 1 0 0,-1 0 0 0 0,1 0-1 0 0,-1 0 1 0 0,1 0 0 0 0,-1 0 0 0 0,1 0-1 0 0,0 0 1 0 0,0 1 0 0 0,-1-1-1 0 0,1 0 1 0 0,0 0 0 0 0,0 0 0 0 0,0 1-1 0 0,0-1 1 0 0,0 1 0 0 0,0-1-1 0 0,0 0 1 0 0,0 1 0 0 0,0 0 0 0 0,0-1-1 0 0,0 1 1 0 0,1 0 0 0 0,-1-1-1 0 0,0 1 1 0 0,0 0 0 0 0,0 0 0 0 0,0 0-1 0 0,1 0 1 0 0,-1 0 0 0 0,0 0-1 0 0,0 1 1 0 0,0-1 0 0 0,1 0-135 0 0,127 44 4782 0 0,-119-40-4633 0 0,-1 1-1 0 0,0 0 0 0 0,-1 0 1 0 0,1 1-1 0 0,-1 0 1 0 0,0 0-1 0 0,-1 1 1 0 0,1 0-1 0 0,-1 0 0 0 0,-1 1 1 0 0,1 0-1 0 0,-1 0 1 0 0,-1 1-1 0 0,0-1 0 0 0,0 1 1 0 0,0 0-1 0 0,-1 1 1 0 0,-1-1-1 0 0,1 1 1 0 0,-2 0-1 0 0,1-1 0 0 0,-1 1 1 0 0,-1 0-1 0 0,1 8-148 0 0,0 6 74 0 0,-1 0 0 0 0,-1 0 0 0 0,-1-1 0 0 0,-1 1 0 0 0,-1 0 0 0 0,-1-1 1 0 0,-2 0-1 0 0,0 0 0 0 0,-1 0 0 0 0,-2 3-74 0 0,5-20-37 0 0,1 0 1 0 0,-1 0 0 0 0,0-1-1 0 0,0 1 1 0 0,-1-1 0 0 0,0 0-1 0 0,0 0 1 0 0,0 0 0 0 0,0-1 0 0 0,-1 1-1 0 0,0-1 1 0 0,0-1 0 0 0,0 1-1 0 0,0-1 1 0 0,-5 2 36 0 0,6-5-86 0 0,1-1-1 0 0,-1 1 1 0 0,1-1-1 0 0,-1 1 1 0 0,1-2-1 0 0,0 1 1 0 0,-1 0 0 0 0,1-1-1 0 0,0 0 1 0 0,0 0-1 0 0,0 0 1 0 0,0 0-1 0 0,0 0 1 0 0,0-1 0 0 0,1 0-1 0 0,-1 0 1 0 0,1 0-1 0 0,0 0 1 0 0,0-1 0 0 0,0 1-1 0 0,0-1 1 0 0,1 0-1 0 0,-1 1 1 0 0,1-1-1 0 0,-1-3 87 0 0,2 6-29 0 0,-56-122-1620 0 0,49 104 1495 0 0,1 0 1 0 0,1-1-1 0 0,1 0 1 0 0,1 0-1 0 0,0-1 0 0 0,1 1 1 0 0,2-1-1 0 0,0-3 154 0 0,1 23 27 0 0,0 1 73 0 0,2-4-5 0 0,-2 4-89 0 0,0 1 1 0 0,0-1-1 0 0,0 0 1 0 0,0 0-1 0 0,0 1 1 0 0,1-1 0 0 0,-1 0-1 0 0,0 0 1 0 0,0 0-1 0 0,0 0 1 0 0,1 1-1 0 0,-1-1 1 0 0,0 0-1 0 0,0 0 1 0 0,1 0-1 0 0,-1 0 1 0 0,0 0 0 0 0,0 0-1 0 0,1 0 1 0 0,-1 1-1 0 0,0-1 1 0 0,0 0-1 0 0,1 0 1 0 0,-1 0-1 0 0,0 0 1 0 0,0 0 0 0 0,1 0-1 0 0,-1 0 1 0 0,0 0-1 0 0,0 0 1 0 0,1-1-1 0 0,-1 1 1 0 0,0 0-1 0 0,1 0 1 0 0,-1 0-1 0 0,0 0 1 0 0,0 0 0 0 0,0 0-1 0 0,1 0 1 0 0,-1-1-1 0 0,0 1 1 0 0,0 0-1 0 0,1 0 1 0 0,-1 0-1 0 0,0-1 1 0 0,0 1-1 0 0,0 0 1 0 0,0 0 0 0 0,0 0-1 0 0,1-1 1 0 0,-1 1-1 0 0,0 0 1 0 0,0 0-1 0 0,0-1 1 0 0,0 1-1 0 0,0 0 1 0 0,0 0-1 0 0,0-1 1 0 0,0 1 0 0 0,0 0-1 0 0,0 0 1 0 0,0-1-1 0 0,0 1 1 0 0,0 0-1 0 0,0-1 1 0 0,0 1-1 0 0,0 0 1 0 0,0 0-7 0 0,4 8 83 0 0,0 1 0 0 0,-1 0 1 0 0,0 0-1 0 0,0 0 0 0 0,-1 0 0 0 0,0 1 1 0 0,-1-1-1 0 0,0 0 0 0 0,0 1 1 0 0,-1-1-1 0 0,0 1 0 0 0,-1 5-83 0 0,1 2 0 0 0,-33 65-718 0 0,28-76 154 0 0,10-23 210 0 0,7-2 319 0 0,2 0-1 0 0,1 1 0 0 0,0 1 1 0 0,1 0-1 0 0,1 1 0 0 0,0 1 1 0 0,1 1-1 0 0,1 0 1 0 0,0 2-1 0 0,1 0 0 0 0,0 1 1 0 0,7-2 35 0 0,79-43-12 0 0,21-21-111 0 0,-123 78 197 0 0,-1 0-1 0 0,1-1 1 0 0,-1 1 0 0 0,1 1-1 0 0,-1-1 1 0 0,1 0 0 0 0,-1 1-1 0 0,0 0 1 0 0,1 0 0 0 0,-1 0-1 0 0,0 0 1 0 0,0 0 0 0 0,0 1-1 0 0,-1-1 1 0 0,1 1 0 0 0,-1-1-1 0 0,1 1 1 0 0,-1 0 0 0 0,0 0-1 0 0,0 1 1 0 0,0-1 0 0 0,0 0-1 0 0,-1 0 1 0 0,1 1 0 0 0,-1-1-1 0 0,0 1 1 0 0,0 0 0 0 0,0-1-1 0 0,0 4-73 0 0,0-2 56 0 0,7 19 141 0 0,-2 1 0 0 0,0 0-1 0 0,-2 0 1 0 0,-1 0 0 0 0,-1 1-1 0 0,-1-1 1 0 0,-2 24-197 0 0,1-27 51 0 0,-25 109 165 0 0,21-112-188 0 0,3-9-17 0 0,0-1 1 0 0,-1 1-1 0 0,0-1 0 0 0,-1 1 1 0 0,0-1-1 0 0,0 0 0 0 0,-1 0 1 0 0,-1 0-1 0 0,1-1 0 0 0,-1 1 1 0 0,-1-1-1 0 0,1 0 0 0 0,-6 5-11 0 0,8-12-20 0 0,1-1 0 0 0,0 0 0 0 0,0 0 0 0 0,0 0 0 0 0,-1 0 0 0 0,1 0 0 0 0,0-1 0 0 0,0 1 0 0 0,0 0 0 0 0,0-1 0 0 0,0 0 0 0 0,0 1 0 0 0,0-1 0 0 0,0 0 0 0 0,0 0 0 0 0,0 0 0 0 0,0-1 0 0 0,0 1 0 0 0,0 0 0 0 0,1-1 0 0 0,-1 1 0 0 0,1-1 0 0 0,-1 1 0 0 0,1-1 0 0 0,-1 0 0 0 0,1 1 0 0 0,0-1 0 0 0,0 0 0 0 0,0 0 0 0 0,0 0 1 0 0,0 0-1 0 0,0 0 0 0 0,1 0 0 0 0,-1 0 0 0 0,1-1 0 0 0,-1 1 0 0 0,1 0 0 0 0,0 0 0 0 0,0 0 0 0 0,0 0 0 0 0,0-1 0 0 0,0 1 20 0 0,-2-4-74 0 0,-9-27-101 0 0,1-1-1 0 0,2-1 0 0 0,1 1 1 0 0,2-1-1 0 0,1 0 1 0 0,2-1-1 0 0,1-1 176 0 0,2 35 13 0 0,-1 1 0 0 0,0-1-1 0 0,1 1 1 0 0,0-1 0 0 0,-1 1 0 0 0,1-1-1 0 0,0 1 1 0 0,-1-1 0 0 0,1 1 0 0 0,0 0 0 0 0,0 0-1 0 0,0-1 1 0 0,0 1 0 0 0,1 0 0 0 0,-1 0 0 0 0,0 0-1 0 0,0 0 1 0 0,1 0 0 0 0,-1 1 0 0 0,0-1 0 0 0,1 0-1 0 0,-1 0 1 0 0,1 1 0 0 0,-1-1 0 0 0,1 1-1 0 0,-1-1 1 0 0,1 1 0 0 0,-1 0 0 0 0,1 0 0 0 0,0 0-1 0 0,-1 0 1 0 0,1 0 0 0 0,-1 0 0 0 0,1 0 0 0 0,-1 0-1 0 0,1 1 1 0 0,0-1 0 0 0,-1 0 0 0 0,1 1 0 0 0,-1-1-1 0 0,0 1 1 0 0,1 0 0 0 0,-1 0 0 0 0,1-1 0 0 0,-1 1-1 0 0,0 0 1 0 0,0 0 0 0 0,1 0 0 0 0,-1 0-1 0 0,0 0 1 0 0,0 1 0 0 0,0-1 0 0 0,0 0 0 0 0,0 1-13 0 0,14 20-381 0 0,-4-13-2656 0 0,-10-9 2118 0 0,-1 0-31 0 0,0 0-296 0 0,2 0-192 0 0,33-12-1547 0 0,10-1-4112 0 0,-35 13 5663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22.207"/>
    </inkml:context>
    <inkml:brush xml:id="br0">
      <inkml:brushProperty name="width" value="0.05" units="cm"/>
      <inkml:brushProperty name="height" value="0.05" units="cm"/>
      <inkml:brushProperty name="color" value="#FFFFFF"/>
    </inkml:brush>
  </inkml:definitions>
  <inkml:trace contextRef="#ctx0" brushRef="#br0">1 24 1228 0 0,'-1'-20'6770'0'0,"1"16"-774"0"0,3 16-4942 0 0,8 182 1789 0 0,-13-127-2410 0 0,2 256 848 0 0,0-185-4355 0 0,0-137 2205 0 0,-3 9-3854 0 0,3-44-3041 0 0,1 22 6129 0 0</inkml:trace>
  <inkml:trace contextRef="#ctx0" brushRef="#br0" timeOffset="377.601">69 322 2260 0 0,'25'-3'11077'0'0,"18"31"-7597"0"0,-42-27-3376 0 0,86 49 2862 0 0,61 45-44 0 0,-148-94-3146 0 0,0 0 0 0 0,0-1 0 0 0,1 1 0 0 0,-1 0 0 0 0,0 0 0 0 0,0-1 0 0 0,0 1 0 0 0,0 0 0 0 0,0 0 0 0 0,0 0 0 0 0,0-1 0 0 0,0 1 0 0 0,-1 0 0 0 0,1 0 0 0 0,0-1 0 0 0,0 1 0 0 0,-1 0 0 0 0,1 0 0 0 0,0-1 0 0 0,-1 1 0 0 0,1 0 0 0 0,-1-1 0 0 0,1 1 0 0 0,-1 0 0 0 0,1-1 0 0 0,-1 1 0 0 0,1-1 0 0 0,-1 1 0 0 0,1-1 0 0 0,-1 1 0 0 0,0-1 0 0 0,1 0 0 0 0,-1 1 0 0 0,0-1-1 0 0,0 0 1 0 0,1 1 0 0 0,-1-1 0 0 0,0 0 0 0 0,0 0 0 0 0,1 0 0 0 0,-1 1 0 0 0,0-1 0 0 0,0 0 0 0 0,0 0 0 0 0,1 0 0 0 0,-1-1 0 0 0,0 1 0 0 0,0 0 0 0 0,1 0 0 0 0,-1 0 0 0 0,0 0 0 0 0,0-1 0 0 0,1 1 0 0 0,-1 0 0 0 0,0-1 0 0 0,0 1 0 0 0,1 0 0 0 0,-1-1 0 0 0,1 1 0 0 0,-1-1 224 0 0,-13 4-6872 0 0,14-1 5420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20.955"/>
    </inkml:context>
    <inkml:brush xml:id="br0">
      <inkml:brushProperty name="width" value="0.05" units="cm"/>
      <inkml:brushProperty name="height" value="0.05" units="cm"/>
      <inkml:brushProperty name="color" value="#FFFFFF"/>
    </inkml:brush>
  </inkml:definitions>
  <inkml:trace contextRef="#ctx0" brushRef="#br0">485 0 2240 0 0,'0'0'1526'0'0,"0"0"-187"0"0,0 0-49 0 0,0 0-48 0 0,0 0-113 0 0,4 2-39 0 0,-3-1-999 0 0,0-1 0 0 0,0 1 0 0 0,0-1 0 0 0,0 1 0 0 0,-1-1 0 0 0,1 1 0 0 0,0 0 0 0 0,0-1 0 0 0,0 1 0 0 0,-1 0 0 0 0,1 0 0 0 0,0 0 0 0 0,-1-1 0 0 0,1 1 0 0 0,-1 0 0 0 0,1 0 0 0 0,-1 0 0 0 0,0 0 1 0 0,1 0-1 0 0,-1 0 0 0 0,0 0 0 0 0,1 0 0 0 0,-1 0 0 0 0,0 0 0 0 0,0 0 0 0 0,0 0 0 0 0,0 0 0 0 0,0 0 0 0 0,0 0 0 0 0,0 0 0 0 0,-1 0 0 0 0,1 0 0 0 0,0 0 0 0 0,0 0 0 0 0,-1 0 0 0 0,1 0 0 0 0,-1 0 0 0 0,1 0 0 0 0,-1 0 1 0 0,1 0-1 0 0,-1 0 0 0 0,0-1 0 0 0,1 1 0 0 0,-1 0 0 0 0,0 0-91 0 0,-1 6 499 0 0,-12 22 145 0 0,0 0 0 0 0,-2-1 0 0 0,-1-1 0 0 0,-1 0 0 0 0,-2-1-1 0 0,0-2 1 0 0,-1 0 0 0 0,-2-1 0 0 0,-4 3-644 0 0,-12 13 350 0 0,14-12-359 0 0,-1-1-1 0 0,-1-1 0 0 0,-2-1 1 0 0,0-1-1 0 0,-1-2 0 0 0,-16 8 10 0 0,19-20-1697 0 0,25-8 588 0 0,0-1-798 0 0,-4 0 1200 0 0,1-3-3631 0 0,-6-29-2163 0 0,13 23 5069 0 0,-1 4-104 0 0</inkml:trace>
  <inkml:trace contextRef="#ctx0" brushRef="#br0" timeOffset="546.585">215 114 1048 0 0,'-5'-24'11825'0'0,"5"17"-7324"0"0,5 17-2363 0 0,47 44 326 0 0,150 163-522 0 0,-42-56-2205 0 0,-160-161-42 0 0,-1 0-1 0 0,1 0 1 0 0,0 0-1 0 0,-1 0 0 0 0,1 0 1 0 0,-1 0-1 0 0,1 0 0 0 0,-1 0 1 0 0,1 0-1 0 0,0 0 1 0 0,-1 0-1 0 0,1 0 0 0 0,-1 0 1 0 0,1 0-1 0 0,-1 1 0 0 0,1-1 1 0 0,0 0-1 0 0,-1 0 1 0 0,1 1-1 0 0,0-1 0 0 0,-1 0 1 0 0,1 0-1 0 0,0 1 0 0 0,-1-1 1 0 0,1 0-1 0 0,0 1 0 0 0,0-1 1 0 0,-1 1-1 0 0,1-1 1 0 0,0 0-1 0 0,0 1 0 0 0,0-1 1 0 0,-1 1-1 0 0,1-1 0 0 0,0 0 1 0 0,0 1-1 0 0,0-1 1 0 0,0 1-1 0 0,0-1 0 0 0,0 1 1 0 0,0-1-1 0 0,0 1 306 0 0,-6-4-679 0 0,0 0 1 0 0,0 0-1 0 0,1-1 0 0 0,-1 1 1 0 0,1-1-1 0 0,0 0 0 0 0,0-1 1 0 0,0 1-1 0 0,0-1 0 0 0,1 0 1 0 0,0 0-1 0 0,-3-5 679 0 0,-6-8-1207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25.695"/>
    </inkml:context>
    <inkml:brush xml:id="br0">
      <inkml:brushProperty name="width" value="0.05" units="cm"/>
      <inkml:brushProperty name="height" value="0.05" units="cm"/>
      <inkml:brushProperty name="color" value="#FFFFFF"/>
    </inkml:brush>
  </inkml:definitions>
  <inkml:trace contextRef="#ctx0" brushRef="#br0">157 144 2364 0 0,'0'-3'1684'0'0,"10"-8"9259"0"0,-3 21-11267 0 0,-7-2 609 0 0,1-1 0 0 0,-1 1 0 0 0,0 0 0 0 0,-1 0 0 0 0,0-1 0 0 0,0 1 0 0 0,-1-1 0 0 0,0 1 1 0 0,0-1-1 0 0,-1 0 0 0 0,-1 4-285 0 0,-4 15 567 0 0,-5 23 4 0 0,-2-1 0 0 0,-2 0 0 0 0,-2-1-1 0 0,-3-1 1 0 0,-1-1 0 0 0,-3 1-571 0 0,10-17-1950 0 0,23-43-1653 0 0,86-200-3325 0 0,-21 83 8478 0 0,-19 69 4077 0 0,-52 62-4956 0 0,-1 0-6 0 0,4 5-44 0 0,8 13-241 0 0,-1 1 0 0 0,-2 0 0 0 0,1 1 0 0 0,-2 0 0 0 0,-1 1 0 0 0,-1-1 0 0 0,0 1 0 0 0,-2 0 0 0 0,0 1 0 0 0,-1-1 0 0 0,-1 16-380 0 0,0-19 167 0 0,18 102 1582 0 0,-4-131-1316 0 0,-5-3-458 0 0,-1-2 0 0 0,-1 1-1 0 0,-1-1 1 0 0,0 0 0 0 0,-1-1 0 0 0,-1 1 0 0 0,-1-1-1 0 0,4-17 26 0 0,3-5-120 0 0,81-242-331 0 0,-58 235 1313 0 0,-21 63-534 0 0,-5-2-189 0 0,0 0 0 0 0,-2 1 0 0 0,0 0 0 0 0,0 1 0 0 0,-2-1 0 0 0,0 1 0 0 0,-1 0 0 0 0,1 14-139 0 0,3 7 158 0 0,46 264 1458 0 0,-28-141-1223 0 0,-18-143-2255 0 0,-4-28-3645 0 0,3-17-1770 0 0,17-14 2402 0 0,-13 25 3261 0 0,31-34-3185 0 0,-28 30 3264 0 0</inkml:trace>
  <inkml:trace contextRef="#ctx0" brushRef="#br0" timeOffset="420.859">971 232 948 0 0,'1'-4'10285'0'0,"-9"30"-5864"0"0,-63 316 2718 0 0,70-338-7076 0 0,1 0-1 0 0,-1 0 1 0 0,1 0 0 0 0,0 0 0 0 0,0 0 0 0 0,0 0-1 0 0,1 0 1 0 0,-1 0 0 0 0,1 0 0 0 0,0 0 0 0 0,0 0 0 0 0,1 0-1 0 0,-1 0 1 0 0,1-1 0 0 0,0 1 0 0 0,0 0 0 0 0,0-1 0 0 0,0 0-1 0 0,1 1 1 0 0,-1-1 0 0 0,1 0 0 0 0,0 0 0 0 0,0 0-1 0 0,0-1 1 0 0,0 1 0 0 0,0-1 0 0 0,1 1 0 0 0,-1-1 0 0 0,1 0-1 0 0,0-1 1 0 0,-1 1 0 0 0,1-1 0 0 0,0 1 0 0 0,0-1-1 0 0,0 0 1 0 0,1 0-63 0 0,124 10 778 0 0,-5-30-550 0 0,-7 0-1334 0 0,-114 18 930 0 0,0 1 0 0 0,0-2 0 0 0,0 1 1 0 0,0 0-1 0 0,-1 0 0 0 0,1-1 0 0 0,0 0 1 0 0,-1 1-1 0 0,1-1 0 0 0,-1 0 0 0 0,0 0 0 0 0,1-1 1 0 0,-1 1-1 0 0,0 0 0 0 0,0-1 0 0 0,-1 1 1 0 0,1-1-1 0 0,0 0 0 0 0,-1 1 0 0 0,0-1 1 0 0,1-1 175 0 0,12-38-6776 0 0,-14 40 4671 0 0,-3-24-3177 0 0,-33-40 719 0 0,22 43 3174 0 0</inkml:trace>
  <inkml:trace contextRef="#ctx0" brushRef="#br0" timeOffset="685.645">1069 131 1192 0 0,'10'-6'9311'0'0,"31"8"-5661"0"0,-25 0-2329 0 0,20-2-2810 0 0,-35 0 617 0 0,-1 0-612 0 0,0 0-197 0 0,3 1 80 0 0,-1 1 1572 0 0,-1-2-58 0 0,-1 0 0 0 0,0 0 0 0 0,1 0 0 0 0,-1 1 0 0 0,1-1 0 0 0,-1 0 0 0 0,0 1 0 0 0,1-1 0 0 0,-1 0 0 0 0,1 1 0 0 0,-1-1 0 0 0,0 0 0 0 0,1 1 0 0 0,-1-1 0 0 0,0 0 0 0 0,0 1 0 0 0,1-1 0 0 0,-1 1 0 0 0,0-1 1 0 0,0 1-1 0 0,0-1 0 0 0,0 1 0 0 0,1-1 0 0 0,-1 1 0 0 0,0-1 0 0 0,0 1 0 0 0,0-1 0 0 0,0 1 0 0 0,0-1 0 0 0,0 1 0 0 0,0-1 0 0 0,0 1 0 0 0,-1-1 0 0 0,1 0 0 0 0,0 1 0 0 0,0-1 0 0 0,0 1 0 0 0,0-1 0 0 0,-1 1 0 0 0,1-1 0 0 0,0 1 0 0 0,0-1 0 0 0,-1 0 0 0 0,1 1 0 0 0,0-1 0 0 0,-1 0 0 0 0,1 1 0 0 0,0-1 0 0 0,-1 0 0 0 0,1 1 0 0 0,-1-1 0 0 0,1 0 0 0 0,0 0 0 0 0,-1 1 0 0 0,1-1 0 0 0,-1 0 0 0 0,1 0 0 0 0,-1 0 0 0 0,1 0 0 0 0,-1 1 0 0 0,1-1 0 0 0,-1 0 1 0 0,1 0-1 0 0,-1 0 0 0 0,1 0 0 0 0,-1 0 87 0 0,-16 13-1366 0 0</inkml:trace>
  <inkml:trace contextRef="#ctx0" brushRef="#br0" timeOffset="855.511">1018 278 1256 0 0,'-2'1'335'0'0,"0"-1"1"0"0,1 1-1 0 0,-1 0 0 0 0,1 0 0 0 0,-1 0 1 0 0,1 0-1 0 0,-1 0 0 0 0,1 0 1 0 0,0 1-1 0 0,-1-1 0 0 0,1 0 0 0 0,0 1 1 0 0,0-1-1 0 0,0 1 0 0 0,0-1 0 0 0,0 1 1 0 0,0-1-1 0 0,1 1 0 0 0,-1 0 0 0 0,0-1 1 0 0,1 1-1 0 0,-1 0 0 0 0,1 0 1 0 0,0 0-1 0 0,0-1 0 0 0,-1 1 0 0 0,1 0 1 0 0,0 0-1 0 0,0 0 0 0 0,1-1 0 0 0,-1 1 1 0 0,0 0-1 0 0,1 0 0 0 0,-1-1 1 0 0,1 1-1 0 0,-1 0 0 0 0,1 0 0 0 0,0-1 1 0 0,0 1-1 0 0,0-1 0 0 0,0 1 0 0 0,0 0-335 0 0,11 6 441 0 0,1 0 0 0 0,-1-1 0 0 0,1-1 0 0 0,0 0 0 0 0,1-1 1 0 0,-1 0-1 0 0,1-1 0 0 0,0 0 0 0 0,0-1 0 0 0,0-1 0 0 0,1 0 0 0 0,-1-1 0 0 0,0-1 0 0 0,1 0 0 0 0,-1-1 0 0 0,5-1-441 0 0,-15 2 44 0 0,61-17-722 0 0,-35 6-3668 0 0,-24 6 475 0 0,-1 5-6834 0 0,-5 2 9259 0 0</inkml:trace>
  <inkml:trace contextRef="#ctx0" brushRef="#br0" timeOffset="4463.724">1030 1 1240 0 0,'0'0'764'0'0,"0"0"-118"0"0,0 0 10 0 0,0 0-10 0 0,0 0-122 0 0,0 3-70 0 0,2 45 2818 0 0,-13-27 374 0 0,7-15-1159 0 0,0 35-1582 0 0,-8 40-828 0 0,-31 23-2818 0 0,43-116-6037 0 0,1 9 7168 0 0</inkml:trace>
  <inkml:trace contextRef="#ctx0" brushRef="#br0" timeOffset="5051.586">989 226 1644 0 0,'15'-50'11482'0'0,"28"5"-7584"0"0,22 24-1870 0 0,-9 13-1460 0 0,55-3-2358 0 0,-97 16-259 0 0,-7 8-9620 0 0,-7-12 10842 0 0,1 1-558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27.515"/>
    </inkml:context>
    <inkml:brush xml:id="br0">
      <inkml:brushProperty name="width" value="0.05" units="cm"/>
      <inkml:brushProperty name="height" value="0.05" units="cm"/>
      <inkml:brushProperty name="color" value="#FFFFFF"/>
    </inkml:brush>
  </inkml:definitions>
  <inkml:trace contextRef="#ctx0" brushRef="#br0">237 4 1988 0 0,'-46'-1'9776'0'0,"3"-1"-1700"0"0,42 2-7801 0 0,1 0 1 0 0,0 0 9 0 0,-11 0 347 0 0,-62 39-401 0 0,18-4-121 0 0,48-28 587 0 0,23-7-256 0 0,-1 0-210 0 0,327 1 1365 0 0,-144-1-3421 0 0,-246-2-13634 0 0,17 2 11651 0 0,11 0 2414 0 0</inkml:trace>
  <inkml:trace contextRef="#ctx0" brushRef="#br0" timeOffset="311.477">252 122 1540 0 0,'1'6'4918'0'0,"3"5"-1878"0"0,2 8-766 0 0,8 208 4327 0 0,-14-203-6314 0 0,-30 123 1079 0 0,27-127-1675 0 0,-5 31 889 0 0,8-16-8747 0 0,0-35 8068 0 0,0 0 0 0 0,1 1 1 0 0,-1-1-1 0 0,0 0 0 0 0,1 1 0 0 0,-1-1 1 0 0,0 0-1 0 0,1 1 0 0 0,-1-1 1 0 0,0 0-1 0 0,1 0 0 0 0,-1 1 0 0 0,0-1 1 0 0,1 0-1 0 0,-1 0 0 0 0,1 0 1 0 0,-1 0-1 0 0,1 0 0 0 0,-1 1 0 0 0,0-1 1 0 0,1 0-1 0 0,-1 0 0 0 0,1 0 1 0 0,-1 0-1 0 0,1 0 0 0 0,-1 0 0 0 0,1 0 1 0 0,-1-1-1 0 0,1 1 0 0 0,-1 0 0 0 0,0 0 1 0 0,1 0-1 0 0,-1 0 0 0 0,1-1 1 0 0,-1 1-1 0 0,0 0 0 0 0,1 0 0 0 0,-1-1 1 0 0,0 1-1 0 0,1 0 0 0 0,-1 0 1 0 0,0-1-1 0 0,1 1 0 0 0,-1 0 0 0 0,0-1 1 0 0,1 1-1 0 0,-1-1 0 0 0,0 1 1 0 0,0 0-1 0 0,0-1 0 0 0,1 1 0 0 0,-1-1 1 0 0,0 1-1 0 0,0-1 0 0 0,0 1 0 0 0,0 0 1 0 0,0-1-1 0 0,0 1 0 0 0,0-1 1 0 0,0 1-1 0 0,0-1 0 0 0,0 1 0 0 0,0-1 1 0 0,0 1-1 0 0,0 0 0 0 0,0-1 1 0 0,-1 1-1 0 0,1-1 0 0 0,0 1 0 0 0,0-1 99 0 0,11-14-1711 0 0,2 0 335 0 0</inkml:trace>
  <inkml:trace contextRef="#ctx0" brushRef="#br0" timeOffset="609.05">658 114 988 0 0,'1'24'6763'0'0,"1"0"-4247"0"0,2 27-185 0 0,-8 118 1509 0 0,-37 25-1563 0 0,14-88-2238 0 0,27-115-4126 0 0,36-161-6928 0 0,-26 141 9579 0 0</inkml:trace>
  <inkml:trace contextRef="#ctx0" brushRef="#br0" timeOffset="1155.005">718 146 1324 0 0,'43'-90'7864'0'0,"-42"87"-7539"0"0,1 1 1 0 0,0 0 0 0 0,0 0 0 0 0,0 0 0 0 0,0 0 0 0 0,1 0 0 0 0,-1 0 0 0 0,0 1 0 0 0,1-1 0 0 0,-1 1 0 0 0,1-1 0 0 0,-1 1 0 0 0,1 0 0 0 0,0 0 0 0 0,-1 1 0 0 0,1-1 0 0 0,0 0 0 0 0,0 1 0 0 0,0-1 0 0 0,0 1 0 0 0,-1 0 0 0 0,1 0 0 0 0,0 0 0 0 0,2 1-326 0 0,69 17 3104 0 0,-57-13-3151 0 0,-10-3 144 0 0,1 0 1 0 0,-1 0-1 0 0,0 1 0 0 0,0 0 1 0 0,-1 0-1 0 0,1 1 0 0 0,-1-1 1 0 0,1 1-1 0 0,-1 1 0 0 0,0-1 1 0 0,-1 1-1 0 0,1 0 1 0 0,-1 1-1 0 0,0-1 0 0 0,0 1 1 0 0,-1 0-1 0 0,1 0 0 0 0,-1 0 1 0 0,-1 1-1 0 0,1 0 1 0 0,-1-1-1 0 0,0 1 0 0 0,-1 0 1 0 0,1 1-1 0 0,-2-1 0 0 0,1 0 1 0 0,-1 1-1 0 0,0-1 0 0 0,0 7-97 0 0,-3-6 20 0 0,0 1 0 0 0,-1-1 0 0 0,0 0 0 0 0,0 0 0 0 0,-1 0 0 0 0,0-1 0 0 0,-1 1 0 0 0,1-1 0 0 0,-1 0 0 0 0,-1 0 0 0 0,1-1 0 0 0,-1 1 0 0 0,-1 0-20 0 0,0 0 16 0 0,-1 4-41 0 0,-1-1 1 0 0,0 1-1 0 0,-1-2 1 0 0,0 1-1 0 0,-1-2 1 0 0,0 1-1 0 0,0-1 1 0 0,-1-1-1 0 0,0 0 1 0 0,0-1-1 0 0,-1 0 1 0 0,0-1-1 0 0,0 0 1 0 0,0-1-1 0 0,0 0 1 0 0,-1-1-1 0 0,-5 0 25 0 0,-76-2 357 0 0,93-1-288 0 0,-10-2 362 0 0,12 2-411 0 0,0 0 0 0 0,1 1 0 0 0,-1-1 0 0 0,0 0 1 0 0,0 0-1 0 0,1 0 0 0 0,-1 0 0 0 0,0 0 0 0 0,0 0 0 0 0,1 0 1 0 0,-1 1-1 0 0,0-1 0 0 0,0 0 0 0 0,1 0 0 0 0,-1 0 0 0 0,0 0 1 0 0,0 0-1 0 0,1 0 0 0 0,-1 0 0 0 0,0 0 0 0 0,1 0 0 0 0,-1 0 1 0 0,0-1-1 0 0,0 1 0 0 0,1 0 0 0 0,-1 0 0 0 0,0 0 0 0 0,0 0 1 0 0,1 0-1 0 0,-1 0 0 0 0,0 0 0 0 0,0-1 0 0 0,0 1 0 0 0,1 0 0 0 0,-1 0 1 0 0,0 0-1 0 0,0-1 0 0 0,0 1 0 0 0,0 0 0 0 0,1 0 0 0 0,-1 0 1 0 0,0-1-1 0 0,0 1 0 0 0,0 0 0 0 0,0 0 0 0 0,0-1 0 0 0,0 1 1 0 0,0 0-1 0 0,0 0 0 0 0,1-1-20 0 0,33 17 761 0 0,-29-13-732 0 0,142 108 1172 0 0,-25 41-164 0 0,-109-134-1200 0 0,14 23-633 0 0,-17-16-3263 0 0,-10-31-6589 0 0,1-4 4928 0 0,11-42 1929 0 0,-5 26 2249 0 0</inkml:trace>
  <inkml:trace contextRef="#ctx0" brushRef="#br0" timeOffset="1609.18">1374 244 2664 0 0,'-3'2'6514'0'0,"-6"12"-4131"0"0,-27 96 2105 0 0,16 68-536 0 0,43-87-2624 0 0,-22-84-1240 0 0,1-1 1 0 0,0 1-1 0 0,1 0 0 0 0,0-1 1 0 0,0 1-1 0 0,0-1 1 0 0,0 0-1 0 0,1 0 1 0 0,0 0-1 0 0,1 0 1 0 0,-1-1-1 0 0,1 0 0 0 0,0 0 1 0 0,1 0-1 0 0,-1-1 1 0 0,1 1-1 0 0,0-1 1 0 0,0-1-1 0 0,0 1 1 0 0,0-1-1 0 0,0 0 0 0 0,1 0 1 0 0,0-1-1 0 0,-1 0 1 0 0,1 0-1 0 0,6 0-88 0 0,69-33 343 0 0,-62 16-274 0 0,0 0 0 0 0,0-2 0 0 0,-2-1 0 0 0,0 0 0 0 0,-1-1 0 0 0,-1-1 0 0 0,-1 0 0 0 0,-1-1 0 0 0,0-1 0 0 0,-1-1-69 0 0,-1 3 64 0 0,0 0-1 0 0,-1-1 1 0 0,-1 0 0 0 0,-1-1 0 0 0,-1 0-1 0 0,-1-1 1 0 0,-1 1 0 0 0,-1-1 0 0 0,-1 0-1 0 0,1-21-63 0 0,-6 37 11 0 0,-1 0 0 0 0,0 0-1 0 0,0 1 1 0 0,-1-1-1 0 0,0 1 1 0 0,0-1 0 0 0,-1 1-1 0 0,0 0 1 0 0,0 1 0 0 0,0-1-1 0 0,0 1 1 0 0,-1-1 0 0 0,0 1-1 0 0,0 0 1 0 0,-1 1-1 0 0,1 0 1 0 0,-1-1 0 0 0,0 2-1 0 0,0-1 1 0 0,0 1 0 0 0,0 0-1 0 0,-6-2-10 0 0,-11-3-279 0 0,0 1 1 0 0,-1 2-1 0 0,1 0 0 0 0,-1 1 0 0 0,0 1 0 0 0,0 2 0 0 0,-1 0 0 0 0,-17 3 279 0 0,32-2-242 0 0,-129 28-4309 0 0,-59 14-8609 0 0,154-36 10486 0 0,17-1 1372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23.423"/>
    </inkml:context>
    <inkml:brush xml:id="br0">
      <inkml:brushProperty name="width" value="0.05" units="cm"/>
      <inkml:brushProperty name="height" value="0.05" units="cm"/>
      <inkml:brushProperty name="color" value="#FFFFFF"/>
    </inkml:brush>
  </inkml:definitions>
  <inkml:trace contextRef="#ctx0" brushRef="#br0">18 25 1700 0 0,'0'0'1422'0'0,"0"0"-201"0"0,0 0-77 0 0,0 0-144 0 0,0 0-48 0 0,0 0-70 0 0,0 0-31 0 0,0 0 1 0 0,0 0-48 0 0,0 0-66 0 0,-3 1 5 0 0,1 4-516 0 0,0 0-1 0 0,0 0 1 0 0,1 0-1 0 0,-1 0 1 0 0,1 0-1 0 0,0 1 1 0 0,1-1-1 0 0,-1 0 1 0 0,1 0-1 0 0,0 1 1 0 0,0-1-1 0 0,1 0 1 0 0,-1 1-1 0 0,2 3-226 0 0,-1 12 320 0 0,-1 320 1146 0 0,-6-328-2623 0 0,5-22-855 0 0,10-18-2870 0 0,1-11 1656 0 0,1 1 79 0 0,-4 13 1773 0 0</inkml:trace>
  <inkml:trace contextRef="#ctx0" brushRef="#br0" timeOffset="506.354">29 49 2372 0 0,'-16'-46'13124'0'0,"21"44"-8619"0"0,15 3-2854 0 0,-18-1-1226 0 0,136 6 2816 0 0,71-7-2226 0 0,-57-1-1204 0 0,-148 4 183 0 0,0 0 0 0 0,0 1 0 0 0,0-1 0 0 0,0 1 0 0 0,-1 0 1 0 0,1 0-1 0 0,-1 0 0 0 0,0 0 0 0 0,0 1 0 0 0,0-1 0 0 0,0 1 0 0 0,-1 0 1 0 0,1 0-1 0 0,-1 0 0 0 0,0 0 0 0 0,0 0 0 0 0,-1 1 0 0 0,2 2 6 0 0,12 177-142 0 0,-34-92-167 0 0,-9 16-1856 0 0,25-79 900 0 0,-5 14-5200 0 0,-9-29-6848 0 0,17-14 11842 0 0</inkml:trace>
  <inkml:trace contextRef="#ctx0" brushRef="#br0" timeOffset="945.074">59 501 2340 0 0,'-36'-8'11181'0'0,"43"11"-5900"0"0,15 5-2488 0 0,188-9 1427 0 0,-64-25-3309 0 0,-20-10-2465 0 0,-46 10-3343 0 0,-79 25 4650 0 0,-1 1 1 0 0,1 0 0 0 0,-1 0 0 0 0,1 0 0 0 0,-1 0 0 0 0,1 0 0 0 0,-1-1-1 0 0,1 1 1 0 0,0 0 0 0 0,-1 0 0 0 0,1 0 0 0 0,-1 0 0 0 0,1 1 0 0 0,-1-1-1 0 0,1 0 1 0 0,-1 0 0 0 0,1 0 0 0 0,-1 0 0 0 0,1 0 0 0 0,-1 1 0 0 0,1-1 0 0 0,-1 0-1 0 0,1 0 1 0 0,-1 1 0 0 0,1-1 0 0 0,-1 1 0 0 0,1-1 0 0 0,-1 0 0 0 0,0 1-1 0 0,1-1 1 0 0,-1 1 0 0 0,0-1 0 0 0,1 0 0 0 0,-1 1 0 0 0,0-1 0 0 0,1 1 0 0 0,-1-1-1 0 0,0 1 1 0 0,0 0 0 0 0,0-1 0 0 0,0 1 0 0 0,0-1 0 0 0,1 1 0 0 0,-1-1-1 0 0,0 1 1 0 0,0-1 0 0 0,0 1 0 0 0,0-1 0 0 0,-1 1 0 0 0,1 0 0 0 0,0-1 0 0 0,0 1-1 0 0,0-1 1 0 0,0 1 0 0 0,0-1 0 0 0,-1 1 0 0 0,1-1 0 0 0,0 1 0 0 0,-1-1-1 0 0,1 1 1 0 0,0-1 0 0 0,-1 1 0 0 0,1-1 0 0 0,0 0 0 0 0,-1 1 0 0 0,1-1 0 0 0,-1 0-1 0 0,1 1 1 0 0,0-1 0 0 0,-1 0 246 0 0,-1 5 14 0 0,-1 3-1437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38.942"/>
    </inkml:context>
    <inkml:brush xml:id="br0">
      <inkml:brushProperty name="width" value="0.05" units="cm"/>
      <inkml:brushProperty name="height" value="0.05" units="cm"/>
      <inkml:brushProperty name="color" value="#FFFFFF"/>
    </inkml:brush>
  </inkml:definitions>
  <inkml:trace contextRef="#ctx0" brushRef="#br0">31 2 1404 0 0,'-6'-2'2137'0'0,"4"2"11909"0"0,10 5-13396 0 0,99 36 3798 0 0,-83-35-4079 0 0,0-1 1 0 0,1-1-1 0 0,-1-1 1 0 0,1-1 0 0 0,0-1-1 0 0,0-2 1 0 0,3 0-370 0 0,20 0 511 0 0,-30 0-328 0 0,-16 0-166 0 0,1 1 0 0 0,-1-1 1 0 0,1 0-1 0 0,-1 1 1 0 0,0-1-1 0 0,1 1 0 0 0,-1 0 1 0 0,1 0-1 0 0,-1 0 1 0 0,1 0-1 0 0,-1 0 1 0 0,1 0-1 0 0,-1 1 0 0 0,1 0 1 0 0,-1-1-1 0 0,1 1 1 0 0,-1 0-1 0 0,0 0 0 0 0,1 0 1 0 0,-1 0-1 0 0,0 0 1 0 0,0 1-1 0 0,0-1 0 0 0,0 1 1 0 0,0-1-1 0 0,0 1 1 0 0,0 0-1 0 0,-1 0 0 0 0,1 0 1 0 0,-1 0-1 0 0,1 0 1 0 0,-1 0-1 0 0,0 0 0 0 0,0 0 1 0 0,0 1-1 0 0,0-1 1 0 0,0 0-1 0 0,0 1 0 0 0,0 0-17 0 0,-17 93-603 0 0,-30 47-2045 0 0,-5-17-6527 0 0,18-74-2495 0 0,30-49 10270 0 0</inkml:trace>
  <inkml:trace contextRef="#ctx0" brushRef="#br0" timeOffset="442.084">39 547 1744 0 0,'-38'-21'15188'0'0,"48"18"-10973"0"0,15 3-2450 0 0,80 1 977 0 0,162-1-2524 0 0,-251-9-1731 0 0,3 5-12101 0 0,-49 22 6221 0 0,22-14 6742 0 0,-3 5-510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37.718"/>
    </inkml:context>
    <inkml:brush xml:id="br0">
      <inkml:brushProperty name="width" value="0.05" units="cm"/>
      <inkml:brushProperty name="height" value="0.05" units="cm"/>
      <inkml:brushProperty name="color" value="#FFFFFF"/>
    </inkml:brush>
  </inkml:definitions>
  <inkml:trace contextRef="#ctx0" brushRef="#br0">51 2 2536 0 0,'-6'-1'3874'0'0,"4"2"2632"0"0,9 9 1499 0 0,10 11-7307 0 0,1-1 1 0 0,1 0 0 0 0,1-1 0 0 0,1-1-1 0 0,16 11-698 0 0,25 2 1181 0 0,12 8-3817 0 0,-74-39 1458 0 0,0 0-176 0 0,0 0-835 0 0,-14 11-2236 0 0,-17 10-1230 0 0,-45 15-266 0 0,63-32 4572 0 0</inkml:trace>
  <inkml:trace contextRef="#ctx0" brushRef="#br0" timeOffset="284.948">12 290 2132 0 0,'-11'17'9454'0'0,"22"4"-5167"0"0,122 90 1961 0 0,-47-69-5739 0 0,-83-41-1393 0 0,8 5-360 0 0,-10-2-2683 0 0,-3 2-3657 0 0,-42 32 1345 0 0,27-22 4847 0 0</inkml:trace>
  <inkml:trace contextRef="#ctx0" brushRef="#br0" timeOffset="566.99">19 618 1216 0 0,'0'1'186'0'0,"0"-1"0"0"0,0 0 0 0 0,0 0 0 0 0,0 1-1 0 0,1-1 1 0 0,-1 0 0 0 0,0 0 0 0 0,0 1 0 0 0,0-1 0 0 0,0 0 0 0 0,0 1 0 0 0,0-1-1 0 0,0 0 1 0 0,1 0 0 0 0,-1 1 0 0 0,0-1 0 0 0,0 0 0 0 0,0 1 0 0 0,0-1 0 0 0,0 0-1 0 0,-1 1 1 0 0,1-1 0 0 0,0 0 0 0 0,0 0 0 0 0,0 1 0 0 0,0-1 0 0 0,0 0 0 0 0,0 1-1 0 0,0-1 1 0 0,-1 0 0 0 0,1 0 0 0 0,0 1 0 0 0,0-1 0 0 0,0 0 0 0 0,0 0 0 0 0,-1 0-1 0 0,1 1 1 0 0,0-1 0 0 0,0 0 0 0 0,-1 0 0 0 0,1 0 0 0 0,0 1 0 0 0,0-1 0 0 0,-1 0-1 0 0,1 0 1 0 0,0 0 0 0 0,-1 0 0 0 0,1 0 0 0 0,0 0 0 0 0,-1 0 0 0 0,1 0 0 0 0,0 0-1 0 0,0 0 1 0 0,-1 0 0 0 0,1 0 0 0 0,0 0 0 0 0,-1 0 0 0 0,1 0 0 0 0,0 0 0 0 0,-1 0-1 0 0,1 0 1 0 0,0 0 0 0 0,0 0 0 0 0,-1 0 0 0 0,1-1 0 0 0,0 1 0 0 0,0 0 0 0 0,-1 0-186 0 0,14 12 3801 0 0,-8-8-4556 0 0,81 45 5063 0 0,42 29-2401 0 0,-123-76-1301 0 0,5 4-3871 0 0,8-1-7796 0 0,-17-4 10571 0 0,0-1-750 0 0,0 1-3323 0 0,-1-1 2963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36.662"/>
    </inkml:context>
    <inkml:brush xml:id="br0">
      <inkml:brushProperty name="width" value="0.05" units="cm"/>
      <inkml:brushProperty name="height" value="0.05" units="cm"/>
      <inkml:brushProperty name="color" value="#FFFFFF"/>
    </inkml:brush>
  </inkml:definitions>
  <inkml:trace contextRef="#ctx0" brushRef="#br0">16 206 2936 0 0,'0'0'1685'0'0,"0"0"42"0"0,-3 0-160 0 0,-9-1 1221 0 0,21-1 3197 0 0,13-1-828 0 0,-11 2-6495 0 0,131 14 4521 0 0,-85-3-2364 0 0,1-2 0 0 0,1-3 0 0 0,-1-2 0 0 0,30-3-819 0 0,-59 0-35 0 0,30-22-3042 0 0,-63 19-4054 0 0,-17 5 1587 0 0,-64 15-3026 0 0,66-15 7093 0 0</inkml:trace>
  <inkml:trace contextRef="#ctx0" brushRef="#br0" timeOffset="328.087">272 23 1588 0 0,'0'0'199'0'0,"0"-1"-1"0"0,-1 1 1 0 0,1-1 0 0 0,0 1-1 0 0,-1-1 1 0 0,1 1 0 0 0,0 0-1 0 0,-1-1 1 0 0,1 1-1 0 0,0-1 1 0 0,0 0 0 0 0,0 1-1 0 0,0-1 1 0 0,-1 1 0 0 0,1-1-1 0 0,0 1 1 0 0,0-1 0 0 0,0 1-1 0 0,0-1 1 0 0,0 0-1 0 0,0 1 1 0 0,0-1 0 0 0,1 1-1 0 0,-1-1 1 0 0,0 1 0 0 0,0-1-1 0 0,0 1 1 0 0,0-1 0 0 0,1 1-1 0 0,-1-1 1 0 0,0 1-1 0 0,0-1 1 0 0,1 1 0 0 0,-1-1-1 0 0,1 1 1 0 0,-1-1 0 0 0,0 1-1 0 0,1 0 1 0 0,-1-1-1 0 0,1 1 1 0 0,-1 0 0 0 0,1-1-1 0 0,-1 1 1 0 0,1 0 0 0 0,-1 0-1 0 0,1-1 1 0 0,-1 1 0 0 0,1 0-1 0 0,-1 0 1 0 0,1 0-1 0 0,-1 0 1 0 0,1 0 0 0 0,-1 0-1 0 0,1 0 1 0 0,0 0 0 0 0,-1 0-1 0 0,1 0 1 0 0,-1 0 0 0 0,1 0-1 0 0,-1 0 1 0 0,1 0-1 0 0,-1 0 1 0 0,1 1 0 0 0,-1-1-1 0 0,1 0 1 0 0,-1 0 0 0 0,1 1-1 0 0,-1-1-198 0 0,8 20 2425 0 0,-1 130 1922 0 0,-37-18-3221 0 0,15-90-1210 0 0,-3 0 0 0 0,-1-1 0 0 0,-2-1 0 0 0,-2 0 0 0 0,-1-2 0 0 0,-12 12 84 0 0,-30 10-2842 0 0,29-51-6877 0 0,34-13 7908 0 0,2 2 1554 0 0,-5-31-4113 0 0,18 15 3000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35.285"/>
    </inkml:context>
    <inkml:brush xml:id="br0">
      <inkml:brushProperty name="width" value="0.05" units="cm"/>
      <inkml:brushProperty name="height" value="0.05" units="cm"/>
      <inkml:brushProperty name="color" value="#FFFFFF"/>
    </inkml:brush>
  </inkml:definitions>
  <inkml:trace contextRef="#ctx0" brushRef="#br0">13 18 1184 0 0,'0'0'2342'0'0,"0"0"-395"0"0,-3 0-185 0 0,-4-1 358 0 0,4-7 10620 0 0,6 4-11582 0 0,1 0-3432 0 0,45 4 4790 0 0,128 30 111 0 0,125-25-778 0 0,-300-5-1837 0 0,19 4 210 0 0,-18 3-227 0 0,-1 0 1 0 0,0 0-1 0 0,0 0 0 0 0,-1 1 0 0 0,0-1 0 0 0,0 1 1 0 0,-1-1-1 0 0,0 1 0 0 0,0-1 0 0 0,-1 1 0 0 0,0-1 0 0 0,0 1 1 0 0,-1-1-1 0 0,0 0 0 0 0,0 0 0 0 0,-1 3 5 0 0,-7 34-25 0 0,-32 192-1295 0 0,30-181-1086 0 0,-2-21-3102 0 0,-25 6-10579 0 0,34-38 14757 0 0</inkml:trace>
  <inkml:trace contextRef="#ctx0" brushRef="#br0" timeOffset="496.077">79 640 1808 0 0,'-3'-1'723'0'0,"0"-1"-1"0"0,0 0 0 0 0,0 1 1 0 0,0-1-1 0 0,0 0 0 0 0,1 0 1 0 0,-1-1-1 0 0,1 1 0 0 0,-1 0 1 0 0,1-1-1 0 0,0 0 0 0 0,0 1 1 0 0,0-1-1 0 0,0 0 0 0 0,1 0 1 0 0,-1 0-1 0 0,1 0 1 0 0,0 0-1 0 0,0 0 0 0 0,0-1 1 0 0,-1-2-723 0 0,4 4 213 0 0,-1-1 1 0 0,1 1 0 0 0,0 0-1 0 0,0 0 1 0 0,0 0 0 0 0,0 0-1 0 0,0 1 1 0 0,0-1 0 0 0,0 0-1 0 0,1 1 1 0 0,-1-1 0 0 0,0 1 0 0 0,1 0-1 0 0,0 0 1 0 0,-1 0 0 0 0,1 0-1 0 0,-1 1 1 0 0,1-1 0 0 0,0 1-1 0 0,0-1 1 0 0,-1 1 0 0 0,1 0-1 0 0,0 0 1 0 0,0 0 0 0 0,-1 0 0 0 0,1 1-1 0 0,0-1 1 0 0,0 1 0 0 0,1 0-214 0 0,3-1 359 0 0,110 3 1235 0 0,105 72 124 0 0,-172-72-3262 0 0,-49-3 1378 0 0,0 0 0 0 0,0 0 1 0 0,1 0-1 0 0,-1-1 0 0 0,0 1 0 0 0,0 0 0 0 0,0-1 0 0 0,0 1 0 0 0,0-1 0 0 0,0 1 0 0 0,0-1 0 0 0,0 1 0 0 0,-1-1 0 0 0,1 0 0 0 0,0 1 0 0 0,0-1 1 0 0,0 0-1 0 0,-1 0 0 0 0,1 0 0 0 0,0 0 0 0 0,-1 0 0 0 0,1 1 0 0 0,-1-1 0 0 0,1 0 0 0 0,-1 0 0 0 0,1-1 0 0 0,-1 1 0 0 0,0 0 0 0 0,1 0 1 0 0,-1 0-1 0 0,0 0 0 0 0,0 0 0 0 0,0 0 0 0 0,0 0 0 0 0,0 0 0 0 0,0 0 0 0 0,0 0 0 0 0,0-1 0 0 0,-1 1 0 0 0,1 0 0 0 0,0 0 0 0 0,0 0 0 0 0,-1 0 1 0 0,1 0-1 0 0,-1 0 166 0 0,-11-28-12001 0 0,12 28 10532 0 0,0 1-45 0 0,0 0 74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41.464"/>
    </inkml:context>
    <inkml:brush xml:id="br0">
      <inkml:brushProperty name="width" value="0.05" units="cm"/>
      <inkml:brushProperty name="height" value="0.05" units="cm"/>
      <inkml:brushProperty name="color" value="#FFFFFF"/>
    </inkml:brush>
  </inkml:definitions>
  <inkml:trace contextRef="#ctx0" brushRef="#br0">1 22 2768 0 0,'0'0'1698'0'0,"3"0"-178"0"0,2 1-1489 0 0,27-7 10746 0 0,-14-10-9845 0 0,13 19 2201 0 0,-3 2-2059 0 0,212 26 3137 0 0,-162-34-3795 0 0,30-15 106 0 0,-57 13-261 0 0,-51 5-210 0 0,0 0 34 0 0,0 0-14 0 0,12 4-68 0 0,-27 44-276 0 0,-91 64-570 0 0,76-86 580 0 0,-42 19-455 0 0,-77-4-3171 0 0,134-38-2102 0 0,-6-3 3302 0 0,10 0 2061 0 0,10 0 681 0 0,1 0 27 0 0,0 0 53 0 0,-29 1 6884 0 0,38 19-3362 0 0,4-11-2781 0 0,144 111 2575 0 0,-115-88-2999 0 0,-29-23-4001 0 0,-13-9 1812 0 0,-8 2-1637 0 0,6-3 2641 0 0,-1 0 0 0 0,1 0 0 0 0,0 0 0 0 0,0 0 0 0 0,0-1 1 0 0,0 1-1 0 0,0-1 0 0 0,0 1 0 0 0,0-1 0 0 0,0 1 0 0 0,1-1 1 0 0,-1 0-1 0 0,1 0 0 0 0,-1 0 0 0 0,1 0 0 0 0,0 0 0 0 0,0 0 0 0 0,0-1 1 0 0,0 1-1 0 0,0 0 0 0 0,0 0 0 0 0,0-1 735 0 0,-2-4-1413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46.314"/>
    </inkml:context>
    <inkml:brush xml:id="br0">
      <inkml:brushProperty name="width" value="0.05" units="cm"/>
      <inkml:brushProperty name="height" value="0.05" units="cm"/>
      <inkml:brushProperty name="color" value="#FFFFFF"/>
    </inkml:brush>
  </inkml:definitions>
  <inkml:trace contextRef="#ctx0" brushRef="#br0">31 10 1792 0 0,'0'-3'1826'0'0,"0"3"-1628"0"0,0 0 0 0 0,0 0 0 0 0,1 0 0 0 0,-1 0 0 0 0,0 0 0 0 0,0 0 0 0 0,1 0 0 0 0,-1 0 0 0 0,0 0 0 0 0,1 0 0 0 0,-1 0 0 0 0,0 0 0 0 0,0 0 0 0 0,1 0 0 0 0,-1 0 0 0 0,0 0 0 0 0,0-1 0 0 0,1 1 0 0 0,-1 0 0 0 0,0 0 1 0 0,0 0-1 0 0,0 0 0 0 0,1 0 0 0 0,-1-1 0 0 0,0 1 0 0 0,0 0 0 0 0,0 0 0 0 0,0-1 0 0 0,1 1 0 0 0,-1 0 0 0 0,0 0 0 0 0,0 0 0 0 0,0-1 0 0 0,0 1 0 0 0,0 0 0 0 0,0 0 0 0 0,0-1 0 0 0,0 1 0 0 0,0 0 0 0 0,0-1 0 0 0,0 1 0 0 0,0 0 0 0 0,0-1-198 0 0,7 20 4780 0 0,-4-6-6092 0 0,5 246 6070 0 0,-29-95-4010 0 0,-7 50-2494 0 0,22-194-469 0 0,10-27-4791 0 0,43-92 402 0 0,-34 68 5240 0 0</inkml:trace>
  <inkml:trace contextRef="#ctx0" brushRef="#br0" timeOffset="373.899">400 16 1808 0 0,'8'-8'7120'0'0,"-13"24"-2640"0"0,-55 80-751 0 0,-132 106-65 0 0,189-200-3611 0 0,1 0 1 0 0,-1 1 0 0 0,0-1 0 0 0,1 0 0 0 0,-1 1 0 0 0,1-1-1 0 0,0 1 1 0 0,0 0 0 0 0,0 0 0 0 0,0 0 0 0 0,0 0 0 0 0,1 0-1 0 0,0 0 1 0 0,-1 0 0 0 0,1 1 0 0 0,0-1 0 0 0,0 0 0 0 0,1 1-1 0 0,-1-1 1 0 0,1 1-54 0 0,5 4 54 0 0,19 18-123 0 0,2 0-1 0 0,0-2 0 0 0,2-2 1 0 0,0 0-1 0 0,2-2 0 0 0,8 4 70 0 0,-4 5-1156 0 0,-11-8-2623 0 0,3-9-6198 0 0,-25-12 8450 0 0,-1 0 157 0 0,1 0 44 0 0,8 0-64 0 0</inkml:trace>
  <inkml:trace contextRef="#ctx0" brushRef="#br0" timeOffset="855.063">711 164 1636 0 0,'-36'15'6944'0'0,"-2"39"-4818"0"0,28-36-898 0 0,4-7-868 0 0,1 1 0 0 0,1-1 0 0 0,-1 1 0 0 0,2 1 0 0 0,0-1 0 0 0,1 0 0 0 0,0 1 0 0 0,0-1 0 0 0,2 1 0 0 0,-1 0 0 0 0,2-1 0 0 0,0 1 0 0 0,0 0 0 0 0,2 5-360 0 0,-1-7 116 0 0,0-1 1 0 0,0 1 0 0 0,1-1-1 0 0,0 0 1 0 0,1 0-1 0 0,0 0 1 0 0,0-1 0 0 0,1 0-1 0 0,1 1 1 0 0,-1-1 0 0 0,1-1-1 0 0,1 1 1 0 0,0-1 0 0 0,0-1-1 0 0,1 1 1 0 0,-1-1 0 0 0,2 0-1 0 0,-1-1 1 0 0,1 0 0 0 0,0 0-1 0 0,0-1 1 0 0,0 0-1 0 0,1-1 1 0 0,3 2-117 0 0,-5-8 60 0 0,0 1 1 0 0,-1-1-1 0 0,1 0 0 0 0,-1 0 0 0 0,0-1 1 0 0,0 0-1 0 0,0 0 0 0 0,0-1 0 0 0,0 0 1 0 0,0 0-1 0 0,-1 0 0 0 0,0-1 0 0 0,0 0 1 0 0,0-1-1 0 0,-1 1 0 0 0,0-1 0 0 0,0 0 1 0 0,0 0-1 0 0,-1 0 0 0 0,3-6-60 0 0,5-2 125 0 0,-1 0-37 0 0,-1-1-1 0 0,0-1 1 0 0,-1 1-1 0 0,-1-2 1 0 0,0 1-1 0 0,-1-1 1 0 0,-1 0-1 0 0,-1 0 1 0 0,0-1-1 0 0,-1 0 1 0 0,-1 0-1 0 0,-1 0 1 0 0,0 0 0 0 0,-1 0-1 0 0,-2-2-87 0 0,1 12 43 0 0,-1-1 0 0 0,0 1 0 0 0,-1 0 0 0 0,1-1 0 0 0,-2 1-1 0 0,1 0 1 0 0,-1 0 0 0 0,-1 1 0 0 0,1-1 0 0 0,-1 1 0 0 0,0-1 0 0 0,-1 1 0 0 0,0 1 0 0 0,0-1 0 0 0,-1 1-1 0 0,1-1 1 0 0,-1 2 0 0 0,0-1 0 0 0,-1 1 0 0 0,0 0 0 0 0,0 0 0 0 0,0 0 0 0 0,0 1 0 0 0,-1 0 0 0 0,1 1-1 0 0,-1 0 1 0 0,0 0 0 0 0,0 1 0 0 0,0-1 0 0 0,0 2 0 0 0,-1-1 0 0 0,-6 1-43 0 0,3 1-157 0 0,1 2 0 0 0,0-1 1 0 0,0 2-1 0 0,1-1 0 0 0,-1 2 0 0 0,0-1 1 0 0,1 1-1 0 0,0 1 0 0 0,0 0 0 0 0,0 0 1 0 0,1 1-1 0 0,-8 5 157 0 0,2-2-940 0 0,-8 6-937 0 0,10-4-2534 0 0,12-10 3275 0 0,0 2 513 0 0,4 3-8395 0 0,10 12 7511 0 0</inkml:trace>
  <inkml:trace contextRef="#ctx0" brushRef="#br0" timeOffset="1228.139">1271 178 1016 0 0,'-7'10'8354'0'0,"-11"56"-5290"0"0,-94 304 2562 0 0,94-320-5437 0 0,14-6-728 0 0,-10-16-541 0 0,19-65-3458 0 0,44-135-4738 0 0,-39 138 7852 0 0</inkml:trace>
  <inkml:trace contextRef="#ctx0" brushRef="#br0" timeOffset="1590.178">1243 189 1460 0 0,'2'-9'1186'0'0,"-2"7"-855"0"0,0 0 0 0 0,0 0 0 0 0,0-1 0 0 0,0 1 0 0 0,1 0 0 0 0,-1 0 0 0 0,1 0 0 0 0,-1 0 0 0 0,1 0 0 0 0,0 0-1 0 0,-1 0 1 0 0,1 0 0 0 0,0 1 0 0 0,0-1 0 0 0,1 0 0 0 0,-1 0 0 0 0,0 1 0 0 0,1-1 0 0 0,-1 1 0 0 0,0-1 0 0 0,1 1 0 0 0,0-1-1 0 0,-1 1 1 0 0,1 0 0 0 0,0 0 0 0 0,0 0 0 0 0,0 0 0 0 0,-1 0 0 0 0,1 0 0 0 0,1 0-331 0 0,22 26 2521 0 0,-13-4-1890 0 0,0 0 0 0 0,-1 1-1 0 0,-1 0 1 0 0,-1 0 0 0 0,-2 1 0 0 0,0 0 0 0 0,3 21-631 0 0,3 3 686 0 0,55 183 1978 0 0,-31-135-882 0 0,-29-97-1243 0 0,61-85-79 0 0,-45 32-819 0 0,-1-1 0 0 0,-3-1 1 0 0,-3-1-1 0 0,10-53 359 0 0,-17 48-4087 0 0,-6 5-10133 0 0,-4 56 12616 0 0,0 0 122 0 0,0-6 96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44.333"/>
    </inkml:context>
    <inkml:brush xml:id="br0">
      <inkml:brushProperty name="width" value="0.05" units="cm"/>
      <inkml:brushProperty name="height" value="0.05" units="cm"/>
      <inkml:brushProperty name="color" value="#FFFFFF"/>
    </inkml:brush>
  </inkml:definitions>
  <inkml:trace contextRef="#ctx0" brushRef="#br0">0 31 1648 0 0,'11'-13'7398'0'0,"-11"13"-6758"0"0,0 0 29 0 0,0 0 17 0 0,0 0-70 0 0,2 5-73 0 0,3 17 24 0 0,-1-1-1 0 0,-2 1 1 0 0,0 0 0 0 0,-1 0 0 0 0,-1 0-1 0 0,-2 12-566 0 0,1 19 545 0 0,1 491 2451 0 0,-17-435-3075 0 0,15-70-1932 0 0,3-36-4130 0 0,-2-33-1635 0 0,3 22 6294 0 0</inkml:trace>
  <inkml:trace contextRef="#ctx0" brushRef="#br0" timeOffset="374.309">73 500 1312 0 0,'11'10'13365'0'0,"7"4"-7875"0"0,50 47-3688 0 0,12 1 156 0 0,-72-55-3727 0 0,-5-17-16666 0 0,-4-3 17152 0 0,1 4-57 0 0</inkml:trace>
  <inkml:trace contextRef="#ctx0" brushRef="#br0" timeOffset="795.531">290 37 1756 0 0,'9'11'6508'0'0,"0"-1"-5077"0"0,96 130 4365 0 0,-94-141-14661 0 0,4-25 6378 0 0,-12 17 1206 0 0,5-5-253 0 0</inkml:trace>
  <inkml:trace contextRef="#ctx0" brushRef="#br0" timeOffset="1046.065">529 13 916 0 0,'0'-1'313'0'0,"1"0"0"0"0,0 0 1 0 0,0 0-1 0 0,0 0 0 0 0,0 0 0 0 0,0 0 1 0 0,0 1-1 0 0,0-1 0 0 0,0 0 0 0 0,0 1 0 0 0,0-1 1 0 0,0 1-1 0 0,1-1 0 0 0,-1 1 0 0 0,0 0 0 0 0,0-1 1 0 0,1 1-1 0 0,-1 0 0 0 0,0 0 0 0 0,0 0 0 0 0,1 0 1 0 0,-1 0-1 0 0,0 0 0 0 0,0 0 0 0 0,1 0 0 0 0,-1 1 1 0 0,0-1-1 0 0,0 0 0 0 0,1 1 0 0 0,-1-1 0 0 0,0 1 1 0 0,1 0-314 0 0,55 46 6161 0 0,-53-43-5541 0 0,-4-4-576 0 0,35 45 4248 0 0,-29-24-5312 0 0,-6-20-117 0 0,0-1 10 0 0,0 0-127 0 0,-2 23-10295 0 0,-5-17 8648 0 0,7-7 1637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43.292"/>
    </inkml:context>
    <inkml:brush xml:id="br0">
      <inkml:brushProperty name="width" value="0.05" units="cm"/>
      <inkml:brushProperty name="height" value="0.05" units="cm"/>
      <inkml:brushProperty name="color" value="#FFFFFF"/>
    </inkml:brush>
  </inkml:definitions>
  <inkml:trace contextRef="#ctx0" brushRef="#br0">82 1 1440 0 0,'0'0'1854'0'0,"0"0"-236"0"0,0 0-31 0 0,0 0-104 0 0,0 0-50 0 0,3 0-127 0 0,8-1-125 0 0,38 13 3409 0 0,42 61-1096 0 0,-74-60-1501 0 0,-1 2-3449 0 0,-15-13 1017 0 0,1 0 0 0 0,-1 0 0 0 0,1-1 0 0 0,-1 1 0 0 0,1 0 0 0 0,-1 0 0 0 0,0 0 0 0 0,0 0 0 0 0,0 1-1 0 0,-1-1 1 0 0,1 0 0 0 0,0 0 0 0 0,-1 0 0 0 0,1 1 0 0 0,-1-1 0 0 0,0 0 0 0 0,0 1 0 0 0,0-1 0 0 0,0 0 0 0 0,0 1 0 0 0,0-1 0 0 0,-1 0 0 0 0,1 1 0 0 0,-1-1 0 0 0,1 0-1 0 0,-2 2 441 0 0,-38 92-5937 0 0,30-71 4636 0 0</inkml:trace>
  <inkml:trace contextRef="#ctx0" brushRef="#br0" timeOffset="280.001">17 556 904 0 0,'0'0'326'0'0,"-1"0"0"0"0,0 0-1 0 0,0 0 1 0 0,1 0 0 0 0,-1 1 0 0 0,0-1 0 0 0,0 0-1 0 0,1 1 1 0 0,-1-1 0 0 0,0 0 0 0 0,1 1 0 0 0,-1-1-1 0 0,0 1 1 0 0,1-1 0 0 0,-1 1 0 0 0,1-1 0 0 0,-1 1-1 0 0,1 0 1 0 0,-1-1 0 0 0,1 1 0 0 0,-1-1 0 0 0,1 1-1 0 0,0 0 1 0 0,-1 0 0 0 0,1-1 0 0 0,0 1 0 0 0,0 0-1 0 0,-1 0 1 0 0,1-1 0 0 0,0 1 0 0 0,0 0 0 0 0,0 0-1 0 0,0-1 1 0 0,0 1 0 0 0,0 0 0 0 0,0 0 0 0 0,0 0-1 0 0,0-1 1 0 0,0 1 0 0 0,1 1-326 0 0,33-19 4282 0 0,-26 11-3904 0 0,171-151 3476 0 0,-47 43-4143 0 0,-50 45-3949 0 0,-3 27-10322 0 0,-73 39 13333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51.354"/>
    </inkml:context>
    <inkml:brush xml:id="br0">
      <inkml:brushProperty name="width" value="0.05" units="cm"/>
      <inkml:brushProperty name="height" value="0.05" units="cm"/>
      <inkml:brushProperty name="color" value="#FFFFFF"/>
    </inkml:brush>
  </inkml:definitions>
  <inkml:trace contextRef="#ctx0" brushRef="#br0">359 98 2048 0 0,'2'-2'557'0'0,"1"0"-1"0"0,-2-1 1 0 0,1 1-1 0 0,0-1 1 0 0,0 1-1 0 0,-1-1 1 0 0,1 1 0 0 0,-1-1-1 0 0,0 0 1 0 0,0 0-1 0 0,0 0 1 0 0,0 0-1 0 0,0 0 1 0 0,0 0-1 0 0,-1 0 1 0 0,0 0 0 0 0,0 0-1 0 0,1 0 1 0 0,-2 0-1 0 0,1 0 1 0 0,0 0-1 0 0,-1 0 1 0 0,1 0-1 0 0,-1-1-556 0 0,0 3 668 0 0,0-1-555 0 0,-1 0-1 0 0,0 0 1 0 0,1 0-1 0 0,-1 0 1 0 0,0 0-1 0 0,0 1 1 0 0,0-1-1 0 0,0 1 1 0 0,0-1-1 0 0,0 1 1 0 0,-1 0-1 0 0,1 0 1 0 0,0 0-1 0 0,-1 0 1 0 0,1 0-1 0 0,-1 1 1 0 0,1-1-1 0 0,-1 1 0 0 0,1-1 1 0 0,-1 1-1 0 0,1 0 1 0 0,-1 0-1 0 0,1 0 1 0 0,-1 0-1 0 0,1 1 1 0 0,-1-1-1 0 0,1 1 1 0 0,-1-1-1 0 0,1 1 1 0 0,-1 0-1 0 0,1 0 1 0 0,0 0-1 0 0,-1 1-112 0 0,-16 6 109 0 0,1 2-1 0 0,1 0 1 0 0,0 1-1 0 0,0 1 1 0 0,1 0 0 0 0,0 1-1 0 0,1 1 1 0 0,1 0-1 0 0,0 1 1 0 0,1 1-1 0 0,1 0 1 0 0,0 1-1 0 0,1 0 1 0 0,1 1 0 0 0,1 0-1 0 0,0 0 1 0 0,1 1-1 0 0,1 1-108 0 0,-3 6 55 0 0,3-8-12 0 0,0-1-1 0 0,2 1 1 0 0,0 0-1 0 0,1 1 1 0 0,0-1 0 0 0,2 1-1 0 0,-1 6-42 0 0,4-16 10 0 0,-1 0 1 0 0,1-1-1 0 0,1 1 0 0 0,0 0 1 0 0,0-1-1 0 0,1 1 0 0 0,0-1 1 0 0,0 0-1 0 0,1 0 0 0 0,0 0 1 0 0,0-1-1 0 0,1 1 0 0 0,0-1 1 0 0,0 0-1 0 0,0 0 0 0 0,1-1 0 0 0,1 1 1 0 0,-1-1-1 0 0,1-1 0 0 0,0 1 1 0 0,0-1-1 0 0,0 0 0 0 0,1-1 1 0 0,0 0-1 0 0,7 3-10 0 0,-3-3-105 0 0,-1 0 1 0 0,1-1-1 0 0,0 0 1 0 0,0-1-1 0 0,0 0 0 0 0,0-1 1 0 0,0 0-1 0 0,0-1 1 0 0,0-1-1 0 0,0 0 0 0 0,9-2 105 0 0,2-2-735 0 0,-1-2-1 0 0,0-1 0 0 0,0 0 0 0 0,-1-2 1 0 0,0 0-1 0 0,16-12 736 0 0,139-107-13246 0 0,-159 111 12027 0 0</inkml:trace>
  <inkml:trace contextRef="#ctx0" brushRef="#br0" timeOffset="450.877">783 168 3000 0 0,'-21'28'8332'0'0,"8"-5"-7419"0"0,1 0-1 0 0,1 1 1 0 0,1 0-1 0 0,1 1 1 0 0,2 0 0 0 0,0 0-1 0 0,1 1 1 0 0,2-1-1 0 0,-1 27-912 0 0,4-41 129 0 0,1 0 1 0 0,0-1-1 0 0,1 1 0 0 0,0 0 0 0 0,1 0 1 0 0,0-1-1 0 0,1 1 0 0 0,0-1 1 0 0,1 0-1 0 0,0 1 0 0 0,0-2 0 0 0,1 1 1 0 0,0 0-1 0 0,1-1 0 0 0,0 0 0 0 0,1-1 1 0 0,-1 1-1 0 0,7 4-129 0 0,-9-9 37 0 0,0-1 1 0 0,0 0-1 0 0,0 0 0 0 0,0 0 0 0 0,1 0 1 0 0,0-1-1 0 0,-1 0 0 0 0,1 0 0 0 0,0 0 1 0 0,0 0-1 0 0,0-1 0 0 0,1 0 1 0 0,-1 0-1 0 0,0 0 0 0 0,0-1 0 0 0,0 1 1 0 0,1-1-1 0 0,-1-1 0 0 0,0 1 1 0 0,0-1-1 0 0,1 0 0 0 0,3-1-37 0 0,9-7-15 0 0,-1 0-1 0 0,0-1 1 0 0,-1 0-1 0 0,0-2 1 0 0,-1 0 0 0 0,0-1-1 0 0,-1 0 1 0 0,0-1-1 0 0,-1 0 1 0 0,0-1-1 0 0,-2-1 1 0 0,0 0 0 0 0,0-1-1 0 0,-2 0 1 0 0,4-9 15 0 0,4-3 3 0 0,-9 17 67 0 0,0-1 0 0 0,-1 0 0 0 0,0 0 0 0 0,-1 0 0 0 0,-1-1-1 0 0,0 0 1 0 0,-1-1 0 0 0,0 1 0 0 0,-1-1 0 0 0,-1 1 0 0 0,1-7-70 0 0,-4 15 45 0 0,0 0 0 0 0,0 0 0 0 0,-1 0 1 0 0,1 0-1 0 0,-1 0 0 0 0,-1 0 0 0 0,1 1 0 0 0,-1-1 1 0 0,0 1-1 0 0,0-1 0 0 0,0 1 0 0 0,-1 0 0 0 0,0 0 1 0 0,0 1-1 0 0,0-1 0 0 0,-1 1 0 0 0,1 0 0 0 0,-1 0 1 0 0,0 0-1 0 0,0 1 0 0 0,0 0 0 0 0,-1 0 0 0 0,1 0 1 0 0,-1 0-1 0 0,0 1 0 0 0,1 0 0 0 0,-1 0 0 0 0,0 1 1 0 0,0 0-1 0 0,-3-1-45 0 0,-14-2-97 0 0,-1 1 0 0 0,1 1 1 0 0,-1 1-1 0 0,1 1 0 0 0,-1 1 0 0 0,1 1 1 0 0,-1 2-1 0 0,1 0 0 0 0,0 1 1 0 0,-22 8 96 0 0,7 5-1913 0 0,20 3-3004 0 0,25-10-1830 0 0,26-3 995 0 0,-23-7 4274 0 0,13 5-57 0 0</inkml:trace>
  <inkml:trace contextRef="#ctx0" brushRef="#br0" timeOffset="1296.947">1344 149 1508 0 0,'0'-1'204'0'0,"-8"-23"5989"0"0,-3 36-1794 0 0,-74 442 1982 0 0,80-433-7360 0 0,9-31-1852 0 0,44-222-2794 0 0,-20 117 5599 0 0,10-24 4274 0 0,-37 137-4054 0 0,0 0 0 0 0,1-1 0 0 0,-1 1 1 0 0,0 0-1 0 0,1 0 0 0 0,-1 0 0 0 0,1 0 0 0 0,0 0 1 0 0,0 0-1 0 0,-1 1 0 0 0,1-1 0 0 0,1 0 0 0 0,-1 1 1 0 0,0 0-1 0 0,0-1 0 0 0,0 1 0 0 0,1 0 0 0 0,-1 0 0 0 0,0 0 1 0 0,1 0-1 0 0,-1 1 0 0 0,1-1 0 0 0,-1 1 0 0 0,1-1 1 0 0,-1 1-1 0 0,1 0 0 0 0,0 0 0 0 0,-1 0 0 0 0,1 0 1 0 0,-1 1-1 0 0,1-1 0 0 0,-1 1 0 0 0,2 0-194 0 0,81 31 1213 0 0,-71-23-1067 0 0,0 0 0 0 0,-1 2 0 0 0,0 0 1 0 0,0 0-1 0 0,-1 1 0 0 0,-1 1 1 0 0,0 0-1 0 0,-1 0 0 0 0,0 1 0 0 0,-1 1-146 0 0,-2-3 118 0 0,-2 1-1 0 0,1 0 0 0 0,-2 0 0 0 0,0 0 1 0 0,0 1-1 0 0,-1-1 0 0 0,-1 1 0 0 0,-1 0 0 0 0,0 0 1 0 0,0 0-1 0 0,-2 10-117 0 0,-1-12 37 0 0,-2 0 0 0 0,1-1 0 0 0,-1 1 0 0 0,-1-1 1 0 0,0 0-1 0 0,-1 0 0 0 0,0 0 0 0 0,0-1 0 0 0,-2 0 0 0 0,1 0 1 0 0,-1-1-1 0 0,0 0 0 0 0,-1 0 0 0 0,0-1 0 0 0,0 0 0 0 0,-1-1 1 0 0,0 0-1 0 0,0 0 0 0 0,-9 3-37 0 0,-62 11-668 0 0,21-19-4528 0 0,59-3 4968 0 0,0 0-1 0 0,0 0 1 0 0,0 0-1 0 0,0 0 1 0 0,0-1-1 0 0,0 1 1 0 0,0 0-1 0 0,0 0 1 0 0,0-1-1 0 0,0 1 1 0 0,1 0-1 0 0,-1-1 1 0 0,1 1-1 0 0,-1-1 1 0 0,1 1-1 0 0,-1-1 1 0 0,1 1-1 0 0,0-1 1 0 0,0 1-1 0 0,0-1 1 0 0,-1 1-1 0 0,2-1 1 0 0,-1 1-1 0 0,0-1 0 0 0,0 0 1 0 0,0 1-1 0 0,1-1 1 0 0,-1 1-1 0 0,1 0 1 0 0,-1-1-1 0 0,1 1 1 0 0,0-1-1 0 0,-1 1 1 0 0,1 0-1 0 0,0-1 1 0 0,1 0 228 0 0,2-8-846 0 0,0 0 1 0 0,1 1-1 0 0,0-1 0 0 0,1 1 0 0 0,0 0 1 0 0,1 0-1 0 0,0 1 0 0 0,0 0 1 0 0,6-5 845 0 0,6-4-1238 0 0</inkml:trace>
  <inkml:trace contextRef="#ctx0" brushRef="#br0" timeOffset="1762.015">1822 227 2188 0 0,'0'-1'227'0'0,"0"1"-1"0"0,1-1 1 0 0,-1 1-1 0 0,1-1 1 0 0,-1 0-1 0 0,1 1 1 0 0,0-1-1 0 0,-1 1 1 0 0,1-1-1 0 0,-1 1 1 0 0,1 0-1 0 0,0-1 1 0 0,0 1-1 0 0,-1 0 1 0 0,1-1-1 0 0,0 1 0 0 0,-1 0 1 0 0,1 0-1 0 0,0-1 1 0 0,0 1-1 0 0,-1 0 1 0 0,1 0-1 0 0,0 0 1 0 0,0 0-1 0 0,0 0 1 0 0,-1 0-1 0 0,1 0 1 0 0,0 0-1 0 0,0 1 1 0 0,-1-1-1 0 0,1 0 1 0 0,0 0-1 0 0,0 1 1 0 0,-1-1-1 0 0,1 0 1 0 0,0 1-1 0 0,-1-1 1 0 0,1 1-1 0 0,-1-1 1 0 0,1 1-1 0 0,0-1 1 0 0,-1 1-1 0 0,1-1 1 0 0,-1 1-1 0 0,1 0 1 0 0,-1-1-1 0 0,1 1 1 0 0,-1 0-1 0 0,0-1 1 0 0,1 1-1 0 0,-1 0 0 0 0,0-1 1 0 0,0 1-1 0 0,1 0 1 0 0,-1 0-227 0 0,6 46 4157 0 0,-9 20-2194 0 0,-63 154 943 0 0,33-83-1553 0 0,32-137-1185 0 0,4 20 265 0 0,0-19-412 0 0,-1 0 1 0 0,1 0-1 0 0,0 0 1 0 0,0 0-1 0 0,0-1 0 0 0,0 0 1 0 0,0 1-1 0 0,1-1 1 0 0,-1 0-1 0 0,0-1 0 0 0,0 1 1 0 0,1 0-1 0 0,-1-1 1 0 0,0 0-1 0 0,1 0 0 0 0,-1 0 1 0 0,1 0-1 0 0,-1-1 0 0 0,0 1 1 0 0,1-1-1 0 0,-1 0 1 0 0,0 0-1 0 0,0 0 0 0 0,0 0 1 0 0,1 0-1 0 0,-1-1 1 0 0,1 0-22 0 0,25-6 71 0 0,170-18-557 0 0,-114 24-3543 0 0,-83 2 3011 0 0,1-1-31 0 0,11-2-7965 0 0,-21-14 4302 0 0,-4-18 1980 0 0,3 16 1234 0 0</inkml:trace>
  <inkml:trace contextRef="#ctx0" brushRef="#br0" timeOffset="2011.042">1869 185 1976 0 0,'6'-1'5084'0'0,"8"0"-3193"0"0,92-15 1560 0 0,-82 5-3489 0 0,-1 0-5057 0 0,-26 21 886 0 0,0-6 2905 0 0</inkml:trace>
  <inkml:trace contextRef="#ctx0" brushRef="#br0" timeOffset="2247.054">1767 399 2240 0 0,'-7'9'3463'0'0,"18"1"2881"0"0,6-8-5725 0 0,-1 0 1 0 0,1-1-1 0 0,0-1 0 0 0,0 0 0 0 0,0-2 1 0 0,-1 0-1 0 0,1 0 0 0 0,2-3-619 0 0,70-6 1343 0 0,29 3-1906 0 0,-118 8 449 0 0,0 0 0 0 0,-1 1 0 0 0,1-1-1 0 0,0 0 1 0 0,0 0 0 0 0,0 0 0 0 0,0 1 0 0 0,0-1 0 0 0,-1 0 0 0 0,1 0-1 0 0,0 1 1 0 0,0-1 0 0 0,0 0 0 0 0,0 0 0 0 0,0 1 0 0 0,0-1 0 0 0,0 0 0 0 0,0 0-1 0 0,0 1 1 0 0,0-1 0 0 0,0 0 0 0 0,0 1 0 0 0,0-1 0 0 0,0 0 0 0 0,0 0-1 0 0,0 1 1 0 0,0-1 0 0 0,0 0 0 0 0,0 0 0 0 0,1 1 0 0 0,-1-1 0 0 0,0 0 0 0 0,0 0-1 0 0,0 1 1 0 0,0-1 0 0 0,0 0 0 0 0,1 0 0 0 0,-1 0 0 0 0,0 1 0 0 0,0-1-1 0 0,1 0 1 0 0,-1 0 0 0 0,0 0 0 0 0,0 0 0 0 0,0 0 0 0 0,1 0 0 0 0,-1 1-1 0 0,0-1 1 0 0,0 0 0 0 0,1 0 0 0 0,-1 0 0 0 0,0 0 0 0 0,1 0 114 0 0,-26 14-4602 0 0,24-13 4709 0 0,-67 24-4294 0 0,44-18 2917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6:48.489"/>
    </inkml:context>
    <inkml:brush xml:id="br0">
      <inkml:brushProperty name="width" value="0.05" units="cm"/>
      <inkml:brushProperty name="height" value="0.05" units="cm"/>
      <inkml:brushProperty name="color" value="#FFFFFF"/>
    </inkml:brush>
  </inkml:definitions>
  <inkml:trace contextRef="#ctx0" brushRef="#br0">220 0 1368 0 0,'12'15'10277'0'0,"-19"34"-7821"0"0,6-45-2068 0 0,-79 216 4049 0 0,64-183-3990 0 0,-62 108 767 0 0,39-80-1920 0 0,34-66-2967 0 0,0-17 2928 0 0,17-63-3676 0 0,29-77-3522 0 0,-31 130 6628 0 0</inkml:trace>
  <inkml:trace contextRef="#ctx0" brushRef="#br0" timeOffset="266.072">140 95 2028 0 0,'2'-4'378'0'0,"0"0"0"0"0,0 0 0 0 0,0 0-1 0 0,1 0 1 0 0,-1 1 0 0 0,1-1 0 0 0,0 1 0 0 0,0 0-1 0 0,0 0 1 0 0,1 0 0 0 0,-1 0 0 0 0,1 0 0 0 0,-1 1-1 0 0,1-1 1 0 0,0 1 0 0 0,0 0 0 0 0,0 1 0 0 0,0-1-1 0 0,0 1 1 0 0,1-1 0 0 0,-1 1 0 0 0,0 0 0 0 0,2 1-378 0 0,21 15 1604 0 0,-18-7-1216 0 0,-1 1 1 0 0,0 0-1 0 0,-1 1 1 0 0,0-1 0 0 0,0 2-1 0 0,-1-1 1 0 0,0 1-1 0 0,-1-1 1 0 0,0 2-1 0 0,-1-1 1 0 0,3 12-389 0 0,0-6 372 0 0,102 342 3907 0 0,-74-248-3367 0 0,-32-80-3946 0 0,-29-41-4637 0 0,-51-51-822 0 0,63 48 7256 0 0</inkml:trace>
  <inkml:trace contextRef="#ctx0" brushRef="#br0" timeOffset="515.849">177 401 1164 0 0,'6'-30'10234'0'0,"24"16"-4974"0"0,47 9-2236 0 0,-65 5-2609 0 0,4 0-426 0 0,27 0-1480 0 0,-11 0-6430 0 0,19-19 268 0 0,-43 17 6116 0 0</inkml:trace>
  <inkml:trace contextRef="#ctx0" brushRef="#br0" timeOffset="1281.147">685 123 1004 0 0,'-2'30'9609'0'0,"-4"2"-4911"0"0,-24 69-3560 0 0,18-63 539 0 0,-53 155 1122 0 0,49-139-2928 0 0,85-259-5791 0 0,16-7 4055 0 0,-36 119 3743 0 0,-22 110 946 0 0,-25-14-2885 0 0,6 10 400 0 0,-1 0-1 0 0,-1 0 1 0 0,0 1 0 0 0,-1 0-1 0 0,0 0 1 0 0,-1 0-1 0 0,-1 1 1 0 0,2 14-339 0 0,1-2 416 0 0,30 169 2768 0 0,-36-196-3178 0 0,1 1 0 0 0,0 0 0 0 0,-1-1 0 0 0,1 1 0 0 0,0-1 0 0 0,0 1 0 0 0,0-1 0 0 0,-1 1 0 0 0,1-1 0 0 0,0 0 0 0 0,0 1 0 0 0,0-1 0 0 0,0 0 0 0 0,0 0 0 0 0,0 0 0 0 0,-1 1 0 0 0,1-1 0 0 0,0 0 0 0 0,0 0 0 0 0,0 0 0 0 0,0-1 0 0 0,0 1 0 0 0,0 0 0 0 0,0 0 0 0 0,0 0 0 0 0,-1-1 0 0 0,1 1 0 0 0,0 0 0 0 0,0-1 0 0 0,0 1 0 0 0,0-1 0 0 0,-1 1 0 0 0,1-1 0 0 0,0 1 0 0 0,0-1 0 0 0,-1 1 0 0 0,1-1 0 0 0,-1 0 0 0 0,1 1 0 0 0,0-1 0 0 0,-1 0 0 0 0,1 0 0 0 0,-1 1 0 0 0,1-1 0 0 0,-1 0 0 0 0,0 0 0 0 0,1 0 0 0 0,-1 0 0 0 0,0 0 0 0 0,0 0 0 0 0,0 1 0 0 0,0-1 0 0 0,1 0 0 0 0,-1-1-6 0 0,1 0 8 0 0,8-14-77 0 0,0 0 0 0 0,-2 0 1 0 0,1-1-1 0 0,-2 0 0 0 0,0 0 0 0 0,-2-1 1 0 0,2-8 68 0 0,14-44-231 0 0,29-80-197 0 0,-28 117 944 0 0,-19 39-402 0 0,9 28 102 0 0,-2-1 0 0 0,-1 1-1 0 0,-1 1 1 0 0,-2-1 0 0 0,0 28-216 0 0,5 34 247 0 0,-2-53-178 0 0,3 45-2662 0 0,-11-87 1688 0 0,0-1-203 0 0,0 0-136 0 0,-1 13-6292 0 0,6-17 2290 0 0,-2-1 4634 0 0,22-29-2409 0 0,-9 14 1560 0 0</inkml:trace>
  <inkml:trace contextRef="#ctx0" brushRef="#br0" timeOffset="1645.566">1325 87 1520 0 0,'-20'-7'9243'0'0,"23"16"-1684"0"0,4-5-7271 0 0,1-2 1 0 0,-1 1 0 0 0,1-1 0 0 0,0 0-1 0 0,0-1 1 0 0,0 0 0 0 0,0 0 0 0 0,0-1-1 0 0,0 0 1 0 0,0 0 0 0 0,0 0 0 0 0,2-2-289 0 0,17 1 718 0 0,83 1 54 0 0,-73-20-2982 0 0,-57 10-15759 0 0,15 10 17223 0 0</inkml:trace>
  <inkml:trace contextRef="#ctx0" brushRef="#br0" timeOffset="1893.202">1548 78 3868 0 0,'-58'72'6317'0'0,"-17"147"-781"0"0,69-198-5335 0 0,-41 147-1052 0 0,37-148 75 0 0,-21 28-2349 0 0,-1-23-4475 0 0,28-23 6826 0 0</inkml:trace>
  <inkml:trace contextRef="#ctx0" brushRef="#br0" timeOffset="2142.223">1285 653 3196 0 0,'-61'-2'14950'0'0,"106"-2"-10165"0"0,94-8-2625 0 0,-131 10-2092 0 0,-1 1 0 0 0,1 0 0 0 0,-1 1 0 0 0,1 0 0 0 0,0 0 0 0 0,-1 0 0 0 0,1 1 0 0 0,-1 0 1 0 0,1 1-1 0 0,-1 0 0 0 0,0 0 0 0 0,5 2-68 0 0,34 7-973 0 0,-27-6-3625 0 0,-3 6-9230 0 0,-15-11 12297 0 0,-1-1-1239 0 0,1 0 1466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7:03.330"/>
    </inkml:context>
    <inkml:brush xml:id="br0">
      <inkml:brushProperty name="width" value="0.05" units="cm"/>
      <inkml:brushProperty name="height" value="0.05" units="cm"/>
      <inkml:brushProperty name="color" value="#FFFFFF"/>
    </inkml:brush>
  </inkml:definitions>
  <inkml:trace contextRef="#ctx0" brushRef="#br0">4 14 1316 0 0,'0'0'1170'0'0,"0"0"-122"0"0,0 0-136 0 0,0 0-8 0 0,0 0-63 0 0,0 0-84 0 0,0 0 6 0 0,0 0 20 0 0,0-3-85 0 0,-1-8 1068 0 0,0 19 2434 0 0,0 11-689 0 0,0-10-4788 0 0,2 237 3203 0 0,23-75-1227 0 0,-11-53-109 0 0,-5-64-445 0 0,-7-33-4027 0 0,-15-8 1532 0 0,7-15-1344 0 0,-9-22-4445 0 0,15 18 6520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7:00.030"/>
    </inkml:context>
    <inkml:brush xml:id="br0">
      <inkml:brushProperty name="width" value="0.05" units="cm"/>
      <inkml:brushProperty name="height" value="0.05" units="cm"/>
      <inkml:brushProperty name="color" value="#FFFFFF"/>
    </inkml:brush>
  </inkml:definitions>
  <inkml:trace contextRef="#ctx0" brushRef="#br0">0 2 1428 0 0,'0'0'1890'0'0,"0"0"-257"0"0,0 0-241 0 0,0 0-199 0 0,0 0-92 0 0,0 0-108 0 0,0 0-75 0 0,0 0 37 0 0,0 0-83 0 0,0 0-82 0 0,0 0-33 0 0,0 0-36 0 0,6-2 551 0 0,180 144 3708 0 0,-54-31-3562 0 0,-47-38-986 0 0,16 21-80 0 0,-67-58 60 0 0,-34-35-308 0 0,0-1-20 0 0,0 0-15 0 0,0 0-3 0 0,0 0 14 0 0,-146 117 1008 0 0,118-96-1168 0 0,-2-1-1 0 0,-1-2 1 0 0,0-1 0 0 0,-1-1 0 0 0,-1-1 0 0 0,-15 3 80 0 0,21-9-712 0 0,-35 8-333 0 0,18-12-6512 0 0,42-5 5471 0 0,2 0 87 0 0,0 0 195 0 0,0 0 127 0 0,0 0 107 0 0,-3 3 97 0 0,-6 7 17 0 0,9-7-164 0 0</inkml:trace>
  <inkml:trace contextRef="#ctx0" brushRef="#br0" timeOffset="2247.824">719 591 1292 0 0,'0'0'1171'0'0,"0"0"-87"0"0,0 4-105 0 0,0 3-1276 0 0,0 12 7932 0 0,0-12-6716 0 0,0-4-512 0 0,0-3-2 0 0,0 0 101 0 0,0 0-28 0 0,0 0-40 0 0,6 0-10 0 0,53-18 804 0 0,213-257 1767 0 0,-180 177-2417 0 0,-67 73-265 0 0,-24 24-281 0 0,-1 1-11 0 0,0 0-33 0 0,0 0 15 0 0,0 0 23 0 0,0 0 41 0 0,0 0-2 0 0,0 0-18 0 0,0 0 18 0 0,0 0 10 0 0,0 0 16 0 0,0 0-17 0 0,0 0 11 0 0,0 0 13 0 0,3 2-65 0 0,-1 0 0 0 0,1-1 0 0 0,-1 1 0 0 0,0 0 0 0 0,1 0 1 0 0,-1 0-1 0 0,0 1 0 0 0,0-1 0 0 0,0 0 0 0 0,0 1 0 0 0,-1 0 0 0 0,1-1 0 0 0,-1 1 0 0 0,1 0 0 0 0,-1 0 1 0 0,0-1-1 0 0,0 1 0 0 0,0 0 0 0 0,-1 0 0 0 0,1 0 0 0 0,-1 1 0 0 0,1 1-37 0 0,6 19 44 0 0,11 13 6 0 0,1 0 0 0 0,2-1-1 0 0,1-1 1 0 0,1-1 0 0 0,13 12-50 0 0,74 72-3 0 0,-75-83-164 0 0,-24-27-1261 0 0,-22-13-2613 0 0,-16-4-4994 0 0,3 2 4141 0 0,17 3 3425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7:04.710"/>
    </inkml:context>
    <inkml:brush xml:id="br0">
      <inkml:brushProperty name="width" value="0.05" units="cm"/>
      <inkml:brushProperty name="height" value="0.05" units="cm"/>
      <inkml:brushProperty name="color" value="#FFFFFF"/>
    </inkml:brush>
  </inkml:definitions>
  <inkml:trace contextRef="#ctx0" brushRef="#br0">10 395 1820 0 0,'0'0'1236'0'0,"0"0"-80"0"0,0 0-146 0 0,0 0-80 0 0,0-3-94 0 0,1-4 4255 0 0,1 37 307 0 0,-1-21-6769 0 0,16 360 3945 0 0,-17-367-2938 0 0,-1 9-2072 0 0,0 3-2100 0 0,-4-24 5 0 0,4-3 1384 0 0,1 6 1653 0 0</inkml:trace>
  <inkml:trace contextRef="#ctx0" brushRef="#br0" timeOffset="686.138">2 360 2188 0 0,'-2'-8'10709'0'0,"16"9"-6643"0"0,53-29-600 0 0,26-38-2589 0 0,-86 61-679 0 0,16-12-30 0 0,114-107 553 0 0,-27 30-715 0 0,-75 75-1030 0 0,-49 35-3803 0 0,-25 15-8905 0 0,35-26 12308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7:07.293"/>
    </inkml:context>
    <inkml:brush xml:id="br0">
      <inkml:brushProperty name="width" value="0.05" units="cm"/>
      <inkml:brushProperty name="height" value="0.05" units="cm"/>
      <inkml:brushProperty name="color" value="#FFFFFF"/>
    </inkml:brush>
  </inkml:definitions>
  <inkml:trace contextRef="#ctx0" brushRef="#br0">331 0 1784 0 0,'0'0'1376'0'0,"2"0"-85"0"0,28 7 8786 0 0,-22-3-10642 0 0,-16 34 4066 0 0,-28 5-2445 0 0,-1-1-1 0 0,-2-3 0 0 0,-2-1 0 0 0,-31 22-1055 0 0,28-23 452 0 0,-27 16 98 0 0,49-35-318 0 0,22-18-200 0 0,0 0 25 0 0,0 0 43 0 0,0 0-1 0 0,0 0-9 0 0,0 0 21 0 0,0 0 60 0 0,20 16 360 0 0,68 36 1085 0 0,29 64-706 0 0,-2 16-229 0 0,-59-79-397 0 0,-45-42-978 0 0,-12-11-3418 0 0,-15-10-5112 0 0,-2-1 4232 0 0,-49-54-892 0 0,54 45 4445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7:08.192"/>
    </inkml:context>
    <inkml:brush xml:id="br0">
      <inkml:brushProperty name="width" value="0.05" units="cm"/>
      <inkml:brushProperty name="height" value="0.05" units="cm"/>
      <inkml:brushProperty name="color" value="#FFFFFF"/>
    </inkml:brush>
  </inkml:definitions>
  <inkml:trace contextRef="#ctx0" brushRef="#br0">40 1 2396 0 0,'5'2'11146'0'0,"8"3"-5467"0"0,77 25-3603 0 0,76-26 565 0 0,-69-4-3756 0 0,-95 0 606 0 0,7 3-1185 0 0,-12 1-1041 0 0,-120 60-3714 0 0,117-59 6450 0 0,0 0-1 0 0,0 0 0 0 0,1 1 0 0 0,0 0 0 0 0,0 0 0 0 0,1 0 1 0 0,-1 1-1 0 0,1 0 0 0 0,1 0 0 0 0,-1 0 0 0 0,1 0 0 0 0,1 0 1 0 0,-1 1-1 0 0,1-1 0 0 0,0 1 0 0 0,1 1 0 0 0,-21 52 6 0 0,-36 95-3759 0 0,37-110-564 0 0,14-32 2714 0 0</inkml:trace>
  <inkml:trace contextRef="#ctx0" brushRef="#br0" timeOffset="314.777">33 560 1804 0 0,'-18'2'6465'0'0,"3"1"2252"0"0,31 0-5907 0 0,58-8 324 0 0,90 5-603 0 0,-93 0-3985 0 0,-20 0-3925 0 0,-1 0-5323 0 0,-13-25 7417 0 0,-13 13 1815 0 0,-5 9 43 0 0</inkml:trace>
  <inkml:trace contextRef="#ctx0" brushRef="#br0" timeOffset="660.717">775 135 1336 0 0,'0'-10'4654'0'0,"0"10"-2403"0"0,-4 22 2443 0 0,-62 181 927 0 0,-67 46-4259 0 0,137-282-6378 0 0,39-122-2505 0 0,-9 68 3499 0 0,-23 61 3523 0 0</inkml:trace>
  <inkml:trace contextRef="#ctx0" brushRef="#br0" timeOffset="957.834">695 239 4148 0 0,'2'-6'280'0'0,"-2"4"-124"0"0,0 1 0 0 0,0-1-1 0 0,0 1 1 0 0,0-1 0 0 0,1 1 0 0 0,-1-1 0 0 0,0 1-1 0 0,1-1 1 0 0,-1 1 0 0 0,0 0 0 0 0,1-1 0 0 0,0 1-1 0 0,-1 0 1 0 0,1-1 0 0 0,0 1 0 0 0,0 0 0 0 0,0 0-1 0 0,0 0 1 0 0,0-1 0 0 0,0 1 0 0 0,0 0 0 0 0,0 0-1 0 0,0 0 1 0 0,0 1 0 0 0,0-1 0 0 0,1 0 0 0 0,-1 0-1 0 0,0 1 1 0 0,1-1 0 0 0,-1 1 0 0 0,1-1-1 0 0,-1 1 1 0 0,0-1 0 0 0,1 1 0 0 0,-1 0 0 0 0,1 0-1 0 0,-1 0 1 0 0,1 0 0 0 0,-1 0 0 0 0,1 0 0 0 0,-1 0-1 0 0,1 0 1 0 0,-1 1 0 0 0,1-1 0 0 0,-1 0 0 0 0,0 1-1 0 0,1 0 1 0 0,-1-1 0 0 0,0 1 0 0 0,1 0 0 0 0,-1-1-1 0 0,0 1 1 0 0,1 0-156 0 0,23 33 915 0 0,-1 1 1 0 0,-1 0-1 0 0,-3 2 0 0 0,0 1 1 0 0,-3 0-1 0 0,-1 1 0 0 0,-2 1 0 0 0,-1 0 1 0 0,1 14-916 0 0,17 37 1898 0 0,-30-90-1867 0 0,-1-1-1 0 0,1 1 1 0 0,-1 0 0 0 0,1 0-1 0 0,0-1 1 0 0,-1 1-1 0 0,1 0 1 0 0,0-1-1 0 0,-1 1 1 0 0,1-1-1 0 0,0 1 1 0 0,0-1-1 0 0,0 1 1 0 0,-1-1-1 0 0,1 0 1 0 0,0 1-1 0 0,0-1 1 0 0,0 0-1 0 0,0 1 1 0 0,0-1-1 0 0,0 0 1 0 0,0 0 0 0 0,0 0-1 0 0,-1 0 1 0 0,1 0-1 0 0,0 0 1 0 0,0 0-1 0 0,0 0 1 0 0,0-1-1 0 0,0 1 1 0 0,0 0-1 0 0,0 0 1 0 0,0-1-1 0 0,-1 1 1 0 0,1-1-1 0 0,0 1 1 0 0,0 0-1 0 0,0-1 1 0 0,-1 0-1 0 0,1 1 1 0 0,0-1 0 0 0,-1 1-1 0 0,1-1 1 0 0,0 0-1 0 0,-1 0 1 0 0,1 0-31 0 0,34-38 313 0 0,45-138-281 0 0,-65 130-1110 0 0,-2 0-1 0 0,-2-1 1 0 0,-2 0 0 0 0,-1-18 1078 0 0,-1 30-4188 0 0,10 11-8606 0 0,-17 25 11426 0 0</inkml:trace>
  <inkml:trace contextRef="#ctx0" brushRef="#br0" timeOffset="1296.878">1468 238 1736 0 0,'-3'33'7605'0'0,"-5"20"-4762"0"0,1-13-1635 0 0,-32 254 3441 0 0,29-246-5114 0 0,5-45-5039 0 0,2-13 2244 0 0,3 5 4001 0 0,-1-64-6988 0 0,1 39 4773 0 0</inkml:trace>
  <inkml:trace contextRef="#ctx0" brushRef="#br0" timeOffset="1621.002">1447 172 2524 0 0,'0'-2'425'0'0,"0"-1"-1"0"0,1 0 0 0 0,-1 0 1 0 0,1 1-1 0 0,0-1 1 0 0,0 1-1 0 0,0-1 0 0 0,0 1 1 0 0,0-1-1 0 0,1 1 1 0 0,-1 0-1 0 0,1-1 1 0 0,-1 1-1 0 0,1 0 0 0 0,0 0 1 0 0,0 0-1 0 0,0 0 1 0 0,0 0-1 0 0,0 1 0 0 0,0-1 1 0 0,1 1-1 0 0,-1-1 1 0 0,0 1-1 0 0,1 0 0 0 0,-1 0 1 0 0,1 0-1 0 0,0 0 1 0 0,0 0-425 0 0,38 5 2160 0 0,-24 1-1849 0 0,0 1 0 0 0,-1 1 1 0 0,0 0-1 0 0,-1 1 0 0 0,0 1 0 0 0,0 0 0 0 0,-1 1 0 0 0,0 1 0 0 0,0 0 0 0 0,-1 1 0 0 0,-1 0 1 0 0,0 1-1 0 0,-1 0 0 0 0,0 1 0 0 0,-1 0 0 0 0,-1 1 0 0 0,0 0 0 0 0,-1 1 0 0 0,0 0 0 0 0,-1 0 1 0 0,-1 0-1 0 0,-1 1 0 0 0,-1 0 0 0 0,0 0 0 0 0,-1 0 0 0 0,0 0 0 0 0,-2 2-311 0 0,-4-5 26 0 0,-1 0 1 0 0,-1 0-1 0 0,0-1 0 0 0,-1 1 0 0 0,0-1 0 0 0,-1 0 1 0 0,-1-1-1 0 0,0 0 0 0 0,0 0 0 0 0,-2 0 0 0 0,1-1 1 0 0,-1-1-1 0 0,-1 1 0 0 0,0-2 0 0 0,0 0 0 0 0,-1 0 1 0 0,0-1-1 0 0,0 0 0 0 0,-1-1 0 0 0,0 0 0 0 0,-1-1-26 0 0,9-3-196 0 0,-1 1 0 0 0,1-1 0 0 0,-1 0 0 0 0,0 0-1 0 0,0-1 1 0 0,0 1 0 0 0,0-1 0 0 0,-1-1 0 0 0,1 1 0 0 0,-1-1-1 0 0,1 0 1 0 0,0-1 0 0 0,-1 1 0 0 0,1-1 0 0 0,-1-1 0 0 0,1 1-1 0 0,-1-1 1 0 0,1 0 0 0 0,-1-1 0 0 0,1 1 0 0 0,0-1 0 0 0,-6-3 196 0 0,-24-28-3172 0 0,20-34-8681 0 0,36 19 8823 0 0,-5 24 1558 0 0</inkml:trace>
  <inkml:trace contextRef="#ctx0" brushRef="#br0" timeOffset="2039.962">1897 225 1460 0 0,'21'14'8955'0'0,"-10"30"-5159"0"0,-10-34-3355 0 0,9 238 6390 0 0,-39-138-5551 0 0,15-32 429 0 0,16-76-1692 0 0,0 1 1 0 0,0-1 0 0 0,1 0-1 0 0,-1 1 1 0 0,1-1 0 0 0,0-1 0 0 0,-1 1-1 0 0,1 0 1 0 0,0-1 0 0 0,0 1 0 0 0,0-1-1 0 0,0 0 1 0 0,1 0 0 0 0,-1 0-1 0 0,0 0 1 0 0,0-1 0 0 0,1 1 0 0 0,-1-1-1 0 0,0 0 1 0 0,0 0 0 0 0,1 0 0 0 0,-1 0-1 0 0,0-1 1 0 0,1 1 0 0 0,-1-1-1 0 0,2 0-17 0 0,11 1 20 0 0,185 32-161 0 0,-109-13-3191 0 0,-96-20-4744 0 0,-8-1 1682 0 0,-8-10 4480 0 0,1-33-702 0 0,9 21 1405 0 0</inkml:trace>
  <inkml:trace contextRef="#ctx0" brushRef="#br0" timeOffset="2308.99">1974 272 996 0 0,'15'-2'6801'0'0,"11"11"-3340"0"0,56 38-1590 0 0,-87-26-11054 0 0,-3-13 7667 0 0,-8 4 94 0 0</inkml:trace>
  <inkml:trace contextRef="#ctx0" brushRef="#br0" timeOffset="2573.769">1911 485 2200 0 0,'-14'22'9072'0'0,"28"-2"-4738"0"0,38 6-1630 0 0,51-12-211 0 0,60-11-1526 0 0,-159-6-1767 0 0,7-4 268 0 0,4-4-4919 0 0,-13-1-6137 0 0,-2 10 10373 0 0</inkml:trace>
  <inkml:trace contextRef="#ctx0" brushRef="#br0" timeOffset="2869.061">2447 270 4396 0 0,'1'0'265'0'0,"-1"0"-1"0"0,0 0 0 0 0,0 0 0 0 0,0 0 1 0 0,1 0-1 0 0,-1 0 0 0 0,0 0 0 0 0,0 0 1 0 0,1 0-1 0 0,-1 0 0 0 0,0 0 0 0 0,0 0 1 0 0,0 0-1 0 0,1-1 0 0 0,-1 1 0 0 0,0 0 1 0 0,0 0-1 0 0,0 0 0 0 0,1 0 1 0 0,-1 0-1 0 0,0 0 0 0 0,0 0 0 0 0,0-1 1 0 0,0 1-1 0 0,0 0 0 0 0,1 0 0 0 0,-1 0 1 0 0,0-1-1 0 0,0 1 0 0 0,0 0 0 0 0,0 0 1 0 0,0 0-1 0 0,0-1 0 0 0,0 1 0 0 0,0 0-264 0 0,17 17 1955 0 0,115 171 3993 0 0,2-14-3620 0 0,-89-110-3483 0 0,-23-75-8681 0 0,-21 10 10628 0 0,9-20-6886 0 0,-5-15 3273 0 0,-4 27 2293 0 0,0-17-738 0 0,2 1-218 0 0</inkml:trace>
  <inkml:trace contextRef="#ctx0" brushRef="#br0" timeOffset="3116.152">2837 238 1120 0 0,'0'-16'5573'0'0,"-2"24"-322"0"0,-3 16-3768 0 0,-78 185 5429 0 0,65-176-6499 0 0,-1-2-1 0 0,-2 0 0 0 0,-1-1 1 0 0,-1-1-1 0 0,-4 1-412 0 0,-94 97-3421 0 0,39-44-4851 0 0,55-51 1352 0 0,25-29 5460 0 0,1-2-28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7:22.014"/>
    </inkml:context>
    <inkml:brush xml:id="br0">
      <inkml:brushProperty name="width" value="0.05" units="cm"/>
      <inkml:brushProperty name="height" value="0.05" units="cm"/>
      <inkml:brushProperty name="color" value="#FFFFFF"/>
    </inkml:brush>
  </inkml:definitions>
  <inkml:trace contextRef="#ctx0" brushRef="#br0">1 19 2164 0 0,'2'15'8039'0'0,"5"4"-3697"0"0,45 75-1312 0 0,73 42-565 0 0,-121-132-2772 0 0,20 19-180 0 0,-8-15-4894 0 0,-15-8 3512 0 0,-1 0 107 0 0,41-54-4780 0 0,-29 35 5102 0 0</inkml:trace>
  <inkml:trace contextRef="#ctx0" brushRef="#br0" timeOffset="468.193">440 3 2336 0 0,'6'-2'12575'0'0,"-7"9"-11638"0"0,-52 71 3956 0 0,-87 77-2275 0 0,31-66-3701 0 0,95-80-2941 0 0,16-9 4119 0 0,1 0-1 0 0,-1-1 1 0 0,0 1 0 0 0,1 0-1 0 0,-1 1 1 0 0,0-1-1 0 0,0 0 1 0 0,1 1-1 0 0,-1-1 1 0 0,0 1-1 0 0,0 0 1 0 0,0 0-1 0 0,0 0 1 0 0,1 0-1 0 0,-1 0 1 0 0,-1 0 0 0 0,1 1-1 0 0,0-1 1 0 0,0 0-1 0 0,0 1 1 0 0,-1 0-1 0 0,1-1 1 0 0,-1 1-1 0 0,1 0 1 0 0,-1 0-1 0 0,0 0 1 0 0,0 0 0 0 0,1 0-1 0 0,-1 0 1 0 0,0 1-95 0 0,7 13 374 0 0,0 0 1 0 0,-1 1 0 0 0,0 0 0 0 0,-2 0 0 0 0,0 0 0 0 0,-1 1-1 0 0,0 0 1 0 0,-2-1 0 0 0,0 1 0 0 0,-1 8-375 0 0,2 133 637 0 0,-2-92-5387 0 0,-1-66 3415 0 0,0 7-535 0 0,-3-4-3741 0 0,4-5 5418 0 0,-1 1 0 0 0,0 0 1 0 0,0-1-1 0 0,0 1 0 0 0,0 0 0 0 0,0-1 0 0 0,1 1 0 0 0,-1 0 0 0 0,0-1 0 0 0,0 1 0 0 0,0 0 0 0 0,0-1 0 0 0,0 1 0 0 0,0 0 0 0 0,0-1 0 0 0,0 1 0 0 0,0-1 0 0 0,0 1 0 0 0,-1 0 0 0 0,1-1 0 0 0,0 1 0 0 0,0 0 0 0 0,0-1 0 0 0,0 1 0 0 0,0 0 0 0 0,-1 0 0 0 0,1-1 0 0 0,0 1 0 0 0,0 0 0 0 0,-1-1 0 0 0,1 1 0 0 0,0 0 0 0 0,0 0 0 0 0,-1 0 0 0 0,1-1 0 0 0,0 1 0 0 0,-1 0 0 0 0,1 0 0 0 0,0 0 0 0 0,-1 0 0 0 0,1-1 0 0 0,0 1 0 0 0,-1 0 0 0 0,1 0 1 0 0,0 0-1 0 0,-1 0 0 0 0,1 0 0 0 0,-1 0 193 0 0,2-5-1218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7:21.144"/>
    </inkml:context>
    <inkml:brush xml:id="br0">
      <inkml:brushProperty name="width" value="0.05" units="cm"/>
      <inkml:brushProperty name="height" value="0.05" units="cm"/>
      <inkml:brushProperty name="color" value="#FFFFFF"/>
    </inkml:brush>
  </inkml:definitions>
  <inkml:trace contextRef="#ctx0" brushRef="#br0">1 22 1428 0 0,'0'-18'1980'0'0,"0"15"-266"0"0,0 3-56 0 0,0 0-103 0 0,0 0-92 0 0,0 0-83 0 0,0 0-71 0 0,0 0-132 0 0,3 0-62 0 0,-1 0-996 0 0,0 1 1 0 0,1-1-1 0 0,-1 1 1 0 0,0 0-1 0 0,0 0 1 0 0,1 0-1 0 0,-1 0 1 0 0,0 0-1 0 0,0 1 1 0 0,0-1-1 0 0,0 0 1 0 0,0 1-1 0 0,-1 0 1 0 0,1-1-1 0 0,0 1 1 0 0,-1 0-1 0 0,1 0 1 0 0,-1 0-1 0 0,0 0 1 0 0,0 0-1 0 0,0 0 1 0 0,0 0-1 0 0,0 0 1 0 0,0 1-1 0 0,0-1 1 0 0,-1 0-1 0 0,1 1 1 0 0,-1-1-1 0 0,1 0 1 0 0,-1 2-120 0 0,8 80 1572 0 0,-8 81 403 0 0,-22-48-2054 0 0,19-98-263 0 0,-3 23-321 0 0,-1-17-2736 0 0,1-42-5121 0 0,11-27 3472 0 0,-4 27 3544 0 0</inkml:trace>
  <inkml:trace contextRef="#ctx0" brushRef="#br0" timeOffset="464.689">76 42 2896 0 0,'4'-17'6346'0'0,"4"-2"2065"0"0,11 18-5644 0 0,111 3 1239 0 0,139 0-2211 0 0,-266-2-1774 0 0,1 0-1 0 0,-1 0 1 0 0,1 0-1 0 0,0 0 1 0 0,-1 0-1 0 0,1 1 1 0 0,-1-1-1 0 0,1 1 1 0 0,-1 0-1 0 0,1 0 1 0 0,-1 0 0 0 0,0 1-1 0 0,1-1 1 0 0,-1 1-1 0 0,0 0 1 0 0,0 0-1 0 0,0 0 1 0 0,0 0-1 0 0,-1 0 1 0 0,1 1-1 0 0,0-1 1 0 0,-1 1-1 0 0,0 0 1 0 0,0 0 0 0 0,1 0-1 0 0,-2 0 1 0 0,1 0-1 0 0,0 0 1 0 0,-1 0-1 0 0,1 1 1 0 0,0 2-21 0 0,7 50-168 0 0,-3 1 0 0 0,-2 0-1 0 0,-2 0 1 0 0,-4 23 168 0 0,1-1-1710 0 0,-8-31-2595 0 0,9-46 2507 0 0,0-2-84 0 0,-3 3-244 0 0,-3 5 2045 0 0,5-19-11276 0 0,3 6 10011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7:24.985"/>
    </inkml:context>
    <inkml:brush xml:id="br0">
      <inkml:brushProperty name="width" value="0.05" units="cm"/>
      <inkml:brushProperty name="height" value="0.05" units="cm"/>
      <inkml:brushProperty name="color" value="#FFFFFF"/>
    </inkml:brush>
  </inkml:definitions>
  <inkml:trace contextRef="#ctx0" brushRef="#br0">1 0 1676 0 0,'0'0'1336'0'0,"0"0"-103"0"0,0 0-92 0 0,0 0-13 0 0,0 0-97 0 0,0 0-131 0 0,0 0-41 0 0,0 0-29 0 0,0 0-80 0 0,0 0-56 0 0,0 0-134 0 0,0 0-70 0 0,0 0-9 0 0,0 0-5 0 0,0 0 72 0 0,0 0-44 0 0,0 0-80 0 0,0 0 40 0 0,0 0-3 0 0,0 0 11 0 0,5 1 28 0 0,-3-1-456 0 0,-1 0-1 0 0,1 1 1 0 0,0-1-1 0 0,0 1 1 0 0,0 0-1 0 0,-1 0 1 0 0,1 0-1 0 0,0-1 1 0 0,-1 1-1 0 0,1 1 1 0 0,0-1-1 0 0,-1 0 1 0 0,0 0-1 0 0,1 1 1 0 0,-1-1 0 0 0,0 0-1 0 0,1 1 1 0 0,-1 0-1 0 0,0-1 1 0 0,0 1-1 0 0,0 0 1 0 0,-1-1-1 0 0,1 1 1 0 0,0 0-1 0 0,-1 0 1 0 0,1 0-1 0 0,-1-1 1 0 0,1 1-1 0 0,-1 0 1 0 0,0 0-1 0 0,0 0 1 0 0,0 0-1 0 0,0 0 1 0 0,0 0-1 0 0,0 0 1 0 0,-1 0-1 0 0,1-1 1 0 0,-1 1 0 0 0,1 0-1 0 0,-1 0-43 0 0,8 179 1774 0 0,-5-9-140 0 0,-1-2-5160 0 0,-1-169 2483 0 0,-6 5-2486 0 0,-1-9-2416 0 0,-2-10 1061 0 0,8 6 3400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7:23.633"/>
    </inkml:context>
    <inkml:brush xml:id="br0">
      <inkml:brushProperty name="width" value="0.05" units="cm"/>
      <inkml:brushProperty name="height" value="0.05" units="cm"/>
      <inkml:brushProperty name="color" value="#FFFFFF"/>
    </inkml:brush>
  </inkml:definitions>
  <inkml:trace contextRef="#ctx0" brushRef="#br0">1 151 1128 0 0,'0'0'1430'0'0,"0"-4"-148"0"0,1-6 358 0 0,4 13 5453 0 0,0 13-1948 0 0,-3-4-6968 0 0,0 286 6908 0 0,-15-276-3918 0 0,13-21-1154 0 0,1-1 1 0 0,0 1 0 0 0,-1 0 0 0 0,1-1 0 0 0,0 1-1 0 0,0-1 1 0 0,-1 1 0 0 0,1-1 0 0 0,0 1-1 0 0,0-1 1 0 0,0 1 0 0 0,-1-1 0 0 0,1 0-1 0 0,0 1 1 0 0,0-1 0 0 0,0 0 0 0 0,0 0 0 0 0,0 1-1 0 0,0-1 1 0 0,0 0 0 0 0,0 0 0 0 0,0 0-1 0 0,0 0 1 0 0,0-1 0 0 0,0 1 0 0 0,-1 0-1 0 0,1 0 1 0 0,0 0 0 0 0,0-1 0 0 0,0 1 0 0 0,0-1-1 0 0,0 1 1 0 0,0 0 0 0 0,-1-1 0 0 0,1 0-1 0 0,0 1 1 0 0,0-1 0 0 0,-1 1 0 0 0,1-1-1 0 0,0 0 1 0 0,-1 1 0 0 0,1-1-14 0 0,7-3 52 0 0,229-52 796 0 0,-200 44-1141 0 0,-36 12 108 0 0,-1 0-55 0 0,0 0 97 0 0,1 0 0 0 0,-1 0 0 0 0,1 0 0 0 0,-1 0 0 0 0,1 1 0 0 0,-1-1 0 0 0,1 0 0 0 0,-1 0 0 0 0,1 0 0 0 0,-1 0 0 0 0,1 0 0 0 0,-1 0 0 0 0,1 0 0 0 0,-1 0 0 0 0,1-1 0 0 0,-1 1-1 0 0,1 0 1 0 0,-1 0 0 0 0,1 0 0 0 0,-1-1 0 0 0,0 1 0 0 0,1 0 0 0 0,-1 0 0 0 0,1-1 0 0 0,-1 1 0 0 0,0 0 0 0 0,1-1 0 0 0,-1 1 0 0 0,1 0 0 0 0,-1-1 0 0 0,0 1 0 0 0,0-1 0 0 0,1 1 0 0 0,-1 0-1 0 0,0-1 1 0 0,0 1 0 0 0,1-1 0 0 0,-1 1 0 0 0,0-1 0 0 0,0 1 0 0 0,0-1 0 0 0,0 1 0 0 0,0-1 0 0 0,0 1 0 0 0,0-1 0 0 0,0 1 0 0 0,0-1 0 0 0,0 1 0 0 0,0-1 0 0 0,0 1 0 0 0,0-1 0 0 0,0 1-1 0 0,0-1 1 0 0,-1 1 0 0 0,1-1 143 0 0,-20-5-12165 0 0,18 4 10683 0 0</inkml:trace>
  <inkml:trace contextRef="#ctx0" brushRef="#br0" timeOffset="486.965">352 21 944 0 0,'3'-6'2518'0'0,"18"-9"6183"0"0,-11 63-3870 0 0,-3 229-914 0 0,-21-118-3289 0 0,-10 37-1696 0 0,22-188-336 0 0,-3 3-6457 0 0,1-10 470 0 0,5-8 6823 0 0,-1 2-615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7:39.826"/>
    </inkml:context>
    <inkml:brush xml:id="br0">
      <inkml:brushProperty name="width" value="0.05" units="cm"/>
      <inkml:brushProperty name="height" value="0.05" units="cm"/>
      <inkml:brushProperty name="color" value="#FFFFFF"/>
    </inkml:brush>
  </inkml:definitions>
  <inkml:trace contextRef="#ctx0" brushRef="#br0">81 281 1440 0 0,'-17'0'1584'0'0,"13"0"-194"0"0,4 0-143 0 0,-3 0-137 0 0,-17-5 926 0 0,3-16-1116 0 0,-3 16 3781 0 0,28 13-1879 0 0,182-4 456 0 0,-88-6-2707 0 0,127-33-310 0 0,-187 28-546 0 0,-1 0-903 0 0,-13 5-2423 0 0,-44 15-6238 0 0,-1-8 6690 0 0,-1 1 1687 0 0</inkml:trace>
  <inkml:trace contextRef="#ctx0" brushRef="#br0" timeOffset="374.534">372 17 1280 0 0,'6'-16'5217'0'0,"-6"24"-1376"0"0,-6 28-1232 0 0,6-35-2752 0 0,-14 52 599 0 0,-3-1 0 0 0,-1-1-1 0 0,-3-1 1 0 0,-2-1 0 0 0,-2-1 0 0 0,-2-1 0 0 0,-2-1 0 0 0,-6 4-456 0 0,-45 72-819 0 0,50-92-1287 0 0,29-30 1290 0 0,1 0-402 0 0,0 0-359 0 0,0 0-33 0 0,-2-3 74 0 0,-10-26-2644 0 0,14 22 2579 0 0</inkml:trace>
  <inkml:trace contextRef="#ctx0" brushRef="#br0" timeOffset="734.719">351 286 1388 0 0,'1'0'218'0'0,"0"0"0"0"0,0-1 0 0 0,0 1 0 0 0,-1 0 0 0 0,1 0 0 0 0,0 0 0 0 0,0 0 0 0 0,0 0 0 0 0,0 0 0 0 0,0 0 0 0 0,0 0 1 0 0,0 0-1 0 0,0 0 0 0 0,-1 0 0 0 0,1 1 0 0 0,0-1 0 0 0,0 0 0 0 0,0 1 0 0 0,0-1 0 0 0,-1 0 0 0 0,1 1 0 0 0,0-1 0 0 0,0 1 0 0 0,-1-1 0 0 0,1 1 0 0 0,0 0 0 0 0,-1-1 0 0 0,1 1 0 0 0,-1 0 0 0 0,1-1 0 0 0,-1 1 0 0 0,1 0 0 0 0,-1 0 0 0 0,1 0 0 0 0,-1-1 0 0 0,0 1 0 0 0,1 0 0 0 0,-1 0 0 0 0,0 0 0 0 0,0 0 0 0 0,0 0 0 0 0,1-1 1 0 0,-1 1-1 0 0,0 0 0 0 0,0 0 0 0 0,0 0 0 0 0,-1 0-218 0 0,4 53 2718 0 0,-3-46-2035 0 0,0 176 2016 0 0,1-175-2618 0 0,1 1-1 0 0,0-1 0 0 0,0 0 0 0 0,1 0 0 0 0,0 0 1 0 0,1 0-1 0 0,0-1 0 0 0,0 1 0 0 0,0-1 0 0 0,1 0 1 0 0,1 0-1 0 0,-1-1 0 0 0,1 0 0 0 0,1 1 1 0 0,-1-2-1 0 0,1 1 0 0 0,0-1 0 0 0,1 0 0 0 0,0-1 1 0 0,-1 0-1 0 0,2 0 0 0 0,6 3-80 0 0,115 34 302 0 0,-111-38-474 0 0,-13-3-116 0 0,-1-1-1 0 0,0 0 0 0 0,1 0 1 0 0,-1 0-1 0 0,1-1 1 0 0,-1 1-1 0 0,1-1 0 0 0,-1-1 1 0 0,0 1-1 0 0,0-1 1 0 0,1 0-1 0 0,-1 0 0 0 0,-1 0 1 0 0,1-1-1 0 0,0 0 1 0 0,0 0-1 0 0,3-3 289 0 0,24-20-7106 0 0,-30 24 6109 0 0,-2 3-2576 0 0,0 1 2068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7:48.970"/>
    </inkml:context>
    <inkml:brush xml:id="br0">
      <inkml:brushProperty name="width" value="0.05" units="cm"/>
      <inkml:brushProperty name="height" value="0.05" units="cm"/>
      <inkml:brushProperty name="color" value="#FFFFFF"/>
    </inkml:brush>
  </inkml:definitions>
  <inkml:trace contextRef="#ctx0" brushRef="#br0">36 370 1880 0 0,'3'-2'1396'0'0,"-2"1"-232"0"0,3 1-71 0 0,0 0-229 0 0,1 1 28 0 0,1 2-184 0 0,0 1-32 0 0,-1 0-204 0 0,0-1-160 0 0,0 2-220 0 0,-1 2-220 0 0,-2 0 12 0 0,-4 2 16 0 0,2 0-1640 0 0,0 3 144 0 0,-2-1 23 0 0,2 4-19 0 0,0 7 144 0 0</inkml:trace>
  <inkml:trace contextRef="#ctx0" brushRef="#br0" timeOffset="248.058">0 771 1212 0 0,'5'-14'5773'0'0,"12"-7"-4241"0"0,-5 7-468 0 0,169-201 5010 0 0,-106 88-8260 0 0,-58 94-378 0 0,1-21-5827 0 0,-15 46 6833 0 0</inkml:trace>
  <inkml:trace contextRef="#ctx0" brushRef="#br0" timeOffset="468.066">338 128 1172 0 0,'-3'16'7072'0'0,"0"24"-5729"0"0,2 377 3068 0 0,-21-248-5809 0 0,18-134-260 0 0,-2-16-5872 0 0,8-21 5998 0 0</inkml:trace>
  <inkml:trace contextRef="#ctx0" brushRef="#br0" timeOffset="1093.147">639 0 2224 0 0,'15'1'8489'0'0,"-15"14"-5797"0"0,-42 81-84 0 0,-59 53-1550 0 0,31-55-2056 0 0,97-129-624 0 0,-19 26 1643 0 0,0 0 0 0 0,1 1-1 0 0,0 0 1 0 0,0 0 0 0 0,1 1 0 0 0,0 0 0 0 0,1 0 0 0 0,-1 1 0 0 0,1 1 0 0 0,0 0 0 0 0,0 1 0 0 0,1 0 0 0 0,0 0 0 0 0,-1 1 0 0 0,1 1 0 0 0,0 0 0 0 0,3 0-21 0 0,60 5 1558 0 0,-71-2-1443 0 0,0 1 1 0 0,0 0-1 0 0,0 0 0 0 0,-1 0 1 0 0,1 0-1 0 0,-1 0 1 0 0,0 1-1 0 0,0 0 0 0 0,0 0 1 0 0,0 0-1 0 0,0 0 1 0 0,0 0-1 0 0,-1 0 1 0 0,1 1-1 0 0,-1-1 0 0 0,0 1 1 0 0,0 0-1 0 0,-1 0 1 0 0,1 0-1 0 0,-1 0 0 0 0,1 3-115 0 0,-2-6 121 0 0,-3 6 42 0 0,-64 110 445 0 0,54-104-704 0 0,-1-1 1 0 0,0-1 0 0 0,-1 0-1 0 0,0 0 1 0 0,-1-2 0 0 0,0 0-1 0 0,0-1 1 0 0,-1 0 0 0 0,0-1-1 0 0,0-1 1 0 0,-8 1 95 0 0,-74-6-3966 0 0,74-11 1276 0 0,1-18-6549 0 0,23 24 7815 0 0</inkml:trace>
  <inkml:trace contextRef="#ctx0" brushRef="#br0" timeOffset="1345.315">508 395 1080 0 0,'55'18'6332'0'0,"23"24"-2792"0"0,-63-27-3719 0 0,-11-2-3409 0 0,-4-12 2101 0 0,0 7-1515 0 0,0-7 1562 0 0</inkml:trace>
  <inkml:trace contextRef="#ctx0" brushRef="#br0" timeOffset="2021.246">482 671 2080 0 0,'-14'3'3640'0'0,"6"-1"1412"0"0,18-7-2274 0 0,17-7-1917 0 0,1 1-1 0 0,1 1 1 0 0,0 2 0 0 0,0 1 0 0 0,0 1-1 0 0,1 2 1 0 0,15-1-861 0 0,2 3 370 0 0,8-1-991 0 0,-18 5-3752 0 0,-36-1 4310 0 0,0-1 1 0 0,0 0 0 0 0,-1 0-1 0 0,1 0 1 0 0,0 0 0 0 0,0 0-1 0 0,0 0 1 0 0,0 0 0 0 0,-1 0 0 0 0,1 0-1 0 0,0 0 1 0 0,0 0 0 0 0,0-1-1 0 0,0 1 1 0 0,-1 0 0 0 0,1 0-1 0 0,0-1 1 0 0,0 1 0 0 0,-1-1-1 0 0,1 1 1 0 0,0-1 0 0 0,-1 1-1 0 0,1-1 1 0 0,0 1 0 0 0,-1-1-1 0 0,1 0 1 0 0,-1 1 0 0 0,1-1 0 0 0,-1 0-1 0 0,1 1 1 0 0,-1-1 0 0 0,0 0-1 0 0,1 1 1 0 0,-1-1 0 0 0,0 0-1 0 0,1 0 1 0 0,-1 0 0 0 0,0 0-1 0 0,0 1 1 0 0,0-1 0 0 0,0 0-1 0 0,0 0 1 0 0,0 0 0 0 0,0 0-1 0 0,0 1 1 0 0,0-1 0 0 0,0 0-1 0 0,0 0 1 0 0,-1 0 0 0 0,1 1 0 0 0,0-1-1 0 0,0 0 1 0 0,-1 0 62 0 0,-21-43-1406 0 0,-17 0 4614 0 0,36 96 378 0 0,3 281-677 0 0,-22-248-2106 0 0,21-83-812 0 0,-1 0 1 0 0,1 0-1 0 0,0-1 0 0 0,-1 1 1 0 0,1-1-1 0 0,-1 1 1 0 0,0-1-1 0 0,1 1 0 0 0,-1-1 1 0 0,0 0-1 0 0,0 0 1 0 0,0 0-1 0 0,0 0 0 0 0,0 0 1 0 0,0-1-1 0 0,0 1 1 0 0,0 0-1 0 0,0-1 0 0 0,0 1 1 0 0,-1-1-1 0 0,1 0 1 0 0,0 0-1 0 0,0 0 0 0 0,0 0 1 0 0,0 0-1 0 0,-1-1 1 0 0,1 1-1 0 0,0 0 0 0 0,0-1 1 0 0,0 0-1 0 0,0 1 0 0 0,0-1 1 0 0,0 0-1 0 0,0 0 1 0 0,0 0-1 0 0,0 0 0 0 0,1-1 1 0 0,-1 1-1 0 0,0 0 1 0 0,1-1-1 0 0,-1 1 0 0 0,1-1 1 0 0,-1 0-1 0 0,0 0 9 0 0,-145-156-582 0 0,148 148 1302 0 0,72-6-256 0 0,-7 16-3141 0 0,-65 0 1656 0 0,-1 0-855 0 0,0 0-139 0 0,0 0-27 0 0,8 4-949 0 0,-2-1 1597 0 0,-11 1-2324 0 0,2-3 2325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7:46.285"/>
    </inkml:context>
    <inkml:brush xml:id="br0">
      <inkml:brushProperty name="width" value="0.05" units="cm"/>
      <inkml:brushProperty name="height" value="0.05" units="cm"/>
      <inkml:brushProperty name="color" value="#FFFFFF"/>
    </inkml:brush>
  </inkml:definitions>
  <inkml:trace contextRef="#ctx0" brushRef="#br0">458 0 2340 0 0,'0'0'1648'0'0,"0"0"-228"0"0,0 0-105 0 0,0 0-90 0 0,0 0 71 0 0,0 0-71 0 0,0 0-64 0 0,0 0-104 0 0,0 0-81 0 0,-1 4-101 0 0,0 3-615 0 0,0 1 1 0 0,1 0-1 0 0,0 0 0 0 0,1-1 0 0 0,0 1 1 0 0,0 0-1 0 0,0-1 0 0 0,1 1 0 0 0,0-1 1 0 0,1 0-1 0 0,1 5-260 0 0,0-1 306 0 0,1 7 54 0 0,13 40 126 0 0,-4-22-3130 0 0,-13-36 1784 0 0,-1 0-108 0 0,0 0-562 0 0,0 0-218 0 0,-16 10-1732 0 0,-2-7-1091 0 0,12-5 3135 0 0</inkml:trace>
  <inkml:trace contextRef="#ctx0" brushRef="#br0" timeOffset="324.041">214 177 1256 0 0,'-71'-1'8844'0'0,"70"2"-8181"0"0,1-1-15 0 0,0 0-39 0 0,-1 2-93 0 0,0-1-426 0 0,0 0 0 0 0,0-1-1 0 0,1 1 1 0 0,-1 0-1 0 0,1 1 1 0 0,-1-1-1 0 0,1 0 1 0 0,-1 0-1 0 0,1 0 1 0 0,0 0 0 0 0,0 0-1 0 0,-1 0 1 0 0,1 0-1 0 0,0 1 1 0 0,0-1-1 0 0,0 0 1 0 0,0 0-1 0 0,0 0 1 0 0,0 0 0 0 0,1 0-1 0 0,-1 1 1 0 0,0-1-1 0 0,1 0 1 0 0,-1 0-1 0 0,0 0 1 0 0,1 0-1 0 0,-1 0 1 0 0,1 0 0 0 0,0 0-1 0 0,-1 0 1 0 0,1 0-1 0 0,0 0 1 0 0,0 0-1 0 0,-1-1 1 0 0,1 1-1 0 0,0 0 1 0 0,0 0 0 0 0,0-1-1 0 0,0 1 1 0 0,0-1-1 0 0,0 1 1 0 0,0-1-1 0 0,0 1 1 0 0,0-1-1 0 0,0 1 1 0 0,0-1 0 0 0,1 0-1 0 0,-1 0 1 0 0,0 0-1 0 0,0 1 1 0 0,0-1-1 0 0,0 0 1 0 0,0 0-1 0 0,1-1 1 0 0,-1 1 0 0 0,0 0-1 0 0,0 0 1 0 0,0-1-1 0 0,1 1-89 0 0,113 20 1888 0 0,122-18 321 0 0,-94-28-1652 0 0,-72 14-874 0 0,-70 12 21 0 0,-1 0 20 0 0,8 1-928 0 0,1 0-807 0 0,-20 7-42 0 0,-190 101-11621 0 0,171-96 12143 0 0</inkml:trace>
  <inkml:trace contextRef="#ctx0" brushRef="#br0" timeOffset="635.103">127 278 1504 0 0,'-1'18'7223'0'0,"0"4"-3333"0"0,-9 86-1794 0 0,-42 130 691 0 0,0-101-5702 0 0,52-138 2591 0 0,0 1 0 0 0,0-1 0 0 0,0 1 0 0 0,0 0 1 0 0,0-1-1 0 0,-1 1 0 0 0,1 0 0 0 0,0-1 0 0 0,0 1 1 0 0,0 0-1 0 0,-1-1 0 0 0,1 1 0 0 0,0 0 0 0 0,0-1 0 0 0,-1 1 1 0 0,1 0-1 0 0,0 0 0 0 0,-1-1 0 0 0,1 1 0 0 0,0 0 1 0 0,-1 0-1 0 0,1 0 0 0 0,0-1 0 0 0,-1 1 0 0 0,1 0 1 0 0,0 0-1 0 0,-1 0 0 0 0,1 0 0 0 0,-1 0 0 0 0,1 0 0 0 0,0 0 1 0 0,-1 0-1 0 0,1 0 0 0 0,0 0 0 0 0,-1 0 0 0 0,1 0 1 0 0,-1 0 323 0 0,4-5-1420 0 0</inkml:trace>
  <inkml:trace contextRef="#ctx0" brushRef="#br0" timeOffset="917.498">174 530 1300 0 0,'34'-19'8032'0'0,"27"5"-4502"0"0,-20 7-2395 0 0,163-22 3084 0 0,-201 28-4483 0 0,16 0-732 0 0,-18-6-3672 0 0,-1 7 2938 0 0,-22-7-5011 0 0,15 4 5204 0 0</inkml:trace>
  <inkml:trace contextRef="#ctx0" brushRef="#br0" timeOffset="1184.272">412 331 1272 0 0,'-10'18'6345'0'0,"4"27"-4732"0"0,6-44-1553 0 0,-45 425 5007 0 0,28-387-7386 0 0,17-39 1239 0 0,0 0-259 0 0,0 0-52 0 0,-7-28-3417 0 0,7 18 3376 0 0</inkml:trace>
  <inkml:trace contextRef="#ctx0" brushRef="#br0" timeOffset="1468.187">347 637 1412 0 0,'1'-1'160'0'0,"-1"0"0"0"0,0 0-1 0 0,0 1 1 0 0,1-1 0 0 0,-1 0-1 0 0,0 0 1 0 0,0 0 0 0 0,0 0-1 0 0,0 0 1 0 0,0 1 0 0 0,0-1 0 0 0,0 0-1 0 0,0 0 1 0 0,-1 0 0 0 0,1 0-1 0 0,0 1 1 0 0,0-1 0 0 0,-1 0-1 0 0,1 0 1 0 0,0 0 0 0 0,-1 1 0 0 0,1-1-1 0 0,-1 0 1 0 0,1 0 0 0 0,-1 1-1 0 0,0-1 1 0 0,1 1 0 0 0,-1-1-1 0 0,1 0 1 0 0,-1 1 0 0 0,0-1 0 0 0,0 1-1 0 0,1 0 1 0 0,-1-1 0 0 0,0 1-1 0 0,0-1 1 0 0,0 1 0 0 0,1 0-1 0 0,-1 0 1 0 0,0 0 0 0 0,0-1 0 0 0,0 1-1 0 0,0 0 1 0 0,1 0 0 0 0,-1 0-1 0 0,0 0 1 0 0,0 0 0 0 0,0 0-1 0 0,0 1-159 0 0,-28 12 1203 0 0,-99 74 529 0 0,128-86-1764 0 0,-1-1 1 0 0,1 1 0 0 0,0-1-1 0 0,0 0 1 0 0,0 1-1 0 0,0-1 1 0 0,-1 1 0 0 0,1-1-1 0 0,0 0 1 0 0,-1 1 0 0 0,1-1-1 0 0,0 0 1 0 0,0 1-1 0 0,-1-1 1 0 0,1 0 0 0 0,0 1-1 0 0,-1-1 1 0 0,1 0-1 0 0,-1 0 1 0 0,1 1 0 0 0,0-1-1 0 0,-1 0 1 0 0,1 0 0 0 0,-1 0-1 0 0,1 0 1 0 0,-1 0-1 0 0,1 0 1 0 0,-1 1 0 0 0,1-1-1 0 0,0 0 1 0 0,-1 0 0 0 0,1 0-1 0 0,-1 0 1 0 0,1-1-1 0 0,-1 1 1 0 0,1 0 0 0 0,-1 0-1 0 0,1 0 1 0 0,0 0-1 0 0,-1 0 1 0 0,1-1 0 0 0,-1 1-1 0 0,1 0 1 0 0,0 0 0 0 0,-1 0-1 0 0,1-1 1 0 0,0 1-1 0 0,-1 0 1 0 0,1-1 0 0 0,0 1-1 0 0,-1 0 1 0 0,1-1-1 0 0,0 1 1 0 0,0 0 0 0 0,-1-1-1 0 0,1 1 1 0 0,0-1 0 0 0,0 1-1 0 0,0-1 1 0 0,-1 1-1 0 0,1 0 1 0 0,0-1 0 0 0,0 1-1 0 0,0-1 1 0 0,0 1-1 0 0,0-1 32 0 0,8-28-1666 0 0,-3 19 1418 0 0,1 1-1 0 0,0 0 1 0 0,0 1-1 0 0,1-1 0 0 0,0 1 1 0 0,0 0-1 0 0,1 1 1 0 0,0 0-1 0 0,0 0 1 0 0,1 1-1 0 0,-1 0 1 0 0,6-2 248 0 0,-3 2 262 0 0,0 1 0 0 0,0 0 0 0 0,1 1 0 0 0,0 0 0 0 0,0 1 0 0 0,0 1 0 0 0,0-1 1 0 0,0 2-1 0 0,0 0 0 0 0,8 0-262 0 0,57 25 1379 0 0,1 4 644 0 0,-77-28-2042 0 0,-1 0-131 0 0,0 0-188 0 0,0 0-171 0 0,7 0-1588 0 0,-2 0-2855 0 0,2 0 3550 0 0</inkml:trace>
  <inkml:trace contextRef="#ctx0" brushRef="#br0" timeOffset="1716.041">554 502 2732 0 0,'13'-10'7819'0'0,"26"9"-4466"0"0,-32 1-2458 0 0,134-24 2478 0 0,-45 11-2241 0 0,-60-13-4071 0 0,-66 15-8841 0 0,23 11 10236 0 0,0-2 23 0 0</inkml:trace>
  <inkml:trace contextRef="#ctx0" brushRef="#br0" timeOffset="1950.996">703 274 2200 0 0,'-3'9'7632'0'0,"6"40"-6189"0"0,-1-19-146 0 0,6 308 2994 0 0,-30-183-4642 0 0,7-115-2644 0 0,5-65-7336 0 0,9 17 8869 0 0</inkml:trace>
  <inkml:trace contextRef="#ctx0" brushRef="#br0" timeOffset="2160.983">669 585 1372 0 0,'-1'-2'658'0'0,"1"2"-519"0"0,0-1 1 0 0,1 0-1 0 0,-1 1 0 0 0,0-1 0 0 0,0 1 0 0 0,0-1 0 0 0,0 0 0 0 0,0 1 0 0 0,0-1 0 0 0,0 1 0 0 0,0-1 0 0 0,0 0 0 0 0,-1 1 0 0 0,1-1 0 0 0,0 1 0 0 0,0-1 0 0 0,-1 0 0 0 0,1 1 1 0 0,0-1-1 0 0,0 1 0 0 0,-1-1 0 0 0,1 1 0 0 0,-1-1 0 0 0,1 1 0 0 0,0 0 0 0 0,-1-1 0 0 0,1 1 0 0 0,-1-1 0 0 0,1 1 0 0 0,-1 0 0 0 0,1-1 0 0 0,-1 1 0 0 0,1 0 0 0 0,-1 0 1 0 0,0-1-1 0 0,1 1 0 0 0,-1 0 0 0 0,1 0 0 0 0,-1 0 0 0 0,1 0 0 0 0,-1 0 0 0 0,0 0 0 0 0,1 0 0 0 0,-1 0 0 0 0,0 0 0 0 0,1 0 0 0 0,-1 0 0 0 0,1 0 0 0 0,-1 0 0 0 0,0 0 0 0 0,1 1 1 0 0,-1-1-1 0 0,1 0 0 0 0,-1 0 0 0 0,1 1 0 0 0,-1-1 0 0 0,1 0 0 0 0,-1 1 0 0 0,1-1 0 0 0,-1 0 0 0 0,1 1 0 0 0,-1-1 0 0 0,1 1 0 0 0,0-1 0 0 0,-1 1 0 0 0,1-1-139 0 0,-88 73 2928 0 0,-24 43-2767 0 0,97-116-4505 0 0,22-27-119 0 0,5 4 2881 0 0,2-2 94 0 0</inkml:trace>
  <inkml:trace contextRef="#ctx0" brushRef="#br0" timeOffset="2420.33">669 570 1304 0 0,'120'85'8122'0'0,"11"5"-3231"0"0,-120-85-5455 0 0,21 7-9673 0 0,-27-10 8697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8:03.229"/>
    </inkml:context>
    <inkml:brush xml:id="br0">
      <inkml:brushProperty name="width" value="0.05" units="cm"/>
      <inkml:brushProperty name="height" value="0.05" units="cm"/>
      <inkml:brushProperty name="color" value="#FFFFFF"/>
    </inkml:brush>
  </inkml:definitions>
  <inkml:trace contextRef="#ctx0" brushRef="#br0">26 290 1076 0 0,'-10'-6'5914'0'0,"6"20"-3603"0"0,4 22-1492 0 0,0-35-584 0 0,1 517 3279 0 0,-7-500-7445 0 0,-1-30-1907 0 0,8 3 4406 0 0,0 0-124 0 0</inkml:trace>
  <inkml:trace contextRef="#ctx0" brushRef="#br0" timeOffset="450.234">19 250 988 0 0,'0'-6'1812'0'0,"0"5"-1596"0"0,0 0 1 0 0,-1 0 0 0 0,1 0 0 0 0,0 0 0 0 0,0 0-1 0 0,0 0 1 0 0,0 0 0 0 0,0 0 0 0 0,0 0 0 0 0,0 0 0 0 0,0 0-1 0 0,0 0 1 0 0,0 0 0 0 0,0 0 0 0 0,1 0 0 0 0,-1 0-1 0 0,0 0 1 0 0,1 0 0 0 0,-1 1 0 0 0,1-1 0 0 0,-1 0 0 0 0,1 0-1 0 0,0 0 1 0 0,-1 0 0 0 0,1 1 0 0 0,0-1 0 0 0,-1 0-1 0 0,1 1 1 0 0,0-1 0 0 0,0 0 0 0 0,-1 1 0 0 0,1-1 0 0 0,0 1-1 0 0,0 0 1 0 0,0-1 0 0 0,0 1 0 0 0,0-1 0 0 0,0 1-1 0 0,0 0 1 0 0,0 0 0 0 0,0 0 0 0 0,0 0 0 0 0,0-1 0 0 0,0 1-1 0 0,0 1 1 0 0,1-1-217 0 0,91 1 3665 0 0,15 19-2657 0 0,130 8 923 0 0,-234-27-1906 0 0,2-2 25 0 0,0 1 0 0 0,0 0 0 0 0,0 0 0 0 0,0 1-1 0 0,-1-1 1 0 0,1 2 0 0 0,0-1 0 0 0,0 0 0 0 0,0 1-1 0 0,-1 0 1 0 0,1 1 0 0 0,-1-1 0 0 0,0 1 0 0 0,1 0-1 0 0,-1 0 1 0 0,-1 1 0 0 0,1-1 0 0 0,0 1 0 0 0,1 2-50 0 0,1 6 43 0 0,0 0 0 0 0,-1 1 1 0 0,-1 0-1 0 0,0-1 1 0 0,-1 1-1 0 0,-1 1 0 0 0,0-1 1 0 0,0 1-1 0 0,-1 5-43 0 0,4 223-1103 0 0,-24-134-3385 0 0,7-91 2659 0 0,-27-10-8860 0 0,31-8 9135 0 0</inkml:trace>
  <inkml:trace contextRef="#ctx0" brushRef="#br0" timeOffset="732.299">194 509 1504 0 0,'-1'0'156'0'0,"1"-1"1"0"0,-1 1-1 0 0,1-1 0 0 0,-1 0 1 0 0,1 0-1 0 0,0 1 0 0 0,-1-1 0 0 0,1 0 1 0 0,0 0-1 0 0,-1 1 0 0 0,1-1 1 0 0,0 0-1 0 0,0 0 0 0 0,0 0 0 0 0,0 1 1 0 0,0-1-1 0 0,0 0 0 0 0,0 0 1 0 0,0 0-1 0 0,0 0 0 0 0,0 1 0 0 0,0-1 1 0 0,1 0-1 0 0,-1 0 0 0 0,0 1 1 0 0,1-1-1 0 0,-1 0 0 0 0,0 0 0 0 0,1 1 1 0 0,-1-1-1 0 0,1 0 0 0 0,-1 1 1 0 0,1-1-1 0 0,-1 0 0 0 0,1 1 0 0 0,0-1 1 0 0,-1 1-1 0 0,1-1 0 0 0,0 1 1 0 0,-1 0-1 0 0,1-1 0 0 0,0 1 1 0 0,-1-1-1 0 0,1 1 0 0 0,0 0 0 0 0,0 0 1 0 0,0-1-157 0 0,39-15 1926 0 0,5 10-124 0 0,-43 5-1481 0 0,20 1 431 0 0,16 0-1270 0 0,-36 0 141 0 0,3 8-2357 0 0,-26 7-3030 0 0,1-1 3844 0 0,-1-3 486 0 0</inkml:trace>
  <inkml:trace contextRef="#ctx0" brushRef="#br0" timeOffset="996.31">166 561 1540 0 0,'0'6'7130'0'0,"18"-3"-4551"0"0,25-1-1304 0 0,-42-2-1131 0 0,10 0 0 0 0,52 0 1283 0 0,-24 0-3234 0 0,-38 0 1021 0 0,1-26-5598 0 0,-9 17 3656 0 0,4 5 1630 0 0</inkml:trace>
  <inkml:trace contextRef="#ctx0" brushRef="#br0" timeOffset="1241.256">320 520 860 0 0,'0'-1'111'0'0,"0"0"-1"0"0,0 0 1 0 0,0 0-1 0 0,0 0 1 0 0,0 0-1 0 0,-1 0 1 0 0,1 0-1 0 0,0 0 1 0 0,-1 0-1 0 0,1 0 1 0 0,-1 0-1 0 0,1 0 1 0 0,-1 0-1 0 0,1 1 1 0 0,-1-1-1 0 0,0 0 1 0 0,1 0-1 0 0,-1 1 1 0 0,0-1-1 0 0,0 0 1 0 0,0 1 0 0 0,1-1-1 0 0,-1 1 1 0 0,0-1-1 0 0,0 1 1 0 0,0-1-1 0 0,0 1 1 0 0,0 0-1 0 0,0-1 1 0 0,0 1-1 0 0,0 0 1 0 0,0 0-1 0 0,0-1 1 0 0,0 1-1 0 0,0 0 1 0 0,0 0-1 0 0,0 0 1 0 0,0 1-1 0 0,0-1 1 0 0,0 0-1 0 0,0 0 1 0 0,0 0-1 0 0,0 1 1 0 0,0-1-1 0 0,0 0 1 0 0,0 1 0 0 0,1-1-1 0 0,-1 1 1 0 0,0-1-1 0 0,0 1 1 0 0,0 0-1 0 0,0-1 1 0 0,1 1-1 0 0,-1 0 1 0 0,0 0-1 0 0,1-1 1 0 0,-1 1-1 0 0,1 0 1 0 0,-1 0-1 0 0,0 0 1 0 0,1 0-1 0 0,0 0 1 0 0,-1 0-1 0 0,1-1 1 0 0,0 1-1 0 0,-1 0 1 0 0,1 0-1 0 0,0 1-110 0 0,-41 163 318 0 0,-11-88-5917 0 0,46-65 4081 0 0</inkml:trace>
  <inkml:trace contextRef="#ctx0" brushRef="#br0" timeOffset="1442.409">108 789 1684 0 0,'0'0'115'0'0,"1"0"0"0"0,-1 0 0 0 0,0-1 0 0 0,0 1 0 0 0,0 0 0 0 0,1-1 0 0 0,-1 1 0 0 0,0 0 0 0 0,0 0 0 0 0,0-1 0 0 0,0 1 0 0 0,0 0 0 0 0,0-1-1 0 0,1 1 1 0 0,-1 0 0 0 0,0-1 0 0 0,0 1 0 0 0,0 0 0 0 0,0-1 0 0 0,0 1 0 0 0,0-1 0 0 0,-1 1 0 0 0,1 0 0 0 0,0-1 0 0 0,0 1 0 0 0,0 0 0 0 0,0 0 0 0 0,0-1 0 0 0,0 1 0 0 0,-1 0 0 0 0,1-1 0 0 0,0 1 0 0 0,0 0 0 0 0,0 0-1 0 0,-1-1 1 0 0,1 1 0 0 0,0 0 0 0 0,0 0 0 0 0,-1-1 0 0 0,1 1 0 0 0,0 0 0 0 0,0 0 0 0 0,-1 0 0 0 0,1-1 0 0 0,0 1 0 0 0,-1 0 0 0 0,1 0 0 0 0,0 0 0 0 0,-1 0 0 0 0,1 0 0 0 0,0 0 0 0 0,-1 0 0 0 0,1 0 0 0 0,0 0 0 0 0,-1 0-1 0 0,1 0 1 0 0,0 0 0 0 0,-1 0 0 0 0,1 0 0 0 0,0 0 0 0 0,-1 0 0 0 0,1 0 0 0 0,0 0 0 0 0,-1 1-115 0 0,30-17 2689 0 0,133-28 218 0 0,-70 42-431 0 0,-46 2-4025 0 0,1-2-10001 0 0,-37 0 10061 0 0,-9-4-28 0 0</inkml:trace>
  <inkml:trace contextRef="#ctx0" brushRef="#br0" timeOffset="1723.474">457 650 976 0 0,'-6'6'5549'0'0,"1"24"-3578"0"0,0-5-2285 0 0,-8 6-4744 0 0,8-24 3438 0 0</inkml:trace>
  <inkml:trace contextRef="#ctx0" brushRef="#br0" timeOffset="1942.5">132 893 1060 0 0,'-12'0'5863'0'0,"21"4"-856"0"0,71 2-405 0 0,40-6-2337 0 0,-52-1-1426 0 0,5-9-724 0 0,-33-4 504 0 0,-23 5-3158 0 0,4 4-9358 0 0,-12 20 8757 0 0,-7-12 1478 0 0</inkml:trace>
  <inkml:trace contextRef="#ctx0" brushRef="#br0" timeOffset="2492.481">833 278 1484 0 0,'-12'-14'9230'0'0,"12"14"-8326"0"0,0 0-34 0 0,0 0-67 0 0,6-2-71 0 0,29-11 296 0 0,1 2 0 0 0,0 2 0 0 0,0 1-1 0 0,38-3-1027 0 0,73-3 1766 0 0,-123 14-1708 0 0,-23 0-93 0 0,10 2-1689 0 0,-10-1 1607 0 0,-1-1 0 0 0,1 1 1 0 0,-1 0-1 0 0,1-1 0 0 0,-1 1 0 0 0,1 0 0 0 0,-1 0 0 0 0,1 0 1 0 0,-1 0-1 0 0,0-1 0 0 0,0 1 0 0 0,1 0 0 0 0,-1 0 0 0 0,0 0 1 0 0,0 0-1 0 0,0 0 0 0 0,0 0 0 0 0,0 0 0 0 0,0 0 1 0 0,0 0-1 0 0,0-1 0 0 0,0 1 0 0 0,0 0 0 0 0,-1 0 0 0 0,1 0 1 0 0,0 0-1 0 0,-1 0 0 0 0,1 0 0 0 0,-1-1 0 0 0,1 1 0 0 0,0 0 1 0 0,-1 0-1 0 0,0-1 0 0 0,1 1 0 0 0,-1 0 0 0 0,0-1 0 0 0,1 1 1 0 0,-1 0-1 0 0,0-1 0 0 0,1 1 0 0 0,-1-1 0 0 0,0 1 1 0 0,0-1-1 0 0,0 0 0 0 0,0 1 117 0 0,-97 61-9000 0 0,76-48 7454 0 0</inkml:trace>
  <inkml:trace contextRef="#ctx0" brushRef="#br0" timeOffset="2756.515">897 481 1128 0 0,'-7'20'1164'0'0,"4"-4"-216"0"0,3-3-96 0 0,0 0-72 0 0,-2-2-167 0 0,2-11-45 0 0,-3 19-16 0 0,3-8-100 0 0,-1-3-148 0 0,-1-1-144 0 0,1 2-244 0 0,-3-2-64 0 0,4 0 16 0 0,-3 0-620 0 0,1-2-373 0 0,1-1 85 0 0,-1-2-540 0 0,2 1 124 0 0</inkml:trace>
  <inkml:trace contextRef="#ctx0" brushRef="#br0" timeOffset="3180.193">888 539 1948 0 0,'3'-8'399'0'0,"1"-1"1"0"0,1 1-1 0 0,0 0 0 0 0,0 0 0 0 0,0 1 1 0 0,1 0-1 0 0,0 0 0 0 0,0 0 0 0 0,1 0 1 0 0,-1 1-1 0 0,2 0 0 0 0,-1 1 0 0 0,1-1 1 0 0,0 1-1 0 0,0 1 0 0 0,0 0 1 0 0,0 0-1 0 0,1 0 0 0 0,0 1 0 0 0,-1 0 1 0 0,1 1-1 0 0,0 0 0 0 0,1 1 0 0 0,-1 0 1 0 0,0 0-1 0 0,0 0 0 0 0,1 2 0 0 0,-1-1 1 0 0,2 1-400 0 0,30-1 1358 0 0,-36 3-1232 0 0,-4-2-124 0 0,0 0 1 0 0,1 0-1 0 0,-1 1 0 0 0,0-1 0 0 0,0 0 0 0 0,0 1 0 0 0,0-1 0 0 0,0 1 0 0 0,0-1 0 0 0,0 1 0 0 0,0-1 0 0 0,0 1 0 0 0,-1-1 1 0 0,1 1-1 0 0,-1 0 0 0 0,1-1 0 0 0,-1 1 0 0 0,0 0 0 0 0,0 0 0 0 0,0-1 0 0 0,0 1 0 0 0,0 0 0 0 0,0 0 0 0 0,0-1 0 0 0,0 1 1 0 0,-1 0-1 0 0,1 0 0 0 0,-1-1 0 0 0,1 1 0 0 0,-1 0 0 0 0,0-1 0 0 0,0 2-2 0 0,-6 8-200 0 0,-1-1 0 0 0,0 0 0 0 0,0-1 0 0 0,-1 0 0 0 0,0 0 0 0 0,-1-1 0 0 0,0 0 0 0 0,0-1 0 0 0,0 0 0 0 0,-1 0 1 0 0,-9 3 199 0 0,-27-1-606 0 0,46-9 608 0 0,1 0 30 0 0,-22-12 464 0 0,51-2 154 0 0,22 9-243 0 0,-50 5-422 0 0,-1 0 1 0 0,1 1-1 0 0,-1-1 0 0 0,1 0 1 0 0,-1 1-1 0 0,1-1 1 0 0,0 0-1 0 0,-1 1 0 0 0,0-1 1 0 0,1 0-1 0 0,-1 1 0 0 0,1-1 1 0 0,-1 1-1 0 0,1-1 1 0 0,-1 1-1 0 0,0-1 0 0 0,1 1 1 0 0,-1-1-1 0 0,0 1 0 0 0,0-1 1 0 0,1 1-1 0 0,-1-1 1 0 0,0 1-1 0 0,0 0 0 0 0,0-1 1 0 0,0 1-1 0 0,0-1 0 0 0,0 1 1 0 0,0 0-1 0 0,0-1 1 0 0,0 1-1 0 0,0 0 0 0 0,0-1 1 0 0,0 1-1 0 0,0-1 0 0 0,0 1 1 0 0,-1-1-1 0 0,1 1 1 0 0,0 0-1 0 0,0-1 0 0 0,-1 1 1 0 0,1-1-1 0 0,0 1 0 0 0,-1-1 1 0 0,1 1-1 0 0,-1-1 15 0 0,-66 31-708 0 0,96-35 1132 0 0,-5-16-2902 0 0,-17-1-4749 0 0,-6 14 5673 0 0</inkml:trace>
  <inkml:trace contextRef="#ctx0" brushRef="#br0" timeOffset="3716.859">1043 229 888 0 0,'-4'-15'4974'0'0,"6"38"-1389"0"0,0-7-3627 0 0,-1 27 830 0 0,-1-1-1 0 0,-2 1 1 0 0,-2-1 0 0 0,-1 0-1 0 0,-4 4-787 0 0,-2 8 405 0 0,-3-1 1 0 0,-2 0-1 0 0,-3-1 0 0 0,-1-1 0 0 0,-21 35-405 0 0,37-78-114 0 0,-1-1-1 0 0,1 1 1 0 0,-2-1-1 0 0,1 0 1 0 0,-1 0-1 0 0,0 0 1 0 0,0-1-1 0 0,-1 0 1 0 0,1-1-1 0 0,-2 1 1 0 0,1-1-1 0 0,0 0 0 0 0,-1-1 1 0 0,-1 1 114 0 0,8-5-405 0 0,-10-2-578 0 0,-28-72-2045 0 0,11-80-1324 0 0,28 151 4510 0 0,3-45 2479 0 0,0 45-2462 0 0,1 1 0 0 0,-1 0 0 0 0,0-1 0 0 0,1 1 0 0 0,-1 1 1 0 0,1-1-1 0 0,0 1 0 0 0,-1-1 0 0 0,1 1 0 0 0,0 0 0 0 0,0 0 0 0 0,0 1 1 0 0,0-1-1 0 0,0 1 0 0 0,0 0 0 0 0,0 0 0 0 0,0 0 0 0 0,0 0 0 0 0,0 1 1 0 0,0-1-1 0 0,0 1 0 0 0,0 0 0 0 0,-1 1 0 0 0,1-1 0 0 0,0 1 0 0 0,-1-1 1 0 0,1 1-1 0 0,-1 0 0 0 0,1 0 0 0 0,-1 1 0 0 0,0-1 0 0 0,0 1 0 0 0,1 0-175 0 0,12 5 221 0 0,21 13 667 0 0,-1 2-1 0 0,-1 2 1 0 0,-1 0-1 0 0,-2 3 1 0 0,0 0-1 0 0,-2 2 1 0 0,0 3-888 0 0,130 115 2075 0 0,-138-131-1971 0 0,74 39-1035 0 0,-83-52 739 0 0,50-1-7372 0 0,-57-5 6905 0 0,1-1 1 0 0,-1 0 0 0 0,0-1-1 0 0,1 0 1 0 0,-1 0-1 0 0,-1 0 1 0 0,1-1-1 0 0,-1 1 1 0 0,0-1-1 0 0,0-1 1 0 0,0 1-1 0 0,-1-1 1 0 0,1 1 0 0 0,-1-2-1 0 0,-1 1 1 0 0,1 0-1 0 0,0-3 659 0 0,2-9-1340 0 0</inkml:trace>
  <inkml:trace contextRef="#ctx0" brushRef="#br0" timeOffset="4093.879">1468 323 1648 0 0,'8'-2'6934'0'0,"11"18"-4077"0"0,-10 12-1771 0 0,-32 43-9901 0 0,12-51 7385 0 0</inkml:trace>
  <inkml:trace contextRef="#ctx0" brushRef="#br0" timeOffset="4363.312">1392 615 1160 0 0,'2'8'1176'0'0,"-4"-1"-236"0"0,2-1-88 0 0,2 2-108 0 0,0 2-164 0 0,0-6 13 0 0,-2 4-157 0 0,2-3-140 0 0,-2 2-192 0 0,1-1-12 0 0,-1-3-836 0 0,0-3-541 0 0,0 0 89 0 0,0 10-260 0 0</inkml:trace>
  <inkml:trace contextRef="#ctx0" brushRef="#br0" timeOffset="4630.272">1370 923 1076 0 0,'11'10'6941'0'0,"18"-34"-5405"0"0,-25 20-1176 0 0,11-12-330 0 0,0 0 0 0 0,-1-1 0 0 0,0 0 0 0 0,-2-2 0 0 0,0 1 0 0 0,-1-1 0 0 0,7-18-30 0 0,31-83-5201 0 0,-39 94 3730 0 0,-3-2 16 0 0</inkml:trace>
  <inkml:trace contextRef="#ctx0" brushRef="#br0" timeOffset="4631.272">1692 244 1580 0 0,'19'14'7465'0'0,"-9"34"-6101"0"0,-30 0-8978 0 0,9-34 6211 0 0</inkml:trace>
  <inkml:trace contextRef="#ctx0" brushRef="#br0" timeOffset="5081.775">1608 433 1080 0 0,'10'-5'6296'0'0,"16"-4"-3760"0"0,90-1 2455 0 0,-105 26-4917 0 0,-92 76 57 0 0,45-43 332 0 0,53-40-237 0 0,-13-8-208 0 0,0-1 0 0 0,0 0 0 0 0,0 0 0 0 0,0 0 0 0 0,-1 0 0 0 0,1-1 0 0 0,0 1 0 0 0,0-1 0 0 0,0 0 1 0 0,0 0-1 0 0,-1-1 0 0 0,1 1 0 0 0,0-1 0 0 0,-1 1 0 0 0,0-1 0 0 0,1 0 0 0 0,0-2-18 0 0,3 1 25 0 0,75-30 267 0 0,-24 16-215 0 0,-58 17-81 0 0,5 1 67 0 0,-1-1 1 0 0,0 1-1 0 0,0 1 1 0 0,0-1-1 0 0,0 1 1 0 0,0-1-1 0 0,-1 1 1 0 0,1 0-1 0 0,0 0 1 0 0,-1 1-1 0 0,1-1 1 0 0,-1 1-1 0 0,0 0 1 0 0,0 0-1 0 0,0 0 1 0 0,0 0-1 0 0,-1 0 1 0 0,1 0-1 0 0,1 4-63 0 0,-3-5-437 0 0,-1 0-1 0 0,0 0 0 0 0,1 0 1 0 0,-1 0-1 0 0,0 0 1 0 0,0 0-1 0 0,0 0 0 0 0,-1 0 1 0 0,1 0-1 0 0,0 0 1 0 0,-1 0-1 0 0,1 0 0 0 0,-1 0 1 0 0,0 0-1 0 0,1 0 1 0 0,-1 0-1 0 0,0-1 0 0 0,0 1 1 0 0,0 0-1 0 0,-1 0 1 0 0,1-1-1 0 0,0 1 0 0 0,-1-1 1 0 0,1 1-1 0 0,0-1 1 0 0,-1 0-1 0 0,0 1 0 0 0,1-1 1 0 0,-1 0-1 0 0,-2 1 438 0 0,-2 4-1029 0 0,-7 7-358 0 0</inkml:trace>
  <inkml:trace contextRef="#ctx0" brushRef="#br0" timeOffset="5675.841">1715 636 888 0 0,'-18'41'6114'0'0,"7"1"-3528"0"0,-20 45-1427 0 0,55-132-5344 0 0,4-9 5720 0 0,-26 53-1412 0 0,-1 1 1 0 0,1 0-1 0 0,-1 0 1 0 0,1 0-1 0 0,-1 0 1 0 0,1 0-1 0 0,-1 0 1 0 0,1 1-1 0 0,-1-1 1 0 0,1 0-1 0 0,-1 1 1 0 0,1-1 0 0 0,-1 1-1 0 0,0 0 1 0 0,1-1-1 0 0,-1 1 1 0 0,0 0-1 0 0,0 0 1 0 0,1 0-1 0 0,-1 0 1 0 0,0 0-1 0 0,0 0 1 0 0,0 0-1 0 0,0 0 1 0 0,0 0-1 0 0,0 0 1 0 0,-1 1-1 0 0,1-1 1 0 0,0 0-1 0 0,-1 1 1 0 0,1-1-1 0 0,0 0 1 0 0,-1 1 0 0 0,0-1-1 0 0,1 1 1 0 0,-1-1-1 0 0,0 1 1 0 0,0-1-1 0 0,0 1 1 0 0,0-1-1 0 0,0 1-123 0 0,24 33 1091 0 0,-24-35-1116 0 0,0 0-61 0 0,11-5-35 0 0,60-88-370 0 0,-62 93 1394 0 0,12 35-121 0 0,31 37 1558 0 0,-44-67-2342 0 0,-6-2 18 0 0,1-1 0 0 0,-1 0 0 0 0,1 0 1 0 0,0 0-1 0 0,-1 0 0 0 0,1-1 0 0 0,0 1 0 0 0,0-1 0 0 0,0 0 0 0 0,1 0 0 0 0,-1 0 0 0 0,0 0 1 0 0,0 0-1 0 0,0-1 0 0 0,1 1 0 0 0,-1-1 0 0 0,0 0 0 0 0,1 0 0 0 0,-1 0 0 0 0,0-1 1 0 0,1 1-1 0 0,-1-1 0 0 0,0 1 0 0 0,3-2-16 0 0,77-60-2558 0 0,26-42-7348 0 0,-72 53 6980 0 0,-19 23 1593 0 0</inkml:trace>
  <inkml:trace contextRef="#ctx0" brushRef="#br0" timeOffset="6459.804">2313 233 2408 0 0,'-5'18'4195'0'0,"-10"11"-2586"0"0,6-12-936 0 0,-4 7-162 0 0,-2 0 1 0 0,0-1-1 0 0,-1 0 0 0 0,-2-2 1 0 0,0 0-1 0 0,-1-1 0 0 0,-1 0 1 0 0,-1-2-1 0 0,-8 6-511 0 0,28-25-13 0 0,1 1 1 0 0,0 0-1 0 0,0 0 0 0 0,0-1 0 0 0,0 1 0 0 0,-1 0 0 0 0,1 0 1 0 0,0 0-1 0 0,0-1 0 0 0,0 1 0 0 0,-1 0 0 0 0,1 0 0 0 0,0 0 1 0 0,0 0-1 0 0,-1 0 0 0 0,1-1 0 0 0,0 1 0 0 0,-1 0 0 0 0,1 0 1 0 0,0 0-1 0 0,0 0 0 0 0,-1 0 0 0 0,1 0 0 0 0,0 0 0 0 0,0 0 1 0 0,-1 0-1 0 0,1 0 0 0 0,0 0 0 0 0,-1 0 0 0 0,1 0 0 0 0,0 0 1 0 0,0 0-1 0 0,-1 0 0 0 0,1 0 0 0 0,0 1 0 0 0,-1-1 0 0 0,1 0 1 0 0,0 0-1 0 0,0 0 0 0 0,0 0 0 0 0,-1 1 0 0 0,1-1 0 0 0,0 0 13 0 0,14-24-437 0 0,-6 15 391 0 0,0 0-1 0 0,1 0 1 0 0,0 1-1 0 0,0 0 1 0 0,1 0-1 0 0,0 1 1 0 0,1 1-1 0 0,-1 0 1 0 0,1 0-1 0 0,0 1 1 0 0,1 0-1 0 0,-1 1 1 0 0,1 1-1 0 0,0-1 1 0 0,0 2-1 0 0,0 0 1 0 0,7 0 46 0 0,-18 2 138 0 0,11 2 355 0 0,-10 0-410 0 0,0 0-1 0 0,1 0 0 0 0,-1 0 1 0 0,0 0-1 0 0,0 0 0 0 0,-1 0 1 0 0,1 0-1 0 0,0 1 1 0 0,-1-1-1 0 0,1 1 0 0 0,-1-1 1 0 0,0 1-1 0 0,0 0 1 0 0,0 0-1 0 0,0-1 0 0 0,0 1 1 0 0,-1 0-1 0 0,1 0 1 0 0,-1 0-1 0 0,0 0 0 0 0,0 0 1 0 0,0-1-1 0 0,0 1 1 0 0,0 0-1 0 0,-1 0 0 0 0,1 0-82 0 0,-1-1 154 0 0,1 10-2 0 0,-41 48-90 0 0,21-47-1785 0 0,22-14 1748 0 0,1 0 0 0 0,0 0 0 0 0,-1 0 0 0 0,1 0-1 0 0,0 0 1 0 0,0 0 0 0 0,-1 1 0 0 0,1-1 0 0 0,0 1 0 0 0,0 0 0 0 0,0 0 0 0 0,0 0 0 0 0,-1 0 0 0 0,1 1 0 0 0,0-1-1 0 0,0 1 1 0 0,0 0 0 0 0,-1 0 0 0 0,1 0 0 0 0,0 0 0 0 0,-1 0 0 0 0,1 0 0 0 0,-1 1 0 0 0,1-1 0 0 0,-1 1 0 0 0,0-1-1 0 0,1 1 1 0 0,-1 0 0 0 0,0 0 0 0 0,0 0 0 0 0,-1 1 0 0 0,1-1 0 0 0,0 0 0 0 0,-1 1 0 0 0,1-1 0 0 0,-1 1-25 0 0,1 6 87 0 0,-1 0 0 0 0,-1 0 1 0 0,0 0-1 0 0,0 0 1 0 0,-1 0-1 0 0,0 0 0 0 0,0 0 1 0 0,-1 0-1 0 0,0 0 1 0 0,-1 0-1 0 0,-3 7-87 0 0,-30 78-167 0 0,19-64-2342 0 0,16-29 1767 0 0,1-1-477 0 0,16-11-6482 0 0,-11 10 6203 0 0</inkml:trace>
  <inkml:trace contextRef="#ctx0" brushRef="#br0" timeOffset="6850.911">2562 262 1360 0 0,'-2'-7'8689'0'0,"15"0"-4461"0"0,49-10-1805 0 0,-58 16-1876 0 0,-3 1-658 0 0,0 1 0 0 0,-1-1 0 0 0,1 0 0 0 0,0 1 0 0 0,0-1 0 0 0,-1 0 0 0 0,1 1 0 0 0,0-1 0 0 0,-1 1 1 0 0,1-1-1 0 0,0 1 0 0 0,-1-1 0 0 0,1 1 0 0 0,-1 0 0 0 0,1-1 0 0 0,-1 1 0 0 0,1 0 0 0 0,-1-1 0 0 0,0 1 0 0 0,1 0 0 0 0,-1 0 0 0 0,0-1 0 0 0,1 1 0 0 0,-1 0 0 0 0,0 0 1 0 0,0 0-1 0 0,0-1 0 0 0,0 1 0 0 0,0 0 0 0 0,0 0 0 0 0,0 0 0 0 0,0-1 0 0 0,0 1 0 0 0,0 0 0 0 0,0 0 0 0 0,0 0 0 0 0,-1-1 0 0 0,1 1 0 0 0,0 0 0 0 0,-1 0 0 0 0,1-1 1 0 0,0 1-1 0 0,-1 0 0 0 0,1-1 0 0 0,-1 1 0 0 0,1 0 0 0 0,-1-1 0 0 0,0 1 0 0 0,1-1 0 0 0,-1 1 0 0 0,1-1 0 0 0,-1 1 0 0 0,0-1 0 0 0,1 1 0 0 0,-1-1 0 0 0,0 0 1 0 0,0 1-1 0 0,1-1 0 0 0,-1 0 111 0 0,-84 76-7956 0 0,65-61 6450 0 0</inkml:trace>
  <inkml:trace contextRef="#ctx0" brushRef="#br0" timeOffset="7349.054">2432 425 968 0 0,'-23'17'8429'0'0,"75"-19"-3003"0"0,43-10-3562 0 0,17 10-82 0 0,-7 2-1200 0 0,-100-8-1011 0 0,-34 26 108 0 0,22 3 479 0 0,0 0-1 0 0,2 1 1 0 0,0 0-1 0 0,2 0 1 0 0,0 1-1 0 0,1-1 1 0 0,2 0-1 0 0,1 21-157 0 0,-1-31 151 0 0,32 140 904 0 0,-8-47 493 0 0,-19-62 1240 0 0,-19-32-2515 0 0,-31-12-507 0 0,18-4-551 0 0,1 0 0 0 0,-1-2 0 0 0,1 0 0 0 0,1-2 0 0 0,-20-10 785 0 0,-5 0-1565 0 0,-234-64-11600 0 0,235 51 10006 0 0,33 19 1815 0 0</inkml:trace>
  <inkml:trace contextRef="#ctx0" brushRef="#br0" timeOffset="8298.146">3084 16 1324 0 0,'0'0'1560'0'0,"0"0"-153"0"0,0 0-193 0 0,0 0-59 0 0,-3 0-96 0 0,1 58 1474 0 0,5-26-1845 0 0,2 185 1157 0 0,-26-143-3319 0 0,16-58-1720 0 0,-3-10-2053 0 0,5-6 3777 0 0</inkml:trace>
  <inkml:trace contextRef="#ctx0" brushRef="#br0" timeOffset="8627.765">2918 279 1008 0 0,'-7'-18'7363'0'0,"25"17"-3655"0"0,4 1-2728 0 0,26 0 683 0 0,71-13 425 0 0,74-42-234 0 0,-82 46-1691 0 0,-86-7-1806 0 0,-50-8-12074 0 0,21 20 12142 0 0</inkml:trace>
  <inkml:trace contextRef="#ctx0" brushRef="#br0" timeOffset="8911.209">3352 80 968 0 0,'-10'3'7928'0'0,"7"35"-5653"0"0,2-26-1400 0 0,-39 133-787 0 0,12-74-5555 0 0,23-52 2474 0 0,2-8 1483 0 0</inkml:trace>
  <inkml:trace contextRef="#ctx0" brushRef="#br0" timeOffset="9178.246">3082 525 2176 0 0,'8'11'8185'0'0,"-23"27"-6267"0"0,-97 93-188 0 0,88-119-2450 0 0,23-12 316 0 0,1 0-143 0 0,-12 0-1823 0 0,-8-3-3908 0 0,13-12 4744 0 0</inkml:trace>
  <inkml:trace contextRef="#ctx0" brushRef="#br0" timeOffset="9351.265">3061 560 1112 0 0,'23'41'4886'0'0,"-9"35"-2401"0"0,-8-37-1200 0 0,1 69 1299 0 0,-7-107-2732 0 0,-1 19-1724 0 0,2-9-5048 0 0,-1-11 5544 0 0</inkml:trace>
  <inkml:trace contextRef="#ctx0" brushRef="#br0" timeOffset="9724.198">3265 503 1804 0 0,'1'6'5545'0'0,"2"10"-3458"0"0,12 90 2587 0 0,-9-89-4351 0 0,0-1-1 0 0,2 0 1 0 0,0 0-1 0 0,1 0 1 0 0,0-1 0 0 0,1 0-1 0 0,5 4-322 0 0,-11-14 58 0 0,-1-1 0 0 0,1 0 0 0 0,0 0-1 0 0,0 0 1 0 0,0-1 0 0 0,1 1 0 0 0,-1-1-1 0 0,1 0 1 0 0,-1-1 0 0 0,1 1 0 0 0,0-1 0 0 0,0 0-1 0 0,1 0 1 0 0,-1 0 0 0 0,0-1 0 0 0,0 0-1 0 0,1 0 1 0 0,-1 0 0 0 0,1 0 0 0 0,-1-1 0 0 0,4 0-58 0 0,54-32-598 0 0,-11-5-721 0 0,-40 20-1338 0 0,-6-1-3314 0 0,-5 16 4446 0 0,-1-6-1283 0 0,0 7 1436 0 0</inkml:trace>
  <inkml:trace contextRef="#ctx0" brushRef="#br0" timeOffset="9989.322">3489 527 1736 0 0,'0'0'1602'0'0,"-3"0"-235"0"0,-1 0-1148 0 0,1 0 0 0 0,-1 0 0 0 0,1 0 0 0 0,0 0 0 0 0,-1 0 0 0 0,1 0-1 0 0,-1 1 1 0 0,1 0 0 0 0,0 0 0 0 0,-1 0 0 0 0,1 0 0 0 0,0 0 0 0 0,0 1 0 0 0,0-1 0 0 0,0 1 0 0 0,0 0 0 0 0,0 0-1 0 0,0 0 1 0 0,1 0 0 0 0,-1 0 0 0 0,1 1 0 0 0,-1-1 0 0 0,1 1 0 0 0,-1 2-219 0 0,-26 32 405 0 0,-2-1-1 0 0,-1-2 1 0 0,-1 0 0 0 0,-7 1-405 0 0,7-13-5845 0 0,32-23 2814 0 0,3-3 1533 0 0</inkml:trace>
  <inkml:trace contextRef="#ctx0" brushRef="#br0" timeOffset="10394.384">3690 128 1636 0 0,'-4'32'7152'0'0,"0"4"-4942"0"0,-2 120 761 0 0,-12 101-238 0 0,-18-44-2708 0 0,36-213-273 0 0,-1 0-1 0 0,1-1 1 0 0,0 1 0 0 0,-1 0 0 0 0,1-1-1 0 0,0 1 1 0 0,-1 0 0 0 0,1 0 0 0 0,-1-1-1 0 0,1 1 1 0 0,0 0 0 0 0,-1 0 0 0 0,1 0-1 0 0,-1-1 1 0 0,1 1 0 0 0,-1 0-1 0 0,1 0 1 0 0,-1 0 0 0 0,1 0 0 0 0,0 0-1 0 0,-1 0 1 0 0,1 0 0 0 0,-1 0 0 0 0,1 0-1 0 0,-1 0 1 0 0,1 1 0 0 0,-1-1 0 0 0,1 0-1 0 0,-1 0 1 0 0,1 0 0 0 0,0 0 0 0 0,-1 1-1 0 0,1-1 1 0 0,-1 0 248 0 0,5-43-5916 0 0,-4 28 4510 0 0</inkml:trace>
  <inkml:trace contextRef="#ctx0" brushRef="#br0" timeOffset="10662.907">3682 417 1676 0 0,'34'-25'7698'0'0,"11"9"-4570"0"0,-24 9-2508 0 0,-11 4-436 0 0,40-19 777 0 0,-29-2-3788 0 0,-20 8-5972 0 0,-1 7 7322 0 0</inkml:trace>
  <inkml:trace contextRef="#ctx0" brushRef="#br0" timeOffset="10915.474">3833 144 1024 0 0,'-4'-3'2188'0'0,"2"5"1380"0"0,1 7-2911 0 0,-5 28 964 0 0,-10 58-577 0 0,-3-32-7350 0 0,16-54 4674 0 0</inkml:trace>
  <inkml:trace contextRef="#ctx0" brushRef="#br0" timeOffset="11168.471">3690 530 1332 0 0,'15'11'8046'0'0,"23"-15"-5283"0"0,48 1-93 0 0,-77 0-2501 0 0,50-2 1947 0 0,-56 11-2113 0 0,0-1-1 0 0,0 1 1 0 0,0 0-1 0 0,0 0 1 0 0,-1 1-1 0 0,0-1 1 0 0,-1 0-1 0 0,1 1 1 0 0,-1-1 0 0 0,-1 1-1 0 0,1-1 1 0 0,-1 1-1 0 0,0 0 1 0 0,0-1-1 0 0,-1 1 1 0 0,0-1-1 0 0,0 3-2 0 0,-1 18-1440 0 0,-12 3-1331 0 0,4-15-106 0 0,6 2-3802 0 0,4-14 5051 0 0</inkml:trace>
  <inkml:trace contextRef="#ctx0" brushRef="#br0" timeOffset="11483.059">4203 1 1076 0 0,'-4'5'5087'0'0,"3"11"-2695"0"0,-1-1-1221 0 0,-5 6-776 0 0,0 0 0 0 0,-2 0-1 0 0,-1-1 1 0 0,0 0 0 0 0,-2 0-1 0 0,0-1 1 0 0,-1-1 0 0 0,-1 0 0 0 0,-2 0-395 0 0,6-8-402 0 0,0-1 0 0 0,-1 0 1 0 0,-1-1-1 0 0,1 0 1 0 0,-1-1-1 0 0,-1 0 1 0 0,1-1-1 0 0,-1 0 1 0 0,0-1-1 0 0,0 0 0 0 0,-6 0 402 0 0,-3-4-5686 0 0,20-1 4211 0 0</inkml:trace>
  <inkml:trace contextRef="#ctx0" brushRef="#br0" timeOffset="12553.631">3890 304 1348 0 0,'23'78'6867'0'0,"-2"-8"-5076"0"0,8 13 189 0 0,-27-77-1806 0 0,5 13-2940 0 0,-1-74 1784 0 0,31-50 2190 0 0,-35 100-1028 0 0,1 1 1 0 0,-1-1 0 0 0,1 1 0 0 0,0 0 0 0 0,0 0 0 0 0,0 1 0 0 0,1-1 0 0 0,-1 1 0 0 0,1-1 0 0 0,0 1 0 0 0,0 0 0 0 0,0 0 0 0 0,0 1 0 0 0,0-1 0 0 0,1 1 0 0 0,-1 0 0 0 0,1 0-1 0 0,-1 0 1 0 0,1 1 0 0 0,0 0 0 0 0,0 0 0 0 0,0 0 0 0 0,0 0 0 0 0,0 1 0 0 0,0 0 0 0 0,3 0-181 0 0,-7 0 208 0 0,1 1-210 0 0,0-1-1 0 0,1 1 1 0 0,-1 0 0 0 0,0 0-1 0 0,0 0 1 0 0,0 0-1 0 0,-1 0 1 0 0,1 0 0 0 0,0 1-1 0 0,0-1 1 0 0,-1 1 0 0 0,1-1-1 0 0,0 1 1 0 0,-1 0 0 0 0,0 0-1 0 0,1-1 1 0 0,-1 1-1 0 0,0 0 1 0 0,0 0 0 0 0,0 0-1 0 0,0 0 1 0 0,-1 0 0 0 0,1 1-1 0 0,0-1 1 0 0,-1 0 0 0 0,1 0-1 0 0,-1 0 1 0 0,0 1 0 0 0,0-1-1 0 0,0 0 1 0 0,0 0-1 0 0,0 1 1 0 0,-1-1 0 0 0,1 0-1 0 0,0 0 1 0 0,-1 0 0 0 0,0 0-1 0 0,1 1 1 0 0,-1-1 0 0 0,0 0-1 0 0,0 0 1 0 0,0 0-1 0 0,-1-1 1 0 0,1 1 0 0 0,0 0-1 0 0,-1 0 1 0 0,1-1 0 0 0,-2 2 2 0 0,-2 3-148 0 0,3-2 17 0 0,-1 1-1 0 0,0-1 0 0 0,-1 1 1 0 0,1-1-1 0 0,-1 0 1 0 0,0 0-1 0 0,0-1 0 0 0,0 1 1 0 0,-1-1-1 0 0,1 0 1 0 0,-1 0-1 0 0,0-1 1 0 0,1 1-1 0 0,-1-1 0 0 0,0 0 1 0 0,-1 0-1 0 0,1-1 1 0 0,0 1-1 0 0,-4-1 132 0 0,0-15 115 0 0,10 12-60 0 0,-1 0-1 0 0,1 0 1 0 0,0 0-1 0 0,0 0 0 0 0,0 1 1 0 0,0-1-1 0 0,1 0 1 0 0,-1 1-1 0 0,0-1 0 0 0,1 0 1 0 0,-1 1-1 0 0,1 0 1 0 0,0-1-1 0 0,-1 1 0 0 0,1 0 1 0 0,0 0-1 0 0,0 0 1 0 0,0 0-1 0 0,0 0 1 0 0,-1 0-1 0 0,1 1 0 0 0,1-1 1 0 0,-1 0-1 0 0,0 1 1 0 0,0 0-55 0 0,-3 0 7 0 0,1 0 0 0 0,0 0 0 0 0,-1 0 0 0 0,1 1 0 0 0,0-1 0 0 0,0 0 0 0 0,-1 0 0 0 0,1 1 0 0 0,0-1 0 0 0,-1 0 0 0 0,1 0 0 0 0,0 1 0 0 0,0-1 0 0 0,0 0 0 0 0,-1 1 0 0 0,1-1 0 0 0,0 0 0 0 0,0 1 0 0 0,0-1 0 0 0,0 0 0 0 0,0 1 0 0 0,-1-1 0 0 0,1 1 0 0 0,0-1 0 0 0,0 0 0 0 0,0 1 0 0 0,0-1 0 0 0,0 0 0 0 0,0 1 0 0 0,0-1 0 0 0,1 1 0 0 0,-1-1 0 0 0,0 0 1 0 0,0 1-1 0 0,0-1 0 0 0,0 0 0 0 0,0 1 0 0 0,0-1 0 0 0,1 0 0 0 0,-1 1 0 0 0,0-1 0 0 0,0 0 0 0 0,1 1 0 0 0,-1-1 0 0 0,0 0 0 0 0,0 0 0 0 0,1 1 0 0 0,-1-1 0 0 0,0 0 0 0 0,1 0 0 0 0,-1 0 0 0 0,0 1 0 0 0,1-1 0 0 0,-1 0 0 0 0,0 0 0 0 0,1 0 0 0 0,-1 0 0 0 0,0 0 0 0 0,1 0 0 0 0,-1 0 0 0 0,1 0 0 0 0,-1 1 0 0 0,0-2 0 0 0,1 1 0 0 0,-1 0 0 0 0,0 0 0 0 0,1 0 0 0 0,-1 0 0 0 0,1 0 1 0 0,-1 0-9 0 0,-18 27-96 0 0,3 2-434 0 0,15-28 474 0 0,0-1 36 0 0,0 0 38 0 0,0 0-27 0 0,29 11-114 0 0,-30 17 328 0 0,-44 55-484 0 0,-28-21 177 0 0,-13 4 446 0 0,53-45 1796 0 0,35-23-2008 0 0,0 0-1 0 0,0 0 0 0 0,0 0 1 0 0,0 0-1 0 0,0 1 1 0 0,0-1-1 0 0,1 1 1 0 0,-1-1-1 0 0,1 1 1 0 0,-1 0-1 0 0,1 0 0 0 0,-1 0 1 0 0,1 0-1 0 0,0 1 1 0 0,-1-1-1 0 0,1 1 1 0 0,0-1-1 0 0,0 1 1 0 0,-1 0-1 0 0,1 0 0 0 0,0 0 1 0 0,0 0-1 0 0,0 1-130 0 0,21-4 260 0 0,99-30 680 0 0,-35 17-211 0 0,42 3-1052 0 0,-129 13 219 0 0,-1 0 0 0 0,1 0 0 0 0,-1 0 0 0 0,1-1 0 0 0,-1 1 0 0 0,1 0-1 0 0,-1 0 1 0 0,0-1 0 0 0,1 1 0 0 0,-1 0 0 0 0,0-1 0 0 0,1 1 0 0 0,-1 0-1 0 0,0-1 1 0 0,1 1 0 0 0,-1 0 0 0 0,0-1 0 0 0,1 1 0 0 0,-1-1 0 0 0,0 1-1 0 0,0-1 1 0 0,0 1 0 0 0,1-1 0 0 0,-1 1 0 0 0,0-1 0 0 0,0 1-1 0 0,0-1 1 0 0,0 1 0 0 0,0-1 0 0 0,0 1 0 0 0,0-1 0 0 0,0 1 0 0 0,0-1-1 0 0,0 1 1 0 0,0-1 0 0 0,-1 1 0 0 0,1-1 0 0 0,0 1 0 0 0,0 0 0 0 0,0-1-1 0 0,-1 1 1 0 0,1-1 0 0 0,0 1 0 0 0,0-1 0 0 0,-1 1 0 0 0,1 0-1 0 0,0-1 1 0 0,-1 1 0 0 0,1 0 0 0 0,0-1 0 0 0,-1 1 0 0 0,1 0 0 0 0,-1-1-1 0 0,1 1 1 0 0,-1 0 0 0 0,1 0 0 0 0,-1 0 0 0 0,1-1 0 0 0,0 1 0 0 0,-1 0-1 0 0,1 0 1 0 0,-1 0 0 0 0,1 0 0 0 0,-1 0 0 0 0,1 0 0 0 0,-1 0-1 0 0,0 0 106 0 0,-33-27-8986 0 0,20 17 7419 0 0</inkml:trace>
  <inkml:trace contextRef="#ctx0" brushRef="#br0" timeOffset="12803.749">4112 543 1724 0 0,'-10'10'6286'0'0,"10"22"-3770"0"0,1 201 3193 0 0,-20-88-6385 0 0,16-119-1196 0 0,2-15-1491 0 0,0-6-3817 0 0,3-7 5796 0 0</inkml:trace>
  <inkml:trace contextRef="#ctx0" brushRef="#br0" timeOffset="13212.774">4366 52 1100 0 0,'10'17'4649'0'0,"40"189"2829"0"0,-36-2-3783 0 0,-16-182-3484 0 0,-1 0 0 0 0,-1-1 0 0 0,-1 1 0 0 0,0-1 0 0 0,-2-1-1 0 0,-1 1 1 0 0,-1 1-211 0 0,-83 137-751 0 0,61-122-2045 0 0,-2-2 0 0 0,-1 0 0 0 0,-2-2 0 0 0,-27 18 2796 0 0,7-11-2974 0 0,30-25 1493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7:52.836"/>
    </inkml:context>
    <inkml:brush xml:id="br0">
      <inkml:brushProperty name="width" value="0.05" units="cm"/>
      <inkml:brushProperty name="height" value="0.05" units="cm"/>
      <inkml:brushProperty name="color" value="#FFFFFF"/>
    </inkml:brush>
  </inkml:definitions>
  <inkml:trace contextRef="#ctx0" brushRef="#br0">141 158 1324 0 0,'15'2'7061'0'0,"-8"4"-3797"0"0,-21 25-3458 0 0,6-18 1113 0 0,-13 22-504 0 0,2 1 1 0 0,1 1-1 0 0,2 1 1 0 0,2 0-1 0 0,1 1 1 0 0,0 12-416 0 0,6-22 145 0 0,2-10-86 0 0,0-1 0 0 0,2 1 1 0 0,0 1-1 0 0,1-1 0 0 0,1 0 0 0 0,1 0 0 0 0,0 1 0 0 0,2-1 0 0 0,0 1-59 0 0,-1-11-55 0 0,-1 0 0 0 0,2 0 0 0 0,-1 0 1 0 0,1 0-1 0 0,1 0 0 0 0,0 0 0 0 0,0-1 0 0 0,0 1 0 0 0,1-1 0 0 0,1 0 1 0 0,-1 0-1 0 0,1-1 0 0 0,1 1 0 0 0,-1-1 0 0 0,1 0 0 0 0,0-1 0 0 0,1 1 0 0 0,0-1 1 0 0,0 0-1 0 0,0-1 0 0 0,0 0 0 0 0,1 0 0 0 0,0 0 0 0 0,1-1 55 0 0,-1-2-374 0 0,0-1-1 0 0,1 0 1 0 0,-1 0-1 0 0,0-1 1 0 0,0 0-1 0 0,1-1 0 0 0,-1 0 1 0 0,0 0-1 0 0,0 0 1 0 0,0-1-1 0 0,0-1 1 0 0,0 1-1 0 0,0-1 0 0 0,3-2 375 0 0,94-53-6137 0 0,-82 42 4615 0 0</inkml:trace>
  <inkml:trace contextRef="#ctx0" brushRef="#br0" timeOffset="420.075">456 220 1976 0 0,'-14'-8'4359'0'0,"26"2"948"0"0,166 5-1217 0 0,-88-3-3379 0 0,46-34-1203 0 0,-123 30-459 0 0,-12 7 692 0 0,-1 0 0 0 0,0 1 0 0 0,0-1 0 0 0,1 0 0 0 0,-1 0 0 0 0,0 1 0 0 0,0-1 0 0 0,0 0 0 0 0,0 1 0 0 0,0-1 0 0 0,0 0 0 0 0,0 0 0 0 0,0 1 0 0 0,0-1 0 0 0,0 0 0 0 0,-1 0 0 0 0,1 1 0 0 0,0-1 0 0 0,0 0 0 0 0,-1 1 0 0 0,1-1 0 0 0,0 1 0 0 0,-1-1 0 0 0,1 0 0 0 0,-1 1 0 0 0,1-1 0 0 0,-1 1 0 0 0,1-1 0 0 0,-1 1 0 0 0,1-1 0 0 0,-1 1 0 0 0,1-1 0 0 0,-1 1 0 0 0,0 0 0 0 0,1-1 0 0 0,-1 1 0 0 0,0 0 0 0 0,1-1 0 0 0,-1 1 0 0 0,0 0 0 0 0,1 0 0 0 0,-1 0 0 0 0,0 0 259 0 0,-6-3-1439 0 0</inkml:trace>
  <inkml:trace contextRef="#ctx0" brushRef="#br0" timeOffset="687.143">654 11 984 0 0,'-9'46'4483'0'0,"9"-35"-4195"0"0,-49 294 1717 0 0,37-261-6058 0 0,8-34 2786 0 0</inkml:trace>
  <inkml:trace contextRef="#ctx0" brushRef="#br0" timeOffset="1377.543">517 446 1484 0 0,'-2'24'3059'0'0,"1"-13"-269"0"0,13-27-1314 0 0,-6 6-1290 0 0,0-1 0 0 0,1 1 0 0 0,0 0 0 0 0,1 1 0 0 0,0-1 0 0 0,0 2 0 0 0,1-1 0 0 0,0 1 0 0 0,1 1 0 0 0,-1-1 1 0 0,2 2-1 0 0,-1-1 0 0 0,1 1 0 0 0,2 0-186 0 0,-12 6 14 0 0,0 0 0 0 0,0 0 1 0 0,0 0-1 0 0,0 0 0 0 0,1 0 1 0 0,-1 0-1 0 0,0 0 0 0 0,0 0 1 0 0,0 1-1 0 0,0-1 0 0 0,0 0 1 0 0,0 1-1 0 0,0-1 0 0 0,1 1 1 0 0,-1-1-1 0 0,0 1 0 0 0,0-1 1 0 0,-1 1-1 0 0,1 0 0 0 0,0 0 1 0 0,0-1-1 0 0,0 1 0 0 0,0 0 1 0 0,-1 0-1 0 0,1 0 0 0 0,0 0 1 0 0,-1 0-1 0 0,1 0 0 0 0,-1 0 1 0 0,1 0-1 0 0,-1 0 0 0 0,1 0 1 0 0,-1 0-1 0 0,0 0 0 0 0,1 1 1 0 0,-1-1-1 0 0,0 0 0 0 0,0 0 1 0 0,0 0-1 0 0,0 0 0 0 0,0 1 1 0 0,0-1-1 0 0,0 0 0 0 0,-1 0 1 0 0,1 0-1 0 0,0 0 0 0 0,-1 0 1 0 0,1 0-1 0 0,0 1 0 0 0,-1-1 1 0 0,0 0-1 0 0,1 0 0 0 0,-1 0 1 0 0,1-1-1 0 0,-1 1 0 0 0,-1 1-14 0 0,-1 5 4 0 0,-1 1-1 0 0,-1-1 0 0 0,0 0 0 0 0,0 0 0 0 0,0-1 0 0 0,-1 1 0 0 0,1-1 0 0 0,-2-1 0 0 0,1 1 0 0 0,-1-1 0 0 0,1 0 0 0 0,-1 0 0 0 0,-1-1 0 0 0,-3 2-3 0 0,11-16-237 0 0,0 9 230 0 0,1 0 1 0 0,0 0 0 0 0,0 0-1 0 0,-1 0 1 0 0,1 0 0 0 0,0 1-1 0 0,0-1 1 0 0,0 0 0 0 0,0 1-1 0 0,0-1 1 0 0,0 1 0 0 0,0-1-1 0 0,0 1 1 0 0,0-1 0 0 0,0 1-1 0 0,0 0 1 0 0,0-1 0 0 0,0 1-1 0 0,1 0 1 0 0,-1 0 0 0 0,0 0-1 0 0,0 0 1 0 0,0 0-1 0 0,0 0 1 0 0,0 0 0 0 0,0 0-1 0 0,1 0 1 0 0,-1 1 0 0 0,0-1-1 0 0,0 0 1 0 0,0 1 0 0 0,0-1-1 0 0,0 1 1 0 0,0-1 0 0 0,0 1-1 0 0,0 0 1 0 0,0-1 0 0 0,0 1-1 0 0,0 0 1 0 0,-1 0 0 0 0,1 0-1 0 0,0-1 1 0 0,0 1 0 0 0,-1 0-1 0 0,1 0 1 0 0,-1 0 0 0 0,1 0-1 0 0,-1 0 1 0 0,1 0-1 0 0,-1 0 1 0 0,1 0 0 0 0,-1 1-1 0 0,0-1 1 0 0,0 0 0 0 0,1 0-1 0 0,-1 1 7 0 0,-2 4-52 0 0,0 0-1 0 0,0 0 0 0 0,-1 0 1 0 0,1 0-1 0 0,-1-1 0 0 0,0 1 1 0 0,-1-1-1 0 0,1 0 0 0 0,-1 0 1 0 0,0 0-1 0 0,-1 0 0 0 0,1-1 1 0 0,-1 0-1 0 0,0 0 0 0 0,0 0 1 0 0,0 0-1 0 0,0-1 0 0 0,-1 0 1 0 0,1 0-1 0 0,-3 1 53 0 0,-38 6-1729 0 0,-100 22 2739 0 0,100-17 4283 0 0,134-19-3050 0 0,9-7-1155 0 0,34-13-329 0 0,-81 16-664 0 0,63-7 707 0 0,-34 11-3084 0 0,-64 9-3249 0 0,-24-4-101 0 0,-6-5 2287 0 0,8 2 1845 0 0</inkml:trace>
  <inkml:trace contextRef="#ctx0" brushRef="#br0" timeOffset="1630.212">691 542 1556 0 0,'-3'6'1292'0'0,"-2"22"-268"0"0,0-2-124 0 0,0 2-59 0 0,0 2-117 0 0,-1-2-8 0 0,2 0-184 0 0,-2-1-4 0 0,6-8-116 0 0,-1-1-104 0 0,1 0-312 0 0,-2-8-196 0 0,2 0 16 0 0,0-10 20 0 0,0 0-1560 0 0,0 0 71 0 0,0 9 77 0 0,0-9 328 0 0</inkml:trace>
  <inkml:trace contextRef="#ctx0" brushRef="#br0" timeOffset="2560.294">933 7 1076 0 0,'0'0'271'0'0,"1"0"0"0"0,-1 0 0 0 0,1 0 0 0 0,-1 0 0 0 0,0 0 0 0 0,1 0-1 0 0,-1 0 1 0 0,1 0 0 0 0,-1 0 0 0 0,0 0 0 0 0,1 0 0 0 0,-1-1 0 0 0,0 1 0 0 0,1 0 0 0 0,-1 0 0 0 0,1 0 0 0 0,-1 0-1 0 0,0-1 1 0 0,1 1 0 0 0,-1 0 0 0 0,0 0 0 0 0,0-1 0 0 0,1 1 0 0 0,-1 0 0 0 0,0 0 0 0 0,1-1 0 0 0,-1 1 0 0 0,0 0-1 0 0,0-1 1 0 0,0 1 0 0 0,1 0 0 0 0,-1-1 0 0 0,0 1 0 0 0,0-1-271 0 0,6 42 2346 0 0,-6-40-2377 0 0,13 225 6444 0 0,-11 111-6413 0 0,4 109-855 0 0,7-400-2157 0 0,-13-45 2812 0 0,1 0-1 0 0,-1 0 1 0 0,0-1 0 0 0,1 1-1 0 0,-1 0 1 0 0,1-1 0 0 0,-1 1-1 0 0,0 0 1 0 0,1-1 0 0 0,-1 1-1 0 0,1-1 1 0 0,0 1 0 0 0,-1-1-1 0 0,1 1 1 0 0,-1-1 0 0 0,1 1-1 0 0,0-1 1 0 0,-1 0 0 0 0,1 1-1 0 0,0-1 1 0 0,0 0 0 0 0,-1 1-1 0 0,1-1 1 0 0,0 0 0 0 0,0 0-1 0 0,-1 0 1 0 0,1 0 0 0 0,0 0-1 0 0,0 0 1 0 0,-1 0 0 0 0,1 0-1 0 0,0 0 1 0 0,0 0 0 0 0,0 0 0 0 0,-1 0-1 0 0,1-1 1 0 0,0 1 0 0 0,0 0-1 0 0,-1 0 1 0 0,1-1 0 0 0,0 1-1 0 0,-1-1 1 0 0,1 1 0 0 0,0-1-1 0 0,-1 1 1 0 0,1-1 0 0 0,-1 1-1 0 0,1-1 1 0 0,-1 1 0 0 0,1-1-1 0 0,-1 0 1 0 0,1 1 0 0 0,-1-1-1 0 0,0 0 1 0 0,1 1 0 0 0,-1-2 200 0 0,4-4-1397 0 0,-1-2-88 0 0</inkml:trace>
  <inkml:trace contextRef="#ctx0" brushRef="#br0" timeOffset="8632.001">781 196 1056 0 0,'0'0'1155'0'0,"0"0"-153"0"0,0 0-120 0 0,0 0-75 0 0,0 0-96 0 0,0 0-53 0 0,0 0 20 0 0,2-5-91 0 0,6-18-7 0 0,20 17 1442 0 0,43-9 87 0 0,42-6-656 0 0,27-4-432 0 0,-140 26-1076 0 0,-1-1 0 0 0,1 0 0 0 0,0 1 1 0 0,0-1-1 0 0,0 0 0 0 0,-1 1 1 0 0,1-1-1 0 0,0 1 0 0 0,0-1 0 0 0,0 0 1 0 0,0 1-1 0 0,0-1 0 0 0,0 1 0 0 0,0-1 1 0 0,0 0-1 0 0,0 1 0 0 0,0-1 0 0 0,0 1 1 0 0,0-1-1 0 0,0 0 0 0 0,0 1 0 0 0,0-1 1 0 0,0 1-1 0 0,1-1 0 0 0,-1 0 0 0 0,0 1 1 0 0,0-1-1 0 0,0 0 0 0 0,1 1 1 0 0,-1-1-1 0 0,0 0 0 0 0,0 1 0 0 0,1-1 1 0 0,-1 0-1 0 0,0 1 0 0 0,1-1 0 0 0,-1 0 1 0 0,0 0-1 0 0,1 0 0 0 0,-1 1 0 0 0,0-1 1 0 0,1 0-1 0 0,-1 0 0 0 0,1 0 0 0 0,-1 0 1 0 0,0 0-1 0 0,1 0 0 0 0,-1 0 0 0 0,1 1 1 0 0,-1-1-1 0 0,1 0 55 0 0,-37 24-3239 0 0,35-23 3131 0 0,-65 35-4746 0 0,55-30 3422 0 0</inkml:trace>
  <inkml:trace contextRef="#ctx0" brushRef="#br0" timeOffset="9746.899">856 286 1600 0 0,'-2'0'235'0'0,"0"0"-1"0"0,1 1 1 0 0,-1-1-1 0 0,0 1 1 0 0,1 0-1 0 0,-1-1 1 0 0,0 1-1 0 0,1 0 0 0 0,-1 0 1 0 0,1 0-1 0 0,0 0 1 0 0,-1 0-1 0 0,1 0 1 0 0,0 1-1 0 0,0-1 1 0 0,0 0-1 0 0,-1 1 1 0 0,1-1-1 0 0,1 1 1 0 0,-1-1-1 0 0,0 1 1 0 0,0-1-1 0 0,0 1 1 0 0,1 0-1 0 0,-1-1 1 0 0,1 1-1 0 0,0 0 1 0 0,-1-1-1 0 0,1 1 1 0 0,0 0-1 0 0,0 0 0 0 0,0-1-233 0 0,58-4 2917 0 0,-57 3-2766 0 0,22 0 172 0 0,34 3 167 0 0,-83 31-273 0 0,-29 7-371 0 0,34-27 168 0 0,-5 16-149 0 0,-4-3 810 0 0,30-26-646 0 0,23-7 464 0 0,11-7-244 0 0,0 2 1 0 0,1 1-1 0 0,1 2 0 0 0,-1 1 0 0 0,1 2 0 0 0,0 2 0 0 0,30 0-250 0 0,-61 6 3 0 0,23 16 33 0 0,-27-19-47 0 0,-1 0 25 0 0,0 0-5 0 0,0 0 61 0 0,0 0-58 0 0,1 0-12 0 0,0 0-1 0 0,0 0 1 0 0,0 0 0 0 0,0 0 0 0 0,0 0-1 0 0,0 0 1 0 0,0 0 0 0 0,0 1 0 0 0,0-1 0 0 0,0 0-1 0 0,0 1 1 0 0,0-1 0 0 0,0 0 0 0 0,0 1-1 0 0,0-1 1 0 0,0 1 0 0 0,0 0 0 0 0,-1-1-1 0 0,1 1 1 0 0,0 0 0 0 0,0-1 0 0 0,-1 1 0 0 0,1 0-1 0 0,0 0 1 0 0,-1 0 0 0 0,1-1 0 0 0,-1 1-1 0 0,1 0 1 0 0,-1 0 0 0 0,0 0 0 0 0,1 0 0 0 0,-1 0-1 0 0,0 0 1 0 0,1 0 0 0 0,-1 0 0 0 0,0 0-1 0 0,0 0 1 0 0,0 0 0 0 0,0 0 0 0 0,0 0-1 0 0,0 0 1 0 0,0 0 0 0 0,0 0 0 0 0,-1 0 0 0 0,-8 39 309 0 0,-14 60-170 0 0,-3-36 608 0 0,4-55 476 0 0,22-8-1161 0 0,0-1-215 0 0,-13-5-705 0 0,-71-61-5895 0 0,36 28-133 0 0,47 36 5467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8:22.831"/>
    </inkml:context>
    <inkml:brush xml:id="br0">
      <inkml:brushProperty name="width" value="0.05" units="cm"/>
      <inkml:brushProperty name="height" value="0.05" units="cm"/>
      <inkml:brushProperty name="color" value="#FFFFFF"/>
    </inkml:brush>
  </inkml:definitions>
  <inkml:trace contextRef="#ctx0" brushRef="#br0">0 80 2616 0 0,'1'-2'9918'0'0,"12"0"-5420"0"0,34 1-2358 0 0,87 2 1516 0 0,47-28-1720 0 0,-32 6-2015 0 0,-44-3-4634 0 0,-104 24 4440 0 0,-1-1 0 0 0,1 1-1 0 0,-1 0 1 0 0,1-1-1 0 0,0 1 1 0 0,0 0-1 0 0,-1 0 1 0 0,1-1-1 0 0,0 1 1 0 0,0 0-1 0 0,-1 0 1 0 0,1 0 0 0 0,0 0-1 0 0,0 0 1 0 0,-1 0-1 0 0,1 0 1 0 0,0 0-1 0 0,0 0 1 0 0,-1 0-1 0 0,1 0 1 0 0,0 1-1 0 0,0-1 1 0 0,-1 0 0 0 0,1 0-1 0 0,0 1 1 0 0,-1-1-1 0 0,1 1 1 0 0,0-1-1 0 0,-1 1 1 0 0,1-1-1 0 0,0 0 1 0 0,-1 1-1 0 0,1 0 1 0 0,-1-1 0 0 0,1 1-1 0 0,-1-1 1 0 0,0 1-1 0 0,1 0 1 0 0,-1-1-1 0 0,1 1 1 0 0,-1 0-1 0 0,0 0 1 0 0,0-1-1 0 0,1 1 1 0 0,-1 0 0 0 0,0-1-1 0 0,0 1 1 0 0,0 0-1 0 0,0 0 1 0 0,0 0-1 0 0,0-1 1 0 0,0 1-1 0 0,0 0 1 0 0,0 0 0 0 0,0-1-1 0 0,0 1 1 0 0,-1 0-1 0 0,1 0 1 0 0,0-1-1 0 0,-1 1 1 0 0,1 0 273 0 0,-11 19-746 0 0,1-8-636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8:21.788"/>
    </inkml:context>
    <inkml:brush xml:id="br0">
      <inkml:brushProperty name="width" value="0.05" units="cm"/>
      <inkml:brushProperty name="height" value="0.05" units="cm"/>
      <inkml:brushProperty name="color" value="#FFFFFF"/>
    </inkml:brush>
  </inkml:definitions>
  <inkml:trace contextRef="#ctx0" brushRef="#br0">54 2 1944 0 0,'16'-2'10080'0'0,"7"36"-6177"0"0,-20-29-3290 0 0,3 6-103 0 0,1 0 1 0 0,1-1-1 0 0,0 0 0 0 0,0 0 0 0 0,1-1 0 0 0,0 0 0 0 0,0 0 1 0 0,1-1-1 0 0,0-1 0 0 0,1 1 0 0 0,9 4-510 0 0,-1-3-600 0 0,-14-6-3411 0 0,0-1-4871 0 0,-8 2 7300 0 0,-42 43-2809 0 0,28-35 2961 0 0</inkml:trace>
  <inkml:trace contextRef="#ctx0" brushRef="#br0" timeOffset="250.14">9 307 1556 0 0,'3'14'7734'0'0,"26"5"-4461"0"0,-10-7-2569 0 0,-7 6-1480 0 0,-8 35-7703 0 0,-4-36 7412 0 0,0 8-346 0 0</inkml:trace>
  <inkml:trace contextRef="#ctx0" brushRef="#br0" timeOffset="510.465">0 878 1324 0 0,'1'-1'221'0'0,"0"1"0"0"0,-1 0 0 0 0,1 0 0 0 0,0 0 0 0 0,-1 0 0 0 0,1 0 0 0 0,-1 0 0 0 0,1 0 0 0 0,0 0 0 0 0,-1 0 0 0 0,1 0 0 0 0,-1 1 0 0 0,1-1 0 0 0,0 0 0 0 0,-1 0 0 0 0,1 0 0 0 0,-1 1 0 0 0,1-1 1 0 0,-1 0-1 0 0,1 1 0 0 0,-1-1 0 0 0,1 1 0 0 0,-1-1 0 0 0,1 0 0 0 0,-1 1 0 0 0,1-1 0 0 0,-1 1 0 0 0,0-1 0 0 0,1 1 0 0 0,-1-1 0 0 0,0 1 0 0 0,0 0 0 0 0,1-1 0 0 0,-1 1 0 0 0,0-1 0 0 0,0 1 0 0 0,0 0 0 0 0,1-1 0 0 0,-1 1 0 0 0,0-1 0 0 0,0 1 0 0 0,0 0 0 0 0,0-1 0 0 0,0 1 0 0 0,-1-1 0 0 0,1 1 0 0 0,0 0 0 0 0,0-1 0 0 0,0 1 0 0 0,0-1 0 0 0,-1 1 0 0 0,1 0 0 0 0,0-1 0 0 0,0 1 0 0 0,-1-1 0 0 0,1 1-221 0 0,159-190 4174 0 0,-90 99-4503 0 0,14-5-2503 0 0,53-36-6917 0 0,-102 109 7132 0 0,-22 17 1225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8:20.706"/>
    </inkml:context>
    <inkml:brush xml:id="br0">
      <inkml:brushProperty name="width" value="0.05" units="cm"/>
      <inkml:brushProperty name="height" value="0.05" units="cm"/>
      <inkml:brushProperty name="color" value="#FFFFFF"/>
    </inkml:brush>
  </inkml:definitions>
  <inkml:trace contextRef="#ctx0" brushRef="#br0">11 1 2500 0 0,'3'17'4984'0'0,"8"9"-2628"0"0,0 0-1067 0 0,44 97 2893 0 0,-26-71-6188 0 0,-28-51 745 0 0,0-1 1601 0 0,1-4-7880 0 0,4-10 6062 0 0,0 5 32 0 0</inkml:trace>
  <inkml:trace contextRef="#ctx0" brushRef="#br0" timeOffset="264.037">217 60 2240 0 0,'16'12'6358'0'0,"3"23"-3486"0"0,-7-10-1037 0 0,-9-20-1648 0 0,27 27 824 0 0,-2-32-7043 0 0,32-47 167 0 0,-44 36 4539 0 0</inkml:trace>
  <inkml:trace contextRef="#ctx0" brushRef="#br0" timeOffset="448.075">559 3 2256 0 0,'11'23'9602'0'0,"-18"26"-4788"0"0,-13-5-3863 0 0,-1 0 0 0 0,-2-2 0 0 0,-2 0 1 0 0,-1-2-1 0 0,-3-1 0 0 0,-1-1 1 0 0,-17 16-952 0 0,45-51 20 0 0,-150 162-484 0 0,42-66-3111 0 0,99-90 2836 0 0,-20 16-968 0 0,10-14-2577 0 0,19-10 2202 0 0,2-1 137 0 0,-12-7-1784 0 0,14-27 1435 0 0,6 15 798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8:20.028"/>
    </inkml:context>
    <inkml:brush xml:id="br0">
      <inkml:brushProperty name="width" value="0.05" units="cm"/>
      <inkml:brushProperty name="height" value="0.05" units="cm"/>
      <inkml:brushProperty name="color" value="#FFFFFF"/>
    </inkml:brush>
  </inkml:definitions>
  <inkml:trace contextRef="#ctx0" brushRef="#br0">17 16 2092 0 0,'-3'0'2068'0'0,"-4"0"-11"0"0,1-8 10155 0 0,9 0-13090 0 0,42 12 2923 0 0,247 1 2004 0 0,-126-5-2956 0 0,-165 0-1080 0 0,0 0 0 0 0,1 0 0 0 0,-1 0 0 0 0,0 0 0 0 0,0 0 0 0 0,0 0 0 0 0,1 0 0 0 0,-1 1 0 0 0,0-1 0 0 0,0 1 0 0 0,0-1 0 0 0,0 1 0 0 0,0-1 0 0 0,0 1 0 0 0,0-1 0 0 0,0 1 0 0 0,0 0 0 0 0,0 0 0 0 0,0-1 0 0 0,0 1 0 0 0,-1 0 0 0 0,1 0 0 0 0,0 0 0 0 0,0 0 0 0 0,-1 0 0 0 0,1 0 0 0 0,-1 0 0 0 0,1 0 0 0 0,-1 0 0 0 0,1 0 0 0 0,-1 0 0 0 0,0 1 0 0 0,1-1 0 0 0,-1 0 0 0 0,0 0 0 0 0,0 1-13 0 0,12 151 510 0 0,-34-34-638 0 0,-11 83-3235 0 0,21-145 880 0 0,-1 3-5875 0 0,9-54 5564 0 0,3-5-2656 0 0,1-1 3850 0 0</inkml:trace>
  <inkml:trace contextRef="#ctx0" brushRef="#br0" timeOffset="259.315">180 296 1392 0 0,'-5'-5'7264'0'0,"22"5"-3095"0"0,-7 1-3211 0 0,112-13 2285 0 0,-46 2-4392 0 0,-76 10 498 0 0,0 0-149 0 0,0 0-138 0 0,-4 33-5799 0 0,-36 29 2268 0 0,23-38 3023 0 0</inkml:trace>
  <inkml:trace contextRef="#ctx0" brushRef="#br0" timeOffset="260.315">89 585 2412 0 0,'-10'19'10023'0'0,"38"-18"-4206"0"0,-16-1-5735 0 0,155-3 3607 0 0,-38-23-2658 0 0,-37 4-3726 0 0,-91 22 1514 0 0,-1 0-668 0 0,0 0-99 0 0,0 0-114 0 0,0 0 79 0 0,0 0 81 0 0,18 0-4631 0 0,-14 0 4872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8:28.521"/>
    </inkml:context>
    <inkml:brush xml:id="br0">
      <inkml:brushProperty name="width" value="0.05" units="cm"/>
      <inkml:brushProperty name="height" value="0.05" units="cm"/>
      <inkml:brushProperty name="color" value="#FFFFFF"/>
    </inkml:brush>
  </inkml:definitions>
  <inkml:trace contextRef="#ctx0" brushRef="#br0">63 7 2616 0 0,'-5'-5'3170'0'0,"5"3"4116"0"0,14 7-4614 0 0,77 7 981 0 0,212-1 1056 0 0,-207-12-6520 0 0,-94 1 917 0 0,-2 0-163 0 0,7 3-1058 0 0,-8 4-1933 0 0,-125 38-6550 0 0,100-41 9143 0 0</inkml:trace>
  <inkml:trace contextRef="#ctx0" brushRef="#br0" timeOffset="248.181">218 55 1588 0 0,'-1'20'6794'0'0,"-6"13"-4045"0"0,0 2-1756 0 0,-1 8-238 0 0,-1 0 0 0 0,-2 0 0 0 0,-1-2 0 0 0,-3 1 0 0 0,-4 3-755 0 0,18-41 351 0 0,-7 17-2472 0 0,16-29-2266 0 0,60-101-2345 0 0,-52 84 5322 0 0</inkml:trace>
  <inkml:trace contextRef="#ctx0" brushRef="#br0" timeOffset="462.989">292 174 1436 0 0,'4'-6'819'0'0,"-4"5"-585"0"0,1 0 0 0 0,-1 0 0 0 0,1 0 1 0 0,-1 0-1 0 0,1 1 0 0 0,-1-1 0 0 0,1 0 0 0 0,-1 0 0 0 0,1 0 0 0 0,-1 1 0 0 0,1-1 0 0 0,0 0 0 0 0,0 1 0 0 0,-1-1 0 0 0,1 0 0 0 0,0 1 0 0 0,0-1 0 0 0,0 1 0 0 0,0-1 0 0 0,0 1 0 0 0,0 0 0 0 0,0-1 0 0 0,0 1 0 0 0,0 0 0 0 0,-1 0 1 0 0,1-1-1 0 0,0 1 0 0 0,0 0 0 0 0,0 0 0 0 0,0 0 0 0 0,0 0 0 0 0,0 0 0 0 0,0 1 0 0 0,0-1 0 0 0,1 0-234 0 0,-3 23 3179 0 0,0 37-1208 0 0,8 103 373 0 0,-6-158-2349 0 0,1-1 0 0 0,0 1 0 0 0,0 0 0 0 0,0-1 0 0 0,1 1 0 0 0,-1-1 0 0 0,1 0 0 0 0,0 0-1 0 0,0 0 1 0 0,1 0 0 0 0,-1-1 0 0 0,1 1 0 0 0,0-1 0 0 0,0 0 0 0 0,0 0 0 0 0,0 0 0 0 0,0-1 0 0 0,1 1 0 0 0,0-1 0 0 0,-1 0 0 0 0,1 0 0 0 0,0-1 0 0 0,0 1 0 0 0,-1-1 0 0 0,1 0 0 0 0,0 0 0 0 0,0-1-1 0 0,1 0 1 0 0,-1 0 0 0 0,0 0 0 0 0,4-1 5 0 0,23-19-2213 0 0,-31 19 1913 0 0,0 0-1 0 0,-1 1 1 0 0,0-1-1 0 0,1 0 1 0 0,-1 0-1 0 0,1 1 1 0 0,-1-1-1 0 0,0 0 1 0 0,0 0-1 0 0,1 0 1 0 0,-1 1-1 0 0,0-1 1 0 0,0 0-1 0 0,0 0 1 0 0,0 0-1 0 0,0 0 0 0 0,0 0 1 0 0,0 1-1 0 0,0-1 1 0 0,0 0-1 0 0,0 0 1 0 0,-1 0-1 0 0,1 0 1 0 0,0 1-1 0 0,0-1 1 0 0,-1 0-1 0 0,1 0 1 0 0,-1 1-1 0 0,1-1 1 0 0,-1 0-1 0 0,1 0 1 0 0,-1 1-1 0 0,1-1 0 0 0,-1 1 1 0 0,0-1-1 0 0,1 1 1 0 0,-1-1-1 0 0,0 1 1 0 0,1-1-1 0 0,-2 0 301 0 0,-4-2-1482 0 0</inkml:trace>
  <inkml:trace contextRef="#ctx0" brushRef="#br0" timeOffset="676.071">10 329 1292 0 0,'-9'28'4967'0'0,"10"26"-3038"0"0,0-29-883 0 0,-1 141 898 0 0,0-95-9860 0 0,0-71 6598 0 0</inkml:trace>
  <inkml:trace contextRef="#ctx0" brushRef="#br0" timeOffset="1002.15">15 321 2364 0 0,'0'-5'471'0'0,"1"0"-1"0"0,-1 0 0 0 0,1 0 0 0 0,0 1 1 0 0,0-1-1 0 0,1 0 0 0 0,0 0 1 0 0,-1 1-1 0 0,1-1 0 0 0,1 0 1 0 0,-1 1-1 0 0,1 0 0 0 0,0 0 1 0 0,0 0-1 0 0,0 0 0 0 0,0 0 1 0 0,1 1-1 0 0,0-1 0 0 0,-1 1 1 0 0,1 0-1 0 0,0 0 0 0 0,1 0 1 0 0,-1 1-1 0 0,1-1-470 0 0,10-3 642 0 0,0 1-1 0 0,0 0 1 0 0,1 2-1 0 0,0-1 1 0 0,-1 2-1 0 0,1 0 1 0 0,0 1 0 0 0,0 1-1 0 0,0 0 1 0 0,15 2-642 0 0,35 12 1359 0 0,0 2 1 0 0,-1 4-1 0 0,36 16-1359 0 0,-97-34 7 0 0,0-1 0 0 0,0 1 0 0 0,0 0-1 0 0,0 0 1 0 0,0 0 0 0 0,-1 1 0 0 0,1-1 0 0 0,-1 1-1 0 0,1 0 1 0 0,-1 0 0 0 0,0 0 0 0 0,0 0 0 0 0,-1 0-1 0 0,1 1 1 0 0,-1-1 0 0 0,0 1 0 0 0,1 0 0 0 0,-1 0-1 0 0,-1 0 1 0 0,1 0 0 0 0,-1 0 0 0 0,0 0-1 0 0,1 0 1 0 0,-2 0 0 0 0,1 1 0 0 0,0 3-7 0 0,-2-1-239 0 0,0 1 1 0 0,0 0-1 0 0,-1-1 0 0 0,0 0 1 0 0,0 1-1 0 0,0-1 0 0 0,-1 0 1 0 0,0 0-1 0 0,-1 0 0 0 0,0-1 1 0 0,-4 7 238 0 0,-100 99-8758 0 0,92-100 7288 0 0,-1 0 0 0 0,0-2-1 0 0,-1 0 1 0 0,0-1 0 0 0,0 0 0 0 0,-1-2 0 0 0,-13 4 1470 0 0,7-6-1537 0 0</inkml:trace>
  <inkml:trace contextRef="#ctx0" brushRef="#br0" timeOffset="1265.128">59 640 2368 0 0,'0'-3'7939'0'0,"10"0"-3696"0"0,80-5-887 0 0,48-5-1155 0 0,-84 7-1599 0 0,43-4 511 0 0,-32 8-4259 0 0,-59 1 1569 0 0,-8 9-3229 0 0,-153 73-4688 0 0,122-69 8235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8:24.224"/>
    </inkml:context>
    <inkml:brush xml:id="br0">
      <inkml:brushProperty name="width" value="0.05" units="cm"/>
      <inkml:brushProperty name="height" value="0.05" units="cm"/>
      <inkml:brushProperty name="color" value="#FFFFFF"/>
    </inkml:brush>
  </inkml:definitions>
  <inkml:trace contextRef="#ctx0" brushRef="#br0">111 223 1316 0 0,'0'0'1664'0'0,"3"0"-94"0"0,9 0-167 0 0,-9 0-29 0 0,3 4-157 0 0,5 5-569 0 0,-1 0-1 0 0,0 0 1 0 0,-1 1-1 0 0,1 1 1 0 0,-2-1-1 0 0,0 1 1 0 0,0 1 0 0 0,4 8-648 0 0,23 43 2001 0 0,-33-61-2342 0 0,8 9 935 0 0,-4-12-6670 0 0,20-64-453 0 0,-20 42 5099 0 0</inkml:trace>
  <inkml:trace contextRef="#ctx0" brushRef="#br0" timeOffset="204.03">344 55 1096 0 0,'5'1'8471'0'0,"-5"35"-5495"0"0,-3 58-348 0 0,2-83-2975 0 0,-15 69 572 0 0,0-28-8172 0 0,19-50 3439 0 0,-1-6 3118 0 0</inkml:trace>
  <inkml:trace contextRef="#ctx0" brushRef="#br0" timeOffset="628.595">491 185 1532 0 0,'13'9'9915'0'0,"-22"10"-6504"0"0,-23 19-2333 0 0,4-14-653 0 0,-2 0 0 0 0,0-2 0 0 0,-1-1 1 0 0,-2-2-1 0 0,-30 14-425 0 0,43-23 45 0 0,1-1 0 0 0,-1-1 0 0 0,0-1 1 0 0,-1-1-1 0 0,0 0 0 0 0,0-2 0 0 0,0 0 1 0 0,-1-2-1 0 0,-15 1-45 0 0,27-3-225 0 0,-6-1 248 0 0,33-6 544 0 0,299-62 1778 0 0,-93 31-2947 0 0,-216 35-5062 0 0,-32 9-1226 0 0,-19 10 2234 0 0,25-9 3093 0 0</inkml:trace>
  <inkml:trace contextRef="#ctx0" brushRef="#br0" timeOffset="881.115">326 395 1884 0 0,'-18'40'6494'0'0,"3"29"-4127"0"0,7-24-1280 0 0,-43 166-677 0 0,48-203-393 0 0,2-1-8431 0 0,5-10 6801 0 0</inkml:trace>
  <inkml:trace contextRef="#ctx0" brushRef="#br0" timeOffset="1149.389">383 478 1184 0 0,'0'-1'128'0'0,"1"1"1"0"0,-1-1-1 0 0,0 1 0 0 0,1-1 1 0 0,-1 1-1 0 0,0-1 0 0 0,1 1 0 0 0,-1 0 1 0 0,1-1-1 0 0,-1 1 0 0 0,1-1 1 0 0,-1 1-1 0 0,1 0 0 0 0,-1 0 1 0 0,1-1-1 0 0,-1 1 0 0 0,1 0 0 0 0,0 0 1 0 0,-1 0-1 0 0,1 0 0 0 0,-1 0 1 0 0,1-1-1 0 0,-1 1 0 0 0,1 0 1 0 0,0 0-1 0 0,-1 1 0 0 0,1-1 0 0 0,-1 0 1 0 0,1 0-1 0 0,-1 0 0 0 0,1 0 1 0 0,0 0-1 0 0,-1 1 0 0 0,1-1 1 0 0,-1 0-1 0 0,1 0 0 0 0,-1 1 0 0 0,1-1 1 0 0,-1 0-1 0 0,1 1 0 0 0,-1-1 1 0 0,0 0-1 0 0,1 1 0 0 0,-1-1 1 0 0,1 1-1 0 0,-1-1 0 0 0,0 1 0 0 0,1-1 1 0 0,-1 1-1 0 0,0-1 0 0 0,0 1 1 0 0,1-1-1 0 0,-1 1 0 0 0,0 0 0 0 0,0-1 1 0 0,0 1-1 0 0,0-1 0 0 0,0 1 1 0 0,0-1-1 0 0,0 1 0 0 0,0 0-128 0 0,11 38 3213 0 0,-11-37-3326 0 0,16 205 5902 0 0,-16-206-5754 0 0,0 0 0 0 0,0 0-1 0 0,1 0 1 0 0,-1 0 0 0 0,1 0 0 0 0,-1 0-1 0 0,1 0 1 0 0,-1 0 0 0 0,1-1 0 0 0,-1 1-1 0 0,1 0 1 0 0,0 0 0 0 0,0 0 0 0 0,-1-1 0 0 0,1 1-1 0 0,0 0 1 0 0,0-1 0 0 0,0 1 0 0 0,0 0-1 0 0,0-1 1 0 0,0 0 0 0 0,0 1 0 0 0,0-1-1 0 0,0 1 1 0 0,0-1 0 0 0,0 0 0 0 0,0 0-1 0 0,0 1 1 0 0,0-1 0 0 0,0 0 0 0 0,0 0 0 0 0,0 0-1 0 0,0 0 1 0 0,0-1 0 0 0,0 1 0 0 0,0 0-1 0 0,0 0 1 0 0,0 0 0 0 0,0-1 0 0 0,0 1-1 0 0,0-1 1 0 0,0 1 0 0 0,0-1 0 0 0,0 1 0 0 0,0-1-1 0 0,0 1 1 0 0,0-1 0 0 0,-1 0 0 0 0,1 0-1 0 0,0 1 1 0 0,0-2-35 0 0,45-36 241 0 0,-46 38-239 0 0,7-7 14 0 0,2-2-359 0 0,0 1 0 0 0,0-2 0 0 0,-1 1 0 0 0,0-1-1 0 0,0 0 1 0 0,-1-1 0 0 0,-1 0 0 0 0,0 0 0 0 0,0 0 0 0 0,1-7 343 0 0,17-52-12147 0 0,-22 64 10657 0 0,0-1-13 0 0</inkml:trace>
  <inkml:trace contextRef="#ctx0" brushRef="#br0" timeOffset="1555.576">551 79 1356 0 0,'10'-6'5528'0'0,"16"3"-1812"0"0,-15 2-2866 0 0,221-17 4607 0 0,-231 17-5183 0 0,19 5 838 0 0,-16 2-1035 0 0,-1 0 0 0 0,0 0 0 0 0,-1 1 1 0 0,0 0-1 0 0,0-1 0 0 0,0 1 0 0 0,0 0 0 0 0,-1 0 0 0 0,-1 0 0 0 0,1 0 1 0 0,-1 0-1 0 0,0 0 0 0 0,0 0 0 0 0,-1 0 0 0 0,0 0 0 0 0,0-1 0 0 0,-2 7-77 0 0,-30 127-339 0 0,10-63-1640 0 0,2-27-5212 0 0,13-44 3855 0 0,6-6-916 0 0,2 0 2941 0 0</inkml:trace>
  <inkml:trace contextRef="#ctx0" brushRef="#br0" timeOffset="1817.99">638 218 2384 0 0,'-4'9'7525'0'0,"4"11"-5648"0"0,-1 7-4976 0 0,-11-5-3008 0 0,8-16 4431 0 0</inkml:trace>
  <inkml:trace contextRef="#ctx0" brushRef="#br0" timeOffset="2100.372">570 342 1720 0 0,'13'-11'4736'0'0,"12"-1"-2698"0"0,0 0-1240 0 0,42-26 906 0 0,68-52-3360 0 0,-105 60-4408 0 0,-24 23 4512 0 0</inkml:trace>
  <inkml:trace contextRef="#ctx0" brushRef="#br0" timeOffset="2383.294">925 62 2340 0 0,'46'-11'9665'0'0,"-6"6"-6335"0"0,64-30-1194 0 0,-39 24 48 0 0,-63 13-2188 0 0,0 0-1 0 0,0 0 0 0 0,0 1 1 0 0,0-1-1 0 0,-1 0 1 0 0,1 1-1 0 0,0 0 1 0 0,-1-1-1 0 0,0 1 1 0 0,0 0-1 0 0,0-1 0 0 0,0 1 1 0 0,0 0-1 0 0,0 0 1 0 0,-1 0-1 0 0,1 0 1 0 0,-1 0-1 0 0,0 0 1 0 0,0 0-1 0 0,0 0 0 0 0,0 0 1 0 0,-1 0-1 0 0,1-1 1 0 0,-1 1-1 0 0,1 0 1 0 0,-2 1 4 0 0,2 8-703 0 0,-40 94-3313 0 0,30-85 2377 0 0,-22 37-8350 0 0,27-52 8591 0 0</inkml:trace>
  <inkml:trace contextRef="#ctx0" brushRef="#br0" timeOffset="2384.294">999 168 1932 0 0,'6'7'7973'0'0,"4"17"-6182"0"0,-31 13-9577 0 0,9-18 6184 0 0</inkml:trace>
  <inkml:trace contextRef="#ctx0" brushRef="#br0" timeOffset="2665.321">895 323 1292 0 0,'9'-5'5283'0'0,"3"-2"-3770"0"0,94-31 1810 0 0,-102 36-4676 0 0,-2 2-5989 0 0,-4 2 5974 0 0</inkml:trace>
  <inkml:trace contextRef="#ctx0" brushRef="#br0" timeOffset="3782.419">794 328 2644 0 0,'12'6'9609'0'0,"-20"6"-6940"0"0,5-8-2954 0 0,-112 133 2322 0 0,104-124-2859 0 0,18-14-263 0 0,24-1 606 0 0,-26 3 565 0 0,0 1 0 0 0,0 0 1 0 0,-1 0-1 0 0,1 1 0 0 0,-1-1 0 0 0,1 1 1 0 0,-1 0-1 0 0,0 1 0 0 0,0-1 0 0 0,0 1 1 0 0,-1-1-1 0 0,1 1 0 0 0,-1 0 0 0 0,0 0 0 0 0,0 1 1 0 0,0-1-1 0 0,0 1 0 0 0,-1-1 0 0 0,0 1 1 0 0,0 0-1 0 0,0 0 0 0 0,-1 0 0 0 0,0 0 0 0 0,1 0 1 0 0,-2 0-1 0 0,1 0 0 0 0,0 5-86 0 0,-15 123 1510 0 0,-2-74-2195 0 0,17-85-2451 0 0,14-35 1281 0 0,3 0 0 0 0,3 1 1 0 0,16-32 1854 0 0,16-10-344 0 0,-34 73 590 0 0,-18 25-51 0 0,0 1 0 0 0,1-1-1 0 0,-1 1 1 0 0,1 0-1 0 0,0 0 1 0 0,0-1 0 0 0,0 1-1 0 0,0 1 1 0 0,1-1-1 0 0,-1 0 1 0 0,1 1 0 0 0,0-1-1 0 0,-1 1 1 0 0,1 0-1 0 0,1 0 1 0 0,-1 0 0 0 0,0 0-1 0 0,0 0 1 0 0,1 1-1 0 0,-1-1 1 0 0,0 1 0 0 0,1 0-1 0 0,0 0 1 0 0,3 0-195 0 0,-6 1 400 0 0,-1 0-29 0 0,20 3 1111 0 0,-18-2-1463 0 0,-1 1 0 0 0,1 0 0 0 0,-1 0 0 0 0,0 0 0 0 0,1 0 0 0 0,-1 0 0 0 0,0 0 0 0 0,0 0 0 0 0,-1 1-1 0 0,1-1 1 0 0,0 0 0 0 0,-1 0 0 0 0,1 1 0 0 0,-1-1 0 0 0,0 1 0 0 0,0-1 0 0 0,0 0 0 0 0,0 1 0 0 0,0-1-1 0 0,0 0 1 0 0,-1 1 0 0 0,1-1 0 0 0,-1 0 0 0 0,0 0 0 0 0,1 1 0 0 0,-1-1 0 0 0,0 0 0 0 0,0 0-1 0 0,-1 0 1 0 0,1 0 0 0 0,0 0-19 0 0,-44 64-1017 0 0,-4-22 58 0 0,87-70 1187 0 0,-37 25-207 0 0,-1 1-1 0 0,1-1 0 0 0,0 0 0 0 0,0 0 0 0 0,0 1 0 0 0,0-1 1 0 0,0 1-1 0 0,0-1 0 0 0,0 1 0 0 0,1-1 0 0 0,-1 1 1 0 0,0 0-1 0 0,0-1 0 0 0,0 1 0 0 0,0 0 0 0 0,1 0 0 0 0,-1 0 1 0 0,0 0-1 0 0,0 0 0 0 0,0 0 0 0 0,0 0 0 0 0,1 0 1 0 0,-1 1-1 0 0,0-1 0 0 0,0 0 0 0 0,0 1 0 0 0,0-1 0 0 0,0 1 1 0 0,0-1-1 0 0,0 1 0 0 0,0-1 0 0 0,0 1 0 0 0,0 0 1 0 0,0-1-1 0 0,0 1 0 0 0,0 0 0 0 0,0 0 0 0 0,-1 0 0 0 0,1 0 1 0 0,0 0-1 0 0,-1 0 0 0 0,1 0 0 0 0,0 0 0 0 0,-1 0 1 0 0,1 0-1 0 0,-1 0 0 0 0,0 0 0 0 0,1 1-20 0 0,-66 130 367 0 0,65-131-380 0 0,-1 0 0 0 0,1 0 1 0 0,0 0-1 0 0,-1 0 0 0 0,1 0 1 0 0,0 0-1 0 0,0 0 1 0 0,-1 0-1 0 0,1 0 0 0 0,0 0 1 0 0,0 0-1 0 0,0 0 0 0 0,0 0 1 0 0,0 0-1 0 0,0 0 0 0 0,0 0 1 0 0,1 0-1 0 0,-1 0 0 0 0,0 0 1 0 0,1 0-1 0 0,-1 0 0 0 0,0 0 1 0 0,1 0-1 0 0,-1 0 0 0 0,1-1 1 0 0,0 1-1 0 0,-1 0 0 0 0,1 0 1 0 0,0 0-1 0 0,-1-1 0 0 0,1 1 1 0 0,0 0-1 0 0,0-1 0 0 0,-1 1 1 0 0,1-1-1 0 0,0 1 1 0 0,0-1-1 0 0,0 1 0 0 0,0-1 1 0 0,0 1-1 0 0,0-1 0 0 0,0 0 1 0 0,0 0-1 0 0,0 1 0 0 0,0-1 1 0 0,0 0-1 0 0,0 0 0 0 0,0 0 1 0 0,0 0-1 0 0,0 0 0 0 0,0 0 1 0 0,0-1-1 0 0,0 1 0 0 0,0 0 1 0 0,0 0-1 0 0,0-1 13 0 0,0 1-7 0 0,1 0 1 0 0,-1 1-1 0 0,0-1 0 0 0,0 0 0 0 0,1 0 1 0 0,-1 1-1 0 0,0-1 0 0 0,0 1 1 0 0,0-1-1 0 0,1 1 0 0 0,-1-1 0 0 0,0 1 1 0 0,0 0-1 0 0,0-1 0 0 0,0 1 1 0 0,0 0-1 0 0,0 0 0 0 0,0 0 0 0 0,-1 0 1 0 0,1 0-1 0 0,0 0 0 0 0,0 0 1 0 0,-1 0-1 0 0,1 0 0 0 0,-1 0 0 0 0,1 0 1 0 0,-1 1-1 0 0,1-1 0 0 0,-1 0 1 0 0,0 0-1 0 0,1 1 0 0 0,-1-1 0 0 0,0 0 1 0 0,0 0-1 0 0,0 1 0 0 0,0-1 1 0 0,0 0-1 0 0,0 0 0 0 0,-1 1 0 0 0,1-1 1 0 0,0 0-1 0 0,-1 0 0 0 0,1 1 1 0 0,0-1-1 0 0,-1 0 0 0 0,0 0 0 0 0,0 1 7 0 0,-25 64-695 0 0,-69 59 1199 0 0,50-95 2725 0 0,45-29-2893 0 0,24-16 1677 0 0,-4 4-1707 0 0,-9 5-137 0 0,0 0-1 0 0,0 0 0 0 0,1 1 1 0 0,-1 0-1 0 0,1 1 1 0 0,0 1-1 0 0,0 0 1 0 0,1 0-1 0 0,-1 1 0 0 0,5 1-168 0 0,253-1 973 0 0,-215 3-4632 0 0,0-1-3410 0 0,-54 0 5117 0 0,-1 0 130 0 0,0 0 143 0 0,12-6-2520 0 0,-12 1 2781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8:32.817"/>
    </inkml:context>
    <inkml:brush xml:id="br0">
      <inkml:brushProperty name="width" value="0.05" units="cm"/>
      <inkml:brushProperty name="height" value="0.05" units="cm"/>
      <inkml:brushProperty name="color" value="#FFFFFF"/>
    </inkml:brush>
  </inkml:definitions>
  <inkml:trace contextRef="#ctx0" brushRef="#br0">0 665 2040 0 0,'0'0'1554'0'0,"0"3"-232"0"0,0 7-506 0 0,0-3 1909 0 0,6-1-1735 0 0,20 15-114 0 0,10-19 885 0 0,37-39 641 0 0,-37 7-1669 0 0,-1 0 0 0 0,-1-3-1 0 0,-2 0 1 0 0,-2-2 0 0 0,0-2 0 0 0,-3 0 0 0 0,6-14-733 0 0,130-215 451 0 0,-156 253-755 0 0,13-30 64 0 0,-15 11-3332 0 0,-18 9 1311 0 0,-31 11-6944 0 0,36 11 7316 0 0,7 1 441 0 0</inkml:trace>
  <inkml:trace contextRef="#ctx0" brushRef="#br0" timeOffset="377.048">204 146 1008 0 0,'9'20'9278'0'0,"27"-19"-6037"0"0,-19-2-2177 0 0,66-28 452 0 0,88-57 1375 0 0,-133 78-1541 0 0,-33 11-1203 0 0,1 5-131 0 0,0-1 1 0 0,-1 0-1 0 0,0 1 0 0 0,0 0 0 0 0,0 1 0 0 0,-1-1 1 0 0,-1 1-1 0 0,0-1 0 0 0,0 1 0 0 0,0 0 0 0 0,-1 0 0 0 0,0 0 1 0 0,-1 1-1 0 0,0 2-16 0 0,5 88-2596 0 0,-34 21-3917 0 0,-1-17-2083 0 0,23-92 7191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8:34.395"/>
    </inkml:context>
    <inkml:brush xml:id="br0">
      <inkml:brushProperty name="width" value="0.05" units="cm"/>
      <inkml:brushProperty name="height" value="0.05" units="cm"/>
      <inkml:brushProperty name="color" value="#FFFFFF"/>
    </inkml:brush>
  </inkml:definitions>
  <inkml:trace contextRef="#ctx0" brushRef="#br0">90 1 1792 0 0,'28'12'7771'0'0,"-19"18"-4856"0"0,-21 38-2559 0 0,9-57 260 0 0,-98 367 3120 0 0,91-355-5329 0 0,10-23 989 0 0,0 0-31 0 0,-1-44-1064 0 0,63-195-2773 0 0,-12 101 6543 0 0,-49 138-1980 0 0,0-1 1 0 0,0 1 0 0 0,0-1 0 0 0,0 1-1 0 0,0 0 1 0 0,1-1 0 0 0,-1 1 0 0 0,0 0-1 0 0,0 0 1 0 0,0-1 0 0 0,0 1 0 0 0,0 0 0 0 0,1 0-1 0 0,-1 1 1 0 0,0-1 0 0 0,0 0 0 0 0,0 0-1 0 0,0 0 1 0 0,0 1 0 0 0,0-1 0 0 0,0 1-1 0 0,0-1 1 0 0,0 1 0 0 0,0-1 0 0 0,0 1-1 0 0,0-1 1 0 0,0 1 0 0 0,0 0 0 0 0,0 0 0 0 0,0-1-1 0 0,0 1 1 0 0,-1 0 0 0 0,1 0 0 0 0,0 0-1 0 0,-1 0 1 0 0,1 0 0 0 0,-1 0 0 0 0,1 0-1 0 0,-1 0 1 0 0,1 0 0 0 0,-1 0-92 0 0,2 2-113 0 0,9 12 486 0 0,-2 0 1 0 0,0 0 0 0 0,0 1-1 0 0,-2 0 1 0 0,0 1 0 0 0,-1 0-1 0 0,0 0 1 0 0,-1 0 0 0 0,0 7-374 0 0,21 62 1145 0 0,17 11 459 0 0,-42-97-1590 0 0,1 1 0 0 0,0-1 0 0 0,-1 0 0 0 0,1 1 0 0 0,0-1 0 0 0,-1 0 1 0 0,1 0-1 0 0,0-1 0 0 0,-1 1 0 0 0,1 0 0 0 0,0 0 0 0 0,-1-1 0 0 0,1 1 0 0 0,-1-1 0 0 0,1 0 0 0 0,0 1 0 0 0,-1-1 0 0 0,0 0 0 0 0,1 0 0 0 0,-1 0 0 0 0,1 0 0 0 0,-1 0 0 0 0,0 0 0 0 0,0 0 0 0 0,0 0 0 0 0,0-1 1 0 0,1 1-1 0 0,-2 0 0 0 0,1-1 0 0 0,0 1 0 0 0,0-1 0 0 0,0 1 0 0 0,-1-1 0 0 0,1 1 0 0 0,-1-1 0 0 0,1 1 0 0 0,-1-1 0 0 0,1 0 0 0 0,-1 1 0 0 0,0-2-14 0 0,72-217-578 0 0,-40 127 628 0 0,-31 93-32 0 0,-1-1 1 0 0,0 1-1 0 0,0-1 1 0 0,0 1-1 0 0,0-1 1 0 0,0 1-1 0 0,1-1 1 0 0,-1 1-1 0 0,0-1 1 0 0,0 1-1 0 0,1-1 1 0 0,-1 1-1 0 0,0-1 1 0 0,1 1-1 0 0,-1-1 1 0 0,0 1-1 0 0,1 0 1 0 0,-1-1 0 0 0,1 1-1 0 0,-1 0 1 0 0,1-1-1 0 0,-1 1 1 0 0,1 0-1 0 0,-1-1 1 0 0,1 1-1 0 0,-1 0 1 0 0,1 0-1 0 0,-1 0 1 0 0,1 0-1 0 0,-1 0 1 0 0,1-1-1 0 0,0 1 1 0 0,-1 0-1 0 0,1 0 1 0 0,-1 0-1 0 0,1 0 1 0 0,-1 1 0 0 0,1-1-1 0 0,-1 0 1 0 0,1 0-1 0 0,0 0 1 0 0,-1 0-1 0 0,1 1 1 0 0,-1-1-1 0 0,1 0 1 0 0,-1 0-1 0 0,1 1 1 0 0,-1-1-1 0 0,0 0 1 0 0,1 1-1 0 0,-1-1 1 0 0,1 0-1 0 0,-1 1 1 0 0,0-1-1 0 0,1 1 1 0 0,-1-1 0 0 0,0 1-1 0 0,1-1 1 0 0,-1 1-1 0 0,0-1 1 0 0,0 1-1 0 0,1-1 1 0 0,-1 1-1 0 0,0-1 1 0 0,0 1-1 0 0,0-1 1 0 0,0 1-1 0 0,0 0-18 0 0,18 42 208 0 0,-17-41-144 0 0,36 201 853 0 0,-25-92-1916 0 0,-10-64-8772 0 0,-2-45 7861 0 0,12 7-4627 0 0,-7-14 5113 0 0</inkml:trace>
  <inkml:trace contextRef="#ctx0" brushRef="#br0" timeOffset="250.563">806 28 1128 0 0,'-1'7'7818'0'0,"-2"8"-4720"0"0,-6 33-1479 0 0,-1 2-465 0 0,-2-1 0 0 0,-2-1 0 0 0,-2 0 0 0 0,-2-1 0 0 0,-18 32-1154 0 0,-44 51-752 0 0,80-131 657 0 0,-1 1 0 0 0,1-1 0 0 0,0 1 0 0 0,0-1-1 0 0,-1 1 1 0 0,1-1 0 0 0,0 1 0 0 0,-1 0 0 0 0,1-1 0 0 0,-1 1 0 0 0,1-1 0 0 0,-1 1 0 0 0,1 0-1 0 0,0-1 1 0 0,-1 1 0 0 0,1 0 0 0 0,-1 0 0 0 0,1-1 0 0 0,-1 1 0 0 0,0 0 0 0 0,1 0-1 0 0,-1 0 1 0 0,1 0 0 0 0,-1 0 0 0 0,1 0 0 0 0,-1 0 0 0 0,1 0 0 0 0,-1 0 0 0 0,0 0-1 0 0,1 0 1 0 0,-1 0 0 0 0,1 0 0 0 0,-1 0 0 0 0,1 0 0 0 0,-1 0 0 0 0,1 1 0 0 0,-1-1 0 0 0,1 0-1 0 0,-1 0 1 0 0,1 1 0 0 0,-1-1 0 0 0,1 0 0 0 0,-1 1 0 0 0,1-1 0 0 0,-1 0 0 0 0,1 1-1 0 0,0-1 1 0 0,-1 1 0 0 0,1-1 0 0 0,0 1 0 0 0,-1-1 0 0 0,1 1 0 0 0,0-1 0 0 0,0 1 0 0 0,-1-1-1 0 0,1 1 1 0 0,0-1 0 0 0,0 1 0 0 0,0 0 0 0 0,0-1 0 0 0,0 1 0 0 0,0-1 0 0 0,0 1-1 0 0,0 0 96 0 0,2-47-5047 0 0,28-64 183 0 0,-22 70 3186 0 0</inkml:trace>
  <inkml:trace contextRef="#ctx0" brushRef="#br0" timeOffset="452.699">776 4 1960 0 0,'62'47'6813'0'0,"-1"59"-3272"0"0,-51-84-2793 0 0,5 11 42 0 0,-2 1 1 0 0,-1 0 0 0 0,-2 1-1 0 0,-2 1 1 0 0,3 23-791 0 0,8 101-1352 0 0,-19-152-473 0 0,-8 15-8078 0 0,2-23 9726 0 0,2-2-1409 0 0</inkml:trace>
  <inkml:trace contextRef="#ctx0" brushRef="#br0" timeOffset="663.077">773 405 996 0 0,'-31'-26'8826'0'0,"39"21"-4208"0"0,16 0-2876 0 0,111-21-1446 0 0,-121 23-1132 0 0,17-1-12381 0 0,-22 4 11848 0 0</inkml:trace>
  <inkml:trace contextRef="#ctx0" brushRef="#br0" timeOffset="943.112">1145 117 836 0 0,'1'43'6624'0'0,"1"0"-3628"0"0,0 43-159 0 0,-2 96 1199 0 0,0-60-7246 0 0,-15-122-343 0 0,15-88-4466 0 0,0 57 6516 0 0</inkml:trace>
  <inkml:trace contextRef="#ctx0" brushRef="#br0" timeOffset="1309.149">1191 46 916 0 0,'39'-40'10892'0'0,"22"39"-5056"0"0,-54 4-5693 0 0,1 0 1 0 0,-1 1 0 0 0,1 0-1 0 0,-1 0 1 0 0,0 1 0 0 0,-1 0-1 0 0,1 0 1 0 0,-1 0 0 0 0,0 1 0 0 0,0 0-1 0 0,-1 0 1 0 0,0 0 0 0 0,0 1-1 0 0,0 0 1 0 0,-1 0 0 0 0,0 0-1 0 0,0 0 1 0 0,-1 1 0 0 0,0-1-1 0 0,0 1 1 0 0,-1 0 0 0 0,0 0 0 0 0,0 0-1 0 0,-1 0 1 0 0,0 0 0 0 0,-1 1-1 0 0,1 0-143 0 0,-2 6-28 0 0,0 1 0 0 0,-1 0 0 0 0,0 0 0 0 0,-2-1 0 0 0,1 1 0 0 0,-2-1 0 0 0,0 0 0 0 0,-1-1 0 0 0,0 1 0 0 0,-2-1 0 0 0,1 0 28 0 0,-71 74-256 0 0,21-60 920 0 0,65-26-670 0 0,1 1 0 0 0,-1 0 0 0 0,0 1 1 0 0,0 0-1 0 0,0 0 0 0 0,0 1 0 0 0,-1 0 1 0 0,0 0-1 0 0,0 1 0 0 0,0-1 0 0 0,0 2 1 0 0,-1-1-1 0 0,0 1 0 0 0,0 1 6 0 0,0-1 499 0 0,19 21-2685 0 0,43 21-11372 0 0,-57-48 10371 0 0,-2-1 1633 0 0</inkml:trace>
  <inkml:trace contextRef="#ctx0" brushRef="#br0" timeOffset="1577.178">1509 60 1772 0 0,'9'-5'9872'0'0,"27"8"-6077"0"0,-16-1-1760 0 0,78-2-1035 0 0,-93-3-1384 0 0,-1 0 171 0 0,14-10-697 0 0,-9 1-3364 0 0,-16 8-5910 0 0,4 5 8775 0 0</inkml:trace>
  <inkml:trace contextRef="#ctx0" brushRef="#br0" timeOffset="1844.029">1653 125 2500 0 0,'-44'223'7554'0'0,"5"-118"-7619"0"0,3-40-6007 0 0,32-57 4652 0 0,1-1-1 0 0</inkml:trace>
  <inkml:trace contextRef="#ctx0" brushRef="#br0" timeOffset="2130.765">1518 543 1080 0 0,'-1'2'446'0'0,"0"-2"-272"0"0,1 1 0 0 0,-1-1 0 0 0,0 1 0 0 0,1 0 0 0 0,-1-1 1 0 0,0 1-1 0 0,1 0 0 0 0,-1-1 0 0 0,1 1 0 0 0,-1 0 0 0 0,1 0 0 0 0,0-1 0 0 0,-1 1 0 0 0,1 0 1 0 0,0 0-1 0 0,-1 0 0 0 0,1-1 0 0 0,0 1 0 0 0,0 0 0 0 0,0 0 0 0 0,-1 0 0 0 0,1 0 0 0 0,0 0 1 0 0,0 0-1 0 0,1-1 0 0 0,-1 1 0 0 0,0 0 0 0 0,0 0 0 0 0,0 0 0 0 0,0 0 0 0 0,1 0 0 0 0,-1-1 1 0 0,0 1-1 0 0,1 0 0 0 0,-1 0 0 0 0,1 0 0 0 0,-1-1 0 0 0,1 1 0 0 0,-1 0 0 0 0,1-1 0 0 0,0 1 1 0 0,-1 0-1 0 0,1-1 0 0 0,0 1 0 0 0,-1-1 0 0 0,1 1 0 0 0,0-1 0 0 0,0 0 0 0 0,-1 1 0 0 0,1-1 1 0 0,0 1-1 0 0,0-1 0 0 0,0 0 0 0 0,0 0 0 0 0,0 0 0 0 0,-1 0 0 0 0,1 1 0 0 0,0-1 1 0 0,0 0-1 0 0,0 0 0 0 0,0-1 0 0 0,0 1 0 0 0,0 0 0 0 0,-1 0 0 0 0,2 0-174 0 0,58-16 3146 0 0,50-12-3552 0 0,-63 21-11982 0 0,-46 7 10985 0 0</inkml:trace>
  <inkml:trace contextRef="#ctx0" brushRef="#br0" timeOffset="2396.667">1903 159 1312 0 0,'-3'20'10868'0'0,"5"36"-8254"0"0,-1-14-1108 0 0,-1-21-1159 0 0,1 0 1 0 0,2 0 0 0 0,-1-1 0 0 0,2 0 0 0 0,1 1 0 0 0,1-1 0 0 0,0-1-1 0 0,3 4-347 0 0,-8-18 94 0 0,1 1-1 0 0,0 0 0 0 0,0-1 1 0 0,1 0-1 0 0,0 0 0 0 0,0 1 1 0 0,0-2-1 0 0,0 1 0 0 0,1 0 1 0 0,0-1-1 0 0,0 1 0 0 0,0-1 1 0 0,0 0-1 0 0,1-1 0 0 0,0 1 0 0 0,-1-1 1 0 0,1 0-1 0 0,1 0 0 0 0,-1 0 1 0 0,0-1-1 0 0,1 0 0 0 0,-1 0 1 0 0,1 0-1 0 0,-1-1 0 0 0,1 1 1 0 0,0-1-1 0 0,3 0-93 0 0,35-30 315 0 0,2-45-34 0 0,-35 56-219 0 0,-2 0 0 0 0,0-1 1 0 0,-1 0-1 0 0,-1 0 0 0 0,-1-1 0 0 0,0 0 0 0 0,-2-1 0 0 0,0 1 1 0 0,-2-1-1 0 0,0 1 0 0 0,-1-1 0 0 0,-1-10-62 0 0,0 25 9 0 0,0 0 0 0 0,0-1 1 0 0,-1 1-1 0 0,0 0 0 0 0,0 0 0 0 0,0-1 0 0 0,0 1 1 0 0,-1 0-1 0 0,0 0 0 0 0,-1 1 0 0 0,1-1 0 0 0,-1 0 1 0 0,0 1-1 0 0,-4-5-9 0 0,3 6-56 0 0,-1-1 0 0 0,0 2-1 0 0,0-1 1 0 0,0 0 0 0 0,0 1 0 0 0,-1 0 0 0 0,0 0 0 0 0,1 1 0 0 0,-1-1 0 0 0,0 1 0 0 0,0 0 0 0 0,0 1-1 0 0,0 0 1 0 0,-1 0 0 0 0,1 0 0 0 0,0 1 0 0 0,0-1 0 0 0,-1 2 0 0 0,1-1 0 0 0,0 1 0 0 0,0 0 0 0 0,-1 0-1 0 0,1 0 1 0 0,0 1 0 0 0,0 0 0 0 0,0 0 0 0 0,1 1 0 0 0,-1 0 56 0 0,-107 30-4851 0 0,20-6-2965 0 0,84-21 6546 0 0,-5 0-3846 0 0,5-6 3547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8:38.186"/>
    </inkml:context>
    <inkml:brush xml:id="br0">
      <inkml:brushProperty name="width" value="0.05" units="cm"/>
      <inkml:brushProperty name="height" value="0.05" units="cm"/>
      <inkml:brushProperty name="color" value="#FFFFFF"/>
    </inkml:brush>
  </inkml:definitions>
  <inkml:trace contextRef="#ctx0" brushRef="#br0">417 367 868 0 0,'0'-18'1474'0'0,"0"14"-134"0"0,0 4-148 0 0,0 0-54 0 0,0-3-125 0 0,-8-3 3414 0 0,-2 31-2681 0 0,25 68-95 0 0,-7-70-1249 0 0,216 626 3935 0 0,-115-433-5296 0 0,-103-207 317 0 0,-5-12-5137 0 0,-17-20-2768 0 0,3 11 7014 0 0</inkml:trace>
  <inkml:trace contextRef="#ctx0" brushRef="#br0" timeOffset="439.058">384 381 1736 0 0,'0'-1'126'0'0,"0"1"-1"0"0,0 0 1 0 0,0-1-1 0 0,0 1 1 0 0,0-1-1 0 0,0 1 1 0 0,0 0 0 0 0,0-1-1 0 0,0 1 1 0 0,0 0-1 0 0,0-1 1 0 0,0 1-1 0 0,0 0 1 0 0,0-1-1 0 0,0 1 1 0 0,-1 0 0 0 0,1-1-1 0 0,0 1 1 0 0,0 0-1 0 0,0-1 1 0 0,-1 1-1 0 0,1 0 1 0 0,0 0-1 0 0,0-1 1 0 0,-1 1 0 0 0,1 0-1 0 0,0 0 1 0 0,0-1-1 0 0,-1 1 1 0 0,1 0-1 0 0,0 0 1 0 0,-1 0-1 0 0,1 0 1 0 0,0-1-1 0 0,-1 1 1 0 0,1 0 0 0 0,0 0-1 0 0,-1 0 1 0 0,1 0-1 0 0,0 0 1 0 0,-1 0-1 0 0,1 0 1 0 0,0 0-1 0 0,-1 0 1 0 0,1 0 0 0 0,0 0-1 0 0,-1 0 1 0 0,1 0-1 0 0,0 0 1 0 0,-1 0-1 0 0,1 1 1 0 0,0-1-1 0 0,-1 0 1 0 0,1 0 0 0 0,0 0-1 0 0,-1 0 1 0 0,1 1-1 0 0,0-1 1 0 0,-1 0-1 0 0,1 0 1 0 0,0 1-1 0 0,0-1 1 0 0,-1 0 0 0 0,1 0-1 0 0,0 1 1 0 0,0-1-1 0 0,0 0 1 0 0,0 1-1 0 0,-1-1-125 0 0,-10 29 1595 0 0,8-21-1371 0 0,-47 137 1733 0 0,-33 104-1348 0 0,78-233-701 0 0,-2 4-2545 0 0,8-38-1411 0 0,19-67-791 0 0,-12 56 3259 0 0</inkml:trace>
  <inkml:trace contextRef="#ctx0" brushRef="#br0" timeOffset="723.023">384 346 996 0 0,'1'-2'252'0'0,"1"-1"1"0"0,0 1-1 0 0,0 0 0 0 0,-1 0 1 0 0,1 0-1 0 0,1 0 1 0 0,-1 0-1 0 0,0 1 0 0 0,0-1 1 0 0,1 1-1 0 0,-1-1 0 0 0,1 1 1 0 0,-1 0-1 0 0,1 0 0 0 0,-1 0 1 0 0,1 0-1 0 0,0 0 0 0 0,0 1 1 0 0,-1-1-1 0 0,1 1 0 0 0,0 0 1 0 0,0 0-1 0 0,0 0 0 0 0,-1 0 1 0 0,1 0-1 0 0,0 1 0 0 0,0-1 1 0 0,-1 1-1 0 0,1 0 1 0 0,0 0-1 0 0,-1 0 0 0 0,1 0 1 0 0,-1 0-1 0 0,1 0 0 0 0,-1 1 1 0 0,1-1-1 0 0,-1 1 0 0 0,0 0 1 0 0,1 0-253 0 0,168 122 5668 0 0,-132-85-6117 0 0,-29-8-7659 0 0,-10-29 6476 0 0,0-2 103 0 0,0 1 69 0 0,0 7 28 0 0</inkml:trace>
  <inkml:trace contextRef="#ctx0" brushRef="#br0" timeOffset="1767.697">2501 68 2644 0 0,'0'0'1414'0'0,"0"0"-102"0"0,0 0-90 0 0,0 0-132 0 0,0 0-101 0 0,0 0 24 0 0,0 0-53 0 0,0 0-148 0 0,0 0-70 0 0,0 0-35 0 0,0 0-125 0 0,0 0-26 0 0,0 0 18 0 0,0 0 35 0 0,2 5-16 0 0,6 11-320 0 0,1-1-1 0 0,1-1 1 0 0,0 1-1 0 0,1-2 0 0 0,0 1 1 0 0,1-2-1 0 0,1 1 1 0 0,0-2-1 0 0,7 6-272 0 0,24 23 645 0 0,-5-5-345 0 0,1-1 0 0 0,2-2 0 0 0,1-2 0 0 0,2-2-1 0 0,1-2 1 0 0,3-1-300 0 0,13 1-3217 0 0,-70-26-7417 0 0,-18 0 6356 0 0,13 0 2864 0 0</inkml:trace>
  <inkml:trace contextRef="#ctx0" brushRef="#br0" timeOffset="2160.247">2412 123 1576 0 0,'0'9'7041'0'0,"-3"59"-3962"0"0,-11 78-2232 0 0,14-145-1233 0 0,-3 10-1142 0 0,11-63-4566 0 0,-6 31 4545 0 0,0 2 107 0 0</inkml:trace>
  <inkml:trace contextRef="#ctx0" brushRef="#br0" timeOffset="2412.735">2429 67 1780 0 0,'1'-4'292'0'0,"-1"1"-4"0"0,-1 1-1 0 0,1 0 1 0 0,0 0 0 0 0,0-1-1 0 0,0 1 1 0 0,0 0 0 0 0,1 0-1 0 0,-1-1 1 0 0,1 1 0 0 0,-1 0-1 0 0,1 0 1 0 0,0 0 0 0 0,-1 0 0 0 0,1 0-1 0 0,0 0 1 0 0,1 0 0 0 0,-1 0-1 0 0,0 0 1 0 0,0 0 0 0 0,1 0-1 0 0,-1 1 1 0 0,1-1 0 0 0,0 0-1 0 0,-1 1 1 0 0,1 0 0 0 0,0-1-1 0 0,0 1 1 0 0,0 0 0 0 0,0 0-1 0 0,0 0 1 0 0,0 0 0 0 0,0 0-1 0 0,0 1 1 0 0,1-1 0 0 0,-1 1-1 0 0,0-1 1 0 0,0 1 0 0 0,2 0-288 0 0,198 70 5070 0 0,-24-25-3282 0 0,-166-41-4100 0 0,-13 3-5649 0 0,-13 0 1342 0 0,3-4 6692 0 0,4 0-1380 0 0</inkml:trace>
  <inkml:trace contextRef="#ctx0" brushRef="#br0" timeOffset="3340.36">3115 665 1732 0 0,'0'0'1640'0'0,"0"0"-265"0"0,0 0-182 0 0,0 0-112 0 0,0 0-75 0 0,5 19 1292 0 0,-40 96-3060 0 0,36-125-5954 0 0,3 2 5129 0 0</inkml:trace>
  <inkml:trace contextRef="#ctx0" brushRef="#br0" timeOffset="3593.39">3211 619 2036 0 0,'5'0'532'0'0,"0"-1"0"0"0,0 1 0 0 0,0 0 0 0 0,0 1 0 0 0,1-1 0 0 0,-1 1 0 0 0,0 0 0 0 0,0 0 0 0 0,-1 0 0 0 0,1 1 0 0 0,0 0 0 0 0,0 0 0 0 0,-1 0 0 0 0,4 2-532 0 0,17 7 1648 0 0,-9-7-1735 0 0,-14-21-8274 0 0,-4 10 6773 0 0</inkml:trace>
  <inkml:trace contextRef="#ctx0" brushRef="#br0" timeOffset="3857.109">3202 285 1804 0 0,'3'50'6387'0'0,"0"2"-4591"0"0,10 136 862 0 0,-9-28-677 0 0,-2-81-2895 0 0,-1-1-6307 0 0,1-87 4368 0 0,-2 1 1263 0 0</inkml:trace>
  <inkml:trace contextRef="#ctx0" brushRef="#br0" timeOffset="4137.165">3361 258 1860 0 0,'17'75'5801'0'0,"-13"5"-3298"0"0,-2-25-1689 0 0,-2-41-837 0 0,1-14-377 0 0,-1 0 1 0 0,0 0 0 0 0,1 0-1 0 0,-1 0 1 0 0,0 0 0 0 0,1 0 0 0 0,-1 0-1 0 0,1 0 1 0 0,-1 0 0 0 0,0 0-1 0 0,1 0 1 0 0,-1 0 0 0 0,0 1-1 0 0,1-1 1 0 0,-1 0 0 0 0,0 0-1 0 0,1 0 400 0 0,0-8-687 0 0,-1-3 276 0 0</inkml:trace>
  <inkml:trace contextRef="#ctx0" brushRef="#br0" timeOffset="4766.532">3401 432 3080 0 0,'4'-21'444'0'0,"-1"5"203"0"0,0 1 1 0 0,0 0-1 0 0,2 0 0 0 0,0 0 0 0 0,0 0 1 0 0,2 1-1 0 0,-1 0 0 0 0,4-4-647 0 0,-7 15 237 0 0,0 0 0 0 0,0 0 0 0 0,0 0 0 0 0,1 1 0 0 0,-1-1 0 0 0,1 1 0 0 0,-1 0 0 0 0,1 0 0 0 0,0 0 0 0 0,0 1 0 0 0,0-1 0 0 0,-1 1 0 0 0,2 0 0 0 0,-1 0 0 0 0,0 0 0 0 0,0 1 0 0 0,0-1 0 0 0,0 1 0 0 0,0 0 0 0 0,1 0 0 0 0,-1 1 0 0 0,2 0-237 0 0,44 19 1129 0 0,-48-19-1126 0 0,0 0 0 0 0,0 1-1 0 0,-1-1 1 0 0,1 1 0 0 0,0-1 0 0 0,-1 1 0 0 0,1-1 0 0 0,-1 1 0 0 0,0 0 0 0 0,0 0 0 0 0,0 0 0 0 0,0 0 0 0 0,0 0-1 0 0,0 0 1 0 0,0 0 0 0 0,0 0 0 0 0,-1 0 0 0 0,1 0 0 0 0,-1 0 0 0 0,0 0 0 0 0,1 1 0 0 0,-1-1 0 0 0,0 0-1 0 0,0 0 1 0 0,-1 0 0 0 0,1 1 0 0 0,0-1 0 0 0,-1 0 0 0 0,1 0 0 0 0,-1 0 0 0 0,0 0 0 0 0,1 0 0 0 0,-1 0 0 0 0,0 0-1 0 0,0 0 1 0 0,-1 0 0 0 0,1 0 0 0 0,0-1 0 0 0,-1 1 0 0 0,1 0 0 0 0,-1-1 0 0 0,1 1 0 0 0,-1-1 0 0 0,0 1 0 0 0,1-1-1 0 0,-1 0 1 0 0,0 0 0 0 0,0 0 0 0 0,0 0 0 0 0,-2 1-3 0 0,-58 21-852 0 0,61-23 737 0 0,1 0-13 0 0,-12-3-82 0 0,-2-32 130 0 0,14 35 91 0 0,0 1-1 0 0,0-1 1 0 0,0 0 0 0 0,0 0-1 0 0,0 1 1 0 0,0-1 0 0 0,1 0-1 0 0,-1 0 1 0 0,0 0-1 0 0,0 1 1 0 0,0-1 0 0 0,0 0-1 0 0,0 0 1 0 0,1 0-1 0 0,-1 1 1 0 0,0-1 0 0 0,0 0-1 0 0,0 0 1 0 0,1 0-1 0 0,-1 0 1 0 0,0 0 0 0 0,0 0-1 0 0,1 1 1 0 0,-1-1-1 0 0,0 0 1 0 0,0 0 0 0 0,1 0-1 0 0,-1 0 1 0 0,0 0 0 0 0,0 0-1 0 0,1 0 1 0 0,-1 0-1 0 0,0 0 1 0 0,0 0 0 0 0,1 0-1 0 0,-1 0 1 0 0,0 0-1 0 0,0 0 1 0 0,1-1 0 0 0,-1 1-1 0 0,0 0 1 0 0,0 0-1 0 0,1 0 1 0 0,-1 0 0 0 0,0 0-1 0 0,0 0 1 0 0,0-1-1 0 0,1 1 1 0 0,-1 0 0 0 0,0 0-1 0 0,0 0 1 0 0,0 0 0 0 0,0-1-1 0 0,1 1 1 0 0,-1 0-1 0 0,0 0 1 0 0,0-1-11 0 0,-17 65-1333 0 0,-38 1-2316 0 0,30-29 3613 0 0,12-10 2930 0 0,35-50 835 0 0,67-26-1722 0 0,15 26-509 0 0,-37 20-113 0 0,-66 5-1406 0 0,1 1 0 0 0,0-1 0 0 0,-1 0 0 0 0,1 0 0 0 0,-1 1 0 0 0,1-1 0 0 0,-1 1 1 0 0,0-1-1 0 0,0 1 0 0 0,0 0 0 0 0,1 0 0 0 0,-2-1 0 0 0,1 1 0 0 0,0 0 1 0 0,0 0-1 0 0,-1 0 0 0 0,1 0 0 0 0,-1 0 0 0 0,1 0 0 0 0,-1 0 0 0 0,0 0 0 0 0,0 0 1 0 0,0 0-1 0 0,0 0 0 0 0,0 0 0 0 0,0 0 0 0 0,0 0 0 0 0,-1 0 0 0 0,1 0 0 0 0,-1 0 1 0 0,0 0-1 0 0,1 0 0 0 0,-1-1 0 0 0,0 1 0 0 0,0 0 0 0 0,0 0 0 0 0,0-1 1 0 0,0 1-1 0 0,-1 0 0 0 0,1-1 0 0 0,-1 0 0 0 0,1 1 0 0 0,-2 0 21 0 0,-2 4-355 0 0,0-1 0 0 0,-1 0 0 0 0,0 0 0 0 0,0-1 0 0 0,0 1 0 0 0,0-1 0 0 0,-1-1 0 0 0,1 1-1 0 0,-1-1 1 0 0,0 0 0 0 0,0-1 0 0 0,0 1 0 0 0,-7 0 355 0 0,-11 5-1036 0 0,22-7 455 0 0,-1 0 0 0 0,0 0 1 0 0,1-1-1 0 0,-1 1 0 0 0,1-1 1 0 0,-1 0-1 0 0,0 0 0 0 0,1 0 0 0 0,-1-1 1 0 0,1 1-1 0 0,-1-1 0 0 0,1 0 1 0 0,-1 0-1 0 0,1 0 0 0 0,-1 0 1 0 0,1-1-1 0 0,0 1 0 0 0,-1-1 1 0 0,1 0-1 0 0,-2-2 581 0 0,-2-1-1405 0 0</inkml:trace>
  <inkml:trace contextRef="#ctx0" brushRef="#br0" timeOffset="5615.113">3442 511 1148 0 0,'4'5'8115'0'0,"-5"19"-6948"0"0,20-40-1613 0 0,-17 14 617 0 0,1-1 1 0 0,-1 1 0 0 0,0-1 0 0 0,1 1 0 0 0,-1 0 0 0 0,1 0-1 0 0,0 0 1 0 0,-1 0 0 0 0,1 0 0 0 0,0 1 0 0 0,0-1 0 0 0,1 1-1 0 0,-1 0 1 0 0,0 0 0 0 0,0 0 0 0 0,0 0 0 0 0,1 0 0 0 0,2 1-172 0 0,3 16 203 0 0,-9-14-244 0 0,1 0-1 0 0,-1 1 1 0 0,-1-1 0 0 0,1 0 0 0 0,0 0-1 0 0,0 1 1 0 0,-1-1 0 0 0,0 0 0 0 0,1 0-1 0 0,-1 0 1 0 0,0 0 0 0 0,0 1-1 0 0,0-1 1 0 0,0 0 0 0 0,0-1 0 0 0,-1 1-1 0 0,1 0 1 0 0,-1 0 0 0 0,1-1 0 0 0,-1 1-1 0 0,1 0 1 0 0,-1-1 0 0 0,0 0 0 0 0,0 1-1 0 0,0-1 1 0 0,0 0 0 0 0,0 0 0 0 0,0 0-1 0 0,0 0 1 0 0,0 0 0 0 0,0-1 0 0 0,0 1-1 0 0,-2 0 42 0 0,-7 4-182 0 0,11-5 190 0 0,-1 0 1 0 0,1 1-1 0 0,0-1 0 0 0,-1 0 1 0 0,1 0-1 0 0,-1 1 1 0 0,1-1-1 0 0,-1 0 0 0 0,1 1 1 0 0,0-1-1 0 0,-1 0 1 0 0,1 1-1 0 0,0-1 0 0 0,-1 1 1 0 0,1-1-1 0 0,0 1 1 0 0,0-1-1 0 0,-1 0 1 0 0,1 1-1 0 0,0-1 0 0 0,0 1 1 0 0,0-1-1 0 0,0 1 1 0 0,-1-1-1 0 0,1 1 0 0 0,0-1 1 0 0,0 1-1 0 0,0-1 1 0 0,0 1-1 0 0,0 0 0 0 0,0-1 1 0 0,1 1-1 0 0,-1-1 1 0 0,0 1-1 0 0,0-1 1 0 0,0 1-1 0 0,0-1 0 0 0,1 0 1 0 0,-1 1-1 0 0,0-1 1 0 0,0 1-1 0 0,1-1 0 0 0,-1 1 1 0 0,0-1-1 0 0,1 0 1 0 0,-1 1-1 0 0,0-1 0 0 0,1 0 1 0 0,-1 1-1 0 0,0-1 1 0 0,1 0-1 0 0,-1 1 1 0 0,1-1-1 0 0,-1 0 0 0 0,1 0 1 0 0,-1 0-1 0 0,1 1 1 0 0,-1-1-1 0 0,1 0 0 0 0,-1 0 1 0 0,1 0-1 0 0,-1 0 1 0 0,1 0-1 0 0,0 0-8 0 0,11 9 106 0 0,-12-8-106 0 0,0-1-8 0 0,0 1 5 0 0,0 3 21 0 0,-1 0 1 0 0,1 0-1 0 0,-1-1 0 0 0,0 1 0 0 0,0 0 0 0 0,-1-1 1 0 0,1 1-1 0 0,-1-1 0 0 0,1 0 0 0 0,-1 1 0 0 0,0-1 1 0 0,-1 0-1 0 0,1 0 0 0 0,0 0 0 0 0,-1 0 0 0 0,0-1 1 0 0,1 1-1 0 0,-1-1 0 0 0,-1 1-18 0 0,-16 19 238 0 0,1 8 508 0 0,111-45 1014 0 0,-75 15-1411 0 0,-5 30 58 0 0,-15-20-354 0 0,-2 0-1 0 0,0 0 1 0 0,0-1 0 0 0,0 0 0 0 0,-1 0-1 0 0,-1-1 1 0 0,0 1 0 0 0,0-1 0 0 0,0-1-1 0 0,-1 1 1 0 0,0-2 0 0 0,0 1 0 0 0,-1-1 0 0 0,-8 5-53 0 0,-42 4-1879 0 0,58-15 1501 0 0,-13-3-790 0 0,13 3 1136 0 0,-1-1 0 0 0,1 0 1 0 0,0 1-1 0 0,0-1 0 0 0,-1 0 1 0 0,1 1-1 0 0,0-1 0 0 0,0 0 0 0 0,0 0 1 0 0,0 0-1 0 0,0 0 0 0 0,0 0 1 0 0,0-1-1 0 0,0 1 0 0 0,0 0 1 0 0,1 0-1 0 0,-1 0 0 0 0,0-1 1 0 0,1 1-1 0 0,-1 0 0 0 0,1-1 1 0 0,0 1-1 0 0,-1-1 0 0 0,1 1 1 0 0,0 0-1 0 0,0-1 0 0 0,0 1 1 0 0,0-1-1 0 0,0 1 0 0 0,0-1 1 0 0,0 1-1 0 0,0 0 0 0 0,0-1 1 0 0,1 1-1 0 0,-1-1 0 0 0,1 1 1 0 0,-1 0-1 0 0,1-1 0 0 0,0 1 1 0 0,-1 0-1 0 0,1 0 0 0 0,0-1 0 0 0,0 1 1 0 0,0 0-1 0 0,0 0 0 0 0,0 0 1 0 0,0 0-1 0 0,0 0 0 0 0,1 0 32 0 0,10 1 251 0 0,-1 0-1 0 0,1 1 1 0 0,-1 1-1 0 0,0 0 1 0 0,1 1-1 0 0,-1 0 0 0 0,0 0 1 0 0,0 1-1 0 0,-1 1 1 0 0,10 5-251 0 0,-17-9 57 0 0,62 29 767 0 0,117 40 581 0 0,-179-69-1873 0 0,1 0 0 0 0,-1-1 0 0 0,1 0 0 0 0,-1 1-1 0 0,1-1 1 0 0,0-1 0 0 0,-1 1 0 0 0,1 0 0 0 0,-1-1 0 0 0,0 0 0 0 0,1 0 0 0 0,-1 0 0 0 0,1 0 0 0 0,-1-1 0 0 0,0 1 0 0 0,0-1 0 0 0,0 0-1 0 0,0 1 1 0 0,0-2 0 0 0,0 1 468 0 0,25-7-4869 0 0,-19 7 3297 0 0</inkml:trace>
  <inkml:trace contextRef="#ctx0" brushRef="#br0" timeOffset="6011.694">3859 570 1568 0 0,'-9'26'6801'0'0,"-1"3"-3976"0"0,-19 36-2995 0 0,23-64-3128 0 0,11-19-1247 0 0,-1 10 3060 0 0</inkml:trace>
  <inkml:trace contextRef="#ctx0" brushRef="#br0" timeOffset="6264.694">3876 611 1108 0 0,'7'-1'381'0'0,"-1"0"0"0"0,1 0 0 0 0,-1 1-1 0 0,1 0 1 0 0,-1 0 0 0 0,1 0 0 0 0,-1 1 0 0 0,1 0-1 0 0,-1 0 1 0 0,0 1 0 0 0,0 0 0 0 0,1 0 0 0 0,-1 0 0 0 0,0 1-1 0 0,-1 0 1 0 0,1 0 0 0 0,0 1 0 0 0,-1-1 0 0 0,3 3-381 0 0,48 22 2192 0 0,25 4 951 0 0,-80-32-3313 0 0,-1 0-145 0 0,5-35-2138 0 0,-59-66-3125 0 0,26 49 4332 0 0,14 25 1045 0 0</inkml:trace>
  <inkml:trace contextRef="#ctx0" brushRef="#br0" timeOffset="6511.603">4008 417 4500 0 0,'-33'-73'3628'0'0,"29"106"742"0"0,7 213-927 0 0,30 81-3352 0 0,-32-324-597 0 0,-1-4 335 0 0,0 1 0 0 0,0 0 0 0 0,1-1 0 0 0,-1 1-1 0 0,0 0 1 0 0,1 0 0 0 0,-1-1 0 0 0,0 1 0 0 0,1 0 0 0 0,-1 0 0 0 0,0-1-1 0 0,1 1 1 0 0,-1 0 0 0 0,1 0 0 0 0,-1 0 0 0 0,0 0 0 0 0,1 0 0 0 0,-1-1-1 0 0,1 1 1 0 0,-1 0 0 0 0,1 0 0 0 0,-1 0 0 0 0,0 0 0 0 0,1 0 0 0 0,-1 0 0 0 0,1 1-1 0 0,-1-1 1 0 0,1 0 0 0 0,-1 0 0 0 0,0 0 0 0 0,1 0 0 0 0,-1 0 0 0 0,1 1-1 0 0,-1-1 1 0 0,0 0 0 0 0,1 0 0 0 0,-1 0 0 0 0,0 1 0 0 0,1-1 0 0 0,-1 0-1 0 0,0 1 1 0 0,1-1 0 0 0,-1 0 0 0 0,0 1 0 0 0,0-1 0 0 0,1 0 0 0 0,-1 1 171 0 0,12-59-4821 0 0,-10 31 3307 0 0</inkml:trace>
  <inkml:trace contextRef="#ctx0" brushRef="#br0" timeOffset="7365.355">4181 293 2080 0 0,'10'5'7577'0'0,"-1"27"-3824"0"0,-3 4-5724 0 0,7-52-265 0 0,-12 11 2401 0 0,0 0 0 0 0,0 0 0 0 0,1 0 0 0 0,-1 0 0 0 0,1 1 1 0 0,0-1-1 0 0,1 1 0 0 0,-1-1 0 0 0,1 1 0 0 0,0 0 0 0 0,0 0 0 0 0,0 0 0 0 0,0 0 0 0 0,1 0 1 0 0,0 1-1 0 0,0 0 0 0 0,0 0 0 0 0,0 0 0 0 0,0 0 0 0 0,0 0 0 0 0,1 1 0 0 0,-1 0 0 0 0,1 0 1 0 0,0 0-1 0 0,0 1 0 0 0,-1-1 0 0 0,1 1 0 0 0,0 0 0 0 0,0 0 0 0 0,0 1 0 0 0,4 0-165 0 0,60 2 2876 0 0,-68-2-2916 0 0,0 0 1 0 0,0 1-1 0 0,0-1 0 0 0,0 1 0 0 0,0-1 1 0 0,0 1-1 0 0,0-1 0 0 0,-1 1 1 0 0,1 0-1 0 0,0-1 0 0 0,-1 1 1 0 0,1 0-1 0 0,0-1 0 0 0,-1 1 1 0 0,1 0-1 0 0,-1 0 0 0 0,1 0 1 0 0,-1 0-1 0 0,1 0 0 0 0,-1 0 0 0 0,0 0 1 0 0,1 0-1 0 0,-1-1 0 0 0,0 1 1 0 0,0 0-1 0 0,0 0 0 0 0,1 0 1 0 0,-1 0-1 0 0,0 0 0 0 0,-1 0 1 0 0,1 0-1 0 0,0 0 0 0 0,0 0 1 0 0,0 0-1 0 0,-1 0 0 0 0,1 0 0 0 0,0 0 1 0 0,-1 0-1 0 0,1 0 0 0 0,-1 0 1 0 0,1 0-1 0 0,-1 0 0 0 0,1-1 1 0 0,-1 1-1 0 0,1 0 0 0 0,-1 0 1 0 0,0-1-1 0 0,0 1 0 0 0,1 0 0 0 0,-1-1 1 0 0,0 1-1 0 0,0-1 0 0 0,0 1 1 0 0,0-1-1 0 0,0 1 0 0 0,0-1 1 0 0,0 1 39 0 0,-49 12-1374 0 0,49-13 1264 0 0,-25-3 28 0 0,12-25 976 0 0,14 57 201 0 0,-1-21-1235 0 0,0 0 0 0 0,-1 0 0 0 0,0 0 0 0 0,-1 0 0 0 0,1 0 0 0 0,-2 0 1 0 0,1-1-1 0 0,-1 1 0 0 0,0-1 0 0 0,-1 0 0 0 0,1-1 0 0 0,-1 1 0 0 0,-1-1 0 0 0,1 0 0 0 0,-1 0 0 0 0,0 0 0 0 0,-4 2 140 0 0,-61 33 609 0 0,36-9-282 0 0,67-32 1340 0 0,71-54-359 0 0,-7 10-220 0 0,-82 39-820 0 0,0 2 0 0 0,0 0 1 0 0,0 0-1 0 0,0 1 0 0 0,1 1 1 0 0,-1 1-1 0 0,0 0 0 0 0,3 0-268 0 0,3 1 347 0 0,22 16 317 0 0,-40-16-712 0 0,-1 1-1 0 0,0-1 0 0 0,0 1 0 0 0,-1-1 1 0 0,1 1-1 0 0,0 0 0 0 0,0-1 0 0 0,-1 1 1 0 0,1 0-1 0 0,-1 0 0 0 0,0-1 0 0 0,1 1 1 0 0,-1 0-1 0 0,0 0 0 0 0,0-1 1 0 0,0 1-1 0 0,0 0 0 0 0,0 0 0 0 0,-1 0 1 0 0,1-1-1 0 0,-1 1 0 0 0,1 0 0 0 0,-1 0 1 0 0,1-1-1 0 0,-1 1 0 0 0,0-1 1 0 0,0 1-1 0 0,0 0 0 0 0,0-1 0 0 0,0 0 1 0 0,0 1-1 0 0,0-1 0 0 0,0 1 0 0 0,-1-1 1 0 0,1 0-1 0 0,0 0 0 0 0,-1 0 0 0 0,1 0 1 0 0,-1 0-1 0 0,1 0 0 0 0,-1 0 1 0 0,0-1-1 0 0,1 1 0 0 0,-1 0 0 0 0,0-1 49 0 0,-109 34-4745 0 0,-6-29-5754 0 0,104-5 8869 0 0</inkml:trace>
  <inkml:trace contextRef="#ctx0" brushRef="#br0" timeOffset="7661.019">4210 499 1120 0 0,'20'-3'7153'0'0,"-3"9"-3626"0"0,-8-11-3345 0 0,13-4-1615 0 0,-32 28-5648 0 0,8-17 5577 0 0</inkml:trace>
  <inkml:trace contextRef="#ctx0" brushRef="#br0" timeOffset="8531.583">4311 503 876 0 0,'58'-16'5160'0'0,"-58"16"-5131"0"0,0 0 0 0 0,-1 0 0 0 0,1 1 0 0 0,0-1 0 0 0,0 0 1 0 0,0 0-1 0 0,0 0 0 0 0,0 1 0 0 0,0-1 0 0 0,0 0 0 0 0,0 0 0 0 0,0 1 0 0 0,0-1 0 0 0,0 0 0 0 0,0 0 1 0 0,0 1-1 0 0,0-1 0 0 0,0 0 0 0 0,0 0 0 0 0,0 1 0 0 0,0-1 0 0 0,1 0 0 0 0,-1 0 0 0 0,0 0 1 0 0,0 1-1 0 0,0-1 0 0 0,0 0 0 0 0,0 0 0 0 0,1 0 0 0 0,-1 1 0 0 0,0-1 0 0 0,0 0 0 0 0,0 0 0 0 0,0 0 1 0 0,1 0-1 0 0,-1 0 0 0 0,0 1 0 0 0,0-1 0 0 0,1 0 0 0 0,-1 0 0 0 0,0 0 0 0 0,0 0 0 0 0,0 0 1 0 0,1 0-1 0 0,-1 0 0 0 0,0 0 0 0 0,0 0 0 0 0,1 0-29 0 0,-30 22-192 0 0,18-15 125 0 0,-35 24-718 0 0,-58 22 1580 0 0,77-31 1374 0 0,26-22-1851 0 0,1 0 43 0 0,50 0 2088 0 0,34 0-876 0 0,-40-13-1109 0 0,-43 13-399 0 0,-1 0 29 0 0,0 0 64 0 0,9 3-158 0 0,-9-2-6 0 0,1 1-1 0 0,0-1 0 0 0,-1 1 0 0 0,1-1 0 0 0,-1 1 0 0 0,1-1 0 0 0,-1 1 1 0 0,0 0-1 0 0,0-1 0 0 0,0 1 0 0 0,0-1 0 0 0,0 1 0 0 0,0 0 1 0 0,0-1-1 0 0,0 1 0 0 0,-1-1 0 0 0,1 1 0 0 0,-1 0 0 0 0,1-1 1 0 0,-1 1-1 0 0,1-1 0 0 0,-1 1 0 0 0,0-1 0 0 0,0 0 0 0 0,0 1 0 0 0,0-1 1 0 0,0 0-1 0 0,0 0 0 0 0,0 1 0 0 0,0-1 0 0 0,0 0 0 0 0,-1 0 1 0 0,1 0-1 0 0,-1 0 7 0 0,-2 4-13 0 0,-34 35-131 0 0,71-39 967 0 0,2-4-517 0 0,-34 3-202 0 0,16 2 429 0 0,-15 2-467 0 0,0 0 0 0 0,-1 1 0 0 0,1-1 0 0 0,-1 0 0 0 0,0 1 0 0 0,0-1 0 0 0,-1 1-1 0 0,0-1 1 0 0,1 1 0 0 0,-2 0 0 0 0,1-1 0 0 0,0 1 0 0 0,-1-1 0 0 0,0 1 0 0 0,0-1 0 0 0,0 0 0 0 0,-1 1 0 0 0,1-1-1 0 0,-1 0 1 0 0,0 0 0 0 0,0 0 0 0 0,0 0 0 0 0,-1 0 0 0 0,0 0 0 0 0,1-1 0 0 0,-1 1 0 0 0,-1-1 0 0 0,-2 3-66 0 0,-3 3-45 0 0,0 0-1 0 0,0-1 1 0 0,-1-1 0 0 0,0 1 0 0 0,0-1 0 0 0,-1-1 0 0 0,0 0 0 0 0,0-1 0 0 0,-6 2 45 0 0,12-5-156 0 0,0-1 0 0 0,0 0 0 0 0,0 0 0 0 0,0 0 0 0 0,0-1 0 0 0,-1 0 0 0 0,1 0 0 0 0,0 0 0 0 0,0-1 0 0 0,-1 0 0 0 0,1 0 0 0 0,0 0 0 0 0,0 0 0 0 0,0-1 0 0 0,0 0 0 0 0,1 0 0 0 0,-1 0 1 0 0,0-1-1 0 0,1 1 0 0 0,-1-1 0 0 0,-3-3 156 0 0,7 5-68 0 0,0 1 0 0 0,0-1 0 0 0,0 1 0 0 0,0-1 0 0 0,0 1 0 0 0,0-1 0 0 0,0 1 0 0 0,0-1 1 0 0,0 0-1 0 0,0 0 0 0 0,0 1 0 0 0,0-1 0 0 0,0 0 0 0 0,1 0 0 0 0,-1 0 0 0 0,0 0 0 0 0,1 0 0 0 0,-1 0 1 0 0,1 0-1 0 0,-1 0 0 0 0,1 0 0 0 0,-1-1 0 0 0,1 1 0 0 0,0 0 0 0 0,-1 0 0 0 0,1 0 0 0 0,0 0 0 0 0,0-1 1 0 0,0 1-1 0 0,0 0 0 0 0,0 0 0 0 0,0 0 0 0 0,0-1 0 0 0,1 1 0 0 0,-1 0 0 0 0,0 0 0 0 0,1 0 1 0 0,-1 0-1 0 0,0 0 0 0 0,1-1 0 0 0,0 1 0 0 0,-1 0 0 0 0,1 0 0 0 0,0 0 0 0 0,-1 0 0 0 0,1 1 0 0 0,0-1 1 0 0,0 0-1 0 0,0 0 0 0 0,0 0 0 0 0,0 0 68 0 0,60-18 1562 0 0,72 54 547 0 0,-53 1-916 0 0,-64-27-1105 0 0,0-1 1 0 0,1 0-1 0 0,0-2 0 0 0,0 0 0 0 0,1-1 0 0 0,0 0 1 0 0,6-1-89 0 0,-19-3-310 0 0,0-1 1 0 0,0 0 0 0 0,1-1-1 0 0,-1 0 1 0 0,0 1 0 0 0,0-2 0 0 0,0 1-1 0 0,0 0 1 0 0,0-1 0 0 0,0 0-1 0 0,0 0 1 0 0,-1-1 0 0 0,1 1 0 0 0,-1-1-1 0 0,0 0 1 0 0,1 0 0 0 0,-1-1-1 0 0,1-1 310 0 0,13-8-2053 0 0,16-16-3012 0 0,-27 20 3447 0 0</inkml:trace>
  <inkml:trace contextRef="#ctx0" brushRef="#br0" timeOffset="9445.053">4941 219 1348 0 0,'12'19'9153'0'0,"-19"25"-6324"0"0,7-43-2772 0 0,-7 16 226 0 0,-1 1 1 0 0,-1-2-1 0 0,0 1 1 0 0,-1-1-1 0 0,-1 0 1 0 0,-1-1 0 0 0,0-1-1 0 0,-1 1 1 0 0,0-2-1 0 0,-1 0 1 0 0,0-1-1 0 0,-1 0 1 0 0,-1-1-284 0 0,-43 20-1378 0 0,58-31 824 0 0,1 0-34 0 0,-7-31-2143 0 0,12 20 2513 0 0,1 0-1 0 0,1 0 1 0 0,-1 1-1 0 0,1 0 1 0 0,1 0-1 0 0,0 0 1 0 0,0 1-1 0 0,1 1 1 0 0,0-1-1 0 0,1 2 1 0 0,0-1-1 0 0,4-1 219 0 0,1 1 429 0 0,0 1 0 0 0,1 1 0 0 0,0 1 0 0 0,0 0 0 0 0,1 1 1 0 0,-1 1-1 0 0,1 0 0 0 0,-1 1 0 0 0,1 1 0 0 0,0 1 0 0 0,0 0 0 0 0,15 3-429 0 0,10-3 1543 0 0,-37 3-1280 0 0,4 2-168 0 0,-8-5-65 0 0,1 1-1 0 0,-1-1 0 0 0,0 0 0 0 0,0 1 0 0 0,0-1 0 0 0,0 1 0 0 0,0-1 0 0 0,0 1 0 0 0,0-1 0 0 0,1 1 0 0 0,-2 0 0 0 0,1-1 0 0 0,0 1 0 0 0,0 0 1 0 0,0 0-1 0 0,0 0 0 0 0,0 0 0 0 0,-1 0 0 0 0,1 0 0 0 0,0 0 0 0 0,-1 0 0 0 0,1 0 0 0 0,-1 0 0 0 0,1 0 0 0 0,-1 0 0 0 0,1 0 0 0 0,-1 1 0 0 0,0-1 1 0 0,0 0-1 0 0,0 0 0 0 0,1 0 0 0 0,-1 1 0 0 0,0-1 0 0 0,-1 0 0 0 0,1 0 0 0 0,0 0 0 0 0,0 1 0 0 0,0-1 0 0 0,-1 0 0 0 0,1 0 0 0 0,0 0 0 0 0,-1 0 1 0 0,1 1-1 0 0,-1-1-29 0 0,-9 10-193 0 0,-1 0 0 0 0,0-1 1 0 0,0-1-1 0 0,-1 1 0 0 0,0-2 1 0 0,0 0-1 0 0,-1 0 1 0 0,0-1-1 0 0,-1-1 0 0 0,-2 1 193 0 0,-7 4-490 0 0,-79 39-2653 0 0,99-46 3127 0 0,0-1-1 0 0,0 1 0 0 0,0 0 0 0 0,1 0 1 0 0,0 0-1 0 0,-1 0 0 0 0,1 0 0 0 0,1 1 0 0 0,-1-1 1 0 0,1 1-1 0 0,0-1 0 0 0,0 1 0 0 0,0-1 1 0 0,0 1-1 0 0,1 1 17 0 0,-6 22-730 0 0,5-22 298 0 0,-13 25-6395 0 0,12-31 5865 0 0</inkml:trace>
  <inkml:trace contextRef="#ctx0" brushRef="#br0" timeOffset="9956.023">4818 655 1380 0 0,'6'-7'2844'0'0,"16"0"6510"0"0,-5 17-6869 0 0,-10 27-2727 0 0,17-110-1127 0 0,-21 67 1643 0 0,0 1-1 0 0,0 0 1 0 0,0 0-1 0 0,1 0 1 0 0,0 0 0 0 0,0 0-1 0 0,0 1 1 0 0,1 0-1 0 0,-1 0 1 0 0,1 0 0 0 0,0 0-1 0 0,0 1 1 0 0,1 0 0 0 0,-1 0-1 0 0,1 0 1 0 0,-1 1-1 0 0,1 0 1 0 0,0 0 0 0 0,0 0-1 0 0,4 0-273 0 0,14-7 343 0 0,-5 2 38 0 0,1 2 0 0 0,0 0 1 0 0,0 2-1 0 0,0 0 0 0 0,0 1 0 0 0,1 1 1 0 0,-1 0-1 0 0,7 2-381 0 0,-19-1 78 0 0,69 22 51 0 0,-76-21-199 0 0,0 0-1 0 0,0-1 1 0 0,0 1-1 0 0,0 0 1 0 0,0 0-1 0 0,0 0 1 0 0,0 0-1 0 0,0 0 1 0 0,-1 0-1 0 0,1 0 0 0 0,0 0 1 0 0,-1 0-1 0 0,1 0 1 0 0,-1 0-1 0 0,1 0 1 0 0,-1 0-1 0 0,1 1 1 0 0,-1-1-1 0 0,0 0 1 0 0,0 0-1 0 0,0 1 1 0 0,1-1-1 0 0,-1 0 1 0 0,0 0-1 0 0,-1 1 1 0 0,1-1-1 0 0,0 0 1 0 0,0 0-1 0 0,0 1 1 0 0,-1-1-1 0 0,1 0 1 0 0,-1 0-1 0 0,1 0 1 0 0,-1 0-1 0 0,1 1 1 0 0,-1-1-1 0 0,0 0 1 0 0,1 0-1 0 0,-1 0 1 0 0,0 0-1 0 0,0 0 1 0 0,0-1-1 0 0,0 1 0 0 0,0 0 1 0 0,0 0-1 0 0,0 0 1 0 0,0-1-1 0 0,0 1 1 0 0,0-1-1 0 0,0 1 1 0 0,0-1-1 0 0,-1 1 1 0 0,1-1-1 0 0,0 0 1 0 0,-1 1 70 0 0,-29 23-3131 0 0,0-1 1 0 0,-2-2 0 0 0,-1-1-1 0 0,-1-1 1 0 0,-8 1 3130 0 0,28-15-1499 0 0,3-4-28 0 0</inkml:trace>
  <inkml:trace contextRef="#ctx0" brushRef="#br0" timeOffset="10342.692">4943 651 1128 0 0,'0'0'120'0'0,"0"-1"-1"0"0,0 1 1 0 0,-1 0 0 0 0,1-1-1 0 0,0 1 1 0 0,0 0-1 0 0,-1-1 1 0 0,1 1 0 0 0,0 0-1 0 0,0-1 1 0 0,0 1-1 0 0,0-1 1 0 0,0 1 0 0 0,-1-1-1 0 0,1 1 1 0 0,0 0-1 0 0,0-1 1 0 0,0 1 0 0 0,0-1-1 0 0,0 1 1 0 0,0-1-1 0 0,0 1 1 0 0,1 0 0 0 0,-1-1-1 0 0,0 1 1 0 0,0-1-1 0 0,0 1 1 0 0,0 0 0 0 0,0-1-1 0 0,1 1 1 0 0,-1-1-1 0 0,0 1 1 0 0,0 0 0 0 0,1-1-1 0 0,-1 1 1 0 0,0 0-1 0 0,1 0 1 0 0,-1-1 0 0 0,0 1-1 0 0,1 0 1 0 0,-1-1-1 0 0,0 1 1 0 0,1 0 0 0 0,-1 0-1 0 0,0 0 1 0 0,1 0-1 0 0,-1-1 1 0 0,1 1 0 0 0,-1 0-1 0 0,0 0 1 0 0,1 0-1 0 0,-1 0 1 0 0,1 0 0 0 0,-1 0-1 0 0,1 0 1 0 0,-1 0-1 0 0,0 0 1 0 0,1 0 0 0 0,-1 0-1 0 0,1 0 1 0 0,-1 0-1 0 0,1 1 1 0 0,-1-1 0 0 0,0 0-1 0 0,1 0 1 0 0,-1 0-1 0 0,1 1-118 0 0,129 21 5244 0 0,-149-6-7302 0 0,-69 21 2548 0 0,88-37-389 0 0,0 0 0 0 0,1 1 0 0 0,-1-1-1 0 0,1 0 1 0 0,-1 0 0 0 0,0 1 0 0 0,1-1-1 0 0,-1 0 1 0 0,0 0 0 0 0,1 1 0 0 0,-1-1 0 0 0,0 0-1 0 0,1 1 1 0 0,-1-1 0 0 0,0 1 0 0 0,0-1-1 0 0,0 0 1 0 0,1 1 0 0 0,-1-1 0 0 0,0 1 0 0 0,0-1-1 0 0,0 1 1 0 0,0-1 0 0 0,0 0 0 0 0,0 1-1 0 0,0-1 1 0 0,0 1 0 0 0,0-1 0 0 0,0 1 0 0 0,0-1-1 0 0,0 1 1 0 0,0-1 0 0 0,0 0 0 0 0,0 1 0 0 0,0-1-102 0 0,88-29 1490 0 0,-16 16-1723 0 0,-109-2-14502 0 0,31 11 13145 0 0</inkml:trace>
  <inkml:trace contextRef="#ctx0" brushRef="#br0" timeOffset="10747.2">5027 549 2092 0 0,'-12'-3'9903'0'0,"13"29"-5516"0"0,-1-25-4359 0 0,3 186 4557 0 0,24-91-3603 0 0,-23-90-883 0 0,0-1-1 0 0,0 0 1 0 0,1 0-1 0 0,-1-1 1 0 0,1 1-1 0 0,0-1 0 0 0,0 0 1 0 0,1 0-1 0 0,-1-1 1 0 0,1 0-1 0 0,0 0 1 0 0,0 0-1 0 0,0 0 1 0 0,0-1-1 0 0,0 0 0 0 0,1-1 1 0 0,-1 1-1 0 0,1-1 1 0 0,-1 0-1 0 0,5-1-98 0 0,23 9 219 0 0,105 23 513 0 0,-130-35-795 0 0,0-1 0 0 0,-1 0 1 0 0,1 0-1 0 0,-1-1 0 0 0,0 0 0 0 0,0 0 0 0 0,-1-1 1 0 0,0 0-1 0 0,0-1 0 0 0,0 1 0 0 0,-1-1 0 0 0,0-1 1 0 0,0 1-1 0 0,-1-1 0 0 0,0 0 0 0 0,0 0 0 0 0,0 0 1 0 0,-2-1-1 0 0,1 0 0 0 0,-1 0 0 0 0,0 0 0 0 0,0-4 63 0 0,-1 11-69 0 0,12-46-2108 0 0,-13 45 1876 0 0,0 0 0 0 0,-1 1 0 0 0,1-1 0 0 0,-1 0 0 0 0,0 0-1 0 0,0 0 1 0 0,0 0 0 0 0,0 0 0 0 0,0 0 0 0 0,-1 0-1 0 0,0 0 1 0 0,1 0 0 0 0,-1 0 0 0 0,0 0 0 0 0,0 1 0 0 0,0-1-1 0 0,-1 0 1 0 0,1 1 0 0 0,-1-1 0 0 0,1 1 0 0 0,-1-1-1 0 0,0 1 1 0 0,0 0 0 0 0,0 0 0 0 0,0 0 0 0 0,-1 0 0 0 0,1 0-1 0 0,0 0 1 0 0,-1 0 0 0 0,1 1 0 0 0,-1 0 0 0 0,0-1-1 0 0,1 1 1 0 0,-1 0 0 0 0,0 0 0 0 0,-2 0 301 0 0,-130-16-7964 0 0,75 2 6633 0 0</inkml:trace>
  <inkml:trace contextRef="#ctx0" brushRef="#br0" timeOffset="16200.455">151 1660 2016 0 0,'0'0'1208'0'0,"0"0"-111"0"0,0 0-58 0 0,0 0 32 0 0,0 0-23 0 0,0 0-66 0 0,0 0-67 0 0,0 0 64 0 0,0 0 45 0 0,0 0-54 0 0,0 0-66 0 0,0 0-93 0 0,0 0-43 0 0,0 0-25 0 0,0 0-65 0 0,0 0-52 0 0,0 0-52 0 0,0 0-67 0 0,0 0-5 0 0,0 0-42 0 0,0 0-36 0 0,0 0-59 0 0,0 0-30 0 0,0 0 13 0 0,0 0-43 0 0,0 0-10 0 0,0 0 32 0 0,3-4-39 0 0,0 1-230 0 0,0 1-1 0 0,0 0 0 0 0,0-1 0 0 0,1 1 0 0 0,-1 1 1 0 0,0-1-1 0 0,1 0 0 0 0,-1 1 0 0 0,1-1 0 0 0,0 1 1 0 0,0 0-1 0 0,-1 0 0 0 0,1 1 0 0 0,0-1 0 0 0,0 1 1 0 0,0 0-1 0 0,-1 0 0 0 0,1 0 0 0 0,0 0 0 0 0,0 1 1 0 0,0 0-58 0 0,0-1 39 0 0,245-3 570 0 0,-191-16-2667 0 0,-58 19 1933 0 0,-1 0 1 0 0,1 0-1 0 0,0 0 0 0 0,-1 0 0 0 0,1 0 0 0 0,0 0 0 0 0,0-1 0 0 0,-1 1 0 0 0,1 0 0 0 0,0 0 0 0 0,-1 0 1 0 0,1-1-1 0 0,0 1 0 0 0,0 0 0 0 0,-1 0 0 0 0,1-1 0 0 0,0 1 0 0 0,0 0 0 0 0,0 0 0 0 0,-1-1 1 0 0,1 1-1 0 0,0 0 0 0 0,0-1 0 0 0,0 1 0 0 0,0 0 0 0 0,0-1 0 0 0,0 1 0 0 0,0 0 0 0 0,0-1 0 0 0,0 1 1 0 0,0 0-1 0 0,0-1 0 0 0,0 1 0 0 0,0 0 0 0 0,0-1 0 0 0,0 1 0 0 0,0 0 0 0 0,0-1 0 0 0,0 1 1 0 0,0 0-1 0 0,0-1 0 0 0,0 1 0 0 0,0 0 0 0 0,1-1 0 0 0,-1 1 0 0 0,0 0 0 0 0,0 0 0 0 0,0-1 0 0 0,1 1 1 0 0,-1 0-1 0 0,0 0 0 0 0,0-1 0 0 0,1 1 0 0 0,-1 0 0 0 0,0 0 0 0 0,1 0 0 0 0,-1 0 0 0 0,0-1 0 0 0,1 1 1 0 0,-1 0-1 0 0,0 0 0 0 0,1 0 125 0 0,-30-4-8387 0 0,20 2 6764 0 0,2 1 203 0 0</inkml:trace>
  <inkml:trace contextRef="#ctx0" brushRef="#br0" timeOffset="16619.871">335 1466 1424 0 0,'-4'15'8143'0'0,"-7"13"-5885"0"0,6-15-1559 0 0,-69 126 2157 0 0,-30-4-2732 0 0,48-101-1815 0 0,54-34 1143 0 0,2 0-85 0 0,0 0 31 0 0,-2-2 28 0 0,1-2 422 0 0,0 0-1 0 0,1 0 1 0 0,-1 0-1 0 0,1 0 1 0 0,0 0-1 0 0,0 0 1 0 0,0-1-1 0 0,1 1 1 0 0,-1 0-1 0 0,1 0 1 0 0,0 0-1 0 0,0 0 1 0 0,1 0-1 0 0,-1 0 1 0 0,1 0-1 0 0,0 1 1 0 0,0-1-1 0 0,0 0 1 0 0,0 1-1 0 0,1 0 1 0 0,-1-1-1 0 0,1 1 1 0 0,0 0-1 0 0,0 0 1 0 0,0 1-1 0 0,0-1 1 0 0,1 0-1 0 0,-1 1 1 0 0,1 0-1 0 0,2-1 153 0 0,1-2 91 0 0,0-1-1 0 0,1 2 1 0 0,-1-1-1 0 0,1 1 1 0 0,0 0-1 0 0,1 1 1 0 0,-1 0 0 0 0,1 0-1 0 0,-1 1 1 0 0,1 0-1 0 0,0 0 1 0 0,0 1-1 0 0,-1 0 1 0 0,10 1-91 0 0,62 29 2167 0 0,-47-11-1107 0 0,-29-17-936 0 0,0 0 0 0 0,0 1 1 0 0,-1 0-1 0 0,1 0 0 0 0,0 0 0 0 0,-1 0 1 0 0,1 0-1 0 0,-1 1 0 0 0,0 0 1 0 0,0-1-1 0 0,0 1 0 0 0,0 0 0 0 0,0 1 1 0 0,-1-1-1 0 0,1 0 0 0 0,-1 1 1 0 0,0 0-1 0 0,0-1 0 0 0,0 1 0 0 0,0 0 1 0 0,-1 0-1 0 0,1 3-124 0 0,-2-6-282 0 0,0-1-227 0 0,-14 21-2242 0 0,-39 10-3724 0 0,38-27 5120 0 0,-6 2 69 0 0</inkml:trace>
  <inkml:trace contextRef="#ctx0" brushRef="#br0" timeOffset="17422.518">54 1870 1496 0 0,'-53'6'9758'0'0,"70"7"-3172"0"0,117-13-3103 0 0,-60-13-2681 0 0,72-16 440 0 0,85-41-437 0 0,-230 71-828 0 0,0 0 1 0 0,0 0 0 0 0,0 0-1 0 0,0 0 1 0 0,0 0 0 0 0,0 1 0 0 0,0-1-1 0 0,0 0 1 0 0,0 1 0 0 0,-1-1 0 0 0,1 1-1 0 0,0-1 1 0 0,-1 1 0 0 0,1-1 0 0 0,-1 1-1 0 0,0-1 1 0 0,0 1 0 0 0,1-1 0 0 0,-1 1-1 0 0,0 0 1 0 0,0-1 0 0 0,0 1-1 0 0,-1-1 1 0 0,1 1 0 0 0,0 0 0 0 0,-1-1-1 0 0,1 1 1 0 0,-1-1 0 0 0,1 1 0 0 0,-1-1-1 0 0,1 0 1 0 0,-1 1 0 0 0,0-1 0 0 0,0 1-1 0 0,0-1 1 0 0,0 0 0 0 0,0 1 22 0 0,0 0-21 0 0,-62 249-529 0 0,41-116 36 0 0,4-93-667 0 0,18-41 1037 0 0,-1 0-1 0 0,0 0 1 0 0,0 0-1 0 0,0 0 1 0 0,0 0-1 0 0,0 0 0 0 0,0 0 1 0 0,0 0-1 0 0,0-1 1 0 0,0 1-1 0 0,0 0 1 0 0,0-1-1 0 0,0 1 1 0 0,-1-1-1 0 0,1 1 0 0 0,0-1 1 0 0,-1 1-1 0 0,1-1 1 0 0,0 0-1 0 0,0 0 1 0 0,-1 1-1 0 0,1-1 1 0 0,0 0-1 0 0,-1 0 0 0 0,1-1 1 0 0,0 1-1 0 0,-1 0 1 0 0,1 0-1 0 0,0-1 1 0 0,-1 1-1 0 0,1 0 1 0 0,0-1-1 0 0,0 1 0 0 0,-1-1 145 0 0,-11-7-403 0 0,1-1-1 0 0,1 0 0 0 0,-1-1 1 0 0,1 0-1 0 0,1-1 0 0 0,0 0 0 0 0,1 0 1 0 0,0-1-1 0 0,-6-10 404 0 0,-3-3-217 0 0,-1 0 0 0 0,-1 2 0 0 0,-2 0 0 0 0,0 2 0 0 0,-1 0 0 0 0,-16-10 217 0 0,16 12 1150 0 0,23 19-908 0 0,0 0 29 0 0,0 0 37 0 0,0 0-4 0 0,-2 3 22 0 0,2-2-271 0 0,-1 0 1 0 0,0 0-1 0 0,1 0 1 0 0,0 0-1 0 0,-1 1 1 0 0,1-1-1 0 0,0 0 1 0 0,-1 0-1 0 0,1 0 1 0 0,0 0-1 0 0,0 1 1 0 0,0-1-1 0 0,0 0 1 0 0,0 0-1 0 0,0 0 1 0 0,0 1-1 0 0,1-1 1 0 0,-1 0-1 0 0,0 0 1 0 0,1 0-1 0 0,-1 0 1 0 0,1 0-1 0 0,-1 0 1 0 0,1 0-1 0 0,-1 0 1 0 0,1 0-1 0 0,0 0 1 0 0,-1 0-1 0 0,1 0 1 0 0,0 0-1 0 0,0 0 1 0 0,0 0-1 0 0,0-1 1 0 0,0 1-1 0 0,0 0 1 0 0,0-1-1 0 0,0 1 1 0 0,0 0-1 0 0,0-1 1 0 0,0 0-1 0 0,0 1 1 0 0,0-1-1 0 0,1 0 1 0 0,-1 1-1 0 0,0-1 1 0 0,0 0-1 0 0,0 0 1 0 0,1 0-56 0 0,2 0 69 0 0,-1 0 0 0 0,1 0 0 0 0,-1-1 0 0 0,1 1 0 0 0,-1-1 0 0 0,0 1 0 0 0,1-1 0 0 0,-1-1 0 0 0,0 1 0 0 0,1 0 0 0 0,-1-1 0 0 0,0 1 0 0 0,0-1-1 0 0,0 0 1 0 0,0 0 0 0 0,-1 0 0 0 0,1-1 0 0 0,0 1 0 0 0,-1-1 0 0 0,2-1-69 0 0,52-32-26 0 0,-26 53 296 0 0,-29-13-253 0 0,1-1 0 0 0,-1 1-1 0 0,0 0 1 0 0,0-1 0 0 0,-1 1-1 0 0,1 0 1 0 0,-1 0-1 0 0,0 0 1 0 0,0-1 0 0 0,0 1-1 0 0,0 0 1 0 0,-1 0 0 0 0,1 0-1 0 0,-1-1 1 0 0,0 1 0 0 0,0 0-1 0 0,-1-1 1 0 0,1 1-1 0 0,-1-1 1 0 0,0 1 0 0 0,-1 1-17 0 0,2 0-153 0 0,-1-1 1 0 0,1 0 0 0 0,-1 1 0 0 0,0-1-1 0 0,-1 0 1 0 0,1 0 0 0 0,-1 0 0 0 0,1 0-1 0 0,-1 0 1 0 0,-1-1 0 0 0,1 1 0 0 0,0-1 0 0 0,-1 0-1 0 0,1 0 1 0 0,-1 0 0 0 0,0-1 0 0 0,0 1-1 0 0,0-1 1 0 0,-1 0 0 0 0,1 0 0 0 0,0 0-1 0 0,-1-1 1 0 0,1 1 0 0 0,-1-1 0 0 0,0 0-1 0 0,-3 0 153 0 0,7-1-671 0 0,1 0-12 0 0,-13-23-2527 0 0,17-13-3413 0 0,-4 24 5159 0 0</inkml:trace>
  <inkml:trace contextRef="#ctx0" brushRef="#br0" timeOffset="17766.021">931 1533 1324 0 0,'3'-3'8283'0'0,"3"14"-6812"0"0,16 61 1119 0 0,-18-21-4152 0 0,-44 55-4846 0 0,20-69 3518 0 0,9-16 1550 0 0</inkml:trace>
  <inkml:trace contextRef="#ctx0" brushRef="#br0" timeOffset="18076.867">801 1876 1756 0 0,'-2'4'7259'0'0,"24"-2"-3497"0"0,11 3-1961 0 0,-26 1-1610 0 0,-1 0 1 0 0,0 1-1 0 0,0 0 0 0 0,-1 0 1 0 0,0 0-1 0 0,0 1 0 0 0,-1-1 0 0 0,0 1 1 0 0,0 0-1 0 0,-1 1 0 0 0,0-1 1 0 0,0 1-1 0 0,-1-1 0 0 0,0 1 1 0 0,-1 0-1 0 0,0 0 0 0 0,0 0 1 0 0,-1-1-1 0 0,0 1 0 0 0,0 0 1 0 0,-1 0-1 0 0,-1 4-191 0 0,2-5 83 0 0,-1 15 307 0 0,13 48-294 0 0,-11-71-123 0 0,0 1 0 0 0,0-1 0 0 0,1 0 1 0 0,-1 1-1 0 0,0-1 0 0 0,0 0 0 0 0,0 0 0 0 0,0 0 0 0 0,1 0 1 0 0,-1 0-1 0 0,0 0 0 0 0,0 0 0 0 0,0 0 0 0 0,0-1 1 0 0,1 1-1 0 0,-1 0 0 0 0,0-1 0 0 0,0 1 0 0 0,0-1 1 0 0,0 1-1 0 0,0-1 0 0 0,0 0 0 0 0,0 1 0 0 0,0-1 0 0 0,0 0 1 0 0,0 0-1 0 0,-1 1 0 0 0,1-1 0 0 0,0 0 0 0 0,0 0 1 0 0,-1 0-1 0 0,2-1 27 0 0,0 0-92 0 0,13-14-1008 0 0,-1-1 1 0 0,-1 0-1 0 0,0-1 1 0 0,-2 0 0 0 0,0-1-1 0 0,-1 0 1 0 0,0-1-1 0 0,-2 0 1 0 0,-1 0-1 0 0,0-1 1 0 0,-1 0-1 0 0,-2 0 1 0 0,0-1 0 0 0,0-8 1099 0 0,1-3-1530 0 0</inkml:trace>
  <inkml:trace contextRef="#ctx0" brushRef="#br0" timeOffset="18327.089">1123 1441 2616 0 0,'2'49'8008'0'0,"1"1"-6033"0"0,-15 57-2028 0 0,-2-63-1812 0 0,2-19-2595 0 0,4-17 1535 0 0,5-6 1525 0 0</inkml:trace>
  <inkml:trace contextRef="#ctx0" brushRef="#br0" timeOffset="18541.091">1005 1657 2344 0 0,'-1'0'147'0'0,"1"-1"1"0"0,-1 1-1 0 0,1-1 0 0 0,0 1 0 0 0,0 0 1 0 0,-1-1-1 0 0,1 1 0 0 0,0-1 0 0 0,0 1 1 0 0,-1-1-1 0 0,1 1 0 0 0,0-1 0 0 0,0 1 1 0 0,0-1-1 0 0,0 1 0 0 0,0-1 0 0 0,0 1 1 0 0,0-1-1 0 0,0 1 0 0 0,0-1 0 0 0,0 1 1 0 0,0-1-1 0 0,0 1 0 0 0,0-1 0 0 0,0 1 1 0 0,0-1-1 0 0,0 1 0 0 0,1-1 0 0 0,-1 1 1 0 0,0-1-1 0 0,0 1 0 0 0,1-1 0 0 0,-1 1 1 0 0,0 0-1 0 0,1-1 0 0 0,-1 1 0 0 0,0-1 1 0 0,1 1-1 0 0,-1 0 0 0 0,1-1 0 0 0,-1 1 1 0 0,0 0-1 0 0,1 0 0 0 0,-1-1 0 0 0,1 1 1 0 0,-1 0-1 0 0,1 0 0 0 0,-1 0 0 0 0,1-1 1 0 0,-1 1-1 0 0,1 0 0 0 0,-1 0 0 0 0,1 0 1 0 0,0 0-148 0 0,33-7 3313 0 0,-30 7-3291 0 0,192-31 5496 0 0,-74 7-3429 0 0,-25-5-3180 0 0,-96 27-7154 0 0,-3-1 4025 0 0,-22-14 142 0 0,8 9 2434 0 0</inkml:trace>
  <inkml:trace contextRef="#ctx0" brushRef="#br0" timeOffset="18817.126">1352 1478 1060 0 0,'-8'-3'905'0'0,"8"2"-747"0"0,-1 1 1 0 0,1-1-1 0 0,-1 1 1 0 0,1-1-1 0 0,-1 1 1 0 0,1 0-1 0 0,-1-1 0 0 0,0 1 1 0 0,1 0-1 0 0,-1-1 1 0 0,0 1-1 0 0,1 0 0 0 0,-1 0 1 0 0,0 0-1 0 0,1 0 1 0 0,-1-1-1 0 0,0 1 0 0 0,0 0 1 0 0,1 0-1 0 0,-1 0 1 0 0,0 1-1 0 0,1-1 0 0 0,-1 0 1 0 0,0 0-1 0 0,0 0 1 0 0,1 0-1 0 0,-1 1 1 0 0,0-1-1 0 0,1 0 0 0 0,-1 1 1 0 0,1-1-1 0 0,-1 0 1 0 0,0 1-1 0 0,1-1 0 0 0,-1 1 1 0 0,1-1-1 0 0,-1 1 1 0 0,1-1-1 0 0,-1 1 0 0 0,1-1 1 0 0,-1 1-1 0 0,1-1 1 0 0,0 1-1 0 0,-1 0 0 0 0,1-1 1 0 0,0 1-1 0 0,0 0 1 0 0,-1-1-1 0 0,1 1 0 0 0,0 0 1 0 0,0-1-1 0 0,0 1 1 0 0,0 0-1 0 0,0 0 1 0 0,0-1-1 0 0,0 1 0 0 0,0 0-158 0 0,-36 126 2536 0 0,-11-19-3782 0 0,-13-6-4093 0 0,18-42 802 0 0,27-43 3093 0 0</inkml:trace>
  <inkml:trace contextRef="#ctx0" brushRef="#br0" timeOffset="19065.106">981 1951 1732 0 0,'4'-1'6781'0'0,"25"-3"-3114"0"0,65 2 34 0 0,101-51-280 0 0,-71 11-2817 0 0,-118 41-1257 0 0,-7 1-8476 0 0,-23 5 2426 0 0,16-2 5078 0 0</inkml:trace>
  <inkml:trace contextRef="#ctx0" brushRef="#br0" timeOffset="19564.28">1261 1799 1652 0 0,'-23'-3'9712'0'0,"-34"93"-5446"0"0,-44 36-2621 0 0,38-49-1432 0 0,55-67-361 0 0,3-2-58 0 0,0 0-1 0 0,-1 0 1 0 0,-1-1-1 0 0,1 0 0 0 0,-1 0 1 0 0,0 0-1 0 0,-1-1 1 0 0,1 0-1 0 0,-1-1 0 0 0,-1 1 1 0 0,1-2-1 0 0,-1 1 1 0 0,-5 1 206 0 0,13-6-633 0 0,1 0-8 0 0,0-1 496 0 0,-1 0 0 0 0,1-1 0 0 0,-1 1-1 0 0,1-1 1 0 0,0 1 0 0 0,0-1 0 0 0,0 1 0 0 0,0-1-1 0 0,0 1 1 0 0,0-1 0 0 0,0 1 0 0 0,0-1 0 0 0,0 1-1 0 0,1-1 1 0 0,-1 1 0 0 0,1-1 0 0 0,-1 1 0 0 0,1 0-1 0 0,-1-1 1 0 0,1 1 0 0 0,0 0 0 0 0,0-1 0 0 0,0 1-1 0 0,-1 0 1 0 0,1 0 0 0 0,0 0 0 0 0,2-1 145 0 0,58-60-2695 0 0,-58 60 2867 0 0,0 0 0 0 0,1 0 0 0 0,0 0 0 0 0,-1 0-1 0 0,1 1 1 0 0,0-1 0 0 0,0 1 0 0 0,0 0 0 0 0,0 0 0 0 0,-1 0-1 0 0,2 1 1 0 0,-1-1 0 0 0,0 1 0 0 0,0 0 0 0 0,0 0 0 0 0,0 1 0 0 0,0-1-1 0 0,0 1 1 0 0,0 0 0 0 0,0 0 0 0 0,1 1-172 0 0,-1-1 7 0 0,0 0 243 0 0,1 0 0 0 0,0 1 0 0 0,-1-1 0 0 0,0 1 0 0 0,1 0 0 0 0,-1 0 0 0 0,0 1 1 0 0,0-1-1 0 0,0 1 0 0 0,0 0 0 0 0,0 0 0 0 0,-1 0 0 0 0,1 1 0 0 0,-1-1 0 0 0,0 1 0 0 0,0 0 0 0 0,0 0 0 0 0,-1 0 0 0 0,1 0 0 0 0,-1 0 0 0 0,1 4-250 0 0,-2 41 1618 0 0,-1-41-2038 0 0,2-21-189 0 0,1 5 628 0 0,0 1-1 0 0,1-1 1 0 0,0 1-1 0 0,0 0 1 0 0,1 0-1 0 0,0 1 1 0 0,0-1-1 0 0,0 1 1 0 0,1 0-1 0 0,0 1 1 0 0,0-1-1 0 0,1 1 1 0 0,-1 0 0 0 0,1 1-1 0 0,0 0 1 0 0,1 0-1 0 0,-1 0 1 0 0,1 1-1 0 0,-1 0 1 0 0,1 0-1 0 0,0 1 1 0 0,0 0-1 0 0,0 1 1 0 0,5-1-19 0 0,19-9 177 0 0,37 3 1683 0 0,-64 8-1738 0 0,0 1-1 0 0,-1 0 0 0 0,1 1 0 0 0,0-1 0 0 0,-1 1 0 0 0,1 0 0 0 0,-1 0 0 0 0,1 1 0 0 0,-1-1 1 0 0,0 1-1 0 0,0 0 0 0 0,0 0 0 0 0,0 0 0 0 0,-1 1 0 0 0,4 3-121 0 0,20 51 1891 0 0,-27-56-1540 0 0,0 0-70 0 0,-1 5-220 0 0,0 0 0 0 0,0 0 0 0 0,-1 0 0 0 0,0 0 0 0 0,-1 0-1 0 0,0-1 1 0 0,0 1 0 0 0,0-1 0 0 0,0 0 0 0 0,-1 0 0 0 0,0 0 0 0 0,-1 0 0 0 0,1-1 0 0 0,-1 0-1 0 0,0 0 1 0 0,0 0 0 0 0,-1 0 0 0 0,1-1 0 0 0,-1 0 0 0 0,-2 1-61 0 0,3-2-174 0 0,1 0 0 0 0,-1 0 0 0 0,0-1-1 0 0,0 0 1 0 0,0 0 0 0 0,0 0 0 0 0,-1-1 0 0 0,1 0 0 0 0,0 0 0 0 0,-1 0 0 0 0,1 0 0 0 0,-1-1-1 0 0,1 0 1 0 0,-1 0 0 0 0,1 0 0 0 0,-1-1 0 0 0,1 0 0 0 0,-4-1 174 0 0,-66-35-3288 0 0,4-24-4801 0 0,54 17 1842 0 0,17 42 4755 0 0</inkml:trace>
  <inkml:trace contextRef="#ctx0" brushRef="#br0" timeOffset="20113.896">1653 1783 1492 0 0,'0'36'9340'0'0,"-1"15"-5469"0"0,0 109-1627 0 0,-10-96-1727 0 0,8-12 766 0 0,19-37-1081 0 0,28-26-23 0 0,57-53-3347 0 0,-82 25-2800 0 0,-19 38 4189 0 0,0 1 34 0 0,0-9-1436 0 0,0-2 1762 0 0</inkml:trace>
  <inkml:trace contextRef="#ctx0" brushRef="#br0" timeOffset="20364.066">1720 1885 1360 0 0,'14'-6'8924'0'0,"22"1"-6087"0"0,-1 3-2483 0 0,-12 2-3653 0 0,-18-3 1954 0 0,22-28-5002 0 0,-24 23 4879 0 0</inkml:trace>
  <inkml:trace contextRef="#ctx0" brushRef="#br0" timeOffset="20584.64">1889 1717 1060 0 0,'1'11'9183'0'0,"0"26"-7525"0"0,-1-32-1117 0 0,-2 73 1904 0 0,0-37-1750 0 0,2-1-1 0 0,1 1 0 0 0,3-1 1 0 0,1 0-1 0 0,2 5-694 0 0,-5-36 124 0 0,0 1 1 0 0,1-1-1 0 0,0 0 1 0 0,0-1-1 0 0,1 1 1 0 0,0 0-1 0 0,1-1 1 0 0,0 0-1 0 0,0 0 0 0 0,1 0 1 0 0,0-1-1 0 0,0 0 1 0 0,0 0-1 0 0,3 1-124 0 0,-5-7-32 0 0,0 0 1 0 0,0 0-1 0 0,0 0 0 0 0,0 0 1 0 0,0-1-1 0 0,1 0 0 0 0,-1 0 0 0 0,0 0 1 0 0,0 0-1 0 0,1-1 0 0 0,-1 0 1 0 0,0 0-1 0 0,0 0 0 0 0,0 0 0 0 0,0 0 1 0 0,0-1-1 0 0,0 0 0 0 0,0 0 1 0 0,-1 0-1 0 0,1 0 0 0 0,-1-1 1 0 0,1 1-1 0 0,-1-1 32 0 0,53-45-3968 0 0,-24-9-5485 0 0,-16 28 6611 0 0,-6 10 1525 0 0</inkml:trace>
  <inkml:trace contextRef="#ctx0" brushRef="#br0" timeOffset="20820.429">2223 1839 924 0 0,'0'0'195'0'0,"0"-1"0"0"0,0 0-1 0 0,0 0 1 0 0,-1 0 0 0 0,1 1-1 0 0,0-1 1 0 0,0 0 0 0 0,0 0 0 0 0,-1 0-1 0 0,1 1 1 0 0,0-1 0 0 0,-1 0-1 0 0,1 1 1 0 0,0-1 0 0 0,-1 0 0 0 0,1 1-1 0 0,-1-1 1 0 0,1 0 0 0 0,-1 1 0 0 0,1-1-1 0 0,-1 1 1 0 0,0-1 0 0 0,1 1-1 0 0,-1-1 1 0 0,0 1 0 0 0,1 0 0 0 0,-1-1-1 0 0,0 1 1 0 0,0 0 0 0 0,1-1-1 0 0,-1 1 1 0 0,0 0 0 0 0,0 0 0 0 0,0 0-1 0 0,1 0 1 0 0,-1 0 0 0 0,0 0 0 0 0,0 0-1 0 0,0 0 1 0 0,1 0 0 0 0,-1 0-1 0 0,0 0 1 0 0,0 0 0 0 0,0 0 0 0 0,1 1-1 0 0,-1-1 1 0 0,0 0 0 0 0,1 1-1 0 0,-1-1 1 0 0,0 1 0 0 0,0-1 0 0 0,1 1-1 0 0,-1-1-194 0 0,-158 122 5369 0 0,64-43-5213 0 0,67-61-1903 0 0,6-13-4712 0 0,21-5 4710 0 0,2-6-1311 0 0,0 2 1618 0 0</inkml:trace>
  <inkml:trace contextRef="#ctx0" brushRef="#br0" timeOffset="21135.049">2688 1392 1240 0 0,'-9'3'8892'0'0,"-12"20"-7311"0"0,18-19-1467 0 0,-121 140 2553 0 0,-23-23-8736 0 0,110-107 1416 0 0,28-13 3217 0 0</inkml:trace>
  <inkml:trace contextRef="#ctx0" brushRef="#br0" timeOffset="21404.461">2328 1725 2160 0 0,'32'103'6093'0'0,"-7"-9"-2943"0"0,-25-92-3486 0 0,0-2-95 0 0,0 0-153 0 0,0 0-619 0 0,-7 16-3218 0 0,5-19 2959 0 0,1-3 40 0 0</inkml:trace>
  <inkml:trace contextRef="#ctx0" brushRef="#br0" timeOffset="21688.79">2384 1752 1260 0 0,'-1'-2'355'0'0,"1"-1"0"0"0,1 0 0 0 0,-1 0 0 0 0,0 1 0 0 0,1-1 1 0 0,0 0-1 0 0,-1 0 0 0 0,1 1 0 0 0,0-1 0 0 0,0 1 0 0 0,1-1 0 0 0,-1 1 0 0 0,0-1 0 0 0,1 1 0 0 0,-1 0 0 0 0,1 0 0 0 0,0 0 0 0 0,0-1 0 0 0,0 2 1 0 0,0-1-1 0 0,0 0 0 0 0,0 0 0 0 0,1 1 0 0 0,-1-1 0 0 0,2 0-355 0 0,95-34 4012 0 0,110-2 463 0 0,-124 37-2774 0 0,-81 2-1651 0 0,0 0 1 0 0,-1 0-1 0 0,1 0 0 0 0,0 0 0 0 0,-1 0 1 0 0,0 1-1 0 0,1 0 0 0 0,-1 0 0 0 0,0 0 1 0 0,0 0-1 0 0,0 0 0 0 0,0 0 0 0 0,0 1 1 0 0,0-1-1 0 0,-1 1 0 0 0,1 0 0 0 0,-1 0 1 0 0,0 0-1 0 0,0 0 0 0 0,0 0 0 0 0,0 1 1 0 0,0-1-1 0 0,-1 1 0 0 0,0-1 0 0 0,0 1 1 0 0,0-1-1 0 0,0 1 0 0 0,0 0 0 0 0,0-1 1 0 0,-1 1-1 0 0,0 0 0 0 0,0 0 0 0 0,0 2-50 0 0,-1 6-219 0 0,1 1 0 0 0,-2-1 0 0 0,0 0 0 0 0,0 1 0 0 0,-1-1 0 0 0,-1-1-1 0 0,0 1 1 0 0,-1 0 0 0 0,0-1 0 0 0,0 0 0 0 0,-2 1 219 0 0,5-8-118 0 0,-41 55-2937 0 0,18-30-603 0 0,23-26 3172 0 0,0 0 0 0 0,0 0 0 0 0,0 0 1 0 0,0-1-1 0 0,-1 1 0 0 0,1 0 1 0 0,-1-1-1 0 0,0 0 0 0 0,0 1 0 0 0,0-1 1 0 0,0 0-1 0 0,0 0 0 0 0,0-1 1 0 0,0 1-1 0 0,-1-1 0 0 0,1 0 0 0 0,-1 0 1 0 0,1 0-1 0 0,-1 0 0 0 0,1 0 1 0 0,-4-1 485 0 0,6 0-1414 0 0</inkml:trace>
  <inkml:trace contextRef="#ctx0" brushRef="#br0" timeOffset="22175.504">2487 1677 1056 0 0,'27'43'5474'0'0,"-25"-41"-5402"0"0,0 1 1 0 0,0-1-1 0 0,0 0 1 0 0,0 0-1 0 0,0 0 1 0 0,1 0-1 0 0,-1 0 1 0 0,1 0-1 0 0,-1-1 1 0 0,1 1-1 0 0,0-1 1 0 0,0 0-1 0 0,-1 0 1 0 0,1 0-1 0 0,0 0 1 0 0,0 0-1 0 0,0-1 1 0 0,0 1-1 0 0,0-1 1 0 0,0 0-1 0 0,0 0 1 0 0,0 0-1 0 0,0 0 1 0 0,0 0-1 0 0,0-1 1 0 0,0 1-1 0 0,2-1-72 0 0,97-50 1114 0 0,-99 52 2159 0 0,-13 16-2493 0 0,-149 75 1198 0 0,104-35-1241 0 0,55-56-716 0 0,0-1 1 0 0,-1 0 0 0 0,1 0-1 0 0,0 0 1 0 0,-1 0 0 0 0,1 1-1 0 0,0-1 1 0 0,0 0 0 0 0,0 0-1 0 0,-1 0 1 0 0,1 1 0 0 0,0-1-1 0 0,0 0 1 0 0,0 0-1 0 0,0 1 1 0 0,-1-1 0 0 0,1 0-1 0 0,0 0 1 0 0,0 1 0 0 0,0-1-1 0 0,0 0 1 0 0,0 1 0 0 0,0-1-1 0 0,0 0 1 0 0,0 0 0 0 0,0 1-1 0 0,0-1 1 0 0,0 0-1 0 0,0 1 1 0 0,0-1 0 0 0,0 0-1 0 0,0 1 1 0 0,0-1 0 0 0,0 0-1 0 0,0 0 1 0 0,0 1 0 0 0,0-1-1 0 0,1 0 1 0 0,-1 0 0 0 0,0 1-1 0 0,0-1 1 0 0,0 0-1 0 0,0 0 1 0 0,1 1 0 0 0,-1-1-1 0 0,0 0 1 0 0,0 0 0 0 0,1 0-1 0 0,-1 1 1 0 0,0-1 0 0 0,0 0-1 0 0,1 0 1 0 0,-1 0-1 0 0,0 0 1 0 0,0 0 0 0 0,1 1-1 0 0,-1-1 1 0 0,0 0 0 0 0,1 0-1 0 0,-1 0 1 0 0,0 0 0 0 0,1 0-1 0 0,-1 0 1 0 0,0 0 0 0 0,0 0-1 0 0,1 0 1 0 0,-1 0-1 0 0,0 0 1 0 0,1-1 0 0 0,-1 1-22 0 0,5 2-169 0 0,49-9 586 0 0,112-35-647 0 0,-154 36-2300 0 0,-16-30-9546 0 0,-5 20 11834 0 0,-4-3-44 0 0</inkml:trace>
  <inkml:trace contextRef="#ctx0" brushRef="#br0" timeOffset="22428.092">2669 1721 3880 0 0,'-4'-5'120'0'0,"5"5"-5"0"0,-1-1 1 0 0,0 0-1 0 0,0 1 1 0 0,0-1-1 0 0,0 0 1 0 0,0 1-1 0 0,0-1 1 0 0,0 0-1 0 0,0 1 1 0 0,-1-1-1 0 0,1 0 1 0 0,0 1-1 0 0,0-1 1 0 0,0 1-1 0 0,-1-1 1 0 0,1 0-1 0 0,0 1 1 0 0,-1-1-1 0 0,1 1 1 0 0,0-1-1 0 0,-1 1 1 0 0,1-1 0 0 0,-1 1-1 0 0,1-1 1 0 0,-1 1-1 0 0,1 0 1 0 0,-1-1-1 0 0,1 1 1 0 0,-1 0-1 0 0,1-1 1 0 0,-1 1-1 0 0,0 0 1 0 0,1-1-1 0 0,-1 1 1 0 0,1 0-1 0 0,-1 0 1 0 0,0 0-1 0 0,1 0 1 0 0,-1 0-1 0 0,0 0 1 0 0,1 0-1 0 0,-1 0 1 0 0,0 0-1 0 0,1 0 1 0 0,-1 0-1 0 0,0 0 1 0 0,1 0 0 0 0,-1 0-1 0 0,1 1 1 0 0,-1-1-1 0 0,0 0 1 0 0,1 0-1 0 0,-1 1 1 0 0,1-1-1 0 0,-1 1 1 0 0,1-1-1 0 0,-1 0 1 0 0,1 1-1 0 0,-1-1 1 0 0,1 1-1 0 0,-1-1 1 0 0,1 1-1 0 0,0-1 1 0 0,-1 1-1 0 0,1 0-115 0 0,-3 207 3631 0 0,-27-131-6590 0 0,10-61-5465 0 0,15-18 7008 0 0</inkml:trace>
  <inkml:trace contextRef="#ctx0" brushRef="#br0" timeOffset="22648.454">2568 1945 2092 0 0,'-2'-10'3529'0'0,"2"11"-3410"0"0,0-1 1 0 0,-1 0-1 0 0,1 0 0 0 0,0 1 0 0 0,0-1 1 0 0,0 0-1 0 0,-1 0 0 0 0,1 1 1 0 0,0-1-1 0 0,0 0 0 0 0,0 0 0 0 0,-1 0 1 0 0,1 0-1 0 0,0 1 0 0 0,-1-1 1 0 0,1 0-1 0 0,0 0 0 0 0,0 0 0 0 0,-1 0 1 0 0,1 0-1 0 0,0 0 0 0 0,-1 0 1 0 0,1 0-1 0 0,0 0 0 0 0,-1 0 0 0 0,1 0 1 0 0,0 0-1 0 0,0 0 0 0 0,-1 0 1 0 0,1 0-1 0 0,0 0 0 0 0,-1 0 0 0 0,1 0 1 0 0,0 0-1 0 0,-1 0 0 0 0,1 0 1 0 0,0 0-1 0 0,0-1 0 0 0,-1 1 0 0 0,1 0 1 0 0,0 0-1 0 0,0 0 0 0 0,-1-1 1 0 0,1 1-1 0 0,0 0 0 0 0,0 0 0 0 0,0-1 1 0 0,-1 1-1 0 0,1 0 0 0 0,0 0 1 0 0,0-1-1 0 0,0 1 0 0 0,0 0 0 0 0,0-1-119 0 0,-86 77 2432 0 0,147-105-2583 0 0,26-17 186 0 0,20-5-383 0 0,-105 51 202 0 0,-2 0 37 0 0,0 0-88 0 0,0 0-46 0 0,6 20-770 0 0,-11-11 310 0 0,-1 0-1 0 0,0 0 1 0 0,0-1-1 0 0,0 1 1 0 0,-1-2-1 0 0,-1 1 1 0 0,1-1-1 0 0,-1 0 1 0 0,-1-1-1 0 0,1 1 1 0 0,-1-2-1 0 0,0 1 1 0 0,-5 1 703 0 0,-6 3-1421 0 0</inkml:trace>
  <inkml:trace contextRef="#ctx0" brushRef="#br0" timeOffset="22901.516">2431 2067 1964 0 0,'-16'8'6009'0'0,"24"-5"-1942"0"0,30-4-1168 0 0,-34 1-3064 0 0,56-3 1683 0 0,114-53 368 0 0,-123 43-3185 0 0,-69 21-7520 0 0,-19 17 5835 0 0,21-14 1188 0 0,-5 2 296 0 0</inkml:trace>
  <inkml:trace contextRef="#ctx0" brushRef="#br0" timeOffset="23359.472">2283 2182 2596 0 0,'5'-8'8936'0'0,"8"3"-4185"0"0,40 1-2163 0 0,-46 5-1805 0 0,159-4 2618 0 0,-71-13-2759 0 0,124-22 742 0 0,-157 25-3768 0 0,-64 12-3511 0 0,-20 2-418 0 0,-67 11-1762 0 0,72-11 6509 0 0</inkml:trace>
  <inkml:trace contextRef="#ctx0" brushRef="#br0" timeOffset="23548.684">2609 2042 1544 0 0,'-3'9'5711'0'0,"-2"14"-2707"0"0,4-19-2299 0 0,-54 105 2873 0 0,33-76-3227 0 0,16-23-558 0 0,-1 0-1 0 0,0-1 1 0 0,0 0 0 0 0,-1 0 0 0 0,0 0 0 0 0,-1-1 0 0 0,0 0 0 0 0,0-1 0 0 0,-1 0-1 0 0,0-1 1 0 0,0 0 0 0 0,-8 3 207 0 0,17-8-201 0 0,0-1 0 0 0,1 0 0 0 0,-1 1 0 0 0,0-1 0 0 0,0 0 0 0 0,0 0 0 0 0,0 0 0 0 0,0 0 0 0 0,0 0 0 0 0,0 0 0 0 0,0 0 0 0 0,0 0 0 0 0,1 0 0 0 0,-1 0 0 0 0,0 0 0 0 0,0-1 0 0 0,0 1 0 0 0,0 0 0 0 0,0-1 0 0 0,0 1 0 0 0,1-1 0 0 0,-1 1 0 0 0,0-1 0 0 0,0 1 0 0 0,1-1 0 0 0,-1 1 0 0 0,0-1 0 0 0,1 0 0 0 0,-1 1 0 0 0,1-1 0 0 0,-1 0 0 0 0,0 0 0 0 0,1 1 0 0 0,0-1 0 0 0,-1 0 0 0 0,1 0 0 0 0,-1 0 0 0 0,1 0 0 0 0,0 1 0 0 0,0-1 0 0 0,0 0 0 0 0,-1 0 0 0 0,1 0 0 0 0,0 0 0 0 0,0 0 201 0 0,1-5-1418 0 0</inkml:trace>
  <inkml:trace contextRef="#ctx0" brushRef="#br0" timeOffset="23723.687">2640 2189 2308 0 0,'94'33'5030'0'0,"-63"-20"-4206"0"0,2-2-1 0 0,0-1 1 0 0,0-2 0 0 0,0-1 0 0 0,11 0-824 0 0,-39-6-479 0 0,1-1 1 0 0,-1 0-1 0 0,1 0 1 0 0,-1 0-1 0 0,1-1 0 0 0,-1 0 1 0 0,0 0-1 0 0,1 0 1 0 0,-1-1-1 0 0,0 0 0 0 0,0 0 1 0 0,0 0-1 0 0,0 0 1 0 0,0-1-1 0 0,0 0 0 0 0,-1 0 1 0 0,1 0-1 0 0,0-1 479 0 0,6-4-1506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40.304"/>
    </inkml:context>
    <inkml:brush xml:id="br0">
      <inkml:brushProperty name="width" value="0.05" units="cm"/>
      <inkml:brushProperty name="height" value="0.05" units="cm"/>
      <inkml:brushProperty name="color" value="#FFFFFF"/>
    </inkml:brush>
  </inkml:definitions>
  <inkml:trace contextRef="#ctx0" brushRef="#br0">351 0 1564 0 0,'0'0'1658'0'0,"-5"3"-224"0"0,-12 11-708 0 0,1 2-1 0 0,0-1 1 0 0,1 2 0 0 0,1 0 0 0 0,0 0 0 0 0,2 2 0 0 0,0-1-1 0 0,1 2 1 0 0,1-1 0 0 0,0 1 0 0 0,-1 8-726 0 0,-29 83 1088 0 0,4 2 1 0 0,6 1-1 0 0,4 1 1 0 0,-3 66-1089 0 0,15-74 319 0 0,5 0 0 0 0,5 91-319 0 0,22-1 45 0 0,-11-150-188 0 0,3 0-1 0 0,1 0 1 0 0,3-1 0 0 0,1 0-1 0 0,9 13 144 0 0,-18-42-261 0 0,2-1 1 0 0,0 0-1 0 0,1 0 0 0 0,0-1 0 0 0,1 0 1 0 0,1 0-1 0 0,0-1 0 0 0,1 0 0 0 0,1-1 0 0 0,4 3 261 0 0,-8-10-476 0 0,0 1-1 0 0,0-1 0 0 0,0 0 0 0 0,1-1 0 0 0,0 0 0 0 0,0-1 0 0 0,1 0 0 0 0,-1 0 1 0 0,1-1-1 0 0,-1 0 0 0 0,3-1 477 0 0,-6-1-392 0 0,0 0 1 0 0,0-1-1 0 0,1 1 1 0 0,-1-1 0 0 0,0-1-1 0 0,1 0 1 0 0,-1 0-1 0 0,0 0 1 0 0,0-1-1 0 0,0 0 1 0 0,0 0-1 0 0,0 0 1 0 0,0-1-1 0 0,2-2 392 0 0,22-15-1510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45.553"/>
    </inkml:context>
    <inkml:brush xml:id="br0">
      <inkml:brushProperty name="width" value="0.05" units="cm"/>
      <inkml:brushProperty name="height" value="0.05" units="cm"/>
      <inkml:brushProperty name="color" value="#FFFFFF"/>
    </inkml:brush>
  </inkml:definitions>
  <inkml:trace contextRef="#ctx0" brushRef="#br0">261 144 1644 0 0,'0'0'1626'0'0,"0"0"-183"0"0,0 0-177 0 0,0 0-88 0 0,0 0-53 0 0,0 0-168 0 0,0 0-114 0 0,0 0-103 0 0,0 0-86 0 0,0 0-122 0 0,0 0-24 0 0,-6-4 137 0 0,5 3-609 0 0,0 0 1 0 0,0 0-1 0 0,0 0 1 0 0,0 0 0 0 0,0 0-1 0 0,-1 1 1 0 0,1-1 0 0 0,0 0-1 0 0,-1 1 1 0 0,1-1 0 0 0,0 1-1 0 0,-1-1 1 0 0,1 1 0 0 0,-1 0-1 0 0,1-1 1 0 0,-1 1-1 0 0,1 0 1 0 0,0 0 0 0 0,-1 0-1 0 0,1 0 1 0 0,-1 0 0 0 0,1 1-1 0 0,-1-1 1 0 0,1 0 0 0 0,-1 1-1 0 0,1-1 1 0 0,0 1 0 0 0,-1-1-1 0 0,1 1 1 0 0,0-1-1 0 0,-1 1 1 0 0,1 0 0 0 0,0 0-1 0 0,0 0 1 0 0,0 0 0 0 0,0 0-1 0 0,0 0 1 0 0,0 0 0 0 0,0 0-1 0 0,0 0 1 0 0,0 0-1 0 0,0 1 1 0 0,1-1 0 0 0,-1 0-1 0 0,0 1 1 0 0,1-1-37 0 0,-42 48 1073 0 0,-49 79 490 0 0,86-116-1449 0 0,0 0 0 0 0,1 0 0 0 0,1 1 0 0 0,0-1 0 0 0,1 1 1 0 0,0 0-1 0 0,0 0 0 0 0,2 10-114 0 0,0-19 13 0 0,1 0 0 0 0,0 0 0 0 0,1 0 0 0 0,-1 0 0 0 0,1 0 0 0 0,0 0 0 0 0,0-1 0 0 0,0 1 0 0 0,0 0 0 0 0,0-1 0 0 0,1 0 0 0 0,0 1 0 0 0,0-1 0 0 0,0 0 0 0 0,0 0 1 0 0,0-1-1 0 0,0 1 0 0 0,1-1 0 0 0,-1 0 0 0 0,1 0 0 0 0,0 0 0 0 0,0 0 0 0 0,0 0 0 0 0,0-1 0 0 0,0 0 0 0 0,0 0 0 0 0,0 0 0 0 0,0 0 0 0 0,0 0 0 0 0,0-1 0 0 0,1 0 0 0 0,-1 0 0 0 0,1 0-13 0 0,7 0 10 0 0,1-1 0 0 0,0 0-1 0 0,0-1 1 0 0,-1 0 0 0 0,1-1 0 0 0,-1 0 0 0 0,0-1-1 0 0,0-1 1 0 0,0 0 0 0 0,-1 0 0 0 0,1-1-1 0 0,-1-1 1 0 0,-1 0 0 0 0,1 0 0 0 0,-1-1-10 0 0,22-15-181 0 0,-2-1 0 0 0,0-1 0 0 0,-2-1 0 0 0,-1-2 0 0 0,13-18 181 0 0,-22-12-243 0 0,-18 57 205 0 0,-3-15 148 0 0,-2 9-134 0 0,0 0 0 0 0,-1 0-1 0 0,-1 0 1 0 0,1 1 0 0 0,-1 0-1 0 0,0 1 1 0 0,0-1 0 0 0,0 1-1 0 0,-1 0 1 0 0,0 1 0 0 0,0 0-1 0 0,0 0 1 0 0,-1 1 0 0 0,1 0 0 0 0,-1 1-1 0 0,0 0 1 0 0,1 0 0 0 0,-1 0-1 0 0,-1 1 25 0 0,-87-7-2055 0 0,21 44-1982 0 0,45-3-4179 0 0,30-26 6666 0 0</inkml:trace>
  <inkml:trace contextRef="#ctx0" brushRef="#br0" timeOffset="500.049">296 468 1936 0 0,'4'18'5422'0'0,"-7"15"-2969"0"0,-1-3-1177 0 0,-18 98 732 0 0,2-63-1976 0 0,-5-31-5301 0 0,15-32 605 0 0,9-2 3262 0 0</inkml:trace>
  <inkml:trace contextRef="#ctx0" brushRef="#br0" timeOffset="875.106">68 778 1984 0 0,'-14'0'3805'0'0,"-39"0"5098"0"0,53 0-8818 0 0,0 0 0 0 0,1 0 1 0 0,-1 1-1 0 0,0-1 0 0 0,0 0 0 0 0,0 0 0 0 0,1 0 0 0 0,-1 1 1 0 0,0-1-1 0 0,0 0 0 0 0,0 0 0 0 0,0 1 0 0 0,1-1 0 0 0,-1 0 1 0 0,0 0-1 0 0,0 1 0 0 0,0-1 0 0 0,0 0 0 0 0,0 1 0 0 0,0-1 1 0 0,0 0-1 0 0,0 0 0 0 0,0 1 0 0 0,0-1 0 0 0,0 0 0 0 0,0 1 1 0 0,0-1-1 0 0,0 0 0 0 0,0 1 0 0 0,0-1 0 0 0,-1 0-85 0 0,107-17 2277 0 0,222-28 60 0 0,-141 11-2332 0 0,-181 33-318 0 0,13-6-5142 0 0,-19 7 4078 0 0,0 0-559 0 0,0 0-55 0 0,-31-14-5967 0 0,25 11 6505 0 0</inkml:trace>
  <inkml:trace contextRef="#ctx0" brushRef="#br0" timeOffset="1293.168">648 51 1436 0 0,'11'-50'8376'0'0,"2"96"-3355"0"0,-8 481-1740 0 0,-28-349-3004 0 0,22-169-583 0 0,-5 46 689 0 0,5-14-5704 0 0,-12-15 1456 0 0,-4-13-3069 0 0,13-13 5594 0 0</inkml:trace>
  <inkml:trace contextRef="#ctx0" brushRef="#br0" timeOffset="1967.224">181 912 1428 0 0,'4'13'7051'0'0,"2"20"-5012"0"0,1 153 1656 0 0,-34-106-3118 0 0,4-23 804 0 0,36-64-1140 0 0,1 1 0 0 0,0 1 0 0 0,1 0-1 0 0,-1 1 1 0 0,1 0 0 0 0,0 2-1 0 0,15-2-240 0 0,53-15 580 0 0,113-21 272 0 0,-152 30-846 0 0,-43 10-111 0 0,6 0-586 0 0,7 0-1596 0 0,-3-1-4065 0 0,-10 0 5783 0 0,6-1 50 0 0,1 2-4853 0 0,-6 0 3973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51.450"/>
    </inkml:context>
    <inkml:brush xml:id="br0">
      <inkml:brushProperty name="width" value="0.05" units="cm"/>
      <inkml:brushProperty name="height" value="0.05" units="cm"/>
      <inkml:brushProperty name="color" value="#FFFFFF"/>
    </inkml:brush>
  </inkml:definitions>
  <inkml:trace contextRef="#ctx0" brushRef="#br0">1 22 1472 0 0,'5'-11'7288'0'0,"20"6"-2571"0"0,-22 5-4519 0 0,101-5 5286 0 0,56 7-3588 0 0,-42-1-1098 0 0,8-1 155 0 0,-125 1-954 0 0,1 0 1 0 0,-1 0-1 0 0,0 0 0 0 0,1 0 0 0 0,-1 0 0 0 0,0 0 1 0 0,0 0-1 0 0,0 0 0 0 0,0 1 0 0 0,0-1 1 0 0,0 0-1 0 0,0 1 0 0 0,0-1 0 0 0,0 1 1 0 0,0-1-1 0 0,-1 1 0 0 0,1-1 0 0 0,-1 1 0 0 0,1-1 1 0 0,-1 1-1 0 0,0 0 0 0 0,0-1 0 0 0,1 1 1 0 0,-1 0-1 0 0,0-1 0 0 0,-1 1 0 0 0,1 0 1 0 0,0-1-1 0 0,0 1 0 0 0,-1-1 0 0 0,1 1 0 0 0,-1 0 1 0 0,1-1-1 0 0,-1 1 0 0 0,0 0 1 0 0,0 12-39 0 0,-10 63-695 0 0,2-17-3570 0 0,9-59 3256 0 0,0-1-455 0 0,0 38-8902 0 0,0-30 8866 0 0,0-7 4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49.410"/>
    </inkml:context>
    <inkml:brush xml:id="br0">
      <inkml:brushProperty name="width" value="0.05" units="cm"/>
      <inkml:brushProperty name="height" value="0.05" units="cm"/>
      <inkml:brushProperty name="color" value="#FFFFFF"/>
    </inkml:brush>
  </inkml:definitions>
  <inkml:trace contextRef="#ctx0" brushRef="#br0">39 0 2104 0 0,'0'0'1244'0'0,"0"0"-83"0"0,0 3-19 0 0,1 16 5117 0 0,0 0-3337 0 0,6 23-1707 0 0,28-15 106 0 0,-17-21-878 0 0,1 0 1 0 0,0-2 0 0 0,0 0-1 0 0,0 0 1 0 0,0-2 0 0 0,0-1 0 0 0,1 0-1 0 0,-1-1 1 0 0,0-1 0 0 0,1-1-444 0 0,35 0 532 0 0,188-21 869 0 0,-142 23-1037 0 0,-63-18-2131 0 0,-77 33-4117 0 0,18-5 4063 0 0,-137 52-9924 0 0,134-57 10140 0 0</inkml:trace>
  <inkml:trace contextRef="#ctx0" brushRef="#br0" timeOffset="266.681">277 163 1908 0 0,'-34'65'7336'0'0,"-64"76"-4481"0"0,48-97-4620 0 0,48-48-2019 0 0,10-18 886 0 0,5 6 1710 0 0</inkml:trace>
  <inkml:trace contextRef="#ctx0" brushRef="#br0" timeOffset="518.576">287 263 2036 0 0,'7'4'359'0'0,"1"1"0"0"0,-1-1-1 0 0,0 1 1 0 0,0 1 0 0 0,0-1 0 0 0,-1 1-1 0 0,0 0 1 0 0,0 1 0 0 0,0-1 0 0 0,-1 1-1 0 0,0 0 1 0 0,-1 0 0 0 0,1 1 0 0 0,-1 0-1 0 0,-1 0 1 0 0,1-1 0 0 0,-1 2-359 0 0,13 79 2435 0 0,-16-87-2899 0 0,0-1-538 0 0,0 0-427 0 0,0-3-5 0 0,7-22-1248 0 0,2 8 1363 0 0</inkml:trace>
  <inkml:trace contextRef="#ctx0" brushRef="#br0" timeOffset="786.376">628 88 2536 0 0,'0'17'4807'0'0,"-15"11"-3291"0"0,12-22-1167 0 0,-125 188 2871 0 0,95-162-4265 0 0,32-32 775 0 0,18-19-1138 0 0,-12 15 1446 0 0,1 0-1 0 0,-1 0 1 0 0,1 1 0 0 0,0-1 0 0 0,0 1-1 0 0,0 1 1 0 0,0-1 0 0 0,1 1 0 0 0,-1 0-1 0 0,1 0 1 0 0,-1 1 0 0 0,1 0-1 0 0,0 0 1 0 0,-1 0 0 0 0,1 1 0 0 0,0 0-1 0 0,0 0 1 0 0,-1 1 0 0 0,1 0 0 0 0,3 1-38 0 0,-1 2 55 0 0,0 1 0 0 0,-1 0 0 0 0,0 0 0 0 0,0 1 0 0 0,0 0 0 0 0,-1 0 0 0 0,0 1 0 0 0,0 0 0 0 0,0 0 0 0 0,4 7-55 0 0,-8-8 184 0 0,-5 13-8845 0 0,-12-5 7164 0 0</inkml:trace>
  <inkml:trace contextRef="#ctx0" brushRef="#br0" timeOffset="1037.617">412 434 1148 0 0,'0'6'1464'0'0,"-2"40"4477"0"0,-28 15-9343 0 0,19-50 1875 0 0,3 0 47 0 0</inkml:trace>
  <inkml:trace contextRef="#ctx0" brushRef="#br0" timeOffset="1445.687">58 657 1708 0 0,'-58'-7'10876'0'0,"93"-1"-6326"0"0,-15 3-4046 0 0,155-23 2546 0 0,-73 15-2004 0 0,-38 5-397 0 0,0 4 1 0 0,0 2-1 0 0,29 4-649 0 0,7 0 291 0 0,-67-5-2781 0 0,-46 3-4420 0 0,-32 8 183 0 0,-17 14 2674 0 0,38-11 2568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53.810"/>
    </inkml:context>
    <inkml:brush xml:id="br0">
      <inkml:brushProperty name="width" value="0.05" units="cm"/>
      <inkml:brushProperty name="height" value="0.05" units="cm"/>
      <inkml:brushProperty name="color" value="#FFFFFF"/>
    </inkml:brush>
  </inkml:definitions>
  <inkml:trace contextRef="#ctx0" brushRef="#br0">84 78 1768 0 0,'6'-17'8308'0'0,"38"9"-3453"0"0,-38 8-4371 0 0,301-11 6156 0 0,-306 11-6651 0 0,0 1 1 0 0,0-1-1 0 0,0 0 0 0 0,0 0 1 0 0,-1 1-1 0 0,1-1 1 0 0,0 0-1 0 0,0 1 0 0 0,0-1 1 0 0,-1 1-1 0 0,1-1 1 0 0,0 1-1 0 0,-1-1 1 0 0,1 1-1 0 0,0-1 0 0 0,-1 1 1 0 0,1 0-1 0 0,-1-1 1 0 0,1 1-1 0 0,-1 0 0 0 0,1 0 1 0 0,-1 0-1 0 0,0-1 1 0 0,1 1-1 0 0,-1 0 1 0 0,0 0-1 0 0,1 0 0 0 0,-1 0 1 0 0,0-1-1 0 0,0 1 1 0 0,0 0-1 0 0,0 0 0 0 0,0 0 1 0 0,0 0-1 0 0,0 0 1 0 0,0 0-1 0 0,0-1 1 0 0,-1 1-1 0 0,1 1 11 0 0,-6 12-601 0 0,0 1 0 0 0,-2-2 0 0 0,1 1 0 0 0,-2-1 0 0 0,1 0 0 0 0,-2 0 0 0 0,-9 9 601 0 0,-83 74-7913 0 0,33-35 1486 0 0,55-53 5076 0 0</inkml:trace>
  <inkml:trace contextRef="#ctx0" brushRef="#br0" timeOffset="263.042">64 346 1404 0 0,'11'-1'7021'0'0,"7"-3"-4402"0"0,9-1-728 0 0,60-9 857 0 0,-49 8-1856 0 0,-36 6-1248 0 0,9-1-1410 0 0,-34 9-8981 0 0,16-5 9225 0 0</inkml:trace>
  <inkml:trace contextRef="#ctx0" brushRef="#br0" timeOffset="546.113">93 356 1448 0 0,'-3'2'449'0'0,"0"-1"-1"0"0,1 1 1 0 0,-1 0 0 0 0,0 0 0 0 0,1 0-1 0 0,-1 1 1 0 0,1-1 0 0 0,-1 1-1 0 0,1-1 1 0 0,0 1 0 0 0,0 0-1 0 0,0 0 1 0 0,1-1 0 0 0,-1 1-1 0 0,1 1 1 0 0,-1-1 0 0 0,1 0-1 0 0,0 0 1 0 0,0 0 0 0 0,1 1-1 0 0,-1-1 1 0 0,1 0 0 0 0,-1 1-449 0 0,-5 17 1449 0 0,6-20-1393 0 0,-9 20 570 0 0,1 0 0 0 0,1 0 1 0 0,1 1-1 0 0,1 0 0 0 0,1 0 0 0 0,-1 22-626 0 0,9-38 250 0 0,2-2-137 0 0,-1 1 0 0 0,1-1 0 0 0,0 0 0 0 0,1 0 0 0 0,-1 0 0 0 0,1-1 0 0 0,-1 0 0 0 0,1 0 0 0 0,0-1 0 0 0,0 0 0 0 0,0 0 0 0 0,0 0 0 0 0,1-1 1 0 0,-1 0-1 0 0,0-1 0 0 0,1 0 0 0 0,6 0-113 0 0,62-4 440 0 0,57-35-918 0 0,-97 23-2693 0 0,26-58-9799 0 0,-52 57 11583 0 0</inkml:trace>
  <inkml:trace contextRef="#ctx0" brushRef="#br0" timeOffset="816.833">558 119 1472 0 0,'0'0'452'0'0,"1"0"-1"0"0,-1 0 1 0 0,0 0 0 0 0,0 1-1 0 0,1-1 1 0 0,-1 0 0 0 0,0 0-1 0 0,1 0 1 0 0,-1 0 0 0 0,0 1-1 0 0,1-1 1 0 0,-1 0 0 0 0,0 0-1 0 0,1 0 1 0 0,-1 0 0 0 0,0 0-1 0 0,1 0 1 0 0,-1 0 0 0 0,0 0-1 0 0,1 0 1 0 0,-1 0 0 0 0,0 0-1 0 0,1 0 1 0 0,-1 0 0 0 0,0 0-1 0 0,1-1-451 0 0,-4 193 4922 0 0,-47 94-4141 0 0,32-180-5226 0 0,20-110-3477 0 0,3-13 4561 0 0,-3 8 1807 0 0</inkml:trace>
  <inkml:trace contextRef="#ctx0" brushRef="#br0" timeOffset="1097.129">547 508 988 0 0,'25'-60'5045'0'0,"9"22"864"0"0,45 14-1579 0 0,-34 13-2696 0 0,106-45-411 0 0,-136 40-6150 0 0,-8-22-6691 0 0,-7 29 10174 0 0</inkml:trace>
  <inkml:trace contextRef="#ctx0" brushRef="#br0" timeOffset="1359.307">903 28 1088 0 0,'0'-13'5217'0'0,"2"-2"-2308"0"0,1 22-666 0 0,4 27-475 0 0,-6 201 2768 0 0,-19-44-3372 0 0,15-115-704 0 0,-20 136-3084 0 0,20-199 1713 0 0,2-10-146 0 0,1-3-6 0 0,0 2 239 0 0,1 1-389 0 0,0 4-1519 0 0,-1 1 39 0 0,1-1 299 0 0,0-9 876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52.778"/>
    </inkml:context>
    <inkml:brush xml:id="br0">
      <inkml:brushProperty name="width" value="0.05" units="cm"/>
      <inkml:brushProperty name="height" value="0.05" units="cm"/>
      <inkml:brushProperty name="color" value="#FFFFFF"/>
    </inkml:brush>
  </inkml:definitions>
  <inkml:trace contextRef="#ctx0" brushRef="#br0">139 104 1844 0 0,'0'0'1287'0'0,"0"0"-60"0"0,0 0-90 0 0,0 0-14 0 0,0 0-121 0 0,0 0-63 0 0,0 0-19 0 0,0 0-77 0 0,0 0-60 0 0,0 0-70 0 0,0 0-27 0 0,0 0-47 0 0,-7 2-39 0 0,4-1-551 0 0,-42 34 853 0 0,31-7-574 0 0,1 1 0 0 0,1 0-1 0 0,2 1 1 0 0,1 1 0 0 0,1-1 0 0 0,2 1 0 0 0,1 0-1 0 0,1 1 1 0 0,2 8-328 0 0,26 33 244 0 0,-13-53-163 0 0,-7-13-67 0 0,0-1 0 0 0,0 0 1 0 0,1 0-1 0 0,0 0 0 0 0,0 0 0 0 0,0-1 1 0 0,1 1-1 0 0,0-1 0 0 0,0-1 1 0 0,0 1-1 0 0,0-1 0 0 0,1 0 0 0 0,0-1 1 0 0,0 1-1 0 0,0-1 0 0 0,0-1 0 0 0,0 1 1 0 0,0-1-1 0 0,1-1 0 0 0,-1 1 0 0 0,1-1 1 0 0,0-1-1 0 0,-1 1 0 0 0,3-1-14 0 0,68-30 99 0 0,-62 18-222 0 0,-1-1-1 0 0,0 0 0 0 0,0-1 0 0 0,-2 0 1 0 0,1-1-1 0 0,7-13 124 0 0,-14 19-25 0 0,-2 4-20 0 0,-1-1 1 0 0,1 1-1 0 0,-2-1 1 0 0,1 0-1 0 0,-1 0 1 0 0,0-1-1 0 0,0 1 1 0 0,0 0-1 0 0,-1-1 1 0 0,0 0-1 0 0,-1 1 1 0 0,1-1-1 0 0,-1 0 1 0 0,0 0-1 0 0,-1 0 1 0 0,0 0-1 0 0,0 0 1 0 0,-1 0-1 0 0,1 0 1 0 0,-3-6 44 0 0,-2 3-47 0 0,0 1-1 0 0,-1-1 1 0 0,-1 1 0 0 0,0 1 0 0 0,0-1 0 0 0,-1 1-1 0 0,1 0 1 0 0,-2 1 0 0 0,1 0 0 0 0,-1 0-1 0 0,0 1 1 0 0,-1 0 0 0 0,1 0 0 0 0,-1 1 0 0 0,0 0-1 0 0,-1 1 1 0 0,1 0 0 0 0,-1 1 0 0 0,0 0 0 0 0,1 1-1 0 0,-1 0 1 0 0,-9 0 47 0 0,12 0 351 0 0,-13 4-10290 0 0,16 3 8447 0 0,6 0-102 0 0,5-2-74 0 0</inkml:trace>
  <inkml:trace contextRef="#ctx0" brushRef="#br0" timeOffset="330.965">576 0 2472 0 0,'25'3'8830'0'0,"-18"47"-6340"0"0,-6-41-2125 0 0,3 237 3334 0 0,-24-79-2797 0 0,0-6-736 0 0,13-80-4028 0 0,-6-67 1724 0 0,10-13-3385 0 0,4-18 785 0 0,1 10 3207 0 0</inkml:trace>
  <inkml:trace contextRef="#ctx0" brushRef="#br0" timeOffset="609.087">600 525 1544 0 0,'42'-14'9041'0'0,"-32"12"-7888"0"0,40-7 470 0 0,33-9 977 0 0,-35-11-11066 0 0,-47 29 6825 0 0,-1 0 84 0 0,0 0 66 0 0,0 0 65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56.538"/>
    </inkml:context>
    <inkml:brush xml:id="br0">
      <inkml:brushProperty name="width" value="0.05" units="cm"/>
      <inkml:brushProperty name="height" value="0.05" units="cm"/>
      <inkml:brushProperty name="color" value="#FFFFFF"/>
    </inkml:brush>
  </inkml:definitions>
  <inkml:trace contextRef="#ctx0" brushRef="#br0">133 0 2000 0 0,'0'0'1276'0'0,"0"0"-216"0"0,0 0-212 0 0,0 0-107 0 0,14 35 19 0 0,-30-16-108 0 0,2 2-228 0 0,-4-4-236 0 0,1-4-164 0 0,-3 6-8 0 0,-2-5-872 0 0,11-2-608 0 0,-3 5 91 0 0,5-10-235 0 0,4-5 232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01.932"/>
    </inkml:context>
    <inkml:brush xml:id="br0">
      <inkml:brushProperty name="width" value="0.05" units="cm"/>
      <inkml:brushProperty name="height" value="0.05" units="cm"/>
      <inkml:brushProperty name="color" value="#FFFFFF"/>
    </inkml:brush>
  </inkml:definitions>
  <inkml:trace contextRef="#ctx0" brushRef="#br0">75 0 1588 0 0,'2'6'1584'0'0,"-4"0"-304"0"0,1 1-276 0 0,-5-2-279 0 0,0 2-305 0 0,-6 9-224 0 0,1-6-20 0 0,6-2-1496 0 0,-3-2 91 0 0,-7 11-299 0 0,5-14-12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03.635"/>
    </inkml:context>
    <inkml:brush xml:id="br0">
      <inkml:brushProperty name="width" value="0.05" units="cm"/>
      <inkml:brushProperty name="height" value="0.05" units="cm"/>
      <inkml:brushProperty name="color" value="#FFFFFF"/>
    </inkml:brush>
  </inkml:definitions>
  <inkml:trace contextRef="#ctx0" brushRef="#br0">1 390 1784 0 0,'11'-12'9093'0'0,"15"15"-5389"0"0,-24-3-3570 0 0,97 4 3717 0 0,188 28-264 0 0,-285-31-3732 0 0,19-1-1785 0 0,-10 0-283 0 0,-16-2-7574 0 0,-23-1 4970 0 0,18 0 3388 0 0</inkml:trace>
  <inkml:trace contextRef="#ctx0" brushRef="#br0" timeOffset="267.974">239 397 2136 0 0,'-5'7'562'0'0,"1"1"0"0"0,0-1 0 0 0,0 1 0 0 0,1 0 0 0 0,0 0 0 0 0,0 1-1 0 0,1-1 1 0 0,0 0 0 0 0,0 1 0 0 0,1 0 0 0 0,0-1 0 0 0,1 9-562 0 0,-11 225 6785 0 0,11-81-5551 0 0,0-85-2840 0 0,0-75 299 0 0,0-1-373 0 0,-4 7-4886 0 0,6-20 3475 0 0,1 5 1607 0 0</inkml:trace>
  <inkml:trace contextRef="#ctx0" brushRef="#br0" timeOffset="518.015">246 785 1504 0 0,'0'-1'294'0'0,"1"-1"0"0"0,-1 1 0 0 0,0-1 0 0 0,1 1 0 0 0,0 0-1 0 0,-1-1 1 0 0,1 1 0 0 0,0 0 0 0 0,-1-1 0 0 0,1 1 0 0 0,0 0 0 0 0,0 0 0 0 0,0 0 0 0 0,0 0 0 0 0,0 0-1 0 0,1 0 1 0 0,-1 0 0 0 0,0 0 0 0 0,0 0 0 0 0,1 0 0 0 0,-1 1 0 0 0,0-1 0 0 0,1 1 0 0 0,-1-1-1 0 0,1 1 1 0 0,-1-1 0 0 0,1 1 0 0 0,-1 0 0 0 0,0-1 0 0 0,1 1 0 0 0,-1 0 0 0 0,1 0 0 0 0,-1 0 0 0 0,1 0-1 0 0,-1 1 1 0 0,1-1 0 0 0,-1 0 0 0 0,1 1 0 0 0,-1-1 0 0 0,1 1 0 0 0,-1-1 0 0 0,0 1 0 0 0,1 0-1 0 0,-1-1 1 0 0,0 1 0 0 0,1 0 0 0 0,-1 0 0 0 0,0 0 0 0 0,0 0 0 0 0,0 0-294 0 0,143 88 5750 0 0,-136-83-5909 0 0,5 2-43 0 0,-9-6-3468 0 0,0-1-3296 0 0,0-5 5060 0 0,23-37-4562 0 0,-18 22 4946 0 0</inkml:trace>
  <inkml:trace contextRef="#ctx0" brushRef="#br0" timeOffset="767.729">807 16 2448 0 0,'9'-6'1559'0'0,"-8"5"-1323"0"0,-1 0 0 0 0,1 1 0 0 0,0-1 0 0 0,0 0 0 0 0,0 0 0 0 0,0 1 0 0 0,0-1 0 0 0,0 0 0 0 0,0 1-1 0 0,0-1 1 0 0,0 1 0 0 0,1-1 0 0 0,-1 1 0 0 0,0 0 0 0 0,0 0 0 0 0,0-1 0 0 0,1 1 0 0 0,-1 0 0 0 0,0 0 0 0 0,0 0-1 0 0,0 0 1 0 0,1 0 0 0 0,-1 0 0 0 0,0 1 0 0 0,0-1 0 0 0,0 0 0 0 0,0 1 0 0 0,1-1 0 0 0,-1 1 0 0 0,0-1-1 0 0,0 1 1 0 0,0-1 0 0 0,0 1 0 0 0,0 0 0 0 0,0-1 0 0 0,0 1 0 0 0,0 0-236 0 0,7 8 474 0 0,1 0 1 0 0,-1 0-1 0 0,0 1 1 0 0,-1 0-1 0 0,0 0 1 0 0,-1 1-1 0 0,0-1 1 0 0,-1 2-1 0 0,0-1 1 0 0,-1 1-1 0 0,0-1 1 0 0,0 2-475 0 0,7 16 784 0 0,-4-6-253 0 0,-1 1 0 0 0,-1-1 0 0 0,-1 1 0 0 0,-1 0 0 0 0,-1 0 0 0 0,-1 0 0 0 0,-2 13-531 0 0,-4 87 1276 0 0,-30-5-934 0 0,25-96-741 0 0,-1 0 1 0 0,-1 0-1 0 0,-1-1 0 0 0,-1-1 0 0 0,-1 0 1 0 0,0-1-1 0 0,-2 0 0 0 0,0-2 1 0 0,-1 0-1 0 0,-1-1 0 0 0,-1 0 0 0 0,0-2 1 0 0,-4 1 398 0 0,-67 52-2584 0 0,56-40 368 0 0,-1-2 0 0 0,-1-1 0 0 0,-1-2 1 0 0,-24 10 2215 0 0,-51 13-4643 0 0,73-32 2991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02.453"/>
    </inkml:context>
    <inkml:brush xml:id="br0">
      <inkml:brushProperty name="width" value="0.05" units="cm"/>
      <inkml:brushProperty name="height" value="0.05" units="cm"/>
      <inkml:brushProperty name="color" value="#FFFFFF"/>
    </inkml:brush>
  </inkml:definitions>
  <inkml:trace contextRef="#ctx0" brushRef="#br0">1 256 2120 0 0,'23'-22'7878'0'0,"12"15"-5241"0"0,290 0 5341 0 0,-198 9-6492 0 0,-8-17-528 0 0,-69 4-1639 0 0,-50 11 465 0 0,0-1-1 0 0,0 0 1 0 0,0 0 0 0 0,-1 1 0 0 0,1-1-1 0 0,0 0 1 0 0,0 0 0 0 0,-1 1-1 0 0,1-1 1 0 0,-1 0 0 0 0,1 1-1 0 0,0-1 1 0 0,-1 0 0 0 0,1 1-1 0 0,-1-1 1 0 0,0 1 0 0 0,1-1 0 0 0,-1 1-1 0 0,1-1 1 0 0,-1 1 0 0 0,0-1-1 0 0,1 1 1 0 0,-1 0 0 0 0,0-1-1 0 0,1 1 1 0 0,-1 0 0 0 0,0 0 0 0 0,0 0-1 0 0,1-1 1 0 0,-1 1 0 0 0,0 0-1 0 0,0 0 1 0 0,1 0 0 0 0,-1 0-1 0 0,0 0 1 0 0,0 0 0 0 0,0 0 0 0 0,1 0-1 0 0,-1 1 1 0 0,-1-1 216 0 0,-37-5-5470 0 0,-34-10 172 0 0,53 5 3722 0 0</inkml:trace>
  <inkml:trace contextRef="#ctx0" brushRef="#br0" timeOffset="246.176">439 0 1184 0 0,'1'12'7483'0'0,"-3"17"-5558"0"0,1-18-1257 0 0,-4 18-63 0 0,-1 0-1 0 0,-2 0 0 0 0,-1 0 0 0 0,-1-1 0 0 0,-1-1 1 0 0,-2 0-1 0 0,0 0 0 0 0,-5 4-604 0 0,-153 197 668 0 0,48-109-3279 0 0,90-103-1150 0 0,31-16 2144 0 0,2 0-63 0 0,0-3 39 0 0,9-29-1370 0 0,0 17 1538 0 0</inkml:trace>
  <inkml:trace contextRef="#ctx0" brushRef="#br0" timeOffset="495.989">304 438 1856 0 0,'115'4'9142'0'0,"-18"8"-4965"0"0,39-12-1708 0 0,-116-19-4540 0 0,-47 20-5136 0 0,5 4 2408 0 0,16-4 3240 0 0</inkml:trace>
  <inkml:trace contextRef="#ctx0" brushRef="#br0" timeOffset="666.925">582 454 1100 0 0,'-8'6'498'0'0,"0"0"0"0"0,0 0-1 0 0,1 0 1 0 0,0 1 0 0 0,1 0 0 0 0,0 0 0 0 0,0 1-1 0 0,0 0 1 0 0,1 0 0 0 0,0 0 0 0 0,0 1 0 0 0,1 0-1 0 0,-1 3-497 0 0,-7 17 656 0 0,-34 67 404 0 0,0-42-4806 0 0,27-37 991 0 0,12-12 1417 0 0</inkml:trace>
  <inkml:trace contextRef="#ctx0" brushRef="#br0" timeOffset="930.76">288 804 984 0 0,'-12'12'7914'0'0,"34"-6"-3623"0"0,171-3 1242 0 0,-85-6-4374 0 0,7-17-1122 0 0,-60 9-1181 0 0,-15 2-4069 0 0,-39 8 3263 0 0,10 1-3392 0 0,0 0 2360 0 0,-3 0 1527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4:57.105"/>
    </inkml:context>
    <inkml:brush xml:id="br0">
      <inkml:brushProperty name="width" value="0.05" units="cm"/>
      <inkml:brushProperty name="height" value="0.05" units="cm"/>
      <inkml:brushProperty name="color" value="#FFFFFF"/>
    </inkml:brush>
  </inkml:definitions>
  <inkml:trace contextRef="#ctx0" brushRef="#br0">39 342 1672 0 0,'-12'7'11247'0'0,"24"-3"-6816"0"0,113-3-159 0 0,0 1-3158 0 0,125-38 78 0 0,-203 28-1016 0 0,44-4-2998 0 0,-132 24-9579 0 0,-36-2 5835 0 0,54-5 5111 0 0</inkml:trace>
  <inkml:trace contextRef="#ctx0" brushRef="#br0" timeOffset="536.055">325 154 880 0 0,'13'20'6278'0'0,"-10"24"-3871"0"0,-3-39-2042 0 0,1 47 810 0 0,-4 74 220 0 0,-33 0-3960 0 0,7-70-3676 0 0,22-47 4623 0 0</inkml:trace>
  <inkml:trace contextRef="#ctx0" brushRef="#br0" timeOffset="1492.149">185 642 2212 0 0,'-26'56'7650'0'0,"10"-24"-5856"0"0,18-61-1411 0 0,0 20-265 0 0,0 0-1 0 0,1 1 1 0 0,0-1-1 0 0,0 0 1 0 0,1 1-1 0 0,0 0 1 0 0,0 0-1 0 0,1 0 1 0 0,0 0 0 0 0,0 1-1 0 0,1-1 1 0 0,0 1-1 0 0,3-2-117 0 0,0 3 121 0 0,0 1-1 0 0,0 0 0 0 0,0 0 1 0 0,1 0-1 0 0,-1 1 0 0 0,1 1 1 0 0,0 0-1 0 0,0 0 1 0 0,1 1-1 0 0,-1 0 0 0 0,0 1 1 0 0,1 0-1 0 0,-1 1 0 0 0,1 0 1 0 0,5 1-121 0 0,-10-1 57 0 0,0 1-1 0 0,1 0 1 0 0,-1 1 0 0 0,0-1 0 0 0,1 1-1 0 0,-1 0 1 0 0,0 0 0 0 0,0 1 0 0 0,-1 0-1 0 0,1 0 1 0 0,-1 1 0 0 0,1-1 0 0 0,1 3-57 0 0,13 34 1134 0 0,-20-39-958 0 0,-3 13 67 0 0,1-10-272 0 0,0 0 0 0 0,0 0 1 0 0,0 0-1 0 0,-1-1 1 0 0,0 1-1 0 0,1-1 1 0 0,-2 0-1 0 0,1 1 0 0 0,0-1 1 0 0,0 0-1 0 0,-1-1 1 0 0,0 1-1 0 0,1-1 0 0 0,-1 1 1 0 0,0-1-1 0 0,0 0 1 0 0,0-1-1 0 0,-1 1 1 0 0,1-1-1 0 0,0 0 0 0 0,0 0 1 0 0,-1 0-1 0 0,-2 0 29 0 0,6-1 5 0 0,0 0 0 0 0,0-1 1 0 0,0 1-1 0 0,1 0 0 0 0,-1 0 0 0 0,0-1 0 0 0,0 1 0 0 0,1-1 0 0 0,-1 1 0 0 0,0-1 0 0 0,1 1 0 0 0,-1-1 0 0 0,0 1 1 0 0,1-1-1 0 0,-1 0 0 0 0,1 1 0 0 0,-1-1 0 0 0,1 0 0 0 0,-1 1 0 0 0,1-1 0 0 0,-1 0 0 0 0,1 0 0 0 0,0 0 0 0 0,-1 1 1 0 0,1-1-1 0 0,0 0 0 0 0,0 0 0 0 0,0 0 0 0 0,0 0 0 0 0,0 1 0 0 0,0-1 0 0 0,0 0 0 0 0,0 0 0 0 0,0 0 0 0 0,0 0 1 0 0,0 0-1 0 0,0 1 0 0 0,0-1 0 0 0,1 0 0 0 0,-1 0 0 0 0,0 0 0 0 0,1 1 0 0 0,-1-1 0 0 0,1 0 0 0 0,-1 0 0 0 0,1 1 1 0 0,-1-1-6 0 0,2 1-3 0 0,-1-1 0 0 0,0 1 0 0 0,1 0 1 0 0,-1 0-1 0 0,0 0 0 0 0,1 0 0 0 0,-1 0 0 0 0,0 1 1 0 0,1-1-1 0 0,-1 0 0 0 0,0 1 0 0 0,0-1 1 0 0,1 1-1 0 0,-1-1 0 0 0,0 1 0 0 0,0-1 1 0 0,0 1-1 0 0,0 0 0 0 0,0 0 0 0 0,1-1 0 0 0,-2 1 1 0 0,1 0-1 0 0,0 0 0 0 0,0 0 0 0 0,0 0 1 0 0,0 0-1 0 0,0 0 0 0 0,-1 1 0 0 0,1-1 1 0 0,-1 0-1 0 0,1 0 0 0 0,-1 0 0 0 0,1 1 0 0 0,-1-1 1 0 0,1 0-1 0 0,-1 1 0 0 0,0-1 0 0 0,0 0 1 0 0,0 1-1 0 0,0-1 3 0 0,-1 4-157 0 0,0 0 0 0 0,0 0 1 0 0,0 0-1 0 0,-1-1 0 0 0,0 1 0 0 0,0 0 0 0 0,0-1 1 0 0,0 0-1 0 0,-1 1 0 0 0,0-1 0 0 0,0 0 0 0 0,0 0 1 0 0,0 0-1 0 0,-1-1 0 0 0,1 1 0 0 0,-1-1 0 0 0,0 0 1 0 0,0 0-1 0 0,0 0 0 0 0,0-1 0 0 0,-1 1 0 0 0,1-1 1 0 0,-2 1 156 0 0,-43 16-129 0 0,-2-2 0 0 0,0-2 0 0 0,0-3 0 0 0,-6-1 129 0 0,-21 9 4624 0 0,74-18-1166 0 0,34-3-2324 0 0,139-30 831 0 0,75-28-647 0 0,-7 14-1916 0 0,-212 43-2893 0 0,-26 2 278 0 0,-12-1 1942 0 0,-116-1-1627 0 0,121 5 3010 0 0,5-2-76 0 0,-1 0 1 0 0,0 1 0 0 0,1 0 0 0 0,-1 0 0 0 0,1 0 0 0 0,0 0-1 0 0,0 1 1 0 0,0-1 0 0 0,0 1 0 0 0,0 0 0 0 0,0 0 0 0 0,1 0-1 0 0,-1 0 1 0 0,1 0 0 0 0,0 0 0 0 0,0 1 0 0 0,-1 2-37 0 0,-57 114 590 0 0,18 13-535 0 0,34-114-459 0 0,0-2-1257 0 0,6-6-2785 0 0,6-13 141 0 0,3-4 2300 0 0,-4-1 410 0 0</inkml:trace>
  <inkml:trace contextRef="#ctx0" brushRef="#br0" timeOffset="2184.783">748 356 2720 0 0,'33'-8'8702'0'0,"4"11"-3445"0"0,-2 1-3520 0 0,-22 11-2089 0 0,-35 14-420 0 0,-155 93 99 0 0,149-102 1588 0 0,44-18-354 0 0,97-7 1078 0 0,-64-6-1260 0 0,-50 12-411 0 0,1-1 0 0 0,-1 1 1 0 0,1 0-1 0 0,-1-1 1 0 0,1 1-1 0 0,-1 0 0 0 0,1 0 1 0 0,-1-1-1 0 0,1 1 1 0 0,0 0-1 0 0,-1 0 0 0 0,1 0 1 0 0,0-1-1 0 0,0 1 1 0 0,0 0-1 0 0,-1 0 1 0 0,1 0-1 0 0,0 0 0 0 0,0 0 1 0 0,0-1-1 0 0,0 1 1 0 0,1 0-1 0 0,-1 0 0 0 0,0 0 1 0 0,0 0-1 0 0,0-1 1 0 0,1 1-1 0 0,-1 0 0 0 0,0 0 1 0 0,1 0-1 0 0,-1-1 1 0 0,1 1-1 0 0,-1 0 1 0 0,1-1-1 0 0,-1 1 0 0 0,1 0 1 0 0,0-1-1 0 0,-1 1 1 0 0,1-1-1 0 0,0 1 0 0 0,-1-1 1 0 0,1 1-1 0 0,0-1 1 0 0,-1 1-1 0 0,1-1 1 0 0,0 0-1 0 0,0 1 0 0 0,0-1 1 0 0,0 0-1 0 0,-1 0 1 0 0,1 1-1 0 0,0-1 0 0 0,0 0 1 0 0,0 0-1 0 0,0 0 1 0 0,0 0-1 0 0,-1 0 0 0 0,1-1 1 0 0,0 1-1 0 0,0 0 1 0 0,0 0 31 0 0,-191 118-1923 0 0,168-106 2216 0 0,31-15 841 0 0,24-10-732 0 0,2 1-1 0 0,-1 2 0 0 0,1 1 0 0 0,1 1 1 0 0,0 3-1 0 0,0 1 0 0 0,0 1 1 0 0,0 2-1 0 0,17 2-401 0 0,80-1 1228 0 0,-115 27-1232 0 0,-33 5-544 0 0,5-21 113 0 0,-1 0 0 0 0,-1 0 1 0 0,0-1-1 0 0,0 0 0 0 0,-1-1 0 0 0,0-1 0 0 0,-1 0 1 0 0,0-1-1 0 0,0 0 0 0 0,0-1 0 0 0,-1-1 0 0 0,0 0 1 0 0,0-1-1 0 0,-10 1 435 0 0,-50-11-5679 0 0,66 3 5203 0 0,0-1-1 0 0,0 0 1 0 0,1-1 0 0 0,0 0 0 0 0,0-1 0 0 0,0 0 0 0 0,1 0 0 0 0,-1 0 0 0 0,1-1 0 0 0,1 0 0 0 0,0 0 0 0 0,0-1-1 0 0,0 0 1 0 0,1 0 0 0 0,0 0 0 0 0,-2-5 476 0 0,-9-16-1586 0 0</inkml:trace>
  <inkml:trace contextRef="#ctx0" brushRef="#br0" timeOffset="2466.263">764 1 2572 0 0,'26'9'5998'0'0,"-1"35"-3557"0"0,-25-43-2381 0 0,15 48 1088 0 0,-2 1 1 0 0,-2 0-1 0 0,-3 1 0 0 0,-2 1 0 0 0,-2-1 1 0 0,-2 1-1 0 0,-4 42-1148 0 0,2-78 204 0 0,-26 179 918 0 0,-25 96-1294 0 0,42-243-663 0 0,-2 28-5144 0 0,11-75 4066 0 0,0-1-67 0 0,6 4-3013 0 0,-2-9 3478 0 0,-1-2 7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37.088"/>
    </inkml:context>
    <inkml:brush xml:id="br0">
      <inkml:brushProperty name="width" value="0.05" units="cm"/>
      <inkml:brushProperty name="height" value="0.05" units="cm"/>
      <inkml:brushProperty name="color" value="#FFFFFF"/>
    </inkml:brush>
  </inkml:definitions>
  <inkml:trace contextRef="#ctx0" brushRef="#br0">227 195 1348 0 0,'10'-51'1067'0'0,"-8"48"-937"0"0,-1-1 0 0 0,0 1-1 0 0,0 0 1 0 0,0-1 0 0 0,0 1 0 0 0,0-1 0 0 0,-1 0 0 0 0,0 1-1 0 0,0-1 1 0 0,0 1 0 0 0,0-1 0 0 0,0 1 0 0 0,-1-1 0 0 0,1 0-1 0 0,-1 1 1 0 0,0 0 0 0 0,0-1 0 0 0,0 1 0 0 0,-2-3-130 0 0,-34-65 5793 0 0,56 106-5033 0 0,-2 2 0 0 0,-1 0 1 0 0,-3 0-1 0 0,0 2 0 0 0,-2 1-760 0 0,4 10 313 0 0,12 91-3240 0 0,-27-139 1580 0 0,-3 15-2441 0 0,-16 8 681 0 0,15-21 1527 0 0</inkml:trace>
  <inkml:trace contextRef="#ctx0" brushRef="#br0" timeOffset="324.53">62 414 1112 0 0,'-62'-6'6945'0'0,"73"25"-3570"0"0,10-12-3042 0 0,0-1-1 0 0,0-1 1 0 0,0-1 0 0 0,0-1 0 0 0,1-1 0 0 0,-1-1 0 0 0,1-1 0 0 0,8-1-333 0 0,-26 1 40 0 0,128-22 402 0 0,89-23 183 0 0,-216 44-335 0 0,10-2-2665 0 0,-19 11-1468 0 0,-19-6-2280 0 0,19-2 4972 0 0</inkml:trace>
  <inkml:trace contextRef="#ctx0" brushRef="#br0" timeOffset="546.075">537 378 1368 0 0,'0'-2'145'0'0,"-1"1"1"0"0,0 0-1 0 0,1 0 1 0 0,-1 0-1 0 0,0 0 0 0 0,0 0 1 0 0,0 0-1 0 0,0 0 0 0 0,0 0 1 0 0,0 0-1 0 0,0 1 0 0 0,0-1 1 0 0,0 0-1 0 0,0 1 1 0 0,-1-1-1 0 0,1 0 0 0 0,0 1 1 0 0,0 0-1 0 0,-1-1 0 0 0,1 1 1 0 0,0 0-1 0 0,-1 0 0 0 0,1-1 1 0 0,0 1-1 0 0,-1 0 0 0 0,1 0 1 0 0,0 0-1 0 0,-1 1 1 0 0,1-1-1 0 0,0 0 0 0 0,0 0 1 0 0,-1 1-1 0 0,1-1 0 0 0,0 1 1 0 0,0-1-1 0 0,-1 1 0 0 0,1 0 1 0 0,0-1-1 0 0,0 1 1 0 0,0 0-1 0 0,0 0 0 0 0,0 0 1 0 0,0-1-1 0 0,0 1 0 0 0,0 0 1 0 0,0 1-1 0 0,1-1 0 0 0,-1 0 1 0 0,0 1-146 0 0,-22 36 658 0 0,-2 0 1 0 0,-1-2-1 0 0,-2-1 1 0 0,-9 7-659 0 0,-169 150 602 0 0,135-167-2423 0 0,68-27 1383 0 0,1 0 200 0 0,0 1 0 0 0,0-1 0 0 0,0 0 1 0 0,0 0-1 0 0,0 0 0 0 0,1 0 0 0 0,-1 0 1 0 0,1 0-1 0 0,0 0 0 0 0,-1 0 0 0 0,1 0 1 0 0,0-1-1 0 0,0 1 0 0 0,1 0 0 0 0,-1-1 1 0 0,0 1-1 0 0,1-1 0 0 0,-1 1 0 0 0,1-1 1 0 0,0 1-1 0 0,0-1 0 0 0,0 1 0 0 0,0-1 1 0 0,1 0 237 0 0,-1-9-1454 0 0</inkml:trace>
  <inkml:trace contextRef="#ctx0" brushRef="#br0" timeOffset="714.086">178 472 1532 0 0,'105'176'5102'0'0,"-60"-109"-3520"0"0,3-2 1 0 0,52 55-1583 0 0,45 1-3595 0 0,-96-90 653 0 0,-34-25 1472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1:24.606"/>
    </inkml:context>
    <inkml:brush xml:id="br0">
      <inkml:brushProperty name="width" value="0.05" units="cm"/>
      <inkml:brushProperty name="height" value="0.05" units="cm"/>
      <inkml:brushProperty name="color" value="#FFFFFF"/>
    </inkml:brush>
  </inkml:definitions>
  <inkml:trace contextRef="#ctx0" brushRef="#br0">1 2 1552 0 0,'0'0'1573'0'0,"0"0"-144"0"0,0 0-166 0 0,0 0-87 0 0,0 0-164 0 0,0 0-122 0 0,0 0-57 0 0,0 0-51 0 0,0 0 48 0 0,0 0-59 0 0,0 0-69 0 0,0 0-9 0 0,0 0-42 0 0,0 0-61 0 0,0 0-2 0 0,0 0-70 0 0,0 0-5 0 0,0 0-47 0 0,0 0-1 0 0,0 0-33 0 0,0 0-35 0 0,0 0-28 0 0,0 0 18 0 0,0 0-33 0 0,0 0 9 0 0,0 0-7 0 0,0 0-14 0 0,0 0-17 0 0,0 0-34 0 0,0 0-10 0 0,0 0-6 0 0,0 0-23 0 0,0 0-16 0 0,0 0 22 0 0,0 0-48 0 0,0 0-27 0 0,0 0-20 0 0,35 6 1192 0 0,-33-5-1285 0 0,79 9 503 0 0,42-5-361 0 0,280-5-31 0 0,-378-19-175 0 0,-22 15 13 0 0,590 4-1379 0 0,-591 0 1331 0 0,38 0-402 0 0,10 0 229 0 0,-48 1 202 0 0,-1 1 0 0 0,1-1-1 0 0,-1 0 1 0 0,0 1 0 0 0,0-1 0 0 0,0 1 0 0 0,0 0 0 0 0,0-1 0 0 0,0 1-1 0 0,0 0 1 0 0,0-1 0 0 0,0 1 0 0 0,-1 0 0 0 0,1 0 0 0 0,-1 0 0 0 0,0 0-1 0 0,1 0 1 0 0,-1 0 0 0 0,0 0 0 0 0,0 0 0 0 0,0-1 0 0 0,0 1 0 0 0,-1 0-1 0 0,1 0 1 0 0,0 0 0 0 0,-1 0 0 0 0,0 0 0 0 0,1 0 0 0 0,-1-1 0 0 0,0 1 0 0 0,0 16-21 0 0,-8 94 98 0 0,-18 190-16 0 0,15-69-112 0 0,13-230 65 0 0,-1 0 0 0 0,1 0 1 0 0,-1-1-1 0 0,0 1 0 0 0,0 0 0 0 0,0 0 0 0 0,-1 0 0 0 0,1 0 0 0 0,-1-1 0 0 0,1 1 0 0 0,-1 0 0 0 0,0-1 0 0 0,0 1 0 0 0,0 0 0 0 0,-1-1 0 0 0,1 1 0 0 0,0-1 0 0 0,-1 0 0 0 0,0 1 0 0 0,1-1 0 0 0,-1 0 0 0 0,0 0 0 0 0,0 0 0 0 0,0 0 0 0 0,-1 0 0 0 0,1-1 0 0 0,0 1 0 0 0,-1-1 0 0 0,1 1 0 0 0,-1-1 0 0 0,1 0 0 0 0,-1 0 0 0 0,0 0 0 0 0,1 0 0 0 0,-1 0 0 0 0,0-1 0 0 0,-1 1-14 0 0,3-1 16 0 0,1 0-6 0 0,-36-4-131 0 0,-123-132-5302 0 0,53 38-3535 0 0,44 58 2415 0 0,53 35 4936 0 0</inkml:trace>
  <inkml:trace contextRef="#ctx0" brushRef="#br0" timeOffset="1217.971">726 159 1372 0 0,'-1'-13'7696'0'0,"-1"17"-429"0"0,-2 289-5714 0 0,4-100-1135 0 0,16-74-116 0 0,-2 80 464 0 0,-11 149-766 0 0,-4-199-158 0 0,-13-99 296 0 0,12-7-30 0 0,2 20 101 0 0,0-61-202 0 0,-2 11-1700 0 0,-11-9-2525 0 0,3-37-2616 0 0,4-17 3699 0 0,3 24 1577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1:33.139"/>
    </inkml:context>
    <inkml:brush xml:id="br0">
      <inkml:brushProperty name="width" value="0.05" units="cm"/>
      <inkml:brushProperty name="height" value="0.05" units="cm"/>
      <inkml:brushProperty name="color" value="#FFFFFF"/>
    </inkml:brush>
  </inkml:definitions>
  <inkml:trace contextRef="#ctx0" brushRef="#br0">11 0 1468 0 0,'0'0'1060'0'0,"0"0"-54"0"0,0 0-51 0 0,0 0-58 0 0,0 0 8 0 0,0 0-59 0 0,0 0-45 0 0,0 0-97 0 0,0 0 14 0 0,0 0 4 0 0,0 0-66 0 0,0 0-56 0 0,0 0-15 0 0,0 0-16 0 0,0 0 58 0 0,0 0-81 0 0,0 0-12 0 0,0 0 7 0 0,0 0-22 0 0,0 0-27 0 0,0 0-57 0 0,0 0-27 0 0,0 0-59 0 0,0 0-30 0 0,0 0-72 0 0,0 0 16 0 0,0 0 80 0 0,0 0-14 0 0,0 0 7 0 0,0 0-20 0 0,0 0-35 0 0,0 0-39 0 0,0 0-7 0 0,0 0-17 0 0,-3 2-21 0 0,2-1-167 0 0,0 0 0 0 0,0 0 1 0 0,1 1-1 0 0,-1-1 0 0 0,0 0 0 0 0,1 0 0 0 0,-1 1 0 0 0,1-1 0 0 0,-1 0 0 0 0,1 1 1 0 0,0-1-1 0 0,0 0 0 0 0,-1 1 0 0 0,1-1 0 0 0,0 0 0 0 0,0 1 0 0 0,0-1 0 0 0,0 0 1 0 0,1 1-1 0 0,-1-1 0 0 0,0 1 0 0 0,0-1 0 0 0,1 0 0 0 0,-1 0 0 0 0,1 1 0 0 0,-1-1 0 0 0,1 0 1 0 0,0 0-1 0 0,-1 1 0 0 0,1-1 0 0 0,0 0 0 0 0,0 0 0 0 0,0 0 0 0 0,0 0 0 0 0,-1 0 1 0 0,2 0-1 0 0,-1 0 0 0 0,0-1 0 0 0,0 1 0 0 0,0 0 0 0 0,0-1 0 0 0,0 1 0 0 0,1 0 1 0 0,-1-1-1 0 0,0 1-30 0 0,126 133 1376 0 0,14 5-485 0 0,30 19-238 0 0,5 77-82 0 0,-81-112-334 0 0,62 70-271 0 0,-21-24 278 0 0,-63-80-409 0 0,-8-6 240 0 0,-7-7-199 0 0,-47-63 50 0 0,-11-13-330 0 0,0 0 1 0 0,-1 1 0 0 0,1-1 0 0 0,0 0-1 0 0,0 0 1 0 0,0 0 0 0 0,-1 0 0 0 0,1 0 0 0 0,0 1-1 0 0,0-1 1 0 0,0 0 0 0 0,0 0 0 0 0,-1 0-1 0 0,1 1 1 0 0,0-1 0 0 0,0 0 403 0 0,-33-33-8117 0 0,-6-27 3293 0 0,23 15 1872 0 0,12 24 1450 0 0</inkml:trace>
  <inkml:trace contextRef="#ctx0" brushRef="#br0" timeOffset="1333.429">1223 5 1860 0 0,'0'0'1137'0'0,"0"0"-50"0"0,0 0-124 0 0,0 0-157 0 0,0 0-61 0 0,0 0-66 0 0,0 0-25 0 0,0 0 5 0 0,0 0-58 0 0,0 0-36 0 0,0 0 3 0 0,0 0-21 0 0,0 0-52 0 0,0 0 35 0 0,0 0-120 0 0,0 0-70 0 0,-4 7-33 0 0,-194 284 5004 0 0,54-119-4655 0 0,69-64-894 0 0,-70 103-124 0 0,72-109-228 0 0,-53 55-313 0 0,51-30 587 0 0,37-69 295 0 0,-83 88 731 0 0,56-58-936 0 0,42-65-2157 0 0,23-23 1404 0 0,-1 2 1618 0 0,0-2-4000 0 0,1 0-4204 0 0,0 0 6184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1:36.213"/>
    </inkml:context>
    <inkml:brush xml:id="br0">
      <inkml:brushProperty name="width" value="0.05" units="cm"/>
      <inkml:brushProperty name="height" value="0.05" units="cm"/>
      <inkml:brushProperty name="color" value="#FFFFFF"/>
    </inkml:brush>
  </inkml:definitions>
  <inkml:trace contextRef="#ctx0" brushRef="#br0">2 40 1920 0 0,'0'0'1152'0'0,"0"0"-114"0"0,0 0-121 0 0,0 0-113 0 0,0 0-59 0 0,0 0-10 0 0,0 0-53 0 0,0 0-20 0 0,0 0-27 0 0,0 0 18 0 0,0 0-54 0 0,0 0-79 0 0,0 0 45 0 0,0 0-39 0 0,0 0 15 0 0,0 0-54 0 0,0 0-35 0 0,0 0 32 0 0,0 0-32 0 0,0 0-42 0 0,0 0-6 0 0,0 0-11 0 0,0 0 24 0 0,0 0-36 0 0,0 0-4 0 0,0 0-22 0 0,0 0-9 0 0,0 6-30 0 0,0-2-322 0 0,-1-3 32 0 0,1-1-1 0 0,0 1 1 0 0,0 0 0 0 0,0 0 0 0 0,-1 0-1 0 0,1 0 1 0 0,0 0 0 0 0,0 0-1 0 0,0-1 1 0 0,1 1 0 0 0,-1 0 0 0 0,0 0-1 0 0,0 0 1 0 0,1 0 0 0 0,-1-1-1 0 0,0 1 1 0 0,1 0 0 0 0,-1 0-1 0 0,1 0 1 0 0,-1-1 0 0 0,1 1 0 0 0,-1 0-1 0 0,1-1 1 0 0,0 1 0 0 0,-1 0-1 0 0,1-1 1 0 0,0 1 0 0 0,0-1 0 0 0,0 1-1 0 0,-1-1 1 0 0,1 1 0 0 0,0-1-1 0 0,0 1 1 0 0,0-1 0 0 0,0 0 0 0 0,0 1-1 0 0,0-1 1 0 0,0 0 0 0 0,0 0-1 0 0,0 0 1 0 0,0 0 0 0 0,0 1 0 0 0,0-1-1 0 0,0-1 1 0 0,0 1 0 0 0,0 0-1 0 0,0 0 1 0 0,0 0 0 0 0,0 0 0 0 0,0 0-1 0 0,0-1 1 0 0,0 1 0 0 0,0 0-1 0 0,0-1 1 0 0,0 1 0 0 0,0-1 0 0 0,0 1-1 0 0,0-1 1 0 0,-1 1 0 0 0,1-1-1 0 0,0 1-25 0 0,213-32 2371 0 0,125 6-947 0 0,-109 26-1177 0 0,-161-12-169 0 0,95 12-185 0 0,-22 0 106 0 0,-139 0-9 0 0,12 0 7 0 0,29 0 120 0 0,-43 0-103 0 0,-1 0-33 0 0,0 0 9 0 0,0 0-21 0 0,42 0-78 0 0,7 0-1439 0 0,-47 0 1233 0 0,-2 0-6 0 0,0 0-175 0 0,0 0-56 0 0,0 0 32 0 0,0 0-81 0 0,0 0-9 0 0,19 21-4090 0 0,-44-14-5256 0 0,23-5 8508 0 0</inkml:trace>
  <inkml:trace contextRef="#ctx0" brushRef="#br0" timeOffset="2436.277">798 41 1140 0 0,'2'3'4347'0'0,"5"12"-841"0"0,2 53-62 0 0,-11 41-2410 0 0,0-38-702 0 0,-31 64-8 0 0,33 127 915 0 0,0-260-1250 0 0,-3 21 228 0 0,-19 11 37 0 0,31-6 281 0 0,-4 7-773 0 0,-11 8 514 0 0,7-43-181 0 0,-1 0-45 0 0,-11-4 1830 0 0,-79-43-736 0 0,1 29-1162 0 0,88 18 7 0 0,-32 0-12 0 0,-56 0 6 0 0,46 25 106 0 0,-119 40-297 0 0,104-16 330 0 0,15 10-209 0 0,1 59 312 0 0,25 35-246 0 0,17-152 19 0 0,0 40 349 0 0,13 14 58 0 0,18-12-117 0 0,36 28 302 0 0,70 3 583 0 0,-14-28-432 0 0,-62-28-355 0 0,74 7 337 0 0,-19-25-443 0 0,-37-33-112 0 0,84-13 24 0 0,-72-10-402 0 0,31-69-1522 0 0,-113 109-2046 0 0,-21-20-11085 0 0,-2 26 13182 0 0,4 5 199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2:01.081"/>
    </inkml:context>
    <inkml:brush xml:id="br0">
      <inkml:brushProperty name="width" value="0.05" units="cm"/>
      <inkml:brushProperty name="height" value="0.05" units="cm"/>
      <inkml:brushProperty name="color" value="#FFFFFF"/>
    </inkml:brush>
  </inkml:definitions>
  <inkml:trace contextRef="#ctx0" brushRef="#br0">1007 1 2132 0 0,'3'0'1126'0'0,"8"0"-132"0"0,-8 0-139 0 0,-3 0-83 0 0,0 0-44 0 0,0 0-44 0 0,0 0-77 0 0,0 0-27 0 0,0 0-51 0 0,0 0 9 0 0,0 0-5 0 0,3 0-7 0 0,-3 7-308 0 0,0 1 1 0 0,-1 0-1 0 0,0-1 1 0 0,0 1 0 0 0,-1-1-1 0 0,0 1 1 0 0,0-1-1 0 0,-1 0 1 0 0,1 0-1 0 0,-2 0 1 0 0,1 0 0 0 0,-1 0-1 0 0,-4 5-218 0 0,-74 150 1719 0 0,19-40-1322 0 0,8-11-30 0 0,-40 58 275 0 0,-18 28-673 0 0,-9-3 327 0 0,56-83-381 0 0,-9 1 55 0 0,-4 12-165 0 0,33-32-263 0 0,27-53 361 0 0,-55 76 75 0 0,-9 11-324 0 0,77-122-1325 0 0,-5-10-9346 0 0,8 0 11410 0 0,1-1-1840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2:03.520"/>
    </inkml:context>
    <inkml:brush xml:id="br0">
      <inkml:brushProperty name="width" value="0.05" units="cm"/>
      <inkml:brushProperty name="height" value="0.05" units="cm"/>
      <inkml:brushProperty name="color" value="#FFFFFF"/>
    </inkml:brush>
  </inkml:definitions>
  <inkml:trace contextRef="#ctx0" brushRef="#br0">299 441 1312 0 0,'0'0'1039'0'0,"0"0"-103"0"0,0 0-168 0 0,-3 0-103 0 0,-10 0-32 0 0,10 0-70 0 0,3 0-50 0 0,0 0-4 0 0,0 0 8 0 0,0 0 9 0 0,0 0-11 0 0,0 0-56 0 0,0 0-28 0 0,0 0 27 0 0,0 0 16 0 0,-4 0 16 0 0,-9 12 8185 0 0,17-2-9406 0 0,32-10 2518 0 0,118-15-194 0 0,164 11-340 0 0,-220-17-1190 0 0,36 21 99 0 0,-99-13-181 0 0,-33 13 29 0 0,11 0-69 0 0,121 0 96 0 0,95 0 3 0 0,-190 0 62 0 0,58 14-204 0 0,-65-10 146 0 0,-31-4-50 0 0,-1 0-33 0 0,40 0-1222 0 0,-39 0 675 0 0,-1 0-128 0 0,-55 8-14240 0 0,14-1 12228 0 0,19-5 1245 0 0</inkml:trace>
  <inkml:trace contextRef="#ctx0" brushRef="#br0" timeOffset="763.006">989 5 1552 0 0,'2'-4'7788'0'0,"0"29"-4696"0"0,-16 72 47 0 0,-52 181-1174 0 0,36-192-1686 0 0,-4-1 0 0 0,-4-1-1 0 0,-22 32-278 0 0,-64 93-706 0 0,72-120 438 0 0,7-39-12 0 0,-13-2-64 0 0,8-18-52 0 0,-112 50-1659 0 0,-71-1-8780 0 0,206-72 9295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2:14.828"/>
    </inkml:context>
    <inkml:brush xml:id="br0">
      <inkml:brushProperty name="width" value="0.05" units="cm"/>
      <inkml:brushProperty name="height" value="0.05" units="cm"/>
      <inkml:brushProperty name="color" value="#FFFFFF"/>
    </inkml:brush>
  </inkml:definitions>
  <inkml:trace contextRef="#ctx0" brushRef="#br0">84 26 1748 0 0,'0'0'1062'0'0,"0"0"-102"0"0,0 0-68 0 0,0 0-35 0 0,0 0-83 0 0,0 0-33 0 0,0 0 35 0 0,0 0-33 0 0,0 0-30 0 0,0 0-44 0 0,0 0-36 0 0,-4 0 27 0 0,-9 0-42 0 0,10 0-66 0 0,3 0-18 0 0,0 0-45 0 0,0 0-50 0 0,0 0-22 0 0,0 0 55 0 0,-5-4-72 0 0,-15-13 36 0 0,1 12 6492 0 0,30 10-6640 0 0,0 0-1 0 0,-1-1 1 0 0,2 0-1 0 0,-1-1 1 0 0,0-1-1 0 0,1 1 1 0 0,-1-2-1 0 0,1 1 1 0 0,-1-2-1 0 0,1 0 1 0 0,0 0-1 0 0,-1-1 1 0 0,7-1-288 0 0,24 1 233 0 0,611 1 373 0 0,-651 0-634 0 0,31 0-32 0 0,63 0-32 0 0,-52 0-321 0 0,-42 0 486 0 0,-2 0-55 0 0,31 0-200 0 0,-14 9 77 0 0,-17-7 88 0 0,29 15 174 0 0,3-2-84 0 0,5 2-46 0 0,-22-12-213 0 0,-15-6-145 0 0,0 0-1 0 0,0 0 1 0 0,0 0-1 0 0,0-1 1 0 0,0 1-1 0 0,-1 0 1 0 0,1 0-1 0 0,0 0 1 0 0,0 0-1 0 0,-1 0 1 0 0,1 0-1 0 0,-1 0 1 0 0,1-1-1 0 0,-1 1 1 0 0,0 0-1 0 0,1 1 1 0 0,-1-1 0 0 0,0 0-1 0 0,1 0 1 0 0,-1 0-1 0 0,0 0 1 0 0,0 1-1 0 0,0-1 1 0 0,0 0-1 0 0,0 1 1 0 0,0-1-1 0 0,0 0 1 0 0,0 1-1 0 0,0-1 1 0 0,0 1-1 0 0,0 0 1 0 0,0-1-1 0 0,0 1 1 0 0,-1 0-1 0 0,1 0 1 0 0,-1 0 331 0 0,-52 1-10934 0 0,40-1 9366 0 0</inkml:trace>
  <inkml:trace contextRef="#ctx0" brushRef="#br0" timeOffset="1044.902">654 90 1612 0 0,'15'-3'9519'0'0,"-3"84"-4622"0"0,-12 40-3425 0 0,-17-35-804 0 0,16 188 939 0 0,-17-182-1466 0 0,1 116 304 0 0,13-158-487 0 0,4-49 64 0 0,0-1 15 0 0,1 33-2275 0 0,-4-28-351 0 0,-10-32-7125 0 0,11 22 7536 0 0,0-1 583 0 0</inkml:trace>
  <inkml:trace contextRef="#ctx0" brushRef="#br0" timeOffset="2579.74">1 1113 1348 0 0,'15'1'8717'0'0,"3"1"-5301"0"0,15-1 279 0 0,-32-1-3258 0 0,32 0 1730 0 0,291 0 2502 0 0,-263-19-4178 0 0,38 18-38 0 0,-30-19-488 0 0,-24 12 163 0 0,-44 8-75 0 0,22 0-22 0 0,233 0 494 0 0,-223 2-736 0 0,-33-2 163 0 0,0 0 45 0 0,0 0-16 0 0,0 0 19 0 0,31 0-57 0 0,-14-9 180 0 0,9-6-159 0 0,-25 15-1 0 0,-1 0-6 0 0,0 0 18 0 0,0 0 43 0 0,69 6 65 0 0,-20 9-273 0 0,-3-10-561 0 0,-85 11-11643 0 0,10-11 5690 0 0,28-5 5181 0 0,-2 0 98 0 0,-14 0 236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9:19.759"/>
    </inkml:context>
    <inkml:brush xml:id="br0">
      <inkml:brushProperty name="width" value="0.05" units="cm"/>
      <inkml:brushProperty name="height" value="0.05" units="cm"/>
      <inkml:brushProperty name="color" value="#FFFFFF"/>
    </inkml:brush>
  </inkml:definitions>
  <inkml:trace contextRef="#ctx0" brushRef="#br0">198 141 2748 0 0,'3'0'2050'0'0,"9"0"-223"0"0,-8 0-214 0 0,-2 6-173 0 0,-2 1-1162 0 0,1 0 0 0 0,-1 0-1 0 0,0 1 1 0 0,0-1 0 0 0,-1 0 0 0 0,1 0 0 0 0,-2 0 0 0 0,1 0 0 0 0,-1 0 0 0 0,0-1 0 0 0,-1 1 0 0 0,1 0 0 0 0,-1-1 0 0 0,-1 0 0 0 0,-2 4-278 0 0,-59 107 1647 0 0,-20-17-3795 0 0,54-89-1723 0 0,29-11 2581 0 0,0-3-2 0 0,-6-24-1879 0 0,8 18 1553 0 0</inkml:trace>
  <inkml:trace contextRef="#ctx0" brushRef="#br0" timeOffset="300.433">220 237 1576 0 0,'143'-4'10908'0'0,"-87"6"-11207"0"0,-54-2-694 0 0,4-9-1929 0 0,-13 15 595 0 0,2-3 2640 0 0,0 0 1 0 0,1 0-1 0 0,-1 1 0 0 0,1 0 0 0 0,0 0 0 0 0,0 0 0 0 0,0 1 0 0 0,0-1 1 0 0,1 1-1 0 0,-1 0 0 0 0,1 0 0 0 0,1 0 0 0 0,-1 0 0 0 0,1 0 0 0 0,0 1 1 0 0,0-1-1 0 0,0 1 0 0 0,1 0 0 0 0,-1 4-313 0 0,2-8 497 0 0,0 23 1051 0 0,1-23-1563 0 0,-1-1-1 0 0,0 1 1 0 0,1-1-1 0 0,-1 1 1 0 0,1-1-1 0 0,0 1 1 0 0,-1-1-1 0 0,1 0 1 0 0,0 1 0 0 0,0-1-1 0 0,0 0 1 0 0,0 1-1 0 0,0-1 1 0 0,0 0-1 0 0,0 0 1 0 0,0 0 0 0 0,1 0-1 0 0,-1 0 1 0 0,0 0-1 0 0,1-1 1 0 0,-1 1-1 0 0,1 0 1 0 0,-1-1-1 0 0,1 1 1 0 0,-1-1 0 0 0,1 1-1 0 0,-1-1 1 0 0,1 0-1 0 0,-1 0 1 0 0,1 1-1 0 0,-1-1 1 0 0,1 0 0 0 0,0-1-1 0 0,-1 1 1 0 0,1 0-1 0 0,-1 0 1 0 0,1-1-1 0 0,-1 1 1 0 0,2-1 15 0 0,14-12-1394 0 0,-1-2-1 0 0,0 0 1 0 0,-1 0 0 0 0,-1-1 0 0 0,0-1 0 0 0,-2-1-1 0 0,3-4 1395 0 0,0-2-1612 0 0</inkml:trace>
  <inkml:trace contextRef="#ctx0" brushRef="#br0" timeOffset="611.488">777 1 1088 0 0,'21'14'8466'0'0,"-18"14"-4625"0"0,-18 28-1838 0 0,15-56-2000 0 0,-6 19 227 0 0,-2-1 0 0 0,0 1 1 0 0,0-1-1 0 0,-2-1 0 0 0,0 0 0 0 0,-1 0 1 0 0,-1-1-1 0 0,-1 0 0 0 0,0-1 1 0 0,-1-1-1 0 0,0 0 0 0 0,-1-1 0 0 0,-5 3-230 0 0,-20 8-901 0 0,39-24 482 0 0,1 0-42 0 0,0-3 49 0 0,3-5 304 0 0,0 1 0 0 0,1 0 1 0 0,0 0-1 0 0,0 0 0 0 0,1 1 1 0 0,0-1-1 0 0,0 1 0 0 0,0 0 1 0 0,1 0-1 0 0,0 1 0 0 0,0 0 0 0 0,0 0 1 0 0,1 0-1 0 0,0 1 0 0 0,0-1 1 0 0,0 2-1 0 0,7-4 108 0 0,4 1 101 0 0,0 0 1 0 0,0 0-1 0 0,1 2 1 0 0,0 0-1 0 0,0 1 1 0 0,0 1-1 0 0,0 1 1 0 0,0 1-1 0 0,9 1-101 0 0,73 31 690 0 0,-82-21-1576 0 0,-25 17-5001 0 0,-59 20-517 0 0,46-36 4968 0 0</inkml:trace>
  <inkml:trace contextRef="#ctx0" brushRef="#br0" timeOffset="1342.581">521 338 2716 0 0,'-9'7'10070'0'0,"-16"30"-8602"0"0,19-28-613 0 0,-128 130 2241 0 0,93-102-2637 0 0,18-17-445 0 0,-1-1 0 0 0,-1-2 0 0 0,0 0-1 0 0,-1-2 1 0 0,-1-1 0 0 0,0 0 0 0 0,-1-3-1 0 0,-7 3-13 0 0,3-7-910 0 0,30-7 344 0 0,-1-3-74 0 0,1 1 540 0 0,0 1 1 0 0,1-1 0 0 0,0 0 0 0 0,-1 0 0 0 0,1 0 0 0 0,0 0 0 0 0,0 0-1 0 0,0 0 1 0 0,0-1 0 0 0,1 1 0 0 0,-1 0 0 0 0,1 0 0 0 0,-1-1 0 0 0,1 1 0 0 0,0 0-1 0 0,-1-1 1 0 0,1 1 0 0 0,0 0 0 0 0,1-1 0 0 0,-1 1 0 0 0,0 0 0 0 0,1-1-1 0 0,-1 1 1 0 0,1 0 0 0 0,0 0 0 0 0,0 0 0 0 0,0-1 0 0 0,0 1 0 0 0,0 0 0 0 0,0 0-1 0 0,0 0 1 0 0,1 0 99 0 0,102-117-4762 0 0,-89 107 4919 0 0,1 0-1 0 0,0 1 1 0 0,1 0 0 0 0,0 2-1 0 0,0 0 1 0 0,1 0 0 0 0,1 2 0 0 0,-1 0-1 0 0,1 2 1 0 0,0 0 0 0 0,0 1-1 0 0,1 0 1 0 0,0 2 0 0 0,-1 0-1 0 0,1 2 1 0 0,0 0 0 0 0,-1 1 0 0 0,1 1-1 0 0,0 0 1 0 0,-1 2 0 0 0,0 0-157 0 0,58 18 2357 0 0,-2 3 0 0 0,63 32-2357 0 0,-111-46 311 0 0,83 45-110 0 0,-99-50-2970 0 0,-23-4-6226 0 0,-10 1 6234 0 0,-1 1 1370 0 0</inkml:trace>
  <inkml:trace contextRef="#ctx0" brushRef="#br0" timeOffset="1595.588">331 710 2396 0 0,'26'-13'7577'0'0,"25"12"-5189"0"0,-31 2-994 0 0,68 2-398 0 0,-42 12-3451 0 0,-32 10-7144 0 0,-16-21 7918 0 0</inkml:trace>
  <inkml:trace contextRef="#ctx0" brushRef="#br0" timeOffset="1966.996">400 855 2040 0 0,'-35'74'8972'0'0,"35"-73"-8690"0"0,0-1-90 0 0,0 0-80 0 0,0 0-28 0 0,-1 3 207 0 0,1-3-289 0 0,3-6 67 0 0,-1 1 0 0 0,1-1 0 0 0,1 1 0 0 0,-1-1 1 0 0,1 1-1 0 0,-1 0 0 0 0,1 1 0 0 0,1-1 1 0 0,-1 1-1 0 0,1-1 0 0 0,0 1 0 0 0,0 1 1 0 0,0-1-1 0 0,0 1 0 0 0,1 0 0 0 0,-1 0 0 0 0,1 0 1 0 0,0 1-1 0 0,0 0 0 0 0,0 0 0 0 0,0 0 1 0 0,0 1-1 0 0,0 0 0 0 0,0 0 0 0 0,6 1-69 0 0,2 2 90 0 0,-1 0 0 0 0,1 1 0 0 0,-1 1 0 0 0,1 1 0 0 0,-1 0 0 0 0,0 0 0 0 0,-1 1 0 0 0,0 1 0 0 0,0 0 0 0 0,0 1 0 0 0,-1 0 0 0 0,8 7-90 0 0,-18-14 18 0 0,2 0 106 0 0,-1 1 0 0 0,0 0-1 0 0,0 0 1 0 0,0 0 0 0 0,0 0-1 0 0,0 0 1 0 0,-1 0 0 0 0,1 0-1 0 0,0 0 1 0 0,-1 1-1 0 0,0-1 1 0 0,1 1 0 0 0,-1-1-1 0 0,0 1 1 0 0,-1-1 0 0 0,1 1-1 0 0,0 0 1 0 0,-1-1 0 0 0,1 1-1 0 0,-1 2-123 0 0,0-3 443 0 0,0-2-37 0 0,-4 6-3 0 0,1-2-337 0 0,0 0 0 0 0,0-1 0 0 0,-1 1 0 0 0,1-1-1 0 0,-1 1 1 0 0,0-1 0 0 0,0 0 0 0 0,0 0 0 0 0,0-1-1 0 0,-1 1 1 0 0,1-1 0 0 0,-1 0 0 0 0,0 0-1 0 0,1-1 1 0 0,-1 1 0 0 0,0-1 0 0 0,0 0 0 0 0,0 0-1 0 0,-3-1-65 0 0,1 0-134 0 0,-1-1-1 0 0,1-1 0 0 0,0 0 0 0 0,-1 0 1 0 0,1 0-1 0 0,0-1 0 0 0,0 0 0 0 0,0 0 1 0 0,0 0-1 0 0,1-1 0 0 0,0 0 0 0 0,-1-1 1 0 0,1 1-1 0 0,1-1 0 0 0,-1 0 0 0 0,1-1 1 0 0,0 1-1 0 0,0-1 0 0 0,0 0 0 0 0,1-1 1 0 0,0 1-1 0 0,0-1 0 0 0,1 1 0 0 0,0-1 1 0 0,0 0-1 0 0,0 0 0 0 0,1-1 0 0 0,0 1 1 0 0,1 0-1 0 0,-1-1 0 0 0,2 1 0 0 0,-1-1 0 0 0,1 0 1 0 0,0 0 134 0 0,0-75-4627 0 0,4 64 3632 0 0,1 0 0 0 0,1 0 1 0 0,1 1-1 0 0,1 0 0 0 0,0 0 0 0 0,1 1 0 0 0,1 0 0 0 0,3-3 995 0 0,7-4-1375 0 0</inkml:trace>
  <inkml:trace contextRef="#ctx0" brushRef="#br0" timeOffset="2250.663">1532 72 848 0 0,'16'-8'10719'0'0,"0"24"-6553"0"0,0 28-3902 0 0,-16-35-926 0 0,-1 1 0 0 0,0-1-1 0 0,0 0 1 0 0,-1 0 0 0 0,0 0-1 0 0,-1-1 1 0 0,0 1 0 0 0,0 0 0 0 0,-1-1-1 0 0,0 0 1 0 0,-1 0 0 0 0,1 0-1 0 0,-1 0 1 0 0,-1-1 0 0 0,0 0-1 0 0,0 0 1 0 0,0 0 0 0 0,-1-1-1 0 0,0 0 1 0 0,-5 4 662 0 0,-6 2-1459 0 0</inkml:trace>
  <inkml:trace contextRef="#ctx0" brushRef="#br0" timeOffset="2567.489">1216 395 2320 0 0,'-34'59'8281'0'0,"74"-92"-8410"0"0,-28 21 357 0 0,0 0-1 0 0,0 1 0 0 0,1 1 1 0 0,1 0-1 0 0,0 0 0 0 0,0 2 0 0 0,1 0 1 0 0,0 0-1 0 0,0 1 0 0 0,0 1 1 0 0,1 1-1 0 0,0 0 0 0 0,1 1 1 0 0,-1 1-1 0 0,14-1-227 0 0,290-10 4963 0 0,-228 36-3885 0 0,-90-21-869 0 0,-2-1-68 0 0,5 11-104 0 0,-9 11-427 0 0,-4-16 120 0 0,0 0 0 0 0,0 0 0 0 0,-1-1 0 0 0,1 0 0 0 0,-1 0 0 0 0,0-1 0 0 0,-1 0 0 0 0,1-1 0 0 0,-1 0 0 0 0,-2 0 270 0 0,-19 8-1016 0 0,11-5-235 0 0,1-1 1 0 0,-1-1-1 0 0,0 0 0 0 0,0-2 1 0 0,-1-1-1 0 0,1 0 0 0 0,0-1 0 0 0,-1-1 1251 0 0,-18 0-3219 0 0,18 1 1816 0 0</inkml:trace>
  <inkml:trace contextRef="#ctx0" brushRef="#br0" timeOffset="3431.787">1455 403 2892 0 0,'13'-1'9867'0'0,"-33"45"-7155"0"0,-55 37-2194 0 0,75-81-515 0 0,1 0-1 0 0,0 0 1 0 0,-1 0-1 0 0,1 0 0 0 0,-1 0 1 0 0,1 0-1 0 0,-1 0 1 0 0,1 0-1 0 0,-1 0 0 0 0,1 0 1 0 0,-1 1-1 0 0,1-1 1 0 0,-1 0-1 0 0,1 0 0 0 0,-1 0 1 0 0,1 1-1 0 0,-1-1 1 0 0,1 0-1 0 0,-1 1 0 0 0,0-1 1 0 0,1 0-1 0 0,-1 1 0 0 0,1-1 1 0 0,-1 1-1 0 0,0-1 1 0 0,1 0-1 0 0,-1 1 0 0 0,0-1 1 0 0,0 1-1 0 0,1-1 1 0 0,-1 1-1 0 0,0-1 0 0 0,0 1 1 0 0,0-1-1 0 0,1 1 1 0 0,-1-1-1 0 0,0 1 0 0 0,0-1 1 0 0,0 1-1 0 0,0 0 1 0 0,0-1-1 0 0,0 1 0 0 0,0-1 1 0 0,0 1-1 0 0,-1-1 1 0 0,1 1-1 0 0,0-1 0 0 0,0 1 1 0 0,0-1-1 0 0,0 1 0 0 0,-1-1 1 0 0,1 1-1 0 0,0-1 1 0 0,-1 1-1 0 0,1-1 0 0 0,0 0 1 0 0,-1 1-1 0 0,1 0-2 0 0,8 0 28 0 0,107 17 390 0 0,-112-18-371 0 0,1 0 0 0 0,0 1-1 0 0,0-1 1 0 0,-1 1 0 0 0,1 0-1 0 0,-1 0 1 0 0,1 0 0 0 0,-1 1-1 0 0,1-1 1 0 0,-1 1 0 0 0,1-1-1 0 0,-1 1 1 0 0,0 0 0 0 0,0 1-1 0 0,0-1 1 0 0,0 1 0 0 0,-1-1-1 0 0,1 1 1 0 0,-1 0 0 0 0,1 0-1 0 0,-1 0 1 0 0,0 0 0 0 0,0 0-1 0 0,0 0 1 0 0,-1 0 0 0 0,1 1-1 0 0,-1-1 1 0 0,0 1 0 0 0,0 0-1 0 0,0-1 1 0 0,0 4-47 0 0,-5 0 48 0 0,-1 0-69 0 0,0 0 1 0 0,-1-1-1 0 0,0 1 0 0 0,0-2 1 0 0,-1 1-1 0 0,1-1 0 0 0,-1 0 1 0 0,0 0-1 0 0,-1 0 0 0 0,1-1 1 0 0,-1 0-1 0 0,0-1 0 0 0,0 0 1 0 0,0 0-1 0 0,0-1 0 0 0,-4 1 21 0 0,-7-1-104 0 0,1-2-1 0 0,-1 1 0 0 0,0-2 1 0 0,1-1-1 0 0,-1 0 0 0 0,1-1 1 0 0,0-1-1 0 0,-2-2 105 0 0,-2-2-135 0 0,13 6 124 0 0,0-1 0 0 0,0 0 0 0 0,0-1 0 0 0,0 0 0 0 0,1 0 0 0 0,0-1 0 0 0,-1 0 0 0 0,2-1 0 0 0,-1 1 0 0 0,1-2 1 0 0,0 1-1 0 0,0-1 0 0 0,0 0 0 0 0,-2-4 11 0 0,8 9 43 0 0,1 0 0 0 0,0 0 0 0 0,-1 0 1 0 0,1 0-1 0 0,0-1 0 0 0,0 1 0 0 0,0 0 1 0 0,1 0-1 0 0,-1 0 0 0 0,0 0 0 0 0,1 0 0 0 0,-1 0 1 0 0,1 0-1 0 0,0 0 0 0 0,0 0 0 0 0,0 0 0 0 0,0 0 1 0 0,0 0-1 0 0,0 0 0 0 0,0 1 0 0 0,1-1 1 0 0,-1 0-1 0 0,2 0-43 0 0,-1-1-40 0 0,6-5 166 0 0,2 0 0 0 0,-1 1 1 0 0,1 0-1 0 0,0 1 0 0 0,0 0 0 0 0,1 0 0 0 0,0 1 1 0 0,0 1-1 0 0,0-1 0 0 0,0 2 0 0 0,1 0 0 0 0,0 0 1 0 0,-1 1-1 0 0,1 1 0 0 0,0-1 0 0 0,0 2 0 0 0,7 0-126 0 0,116 0 1135 0 0,20 26-246 0 0,-14 9 213 0 0,-104-4-401 0 0,-36-30-626 0 0,-4 5-18 0 0,-2 2-88 0 0,-1 0 1 0 0,0 0 0 0 0,0 0-1 0 0,0-1 1 0 0,-1 0 0 0 0,0-1-1 0 0,-1 0 1 0 0,1 0 0 0 0,-1 0-1 0 0,-4 2 31 0 0,-79 41-608 0 0,-100 8-465 0 0,-84-9-340 0 0,158-46-882 0 0,113-5 2059 0 0,-1-2 104 0 0,5 5 140 0 0,1-1-1 0 0,0 1 1 0 0,-1 0 0 0 0,1 0 0 0 0,0 0-1 0 0,-1 0 1 0 0,1 0 0 0 0,-1-1-1 0 0,1 1 1 0 0,0 0 0 0 0,-1-1 0 0 0,1 1-1 0 0,-1 0 1 0 0,1-1 0 0 0,-1 1-1 0 0,1 0 1 0 0,-1-1 0 0 0,1 1 0 0 0,-1-1-1 0 0,0 1 1 0 0,1-1 0 0 0,-1 0-1 0 0,1 1 1 0 0,-1-1 0 0 0,0 1 0 0 0,0-1-1 0 0,1 1 1 0 0,-1-1 0 0 0,0 0-1 0 0,0 1 1 0 0,0-1 0 0 0,0 0 0 0 0,0 1-1 0 0,1-1 1 0 0,-1 0 0 0 0,-1 1-1 0 0,1-1 1 0 0,0 0 0 0 0,0 1 0 0 0,0-1-1 0 0,0 1 1 0 0,0-1 0 0 0,0 0-1 0 0,-1 1 1 0 0,1-1 0 0 0,0 0 0 0 0,-1 1-1 0 0,1-1 1 0 0,0 1 0 0 0,-1-1-1 0 0,1 1 1 0 0,-1-1 0 0 0,1 1 0 0 0,0-1-1 0 0,-1 1 1 0 0,1 0 0 0 0,-1-1 0 0 0,0 1-1 0 0,1-1 1 0 0,-1 1 0 0 0,1 0-1 0 0,-1 0 1 0 0,0-1 0 0 0,1 1 0 0 0,-1 0-1 0 0,1 0 1 0 0,-2 0-8 0 0,532-33 4893 0 0,-253 33-6625 0 0,-273 3 1130 0 0,7 11-41 0 0,-41-8-6153 0 0,-59-11-1539 0 0,38-4 6401 0 0,25 1 408 0 0</inkml:trace>
  <inkml:trace contextRef="#ctx0" brushRef="#br0" timeOffset="3682.02">1577 731 1964 0 0,'-19'21'7600'0'0,"20"115"-3611"0"0,-4-50-4791 0 0,-13-44-65 0 0,0-11-2471 0 0,7-9-2467 0 0,7-22 4356 0 0</inkml:trace>
  <inkml:trace contextRef="#ctx0" brushRef="#br0" timeOffset="3839.841">1523 881 1128 0 0,'-9'-16'9329'0'0,"-3"29"-7003"0"0,8-8-2502 0 0,-85 83 2618 0 0,74-75-2604 0 0,1-2 1 0 0,-1 0-1 0 0,-1-1 0 0 0,0-1 1 0 0,-1 0-1 0 0,0-1 1 0 0,0-1-1 0 0,0 0 1 0 0,-2-1 161 0 0,17-5-166 0 0,0-1 1 0 0,1 1 0 0 0,-1-1 0 0 0,0 1 0 0 0,0-1 0 0 0,0 0-1 0 0,0 0 1 0 0,1 0 0 0 0,-1 0 0 0 0,0 0 0 0 0,0 0 0 0 0,0-1-1 0 0,0 1 1 0 0,1-1 0 0 0,-1 1 0 0 0,0-1 0 0 0,0 1 0 0 0,1-1-1 0 0,-1 0 1 0 0,0 0 0 0 0,1 0 0 0 0,-1 0 0 0 0,1 0 0 0 0,-1 0-1 0 0,1 0 1 0 0,0-1 0 0 0,0 1 0 0 0,-1 0 0 0 0,1-1 165 0 0,-3-38-6239 0 0,9 20 4721 0 0</inkml:trace>
  <inkml:trace contextRef="#ctx0" brushRef="#br0" timeOffset="4027.855">1491 863 896 0 0,'207'92'9865'0'0,"11"-4"-4313"0"0,-127-65-5521 0 0,-28-18-3345 0 0,6-8-2133 0 0,47-36 711 0 0,-81 25 3213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9:33.576"/>
    </inkml:context>
    <inkml:brush xml:id="br0">
      <inkml:brushProperty name="width" value="0.05" units="cm"/>
      <inkml:brushProperty name="height" value="0.05" units="cm"/>
      <inkml:brushProperty name="color" value="#FFFFFF"/>
    </inkml:brush>
  </inkml:definitions>
  <inkml:trace contextRef="#ctx0" brushRef="#br0">140 112 2700 0 0,'28'21'8760'0'0,"-27"42"-9178"0"0,-67 52-8041 0 0,51-96 6860 0 0</inkml:trace>
  <inkml:trace contextRef="#ctx0" brushRef="#br0" timeOffset="247.112">12 538 1976 0 0,'0'15'1420'0'0,"0"-3"-160"0"0,2-3-175 0 0,-2-2-129 0 0,1 1-116 0 0,1-3-68 0 0,1 2-204 0 0,-5-1-96 0 0,6 0-236 0 0,-4-4-128 0 0,0-2-224 0 0,0 0 4 0 0,0 0-788 0 0,0 0-304 0 0,0 0-268 0 0,0 0 107 0 0,0 10-263 0 0,0-10-20 0 0</inkml:trace>
  <inkml:trace contextRef="#ctx0" brushRef="#br0" timeOffset="418.294">3 815 888 0 0,'-1'1'158'0'0,"1"0"-1"0"0,0 0 1 0 0,-1 0-1 0 0,1 0 1 0 0,0 0-1 0 0,0-1 1 0 0,0 1-1 0 0,0 0 1 0 0,-1 0-1 0 0,1 0 1 0 0,0 0-1 0 0,1 0 1 0 0,-1 0-1 0 0,0 0 1 0 0,0 0-1 0 0,0 0 1 0 0,0-1-1 0 0,1 1 1 0 0,-1 0-1 0 0,0 0 1 0 0,1 0-1 0 0,-1 0 1 0 0,1-1-1 0 0,-1 1 1 0 0,1 0-1 0 0,-1 0 1 0 0,1-1-1 0 0,0 1 1 0 0,-1 0-1 0 0,1-1 1 0 0,0 1-1 0 0,-1-1 1 0 0,1 1-1 0 0,0-1 1 0 0,0 1-1 0 0,0-1 1 0 0,-1 1-1 0 0,1-1 1 0 0,0 0-1 0 0,0 0 1 0 0,0 1-1 0 0,0-1 1 0 0,0 0-1 0 0,0 0 1 0 0,0 0-1 0 0,0 0 1 0 0,-1 0-1 0 0,1 0 1 0 0,0 0-1 0 0,0 0 1 0 0,0 0 0 0 0,0-1-1 0 0,0 1 1 0 0,0 0-158 0 0,15-11 268 0 0,0-1 1 0 0,-2 0 0 0 0,1-1 0 0 0,-2 0 0 0 0,1-1-1 0 0,-2-1 1 0 0,0 0 0 0 0,-1-1 0 0 0,9-16-269 0 0,9-10-431 0 0,43-96-3549 0 0,-16 23-874 0 0,-37 77 3242 0 0</inkml:trace>
  <inkml:trace contextRef="#ctx0" brushRef="#br0" timeOffset="576.113">484 60 1088 0 0,'27'-59'7449'0'0,"-26"59"-7304"0"0,0 1-1 0 0,0-1 1 0 0,0 1-1 0 0,-1-1 1 0 0,1 1-1 0 0,0 0 1 0 0,0-1-1 0 0,-1 1 1 0 0,1 0-1 0 0,-1 0 1 0 0,1-1-1 0 0,0 1 1 0 0,-1 0-1 0 0,0 0 1 0 0,1 0-1 0 0,-1 0 1 0 0,0 0-1 0 0,1 0 1 0 0,-1 0-1 0 0,0 0 1 0 0,0 0-1 0 0,0 0 1 0 0,1 0-1 0 0,-1 0 1 0 0,0 0-1 0 0,-1-1 1 0 0,1 1-1 0 0,0 0 1 0 0,0 0-1 0 0,0 0 1 0 0,0 0-1 0 0,-1 0 1 0 0,1 0-1 0 0,-1 0 1 0 0,1 0-145 0 0,-3 12-287 0 0,-1 0 0 0 0,0 0-1 0 0,-1 0 1 0 0,0-1 0 0 0,-1 1 0 0 0,-1-1 0 0 0,0-1 0 0 0,0 1 0 0 0,-1-1 0 0 0,-7 6 287 0 0,-77 61-7598 0 0,74-64 6040 0 0</inkml:trace>
  <inkml:trace contextRef="#ctx0" brushRef="#br0" timeOffset="730.045">285 304 3792 0 0,'-23'19'5266'0'0,"27"-17"-1947"0"0,19-1-1213 0 0,141-17 1561 0 0,-69 6-3690 0 0,-95 11-95 0 0,0-1 0 0 0,0 1 0 0 0,0-1 0 0 0,0 1 0 0 0,0-1 0 0 0,0 0 0 0 0,0 1 0 0 0,0-1 0 0 0,0 1 0 0 0,0-1 0 0 0,0 1 0 0 0,0-1 1 0 0,0 1-1 0 0,0-1 0 0 0,0 0 0 0 0,0 1 0 0 0,0-1 0 0 0,0 1 0 0 0,0-1 0 0 0,1 0 0 0 0,-1 1 0 0 0,0-1 0 0 0,0 1 0 0 0,1-1 0 0 0,-1 0 0 0 0,0 1 0 0 0,0-1 0 0 0,1 0 0 0 0,-1 0 0 0 0,0 1 0 0 0,1-1 0 0 0,-1 0 0 0 0,1 0 0 0 0,-1 1 0 0 0,0-1 0 0 0,1 0 0 0 0,-1 0 1 0 0,1 0-1 0 0,-1 0 0 0 0,0 1 0 0 0,1-1 0 0 0,-1 0 0 0 0,1 0 0 0 0,-1 0 0 0 0,1 0 0 0 0,-1 0 0 0 0,1 0 0 0 0,-1 0 0 0 0,0 0 0 0 0,1 0 0 0 0,-1-1 0 0 0,1 1 0 0 0,-1 0 0 0 0,1 0 0 0 0,-1 0 0 0 0,0 0 0 0 0,1-1 0 0 0,-1 1 0 0 0,0 0 0 0 0,1 0 0 0 0,-1-1 1 0 0,0 1-1 0 0,1 0 0 0 0,-1 0 0 0 0,0-1 0 0 0,1 1 0 0 0,-1-1 118 0 0,-13 16-4388 0 0,4-7 4406 0 0,-24 18-2940 0 0,14-13 1498 0 0</inkml:trace>
  <inkml:trace contextRef="#ctx0" brushRef="#br0" timeOffset="916.93">389 434 1508 0 0,'-76'74'7570'0'0,"80"-56"-2505"0"0,56-1-3018 0 0,101-26-163 0 0,-114 6-3745 0 0,-31 4-2942 0 0,-7-19-20 0 0,-15 12 1902 0 0,0 2 1467 0 0</inkml:trace>
  <inkml:trace contextRef="#ctx0" brushRef="#br0" timeOffset="1183.957">506 441 1964 0 0,'-36'33'6122'0'0,"6"47"-4535"0"0,26-67-1000 0 0,-80 216 1091 0 0,83-226-1686 0 0,0 0-1 0 0,-1 0 1 0 0,1 0 0 0 0,-1 0 0 0 0,1-1 0 0 0,-1 1 0 0 0,0-1-1 0 0,0 1 1 0 0,-1-1 0 0 0,1 0 0 0 0,0 0 0 0 0,-1 0-1 0 0,1 0 1 0 0,-1 0 0 0 0,0 0 0 0 0,1-1 0 0 0,-1 0 0 0 0,0 1-1 0 0,-2 0 9 0 0,-12 6 1771 0 0,29-8 241 0 0,30-7-492 0 0,274-54 2036 0 0,-201 57-4855 0 0,-75 5-2560 0 0,-38-1 2108 0 0,11 18-4676 0 0,-42 1 2208 0 0,15-10 2901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9:26.871"/>
    </inkml:context>
    <inkml:brush xml:id="br0">
      <inkml:brushProperty name="width" value="0.05" units="cm"/>
      <inkml:brushProperty name="height" value="0.05" units="cm"/>
      <inkml:brushProperty name="color" value="#FFFFFF"/>
    </inkml:brush>
  </inkml:definitions>
  <inkml:trace contextRef="#ctx0" brushRef="#br0">507 0 1712 0 0,'0'0'1822'0'0,"0"0"-240"0"0,0 0-105 0 0,0 0-104 0 0,0 0-218 0 0,0 0-73 0 0,0 0-49 0 0,0 0-109 0 0,0 4-97 0 0,-2 1-681 0 0,0 0-1 0 0,-1 0 1 0 0,1 0 0 0 0,-1 0-1 0 0,-1 0 1 0 0,1-1 0 0 0,-1 1-1 0 0,1-1 1 0 0,-1 0-1 0 0,0 0 1 0 0,-1 0 0 0 0,1-1-1 0 0,-1 1 1 0 0,0-1 0 0 0,1 0-1 0 0,-1 0 1 0 0,-4 1-146 0 0,-13 11 299 0 0,-15 13-557 0 0,-1-1 0 0 0,-2-2 0 0 0,-1-2 1 0 0,0-1-1 0 0,-31 10 258 0 0,-24-10-4012 0 0,57-21-2575 0 0,30-1 5097 0 0</inkml:trace>
  <inkml:trace contextRef="#ctx0" brushRef="#br0" timeOffset="255.069">144 312 1292 0 0,'16'14'1200'0'0,"5"-2"-156"0"0,-1-1-200 0 0,-1-1-112 0 0,-9-7-23 0 0,5 1-141 0 0,-1-2-184 0 0,-2-2-156 0 0,7 0-204 0 0,1 0-4 0 0,25-25-552 0 0,-23 11-280 0 0,-3-1-305 0 0,1 0 61 0 0,-2-1-344 0 0</inkml:trace>
  <inkml:trace contextRef="#ctx0" brushRef="#br0" timeOffset="523.073">562 152 1004 0 0,'8'1'6573'0'0,"-15"23"-3306"0"0,-2-10-2916 0 0,0 0 0 0 0,0 0 0 0 0,-1-1-1 0 0,-1-1 1 0 0,0 1 0 0 0,0-2-1 0 0,-2 1 1 0 0,1-2 0 0 0,-5 3-351 0 0,-25 24 373 0 0,-103 63 474 0 0,12-36-465 0 0,114-64-139 0 0,45-19-33 0 0,261-111 797 0 0,-115 64-1678 0 0,-117 41-3019 0 0,-58 24-1603 0 0,-8 1 1686 0 0,3 0 1993 0 0</inkml:trace>
  <inkml:trace contextRef="#ctx0" brushRef="#br0" timeOffset="1358.129">479 187 1964 0 0,'-8'-6'514'0'0,"8"6"-416"0"0,0-1 1 0 0,-1 1-1 0 0,1-1 1 0 0,0 0 0 0 0,-1 1-1 0 0,1-1 1 0 0,-1 1-1 0 0,1-1 1 0 0,-1 1-1 0 0,1-1 1 0 0,-1 1 0 0 0,0-1-1 0 0,1 1 1 0 0,-1 0-1 0 0,0-1 1 0 0,1 1 0 0 0,-1 0-1 0 0,0 0 1 0 0,1-1-1 0 0,-1 1 1 0 0,0 0 0 0 0,1 0-1 0 0,-1 0 1 0 0,0 0-1 0 0,0 0 1 0 0,1 0 0 0 0,-1 0-1 0 0,0 0 1 0 0,1 0-1 0 0,-1 0 1 0 0,0 0 0 0 0,0 0-1 0 0,1 1 1 0 0,-1-1-1 0 0,0 0 1 0 0,1 0 0 0 0,-1 1-1 0 0,0-1 1 0 0,1 1-1 0 0,-1-1 1 0 0,1 0 0 0 0,-1 1-1 0 0,1-1 1 0 0,-1 1-1 0 0,1-1 1 0 0,-1 1 0 0 0,1 0-1 0 0,-1-1 1 0 0,1 1-1 0 0,0-1 1 0 0,-1 1 0 0 0,1 0-1 0 0,0-1 1 0 0,-1 1-1 0 0,1 0 1 0 0,0-1 0 0 0,0 1-1 0 0,0 0 1 0 0,0 0-1 0 0,0-1 1 0 0,0 1 0 0 0,0 0-1 0 0,0-1 1 0 0,0 1-1 0 0,0 0 1 0 0,0 0 0 0 0,0-1-1 0 0,0 1-98 0 0,-13 159 3241 0 0,-33 253-283 0 0,37-351-4198 0 0,9-61 870 0 0,0-1-30 0 0,0 0-12 0 0,-8-70-949 0 0,5 37 1238 0 0,2 8 290 0 0,-1 0 0 0 0,-1 0 0 0 0,-2 0 0 0 0,0 1 0 0 0,-2 0 0 0 0,-6-17-167 0 0,4 17 306 0 0,9 20-239 0 0,-1 1 1 0 0,0-1-1 0 0,1 1 1 0 0,-1 0 0 0 0,-1-1-1 0 0,1 1 1 0 0,0 0-1 0 0,-1 0 1 0 0,0 0 0 0 0,1 0-1 0 0,-1 0 1 0 0,0 0-1 0 0,-1 1 1 0 0,1-1-1 0 0,0 1 1 0 0,-1-1 0 0 0,1 1-1 0 0,-1 0 1 0 0,0 0-1 0 0,0 0 1 0 0,0 0-1 0 0,0 0 1 0 0,0 1 0 0 0,-2-1-68 0 0,4 2 214 0 0,-3 4 10 0 0,-4 3-137 0 0,2 0 0 0 0,-1 0 0 0 0,1 1 0 0 0,0 0 0 0 0,1 1 0 0 0,0-1 0 0 0,0 1 0 0 0,1 0 0 0 0,0 0 0 0 0,1 0 0 0 0,0 0 0 0 0,0 1 0 0 0,1-1 0 0 0,0 3-87 0 0,2-10 119 0 0,2 8-160 0 0,3-8 52 0 0,-1-1 0 0 0,0 0 1 0 0,1 0-1 0 0,-1 0 0 0 0,1 0 0 0 0,-1-1 1 0 0,1 0-1 0 0,0 0 0 0 0,-1 0 0 0 0,1 0 1 0 0,-1-1-1 0 0,1 0 0 0 0,-1 0 0 0 0,0 0 1 0 0,1 0-1 0 0,-1-1 0 0 0,0 1 0 0 0,0-1 1 0 0,0 0-1 0 0,0-1 0 0 0,0 1 0 0 0,0-1 1 0 0,0 1-1 0 0,0-2-11 0 0,10-3 52 0 0,63-32 4 0 0,121-47-515 0 0,-198 87 451 0 0,-1 0 1 0 0,1 0-1 0 0,-1-1 0 0 0,1 1 0 0 0,-1 0 0 0 0,1 0 1 0 0,-1 0-1 0 0,1-1 0 0 0,0 1 0 0 0,0 0 1 0 0,-1 0-1 0 0,1 0 0 0 0,0 0 0 0 0,0 0 0 0 0,0 0 1 0 0,0 0-1 0 0,0 0 0 0 0,0 0 0 0 0,0 0 0 0 0,0 0 1 0 0,0-1-1 0 0,1 1 0 0 0,-1 0 0 0 0,0 0 1 0 0,0 0-1 0 0,1 0 0 0 0,-1 0 0 0 0,1 0 0 0 0,-1-1 1 0 0,1 1-1 0 0,-1 0 0 0 0,1 0 0 0 0,-1-1 1 0 0,1 1-1 0 0,0 0 0 0 0,0-1 0 0 0,-1 1 0 0 0,1-1 1 0 0,0 1-1 0 0,0-1 0 0 0,-1 1 0 0 0,1-1 1 0 0,0 1-1 0 0,0-1 0 0 0,0 0 0 0 0,0 1 0 0 0,0-1 1 0 0,0 0-1 0 0,0 0 0 0 0,-1 0 0 0 0,1 0 0 0 0,0 0 1 0 0,0 0-1 0 0,0 0 0 0 0,0 0 0 0 0,0 0 1 0 0,0 0-1 0 0,0 0 0 0 0,0-1 0 0 0,0 1 0 0 0,0 0 1 0 0,-1-1-1 0 0,1 1 0 0 0,0-1 0 0 0,0 1 1 0 0,0-1-1 0 0,-1 1 0 0 0,1-1 0 0 0,0 1 0 0 0,0-1 8 0 0,-11 16-5 0 0,-1 0-1 0 0,0-1 1 0 0,-1 0-1 0 0,-1-1 1 0 0,0 0-1 0 0,-1-1 0 0 0,0-1 1 0 0,-1 0-1 0 0,0-1 1 0 0,-1 0-1 0 0,1-1 1 0 0,-2-1-1 0 0,0-1 0 0 0,-8 3 6 0 0,-11-1 484 0 0,45-20-40 0 0,43 10-660 0 0,-51 1 108 0 0,25 18-394 0 0,-35 32-119 0 0,5-42 570 0 0,0-1-1 0 0,0 1 0 0 0,-1-1 1 0 0,0 1-1 0 0,0-1 1 0 0,-1-1-1 0 0,0 1 1 0 0,0-1-1 0 0,-1 0 1 0 0,1 0-1 0 0,-1-1 1 0 0,0 0-1 0 0,-1 0 1 0 0,1-1-1 0 0,-6 3 52 0 0,74-29 214 0 0,-59 22-196 0 0,0 0-1 0 0,-1 0 1 0 0,1 1-1 0 0,0-1 0 0 0,-1 1 1 0 0,1-1-1 0 0,0 1 1 0 0,-1 0-1 0 0,1-1 0 0 0,0 1 1 0 0,-1 0-1 0 0,1 0 1 0 0,-1 0-1 0 0,0 0 0 0 0,1 0 1 0 0,-1 1-1 0 0,0-1 1 0 0,0 0-1 0 0,1 1 0 0 0,-1-1 1 0 0,0 1-1 0 0,-1-1 1 0 0,1 1-1 0 0,0-1 0 0 0,0 1 1 0 0,0 0-1 0 0,-1-1 1 0 0,1 1-1 0 0,-1 0 0 0 0,0-1 1 0 0,1 1-1 0 0,-1 0 1 0 0,0 0-1 0 0,0-1 0 0 0,0 1 1 0 0,0 0-1 0 0,0 0 1 0 0,-1-1-1 0 0,1 1 0 0 0,0 0 1 0 0,-1 0-1 0 0,1-1 1 0 0,-1 1-18 0 0,1 5 32 0 0,-20 49 101 0 0,-15 16-278 0 0,88-112-368 0 0,73-96-3233 0 0,-29 30-4279 0 0,-84 91 6555 0 0</inkml:trace>
  <inkml:trace contextRef="#ctx0" brushRef="#br0" timeOffset="2020.205">861 260 1860 0 0,'-15'-23'7696'0'0,"34"23"-1699"0"0,80 36-2750 0 0,-78-22-2964 0 0,-17-12-221 0 0,0 0 0 0 0,0 1 0 0 0,0-1-1 0 0,-1 1 1 0 0,1 0 0 0 0,-1 0 0 0 0,1 0-1 0 0,-1 1 1 0 0,0-1 0 0 0,-1 1 0 0 0,1 0 0 0 0,0-1-1 0 0,-1 1 1 0 0,0 0 0 0 0,1 3-62 0 0,5 22 104 0 0,-1 1 0 0 0,-1 0 0 0 0,-1 0 0 0 0,-2 0 0 0 0,-2 0 0 0 0,0 1 0 0 0,-4 29-104 0 0,2 8-42 0 0,-31 101 99 0 0,30-154-69 0 0,2-10 1 0 0,0 0 1 0 0,-1-1-1 0 0,1 1 0 0 0,-1 0 1 0 0,0 0-1 0 0,0-1 0 0 0,0 1 1 0 0,-1-1-1 0 0,1 1 0 0 0,-1-1 1 0 0,0 1-1 0 0,-1-1 0 0 0,1 0 1 0 0,-1 0-1 0 0,0 0 1 0 0,0 0-1 0 0,0 0 11 0 0,-10-8-590 0 0,-2-11 235 0 0,1-2 0 0 0,0 1 0 0 0,1-2-1 0 0,1 0 1 0 0,0 0 0 0 0,2-1 0 0 0,0-1-1 0 0,1 1 1 0 0,0-3 355 0 0,-7-13-484 0 0,-90-226-2077 0 0,99 237 2777 0 0,6 24-44 0 0,1 0 27 0 0,0 0-40 0 0,3-3 25 0 0,-2 2-152 0 0,1 0 1 0 0,-1 0-1 0 0,1 0 0 0 0,-1 0 0 0 0,1 0 1 0 0,-1 0-1 0 0,1 0 0 0 0,0 1 1 0 0,-1-1-1 0 0,1 1 0 0 0,0-1 0 0 0,-1 1 1 0 0,1 0-1 0 0,0 0 0 0 0,0-1 0 0 0,0 1 1 0 0,-1 0-1 0 0,1 1 0 0 0,0-1 1 0 0,0 0-1 0 0,-1 0 0 0 0,1 1 0 0 0,0-1 1 0 0,-1 1-1 0 0,1 0 0 0 0,0-1 0 0 0,-1 1 1 0 0,1 0-1 0 0,-1 0 0 0 0,1 0 1 0 0,-1 0-1 0 0,1 0 0 0 0,-1 0 0 0 0,1 1-32 0 0,1 0-30 0 0,0-1-1 0 0,0 1 0 0 0,-1 0 0 0 0,1 0 1 0 0,-1 0-1 0 0,0 0 0 0 0,1 0 0 0 0,-1 1 1 0 0,0-1-1 0 0,0 0 0 0 0,0 1 0 0 0,-1 0 1 0 0,1-1-1 0 0,0 1 0 0 0,-1 0 0 0 0,0 0 1 0 0,0 0-1 0 0,0 0 0 0 0,0 0 0 0 0,0 0 1 0 0,-1 0-1 0 0,1 0 0 0 0,-1 0 0 0 0,0 1 1 0 0,0-1-1 0 0,0 0 0 0 0,0 0 0 0 0,-1 0 1 0 0,1 0-1 0 0,-1 0 0 0 0,0 1 0 0 0,0 0 31 0 0,-63 97-744 0 0,63-100 744 0 0,1 0 0 0 0,-1 0 0 0 0,0-1-1 0 0,0 1 1 0 0,1 0 0 0 0,-1 0 0 0 0,0 0-1 0 0,1 0 1 0 0,-1 0 0 0 0,1 0 0 0 0,0 0-1 0 0,-1 0 1 0 0,1 0 0 0 0,0 0 0 0 0,-1 0-1 0 0,1 0 1 0 0,0 0 0 0 0,0 1 0 0 0,0-1-1 0 0,0 0 1 0 0,0 0 0 0 0,0 0 0 0 0,0 0-1 0 0,0 0 1 0 0,1 0 0 0 0,-1 0 0 0 0,0 0 0 0 0,1 1-1 0 0,-1-1 1 0 0,1 0 0 0 0,-1 0 0 0 0,1-1-1 0 0,-1 1 1 0 0,1 0 0 0 0,0 0 0 0 0,-1 0-1 0 0,1 0 1 0 0,0 0 0 0 0,0-1 0 0 0,0 1-1 0 0,0 0 1 0 0,0-1 0 0 0,-1 1 0 0 0,1 0-1 0 0,0-1 1 0 0,0 0 0 0 0,0 1 0 0 0,1-1-1 0 0,-1 1 1 0 0,0-1 0 0 0,0 0 0 0 0,0 0 0 0 0,0 0-1 0 0,0 0 1 0 0,0 1 0 0 0,0-2 0 0 0,0 1-1 0 0,2 0 1 0 0,5-1-74 0 0,0 0 0 0 0,1 0 0 0 0,-1-1 0 0 0,0-1 0 0 0,0 1 0 0 0,0-1-1 0 0,0-1 1 0 0,-1 1 0 0 0,1-1 0 0 0,-1-1 0 0 0,0 1 0 0 0,0-1 0 0 0,0-1-1 0 0,-1 1 1 0 0,0-1 0 0 0,1-1 74 0 0,87-111-4759 0 0,-68 80 2276 0 0,14-21-489 0 0,-24 29 1479 0 0</inkml:trace>
  <inkml:trace contextRef="#ctx0" brushRef="#br0" timeOffset="2522.279">1169 219 2116 0 0,'5'-7'735'0'0,"-5"6"-505"0"0,0 0 0 0 0,1 0 1 0 0,-1 0-1 0 0,0 0 0 0 0,1 0 0 0 0,-1 0 1 0 0,1 0-1 0 0,-1 0 0 0 0,1 1 1 0 0,-1-1-1 0 0,1 0 0 0 0,0 0 1 0 0,-1 1-1 0 0,1-1 0 0 0,0 0 1 0 0,0 1-1 0 0,-1-1 0 0 0,1 1 0 0 0,0-1 1 0 0,0 1-1 0 0,0-1 0 0 0,0 1 1 0 0,0 0-1 0 0,0-1 0 0 0,-1 1 1 0 0,1 0-1 0 0,0 0 0 0 0,0 0 0 0 0,0-1 1 0 0,0 1-1 0 0,0 0 0 0 0,0 0 1 0 0,0 0-1 0 0,0 1 0 0 0,0-1 1 0 0,0 0-1 0 0,0 0 0 0 0,0 0 1 0 0,0 1-1 0 0,0-1 0 0 0,0 1 0 0 0,0-1 1 0 0,-1 1-1 0 0,1-1 0 0 0,0 1 1 0 0,0-1-1 0 0,0 1 0 0 0,0 0-230 0 0,68 41 4677 0 0,-60-39-4455 0 0,1 1 0 0 0,-1 0 0 0 0,1 0 0 0 0,-1 0 0 0 0,-1 1 0 0 0,1 1 0 0 0,-1-1 0 0 0,1 1 0 0 0,-2 1 0 0 0,1 0 0 0 0,-1 0 0 0 0,0 0 0 0 0,0 1 0 0 0,-1 0 0 0 0,0 0 0 0 0,-1 1 0 0 0,1-1 0 0 0,-2 1 0 0 0,1 1-222 0 0,4 20 253 0 0,-1 0 0 0 0,-1 0 0 0 0,-2 0 0 0 0,-1 1 0 0 0,-2 0 0 0 0,-1 0-1 0 0,-2 30-252 0 0,1-34 187 0 0,-23 137 200 0 0,19-134-353 0 0,2-14-75 0 0,0 0 1 0 0,0 0 0 0 0,-2 0-1 0 0,0-1 1 0 0,-1 1-1 0 0,0-1 1 0 0,-1-1-1 0 0,-1 1 1 0 0,-1 0 40 0 0,-25 9-1573 0 0,32-24 903 0 0,-4-3-86 0 0,-8-11 276 0 0,0 0 0 0 0,2-1 0 0 0,-1 0 1 0 0,2-1-1 0 0,0 0 0 0 0,1-1 1 0 0,0 0-1 0 0,2 0 0 0 0,0-1 0 0 0,1 0 1 0 0,0-3 479 0 0,-8-14-535 0 0,6 13 451 0 0,0-1 0 0 0,1 1 0 0 0,2-1 0 0 0,0 0 0 0 0,1 0 0 0 0,2-1 0 0 0,0 1 0 0 0,2-12 84 0 0,0 33 61 0 0,0 1 0 0 0,1-1 0 0 0,-1 0 0 0 0,1 0 0 0 0,0 1 0 0 0,0-1 0 0 0,-1 1 0 0 0,1-1 0 0 0,0 1 0 0 0,0-1 0 0 0,0 1 0 0 0,0-1 0 0 0,1 1 0 0 0,-1 0 0 0 0,0-1 0 0 0,1 1 0 0 0,-1 0 0 0 0,0 0 0 0 0,1 0 0 0 0,0 0 0 0 0,-1 0 0 0 0,1 1 0 0 0,-1-1 0 0 0,1 0 0 0 0,0 1 0 0 0,0-1 0 0 0,-1 1 0 0 0,1 0 0 0 0,0-1 0 0 0,1 1-61 0 0,-9 62-465 0 0,7-59 350 0 0,1-1 1 0 0,0 0-1 0 0,0 0 0 0 0,0 0 0 0 0,0 0 0 0 0,0-1 1 0 0,1 1-1 0 0,-1 0 0 0 0,0-1 0 0 0,1 0 0 0 0,-1 1 1 0 0,1-1-1 0 0,0 0 0 0 0,-1 0 0 0 0,1-1 0 0 0,0 1 0 0 0,0 0 1 0 0,-1-1-1 0 0,1 0 0 0 0,0 0 0 0 0,0 0 0 0 0,0 0 1 0 0,0 0-1 0 0,-1 0 0 0 0,1-1 0 0 0,0 1 0 0 0,0-1 1 0 0,-1 0-1 0 0,1 0 0 0 0,0 0 0 0 0,1-1 115 0 0,129-77-9786 0 0,-113 61 8203 0 0</inkml:trace>
  <inkml:trace contextRef="#ctx0" brushRef="#br0" timeOffset="2851.3">1838 160 1720 0 0,'8'-5'8233'0'0,"-5"15"-6748"0"0,-28 42-3988 0 0,-26 34-3527 0 0,35-66 4641 0 0</inkml:trace>
  <inkml:trace contextRef="#ctx0" brushRef="#br0" timeOffset="3103.061">1675 425 1120 0 0,'-1'1'298'0'0,"-1"1"0"0"0,1 0 0 0 0,0 0 0 0 0,-1 0 0 0 0,1 0 1 0 0,0 0-1 0 0,0 0 0 0 0,0 0 0 0 0,1 0 0 0 0,-1 0 0 0 0,0 0 0 0 0,1 0 0 0 0,-1 1 0 0 0,1-1 0 0 0,0 0 0 0 0,0 0 0 0 0,0 1 0 0 0,0-1 0 0 0,0 0 0 0 0,0 0 1 0 0,1 1-1 0 0,-1-1 0 0 0,1 0 0 0 0,0 0 0 0 0,-1 0 0 0 0,1 1 0 0 0,0-1 0 0 0,0 0 0 0 0,0 0 0 0 0,1-1 0 0 0,-1 1 0 0 0,2 2-298 0 0,112 48 4752 0 0,-109-49-4608 0 0,-1 0 0 0 0,1 1 0 0 0,-1-1 1 0 0,0 1-1 0 0,0 0 0 0 0,-1 0 0 0 0,1 1 0 0 0,-1-1 0 0 0,0 1 0 0 0,0 0 0 0 0,-1 0 1 0 0,1 1-1 0 0,-1-1 0 0 0,0 1 0 0 0,0-1 0 0 0,-1 1 0 0 0,0 0 0 0 0,0 0 0 0 0,0 0 0 0 0,-1 0 1 0 0,0 0-1 0 0,0 1 0 0 0,0-1 0 0 0,-1 0 0 0 0,0 0 0 0 0,0 2-144 0 0,1 3 122 0 0,0 4 10 0 0,-1 0 0 0 0,-1 0 0 0 0,0 1 1 0 0,-1-1-1 0 0,0 0 0 0 0,-1 0 0 0 0,-1-1 0 0 0,-2 6-132 0 0,-4 18 255 0 0,6-17-581 0 0,10-26-1462 0 0,158-441-13876 0 0,-148 402 14267 0 0</inkml:trace>
  <inkml:trace contextRef="#ctx0" brushRef="#br0" timeOffset="4028.434">2060 312 1600 0 0,'11'-24'702'0'0,"6"-16"1080"0"0,3 0 1 0 0,1 2-1 0 0,2 0 1 0 0,18-21-1783 0 0,5 16 5573 0 0,-45 43-4751 0 0,-1 0-54 0 0,0 0-71 0 0,2 3-45 0 0,-1-1-570 0 0,0 0-1 0 0,0 1 1 0 0,-1-1 0 0 0,1 0 0 0 0,-1 0 0 0 0,1 1 0 0 0,-1-1 0 0 0,0 0-1 0 0,1 1 1 0 0,-1-1 0 0 0,0 0 0 0 0,-1 1 0 0 0,1-1 0 0 0,0 0 0 0 0,-1 1 0 0 0,1-1-1 0 0,-1 0 1 0 0,0 0 0 0 0,0 1 0 0 0,0-1 0 0 0,0 0 0 0 0,0 0 0 0 0,0 0-1 0 0,-1 1-81 0 0,-10 18 114 0 0,0-1 0 0 0,-1 0 0 0 0,-2-1 0 0 0,0 0 0 0 0,0-1 0 0 0,-14 11-114 0 0,-75 64-555 0 0,53-51-1383 0 0,51-42 1680 0 0,7-22-912 0 0,56-86-2018 0 0,-31 65 191 0 0,6 18 3248 0 0,-1 16 1449 0 0,-36 9-1284 0 0,24 3 771 0 0,116 80 1665 0 0,-114-61-2304 0 0,-23-19-516 0 0,0-1-1 0 0,0 1 1 0 0,0 0 0 0 0,0 0-1 0 0,0 1 1 0 0,-1-1 0 0 0,1 1-1 0 0,-1 0 1 0 0,0-1 0 0 0,0 2-1 0 0,0-1 1 0 0,-1 0 0 0 0,1 0 0 0 0,-1 1-1 0 0,0 0 1 0 0,-1-1 0 0 0,1 1-1 0 0,-1 0 1 0 0,0 0 0 0 0,0 0-32 0 0,-1-4-365 0 0,0 1-100 0 0,-1 3 298 0 0,-2-1 0 0 0,1 0-1 0 0,0 1 1 0 0,-1-1 0 0 0,0 0-1 0 0,0 0 1 0 0,0 0 0 0 0,0-1 0 0 0,-1 1-1 0 0,0-1 1 0 0,1 0 0 0 0,-1 0-1 0 0,0 0 1 0 0,-1 0 0 0 0,-1 0 167 0 0,-5 5-231 0 0,-2-1 1 0 0,1-1-1 0 0,-1 1 1 0 0,0-2 0 0 0,-1 0-1 0 0,1-1 1 0 0,-1 0-1 0 0,0-1 1 0 0,0 0 0 0 0,0-1-1 0 0,0-1 1 0 0,-3 0 230 0 0,-15 1 3393 0 0,87-8-1396 0 0,-54 6-1893 0 0,24 3-848 0 0,-22 0 718 0 0,-2-3 13 0 0,0 1 0 0 0,-1-1 0 0 0,1 1 0 0 0,0 0 0 0 0,-1-1 0 0 0,1 1 0 0 0,0 0 0 0 0,-1 0 0 0 0,1 0 0 0 0,-1-1 0 0 0,1 1 0 0 0,-1 0 0 0 0,0 0 0 0 0,1 0-1 0 0,-1 0 1 0 0,0 0 0 0 0,0 0 0 0 0,1 0 0 0 0,-1 0 0 0 0,0-1 0 0 0,0 1 0 0 0,0 0 0 0 0,0 0 0 0 0,0 0 0 0 0,0 0 0 0 0,-1 0 0 0 0,1 0 0 0 0,0 0 0 0 0,0 0 0 0 0,-1 0-1 0 0,1 0 1 0 0,0 0 0 0 0,-1-1 0 0 0,1 1 0 0 0,-1 0 0 0 0,0 0 13 0 0,-9 14-57 0 0,-1 0-1 0 0,-1-1 1 0 0,0-1-1 0 0,-1 0 0 0 0,0 0 1 0 0,-1-1-1 0 0,-1-1 1 0 0,1-1-1 0 0,-2 0 1 0 0,-7 4 57 0 0,-15 10 312 0 0,-15 2 1163 0 0,52-26-1246 0 0,29-6 1298 0 0,180-40 298 0 0,-168 37-1595 0 0,-1 2-1 0 0,1 1 1 0 0,0 3-1 0 0,0 1 1 0 0,39 3-230 0 0,-32-1-494 0 0,-45 0 240 0 0,10-3-1476 0 0,-4-13 290 0 0,-25-12-5467 0 0,-77-36-979 0 0,72 49 6520 0 0</inkml:trace>
  <inkml:trace contextRef="#ctx0" brushRef="#br0" timeOffset="4278.465">2241 215 1228 0 0,'2'26'8288'0'0,"6"19"-5400"0"0,1 13-1635 0 0,10 388 5590 0 0,-42-227-6882 0 0,15-171-863 0 0,-2 20-3766 0 0,10-66 2594 0 0,1 9-3442 0 0,9-6 1195 0 0,-7-8 3013 0 0</inkml:trace>
  <inkml:trace contextRef="#ctx0" brushRef="#br0" timeOffset="4852.531">3086 118 1956 0 0,'17'4'8696'0'0,"-19"17"-6241"0"0,-6 26-382 0 0,-11 8-814 0 0,-2-2 0 0 0,-3-1 0 0 0,-2 0 0 0 0,-29 40-1259 0 0,37-60 169 0 0,-180 284-550 0 0,142-216-3094 0 0,54-96 2397 0 0,2-4-641 0 0,8 5-2781 0 0,10-27 2640 0 0,33-60-1897 0 0,-29 55 2434 0 0</inkml:trace>
  <inkml:trace contextRef="#ctx0" brushRef="#br0" timeOffset="5372.499">3555 125 1008 0 0,'1'7'9309'0'0,"-15"19"-7387"0"0,11-20-1295 0 0,-15 22 112 0 0,-1-1 0 0 0,-2-1 0 0 0,-1-1 0 0 0,0 0-1 0 0,-2-2 1 0 0,-1 0 0 0 0,-25 16-739 0 0,-156 108 127 0 0,156-127-2047 0 0,50-31 731 0 0,77-80-1012 0 0,-59 75 1846 0 0,8-4-69 0 0,0 1 1 0 0,1 1-1 0 0,1 1 1 0 0,0 2-1 0 0,27-11 424 0 0,-40 20 61 0 0,0 1-1 0 0,0 0 0 0 0,1 1 0 0 0,0 0 0 0 0,0 1 1 0 0,0 1-1 0 0,0 1 0 0 0,1 0 0 0 0,3 2-60 0 0,-12-1 117 0 0,-1 1 1 0 0,1 0-1 0 0,0 0 0 0 0,0 1 0 0 0,-1 0 0 0 0,1 1 0 0 0,-1-1 0 0 0,1 1 0 0 0,-1 1 0 0 0,0-1 0 0 0,-1 1 1 0 0,1 1-1 0 0,0-1 0 0 0,-1 2-117 0 0,22 45 2713 0 0,-28-49-2207 0 0,-4 22 351 0 0,-6-10-759 0 0,1 0 1 0 0,-2 0 0 0 0,0-1-1 0 0,0 0 1 0 0,-2-1 0 0 0,1 0-1 0 0,-1-1 1 0 0,-1-1 0 0 0,0 0-1 0 0,-1 0 1 0 0,0-2 0 0 0,0 0-1 0 0,0 0 1 0 0,-5 0-99 0 0,0 1-291 0 0,0-1 1 0 0,0-1-1 0 0,0-1 0 0 0,-1 0 1 0 0,0-2-1 0 0,0 0 0 0 0,0-1 0 0 0,0-2 1 0 0,-1 0-1 0 0,-1-1 291 0 0,18 0-201 0 0,-1-1 1 0 0,1 0-1 0 0,-1 0 1 0 0,1 0-1 0 0,0-1 1 0 0,-1 1-1 0 0,1-1 1 0 0,0-1-1 0 0,0 1 1 0 0,0-1-1 0 0,0 1 0 0 0,1-2 1 0 0,-1 1-1 0 0,1 0 1 0 0,-4-5 200 0 0,-16-41-7069 0 0,24 48 6065 0 0,0 1 273 0 0,0 0 389 0 0</inkml:trace>
  <inkml:trace contextRef="#ctx0" brushRef="#br0" timeOffset="5619.906">3151 503 3268 0 0,'93'-3'3824'0'0,"-6"22"-2090"0"0,-57-6-1003 0 0,35 15 1066 0 0,-2 3 0 0 0,-1 2 0 0 0,-1 4 1 0 0,28 23-1798 0 0,-7-12-1339 0 0,-83-44-5879 0 0,-20 5 4536 0 0,11-8 1126 0 0,0 0-39 0 0</inkml:trace>
  <inkml:trace contextRef="#ctx0" brushRef="#br0" timeOffset="6108.682">3373 851 1300 0 0,'-41'69'9815'0'0,"41"-70"-9821"0"0,0 1 0 0 0,1 0 0 0 0,-1-1 0 0 0,0 1 0 0 0,0-1 0 0 0,0 1 0 0 0,0 0 0 0 0,0-1 0 0 0,0 1 0 0 0,0 0 1 0 0,0-1-1 0 0,0 1 0 0 0,0 0 0 0 0,0-1 0 0 0,0 1 0 0 0,0-1 0 0 0,0 1 0 0 0,0 0 0 0 0,0-1 0 0 0,0 1 0 0 0,0 0 0 0 0,-1-1 0 0 0,1 1 0 0 0,0 0 0 0 0,0-1 0 0 0,0 1 0 0 0,-1 0 0 0 0,1-1 0 0 0,0 1 0 0 0,0 0 0 0 0,-1 0 1 0 0,1-1-1 0 0,0 1 0 0 0,-1 0 0 0 0,1 0 0 0 0,0-1 0 0 0,0 1 0 0 0,-1 0 0 0 0,1 0 0 0 0,-1 0 0 0 0,1 0 0 0 0,0 0 0 0 0,-1 0 0 0 0,1 0 0 0 0,0-1 0 0 0,-1 1 0 0 0,1 0 0 0 0,0 0 0 0 0,-1 0 0 0 0,1 0 0 0 0,-1 0 0 0 0,1 1 1 0 0,0-1-1 0 0,-1 0 0 0 0,1 0 0 0 0,0 0 0 0 0,-1 0 0 0 0,1 0 0 0 0,0 0 0 0 0,-1 1 0 0 0,1-1 0 0 0,0 0 0 0 0,-1 0 0 0 0,1 1 0 0 0,0-1 0 0 0,-1 0 0 0 0,1 0 0 0 0,0 1 0 0 0,0-1 0 0 0,-1 0 6 0 0,5-31 374 0 0,-1 22-151 0 0,0 0 0 0 0,0 1 0 0 0,1-1 0 0 0,-1 1 1 0 0,2 0-1 0 0,-1 0 0 0 0,1 0 0 0 0,1 1 0 0 0,-1 0 0 0 0,1 0 0 0 0,1 0 0 0 0,-1 1 0 0 0,1 0 0 0 0,0 0 0 0 0,0 0 0 0 0,1 1 0 0 0,0 0 0 0 0,0 1 0 0 0,0 0 0 0 0,0 0 0 0 0,1 1 0 0 0,-1 0 0 0 0,1 0 0 0 0,0 1 0 0 0,0 0 0 0 0,0 0 0 0 0,2 1-223 0 0,14 3 361 0 0,0 1-1 0 0,0 1 0 0 0,-1 1 1 0 0,1 2-1 0 0,-1 0 0 0 0,-1 1 1 0 0,0 2-1 0 0,0 0 1 0 0,-1 2-1 0 0,2 1-360 0 0,-21-12 27 0 0,0 0 1 0 0,0 1-1 0 0,0-1 0 0 0,0 1 1 0 0,0-1-1 0 0,-1 1 0 0 0,1 0 1 0 0,0 0-1 0 0,-1 1 0 0 0,1-1 1 0 0,-1 0-1 0 0,0 1 0 0 0,0 0 1 0 0,0-1-1 0 0,0 1 0 0 0,0 0 1 0 0,-1 0-1 0 0,1 0 0 0 0,-1 0 1 0 0,0 0-1 0 0,0 0 0 0 0,0 0 1 0 0,0 1-1 0 0,-1-1 0 0 0,1 0 1 0 0,-1 1-1 0 0,0-1 0 0 0,0 0 1 0 0,0 1-1 0 0,0-1 0 0 0,0 0 1 0 0,-1 3-28 0 0,-5 3-205 0 0,0 0 0 0 0,-1 0 0 0 0,1-1 0 0 0,-2 0 0 0 0,1 0 1 0 0,-1-1-1 0 0,0 0 0 0 0,-1 0 0 0 0,0-1 0 0 0,0 0 1 0 0,0 0-1 0 0,0-1 0 0 0,-1-1 0 0 0,0 1 0 0 0,0-2 0 0 0,0 1 1 0 0,-1-1-1 0 0,1-1 0 0 0,-1 0 0 0 0,0 0 0 0 0,1-1 0 0 0,-1-1 1 0 0,-1 0 204 0 0,-56-3-2496 0 0,54-2 2094 0 0,0-2 0 0 0,0 0 0 0 0,1 0 0 0 0,0-1 0 0 0,0-1 0 0 0,1 0 0 0 0,0 0 0 0 0,-7-9 402 0 0,-25-26-441 0 0,44 44 656 0 0,0 0 66 0 0,4-15 324 0 0,5 9-446 0 0,0 0 0 0 0,0 1 0 0 0,1 0 0 0 0,0 1-1 0 0,-1 0 1 0 0,1 1 0 0 0,1 0 0 0 0,-1 0 0 0 0,0 1 0 0 0,1 0-1 0 0,-1 1 1 0 0,1 0 0 0 0,-1 1 0 0 0,2 0-159 0 0,-2-1 133 0 0,120 1 965 0 0,-128 0-1493 0 0,3-6-2384 0 0,-42-15-4972 0 0,17 12 6217 0 0,6-1 1040 0 0</inkml:trace>
  <inkml:trace contextRef="#ctx0" brushRef="#br0" timeOffset="6375.702">3577 767 3564 0 0,'-2'1'210'0'0,"0"-1"-1"0"0,1 1 0 0 0,-1 0 1 0 0,0-1-1 0 0,1 1 1 0 0,-1 0-1 0 0,1 0 0 0 0,-1 0 1 0 0,1 0-1 0 0,-1 1 1 0 0,1-1-1 0 0,0 0 0 0 0,0 1 1 0 0,0-1-1 0 0,-1 0 0 0 0,1 1 1 0 0,1-1-1 0 0,-1 1 1 0 0,0 0-1 0 0,0-1 0 0 0,0 1 1 0 0,1 0-1 0 0,-1-1 1 0 0,1 1-1 0 0,0 0 0 0 0,-1 0 1 0 0,1 0-1 0 0,0-1 0 0 0,0 1 1 0 0,0 0-1 0 0,0 0 1 0 0,0 0-1 0 0,1-1 0 0 0,-1 1 1 0 0,0 0-1 0 0,1 0 0 0 0,0 0-209 0 0,-3 9 129 0 0,0 4-131 0 0,-2 1 0 0 0,0-1 0 0 0,0 0 0 0 0,-1-1 0 0 0,-1 1 1 0 0,-1-1-1 0 0,0 0 0 0 0,-1 0 0 0 0,0-1 0 0 0,-1 0 0 0 0,0 0 0 0 0,-1-1 1 0 0,-1-1-1 0 0,-10 10 2 0 0,-30 17-1297 0 0,50-38 1618 0 0,59-33 4013 0 0,46 13-3219 0 0,-78 17-635 0 0,176-49-5201 0 0,-77 16-3409 0 0,-101 28 6682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9:41.327"/>
    </inkml:context>
    <inkml:brush xml:id="br0">
      <inkml:brushProperty name="width" value="0.05" units="cm"/>
      <inkml:brushProperty name="height" value="0.05" units="cm"/>
      <inkml:brushProperty name="color" value="#FFFFFF"/>
    </inkml:brush>
  </inkml:definitions>
  <inkml:trace contextRef="#ctx0" brushRef="#br0">67 1 968 0 0,'1'62'8895'0'0,"-1"7"-5765"0"0,1 79-1338 0 0,-20 40-684 0 0,-18 50-1561 0 0,25-185-2576 0 0,23-85-3100 0 0,-5 18 5279 0 0,14-44-1990 0 0,-10 25 1360 0 0</inkml:trace>
  <inkml:trace contextRef="#ctx0" brushRef="#br0" timeOffset="330.034">153 117 1024 0 0,'-2'-9'2237'0'0,"2"8"-1896"0"0,-1 0 0 0 0,0 0-1 0 0,1 0 1 0 0,-1-1 0 0 0,1 1 0 0 0,-1 0-1 0 0,1 0 1 0 0,-1-1 0 0 0,1 1 0 0 0,0 0 0 0 0,0-1-1 0 0,0 1 1 0 0,0 0 0 0 0,0-1 0 0 0,0 1-1 0 0,0 0 1 0 0,0-1 0 0 0,1 1 0 0 0,-1 0-1 0 0,0-1 1 0 0,1 1 0 0 0,-1 0 0 0 0,1 0-1 0 0,-1-1 1 0 0,1 1 0 0 0,0 0 0 0 0,-1 0 0 0 0,1 0-1 0 0,0 0 1 0 0,0 0 0 0 0,0 0 0 0 0,0 0-1 0 0,0 0 1 0 0,0 0 0 0 0,0 0 0 0 0,0 1-1 0 0,1-1-340 0 0,173 1 5320 0 0,-81-1-4379 0 0,63-13-260 0 0,-153 13-668 0 0,1 0 0 0 0,-1 1 0 0 0,0-1 0 0 0,0 1 0 0 0,0 0 0 0 0,0 1 0 0 0,0-1 0 0 0,0 1 0 0 0,0-1 0 0 0,0 1 0 0 0,0 0 0 0 0,0 1 0 0 0,0-1 0 0 0,0 1 0 0 0,0 0 0 0 0,-1 0-1 0 0,1 0 1 0 0,-1 0 0 0 0,0 0 0 0 0,1 1 0 0 0,-1 0 0 0 0,0-1 0 0 0,0 1 0 0 0,-1 0 0 0 0,1 1 0 0 0,-1-1 0 0 0,1 0 0 0 0,-1 1 0 0 0,0 0-13 0 0,4 12-30 0 0,0 0 1 0 0,-1 0 0 0 0,-1 1 0 0 0,-1-1-1 0 0,0 1 1 0 0,-1 0 0 0 0,-1 0-1 0 0,0 0 1 0 0,-1 0 0 0 0,-2 2 29 0 0,2-3-96 0 0,-19 114-896 0 0,-27 47-4072 0 0,7-111-3064 0 0,27-58 3283 0 0,12-8 3372 0 0</inkml:trace>
  <inkml:trace contextRef="#ctx0" brushRef="#br0" timeOffset="914.138">206 302 2372 0 0,'2'-14'8093'0'0,"34"3"-4355"0"0,135-22 541 0 0,-171 33-4365 0 0,0 0 1 0 0,-1 1-1 0 0,1-1 0 0 0,0 0 0 0 0,0 0 0 0 0,0 0 0 0 0,0 1 0 0 0,-1-1 0 0 0,1 0 0 0 0,0 0 0 0 0,0 1 0 0 0,0-1 0 0 0,0 0 1 0 0,0 0-1 0 0,0 1 0 0 0,0-1 0 0 0,0 0 0 0 0,0 0 0 0 0,0 1 0 0 0,0-1 0 0 0,0 0 0 0 0,0 1 0 0 0,0-1 0 0 0,0 0 0 0 0,0 0 1 0 0,0 1-1 0 0,0-1 0 0 0,0 0 0 0 0,0 0 0 0 0,0 1 0 0 0,0-1 0 0 0,1 0 0 0 0,-1 0 0 0 0,0 1 0 0 0,0-1 0 0 0,0 0 0 0 0,0 0 1 0 0,1 0-1 0 0,-1 1 0 0 0,0-1 0 0 0,0 0 0 0 0,0 0 0 0 0,1 0 0 0 0,-1 0 0 0 0,0 0 0 0 0,0 1 0 0 0,1-1 0 0 0,-1 0 0 0 0,0 0 1 0 0,0 0-1 0 0,1 0 0 0 0,-1 0 0 0 0,0 0 0 0 0,0 0 0 0 0,1 0 0 0 0,-1 0 0 0 0,0 0 0 0 0,1 0 0 0 0,-1 0 0 0 0,0 0 0 0 0,0 0 1 0 0,1 0-1 0 0,-1 0 0 0 0,0 0 86 0 0,-22 21-2488 0 0,17-16 2308 0 0,-111 77-133 0 0,115-81 511 0 0,-19 10 721 0 0,12-2 3008 0 0,32-6-2414 0 0,128-39 421 0 0,-94 15-3491 0 0,-59 8-6155 0 0,-20 4 5337 0 0,-28 1 6105 0 0,48 8-3095 0 0,1 0-86 0 0,-13 4 967 0 0,-23 69-142 0 0,-26 37-3435 0 0,7-48-6778 0 0,48-58 7369 0 0</inkml:trace>
  <inkml:trace contextRef="#ctx0" brushRef="#br0" timeOffset="1166.125">153 637 988 0 0,'0'0'189'0'0,"1"0"-1"0"0,-1 0 1 0 0,1 0-1 0 0,0 1 1 0 0,-1-1-1 0 0,1 0 0 0 0,-1 0 1 0 0,1 1-1 0 0,-1-1 1 0 0,0 0-1 0 0,1 1 1 0 0,-1-1-1 0 0,1 0 1 0 0,-1 1-1 0 0,0-1 1 0 0,1 1-1 0 0,-1-1 1 0 0,0 1-1 0 0,1-1 1 0 0,-1 1-1 0 0,0-1 1 0 0,1 1-1 0 0,-1-1 1 0 0,0 1-1 0 0,0-1 1 0 0,0 1-1 0 0,0-1 1 0 0,0 1-1 0 0,0 0 1 0 0,0-1-1 0 0,0 1 1 0 0,0-1-1 0 0,0 1 1 0 0,0-1-1 0 0,0 1 1 0 0,0-1-1 0 0,0 1 1 0 0,0 0-1 0 0,0-1 1 0 0,-1 1-1 0 0,1-1 1 0 0,0 1-1 0 0,0-1 0 0 0,-1 1 1 0 0,1-1-1 0 0,0 1 1 0 0,-1-1-1 0 0,1 0 1 0 0,0 1-1 0 0,-1-1 1 0 0,1 1-1 0 0,-1-1 1 0 0,1 0-1 0 0,-1 1 1 0 0,1-1-1 0 0,-1 0 1 0 0,1 0-1 0 0,-1 1 1 0 0,1-1-1 0 0,-1 0 1 0 0,1 0-1 0 0,-1 0 1 0 0,1 0-1 0 0,-1 0-188 0 0,104-1 4327 0 0,22-34-2709 0 0,-30-5-2367 0 0,-86 33-1585 0 0,3-15-9543 0 0,-11 13 10843 0 0,0 1-424 0 0</inkml:trace>
  <inkml:trace contextRef="#ctx0" brushRef="#br0" timeOffset="1418.869">497 512 840 0 0,'-2'-1'8321'0'0,"6"15"-5036"0"0,4 20-1498 0 0,-5-20-1917 0 0,-4 31-6691 0 0,-35 8 2583 0 0,26-44 2830 0 0</inkml:trace>
  <inkml:trace contextRef="#ctx0" brushRef="#br0" timeOffset="1679.179">127 834 936 0 0,'5'9'11416'0'0,"34"-7"-8984"0"0,-29-1-1667 0 0,193-1 3961 0 0,-93-9-4329 0 0,-25-11-2887 0 0,-18 12-12102 0 0,-50 8 14550 0 0,10 0-1414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9:40.316"/>
    </inkml:context>
    <inkml:brush xml:id="br0">
      <inkml:brushProperty name="width" value="0.05" units="cm"/>
      <inkml:brushProperty name="height" value="0.05" units="cm"/>
      <inkml:brushProperty name="color" value="#FFFFFF"/>
    </inkml:brush>
  </inkml:definitions>
  <inkml:trace contextRef="#ctx0" brushRef="#br0">39 220 1204 0 0,'0'0'1558'0'0,"0"0"-204"0"0,0 0-134 0 0,0 0-123 0 0,0 0-107 0 0,-5 7 869 0 0,10 67 472 0 0,-19 61-1967 0 0,0-97-3300 0 0,14-39-886 0 0,2-5 1763 0 0,-2 2 799 0 0</inkml:trace>
  <inkml:trace contextRef="#ctx0" brushRef="#br0" timeOffset="461.832">49 323 1724 0 0,'16'-39'6433'0'0,"32"-11"-3160"0"0,79-1 477 0 0,-100 44-3154 0 0,2 2-1 0 0,-1 0 1 0 0,0 2-1 0 0,1 1 1 0 0,-1 2-1 0 0,2 0-595 0 0,-24 3 173 0 0,-4-1-210 0 0,0-1 0 0 0,0 1 0 0 0,0 0 0 0 0,0 0 0 0 0,0 0 0 0 0,0 0 0 0 0,-1 0-1 0 0,1 1 1 0 0,-1-1 0 0 0,1 0 0 0 0,-1 1 0 0 0,0-1 0 0 0,0 1 0 0 0,0-1 0 0 0,0 1 0 0 0,0-1-1 0 0,-1 1 1 0 0,1 0 0 0 0,-1 0 0 0 0,0-1 0 0 0,0 1 0 0 0,0 0 0 0 0,0-1 0 0 0,0 1 0 0 0,0 0-1 0 0,-1 0 1 0 0,1-1 0 0 0,-1 1 0 0 0,0 0 0 0 0,-1 1 37 0 0,-4 11-509 0 0,-1-1-1 0 0,0 0 1 0 0,-1 0 0 0 0,-1 0-1 0 0,0-1 1 0 0,-1 0 0 0 0,0-1-1 0 0,-1 0 1 0 0,0-1-1 0 0,-1 0 1 0 0,0-1 0 0 0,-1 0-1 0 0,0-1 1 0 0,-1 0 0 0 0,0-1-1 0 0,0-1 1 0 0,-1 0 0 0 0,-9 3 509 0 0,-106 31 153 0 0,13-17 2997 0 0,159-20 339 0 0,99-39-1959 0 0,97-34-123 0 0,-216 64-1517 0 0,20-7-435 0 0,-19-2-2612 0 0,-23 13 2257 0 0,1-1 823 0 0,-2 0-2974 0 0,-2 0-3991 0 0,-24-12 5506 0 0</inkml:trace>
  <inkml:trace contextRef="#ctx0" brushRef="#br0" timeOffset="744.088">244 0 1148 0 0,'1'45'6498'0'0,"1"3"-3418"0"0,8 86-1176 0 0,-6 77 895 0 0,-26-22-1866 0 0,19-157-1055 0 0,-11 108 289 0 0,11-46-5774 0 0,3-94 5501 0 0,0 1-1 0 0,0-1 1 0 0,0 1 0 0 0,0-1 0 0 0,1 1 0 0 0,-1-1 0 0 0,0 1-1 0 0,0-1 1 0 0,0 0 0 0 0,1 1 0 0 0,-1-1 0 0 0,0 1 0 0 0,1-1 0 0 0,-1 0-1 0 0,0 1 1 0 0,1-1 0 0 0,-1 0 0 0 0,1 1 0 0 0,-1-1 0 0 0,1 0-1 0 0,-1 1 1 0 0,0-1 0 0 0,1 0 0 0 0,-1 0 0 0 0,1 0 0 0 0,-1 0 0 0 0,1 1-1 0 0,-1-1 1 0 0,1 0 0 0 0,-1 0 0 0 0,1 0 0 0 0,-1 0 0 0 0,1 0 0 0 0,-1 0-1 0 0,1 0 1 0 0,-1 0 0 0 0,1 0 0 0 0,-1-1 0 0 0,1 1 0 0 0,-1 0-1 0 0,1 0 1 0 0,-1 0 0 0 0,1 0 0 0 0,-1-1 0 0 0,1 1 0 0 0,-1 0 0 0 0,0-1-1 0 0,1 1 1 0 0,-1 0 0 0 0,1-1 0 0 0,-1 1 0 0 0,0 0 0 0 0,1-1 0 0 0,-1 1-1 0 0,0-1 1 0 0,0 1 0 0 0,1-1 106 0 0,11-13-1508 0 0,2-7 127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9:43.336"/>
    </inkml:context>
    <inkml:brush xml:id="br0">
      <inkml:brushProperty name="width" value="0.05" units="cm"/>
      <inkml:brushProperty name="height" value="0.05" units="cm"/>
      <inkml:brushProperty name="color" value="#FFFFFF"/>
    </inkml:brush>
  </inkml:definitions>
  <inkml:trace contextRef="#ctx0" brushRef="#br0">191 1 2308 0 0,'43'57'7925'0'0,"-1"47"-3531"0"0,-38-92-4237 0 0,10 37 1784 0 0,-10-18-4633 0 0,-18-10-628 0 0,-36 3-4675 0 0,32-20 6533 0 0</inkml:trace>
  <inkml:trace contextRef="#ctx0" brushRef="#br0" timeOffset="249.083">88 300 2056 0 0,'-21'4'6300'0'0,"28"-8"-19"0"0,114-10-2173 0 0,113 9-577 0 0,-136 27-3709 0 0,-98-22 79 0 0,1 0 1 0 0,0 0-1 0 0,-1 0 1 0 0,1 0-1 0 0,-1 0 0 0 0,1 0 1 0 0,0 0-1 0 0,-1 0 1 0 0,1 0-1 0 0,-1 1 1 0 0,1-1-1 0 0,-1 0 0 0 0,1 0 1 0 0,-1 0-1 0 0,1 1 1 0 0,0-1-1 0 0,-1 0 0 0 0,1 1 1 0 0,-1-1-1 0 0,0 0 1 0 0,1 1-1 0 0,-1-1 0 0 0,1 1 1 0 0,-1-1-1 0 0,0 1 1 0 0,1-1-1 0 0,-1 1 0 0 0,0-1 1 0 0,1 1-1 0 0,-1-1 1 0 0,0 1-1 0 0,0-1 0 0 0,1 1 1 0 0,-1-1-1 0 0,0 1 1 0 0,0 0-1 0 0,0-1 0 0 0,0 1 1 0 0,0-1-1 0 0,0 1 1 0 0,0-1-1 0 0,0 1 1 0 0,0 0-1 0 0,0-1 0 0 0,0 1 1 0 0,-1-1-1 0 0,1 1 1 0 0,0-1-1 0 0,0 1 0 0 0,0 0 1 0 0,-1-1-1 0 0,1 1 1 0 0,0-1-1 0 0,-1 1 0 0 0,1-1 1 0 0,0 1-1 0 0,-1-1 1 0 0,1 0-1 0 0,-1 1 0 0 0,1-1 1 0 0,-1 1-1 0 0,1-1 1 0 0,-1 0 98 0 0,-32 28-5934 0 0,-54 8-815 0 0,65-30 5365 0 0</inkml:trace>
  <inkml:trace contextRef="#ctx0" brushRef="#br0" timeOffset="563.249">232 446 1792 0 0,'-59'81'7956'0'0,"46"-66"-6681"0"0,8-24-1928 0 0,7 5 781 0 0,0 1 0 0 0,0 0 0 0 0,1 1 0 0 0,-1-1 0 0 0,1 0 0 0 0,-1 1 0 0 0,1-1 0 0 0,0 1 0 0 0,0 0 0 0 0,0-1 0 0 0,0 2 0 0 0,0-1 0 0 0,0 0 0 0 0,1 1 0 0 0,-1-1 0 0 0,1 1 0 0 0,-1 0 1 0 0,1 0-1 0 0,-1 0 0 0 0,4 0-128 0 0,-2 0 97 0 0,109-9 3994 0 0,-109 13-3828 0 0,1 2-238 0 0,-5-5 1 0 0,1 1-1 0 0,-1 0 0 0 0,0 0 0 0 0,1 0 0 0 0,-1 0 1 0 0,0 0-1 0 0,0 0 0 0 0,0 0 0 0 0,0 0 0 0 0,0 0 1 0 0,0 1-1 0 0,0-1 0 0 0,0 0 0 0 0,0 1 0 0 0,0-1 1 0 0,-1 0-1 0 0,1 1 0 0 0,-1-1 0 0 0,1 1 0 0 0,-1-1 1 0 0,1 1-1 0 0,-1 0 0 0 0,0-1 0 0 0,0 1 1 0 0,0-1-1 0 0,0 1 0 0 0,0-1 0 0 0,0 1 0 0 0,0 0 1 0 0,-1-1-1 0 0,1 1 0 0 0,0-1 0 0 0,-1 1 0 0 0,1-1 1 0 0,-1 1-1 0 0,0-1 0 0 0,0 0 0 0 0,1 1 0 0 0,-1-1 1 0 0,-1 1-26 0 0,-5 5-285 0 0,0 0 0 0 0,-1 0 0 0 0,0 0 0 0 0,0-1 1 0 0,-1-1-1 0 0,0 1 0 0 0,0-1 0 0 0,0-1 0 0 0,0 0 1 0 0,-1 0-1 0 0,0-1 0 0 0,0 0 0 0 0,0 0 0 0 0,0-1 1 0 0,0-1-1 0 0,-10 1 285 0 0,12-1-314 0 0,-85 2-10109 0 0,92-3 8889 0 0</inkml:trace>
  <inkml:trace contextRef="#ctx0" brushRef="#br0" timeOffset="1013.077">21 655 1688 0 0,'-16'122'6959'0'0,"12"62"13"0"0,4-183-6974 0 0,0 0-1 0 0,0-1 0 0 0,0 1 0 0 0,0-1 1 0 0,0 1-1 0 0,0-1 0 0 0,1 1 0 0 0,-1-1 1 0 0,0 1-1 0 0,0-1 0 0 0,1 1 0 0 0,-1-1 1 0 0,0 0-1 0 0,1 1 0 0 0,-1-1 0 0 0,0 1 1 0 0,1-1-1 0 0,-1 0 0 0 0,1 1 0 0 0,-1-1 1 0 0,1 0-1 0 0,-1 1 0 0 0,1-1 0 0 0,-1 0 1 0 0,1 0-1 0 0,-1 1 0 0 0,1-1 0 0 0,-1 0 1 0 0,1 0-1 0 0,-1 0 0 0 0,1 0 0 0 0,-1 0 1 0 0,1 0-1 0 0,-1 0 0 0 0,1 0 0 0 0,-1 0 1 0 0,1 0-1 0 0,0 0 0 0 0,-1 0 0 0 0,1 0 1 0 0,-1 0-1 0 0,1-1 0 0 0,-1 1 0 0 0,1 0 1 0 0,-1 0-1 0 0,1-1 0 0 0,-1 1 0 0 0,1 0 0 0 0,-1-1 1 0 0,0 1-1 0 0,1 0 0 0 0,-1-1 0 0 0,1 1 1 0 0,-1-1 2 0 0,87-139 826 0 0,-42 108 546 0 0,-26 20-955 0 0,0 0 0 0 0,2 2-1 0 0,-1 0 1 0 0,1 1 0 0 0,1 1 0 0 0,-1 1 0 0 0,1 1-1 0 0,1 1 1 0 0,-1 0 0 0 0,1 2 0 0 0,-1 1 0 0 0,1 1-1 0 0,0 1 1 0 0,18 2-417 0 0,68 15 1028 0 0,-103-16-989 0 0,-1 1 0 0 0,1 0 0 0 0,-1 0 0 0 0,0 0 0 0 0,1 1 0 0 0,-1-1 0 0 0,0 1 0 0 0,0 1 0 0 0,-1-1 0 0 0,1 1 0 0 0,-1-1 0 0 0,1 1 0 0 0,-1 1 0 0 0,0-1 1 0 0,-1 0-1 0 0,1 1 0 0 0,-1 0 0 0 0,0 0 0 0 0,0 0 0 0 0,0 0 0 0 0,-1 1 0 0 0,0-1 0 0 0,0 0 0 0 0,0 1 0 0 0,-1 0 0 0 0,0-1 0 0 0,0 1 0 0 0,0 0 0 0 0,0 5-39 0 0,-3 0-151 0 0,0 1 1 0 0,0 0-1 0 0,-1-1 0 0 0,0 1 0 0 0,-1-1 0 0 0,-1 0 0 0 0,0 0 0 0 0,0-1 1 0 0,-1 1-1 0 0,0-1 0 0 0,-1 0 0 0 0,0-1 0 0 0,0 1 0 0 0,-1-2 0 0 0,-8 8 151 0 0,5-6-922 0 0,-1 0 0 0 0,0 0-1 0 0,-1-1 1 0 0,0-1 0 0 0,0 0-1 0 0,-1-1 1 0 0,0-1 0 0 0,-9 4 922 0 0,-10-7-5571 0 0,-30-37 608 0 0,43 12 2014 0 0,10 14 1681 0 0</inkml:trace>
  <inkml:trace contextRef="#ctx0" brushRef="#br0" timeOffset="1342.243">339 989 1392 0 0,'-29'-46'7871'0'0,"26"40"-5744"0"0,4-20 2750 0 0,39-3-4983 0 0,-29 22 633 0 0,-9 5-451 0 0,1 1 1 0 0,0-1 0 0 0,-1 1 0 0 0,1-1-1 0 0,0 1 1 0 0,0 0 0 0 0,0 0 0 0 0,0 0 0 0 0,0 0-1 0 0,0 1 1 0 0,0-1 0 0 0,0 1 0 0 0,0 0-1 0 0,0 0 1 0 0,1 0 0 0 0,-1 0 0 0 0,0 0 0 0 0,0 1-1 0 0,0 0 1 0 0,0-1 0 0 0,0 1 0 0 0,0 0-1 0 0,0 0 1 0 0,-1 1 0 0 0,1-1 0 0 0,0 1 0 0 0,0-1-1 0 0,-1 1 1 0 0,1 0 0 0 0,-1 0 0 0 0,0 0-1 0 0,1 0 1 0 0,-1 0 0 0 0,0 1 0 0 0,0-1 0 0 0,0 0-1 0 0,-1 1 1 0 0,1 0 0 0 0,-1-1 0 0 0,1 1-1 0 0,-1 0 1 0 0,0 0 0 0 0,0 0 0 0 0,0 0-1 0 0,0 0 1 0 0,-1 0 0 0 0,1 0 0 0 0,-1 0 0 0 0,0 0-1 0 0,0 0 1 0 0,0 1 0 0 0,0-1-77 0 0,0-1 259 0 0,-4 10 159 0 0,0-7-448 0 0,1-1 1 0 0,-1 0-1 0 0,0 0 1 0 0,-1 0-1 0 0,1 0 1 0 0,0-1-1 0 0,-1 0 1 0 0,0 0-1 0 0,0 0 1 0 0,0 0-1 0 0,0-1 1 0 0,0 0 0 0 0,0 0-1 0 0,-1 0 1 0 0,0-1 29 0 0,4 0-193 0 0,0-1 1 0 0,0 0-1 0 0,0 0 1 0 0,0 0-1 0 0,0-1 1 0 0,0 1-1 0 0,0 0 1 0 0,0-1-1 0 0,0 1 1 0 0,0-1-1 0 0,0 0 1 0 0,0 1 0 0 0,0-1-1 0 0,0 0 1 0 0,0 0-1 0 0,0-1 1 0 0,1 1-1 0 0,-1 0 1 0 0,0 0-1 0 0,1-1 1 0 0,-1 1-1 0 0,1-1 1 0 0,-1-1 192 0 0,-1 0-11 0 0,-4-6-632 0 0,0 0-1 0 0,1 0 1 0 0,1-1 0 0 0,-1 0 0 0 0,2 0-1 0 0,-1-1 1 0 0,1 1 0 0 0,1-1 0 0 0,0 0-1 0 0,0 0 1 0 0,1 0 0 0 0,1 0 0 0 0,0-1-1 0 0,0-2 644 0 0,4-68-4827 0 0,12 28 3283 0 0</inkml:trace>
  <inkml:trace contextRef="#ctx0" brushRef="#br0" timeOffset="2161.475">965 213 1580 0 0,'0'0'1950'0'0,"0"0"-294"0"0,0 0-260 0 0,0 0-135 0 0,0 0 73 0 0,0 0-63 0 0,0 0-95 0 0,4 3-117 0 0,-2-2-991 0 0,0 1 0 0 0,-1-1 0 0 0,0 1-1 0 0,1 0 1 0 0,-1 0 0 0 0,0 0 0 0 0,0 0 0 0 0,0-1 0 0 0,0 1-1 0 0,0 1 1 0 0,0-1 0 0 0,-1 0 0 0 0,1 0 0 0 0,-1 0 0 0 0,1 0-1 0 0,-1 0 1 0 0,0 1 0 0 0,0-1 0 0 0,0 0 0 0 0,0 0 0 0 0,0 0-1 0 0,0 1 1 0 0,-1-1 0 0 0,1 0 0 0 0,-1 0 0 0 0,0 0 0 0 0,1 0-1 0 0,-1 0 1 0 0,0 0 0 0 0,0 0 0 0 0,0 0 0 0 0,0 0 0 0 0,-1 0-1 0 0,1-1 1 0 0,-1 1 0 0 0,0 1-68 0 0,1-2 32 0 0,-120 229 1999 0 0,35-105-6587 0 0,85-123 3223 0 0,0-5-127 0 0,15-68-6009 0 0,0 39 6655 0 0</inkml:trace>
  <inkml:trace contextRef="#ctx0" brushRef="#br0" timeOffset="2319.032">832 491 2308 0 0,'15'-14'544'0'0,"-4"2"-7"0"0,0 1 0 0 0,1 0 0 0 0,0 1 1 0 0,1 0-1 0 0,0 1 0 0 0,1 1 1 0 0,-1 0-1 0 0,2 0 0 0 0,-1 2 0 0 0,1-1 1 0 0,0 2-1 0 0,0 0 0 0 0,4 1-537 0 0,117-4 3989 0 0,-135 8-4044 0 0,-1 0 0 0 0,1 0 0 0 0,-1 0 0 0 0,0 1 0 0 0,1-1 0 0 0,-1 0 0 0 0,0 0 0 0 0,1 0 1 0 0,-1 1-1 0 0,0-1 0 0 0,1 0 0 0 0,-1 1 0 0 0,0-1 0 0 0,1 0 0 0 0,-1 1 0 0 0,0-1 0 0 0,1 0 0 0 0,-1 1 1 0 0,0-1-1 0 0,0 0 0 0 0,0 1 0 0 0,0-1 0 0 0,1 1 0 0 0,-1-1 0 0 0,0 0 0 0 0,0 1 0 0 0,0-1 0 0 0,0 1 1 0 0,0-1-1 0 0,0 1 0 0 0,0-1 0 0 0,0 0 0 0 0,0 1 0 0 0,0-1 0 0 0,0 1 0 0 0,0-1 0 0 0,0 0 0 0 0,0 1 1 0 0,-1-1-1 0 0,1 1 0 0 0,0-1 0 0 0,0 0 0 0 0,0 1 0 0 0,-1-1 0 0 0,1 1 0 0 0,0-1 0 0 0,0 0 1 0 0,-1 1-1 0 0,1-1 0 0 0,0 0 0 0 0,-1 0 0 0 0,1 1 0 0 0,0-1 0 0 0,-1 0 0 0 0,1 0 0 0 0,-1 1 55 0 0,-41 20-6271 0 0,20-10 4926 0 0,-1 0-201 0 0</inkml:trace>
  <inkml:trace contextRef="#ctx0" brushRef="#br0" timeOffset="2507.073">958 506 1624 0 0,'13'13'6491'0'0,"32"-14"-3658"0"0,-27 0-1209 0 0,-7 1-1429 0 0,-11 0-260 0 0,-1 0-1 0 0,1 1 0 0 0,0 0 1 0 0,0-1-1 0 0,-1 1 1 0 0,1-1-1 0 0,0 1 1 0 0,0-1-1 0 0,0 1 1 0 0,0-1-1 0 0,-1 1 0 0 0,1 0 1 0 0,0-1-1 0 0,0 1 1 0 0,0-1-1 0 0,0 1 1 0 0,0 0-1 0 0,0-1 1 0 0,1 1-1 0 0,-1-1 1 0 0,0 1-1 0 0,0-1 0 0 0,0 1 1 0 0,1 0-1 0 0,-1-1 1 0 0,0 1-1 0 0,0-1 1 0 0,1 1-1 0 0,-1-1 1 0 0,0 1-1 0 0,1-1 0 0 0,-1 0 1 0 0,1 1-1 0 0,-1-1 1 0 0,1 1-1 0 0,-1-1 1 0 0,0 0-1 0 0,1 1 1 0 0,-1-1-1 0 0,1 0 0 0 0,0 0 1 0 0,-1 1-1 0 0,1-1 1 0 0,-1 0-1 0 0,1 0 1 0 0,-1 0-1 0 0,1 0 1 0 0,0 0-1 0 0,-1 0 1 0 0,1 0-1 0 0,-1 0 0 0 0,1 0 1 0 0,0 0 65 0 0,-94 85-5721 0 0,76-65 4753 0 0</inkml:trace>
  <inkml:trace contextRef="#ctx0" brushRef="#br0" timeOffset="2806.354">893 691 3184 0 0,'6'-2'3956'0'0,"20"-14"-2401"0"0,136-65 2308 0 0,-160 81-3815 0 0,-1 0 0 0 0,0-1 0 0 0,1 1-1 0 0,-1 0 1 0 0,1-1 0 0 0,-1 1 0 0 0,0 0-1 0 0,1 0 1 0 0,-1 0 0 0 0,0 0-1 0 0,1 1 1 0 0,-1-1 0 0 0,1 0 0 0 0,-1 0-1 0 0,0 1 1 0 0,0-1 0 0 0,1 1-1 0 0,-1-1 1 0 0,0 1 0 0 0,0 0 0 0 0,1-1-1 0 0,-1 1 1 0 0,0 0 0 0 0,0 0-1 0 0,0 0 1 0 0,0 0 0 0 0,0 0 0 0 0,0 0-1 0 0,0 0 1 0 0,-1 0 0 0 0,1 0 0 0 0,0 0-1 0 0,0 1 1 0 0,-1-1 0 0 0,1 0-1 0 0,-1 0 1 0 0,1 1 0 0 0,-1-1 0 0 0,0 0-1 0 0,1 1 1 0 0,-1-1 0 0 0,0 1-1 0 0,0-1 1 0 0,0 0 0 0 0,0 1 0 0 0,0-1-1 0 0,0 0 1 0 0,-1 1 0 0 0,1-1-1 0 0,0 1 1 0 0,-1-1 0 0 0,1 0 0 0 0,-1 0-1 0 0,0 2-47 0 0,-2 44 234 0 0,-40 254 198 0 0,44-274-10 0 0,11-14-400 0 0,26-34 177 0 0,38-67-1048 0 0,-27 7-1346 0 0,4-49-8053 0 0,-46 108 8816 0 0</inkml:trace>
  <inkml:trace contextRef="#ctx0" brushRef="#br0" timeOffset="3371.398">1447 233 2340 0 0,'0'0'1521'0'0,"0"0"-107"0"0,-1 3 2081 0 0,-1 10-991 0 0,-32 55 1041 0 0,21-47-3193 0 0,0-1 1 0 0,0-1 0 0 0,-2 0-1 0 0,0-1 1 0 0,-2-1 0 0 0,0 0 0 0 0,0-2-1 0 0,-2 1-352 0 0,-32 35-1493 0 0,64-65 1234 0 0,2 1 0 0 0,-1 0 1 0 0,2 0-1 0 0,0 2 0 0 0,0 0 1 0 0,1 1-1 0 0,0 1 0 0 0,1 0 1 0 0,4-1 258 0 0,1 3 189 0 0,0 0 0 0 0,1 2 0 0 0,0 0 0 0 0,0 2 0 0 0,0 0 0 0 0,0 2 0 0 0,15 1-189 0 0,-33 21-2800 0 0,-135 40-5580 0 0,100-48 6957 0 0,-1 0 48 0 0</inkml:trace>
  <inkml:trace contextRef="#ctx0" brushRef="#br0" timeOffset="3621.418">1165 597 2320 0 0,'-4'3'1047'0'0,"3"-3"-883"0"0,0 1 0 0 0,0-1-1 0 0,-1 0 1 0 0,1 0 0 0 0,0 1-1 0 0,0-1 1 0 0,0 1 0 0 0,0-1 0 0 0,0 1-1 0 0,0-1 1 0 0,1 1 0 0 0,-1 0-1 0 0,0-1 1 0 0,0 1 0 0 0,0 0-1 0 0,1 0 1 0 0,-1-1 0 0 0,0 1-1 0 0,0 0 1 0 0,1 0 0 0 0,-1 0-1 0 0,1 0 1 0 0,-1 0 0 0 0,1 0 0 0 0,0 0-1 0 0,-1 0 1 0 0,1 0 0 0 0,0 0-1 0 0,-1 0 1 0 0,1 0 0 0 0,0 0-1 0 0,0 0 1 0 0,0 1 0 0 0,0-1-1 0 0,0 0 1 0 0,0 0 0 0 0,1 0-1 0 0,-1 0 1 0 0,0 0 0 0 0,0 0-1 0 0,1 0 1 0 0,-1 0 0 0 0,1 0 0 0 0,-1 0-1 0 0,1 0 1 0 0,-1 0 0 0 0,1 0-1 0 0,-1 0 1 0 0,1 0 0 0 0,0-1-1 0 0,0 1 1 0 0,-1 0 0 0 0,1 0-1 0 0,0-1 1 0 0,0 1 0 0 0,0 0-1 0 0,0-1 1 0 0,0 1 0 0 0,0-1 0 0 0,0 1-164 0 0,134 14 3593 0 0,16-28-1562 0 0,-63-1-1287 0 0,120-14 610 0 0,-163 19-3113 0 0,-44 9 924 0 0,6-8-808 0 0,-1 2 579 0 0,-11 1-2446 0 0,-19-11-2649 0 0,-11-11 3184 0 0,18 10 1585 0 0</inkml:trace>
  <inkml:trace contextRef="#ctx0" brushRef="#br0" timeOffset="3976.468">1591 163 2336 0 0,'-4'2'6539'0'0,"-2"10"-3525"0"0,-8 45-1931 0 0,12-51-440 0 0,-74 246 3607 0 0,-29-32-2841 0 0,73-164-1500 0 0,-48 60-1966 0 0,60-105 629 0 0,18-11 674 0 0,2-3 12 0 0,1-5 397 0 0,1 0 0 0 0,1 0 1 0 0,-1 1-1 0 0,1-1 0 0 0,0 1 0 0 0,1-1 1 0 0,0 1-1 0 0,0 0 0 0 0,0 1 0 0 0,1-1 1 0 0,0 1-1 0 0,5-5 345 0 0,0-2-472 0 0,73-72-1667 0 0,-75 80 2254 0 0,-1 1-1 0 0,1 0 1 0 0,-1 0-1 0 0,1 1 1 0 0,0-1-1 0 0,0 2 1 0 0,1-1-1 0 0,-1 1 1 0 0,1 1-1 0 0,-1-1 1 0 0,1 1-1 0 0,-1 1 1 0 0,1 0-115 0 0,3 3 222 0 0,0 0 1 0 0,0 1 0 0 0,-1 1-1 0 0,1 0 1 0 0,-1 1 0 0 0,-1 0-1 0 0,1 0 1 0 0,-1 1-1 0 0,0 1 1 0 0,0 0 0 0 0,-1 0-1 0 0,0 1 1 0 0,2 2-223 0 0,-9-9 71 0 0,71 67 2177 0 0,46 40 274 0 0,-36-48-3663 0 0,-73-54 157 0 0,-4-3-9404 0 0,-11-7 9009 0 0,-2 1 5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9:48.292"/>
    </inkml:context>
    <inkml:brush xml:id="br0">
      <inkml:brushProperty name="width" value="0.05" units="cm"/>
      <inkml:brushProperty name="height" value="0.05" units="cm"/>
      <inkml:brushProperty name="color" value="#FFFFFF"/>
    </inkml:brush>
  </inkml:definitions>
  <inkml:trace contextRef="#ctx0" brushRef="#br0">448 64 944 0 0,'0'0'1761'0'0,"0"0"-138"0"0,0-3-114 0 0,-2-21 3347 0 0,1 23-4776 0 0,1-1 1 0 0,0 1-1 0 0,-1-1 0 0 0,1 1 1 0 0,-1-1-1 0 0,1 1 1 0 0,-1-1-1 0 0,0 1 1 0 0,0 0-1 0 0,0-1 1 0 0,0 1-1 0 0,0 0 1 0 0,0 0-1 0 0,0 0 1 0 0,0 0-1 0 0,0-1 1 0 0,0 2-1 0 0,0-1 0 0 0,-1 0 1 0 0,1 0-1 0 0,-1 0 1 0 0,1 0-1 0 0,0 1 1 0 0,-1-1-1 0 0,1 1 1 0 0,-1-1-1 0 0,1 1 1 0 0,-1 0-1 0 0,1-1 1 0 0,-1 1-1 0 0,0 0 0 0 0,1 0 1 0 0,-1 0-81 0 0,-59 2 2272 0 0,40 3-1822 0 0,1 1 1 0 0,0 0-1 0 0,1 2 0 0 0,-1 0 0 0 0,1 1 1 0 0,-11 8-451 0 0,15-7 149 0 0,0 0 0 0 0,1 1-1 0 0,0 1 1 0 0,1 0 0 0 0,0 1 0 0 0,1 0 0 0 0,0 1 0 0 0,1 0 0 0 0,1 1 0 0 0,0 0 0 0 0,1 1 0 0 0,1 0 0 0 0,0 0-1 0 0,1 1 1 0 0,1 0 0 0 0,1 0 0 0 0,0 1 0 0 0,1-1 0 0 0,1 1 0 0 0,0 7-149 0 0,2-16 42 0 0,1 1 0 0 0,0 0 0 0 0,1 0 0 0 0,0 0 0 0 0,1-1 0 0 0,-1 1 0 0 0,2 0 0 0 0,0-1 0 0 0,0 0 0 0 0,3 7-42 0 0,0-7-16 0 0,0 0-1 0 0,0-1 1 0 0,1 0-1 0 0,0 0 1 0 0,0 0 0 0 0,1-1-1 0 0,0 0 1 0 0,0 0 0 0 0,1-1-1 0 0,0 0 1 0 0,0 0-1 0 0,0-1 1 0 0,1-1 0 0 0,0 1-1 0 0,0-2 1 0 0,0 1 0 0 0,0-1-1 0 0,0-1 1 0 0,1 0-1 0 0,-1 0 1 0 0,1-1 0 0 0,0-1-1 0 0,10 0 17 0 0,-12-1-195 0 0,1 0-1 0 0,0-1 1 0 0,-1 0-1 0 0,1-1 1 0 0,-1 0-1 0 0,0 0 0 0 0,0-1 1 0 0,0 0-1 0 0,0-1 1 0 0,-1 0-1 0 0,0 0 1 0 0,0-1-1 0 0,0 0 1 0 0,2-2 195 0 0,66-62-4896 0 0,-65 59 3689 0 0,3-4-287 0 0,40-30-6969 0 0,-47 42 7037 0 0</inkml:trace>
  <inkml:trace contextRef="#ctx0" brushRef="#br0" timeOffset="294.015">665 32 2328 0 0,'0'0'275'0'0,"0"0"-1"0"0,0 0 0 0 0,0 0 1 0 0,0 1-1 0 0,0-1 1 0 0,0 0-1 0 0,0 0 0 0 0,-1 0 1 0 0,1 0-1 0 0,0 0 1 0 0,0 1-1 0 0,0-1 0 0 0,0 0 1 0 0,0 0-1 0 0,-1 0 1 0 0,1 0-1 0 0,0 0 0 0 0,0 0 1 0 0,0 0-1 0 0,-1 0 1 0 0,1 0-1 0 0,0 0 0 0 0,0 0 1 0 0,0 1-1 0 0,0-1 1 0 0,-1 0-1 0 0,1 0 0 0 0,0 0 1 0 0,0 0-1 0 0,0-1 1 0 0,-1 1-1 0 0,1 0 0 0 0,0 0 1 0 0,0 0-1 0 0,0 0 1 0 0,-1 0-275 0 0,0 10 231 0 0,-50 245 5544 0 0,-27-4-5414 0 0,54-203-2682 0 0,28-71-3537 0 0,2-5 4032 0 0,32-87-3558 0 0,-27 83 3899 0 0</inkml:trace>
  <inkml:trace contextRef="#ctx0" brushRef="#br0" timeOffset="719.055">650 150 1228 0 0,'5'-12'893'0'0,"-2"2"25"0"0,1-1-1 0 0,1 1 1 0 0,-1 0-1 0 0,2 0 1 0 0,-1 0-1 0 0,1 0 0 0 0,1 1 1 0 0,0 0-1 0 0,0 1 1 0 0,1 0-1 0 0,0 0 1 0 0,0 0-1 0 0,8-4-917 0 0,-13 11 244 0 0,0 0 0 0 0,0 0 0 0 0,0 0 0 0 0,0 1 0 0 0,0 0-1 0 0,1 0 1 0 0,-1 0 0 0 0,0 0 0 0 0,0 0 0 0 0,0 0 0 0 0,1 1 0 0 0,-1 0 0 0 0,0-1 0 0 0,0 1 0 0 0,0 0 0 0 0,0 1-1 0 0,0-1 1 0 0,0 0 0 0 0,-1 1 0 0 0,1 0 0 0 0,0 0 0 0 0,-1 0 0 0 0,1 0 0 0 0,0 1-244 0 0,15 10 637 0 0,-15-12-567 0 0,-1 0 0 0 0,0 0 0 0 0,0 0 0 0 0,0 0-1 0 0,0 1 1 0 0,0-1 0 0 0,0 1 0 0 0,-1-1 0 0 0,1 1 0 0 0,0 0-1 0 0,-1-1 1 0 0,1 1 0 0 0,-1 0 0 0 0,0 0 0 0 0,1 0 0 0 0,-1 0-1 0 0,0 0 1 0 0,0 1 0 0 0,0-1 0 0 0,-1 0 0 0 0,1 0 0 0 0,-1 1-1 0 0,1-1 1 0 0,-1 0 0 0 0,0 1 0 0 0,1-1 0 0 0,-1 1 0 0 0,0-1-1 0 0,-1 0 1 0 0,1 1 0 0 0,0-1 0 0 0,-1 0 0 0 0,1 1 0 0 0,-1-1-1 0 0,0 0-69 0 0,-4 13-62 0 0,0 0 0 0 0,-1 0 0 0 0,-1-1 0 0 0,-1 0 0 0 0,1-1 0 0 0,-2 1 0 0 0,0-2 0 0 0,-11 13 62 0 0,-71 61-799 0 0,60-80 638 0 0,29-6 139 0 0,-8 0 160 0 0,-28-14 1245 0 0,60 23-104 0 0,88 95-276 0 0,-3 25-1744 0 0,-98-116-539 0 0,-1-1-2812 0 0,-3-7-4824 0 0,-4-5 7212 0 0,-1 0 117 0 0,0 0 102 0 0,17-17-1190 0 0,-4-2 1375 0 0</inkml:trace>
  <inkml:trace contextRef="#ctx0" brushRef="#br0" timeOffset="1310.556">1098 51 2572 0 0,'0'2'8086'0'0,"3"8"-4477"0"0,2 27-1882 0 0,1 111 2442 0 0,-20 29-2241 0 0,-11-31-1566 0 0,24-137-2367 0 0,10-33 975 0 0,57-216 345 0 0,-64 236 857 0 0,-1 0 0 0 0,1-1-1 0 0,0 1 1 0 0,0 0 0 0 0,1 0 0 0 0,-1 0 0 0 0,1 0-1 0 0,0 1 1 0 0,0-1 0 0 0,0 1 0 0 0,1-1-1 0 0,-1 1 1 0 0,1 0 0 0 0,-1 0 0 0 0,1 1 0 0 0,0-1-1 0 0,0 1 1 0 0,0 0 0 0 0,1 0 0 0 0,-1 0-1 0 0,0 1 1 0 0,1-1 0 0 0,-1 1 0 0 0,1 0 0 0 0,0 0-1 0 0,-1 1 1 0 0,1-1 0 0 0,0 1 0 0 0,-1 0-1 0 0,1 1 1 0 0,2-1-172 0 0,140 0 1572 0 0,-94-21-2219 0 0,-49 17 238 0 0,-1 0 1 0 0,0 0 0 0 0,0 0 0 0 0,0 0 0 0 0,-1 0 0 0 0,1 0 0 0 0,-1-1 0 0 0,0 1-1 0 0,0-1 1 0 0,-1 0 0 0 0,1 0 0 0 0,-1 1 0 0 0,0-1 0 0 0,-1 0 0 0 0,1 0-1 0 0,-1 0 1 0 0,0-1 408 0 0,1-15-622 0 0,-1 1 1273 0 0,-5 46 736 0 0,-2 60-168 0 0,-13 231 6 0 0,0-175-2945 0 0,2-11-5537 0 0,15-73 1967 0 0,-13-9 1030 0 0,13-41 2947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9:57"/>
    </inkml:context>
    <inkml:brush xml:id="br0">
      <inkml:brushProperty name="width" value="0.05" units="cm"/>
      <inkml:brushProperty name="height" value="0.05" units="cm"/>
      <inkml:brushProperty name="color" value="#FFFFFF"/>
    </inkml:brush>
  </inkml:definitions>
  <inkml:trace contextRef="#ctx0" brushRef="#br0">435 66 2508 0 0,'0'-18'1589'0'0,"0"14"-200"0"0,0 4-60 0 0,0 0-99 0 0,0 0 15 0 0,0-3-101 0 0,14-13 890 0 0,-11 16-1097 0 0,-3 0-31 0 0,0 0-48 0 0,20-25 779 0 0,-38 49 2327 0 0,-28 30-2903 0 0,-151 107 673 0 0,118-108-1405 0 0,-1 1-26 0 0,77-52-292 0 0,-1 0 1 0 0,1 0-1 0 0,-1 0 1 0 0,1 0-1 0 0,0 0 0 0 0,0 1 1 0 0,0-1-1 0 0,0 1 1 0 0,0 0-1 0 0,0 0 0 0 0,1 0 1 0 0,-1 0-1 0 0,1 1 1 0 0,0-1-1 0 0,0 1 0 0 0,0-1 1 0 0,1 1-1 0 0,-1 2-11 0 0,2-5 48 0 0,3 14 56 0 0,67 66 268 0 0,73 74 252 0 0,-108-123-507 0 0,128 101 138 0 0,-97-108-2455 0 0,-64-24 1269 0 0,-2-1-205 0 0,0 0-183 0 0,0 0-803 0 0,1-3-39 0 0,1-7 613 0 0,-15-8-7558 0 0,-1 2 7475 0 0,0-3 238 0 0,-2-3 34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19:58.953"/>
    </inkml:context>
    <inkml:brush xml:id="br0">
      <inkml:brushProperty name="width" value="0.05" units="cm"/>
      <inkml:brushProperty name="height" value="0.05" units="cm"/>
      <inkml:brushProperty name="color" value="#FFFFFF"/>
    </inkml:brush>
  </inkml:definitions>
  <inkml:trace contextRef="#ctx0" brushRef="#br0">1 21 2676 0 0,'0'0'1706'0'0,"0"0"-229"0"0,0 0-155 0 0,0 0 20 0 0,0 0-59 0 0,0 0-35 0 0,0 0-55 0 0,0 0-92 0 0,0 0-28 0 0,0 0-79 0 0,0 0-82 0 0,6 7 804 0 0,96-1 2788 0 0,404-6 98 0 0,-358-31-5455 0 0,-138 29-2325 0 0,-33 8-1012 0 0,-165 68-12003 0 0,163-66 14698 0 0</inkml:trace>
  <inkml:trace contextRef="#ctx0" brushRef="#br0" timeOffset="281.562">433 49 1428 0 0,'-3'5'9581'0'0,"6"7"-7469"0"0,7 94 1977 0 0,-6 119-946 0 0,-23-113-3431 0 0,5-54-3411 0 0,10-45 327 0 0,6-8-5465 0 0,0-9 7710 0 0,2-1-479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0:01.054"/>
    </inkml:context>
    <inkml:brush xml:id="br0">
      <inkml:brushProperty name="width" value="0.05" units="cm"/>
      <inkml:brushProperty name="height" value="0.05" units="cm"/>
      <inkml:brushProperty name="color" value="#FFFFFF"/>
    </inkml:brush>
  </inkml:definitions>
  <inkml:trace contextRef="#ctx0" brushRef="#br0">1 55 2188 0 0,'0'0'1828'0'0,"0"0"-230"0"0,0-3-187 0 0,0-6 780 0 0,8-16 10158 0 0,6 19-12344 0 0,144 6 4405 0 0,-48 19-3517 0 0,176-6 687 0 0,-163-34-1388 0 0,-12 2-126 0 0,-88 15-448 0 0,-21 4 142 0 0,19 0-2223 0 0,-7 7-3648 0 0,-31 7-884 0 0,8-7 6597 0 0,-99 48-7935 0 0,85-46 6852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0:05.960"/>
    </inkml:context>
    <inkml:brush xml:id="br0">
      <inkml:brushProperty name="width" value="0.05" units="cm"/>
      <inkml:brushProperty name="height" value="0.05" units="cm"/>
      <inkml:brushProperty name="color" value="#FFFFFF"/>
    </inkml:brush>
  </inkml:definitions>
  <inkml:trace contextRef="#ctx0" brushRef="#br0">81 88 2424 0 0,'0'0'1710'0'0,"-3"0"-183"0"0,-9 0-10 0 0,9 0-96 0 0,3 0-72 0 0,0 0-106 0 0,0 0-112 0 0,0 0-110 0 0,-3 0-102 0 0,-37 9 2886 0 0,63-1-94 0 0,195 7-611 0 0,-166-15-3026 0 0,35 0 520 0 0,-31 0-4602 0 0,-54 0 2771 0 0,-6 6-10134 0 0,-18 5 6251 0 0,8-3 3570 0 0</inkml:trace>
  <inkml:trace contextRef="#ctx0" brushRef="#br0" timeOffset="422.806">97 117 1732 0 0,'-20'35'8390'0'0,"10"26"-4093"0"0,5-22-3488 0 0,-38 214 2521 0 0,25-102-1845 0 0,18-150-1319 0 0,0-1 32 0 0,2 10 366 0 0,3-7-472 0 0,0-1 0 0 0,0 0 0 0 0,1 0 0 0 0,-1-1 0 0 0,0 0 0 0 0,1 0-1 0 0,-1 0 1 0 0,1 0 0 0 0,-1-1 0 0 0,0 0 0 0 0,1 0 0 0 0,-1-1 0 0 0,1 1 0 0 0,-1-1-1 0 0,1 0 1 0 0,-1-1 0 0 0,0 1 0 0 0,0-1 0 0 0,1 0 0 0 0,-1-1-92 0 0,6 0-4 0 0,103-15 756 0 0,32-33-1548 0 0,-135 44 2046 0 0,-10-12-18970 0 0,-10 11 15182 0 0,0 2 973 0 0</inkml:trace>
  <inkml:trace contextRef="#ctx0" brushRef="#br0" timeOffset="674.824">124 344 1576 0 0,'6'-6'7633'0'0,"16"3"-4030"0"0,-13 2-2389 0 0,162-3 4837 0 0,-109 5-8008 0 0,-46-8 382 0 0,1-1-2983 0 0,6 3-4213 0 0,-19 2 7143 0 0</inkml:trace>
  <inkml:trace contextRef="#ctx0" brushRef="#br0" timeOffset="970.603">521 0 2048 0 0,'0'3'3864'0'0,"-2"11"-1673"0"0,1 186 3655 0 0,-31-28-4579 0 0,-11 70-1197 0 0,18-163-3465 0 0,22-78-2632 0 0,2-22 2440 0 0,7 1 2278 0 0</inkml:trace>
  <inkml:trace contextRef="#ctx0" brushRef="#br0" timeOffset="1189.127">531 301 1568 0 0,'34'-15'8044'0'0,"25"14"-3106"0"0,-34 2-3943 0 0,98 6 1690 0 0,-45-4-1218 0 0,-53-4-3580 0 0,-7-13 42 0 0,-7-4-4903 0 0,-7-8 1531 0 0,-4 24 5027 0 0,0-7-1024 0 0</inkml:trace>
  <inkml:trace contextRef="#ctx0" brushRef="#br0" timeOffset="1440.55">899 175 860 0 0,'2'-12'5021'0'0,"-4"21"-1416"0"0,-4 24-1123 0 0,0 178 3130 0 0,-32 75-4326 0 0,31-239-2076 0 0,-1 21-5366 0 0,7-64 5342 0 0,1 1 209 0 0,1 0-7642 0 0,4 4 6853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0:18.449"/>
    </inkml:context>
    <inkml:brush xml:id="br0">
      <inkml:brushProperty name="width" value="0.05" units="cm"/>
      <inkml:brushProperty name="height" value="0.05" units="cm"/>
      <inkml:brushProperty name="color" value="#FFFFFF"/>
    </inkml:brush>
  </inkml:definitions>
  <inkml:trace contextRef="#ctx0" brushRef="#br0">107 19 1336 0 0,'0'0'1224'0'0,"0"0"-26"0"0,0 0-98 0 0,0 0-68 0 0,0 0-76 0 0,-4 0-18 0 0,-8 0-82 0 0,9 0-38 0 0,3 0-14 0 0,0 0-59 0 0,0 0-52 0 0,0 0 34 0 0,0 0-41 0 0,0 0-18 0 0,0 0-13 0 0,0 0-73 0 0,0 0-77 0 0,0 0 23 0 0,-6-3-44 0 0,-17-12-79 0 0,10 20 4056 0 0,148 3-2675 0 0,251 3-2430 0 0,-385-11 337 0 0,10 0-1963 0 0,-2 0 1378 0 0,-7 1-3350 0 0,-29 11-3194 0 0,5 2 2679 0 0,3-6 3154 0 0</inkml:trace>
  <inkml:trace contextRef="#ctx0" brushRef="#br0" timeOffset="407.914">237 42 1920 0 0,'11'-8'7458'0'0,"-2"28"-4460"0"0,-39 105-1520 0 0,24-110-5795 0 0,18-28-2182 0 0,-8 8 5061 0 0</inkml:trace>
  <inkml:trace contextRef="#ctx0" brushRef="#br0" timeOffset="660.044">334 59 1008 0 0,'27'-9'7040'0'0,"-14"38"-3788"0"0,-12 53-1831 0 0,-15-46-2774 0 0,3-16-2360 0 0,-2 1-894 0 0,9-16 3219 0 0</inkml:trace>
  <inkml:trace contextRef="#ctx0" brushRef="#br0" timeOffset="1162.12">42 223 1404 0 0,'-41'-7'15984'0'0,"41"19"-11648"0"0,35 9-2646 0 0,7-11-1148 0 0,0-3 0 0 0,0-1 0 0 0,0-2 1 0 0,1-1-1 0 0,0-3 0 0 0,27-3-542 0 0,21 1 287 0 0,-45 12-380 0 0,-15 2-736 0 0,-7-11-2646 0 0,-25-1 3337 0 0,1 0-1 0 0,0 0 0 0 0,0 0 0 0 0,0 1 0 0 0,-1-1 0 0 0,1 0 1 0 0,0 0-1 0 0,0 0 0 0 0,0 0 0 0 0,0 1 0 0 0,0-1 0 0 0,-1 0 0 0 0,1 0 1 0 0,0 1-1 0 0,0-1 0 0 0,0 0 0 0 0,0 0 0 0 0,0 0 0 0 0,0 1 1 0 0,0-1-1 0 0,0 0 0 0 0,0 0 0 0 0,0 1 0 0 0,0-1 0 0 0,0 0 1 0 0,0 0-1 0 0,0 0 0 0 0,0 1 0 0 0,0-1 0 0 0,0 0 0 0 0,0 0 1 0 0,0 1-1 0 0,0-1 0 0 0,0 0 0 0 0,0 0 0 0 0,1 0 0 0 0,-1 1 1 0 0,0-1-1 0 0,0 0 0 0 0,0 0 0 0 0,0 0 0 0 0,0 1 0 0 0,1-1 0 0 0,-1 0 1 0 0,0 0-1 0 0,0 0 0 0 0,0 0 0 0 0,1 0 0 0 0,-1 0 0 0 0,0 1 1 0 0,0-1-1 0 0,0 0 0 0 0,1 0 0 0 0,-1 0 139 0 0,-14 3-5620 0 0,-20 11-1392 0 0,17-4 5620 0 0</inkml:trace>
  <inkml:trace contextRef="#ctx0" brushRef="#br0" timeOffset="1879.452">21 430 1604 0 0,'-9'-9'4972'0'0,"4"1"3565"0"0,25 8-5892 0 0,100 4 510 0 0,21 13-2025 0 0,-35-14-158 0 0,6-1-631 0 0,-39-1-3374 0 0,-71-1 2308 0 0,3-1-831 0 0,-6 4-4617 0 0,-13 10 898 0 0,-10 3 1816 0 0,14-13 1808 0 0</inkml:trace>
  <inkml:trace contextRef="#ctx0" brushRef="#br0" timeOffset="2240.229">324 436 1240 0 0,'0'0'138'0'0,"0"1"0"0"0,0-1-1 0 0,0 0 1 0 0,-1 1 0 0 0,1-1 0 0 0,0 0-1 0 0,0 1 1 0 0,0-1 0 0 0,0 1 0 0 0,0-1-1 0 0,0 0 1 0 0,0 1 0 0 0,0-1-1 0 0,1 1 1 0 0,-1-1 0 0 0,0 0 0 0 0,0 1-1 0 0,0-1 1 0 0,0 0 0 0 0,0 1 0 0 0,1-1-1 0 0,-1 0 1 0 0,0 1 0 0 0,0-1 0 0 0,0 0-1 0 0,1 1 1 0 0,-1-1 0 0 0,0 0 0 0 0,1 0-1 0 0,-1 1 1 0 0,0-1 0 0 0,1 0 0 0 0,-1 0-1 0 0,0 0 1 0 0,1 1 0 0 0,-1-1 0 0 0,0 0-1 0 0,1 0 1 0 0,-1 0 0 0 0,0 0-1 0 0,1 0 1 0 0,-1 0 0 0 0,1 0 0 0 0,-1 0-1 0 0,0 0 1 0 0,1 0 0 0 0,-1 0 0 0 0,0 0-1 0 0,1 0 1 0 0,-1 0 0 0 0,1 0 0 0 0,-1 0-1 0 0,0 0 1 0 0,1-1 0 0 0,-1 1 0 0 0,0 0-1 0 0,1 0 1 0 0,-1 0 0 0 0,0 0 0 0 0,1-1-1 0 0,-1 1 1 0 0,0 0 0 0 0,1 0 0 0 0,-1-1-138 0 0,2 37 1996 0 0,-8 27-735 0 0,-10-7-1807 0 0,13-49 682 0 0,-1 19-9546 0 0,4-24 8021 0 0</inkml:trace>
  <inkml:trace contextRef="#ctx0" brushRef="#br0" timeOffset="2915.3">264 664 1436 0 0,'-3'-10'7741'0'0,"-6"7"-3544"0"0,-48 24-1798 0 0,-11 26-918 0 0,37 8-523 0 0,30-49-890 0 0,0 0-1 0 0,1-1 1 0 0,0 1-1 0 0,0 0 0 0 0,1 0 1 0 0,-1 0-1 0 0,1 0 1 0 0,0-1-1 0 0,1 1 1 0 0,0 0-1 0 0,0-1 0 0 0,0 1 1 0 0,0-1-1 0 0,1 0 1 0 0,0 0-1 0 0,0 0 0 0 0,0 0 1 0 0,1 0-1 0 0,-1-1 1 0 0,1 1-1 0 0,0-1 1 0 0,0 0-1 0 0,1 0 0 0 0,0-1 1 0 0,-1 1-1 0 0,4 1-67 0 0,3 2 100 0 0,0-1-1 0 0,0 0 0 0 0,1-1 1 0 0,-1 0-1 0 0,1 0 0 0 0,0-1 1 0 0,1-1-1 0 0,-1 0 0 0 0,0-1 1 0 0,1 0-1 0 0,0-1 0 0 0,4-1-99 0 0,-8-2 17 0 0,1-1 1 0 0,-1-1-1 0 0,1 0 0 0 0,-1 0 0 0 0,0-1 0 0 0,0 0 1 0 0,-1 0-1 0 0,1-1 0 0 0,-1-1 0 0 0,-1 1 0 0 0,1-1 0 0 0,-1 0 1 0 0,0-1-1 0 0,-1 0 0 0 0,3-4-17 0 0,4-1 51 0 0,-7 5-38 0 0,0 0 0 0 0,0 0 0 0 0,-1 0 0 0 0,0-1 0 0 0,0 1 0 0 0,-1-1 0 0 0,0 0 0 0 0,0-1 0 0 0,-1 1 0 0 0,-1 0 0 0 0,0-1 0 0 0,1-3-13 0 0,-3 9 0 0 0,1-1 1 0 0,-1 1-1 0 0,0 0 1 0 0,0-1-1 0 0,0 1 0 0 0,-1 0 1 0 0,0 0-1 0 0,0-1 1 0 0,0 1-1 0 0,0 0 0 0 0,0 0 1 0 0,-1 0-1 0 0,0 0 0 0 0,0 0 1 0 0,0 0-1 0 0,0 1 1 0 0,-2-2-1 0 0,1 0-23 0 0,0 1 0 0 0,0 0 0 0 0,-1 0 0 0 0,0 0 0 0 0,0 1 0 0 0,0-1 1 0 0,0 1-1 0 0,-1 0 0 0 0,1 0 0 0 0,-1 0 0 0 0,0 1 0 0 0,0-1 0 0 0,0 1 1 0 0,0 0-1 0 0,0 1 0 0 0,0-1 0 0 0,-1 1 0 0 0,1 0 0 0 0,0 1 0 0 0,-1-1 1 0 0,-4 1 22 0 0,-96-2-5370 0 0,63 28-987 0 0,24-9 3276 0 0,7-3 0 0 0,8-8 1593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0:24.479"/>
    </inkml:context>
    <inkml:brush xml:id="br0">
      <inkml:brushProperty name="width" value="0.05" units="cm"/>
      <inkml:brushProperty name="height" value="0.05" units="cm"/>
      <inkml:brushProperty name="color" value="#FFFFFF"/>
    </inkml:brush>
  </inkml:definitions>
  <inkml:trace contextRef="#ctx0" brushRef="#br0">287 0 1292 0 0,'0'0'1608'0'0,"0"0"-108"0"0,0 0-29 0 0,0 0-147 0 0,0 0-142 0 0,0 0-151 0 0,0 0-189 0 0,0 0-112 0 0,0 0-56 0 0,1 2 19 0 0,-4 4-494 0 0,1 0 0 0 0,-1 0 0 0 0,0-1 0 0 0,-1 1 1 0 0,1-1-1 0 0,-1 0 0 0 0,0 0 0 0 0,0 0 0 0 0,-1-1 0 0 0,1 1 0 0 0,-1-1 0 0 0,0 0 0 0 0,0 0 0 0 0,-4 1-199 0 0,-2 5 225 0 0,-145 135 1406 0 0,99-71-896 0 0,56-74-588 0 0,1 0 15 0 0,7 4-128 0 0,0-1-1 0 0,0 0 0 0 0,0-1 0 0 0,0 1 1 0 0,0-1-1 0 0,0-1 0 0 0,1 1 1 0 0,-1-1-1 0 0,0-1 0 0 0,1 1 1 0 0,-1-1-1 0 0,1-1 0 0 0,-1 1 0 0 0,0-1 1 0 0,1-1-1 0 0,-1 1 0 0 0,0-1 1 0 0,0 0-1 0 0,0-1 0 0 0,0 0 0 0 0,2-1-33 0 0,15-3 41 0 0,122-27 52 0 0,25-15-3730 0 0,-143 19-4790 0 0,-23 11 7404 0 0,-5 19 1130 0 0,0 1 1 0 0,1-1-1 0 0,-1 0 0 0 0,0 0 1 0 0,0 0-1 0 0,1 0 1 0 0,-1 1-1 0 0,0-1 0 0 0,1 0 1 0 0,-1 0-1 0 0,0 0 1 0 0,0 0-1 0 0,1 0 0 0 0,-1 0 1 0 0,0 0-1 0 0,1 0 1 0 0,-1 0-1 0 0,0 0 0 0 0,1 0 1 0 0,-1 0-1 0 0,0 0 1 0 0,1 0-1 0 0,-1 0 0 0 0,0 0 1 0 0,0 0-1 0 0,1 0 1 0 0,-1 0-1 0 0,0 0 0 0 0,1-1 1 0 0,-1 1-1 0 0,0 0 1 0 0,0 0-1 0 0,1 0 0 0 0,-1 0 1 0 0,0-1-1 0 0,0 1 1 0 0,1 0-1 0 0,-1 0 1 0 0,0-1-1 0 0,0 1 0 0 0,0 0 1 0 0,0 0-1 0 0,1-1 1 0 0,-1 1-1 0 0,0 0 0 0 0,0-1-107 0 0,-2 76 1008 0 0,-36 14-9275 0 0,33-78 6846 0 0</inkml:trace>
  <inkml:trace contextRef="#ctx0" brushRef="#br0" timeOffset="464.087">128 681 1468 0 0,'-26'30'5537'0'0,"25"-60"-3336"0"0,4 21-1914 0 0,0 1 0 0 0,0 0 0 0 0,1 0 0 0 0,0 0 0 0 0,0 0 0 0 0,1 1 0 0 0,0 0 0 0 0,0 0 0 0 0,1 0 0 0 0,0 1 0 0 0,0-1 0 0 0,0 1 0 0 0,1 1 0 0 0,0-1 0 0 0,0 1 0 0 0,1 1 0 0 0,-1-1 0 0 0,1 1 0 0 0,0 0 0 0 0,0 1 0 0 0,0 0 0 0 0,1 0 0 0 0,3 0-287 0 0,21-4 628 0 0,0 1-1 0 0,0 1 0 0 0,0 2 1 0 0,0 2-1 0 0,17 1-627 0 0,27 36 1137 0 0,-75-34-1089 0 0,-1 1-1 0 0,1-1 1 0 0,-1 1 0 0 0,0-1-1 0 0,1 1 1 0 0,-1 0-1 0 0,-1-1 1 0 0,1 1 0 0 0,0 0-1 0 0,-1 0 1 0 0,1-1-1 0 0,-1 1 1 0 0,0 0 0 0 0,0 0-1 0 0,0 0 1 0 0,0-1-1 0 0,0 1 1 0 0,-1 0-1 0 0,1 0 1 0 0,-1 0 0 0 0,0-1-1 0 0,0 1 1 0 0,0 0-1 0 0,0-1 1 0 0,0 1 0 0 0,-1-1-1 0 0,1 1 1 0 0,-1-1-1 0 0,1 0 1 0 0,-1 1 0 0 0,-2 0-48 0 0,-1 6-103 0 0,-1-1 0 0 0,0 1 0 0 0,-1-1 1 0 0,0-1-1 0 0,0 0 0 0 0,-1 0 0 0 0,0 0 0 0 0,0-1 1 0 0,0 0-1 0 0,-1 0 0 0 0,0-1 0 0 0,0 0 1 0 0,0-1-1 0 0,-1 0 0 0 0,1 0 0 0 0,-1-1 1 0 0,0-1-1 0 0,0 1 0 0 0,0-2 0 0 0,-1 1 0 0 0,-8-1 103 0 0,-48-25-2779 0 0,43 4-1916 0 0,26-29-3159 0 0,14 16 6492 0 0,0 7 26 0 0</inkml:trace>
  <inkml:trace contextRef="#ctx0" brushRef="#br0" timeOffset="777.076">882 171 2468 0 0,'-27'85'7667'0'0,"23"-63"-6731"0"0,-46 264 4931 0 0,4-111-5011 0 0,27-144-3720 0 0,19-31 1451 0 0,0-22-2625 0 0,10-13 2107 0 0,-5 21 921 0 0,16-54-2049 0 0,-12 33 1604 0 0</inkml:trace>
  <inkml:trace contextRef="#ctx0" brushRef="#br0" timeOffset="1109.117">901 252 2080 0 0,'1'-3'394'0'0,"0"0"0"0"0,0 0-1 0 0,0 0 1 0 0,0 0 0 0 0,0 0-1 0 0,1 0 1 0 0,-1 1 0 0 0,1-1 0 0 0,0 0-1 0 0,0 1 1 0 0,0-1 0 0 0,0 1-1 0 0,0 0 1 0 0,0 0 0 0 0,1 0 0 0 0,-1 0-1 0 0,1 0 1 0 0,-1 0 0 0 0,1 0-1 0 0,0 1 1 0 0,0 0 0 0 0,0-1 0 0 0,0 1-1 0 0,0 0 1 0 0,0 0 0 0 0,0 1-1 0 0,0-1 1 0 0,0 1 0 0 0,0-1 0 0 0,0 1-1 0 0,0 0 1 0 0,1 0 0 0 0,-1 0-1 0 0,0 1 1 0 0,1-1-394 0 0,27 9 700 0 0,0 1 0 0 0,-1 1-1 0 0,0 1 1 0 0,-1 2 0 0 0,0 1 0 0 0,-2 1-1 0 0,1 1 1 0 0,8 10-700 0 0,-25-15 154 0 0,-1 1 0 0 0,-1 0 0 0 0,0 0 1 0 0,-1 1-1 0 0,-1 1 0 0 0,0-1 0 0 0,-1 1 0 0 0,0 0 0 0 0,-1 0 0 0 0,-1 1 1 0 0,0 0-1 0 0,-2-1 0 0 0,1 9-154 0 0,0-9 53 0 0,10 60 257 0 0,26 84 275 0 0,-1-80-659 0 0,-37-79-67 0 0,0 0 1 0 0,0 0-1 0 0,0-1 1 0 0,-1 1-1 0 0,1 0 1 0 0,0-1-1 0 0,0 1 1 0 0,0-1-1 0 0,0 1 1 0 0,0-1 0 0 0,-1 0-1 0 0,1 1 1 0 0,0-1-1 0 0,0 0 1 0 0,-1 1-1 0 0,1-1 1 0 0,0 0-1 0 0,-1 0 1 0 0,1 1 0 0 0,-1-1-1 0 0,1 0 1 0 0,-1 0-1 0 0,1 0 1 0 0,-1 0-1 0 0,0 0 1 0 0,0 0-1 0 0,1 0 1 0 0,-1 0-1 0 0,0 0 1 0 0,0 0 0 0 0,0 0-1 0 0,0 0 1 0 0,0 0-1 0 0,0 0 1 0 0,0 0-1 0 0,0 0 1 0 0,0 0-1 0 0,-1 0 1 0 0,1 0-1 0 0,0 0 1 0 0,-1 0 140 0 0,-62-132-13186 0 0,52 114 11602 0 0,-1-1-27 0 0</inkml:trace>
  <inkml:trace contextRef="#ctx0" brushRef="#br0" timeOffset="1361.167">1231 401 1088 0 0,'-45'15'11087'0'0,"-18"37"-8797"0"0,44-34-1088 0 0,-80 73 280 0 0,83-79-2177 0 0,-20 13-219 0 0,10-18-7800 0 0,13-22 5475 0 0,10 5 1624 0 0</inkml:trace>
  <inkml:trace contextRef="#ctx0" brushRef="#br0" timeOffset="1521.176">1041 465 1756 0 0,'129'121'9894'0'0,"3"1"-5030"0"0,-119-117-5945 0 0,6-4-6698 0 0,-13-1 4721 0 0,-5 0 1675 0 0,-1 0 30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0:46.855"/>
    </inkml:context>
    <inkml:brush xml:id="br0">
      <inkml:brushProperty name="width" value="0.05" units="cm"/>
      <inkml:brushProperty name="height" value="0.05" units="cm"/>
      <inkml:brushProperty name="color" value="#FFFFFF"/>
    </inkml:brush>
  </inkml:definitions>
  <inkml:trace contextRef="#ctx0" brushRef="#br0">17 50 2272 0 0,'0'0'1462'0'0,"0"0"-182"0"0,0 0-162 0 0,0 0-103 0 0,0 0-75 0 0,0 0-81 0 0,0 0-44 0 0,0 0-56 0 0,0 0 28 0 0,0 0-16 0 0,0 0-83 0 0,0 0-43 0 0,0 0-32 0 0,8-1 634 0 0,-23 101 905 0 0,5 117 938 0 0,11-207-3013 0 0,0 0 0 0 0,1 0 1 0 0,0 0-1 0 0,1-1 0 0 0,0 1 0 0 0,0-1 0 0 0,1 1 0 0 0,0-1 0 0 0,1 0 1 0 0,5 7-78 0 0,-3-4 84 0 0,0-1 0 0 0,1 0 0 0 0,0 0 0 0 0,1-1 0 0 0,0 0 1 0 0,1 0-1 0 0,0-1 0 0 0,1 0 0 0 0,9 6-84 0 0,55 6 22 0 0,-30-43-135 0 0,-26 11 73 0 0,-1-1 0 0 0,0 0-1 0 0,-1-1 1 0 0,0-1 0 0 0,-1-1 0 0 0,-1 0 0 0 0,-1-1 0 0 0,0 0 0 0 0,-1-2 0 0 0,0 1 0 0 0,2-9 40 0 0,-7 12 15 0 0,-1 0 0 0 0,0-1 0 0 0,-2 1 0 0 0,1-2 0 0 0,-2 1 1 0 0,0 0-1 0 0,-1-1 0 0 0,0 0 0 0 0,-2 0 0 0 0,0 0 0 0 0,0-7-15 0 0,-1-82-797 0 0,-17 47-2106 0 0,13 42 839 0 0,-1-2-1704 0 0,4 7-2321 0 0,1 10 4542 0 0,0 1 137 0 0,0 0 32 0 0</inkml:trace>
  <inkml:trace contextRef="#ctx0" brushRef="#br0" timeOffset="392.989">686 105 2340 0 0,'2'8'5110'0'0,"-2"13"-3716"0"0,0-14-580 0 0,-5 97 3509 0 0,-12 53-2204 0 0,6-68-732 0 0,-10 41-335 0 0,27-165-8915 0 0,4-40 3504 0 0,-3 15 1197 0 0,-2 29 1575 0 0</inkml:trace>
  <inkml:trace contextRef="#ctx0" brushRef="#br0" timeOffset="718.839">698 87 1824 0 0,'0'-2'561'0'0,"-1"-1"-1"0"0,2 1 1 0 0,-1 0 0 0 0,0-1-1 0 0,0 1 1 0 0,1 0-1 0 0,-1-1 1 0 0,1 1-1 0 0,0 0 1 0 0,0-1 0 0 0,0 1-1 0 0,0 0 1 0 0,0 0-1 0 0,0 0 1 0 0,0 0 0 0 0,1 0-1 0 0,-1 0 1 0 0,1 0-1 0 0,0 1 1 0 0,-1-1-1 0 0,1 0 1 0 0,0 1 0 0 0,1-1-561 0 0,62-2 4839 0 0,22 49-3312 0 0,-78-39-1318 0 0,-1 0 1 0 0,0 1-1 0 0,-1 0 1 0 0,0 1-1 0 0,0-1 0 0 0,0 2 1 0 0,-1-1-1 0 0,0 0 1 0 0,-1 1-1 0 0,0 0 1 0 0,0 1-1 0 0,-1-1 0 0 0,0 1 1 0 0,-1 0-1 0 0,0 0 1 0 0,0 0-1 0 0,-1 0 0 0 0,-1 0 1 0 0,1 1-1 0 0,-2 3-209 0 0,-2-9 13 0 0,0 1 0 0 0,-1-1 0 0 0,0 1 0 0 0,0-1 0 0 0,0 0 0 0 0,-1 0 0 0 0,0 0 0 0 0,0 0 0 0 0,0-1 0 0 0,0 0 0 0 0,-1 0 0 0 0,0 0 0 0 0,0 0 0 0 0,0-1 0 0 0,0 0 0 0 0,0 0 0 0 0,-1 0 0 0 0,1 0 0 0 0,-6 1-13 0 0,-1 1-452 0 0,0 1 1 0 0,-1-2-1 0 0,1 1 0 0 0,-1-2 0 0 0,0 0 1 0 0,0 0-1 0 0,0-1 0 0 0,0-1 0 0 0,-13 0 452 0 0,-28-31-4164 0 0,41 19 1237 0 0,-6-31-6387 0 0,19 40 7732 0 0,0 2-48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0:26.757"/>
    </inkml:context>
    <inkml:brush xml:id="br0">
      <inkml:brushProperty name="width" value="0.05" units="cm"/>
      <inkml:brushProperty name="height" value="0.05" units="cm"/>
      <inkml:brushProperty name="color" value="#FFFFFF"/>
    </inkml:brush>
  </inkml:definitions>
  <inkml:trace contextRef="#ctx0" brushRef="#br0">342 84 1428 0 0,'1'0'129'0'0,"-1"0"0"0"0,1 0 0 0 0,-1 0 0 0 0,1 0-1 0 0,-1 1 1 0 0,1-1 0 0 0,-1 0 0 0 0,1 0 0 0 0,-1 0 0 0 0,1 0 0 0 0,0 0-1 0 0,-1 0 1 0 0,1-1 0 0 0,-1 1 0 0 0,1 0 0 0 0,-1 0 0 0 0,1 0 0 0 0,-1 0 0 0 0,1-1-1 0 0,-1 1 1 0 0,1 0 0 0 0,-1 0 0 0 0,0-1 0 0 0,1 1 0 0 0,-1 0 0 0 0,1-1-1 0 0,-1 1 1 0 0,0-1 0 0 0,1 1 0 0 0,-1 0 0 0 0,0-1 0 0 0,1 1 0 0 0,-1-1-1 0 0,0 1 1 0 0,0-1 0 0 0,1 1 0 0 0,-1-1 0 0 0,0 1 0 0 0,0-1 0 0 0,0 1-1 0 0,0-1 1 0 0,0 1 0 0 0,0-1 0 0 0,0 0 0 0 0,0 1 0 0 0,0-1 0 0 0,0 1-1 0 0,0-1 1 0 0,0 1 0 0 0,0-1-129 0 0,0-1-224 0 0,0-1 1558 0 0,0 3-149 0 0,0 0-99 0 0,0 0-122 0 0,0 0-101 0 0,-7 16 555 0 0,-129 107 1203 0 0,114-104-3177 0 0,-1-2-1 0 0,-1 0 1 0 0,-1-2 0 0 0,0-1 0 0 0,-28 12 556 0 0,42-23-458 0 0,-13-2-9224 0 0,20-1 8811 0 0,2 0-723 0 0</inkml:trace>
  <inkml:trace contextRef="#ctx0" brushRef="#br0" timeOffset="252.523">0 281 1148 0 0,'18'33'4452'0'0,"-6"27"-2593"0"0,-9-42-1041 0 0,26 249 4192 0 0,-24-234-7189 0 0,5-49-4572 0 0,-8 6 5344 0 0,-1 1-35 0 0</inkml:trace>
  <inkml:trace contextRef="#ctx0" brushRef="#br0" timeOffset="457.075">94 516 1140 0 0,'4'-99'5055'0'0,"16"32"-740"0"0,-17 65-4029 0 0,0-1 1 0 0,1 0 0 0 0,-1 1 0 0 0,0-1 0 0 0,1 1 0 0 0,0 0 0 0 0,0 0 0 0 0,0 0-1 0 0,-1 1 1 0 0,1 0 0 0 0,1-1 0 0 0,-1 1 0 0 0,0 1 0 0 0,0-1 0 0 0,0 1 0 0 0,0-1-1 0 0,1 1 1 0 0,-1 0 0 0 0,0 1-287 0 0,119 28 2636 0 0,-65-8-1456 0 0,50 20 747 0 0,-97-36-1796 0 0,-10-5-163 0 0,0 0 0 0 0,0 0 0 0 0,0 0 0 0 0,0 0-1 0 0,0 0 1 0 0,-1 1 0 0 0,1-1 0 0 0,0 0 0 0 0,0 1 0 0 0,0-1-1 0 0,0 1 1 0 0,-1-1 0 0 0,1 1 0 0 0,0-1 0 0 0,0 1 0 0 0,-1-1-1 0 0,1 1 1 0 0,0 0 0 0 0,-1-1 0 0 0,1 1 0 0 0,-1 0-1 0 0,1 0 1 0 0,-1 0 0 0 0,1-1 0 0 0,-1 1 0 0 0,1 0 0 0 0,-1 0-1 0 0,0 0 1 0 0,1 0 0 0 0,-1 0 0 0 0,0 0 0 0 0,0 0 0 0 0,0 0-1 0 0,0-1 1 0 0,0 1 0 0 0,0 0 0 0 0,0 0 0 0 0,0 0-1 0 0,0 0 1 0 0,0 0 0 0 0,-1 0 0 0 0,1 0 0 0 0,0 0 0 0 0,-1 0-1 0 0,1-1 1 0 0,0 1 0 0 0,-1 0 0 0 0,0 1 32 0 0,-2 3-349 0 0,0 0 0 0 0,0 1 0 0 0,-1-1 0 0 0,0-1 0 0 0,0 1 0 0 0,-1 0-1 0 0,1-1 1 0 0,-1 0 0 0 0,0 0 0 0 0,0 0 0 0 0,0-1 0 0 0,0 0 0 0 0,-1 0 0 0 0,1 0 0 0 0,-3 0 349 0 0,-98 22-10772 0 0,96-25 10510 0 0</inkml:trace>
  <inkml:trace contextRef="#ctx0" brushRef="#br0" timeOffset="689.082">292 521 4660 0 0,'-1'0'121'0'0,"0"-1"0"0"0,0 0-1 0 0,1 0 1 0 0,-1 0-1 0 0,0 0 1 0 0,0 0-1 0 0,0 0 1 0 0,1 0-1 0 0,-1 0 1 0 0,1-1 0 0 0,-1 1-1 0 0,1 0 1 0 0,-1 0-1 0 0,1-1 1 0 0,0 1-1 0 0,-1 0 1 0 0,1 0 0 0 0,0-1-1 0 0,0 1 1 0 0,0 0-1 0 0,0-1 1 0 0,0 1-1 0 0,0 0 1 0 0,0 0-1 0 0,1-1 1 0 0,-1 1 0 0 0,0 0-1 0 0,1 0 1 0 0,-1-1-1 0 0,1 1 1 0 0,-1 0-1 0 0,1 0 1 0 0,0 0 0 0 0,0 0-1 0 0,-1 0 1 0 0,1 0-1 0 0,0 0 1 0 0,0 0-1 0 0,0 0 1 0 0,0 0-1 0 0,0 0 1 0 0,0 0 0 0 0,0 1-1 0 0,0-1 1 0 0,0 0-1 0 0,0 1 1 0 0,1-1-1 0 0,-1 1 1 0 0,0-1 0 0 0,0 1-1 0 0,1 0 1 0 0,-1 0-1 0 0,0-1 1 0 0,0 1-1 0 0,1 0 1 0 0,-1 0 0 0 0,0 0-1 0 0,1 0-120 0 0,-3 47 1714 0 0,-56 57-946 0 0,57-104-755 0 0,-1 1-1 0 0,1-1 0 0 0,-1 1 1 0 0,1-1-1 0 0,-1 1 0 0 0,1 0 1 0 0,-1-1-1 0 0,1 1 1 0 0,0 0-1 0 0,-1 0 0 0 0,1-1 1 0 0,0 1-1 0 0,0 0 0 0 0,-1 0 1 0 0,1-1-1 0 0,0 1 0 0 0,0 0 1 0 0,0 0-1 0 0,0 0 1 0 0,0-1-1 0 0,0 1 0 0 0,0 0 1 0 0,0 0-1 0 0,0-1 0 0 0,1 1 1 0 0,-1 0-1 0 0,0 0 0 0 0,0-1 1 0 0,1 1-1 0 0,-1 0 1 0 0,0 0-1 0 0,1-1 0 0 0,-1 1 1 0 0,1 0-1 0 0,-1-1 0 0 0,1 1 1 0 0,-1-1-1 0 0,1 1 0 0 0,-1-1 1 0 0,1 1-1 0 0,0-1 1 0 0,-1 1-1 0 0,1-1 0 0 0,0 1 1 0 0,-1-1-1 0 0,1 0 0 0 0,0 1 1 0 0,0-1-1 0 0,-1 0 0 0 0,1 0 1 0 0,0 0-1 0 0,0 1 1 0 0,-1-1-1 0 0,1 0 0 0 0,0 0 1 0 0,0 0-1 0 0,0 0 0 0 0,-1 0 1 0 0,1-1-1 0 0,0 1 0 0 0,0 0 1 0 0,-1 0-1 0 0,1 0 1 0 0,0-1-1 0 0,0 1-12 0 0,48-18 84 0 0,34-37-17 0 0,-52 46-2092 0 0,-30 8 1394 0 0,-1 1-635 0 0,0 0-402 0 0,0 0 0 0 0,0 0 17 0 0,1-2 70 0 0,6-9 59 0 0,-3 3 0 0 0</inkml:trace>
  <inkml:trace contextRef="#ctx0" brushRef="#br0" timeOffset="1268.735">756 23 1708 0 0,'12'-22'7470'0'0,"-14"25"-2441"0"0,-2 5-4655 0 0,-54 71 1606 0 0,-23 48-528 0 0,76-99-1035 0 0,5-27-363 0 0,0-1-8 0 0,3 2-45 0 0,137 26 327 0 0,-127-25-335 0 0,-7-2 14 0 0,0 0 0 0 0,0 1 0 0 0,0-1 1 0 0,-1 1-1 0 0,1 0 0 0 0,-1 0 0 0 0,1 1 0 0 0,-1 0 0 0 0,1 0 1 0 0,-1 0-1 0 0,0 1 0 0 0,-1-1 0 0 0,1 1 0 0 0,-1 0 0 0 0,1 1 0 0 0,2 4-7 0 0,4 10 72 0 0,-1 0-1 0 0,-1 0 1 0 0,-1 1-1 0 0,0 1 1 0 0,-2-1-1 0 0,0 1 1 0 0,-2 0-1 0 0,0 1 1 0 0,-1-1-1 0 0,-1 0 1 0 0,-2 1-1 0 0,0 2-71 0 0,-2-10 38 0 0,-1 0 0 0 0,-1 1 0 0 0,0-1 0 0 0,-1 0 0 0 0,-1-1 0 0 0,0 0 0 0 0,-1 1 0 0 0,0-2 0 0 0,-2 3-38 0 0,7-11 1 0 0,0 0-1 0 0,0 0 1 0 0,-1 0 0 0 0,1 0-1 0 0,-1-1 1 0 0,0 1 0 0 0,0-1 0 0 0,0 1-1 0 0,0-1 1 0 0,-1 0 0 0 0,1-1-1 0 0,-1 1 1 0 0,0-1 0 0 0,0 1 0 0 0,0-1-1 0 0,0 0 1 0 0,0 0 0 0 0,0-1-1 0 0,0 1 1 0 0,-1-1 0 0 0,1 0 0 0 0,-1 0-1 0 0,1-1 1 0 0,-1 1 0 0 0,1-1-1 0 0,-1 0 1 0 0,1 0 0 0 0,-1 0 0 0 0,-3-2-1 0 0,-1-5-34 0 0,0-1 0 0 0,0 0 0 0 0,1 0 0 0 0,0-1 1 0 0,0 0-1 0 0,1-1 0 0 0,0 0 0 0 0,1 0 0 0 0,0 0 1 0 0,1-1-1 0 0,0 0 0 0 0,0 0 0 0 0,1-2 34 0 0,-16-27-253 0 0,-6-47-1408 0 0,26 85 1662 0 0,1 0 0 0 0,0 0 0 0 0,0 0 0 0 0,0 0 0 0 0,0 0 1 0 0,0 0-1 0 0,1 0 0 0 0,-1 1 0 0 0,0-1 0 0 0,1 0 0 0 0,0 1 0 0 0,-1-1 0 0 0,1 1 0 0 0,0 0 1 0 0,-1 0-1 0 0,1-1 0 0 0,0 1 0 0 0,0 0 0 0 0,0 1 0 0 0,0-1 0 0 0,0 0 0 0 0,0 0 0 0 0,0 1 0 0 0,1 0 1 0 0,0-1-2 0 0,6-2 27 0 0,127-38-183 0 0,-135 41-424 0 0,16-3-6976 0 0,1-12 4002 0 0,-5 4-243 0 0,-6 5 2392 0 0</inkml:trace>
  <inkml:trace contextRef="#ctx0" brushRef="#br0" timeOffset="1885.189">1483 56 2716 0 0,'0'-9'4879'0'0,"-1"8"1589"0"0,-6 21-4360 0 0,-6 9-1598 0 0,-1-1-1 0 0,-2-1 0 0 0,0 0 0 0 0,-2-1 0 0 0,-1-1 0 0 0,0-1 0 0 0,-2-1 1 0 0,-7 6-510 0 0,-101 87 178 0 0,68-75-1409 0 0,58-41 624 0 0,-9-3-1430 0 0,11 2 1946 0 0,1-1-1 0 0,-1 1 1 0 0,0-1-1 0 0,1 1 1 0 0,-1-1 0 0 0,1 0-1 0 0,-1 1 1 0 0,1-1-1 0 0,0 0 1 0 0,-1 0-1 0 0,1 1 1 0 0,0-1-1 0 0,0 0 1 0 0,1 0 0 0 0,-1 1-1 0 0,0-1 1 0 0,0 0-1 0 0,1 1 1 0 0,-1-1-1 0 0,1 0 1 0 0,0 1-1 0 0,-1-1 1 0 0,1 0 0 0 0,0 1-1 0 0,0-1 1 0 0,1 0 91 0 0,9-16-632 0 0,0 0 0 0 0,2 1 0 0 0,0 0 1 0 0,1 1-1 0 0,1 1 0 0 0,0 0 0 0 0,3-1 632 0 0,-5 6 37 0 0,1 0 0 0 0,0 1 0 0 0,0 1 0 0 0,0 0 0 0 0,1 1 0 0 0,0 1 0 0 0,0 0 0 0 0,1 1 0 0 0,2 0-37 0 0,-11 3 133 0 0,127-3 4983 0 0,-31 32-2871 0 0,-66-12-1353 0 0,-34-14-799 0 0,1 0 0 0 0,-1 0 0 0 0,0 0 0 0 0,0 1 0 0 0,0-1 0 0 0,0 1 0 0 0,0-1 0 0 0,0 1 0 0 0,0 0 1 0 0,0 1-1 0 0,-1-1 0 0 0,1 0 0 0 0,-1 1 0 0 0,0-1 0 0 0,1 1 0 0 0,-1 0 0 0 0,0-1 0 0 0,-1 1 0 0 0,1 0 0 0 0,0 1 0 0 0,-1-1 0 0 0,0 0 0 0 0,0 0 0 0 0,0 0 0 0 0,0 2-93 0 0,-15 27 310 0 0,-3-5-334 0 0,-2-1 0 0 0,0-1 1 0 0,-1 0-1 0 0,-2-2 0 0 0,0 0 1 0 0,-2-1-1 0 0,0-2 1 0 0,-2 0-1 0 0,0-2 0 0 0,-26 14 24 0 0,22-11-271 0 0,-57 16-1665 0 0,21-32-3565 0 0,63-6 5117 0 0,-1 0 0 0 0,1-1 0 0 0,-1 1 0 0 0,1-1 0 0 0,0 1 0 0 0,0-1 0 0 0,-1 0 0 0 0,1-1 0 0 0,1 1 1 0 0,-1 0-1 0 0,0-1 0 0 0,0 0 0 0 0,1 1 0 0 0,0-1 0 0 0,-1 0 0 0 0,1 0 0 0 0,0 0 0 0 0,1-1 0 0 0,-1 1 0 0 0,1 0 0 0 0,-1-1 0 0 0,1 1 0 0 0,0-1 0 0 0,0 0 1 0 0,0 1-1 0 0,0-4 384 0 0,1 5-1372 0 0</inkml:trace>
  <inkml:trace contextRef="#ctx0" brushRef="#br0" timeOffset="2137.221">1248 426 1344 0 0,'67'11'7151'0'0,"25"36"-2270"0"0,-11 6-1880 0 0,-73-45-3002 0 0,16 22-3273 0 0,-24-29 1749 0 0,0-1 119 0 0,1 13-4752 0 0,-2-8 4936 0 0,1-3-281 0 0</inkml:trace>
  <inkml:trace contextRef="#ctx0" brushRef="#br0" timeOffset="2451.028">1467 723 2156 0 0,'-30'49'10228'0'0,"44"-88"-6176"0"0,-10 33-3926 0 0,1-1 0 0 0,-1 0 0 0 0,1 1 0 0 0,1 0 1 0 0,-1 0-1 0 0,1 1 0 0 0,0-1 0 0 0,0 1 0 0 0,1 1 1 0 0,-1-1-1 0 0,1 1 0 0 0,0 0 0 0 0,0 1 0 0 0,1-1 1 0 0,-1 1-1 0 0,1 1 0 0 0,0 0 0 0 0,-1 0 1 0 0,1 0-1 0 0,6 0-126 0 0,76 23 1020 0 0,-57-7-565 0 0,40 44 879 0 0,-71-57-1294 0 0,0 1 0 0 0,-1-1-1 0 0,1 1 1 0 0,-1-1 0 0 0,1 1-1 0 0,-1-1 1 0 0,0 1-1 0 0,0 0 1 0 0,0 0 0 0 0,0 0-1 0 0,0 0 1 0 0,0-1 0 0 0,0 1-1 0 0,0 0 1 0 0,-1 1 0 0 0,1-1-1 0 0,-1 0 1 0 0,0 0 0 0 0,1 0-1 0 0,-1 0 1 0 0,0 0 0 0 0,0 0-1 0 0,0 0 1 0 0,-1 0-1 0 0,1 1 1 0 0,0-1 0 0 0,-1 0-1 0 0,1 0 1 0 0,-1 0 0 0 0,0 0-1 0 0,0 0 1 0 0,0 0 0 0 0,0-1-1 0 0,0 1 1 0 0,0 0 0 0 0,0 0-1 0 0,-1-1 1 0 0,1 1-1 0 0,0-1 1 0 0,-2 1-40 0 0,-65 58 249 0 0,65-58-261 0 0,-1 1-47 0 0,0-1 0 0 0,1 1-1 0 0,-1-1 1 0 0,-1 0 0 0 0,1 0-1 0 0,0 0 1 0 0,0-1 0 0 0,-1 1 0 0 0,1-1-1 0 0,-1 0 1 0 0,1 0 0 0 0,-1-1 0 0 0,1 1-1 0 0,-1-1 1 0 0,0 0 0 0 0,1-1 0 0 0,-1 1-1 0 0,1-1 1 0 0,-3 0 59 0 0,-1-2-203 0 0,1 0-1 0 0,0-1 1 0 0,1 0-1 0 0,-1 0 1 0 0,0 0-1 0 0,1-1 1 0 0,0 0-1 0 0,0 0 1 0 0,1-1-1 0 0,0 1 1 0 0,0-1-1 0 0,0 0 1 0 0,0-1-1 0 0,-1-3 204 0 0,-54-134-9332 0 0,61 114 5874 0 0,24-35 276 0 0,-13 43 1629 0 0</inkml:trace>
  <inkml:trace contextRef="#ctx0" brushRef="#br0" timeOffset="7749.878">2417 151 2096 0 0,'0'-3'1797'0'0,"0"-7"-789"0"0,0 3 5918 0 0,14 7-5124 0 0,-6-3-1040 0 0,15-6-82 0 0,7 22 528 0 0,53 48 1181 0 0,-55-23-2885 0 0,-28-37-195 0 0,0-1-84 0 0,-3 21-3647 0 0,-82 49-5471 0 0,72-64 8470 0 0</inkml:trace>
  <inkml:trace contextRef="#ctx0" brushRef="#br0" timeOffset="7999.468">2302 327 1944 0 0,'-17'16'6458'0'0,"1"28"-3672"0"0,15-38-2626 0 0,-35 130 2106 0 0,22-114-6447 0 0,14-22 2613 0 0,0-12-2859 0 0,2 6 3041 0 0</inkml:trace>
  <inkml:trace contextRef="#ctx0" brushRef="#br0" timeOffset="8248.334">2266 404 1744 0 0,'39'-38'8846'0'0,"51"29"-3590"0"0,-71 9-4694 0 0,138 0 2970 0 0,-47-19-1912 0 0,-9 19-176 0 0,-58 19-1039 0 0,-42-19-432 0 0,1 0 0 0 0,-1 0 0 0 0,0 0-1 0 0,0 1 1 0 0,1-1 0 0 0,-1 0-1 0 0,0 1 1 0 0,0-1 0 0 0,1 0 0 0 0,-1 1-1 0 0,0 0 1 0 0,0-1 0 0 0,0 1-1 0 0,0 0 1 0 0,0-1 0 0 0,0 1 0 0 0,0 0-1 0 0,0 0 1 0 0,0 0 0 0 0,0 0-1 0 0,0 0 1 0 0,-1 0 0 0 0,1 0-1 0 0,0 0 1 0 0,-1 0 0 0 0,1 1 0 0 0,-1-1-1 0 0,1 0 1 0 0,-1 0 0 0 0,1 1-1 0 0,-1-1 1 0 0,0 0 0 0 0,0 0 0 0 0,0 1-1 0 0,0-1 1 0 0,0 0 0 0 0,0 1-1 0 0,0-1 1 0 0,0 0 0 0 0,0 0 0 0 0,0 1-1 0 0,-1-1 1 0 0,1 0 0 0 0,-1 0-1 0 0,1 1 1 0 0,-1-1 27 0 0,-6 9-632 0 0,0 0 0 0 0,-1 0 0 0 0,0 0 0 0 0,-1-1 0 0 0,0-1 0 0 0,-1 1 0 0 0,0-1 0 0 0,-10 6 632 0 0,-14 12-2563 0 0,14-11 571 0 0,0 0 0 0 0,-1-2 1 0 0,0-1-1 0 0,-1-1 1 0 0,-1 0-1 0 0,-18 5 1992 0 0,28-11-1389 0 0</inkml:trace>
  <inkml:trace contextRef="#ctx0" brushRef="#br0" timeOffset="9138.024">2394 473 1684 0 0,'38'-20'9322'0'0,"7"12"-5107"0"0,86 4 392 0 0,-129 5-4627 0 0,-1 0 0 0 0,1 0 1 0 0,-1 0-1 0 0,0 0 0 0 0,1 1 1 0 0,-1-1-1 0 0,0 0 0 0 0,0 1 1 0 0,0-1-1 0 0,0 1 0 0 0,0-1 1 0 0,0 1-1 0 0,0 0 0 0 0,0-1 0 0 0,-1 1 1 0 0,1 0-1 0 0,-1-1 0 0 0,1 1 1 0 0,-1 0-1 0 0,0 0 0 0 0,0-1 1 0 0,1 1-1 0 0,-1 0 0 0 0,-1 0 1 0 0,1 0-1 0 0,0-1 0 0 0,0 1 0 0 0,-1 0 1 0 0,1 0-1 0 0,0-1 0 0 0,-1 1 1 0 0,0 0-1 0 0,1-1 0 0 0,-1 1 1 0 0,0 0-1 0 0,0-1 0 0 0,0 1 1 0 0,0-1-1 0 0,0 0 0 0 0,-1 1 0 0 0,1-1 1 0 0,0 0-1 0 0,0 0 0 0 0,-1 1 1 0 0,1-1-1 0 0,-1 0 0 0 0,0 0 20 0 0,-99 74-661 0 0,100-74 668 0 0,1-1 1 0 0,-1 1-1 0 0,1-1 1 0 0,-1 1-1 0 0,1 0 0 0 0,0-1 1 0 0,-1 1-1 0 0,1 0 0 0 0,0-1 1 0 0,0 1-1 0 0,-1 0 1 0 0,1-1-1 0 0,0 1 0 0 0,0 0 1 0 0,0-1-1 0 0,0 1 1 0 0,0 0-1 0 0,0-1 0 0 0,0 1 1 0 0,0 0-1 0 0,0 0 1 0 0,0-1-1 0 0,0 1 0 0 0,1 0 1 0 0,-1-1-1 0 0,0 1 0 0 0,0 0 1 0 0,1-1-1 0 0,-1 1 1 0 0,0 0-1 0 0,1-1 0 0 0,-1 1 1 0 0,1-1-1 0 0,-1 1 1 0 0,1-1-1 0 0,-1 1 0 0 0,1-1 1 0 0,-1 1-1 0 0,1-1 1 0 0,-1 0-1 0 0,1 1 0 0 0,-1-1 1 0 0,1 0-1 0 0,0 1 0 0 0,-1-1 1 0 0,1 0-1 0 0,0 0 1 0 0,-1 1-1 0 0,1-1 0 0 0,0 0 1 0 0,0 0-1 0 0,-1 0 1 0 0,1 0-1 0 0,0 0-7 0 0,8 6-29 0 0,14 9 32 0 0,-17-12 49 0 0,0 1 1 0 0,0-1 0 0 0,0 1 0 0 0,-1 0-1 0 0,0 0 1 0 0,1 1 0 0 0,-1 0 0 0 0,-1 0-1 0 0,1 0 1 0 0,-1 0 0 0 0,0 1 0 0 0,0-1-1 0 0,0 1 1 0 0,-1 0 0 0 0,0 0 0 0 0,0 1-1 0 0,-1-1 1 0 0,3 7-53 0 0,-2 64 715 0 0,-26-26-1089 0 0,22-49 227 0 0,-1 0-1 0 0,0 0 1 0 0,1 0-1 0 0,-1 0 1 0 0,0-1-1 0 0,0 1 1 0 0,-1-1-1 0 0,1 0 1 0 0,0 1-1 0 0,0-1 1 0 0,-1 0-1 0 0,1 0 1 0 0,0 0-1 0 0,-1-1 1 0 0,1 1-1 0 0,-1-1 1 0 0,1 1-1 0 0,-1-1 0 0 0,1 0 1 0 0,-1 0-1 0 0,0 0 1 0 0,1 0-1 0 0,-1 0 1 0 0,1 0-1 0 0,-1-1 1 0 0,1 0-1 0 0,-1 1 1 0 0,1-1-1 0 0,-1 0 1 0 0,1 0-1 0 0,0 0 1 0 0,0 0-1 0 0,-1-1 1 0 0,1 1-1 0 0,0-1 1 0 0,0 1-1 0 0,0-1 0 0 0,0 0 1 0 0,1 1-1 0 0,-1-1 1 0 0,0 0-1 0 0,0-1 148 0 0,-3-1-35 0 0,-112-67-2408 0 0,62 23 4209 0 0,17 17 3137 0 0,30 17-270 0 0,35 14-2265 0 0,-9 0-2019 0 0,126-2 1420 0 0,-48-11-1238 0 0,30 16-43 0 0,-39 15-239 0 0,-27-7 163 0 0,-10-2-1366 0 0,-16-7-4353 0 0,-27-2-2399 0 0,-30 4 1666 0 0,-61 17-25 0 0,57-17 4407 0 0</inkml:trace>
  <inkml:trace contextRef="#ctx0" brushRef="#br0" timeOffset="16992.935">383 1071 2780 0 0,'0'0'1694'0'0,"0"0"-219"0"0,0 0-202 0 0,0 0-126 0 0,0 0-24 0 0,0 0-157 0 0,0 0-40 0 0,0 0-96 0 0,6-4 8 0 0,18-14-55 0 0,-23 17-643 0 0,-1-1 0 0 0,1 1 0 0 0,-1-1 0 0 0,1 1 0 0 0,-1-1 0 0 0,1 1 0 0 0,-1-1 0 0 0,0 1 0 0 0,0-1 0 0 0,0 0 0 0 0,0 1 0 0 0,0-1 0 0 0,0 0 0 0 0,0 1 0 0 0,0-1 0 0 0,-1 1 0 0 0,1-1-1 0 0,-1 1 1 0 0,1-1 0 0 0,-1 1 0 0 0,0-1 0 0 0,1 1 0 0 0,-1-1 0 0 0,0 1 0 0 0,0 0 0 0 0,0-1 0 0 0,0 1 0 0 0,0 0 0 0 0,0 0 0 0 0,-1 0 0 0 0,1 0 0 0 0,0 0 0 0 0,0 0 0 0 0,-1 0 0 0 0,0 0-140 0 0,-9-4 194 0 0,1 1 0 0 0,-1 1 0 0 0,1 0 0 0 0,-1 0 1 0 0,0 1-1 0 0,0 0 0 0 0,0 1 0 0 0,-1 0 0 0 0,1 1 0 0 0,0 0 0 0 0,-2 1-194 0 0,0-1 218 0 0,1 3-166 0 0,0 0 0 0 0,0 0 0 0 0,0 1 0 0 0,0 1 0 0 0,1 0 0 0 0,0 1 0 0 0,0 0 0 0 0,0 0 0 0 0,1 1 0 0 0,-1 0 0 0 0,2 1 0 0 0,-1 1 0 0 0,-1 2-52 0 0,3-4 22 0 0,1 1 1 0 0,1 1 0 0 0,-1-1 0 0 0,2 1 0 0 0,-1 0 0 0 0,1 1-1 0 0,0-1 1 0 0,1 1 0 0 0,0 0 0 0 0,1 0 0 0 0,0 0 0 0 0,0 1-1 0 0,1-1 1 0 0,0 1 0 0 0,1-1 0 0 0,1 1 0 0 0,-1 3-23 0 0,3-8 0 0 0,-1 0 0 0 0,1 0 0 0 0,0 0 0 0 0,1 0 0 0 0,0-1 0 0 0,-1 1 0 0 0,2-1 0 0 0,-1 0 0 0 0,0 0 0 0 0,1 0 0 0 0,0-1 0 0 0,0 1 0 0 0,1-1 0 0 0,-1 0 0 0 0,2 1 0 0 0,-3-2-1 0 0,10 7 4 0 0,1-1 0 0 0,0-1 0 0 0,0-1 1 0 0,0 0-1 0 0,1 0 0 0 0,0-2 0 0 0,0 0 0 0 0,0 0 0 0 0,1-2 1 0 0,-1 0-1 0 0,1-1 0 0 0,0 0 0 0 0,0-1 0 0 0,8-1-3 0 0,0 2 29 0 0,62-1-117 0 0,-73 14 99 0 0,-27 7 56 0 0,6-12-97 0 0,0-1 0 0 0,-1 0 0 0 0,0 0 1 0 0,0-1-1 0 0,-1 0 0 0 0,0 0 1 0 0,0-1-1 0 0,-1-1 0 0 0,0 0 0 0 0,0 0 1 0 0,-1-1-1 0 0,0-1 0 0 0,1 0 0 0 0,-1 0 1 0 0,-6 0 29 0 0,-79-3-3059 0 0,44-16 618 0 0,35 3-1759 0 0,17 11 3886 0 0,0 0 0 0 0,0 0 0 0 0,0 0-1 0 0,0 0 1 0 0,0 0 0 0 0,1-1 0 0 0,-1 1-1 0 0,1 0 1 0 0,-1-1 0 0 0,1 1 0 0 0,-1 0 0 0 0,1-1-1 0 0,-1 1 1 0 0,1-1 0 0 0,0 1 0 0 0,0 0 0 0 0,0-1-1 0 0,0 1 1 0 0,0-1 0 0 0,0 1 0 0 0,0-1 0 0 0,1 1-1 0 0,-1 0 1 0 0,0-1 0 0 0,1 1 0 0 0,-1 0 0 0 0,1-1-1 0 0,0 1 1 0 0,-1 0 0 0 0,1-1 0 0 0,0 1 314 0 0,10-17-1471 0 0</inkml:trace>
  <inkml:trace contextRef="#ctx0" brushRef="#br0" timeOffset="17397.983">642 1088 2424 0 0,'-2'29'6318'0'0,"0"5"-4847"0"0,-11 125 1437 0 0,1-89-2366 0 0,-35 129-1250 0 0,44-195-4496 0 0,5-28 770 0 0,1 15 2985 0 0</inkml:trace>
  <inkml:trace contextRef="#ctx0" brushRef="#br0" timeOffset="17652.004">602 1444 1044 0 0,'1'-5'677'0'0,"1"1"0"0"0,-1 0-1 0 0,1-1 1 0 0,0 1 0 0 0,1 0-1 0 0,-1 0 1 0 0,1 0 0 0 0,-1 0 0 0 0,1 0-1 0 0,0 0 1 0 0,1 1 0 0 0,-1 0-1 0 0,1-1 1 0 0,-1 1 0 0 0,1 1 0 0 0,2-3-677 0 0,74-23 4065 0 0,13 23-1300 0 0,86-43-280 0 0,-178 48-2852 0 0,0 0-1 0 0,0 0 0 0 0,1 0 1 0 0,-1 0-1 0 0,0 0 0 0 0,0-1 1 0 0,0 1-1 0 0,1 0 0 0 0,-1 0 1 0 0,0-1-1 0 0,0 1 0 0 0,0-1 1 0 0,0 1-1 0 0,0-1 0 0 0,0 0 1 0 0,0 1-1 0 0,0-1 0 0 0,0 0 1 0 0,0 0-1 0 0,0 1 0 0 0,0-1 1 0 0,-1 0-1 0 0,1 0 0 0 0,0 0 1 0 0,0 0-1 0 0,-1 0 0 0 0,1 0 1 0 0,-1 0-1 0 0,1 0 0 0 0,-1 0 1 0 0,0-1-1 0 0,1 1 0 0 0,-1 0 1 0 0,0 0-1 0 0,0 0 0 0 0,1-1 1 0 0,-1 1-1 0 0,0 0 1 0 0,0 0-1 0 0,0 0 0 0 0,-1-1 1 0 0,1 1-1 0 0,0 0 0 0 0,0 0 1 0 0,-1 0-1 0 0,1 0 0 0 0,-1 0 1 0 0,1-1-1 0 0,-1 1 0 0 0,0 0 368 0 0,1-3-1368 0 0</inkml:trace>
  <inkml:trace contextRef="#ctx0" brushRef="#br0" timeOffset="17905.099">1017 1154 2508 0 0,'-2'-8'7147'0'0,"0"32"-3979"0"0,-1 77-562 0 0,-37 155-571 0 0,34-199-2261 0 0,0-8-2277 0 0,4-16-6563 0 0,11-23 6060 0 0,-4-9 1571 0 0</inkml:trace>
  <inkml:trace contextRef="#ctx0" brushRef="#br0" timeOffset="18437.662">1387 1114 1496 0 0,'-4'-5'9022'0'0,"-5"27"-6342"0"0,-3 36-906 0 0,2 0 1 0 0,3 1 0 0 0,1 41-1775 0 0,29 1 640 0 0,-20-93-584 0 0,0-1 0 0 0,0 1 0 0 0,1-1 1 0 0,0 0-1 0 0,0 0 0 0 0,0-1 0 0 0,1 1 0 0 0,1-1 1 0 0,-1 0-1 0 0,1 0 0 0 0,0 0 0 0 0,0-1 0 0 0,0 0 1 0 0,1 0-1 0 0,-1-1 0 0 0,1 0 0 0 0,1 0 1 0 0,-1-1-1 0 0,0 1 0 0 0,1-2 0 0 0,0 1 0 0 0,-1-1 1 0 0,1 0-1 0 0,0 0 0 0 0,0-1 0 0 0,0-1 0 0 0,1 1 1 0 0,-1-1-1 0 0,7-1-56 0 0,-4 2 23 0 0,-1-1 1 0 0,1 0 0 0 0,0-1-1 0 0,0 0 1 0 0,0 0-1 0 0,-1-1 1 0 0,1-1-1 0 0,-1 0 1 0 0,0 0-1 0 0,0-1 1 0 0,0 0 0 0 0,0-1-1 0 0,0 0 1 0 0,-1-1-1 0 0,0 1 1 0 0,0-2-1 0 0,-1 1 1 0 0,1-3-24 0 0,-8 9 1 0 0,15-15 13 0 0,-1 0 1 0 0,0-1-1 0 0,-2 0 1 0 0,1-1-1 0 0,-2-1 0 0 0,0 0 1 0 0,-2 0-1 0 0,0-1 1 0 0,-1-1-1 0 0,0 0 1 0 0,-2 0-1 0 0,4-15-14 0 0,-5-79-559 0 0,-37 47-662 0 0,-5 34-2936 0 0,5 24-8014 0 0,29 8 10681 0 0</inkml:trace>
  <inkml:trace contextRef="#ctx0" brushRef="#br0" timeOffset="18871.861">2034 1235 1172 0 0,'4'0'9703'0'0,"10"2"-5462"0"0,34 5-1599 0 0,79-4 299 0 0,-45 16-2441 0 0,-79-19 110 0 0,11-1-1713 0 0,16-6-7433 0 0,-38 3 208 0 0,5 3 6842 0 0</inkml:trace>
  <inkml:trace contextRef="#ctx0" brushRef="#br0" timeOffset="19138.03">2254 1232 1452 0 0,'-30'23'8200'0'0,"15"48"-5158"0"0,14-58-2373 0 0,-14 208 5356 0 0,14-75-7406 0 0,1-144 340 0 0,-2 21-9419 0 0,-14-16 7310 0 0,12-8 1550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0:50.267"/>
    </inkml:context>
    <inkml:brush xml:id="br0">
      <inkml:brushProperty name="width" value="0.05" units="cm"/>
      <inkml:brushProperty name="height" value="0.05" units="cm"/>
      <inkml:brushProperty name="color" value="#FFFFFF"/>
    </inkml:brush>
  </inkml:definitions>
  <inkml:trace contextRef="#ctx0" brushRef="#br0">113 188 1604 0 0,'10'-68'7365'0'0,"-13"55"-2995"0"0,-11 28-3111 0 0,-1 11-946 0 0,1 0 1 0 0,0 1-1 0 0,2 0 0 0 0,2 0 0 0 0,0 2 1 0 0,2-1-1 0 0,1 1 0 0 0,1 0 1 0 0,2 0-1 0 0,0 5-313 0 0,4-14 107 0 0,-1-3-65 0 0,1 0 0 0 0,0-1 0 0 0,1 1 0 0 0,1 0-1 0 0,1 0 1 0 0,0-1 0 0 0,1 0 0 0 0,1 0 0 0 0,4 10-42 0 0,-4-18 0 0 0,0-1 0 0 0,0 1-1 0 0,1-1 1 0 0,0 0 0 0 0,0-1 0 0 0,0 1 0 0 0,1-1 0 0 0,0-1-1 0 0,0 1 1 0 0,1-1 0 0 0,0 0 0 0 0,0-1 0 0 0,0 0-1 0 0,0 0 1 0 0,0-1 0 0 0,1 0 0 0 0,0 0 0 0 0,4 0 0 0 0,-10-2-279 0 0,0-1 0 0 0,0 0 0 0 0,0 0 0 0 0,0 0 0 0 0,1 0 0 0 0,-1-1 0 0 0,0 1 0 0 0,0-1 0 0 0,0 0 0 0 0,0 0 0 0 0,0 0 0 0 0,0 0 1 0 0,0 0-1 0 0,0-1 0 0 0,-1 1 0 0 0,1-1 0 0 0,0 0 0 0 0,-1 0 0 0 0,3-2 279 0 0,24-29-8764 0 0,-27 27 7294 0 0,1 2 272 0 0</inkml:trace>
  <inkml:trace contextRef="#ctx0" brushRef="#br0" timeOffset="456.984">563 41 2024 0 0,'0'0'148'0'0,"0"1"0"0"0,0-1 1 0 0,0 1-1 0 0,0-1 0 0 0,0 0 0 0 0,0 1 0 0 0,1-1 0 0 0,-1 0 0 0 0,0 1 0 0 0,0-1 0 0 0,0 0 1 0 0,1 1-1 0 0,-1-1 0 0 0,0 0 0 0 0,0 0 0 0 0,1 1 0 0 0,-1-1 0 0 0,0 0 0 0 0,0 0 0 0 0,1 1 1 0 0,-1-1-1 0 0,0 0 0 0 0,1 0 0 0 0,-1 0 0 0 0,0 0 0 0 0,1 1 0 0 0,-1-1 0 0 0,0 0 1 0 0,1 0-1 0 0,-1 0 0 0 0,0 0 0 0 0,1 0 0 0 0,-1 0 0 0 0,1 0 0 0 0,-1 0 0 0 0,0 0 0 0 0,1 0 1 0 0,-1 0-1 0 0,0 0 0 0 0,1 0 0 0 0,-1 0 0 0 0,1-1 0 0 0,-1 1 0 0 0,0 0 0 0 0,1 0 0 0 0,-1 0 1 0 0,0 0-1 0 0,0-1 0 0 0,1 1 0 0 0,-1 0 0 0 0,1-1-148 0 0,-1 40 1582 0 0,0-38-1486 0 0,-11 243 3227 0 0,1-84-2185 0 0,9 0-74 0 0,1-140-4322 0 0,1-15-3716 0 0,1-23 4008 0 0,-1 7 1587 0 0</inkml:trace>
  <inkml:trace contextRef="#ctx0" brushRef="#br0" timeOffset="849.401">565 13 1484 0 0,'-2'-12'6752'0'0,"-5"25"-3371"0"0,-2 9-1955 0 0,-94 122 2301 0 0,77-117-3042 0 0,31-43-4627 0 0,91-85-3118 0 0,-69 74 3991 0 0,-13 16 2225 0 0</inkml:trace>
  <inkml:trace contextRef="#ctx0" brushRef="#br0" timeOffset="1130.081">597 17 2632 0 0,'2'-1'219'0'0,"-1"-1"-1"0"0,0 1 1 0 0,1 0-1 0 0,-1-1 1 0 0,1 1 0 0 0,-1 0-1 0 0,1 0 1 0 0,0 0-1 0 0,-1 0 1 0 0,1 1-1 0 0,0-1 1 0 0,0 0 0 0 0,0 1-1 0 0,-1-1 1 0 0,1 1-1 0 0,0-1 1 0 0,0 1-1 0 0,0 0 1 0 0,0 0-1 0 0,0 0 1 0 0,0 0 0 0 0,0 0-1 0 0,0 1 1 0 0,0-1-1 0 0,-1 0 1 0 0,1 1-1 0 0,0 0 1 0 0,0-1 0 0 0,0 1-1 0 0,-1 0 1 0 0,1 0-1 0 0,0 0 1 0 0,1 1-219 0 0,45 51 3212 0 0,68 146 1465 0 0,-95-167-4904 0 0,-17-28-7210 0 0,-2-19 879 0 0,-1 7 5094 0 0</inkml:trace>
  <inkml:trace contextRef="#ctx0" brushRef="#br0" timeOffset="1447.101">958 92 1508 0 0,'1'0'290'0'0,"1"-1"-1"0"0,-1 0 0 0 0,1 1 1 0 0,-1 0-1 0 0,0-1 1 0 0,1 1-1 0 0,-1 0 0 0 0,1 0 1 0 0,-1 0-1 0 0,1 0 1 0 0,-1 0-1 0 0,0 0 1 0 0,1 0-1 0 0,-1 0 0 0 0,1 0 1 0 0,-1 1-1 0 0,1-1 1 0 0,-1 1-1 0 0,0-1 0 0 0,1 1 1 0 0,-1-1-1 0 0,0 1 1 0 0,0 0-1 0 0,1 0 1 0 0,-1 0-1 0 0,0 0 0 0 0,0 0 1 0 0,0 0-1 0 0,0 0 1 0 0,0 0-1 0 0,0 0 0 0 0,0 0 1 0 0,0 0-1 0 0,-1 0 1 0 0,1 2-290 0 0,24 48 3180 0 0,22 128 1632 0 0,-39-76-3001 0 0,-45-11-1285 0 0,28-79-750 0 0,-1 0 1 0 0,1 0-1 0 0,-2-1 1 0 0,0 0 0 0 0,0-1-1 0 0,-1-1 1 0 0,-1 1-1 0 0,0-2 1 0 0,0 0 0 0 0,0 0-1 0 0,-1-1 1 0 0,-2-1 223 0 0,-7 7-1024 0 0,-23-11-6015 0 0,8-3-650 0 0,36 0 6423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0:59.665"/>
    </inkml:context>
    <inkml:brush xml:id="br0">
      <inkml:brushProperty name="width" value="0.05" units="cm"/>
      <inkml:brushProperty name="height" value="0.05" units="cm"/>
      <inkml:brushProperty name="color" value="#FFFFFF"/>
    </inkml:brush>
  </inkml:definitions>
  <inkml:trace contextRef="#ctx0" brushRef="#br0">13 2 4680 0 0,'-13'-1'2546'0'0,"18"0"7931"0"0,15 1-2621 0 0,-7 1-9969 0 0,212 10 5345 0 0,-109 13-2817 0 0,40-24-1146 0 0,-155 0 655 0 0,34-4-212 0 0,-11 69 1743 0 0,76 151-1043 0 0,-44-105-400 0 0,-9-48-314 0 0,-46-63 171 0 0,0 0 0 0 0,-1 0 0 0 0,1 0 0 0 0,0-1 0 0 0,-1 1 0 0 0,1 0 0 0 0,0 0 1 0 0,-1-1-1 0 0,1 1 0 0 0,-1 0 0 0 0,1-1 0 0 0,0 1 0 0 0,-1 0 0 0 0,1-1 1 0 0,-1 1-1 0 0,1-1 0 0 0,-1 1 0 0 0,1-1 0 0 0,-1 1 0 0 0,0-1 0 0 0,1 0 0 0 0,-1 1 1 0 0,1-1-1 0 0,-1 1 0 0 0,0-1 0 0 0,0 0 0 0 0,1 1 0 0 0,-1-1 0 0 0,0 0 1 0 0,0 0-1 0 0,0 1 0 0 0,0-1 0 0 0,0 0 0 0 0,0 1 0 0 0,0-1 0 0 0,0 0 1 0 0,0 1-1 0 0,0-1 0 0 0,0 0 0 0 0,0 1 0 0 0,-1-1 0 0 0,1 0 0 0 0,0 1 0 0 0,0-1 1 0 0,-1 0-1 0 0,1 1 0 0 0,-1-1 0 0 0,1 1 0 0 0,0-1 0 0 0,-1 0 0 0 0,1 1 1 0 0,-1-1-1 0 0,1 1 0 0 0,-1-1 0 0 0,1 1 0 0 0,-1 0 0 0 0,0-1 0 0 0,1 1 0 0 0,-1 0 1 0 0,1-1-1 0 0,-1 1 131 0 0,-65-7-17100 0 0,57 7 15720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02.399"/>
    </inkml:context>
    <inkml:brush xml:id="br0">
      <inkml:brushProperty name="width" value="0.05" units="cm"/>
      <inkml:brushProperty name="height" value="0.05" units="cm"/>
      <inkml:brushProperty name="color" value="#FFFFFF"/>
    </inkml:brush>
  </inkml:definitions>
  <inkml:trace contextRef="#ctx0" brushRef="#br0">1 20 1280 0 0,'0'0'1766'0'0,"0"0"-125"0"0,0 0-187 0 0,0 0-149 0 0,0 0-8 0 0,0 0-108 0 0,0 0-61 0 0,0 0-82 0 0,0 0-97 0 0,0 0-2 0 0,0 0-53 0 0,0 0-41 0 0,0 0-78 0 0,0 0-13 0 0,0 0-62 0 0,0 0 5 0 0,0 0-80 0 0,0 0-35 0 0,0 0-29 0 0,5-4-1 0 0,18-12-65 0 0,31 17 1752 0 0,48 10-1171 0 0,-34-6-485 0 0,109 22-69 0 0,-32 0-484 0 0,-58-10-381 0 0,-86-17 341 0 0,-1 0 0 0 0,1 1 0 0 0,-1-1 1 0 0,1 0-1 0 0,-1 1 0 0 0,0-1 0 0 0,1 1 0 0 0,-1-1 0 0 0,0 0 0 0 0,0 1 0 0 0,1-1 1 0 0,-1 1-1 0 0,0-1 0 0 0,0 1 0 0 0,1-1 0 0 0,-1 1 0 0 0,0-1 0 0 0,0 1 1 0 0,0-1-1 0 0,0 1 0 0 0,0-1 0 0 0,0 1 0 0 0,0 0 0 0 0,0-1 0 0 0,0 1 0 0 0,0-1 1 0 0,0 1-1 0 0,0-1 0 0 0,-1 1 0 0 0,1-1 0 0 0,0 1 0 0 0,0-1 0 0 0,0 1 1 0 0,-1-1-1 0 0,1 1 0 0 0,0-1 0 0 0,0 1 0 0 0,-1-1 0 0 0,1 0 0 0 0,-1 1 0 0 0,1-1 1 0 0,0 0-1 0 0,-1 1 0 0 0,1-1 0 0 0,-1 0 0 0 0,1 1 0 0 0,-1-1 0 0 0,1 0 1 0 0,-1 0-1 0 0,1 1 0 0 0,-1-1 0 0 0,1 0 0 0 0,-1 0 2 0 0,0 2-6 0 0,-64 54-135 0 0,-40 31-1782 0 0,-3-5 0 0 0,-10-1 1923 0 0,34-47-8317 0 0,82-34 6267 0 0,-8 0-1773 0 0,6-3 482 0 0,-8-11 1999 0 0,9 7 114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07.959"/>
    </inkml:context>
    <inkml:brush xml:id="br0">
      <inkml:brushProperty name="width" value="0.05" units="cm"/>
      <inkml:brushProperty name="height" value="0.05" units="cm"/>
      <inkml:brushProperty name="color" value="#FFFFFF"/>
    </inkml:brush>
  </inkml:definitions>
  <inkml:trace contextRef="#ctx0" brushRef="#br0">0 11 1540 0 0,'0'0'1519'0'0,"0"0"-161"0"0,0 0-54 0 0,0 0-128 0 0,0 0-84 0 0,0 0-122 0 0,0 0-113 0 0,0 0-64 0 0,0 0 56 0 0,0 0-29 0 0,0 0-76 0 0,0 0-5 0 0,0 0-80 0 0,2-3-38 0 0,-2 3-567 0 0,1-1 1 0 0,-1 1-1 0 0,0-1 1 0 0,1 1-1 0 0,-1-1 1 0 0,1 1-1 0 0,-1-1 1 0 0,1 1-1 0 0,0-1 1 0 0,-1 1-1 0 0,1-1 1 0 0,-1 1-1 0 0,1 0 1 0 0,0-1-1 0 0,-1 1 1 0 0,1 0-1 0 0,0 0 1 0 0,-1 0-1 0 0,1-1 1 0 0,0 1-1 0 0,0 0 1 0 0,-1 0-1 0 0,1 0 1 0 0,0 0-1 0 0,-1 0 1 0 0,1 0-1 0 0,0 0 1 0 0,0 1-1 0 0,-1-1 1 0 0,1 0-1 0 0,0 0 1 0 0,-1 0-1 0 0,1 1 1 0 0,0-1-1 0 0,-1 0 1 0 0,1 1-1 0 0,0-1 1 0 0,-1 1-1 0 0,1-1 1 0 0,-1 0-1 0 0,1 1 1 0 0,-1-1-1 0 0,1 1 1 0 0,-1 0-1 0 0,1-1 1 0 0,-1 1-1 0 0,0-1 1 0 0,1 1-1 0 0,-1 0 1 0 0,0-1-1 0 0,1 1 1 0 0,-1 0-1 0 0,0-1 1 0 0,0 1-1 0 0,0 0 1 0 0,0-1-1 0 0,1 1 1 0 0,-1 0-55 0 0,7 8 138 0 0,38 48 1166 0 0,-1 1 0 0 0,-4 2-1 0 0,27 55-1303 0 0,37 45 1121 0 0,-26-29-251 0 0,-78-131-856 0 0,0 1 0 0 0,0-1 0 0 0,0 1 0 0 0,1-1 0 0 0,-1 1 0 0 0,0-1 0 0 0,0 1 0 0 0,1-1-1 0 0,-1 1 1 0 0,0-1 0 0 0,1 1 0 0 0,-1-1 0 0 0,0 0 0 0 0,1 1 0 0 0,-1-1 0 0 0,1 0 0 0 0,-1 1 0 0 0,1-1 0 0 0,-1 0 0 0 0,1 1 0 0 0,-1-1 0 0 0,1 0 0 0 0,-1 0 0 0 0,1 0 0 0 0,-1 1 0 0 0,1-1 0 0 0,0 0 0 0 0,-1 0 0 0 0,1 0 0 0 0,-1 0 0 0 0,1 0 0 0 0,-1 0 0 0 0,1 0 0 0 0,-1 0 0 0 0,1 0 0 0 0,0-1 0 0 0,-1 1 0 0 0,1 0 0 0 0,-1 0 0 0 0,1 0 0 0 0,-1-1 0 0 0,1 1 0 0 0,-1 0 0 0 0,1 0 0 0 0,-1-1 0 0 0,1 1 0 0 0,-1 0 0 0 0,0-1 0 0 0,1 1 0 0 0,-1-1 0 0 0,1 1 0 0 0,-1-1 0 0 0,0 1 0 0 0,1 0 0 0 0,-1-1 0 0 0,0 1 0 0 0,0-1 0 0 0,0 0 0 0 0,1 1 0 0 0,-1-1 0 0 0,0 1 0 0 0,0-1 0 0 0,0 1 0 0 0,0-1 0 0 0,0 1 0 0 0,0-1 0 0 0,0 0 0 0 0,0 1 0 0 0,0-1 0 0 0,0 1-14 0 0,5-9-95 0 0,143-191 443 0 0,-12 58-312 0 0,-62 65 92 0 0,-20 15-212 0 0,-54 61-178 0 0,-1 0 0 0 0,0 0 0 0 0,0 1-1 0 0,1-1 1 0 0,-1 0 0 0 0,0 0 0 0 0,0 1 0 0 0,0-1-1 0 0,0 1 1 0 0,0-1 0 0 0,0 1 0 0 0,0-1-1 0 0,0 1 1 0 0,0 0 0 0 0,0-1 0 0 0,0 1-1 0 0,0 0 1 0 0,-1 0 0 0 0,1 0 0 0 0,0 0 0 0 0,0 0-1 0 0,0 0 1 0 0,0 0 0 0 0,0 0 0 0 0,0 0-1 0 0,0 0 1 0 0,0 1 0 0 0,-1-1 0 0 0,1 0-1 0 0,0 1 1 0 0,0-1 0 0 0,0 1 0 0 0,0-1 0 0 0,1 1-1 0 0,-1 0 1 0 0,0-1 0 0 0,0 1 0 0 0,0 0-1 0 0,0 0 263 0 0,-2 0-588 0 0,-6 0-2004 0 0,2 0-664 0 0,1 0-1689 0 0,-1 1 3427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09.636"/>
    </inkml:context>
    <inkml:brush xml:id="br0">
      <inkml:brushProperty name="width" value="0.05" units="cm"/>
      <inkml:brushProperty name="height" value="0.05" units="cm"/>
      <inkml:brushProperty name="color" value="#FFFFFF"/>
    </inkml:brush>
  </inkml:definitions>
  <inkml:trace contextRef="#ctx0" brushRef="#br0">1 231 2068 0 0,'0'0'1273'0'0,"0"0"-144"0"0,0 0-123 0 0,0 0-72 0 0,0 0 23 0 0,0 0-55 0 0,0 0-83 0 0,0 0-111 0 0,0 0-28 0 0,0 0-29 0 0,0 0 61 0 0,0 0-45 0 0,3 0-71 0 0,9 0-63 0 0,-9 0-19 0 0,-3 0 76 0 0,5-4 12 0 0,-1 1-456 0 0,-4 2-120 0 0,1 0 0 0 0,-1 1 1 0 0,0-1-1 0 0,1 1 0 0 0,-1-1 0 0 0,0 0 1 0 0,1 1-1 0 0,-1-1 0 0 0,1 1 0 0 0,-1-1 1 0 0,1 1-1 0 0,0 0 0 0 0,-1-1 0 0 0,1 1 1 0 0,-1 0-1 0 0,1-1 0 0 0,0 1 0 0 0,-1 0 1 0 0,1-1-1 0 0,0 1 0 0 0,-1 0 0 0 0,1 0 1 0 0,0 0-1 0 0,-1 0 0 0 0,1 0 0 0 0,0 0 1 0 0,0 0-1 0 0,-1 0 0 0 0,1 0 0 0 0,0 0 1 0 0,-1 0-1 0 0,1 0 0 0 0,0 1 0 0 0,-1-1 1 0 0,1 0-1 0 0,0 0 0 0 0,-1 1 0 0 0,1-1 1 0 0,-1 0-1 0 0,1 1 0 0 0,0-1 0 0 0,-1 1 1 0 0,1-1-1 0 0,-1 1 0 0 0,1-1 0 0 0,-1 1 1 0 0,1-1-1 0 0,-1 1 0 0 0,0-1 0 0 0,1 1 0 0 0,-1 0 1 0 0,0-1-1 0 0,1 1 0 0 0,-1 0-26 0 0,81 183 3288 0 0,6 28-1377 0 0,-42-131-965 0 0,-35-68-860 0 0,-10-12-74 0 0,0-1 0 0 0,0 1 0 0 0,0-1 0 0 0,0 1 0 0 0,0-1 0 0 0,0 0 0 0 0,0 1 0 0 0,0-1 0 0 0,1 0 0 0 0,-1 1 0 0 0,0-1 0 0 0,0 1 0 0 0,0-1 0 0 0,1 0 0 0 0,-1 1 0 0 0,0-1 0 0 0,0 0 0 0 0,1 0 0 0 0,-1 1 0 0 0,0-1 0 0 0,1 0 0 0 0,-1 0 0 0 0,0 1 0 0 0,1-1 0 0 0,-1 0 0 0 0,1 0 0 0 0,-1 0 0 0 0,0 1 0 0 0,1-1 0 0 0,-1 0 0 0 0,1 0 0 0 0,-1 0 0 0 0,0 0 0 0 0,1 0 0 0 0,-1 0 0 0 0,1 0 0 0 0,-1 0 0 0 0,0 0 0 0 0,1 0 0 0 0,-1 0 0 0 0,1 0 0 0 0,-1 0 0 0 0,0-1 0 0 0,1 1 0 0 0,-1 0 0 0 0,1 0 0 0 0,-1 0-1 0 0,0-1 1 0 0,1 1 0 0 0,-1 0 0 0 0,0 0 0 0 0,1-1 0 0 0,-1 1 0 0 0,0 0 0 0 0,0 0 0 0 0,1-1 0 0 0,-1 1 0 0 0,0 0 0 0 0,0-1 0 0 0,1 1 0 0 0,-1-1 0 0 0,0 1 0 0 0,0 0 0 0 0,0-1 0 0 0,0 1 0 0 0,0-1 0 0 0,1 1-12 0 0,9-41-59 0 0,5-7 100 0 0,-3 0 1 0 0,-2 0-1 0 0,-2-1 1 0 0,0-16-42 0 0,2-13-136 0 0,15-90-11 0 0,-15 68 72 0 0,-10 100 94 0 0,0 0-16 0 0,0 0-2 0 0,0 0-19 0 0,0-40-55 0 0,0 38 112 0 0,0 2-7 0 0,0 0-35 0 0,0 0-1 0 0,0-30-3504 0 0,-47 73-8434 0 0,25-7 7110 0 0,17-28 3567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16.446"/>
    </inkml:context>
    <inkml:brush xml:id="br0">
      <inkml:brushProperty name="width" value="0.05" units="cm"/>
      <inkml:brushProperty name="height" value="0.05" units="cm"/>
      <inkml:brushProperty name="color" value="#FFFFFF"/>
    </inkml:brush>
  </inkml:definitions>
  <inkml:trace contextRef="#ctx0" brushRef="#br0">0 52 2928 0 0,'7'32'5754'0'0,"-2"17"-3216"0"0,-3-17-1440 0 0,1 268 5300 0 0,-3-158-8036 0 0,-11-138-427 0 0,13-239-10342 0 0,9 158 11557 0 0</inkml:trace>
  <inkml:trace contextRef="#ctx0" brushRef="#br0" timeOffset="246.496">36 160 3828 0 0,'12'-82'3802'0'0,"-12"79"-3580"0"0,1 0-1 0 0,0 0 1 0 0,-1 0 0 0 0,1 0-1 0 0,0 0 1 0 0,1 0 0 0 0,-1 0-1 0 0,0 1 1 0 0,1-1 0 0 0,0 0-1 0 0,-1 1 1 0 0,1-1-1 0 0,0 1 1 0 0,0 0 0 0 0,0 0-1 0 0,1-1 1 0 0,-1 2 0 0 0,1-1-1 0 0,-1 0 1 0 0,1 0 0 0 0,-1 1-1 0 0,1-1 1 0 0,0 1 0 0 0,0 0-1 0 0,0 0 1 0 0,0 0 0 0 0,0 0-1 0 0,0 0 1 0 0,0 1 0 0 0,0 0-1 0 0,0-1 1 0 0,0 1-1 0 0,0 0 1 0 0,0 0 0 0 0,0 1-1 0 0,3 0-221 0 0,7 5 304 0 0,0 1-1 0 0,0 0 1 0 0,-1 2-1 0 0,0-1 1 0 0,-1 1-1 0 0,1 1 1 0 0,-2 0-1 0 0,1 0 0 0 0,-2 1 1 0 0,1 1-1 0 0,-2 0 1 0 0,1 0-1 0 0,-2 0 1 0 0,1 1-1 0 0,-2 0 0 0 0,0 1 1 0 0,0-1-1 0 0,-2 1 1 0 0,1 0-1 0 0,-2 0 1 0 0,0 1-1 0 0,0-1 1 0 0,-2 1-1 0 0,0 0 0 0 0,0 11-303 0 0,-3-17-26 0 0,1 1-1 0 0,-2-1 1 0 0,1 0-1 0 0,-1 0 0 0 0,-1 0 1 0 0,1 0-1 0 0,-1-1 1 0 0,-1 1-1 0 0,0-1 0 0 0,0 0 1 0 0,-1-1-1 0 0,1 1 0 0 0,-2-1 1 0 0,1 0-1 0 0,-1 0 1 0 0,0-1-1 0 0,0 0 0 0 0,-1 0 1 0 0,0-1-1 0 0,0 0 1 0 0,0 0-1 0 0,-1-1 0 0 0,1 0 1 0 0,-2-1 26 0 0,-61 12-5717 0 0,65-17 3701 0 0,5 1 1903 0 0,-2-1-359 0 0,0 1 0 0 0,0-1 0 0 0,0 0 0 0 0,0 0 0 0 0,1 0 0 0 0,-1-1 0 0 0,1 1 0 0 0,0 0 0 0 0,0-1 0 0 0,0 0 0 0 0,0 1 0 0 0,0-1 0 0 0,0 0 0 0 0,1 0 0 0 0,-1 0 0 0 0,1 0 0 0 0,0 0 0 0 0,0 0 0 0 0,0-1-1 0 0,0 1 1 0 0,0 0 0 0 0,1 0 0 0 0,0-1 0 0 0,-1 1 0 0 0,2-3 472 0 0,-1 5-1358 0 0</inkml:trace>
  <inkml:trace contextRef="#ctx0" brushRef="#br0" timeOffset="511.449">482 106 1780 0 0,'7'3'8469'0'0,"-4"36"-4487"0"0,-15 96-201 0 0,-19 38-768 0 0,30-169-2965 0 0,1-1 0 0 0,0 1-1 0 0,0-1 1 0 0,0 0-1 0 0,1 1 1 0 0,-1-1 0 0 0,1 1-1 0 0,0-1 1 0 0,0 0 0 0 0,0 0-1 0 0,0 0 1 0 0,1 1 0 0 0,-1-1-1 0 0,1 0 1 0 0,0-1-1 0 0,0 1 1 0 0,0 0 0 0 0,0 0-1 0 0,0-1 1 0 0,0 1 0 0 0,1-1-1 0 0,0 0 1 0 0,-1 0 0 0 0,1 0-1 0 0,0 0 1 0 0,0 0-1 0 0,0-1 1 0 0,0 1 0 0 0,0-1-1 0 0,0 0 1 0 0,0 0 0 0 0,1 0-1 0 0,0 0-47 0 0,119 18-126 0 0,-47-33-1100 0 0,-55 5 650 0 0,23-15-4167 0 0,-26-18-8062 0 0,-18 40 11272 0 0</inkml:trace>
  <inkml:trace contextRef="#ctx0" brushRef="#br0" timeOffset="762.526">549 86 1172 0 0,'11'-11'7069'0'0,"26"8"-4340"0"0,-20 3-2529 0 0,-4 0-6223 0 0,-4 9 3857 0 0,-9-4 573 0 0</inkml:trace>
  <inkml:trace contextRef="#ctx0" brushRef="#br0" timeOffset="914.531">510 306 1528 0 0,'10'38'9302'0'0,"29"-17"-5813"0"0,105-16-157 0 0,-70-28-6484 0 0,-72 23 2374 0 0,-2 0-936 0 0,0 0-145 0 0,11 7-5991 0 0,-9-3 6440 0 0</inkml:trace>
  <inkml:trace contextRef="#ctx0" brushRef="#br0" timeOffset="1427.576">968 116 2396 0 0,'1'0'186'0'0,"-1"0"1"0"0,0 1-1 0 0,0-1 0 0 0,0 0 0 0 0,0 0 0 0 0,1 1 0 0 0,-1-1 1 0 0,0 0-1 0 0,0 0 0 0 0,0 0 0 0 0,1 1 0 0 0,-1-1 0 0 0,0 0 1 0 0,0 0-1 0 0,1 0 0 0 0,-1 0 0 0 0,0 0 0 0 0,1 0 0 0 0,-1 1 1 0 0,0-1-1 0 0,0 0 0 0 0,1 0 0 0 0,-1 0 0 0 0,0 0 0 0 0,1 0 1 0 0,-1 0-1 0 0,0 0 0 0 0,0 0 0 0 0,1 0 0 0 0,-1 0 0 0 0,0-1 1 0 0,1 1-1 0 0,-1 0 0 0 0,0 0 0 0 0,0 0 0 0 0,1 0 1 0 0,-1 0-1 0 0,0 0 0 0 0,0-1 0 0 0,1 1 0 0 0,-1 0 0 0 0,0 0 1 0 0,0 0-1 0 0,0-1 0 0 0,1 1 0 0 0,-1 0 0 0 0,0 0 0 0 0,0-1-186 0 0,14 104 4460 0 0,-36 48-2296 0 0,11-94-1464 0 0,-16 109-507 0 0,22-184-5955 0 0,36-157-3882 0 0,-25 139 8037 0 0</inkml:trace>
  <inkml:trace contextRef="#ctx0" brushRef="#br0" timeOffset="1819.581">1040 68 1228 0 0,'1'-4'455'0'0,"1"0"0"0"0,-1 1 0 0 0,1-1 0 0 0,0 0 0 0 0,0 1-1 0 0,0-1 1 0 0,1 1 0 0 0,-1 0 0 0 0,1 0 0 0 0,0 0 0 0 0,0 0 0 0 0,0 0 0 0 0,0 1 0 0 0,0-1-1 0 0,1 1 1 0 0,-1 0 0 0 0,1 0 0 0 0,0 0 0 0 0,-1 1 0 0 0,1-1 0 0 0,0 1 0 0 0,1-1-455 0 0,2 1 324 0 0,-1-1 0 0 0,1 1 0 0 0,-1 1 0 0 0,1-1 0 0 0,0 1 0 0 0,-1 0 0 0 0,1 1 1 0 0,0-1-1 0 0,-1 1 0 0 0,1 1 0 0 0,-1-1 0 0 0,1 1 0 0 0,-1 0 0 0 0,0 1 0 0 0,0-1 1 0 0,5 4-325 0 0,-4-3 144 0 0,-2-1-29 0 0,0-1 1 0 0,0 1 0 0 0,0 0-1 0 0,0 0 1 0 0,-1 0 0 0 0,1 0 0 0 0,-1 1-1 0 0,1 0 1 0 0,-1 0 0 0 0,0 0-1 0 0,0 1 1 0 0,0 0 0 0 0,-1-1 0 0 0,1 1-1 0 0,-1 0 1 0 0,0 0 0 0 0,0 1-1 0 0,-1-1 1 0 0,1 1 0 0 0,-1-1 0 0 0,0 1-1 0 0,0 0 1 0 0,0 0 0 0 0,-1 0-1 0 0,0 0 1 0 0,0 0 0 0 0,1 3-116 0 0,-3 2 8 0 0,0-1 0 0 0,0 0 0 0 0,0 0 0 0 0,-2 1 0 0 0,1-1 1 0 0,-1-1-1 0 0,0 1 0 0 0,0 0 0 0 0,-1-1 0 0 0,-1 0 0 0 0,1 0 0 0 0,-1 0 1 0 0,-1 0-1 0 0,1-1 0 0 0,-6 5-8 0 0,-7 7 11 0 0,0-2-1 0 0,-1 0 1 0 0,-1-1 0 0 0,-1-1 0 0 0,0-1-1 0 0,-1 0 1 0 0,-4 0-11 0 0,-13 1 659 0 0,39-15-499 0 0,0 0 11 0 0,16 4 139 0 0,11 5-158 0 0,0 1 0 0 0,0 1 0 0 0,-1 1-1 0 0,0 1 1 0 0,-1 1 0 0 0,3 4-152 0 0,-21-14-140 0 0,0 1-1 0 0,0-1 1 0 0,0 1 0 0 0,-1 0 0 0 0,0 1-1 0 0,0-1 1 0 0,0 1 0 0 0,-1 0 0 0 0,0 1-1 0 0,0-1 1 0 0,0 1 0 0 0,-1 0-1 0 0,0 0 1 0 0,0 1 0 0 0,-1-1 0 0 0,0 1-1 0 0,-1 0 1 0 0,1 2 140 0 0,-3-9-1089 0 0,-2 4 47 0 0,-12 18-618 0 0,-30-5-5387 0 0,-34-23 847 0 0,28-17 4673 0 0</inkml:trace>
  <inkml:trace contextRef="#ctx0" brushRef="#br0" timeOffset="2835.799">65 456 1860 0 0,'-31'19'8493'0'0,"22"21"-6730"0"0,-9-9-2595 0 0,18-31 785 0 0,0 0 26 0 0,0 0 27 0 0,0 0-52 0 0,0 0 20 0 0,0 0-14 0 0,0 0-22 0 0,9 9 760 0 0,45 3 1681 0 0,-2-13-1461 0 0,-51 1-897 0 0,9-8 8 0 0,14-6-130 0 0,-11 6-594 0 0,10-7-1385 0 0,-22 1-6409 0 0,-2 15 7125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13.875"/>
    </inkml:context>
    <inkml:brush xml:id="br0">
      <inkml:brushProperty name="width" value="0.05" units="cm"/>
      <inkml:brushProperty name="height" value="0.05" units="cm"/>
      <inkml:brushProperty name="color" value="#FFFFFF"/>
    </inkml:brush>
  </inkml:definitions>
  <inkml:trace contextRef="#ctx0" brushRef="#br0">1 91 1392 0 0,'0'0'1302'0'0,"0"-3"-103"0"0,0 10 6777 0 0,0 92-6404 0 0,7 230 148 0 0,-5-317-1671 0 0,0 0 0 0 0,1-1 1 0 0,0 1-1 0 0,1-1 0 0 0,0 1 0 0 0,1-1 1 0 0,0 0-1 0 0,1-1 0 0 0,0 1 0 0 0,1-1 1 0 0,0-1-1 0 0,0 1 0 0 0,1-1 0 0 0,1 0 1 0 0,-1-1-1 0 0,1 0 0 0 0,2 1-49 0 0,4-2 81 0 0,0-1 0 0 0,0-1-1 0 0,0 0 1 0 0,1-1 0 0 0,-1-1-1 0 0,1 0 1 0 0,0-1 0 0 0,0-1-1 0 0,0-1 1 0 0,0 0 0 0 0,8-1-81 0 0,-19 1 5 0 0,52-21 209 0 0,-33 6-169 0 0,-12 7-120 0 0,1-1 0 0 0,-1-1 0 0 0,-1 0 0 0 0,0 0 0 0 0,0-1 0 0 0,-1 0 0 0 0,-1-1 0 0 0,0-1 1 0 0,0 1-1 0 0,-1-1 0 0 0,-1 0 0 0 0,0-1 0 0 0,-1 0 0 0 0,0 0 0 0 0,-1-1 0 0 0,-1 1 0 0 0,0-1 0 0 0,0-5 75 0 0,-3 6-248 0 0,0 0 0 0 0,0 0 0 0 0,-1 0 0 0 0,-1 0 0 0 0,-1 0 0 0 0,0 0 0 0 0,0 0 0 0 0,-2 0 0 0 0,-3-11 248 0 0,-13-41-1097 0 0,12 38-740 0 0,-2 0-3466 0 0,6 20 2376 0 0,3 3 1602 0 0</inkml:trace>
  <inkml:trace contextRef="#ctx0" brushRef="#br0" timeOffset="394.056">781 175 2012 0 0,'0'88'8429'0'0,"0"115"-5313"0"0,-15-81-2392 0 0,6-50-777 0 0,3-56-1187 0 0,-5-31-6114 0 0,9-22 4242 0 0,1 8 1626 0 0</inkml:trace>
  <inkml:trace contextRef="#ctx0" brushRef="#br0" timeOffset="710.64">792 54 2356 0 0,'2'-4'393'0'0,"0"1"0"0"0,0-1 0 0 0,0 1-1 0 0,0 0 1 0 0,0 0 0 0 0,1 0 0 0 0,-1 0 0 0 0,1 0-1 0 0,0 1 1 0 0,0-1 0 0 0,0 1 0 0 0,0-1 0 0 0,0 1-1 0 0,0 0 1 0 0,1 1 0 0 0,-1-1 0 0 0,1 0-1 0 0,-1 1 1 0 0,1 0 0 0 0,0 0 0 0 0,0 0 0 0 0,-1 0-1 0 0,1 1 1 0 0,0-1 0 0 0,0 1 0 0 0,0 0 0 0 0,-1 0-1 0 0,1 0 1 0 0,0 1 0 0 0,3 0-393 0 0,6 4 340 0 0,0 0-1 0 0,0 0 1 0 0,-1 1 0 0 0,0 1 0 0 0,0 0-1 0 0,-1 1 1 0 0,1 0 0 0 0,-2 1 0 0 0,1 0-1 0 0,-1 0 1 0 0,-1 1 0 0 0,9 11-340 0 0,-15-17 146 0 0,1 0 0 0 0,-1 1-1 0 0,0-1 1 0 0,0 0 0 0 0,0 1 0 0 0,-1 0-1 0 0,0 0 1 0 0,0 0 0 0 0,0 0 0 0 0,0 0-1 0 0,-1 0 1 0 0,0 0 0 0 0,0 0 0 0 0,0 0-1 0 0,-1 1 1 0 0,0-1 0 0 0,0 0 0 0 0,0 1-1 0 0,-1-1 1 0 0,1 0 0 0 0,-2 3-146 0 0,-1 3 66 0 0,-1-1-1 0 0,0 0 1 0 0,0 0 0 0 0,-1-1-1 0 0,0 1 1 0 0,-1-1 0 0 0,0 0 0 0 0,0-1-1 0 0,-1 1 1 0 0,0-1 0 0 0,-3 2-66 0 0,-107 51-916 0 0,94-52 174 0 0,22-9 427 0 0,-1 1 1 0 0,1-1 0 0 0,-1 1 0 0 0,1-1 0 0 0,-1 0 0 0 0,1 1 0 0 0,-1-1-1 0 0,1 0 1 0 0,-1 0 0 0 0,1 0 0 0 0,-1 0 0 0 0,1-1 0 0 0,-1 1 0 0 0,1 0-1 0 0,0 0 1 0 0,-1-1 0 0 0,1 1 0 0 0,-1-1 0 0 0,1 0 0 0 0,0 1 0 0 0,-1-1-1 0 0,1 0 1 0 0,0 0 0 0 0,0 0 0 0 0,-1 0 0 0 0,1 0 0 0 0,0 0 0 0 0,0 0-1 0 0,0 0 1 0 0,0 0 0 0 0,0 0 0 0 0,1-1 0 0 0,-1 1 0 0 0,0 0 0 0 0,0-1 0 0 0,1 1-1 0 0,-1 0 1 0 0,1-1 0 0 0,-1 1 0 0 0,1-1 0 0 0,0 1 0 0 0,0-1 0 0 0,-1 1-1 0 0,1-1 1 0 0,0 1 0 0 0,0-1 0 0 0,1 1 0 0 0,-1-1 314 0 0,2-2-1532 0 0,2-1-64 0 0</inkml:trace>
  <inkml:trace contextRef="#ctx0" brushRef="#br0" timeOffset="1115.319">1324 156 1504 0 0,'-1'37'7547'0'0,"-2"3"-3430"0"0,-25 153-783 0 0,6 3-122 0 0,23-193-3178 0 0,-1 0 1 0 0,1-1 0 0 0,0 1-1 0 0,0 0 1 0 0,1-1 0 0 0,-1 0-1 0 0,0 1 1 0 0,1-1 0 0 0,0 0-1 0 0,-1 0 1 0 0,1 1 0 0 0,0-2-1 0 0,0 1 1 0 0,0 0-1 0 0,1 0 1 0 0,-1 0 0 0 0,0-1-1 0 0,1 0 1 0 0,-1 1 0 0 0,0-1-1 0 0,1 0 1 0 0,0 0 0 0 0,-1 0-1 0 0,1 0 1 0 0,0-1 0 0 0,-1 1-1 0 0,2-1-34 0 0,79 13 582 0 0,42-13-998 0 0,-50-24-3302 0 0,-24-9-10608 0 0,-45 28 12795 0 0</inkml:trace>
  <inkml:trace contextRef="#ctx0" brushRef="#br0" timeOffset="1542.149">1848 286 848 0 0,'-38'21'8466'0'0,"3"46"-5972"0"0,31-57-1778 0 0,-3 8-180 0 0,2 1 1 0 0,0 1 0 0 0,1-1-1 0 0,1 0 1 0 0,1 1 0 0 0,1 0-1 0 0,0 0 1 0 0,2 3-537 0 0,-1-15 100 0 0,1 0 0 0 0,1 1 0 0 0,-1-1 0 0 0,1-1 0 0 0,0 1 0 0 0,1 0 0 0 0,0 0 0 0 0,0-1 0 0 0,1 0 0 0 0,0 0 0 0 0,0 0 0 0 0,0 0 0 0 0,1 0 0 0 0,5 5-100 0 0,-5-7 76 0 0,-1-1-1 0 0,1 1 1 0 0,0-1-1 0 0,1 0 1 0 0,-1 0-1 0 0,1 0 1 0 0,0-1 0 0 0,-1 1-1 0 0,1-1 1 0 0,1-1-1 0 0,-1 0 1 0 0,0 1-1 0 0,1-2 1 0 0,-1 1 0 0 0,1-1-1 0 0,0 0 1 0 0,-1 0-1 0 0,1-1 1 0 0,0 0-1 0 0,0 0-75 0 0,0-1 24 0 0,0-1-1 0 0,0 0 0 0 0,-1 0 1 0 0,1 0-1 0 0,-1-1 0 0 0,1 0 1 0 0,-1 0-1 0 0,0-1 0 0 0,0 1 1 0 0,-1-1-1 0 0,1-1 0 0 0,-1 1 1 0 0,0-1-1 0 0,0 0-23 0 0,1 0 16 0 0,9-11 63 0 0,0 0-1 0 0,-1-2 1 0 0,-1 1 0 0 0,0-2-1 0 0,-1 0 1 0 0,-1 0-1 0 0,-2-1 1 0 0,1-1 0 0 0,-2 1-1 0 0,5-22-78 0 0,-9 32 63 0 0,-1 1 0 0 0,-1-1 0 0 0,0 0 0 0 0,0 0 0 0 0,-1 0 0 0 0,0-1 0 0 0,0 1 0 0 0,-2 0 0 0 0,1 0 0 0 0,-1 0-1 0 0,0 0 1 0 0,-1 0 0 0 0,-1 0 0 0 0,1 0 0 0 0,-1 0 0 0 0,-1 1 0 0 0,0-1 0 0 0,0 1 0 0 0,-1 0 0 0 0,0 0 0 0 0,-2-2-63 0 0,1 5 12 0 0,0 0 0 0 0,0-1-1 0 0,-1 2 1 0 0,1-1 0 0 0,-1 1 0 0 0,0 0 0 0 0,-1 0 0 0 0,1 1 0 0 0,-1 0 0 0 0,0 1 0 0 0,0-1 0 0 0,0 1 0 0 0,0 1 0 0 0,-1 0 0 0 0,1 0 0 0 0,-2 0-12 0 0,-52-4-2642 0 0,57 9 1615 0 0,-10 13-477 0 0,-1 39-11863 0 0,16-45 11809 0 0</inkml:trace>
  <inkml:trace contextRef="#ctx0" brushRef="#br0" timeOffset="1851.724">2409 217 2524 0 0,'1'9'7510'0'0,"-6"15"-5118"0"0,-8 33-723 0 0,-3-1-1 0 0,-2-1 0 0 0,-3-1 0 0 0,-24 44-1668 0 0,-34 69-136 0 0,62-144-1609 0 0,19-35-371 0 0,111-288-10328 0 0,-99 263 11034 0 0</inkml:trace>
  <inkml:trace contextRef="#ctx0" brushRef="#br0" timeOffset="2101.765">2398 252 1228 0 0,'5'-9'471'0'0,"-5"7"-287"0"0,1 0 0 0 0,-1 0 0 0 0,0 0 1 0 0,1 0-1 0 0,-1 1 0 0 0,1-1 0 0 0,0 0 1 0 0,0 0-1 0 0,0 1 0 0 0,0-1 1 0 0,0 0-1 0 0,0 1 0 0 0,0-1 0 0 0,0 1 1 0 0,1-1-1 0 0,-1 1 0 0 0,0 0 0 0 0,1-1 1 0 0,-1 1-1 0 0,1 0 0 0 0,0 0 1 0 0,-1 0-1 0 0,1 0 0 0 0,0 0 0 0 0,0 1 1 0 0,0-1-1 0 0,-1 1 0 0 0,1-1 0 0 0,0 1 1 0 0,0-1-1 0 0,0 1 0 0 0,0 0 0 0 0,0 0 1 0 0,0 0-1 0 0,0 0 0 0 0,0 0 1 0 0,0 0-1 0 0,-1 1 0 0 0,1-1 0 0 0,0 1 1 0 0,0-1-1 0 0,0 1 0 0 0,1 0-184 0 0,6 10 558 0 0,0 1 1 0 0,0 0-1 0 0,-1 0 0 0 0,0 1 1 0 0,-1 0-1 0 0,-1 0 0 0 0,0 1 0 0 0,0-1 1 0 0,-2 1-1 0 0,2 6-558 0 0,0-2 415 0 0,58 219 3064 0 0,-42-118-3611 0 0,-19-68-4675 0 0,-21-49-2993 0 0,-4-24 4470 0 0,5 4 1688 0 0</inkml:trace>
  <inkml:trace contextRef="#ctx0" brushRef="#br0" timeOffset="2305.24">2425 533 1060 0 0,'-43'-59'9893'0'0,"48"59"-6087"0"0,31-1-880 0 0,46 7-1793 0 0,-24-7-5014 0 0,-4 0-8139 0 0,-45 1 10643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21.126"/>
    </inkml:context>
    <inkml:brush xml:id="br0">
      <inkml:brushProperty name="width" value="0.05" units="cm"/>
      <inkml:brushProperty name="height" value="0.05" units="cm"/>
      <inkml:brushProperty name="color" value="#FFFFFF"/>
    </inkml:brush>
  </inkml:definitions>
  <inkml:trace contextRef="#ctx0" brushRef="#br0">46 169 2212 0 0,'0'0'1686'0'0,"0"0"-218"0"0,0 0-163 0 0,0 0-1 0 0,0 0-135 0 0,0 0-72 0 0,0 0-97 0 0,0 0-139 0 0,0 0-88 0 0,-3 3-83 0 0,-3 11-369 0 0,0 0 1 0 0,1 1-1 0 0,1-1 0 0 0,0 1 0 0 0,0 0 1 0 0,2 0-1 0 0,0 0 0 0 0,1 0 0 0 0,0 9-321 0 0,-1-3 242 0 0,-3 107 1020 0 0,6-115-1221 0 0,0-1 0 0 0,1 0 0 0 0,1 1 0 0 0,0-1 0 0 0,0-1 0 0 0,1 1 0 0 0,1 0-1 0 0,0-1 1 0 0,5 7-41 0 0,-7-11 31 0 0,0-1-12 0 0,0-1 0 0 0,0 1 0 0 0,1-1 0 0 0,-1 0 0 0 0,1 0 0 0 0,0 0 0 0 0,1-1 0 0 0,-1 1 1 0 0,1-1-1 0 0,0 0 0 0 0,0-1 0 0 0,0 1 0 0 0,1-1 0 0 0,-1 0 0 0 0,1 0 0 0 0,0-1 0 0 0,0 1 0 0 0,0-1 0 0 0,0 0 0 0 0,0-1 0 0 0,0 0 0 0 0,0 0 0 0 0,1 0 0 0 0,-1-1 0 0 0,0 0 0 0 0,1 0 1 0 0,-1 0-1 0 0,0-1 0 0 0,0 0 0 0 0,1 0 0 0 0,2-1-19 0 0,13-6 41 0 0,-1-1 1 0 0,0-1-1 0 0,0 0 0 0 0,-1-2 1 0 0,-1 0-1 0 0,0-1 1 0 0,17-15-42 0 0,-33 25 9 0 0,13-9-101 0 0,-1-2-1 0 0,-1 1 0 0 0,0-2 0 0 0,0 0 0 0 0,-2-1 0 0 0,0 0 0 0 0,0 0 0 0 0,-2-2 0 0 0,0 1 0 0 0,-1-2 93 0 0,-2 1-558 0 0,-2-1-1 0 0,0 0 0 0 0,-1-1 1 0 0,0 1-1 0 0,-2-1 1 0 0,0 1-1 0 0,-2-9 559 0 0,-38-39-5795 0 0,26 53 705 0 0,9 10 3509 0 0</inkml:trace>
  <inkml:trace contextRef="#ctx0" brushRef="#br0" timeOffset="376.025">737 172 1948 0 0,'7'11'7241'0'0,"-2"17"-4978"0"0,-4-19-1158 0 0,2 278 4652 0 0,-19-200-6143 0 0,10-60-1661 0 0,-2-12-2180 0 0,8-14 3599 0 0,-1-8-4377 0 0,0-10 1954 0 0,2 8 1417 0 0</inkml:trace>
  <inkml:trace contextRef="#ctx0" brushRef="#br0" timeOffset="686.976">760 244 1088 0 0,'0'-3'614'0'0,"0"-1"0"0"0,0 0-1 0 0,0 0 1 0 0,1 1 0 0 0,-1-1 0 0 0,1 0-1 0 0,0 1 1 0 0,0-1 0 0 0,0 0 0 0 0,1 1-1 0 0,-1 0 1 0 0,1-1 0 0 0,0 1 0 0 0,0 0-1 0 0,0 0 1 0 0,0 0 0 0 0,1 0 0 0 0,-1 0-1 0 0,2-1-613 0 0,0 1 323 0 0,0 0-1 0 0,1 1 1 0 0,-1 0-1 0 0,0 0 1 0 0,1 0-1 0 0,-1 0 1 0 0,1 1-1 0 0,0-1 0 0 0,0 1 1 0 0,-1 0-1 0 0,1 1 1 0 0,0-1-1 0 0,0 1 1 0 0,0 0-1 0 0,0 0-322 0 0,14 3 404 0 0,0 0 0 0 0,0 1 0 0 0,-1 1 0 0 0,1 1 0 0 0,-1 1-1 0 0,0 0 1 0 0,-1 1 0 0 0,0 1 0 0 0,0 1 0 0 0,-1 0 0 0 0,5 5-404 0 0,-20-14 54 0 0,1 0 0 0 0,-1 0 0 0 0,0 1 0 0 0,0-1 0 0 0,0 0 0 0 0,1 1 0 0 0,-1-1 0 0 0,-1 1 0 0 0,1-1 0 0 0,0 1 0 0 0,0-1 0 0 0,0 1 0 0 0,-1 0 0 0 0,1 0 0 0 0,-1-1 0 0 0,0 1 0 0 0,1 0 0 0 0,-1 0 0 0 0,0-1 0 0 0,0 1 0 0 0,0 0 1 0 0,0 0-1 0 0,0-1 0 0 0,0 1 0 0 0,-1 0 0 0 0,1 0 0 0 0,-1-1 0 0 0,1 1 0 0 0,-1 0 0 0 0,0-1 0 0 0,1 1 0 0 0,-1 0 0 0 0,0-1 0 0 0,0 1 0 0 0,0-1 0 0 0,0 0 0 0 0,0 1 0 0 0,-1-1 0 0 0,1 0 0 0 0,-1 1-54 0 0,-55 54 342 0 0,-113 43-2055 0 0,132-89-1182 0 0,36-10 1601 0 0,2 0-747 0 0,0 0-69 0 0,-9-35-5287 0 0,40-13 2856 0 0,-14 32 3068 0 0</inkml:trace>
  <inkml:trace contextRef="#ctx0" brushRef="#br0" timeOffset="951.824">1443 0 1164 0 0,'41'4'10032'0'0,"15"37"-7097"0"0,-50-36-2255 0 0,33 39 1882 0 0,-29-8-5212 0 0,-10-36 956 0 0,0 2-138 0 0,-38 45-3776 0 0,8-21 2585 0 0,14-12 1653 0 0</inkml:trace>
  <inkml:trace contextRef="#ctx0" brushRef="#br0" timeOffset="1184.578">1313 285 1468 0 0,'0'0'257'0'0,"1"0"-1"0"0,-1 1 0 0 0,0-1 1 0 0,1 0-1 0 0,-1 1 1 0 0,0-1-1 0 0,0 0 1 0 0,1 1-1 0 0,-1-1 0 0 0,0 1 1 0 0,0-1-1 0 0,1 0 1 0 0,-1 1-1 0 0,0-1 1 0 0,0 1-1 0 0,0-1 1 0 0,0 1-1 0 0,0-1 0 0 0,0 1 1 0 0,0-1-1 0 0,0 1 1 0 0,0-1-1 0 0,0 0 1 0 0,0 1-1 0 0,0-1 0 0 0,0 1 1 0 0,0-1-1 0 0,0 1 1 0 0,0-1-1 0 0,-1 1 1 0 0,1-1-1 0 0,0 0 0 0 0,0 1 1 0 0,-1-1-1 0 0,1 1 1 0 0,0-1-1 0 0,0 0 1 0 0,-1 1-1 0 0,1-1 0 0 0,0 0 1 0 0,-1 1-1 0 0,1-1 1 0 0,0 0-1 0 0,-1 0 1 0 0,1 1-1 0 0,-1-1 1 0 0,1 0-1 0 0,0 0 0 0 0,-1 0 1 0 0,1 0-1 0 0,-1 1 1 0 0,1-1-1 0 0,-1 0 1 0 0,1 0-257 0 0,41 11 2850 0 0,211 4 577 0 0,-210-15-4999 0 0,-19-20-2602 0 0,-54 32-865 0 0,-67 38-1839 0 0,71-36 5344 0 0</inkml:trace>
  <inkml:trace contextRef="#ctx0" brushRef="#br0" timeOffset="1388.51">1371 450 1372 0 0,'-41'18'7923'0'0,"45"-16"-4008"0"0,16-4-1919 0 0,150-20 1711 0 0,-46 0-3288 0 0,-125 22-842 0 0,1-1 0 0 0,0 1 0 0 0,0-1 0 0 0,-1 1 0 0 0,1-1 0 0 0,0 1 0 0 0,0-1 0 0 0,0 0 0 0 0,-1 1-1 0 0,1-1 1 0 0,0 1 0 0 0,0-1 0 0 0,0 1 0 0 0,0-1 0 0 0,0 0 0 0 0,0 1 0 0 0,0-1 0 0 0,1 1 0 0 0,-1-1 0 0 0,0 1 0 0 0,0-1 0 0 0,0 1 0 0 0,0-1 0 0 0,1 1 0 0 0,-1-1 0 0 0,0 1 0 0 0,1-1 0 0 0,-1 1 0 0 0,0-1 0 0 0,1 1 0 0 0,-1-1 0 0 0,0 1 0 0 0,1 0 0 0 0,-1-1 0 0 0,1 1 0 0 0,-1 0 0 0 0,1-1 0 0 0,-1 1 0 0 0,1 0 423 0 0,-8-4-1362 0 0</inkml:trace>
  <inkml:trace contextRef="#ctx0" brushRef="#br0" timeOffset="1654.815">1557 312 1336 0 0,'0'-1'140'0'0,"0"1"0"0"0,-1 0 0 0 0,1-1 0 0 0,0 1 0 0 0,-1-1-1 0 0,1 1 1 0 0,0 0 0 0 0,-1 0 0 0 0,1-1 0 0 0,0 1 0 0 0,-1 0 0 0 0,1 0 0 0 0,-1-1-1 0 0,1 1 1 0 0,-1 0 0 0 0,1 0 0 0 0,-1 0 0 0 0,1 0 0 0 0,-1 0 0 0 0,1 0 0 0 0,-1 0-1 0 0,1 0 1 0 0,-1 0 0 0 0,1 0 0 0 0,0 0 0 0 0,-1 0 0 0 0,1 0 0 0 0,-1 0 0 0 0,1 0-1 0 0,-1 0 1 0 0,1 1 0 0 0,-1-1 0 0 0,1 0 0 0 0,-1 0 0 0 0,1 0 0 0 0,0 1 0 0 0,-1-1-1 0 0,1 0 1 0 0,0 1 0 0 0,-1-1 0 0 0,1 0 0 0 0,0 1 0 0 0,-1-1 0 0 0,1 0 0 0 0,0 1 0 0 0,-1-1-1 0 0,1 1 1 0 0,0-1 0 0 0,0 1 0 0 0,0-1 0 0 0,-1 1 0 0 0,1-1 0 0 0,0 0 0 0 0,0 1-1 0 0,0-1 1 0 0,0 1 0 0 0,0-1 0 0 0,0 1 0 0 0,0-1 0 0 0,0 1 0 0 0,0-1 0 0 0,0 1-1 0 0,0-1 1 0 0,0 1 0 0 0,1-1 0 0 0,-1 1 0 0 0,0-1 0 0 0,0 1-140 0 0,4 45 1930 0 0,-3-37-1611 0 0,-3 123 1606 0 0,-33-13-3306 0 0,30-108 565 0 0,-1-1 0 0 0,-1 0 1 0 0,0 0-1 0 0,0 0 0 0 0,-1-1 0 0 0,0 0 0 0 0,0-1 0 0 0,-1 0 0 0 0,0 0 0 0 0,-1-1 0 0 0,0 0 0 0 0,-2 0 816 0 0,-4 2-1618 0 0</inkml:trace>
  <inkml:trace contextRef="#ctx0" brushRef="#br0" timeOffset="1905.321">1316 754 1756 0 0,'-19'-3'3270'0'0,"-1"0"5764"0"0,145-11-4158 0 0,-66 5-4004 0 0,1 2-1 0 0,0 4 1 0 0,0 2 0 0 0,6 3-872 0 0,13-2-190 0 0,33 22-989 0 0,-111-22 993 0 0,0 0 0 0 0,0 0 1 0 0,1 0-1 0 0,-1 1 0 0 0,0-1 0 0 0,0 0 0 0 0,0 1 1 0 0,1-1-1 0 0,-1 0 0 0 0,0 1 0 0 0,0-1 0 0 0,0 1 1 0 0,0 0-1 0 0,0-1 0 0 0,0 1 0 0 0,0 0 0 0 0,0 0 1 0 0,0 0-1 0 0,0-1 0 0 0,0 1 0 0 0,-1 0 1 0 0,1 0-1 0 0,0 0 0 0 0,-1 0 0 0 0,1 0 0 0 0,-1 1 1 0 0,1-1-1 0 0,-1 0 0 0 0,1 0 0 0 0,-1 0 0 0 0,0 0 1 0 0,1 1-1 0 0,-1-1 0 0 0,0 0 0 0 0,0 0 0 0 0,0 0 1 0 0,0 1-1 0 0,0-1 0 0 0,0 0 0 0 0,0 0 0 0 0,-1 1 1 0 0,1-1-1 0 0,0 0 0 0 0,-1 0 0 0 0,1 0 1 0 0,-1 0-1 0 0,1 1 0 0 0,-1-1 0 0 0,1 0 0 0 0,-1 0 1 0 0,0 0-1 0 0,0 0 0 0 0,1 0 0 0 0,-1-1 0 0 0,0 1 1 0 0,0 0-1 0 0,0 0 0 0 0,0 0 186 0 0,-61 44-5998 0 0,60-44 6042 0 0,-24 13-1316 0 0,1-1 12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27.507"/>
    </inkml:context>
    <inkml:brush xml:id="br0">
      <inkml:brushProperty name="width" value="0.05" units="cm"/>
      <inkml:brushProperty name="height" value="0.05" units="cm"/>
      <inkml:brushProperty name="color" value="#FFFFFF"/>
    </inkml:brush>
  </inkml:definitions>
  <inkml:trace contextRef="#ctx0" brushRef="#br0">146 35 1508 0 0,'0'-3'1288'0'0,"1"-1"-839"0"0,-6-24 7224 0 0,-8 38-7245 0 0,-80 112 2360 0 0,62-22-1963 0 0,27-65-662 0 0,4 79 426 0 0,3-102-560 0 0,-1-1 0 0 0,2 0 0 0 0,-1 0 0 0 0,2 0 0 0 0,-1 0 0 0 0,2-1 0 0 0,-1 0 0 0 0,1 0 0 0 0,1 0 0 0 0,0-1 0 0 0,0 0 0 0 0,5 4-29 0 0,-4-7 21 0 0,-1-2 0 0 0,1 1 0 0 0,0-1 0 0 0,0 0 0 0 0,1-1 0 0 0,-1 0 0 0 0,1 0 0 0 0,0 0 0 0 0,0-2 0 0 0,0 1 0 0 0,0-1 0 0 0,0 0 0 0 0,0-1 0 0 0,0 0 0 0 0,0 0 0 0 0,0-1-1 0 0,0 0 1 0 0,0-1 0 0 0,0 0 0 0 0,0 0 0 0 0,0-1 0 0 0,-1 0-21 0 0,9-6 24 0 0,-1-1 0 0 0,0-1 0 0 0,-1 0-1 0 0,-1-1 1 0 0,0 0 0 0 0,0-1 0 0 0,-1-1-1 0 0,-1 0 1 0 0,0-1 0 0 0,-1 0 0 0 0,-1-1 0 0 0,0 0-1 0 0,-1 0 1 0 0,-1-1 0 0 0,3-9-24 0 0,-9 22-3 0 0,1-2 8 0 0,-1-1-1 0 0,1 0 1 0 0,-1 1-1 0 0,0-1 1 0 0,0 0 0 0 0,-1 0-1 0 0,0 0 1 0 0,0 0-1 0 0,-1 0 1 0 0,0 0-1 0 0,0 0 1 0 0,-1 0 0 0 0,0 0-1 0 0,0-4-4 0 0,-3 1 56 0 0,-1 0 0 0 0,0 0 0 0 0,0 0-1 0 0,-1 1 1 0 0,0 0 0 0 0,0 0 0 0 0,-1 0-1 0 0,0 1 1 0 0,-1 0 0 0 0,0 1 0 0 0,0-1-1 0 0,-1 1 1 0 0,0 1 0 0 0,0 0 0 0 0,0 0 0 0 0,-1 1-1 0 0,0 0 1 0 0,0 0 0 0 0,0 1 0 0 0,-7-1-56 0 0,-42-9-81 0 0,17 12-2721 0 0,-14 22-1183 0 0,26 7-4341 0 0,30-23 6790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29.106"/>
    </inkml:context>
    <inkml:brush xml:id="br0">
      <inkml:brushProperty name="width" value="0.05" units="cm"/>
      <inkml:brushProperty name="height" value="0.05" units="cm"/>
      <inkml:brushProperty name="color" value="#FFFFFF"/>
    </inkml:brush>
  </inkml:definitions>
  <inkml:trace contextRef="#ctx0" brushRef="#br0">1 66 1756 0 0,'9'16'7335'0'0,"33"143"-1715"0"0,45 129-1171 0 0,-77-262-4040 0 0,-7-15-199 0 0,2 0 0 0 0,-1 0 0 0 0,1 0-1 0 0,1 0 1 0 0,0-1 0 0 0,0 0 0 0 0,1 0 0 0 0,0-1 0 0 0,1 0 0 0 0,1 0-210 0 0,6-7 1053 0 0,-1-19-941 0 0,0-1 1 0 0,-1-1-1 0 0,0 0 1 0 0,-2 0-1 0 0,0-1 1 0 0,-2-1-1 0 0,0 0 1 0 0,-1 0-1 0 0,1-9-112 0 0,8-13-166 0 0,47-114-1760 0 0,-46 82-3462 0 0,-18 73 3439 0 0,0 2 28 0 0,0-2-722 0 0,0-5 2070 0 0,3 2-6024 0 0,12-9 5147 0 0</inkml:trace>
  <inkml:trace contextRef="#ctx0" brushRef="#br0" timeOffset="408.048">562 151 1816 0 0,'1'6'7398'0'0,"2"10"-5126"0"0,2 79 2927 0 0,-5 47-2637 0 0,-1-65-1526 0 0,-21 77 138 0 0,22-78-146 0 0,2-74-1004 0 0,0 1 0 0 0,1 0-1 0 0,-1-1 1 0 0,1 0 0 0 0,-1 1-1 0 0,1-1 1 0 0,0 0 0 0 0,0 0-1 0 0,0-1 1 0 0,0 1-1 0 0,0 0 1 0 0,0-1 0 0 0,0 0-1 0 0,0 0 1 0 0,1 0 0 0 0,-1 0-1 0 0,0 0 1 0 0,1-1 0 0 0,-1 0-1 0 0,1 1 1 0 0,-1-1 0 0 0,1 0-1 0 0,-1-1 1 0 0,0 1-1 0 0,1-1 1 0 0,-1 1 0 0 0,1-1-24 0 0,-1 1 21 0 0,119-31-69 0 0,21-28-2322 0 0,-114 33-1594 0 0,-26 17-1086 0 0,-2 0-4081 0 0,-1 0 7701 0 0</inkml:trace>
  <inkml:trace contextRef="#ctx0" brushRef="#br0" timeOffset="677.098">627 99 836 0 0,'16'-20'8606'0'0,"32"15"-4511"0"0,-41 5-3617 0 0,22 0-2262 0 0,-10 0-3360 0 0,-17 0 3471 0 0,-2 0 65 0 0,0 0-14 0 0</inkml:trace>
  <inkml:trace contextRef="#ctx0" brushRef="#br0" timeOffset="915.208">603 283 1792 0 0,'-7'9'1413'0'0,"-15"44"7075"0"0,70-39-3009 0 0,-41-14-5219 0 0,201 1 2845 0 0,-189-1-5400 0 0,-17 0 1373 0 0,4 0-252 0 0,-3 0-2151 0 0,-2-1-3655 0 0,10-3 3976 0 0,-12 6 1767 0 0</inkml:trace>
  <inkml:trace contextRef="#ctx0" brushRef="#br0" timeOffset="1651.575">1128 114 2428 0 0,'-9'-8'8329'0'0,"25"9"-3605"0"0,187-5 929 0 0,-134 4-6794 0 0,-62-1-1898 0 0,-23 8 1178 0 0,-17 29 1771 0 0,7 56 786 0 0,6 58 89 0 0,-16 64-1788 0 0,-27-104-3127 0 0,27-96 2971 0 0,35-13 1383 0 0,1-1 64 0 0,-39-1 5690 0 0,66 8-3194 0 0,83-21-604 0 0,-43 1-2043 0 0,-55 12-2047 0 0,0-1-1 0 0,-1 0 1 0 0,1-1 0 0 0,-1 0-1 0 0,0 0 1 0 0,0-1 0 0 0,0-1-1 0 0,0 0 1 0 0,-1 0 0 0 0,6-5 1910 0 0,-10 6-1672 0 0</inkml:trace>
  <inkml:trace contextRef="#ctx0" brushRef="#br0" timeOffset="2149.256">1718 218 1868 0 0,'5'-5'6473'0'0,"1"23"-3392"0"0,-3 111 899 0 0,-43 61-2329 0 0,8-25-1719 0 0,24-146-2880 0 0,7-44-525 0 0,25-160-4304 0 0,-18 141 6138 0 0</inkml:trace>
  <inkml:trace contextRef="#ctx0" brushRef="#br0" timeOffset="2495.297">1713 331 1936 0 0,'2'-14'633'0'0,"2"1"-1"0"0,-1 0 1 0 0,2-1 0 0 0,-1 2-1 0 0,2-1 1 0 0,0 1-1 0 0,0-1 1 0 0,1 2-1 0 0,1-1 1 0 0,0 1 0 0 0,0 0-1 0 0,1 1 1 0 0,1 0-1 0 0,0 0 1 0 0,0 1 0 0 0,1 0-1 0 0,0 1 1 0 0,0 0-1 0 0,8-4-632 0 0,-14 11 194 0 0,0 0 0 0 0,-1 0-1 0 0,1 1 1 0 0,0-1 0 0 0,0 1 0 0 0,0 0-1 0 0,0 1 1 0 0,0-1 0 0 0,-1 1-1 0 0,1 0 1 0 0,0 0 0 0 0,0 0-1 0 0,-1 1 1 0 0,1-1 0 0 0,-1 1 0 0 0,1 0-1 0 0,-1 0 1 0 0,0 1 0 0 0,0 0-1 0 0,1 0-193 0 0,3 2 311 0 0,-1-2-166 0 0,-1 2-1 0 0,0-1 0 0 0,0 1 1 0 0,0 0-1 0 0,-1 0 0 0 0,0 0 1 0 0,0 1-1 0 0,0 0 0 0 0,-1 0 1 0 0,1 0-1 0 0,-2 0 0 0 0,1 1 1 0 0,-1 0-1 0 0,0 0 1 0 0,0 0-1 0 0,0 0 0 0 0,-1 0 1 0 0,0 0-1 0 0,-1 1 0 0 0,0-1 1 0 0,0 0-1 0 0,0 6-144 0 0,-25 61 99 0 0,14-56-109 0 0,3-6-28 0 0,0 0 0 0 0,-1 0 1 0 0,-1-1-1 0 0,0-1 0 0 0,0 1 0 0 0,-1-1 0 0 0,-1-1 0 0 0,1 0 0 0 0,-1-1 0 0 0,-1 0 0 0 0,0 0 0 0 0,0-1 1 0 0,-10 4 37 0 0,-7 4-25 0 0,-59 14 778 0 0,88-29-627 0 0,0 0-2 0 0,0 0-17 0 0,4 1 20 0 0,193 70 144 0 0,-153-46-829 0 0,-1 0-2763 0 0,-12-19-5377 0 0,-30-6 6829 0 0,5-3 132 0 0,39-27-1412 0 0,-29 14 1717 0 0</inkml:trace>
  <inkml:trace contextRef="#ctx0" brushRef="#br0" timeOffset="2778.865">2359 60 1088 0 0,'14'8'9305'0'0,"-11"32"-6757"0"0,-3-35-2006 0 0,-1 76 2544 0 0,-15-16-1958 0 0,-3-2 0 0 0,-3 1 0 0 0,-2-2 0 0 0,-9 9-1128 0 0,-14 26-314 0 0,45-100-2407 0 0,0-17 2136 0 0,23-117-4220 0 0,-13 96 2425 0 0,1 0 0 0 0,2 1 0 0 0,1 0 0 0 0,18-37 2380 0 0,-14 42-1460 0 0</inkml:trace>
  <inkml:trace contextRef="#ctx0" brushRef="#br0" timeOffset="3043.114">2380 51 2320 0 0,'2'-3'342'0'0,"-1"0"-110"0"0,0 1 0 0 0,0-1-1 0 0,0 1 1 0 0,0-1 0 0 0,0 1 0 0 0,1-1 0 0 0,-1 1 0 0 0,1 0 0 0 0,0-1 0 0 0,0 1 0 0 0,0 0 0 0 0,0 0 0 0 0,0 1 0 0 0,0-1 0 0 0,0 0 0 0 0,0 1 0 0 0,1-1 0 0 0,-1 1 0 0 0,1 0 0 0 0,-1-1 0 0 0,1 1 0 0 0,-1 0 0 0 0,1 1 0 0 0,0-1 0 0 0,-1 0 0 0 0,1 1 0 0 0,0 0-1 0 0,0-1 1 0 0,0 1 0 0 0,-1 0 0 0 0,1 1 0 0 0,0-1 0 0 0,0 0-232 0 0,10 13 454 0 0,1 0-1 0 0,-2 1 1 0 0,0 0-1 0 0,0 1 0 0 0,-2 0 1 0 0,0 1-1 0 0,0 0 1 0 0,-2 1-1 0 0,0 0 0 0 0,-1 0 1 0 0,0 1-1 0 0,-2-1 1 0 0,0 2-1 0 0,-1-1 1 0 0,-1 1-454 0 0,36 232 1994 0 0,-28-106-3148 0 0,-12-137 788 0 0,0-1 1 0 0,0 0-1 0 0,0 1 0 0 0,-1-1 0 0 0,0 0 0 0 0,0 0 0 0 0,-1 0 0 0 0,0 0 0 0 0,0-1 0 0 0,-1 1 1 0 0,0-1-1 0 0,0 0 0 0 0,0 0 0 0 0,-2 2 366 0 0,5-8-201 0 0,1 1 0 0 0,0 0 0 0 0,-1-1 0 0 0,1 1 0 0 0,-1 0 1 0 0,1-1-1 0 0,-1 1 0 0 0,1-1 0 0 0,-1 1 0 0 0,0-1 0 0 0,1 1 0 0 0,-1-1 1 0 0,1 1-1 0 0,-1-1 0 0 0,0 0 0 0 0,1 1 0 0 0,-1-1 0 0 0,0 0 0 0 0,0 0 0 0 0,1 1 1 0 0,-1-1-1 0 0,0 0 0 0 0,0 0 0 0 0,1 0 0 0 0,-1 0 0 0 0,0 0 0 0 0,0 0 0 0 0,1 0 1 0 0,-1 0-1 0 0,0 0 0 0 0,0-1 0 0 0,1 1 0 0 0,-1 0 0 0 0,0 0 0 0 0,0-1 0 0 0,1 1 1 0 0,-1 0-1 0 0,0-1 0 0 0,1 1 0 0 0,-1-1 0 0 0,1 1 0 0 0,-1-1 0 0 0,0 1 0 0 0,1-1 1 0 0,-1 1-1 0 0,1-1 0 0 0,-1 1 0 0 0,1-1 0 0 0,0 0 0 0 0,-1 0 201 0 0,-12-18-1400 0 0</inkml:trace>
  <inkml:trace contextRef="#ctx0" brushRef="#br0" timeOffset="3308.556">2470 588 1256 0 0,'-44'-100'14640'0'0,"44"99"-13754"0"0,0 1-60 0 0,3-3-26 0 0,60-40 1517 0 0,20 5-2683 0 0,-73 33-964 0 0,-9-3-12125 0 0,-9 6 10853 0 0,1 2 1174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27.930"/>
    </inkml:context>
    <inkml:brush xml:id="br0">
      <inkml:brushProperty name="width" value="0.05" units="cm"/>
      <inkml:brushProperty name="height" value="0.05" units="cm"/>
      <inkml:brushProperty name="color" value="#FFFFFF"/>
    </inkml:brush>
  </inkml:definitions>
  <inkml:trace contextRef="#ctx0" brushRef="#br0">46 0 2212 0 0,'12'9'6872'0'0,"-9"25"-4034"0"0,-3-33-2568 0 0,-10 203 4163 0 0,-29-25-2780 0 0,27-112-831 0 0,13-64-780 0 0,0-1-1 0 0,0 1 1 0 0,0-1-1 0 0,0 1 1 0 0,0-1-1 0 0,1 1 1 0 0,-1-1-1 0 0,1 0 1 0 0,-1 0-1 0 0,1 0 0 0 0,0 0 1 0 0,0 0-1 0 0,0 0 1 0 0,0-1-1 0 0,0 1 1 0 0,1-1-1 0 0,-1 1 1 0 0,0-1-1 0 0,1 0 1 0 0,-1 0-1 0 0,1 0 0 0 0,-1 0 1 0 0,1 0-1 0 0,-1 0 1 0 0,1-1-1 0 0,0 1 1 0 0,-1-1-1 0 0,1 0 1 0 0,2 0-42 0 0,8 4 82 0 0,113 16-290 0 0,-31-1-2870 0 0,-94-19 2198 0 0,-1 0-149 0 0,0 0-681 0 0,0 0-108 0 0,0 0-30 0 0,8 0-984 0 0,-3-4-894 0 0,10-14 2082 0 0</inkml:trace>
  <inkml:trace contextRef="#ctx0" brushRef="#br0" timeOffset="709.848">452 56 2748 0 0,'-12'4'11804'0'0,"22"0"-9809"0"0,59 4 1826 0 0,6-11-2592 0 0,85-37-509 0 0,-143 28-5499 0 0,-40 13 1500 0 0,-7 25 2687 0 0,27-22 432 0 0,-44 59 282 0 0,31-17 137 0 0,3 0 0 0 0,1 1-1 0 0,3 0 1 0 0,1 5-259 0 0,-39 108-1587 0 0,13-95-582 0 0,-4-40 6079 0 0,72-43 890 0 0,114-37-2200 0 0,-118 42-3210 0 0,13-22-13955 0 0,-29 16 12235 0 0,-5 1 793 0 0,0 2-87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35.345"/>
    </inkml:context>
    <inkml:brush xml:id="br0">
      <inkml:brushProperty name="width" value="0.05" units="cm"/>
      <inkml:brushProperty name="height" value="0.05" units="cm"/>
      <inkml:brushProperty name="color" value="#FFFFFF"/>
    </inkml:brush>
  </inkml:definitions>
  <inkml:trace contextRef="#ctx0" brushRef="#br0">1 467 1272 0 0,'1'0'472'0'0,"-1"-1"-1"0"0,0 1 1 0 0,0 0 0 0 0,0 0-1 0 0,0-1 1 0 0,0 1-1 0 0,0 0 1 0 0,0-1 0 0 0,0 1-1 0 0,0 0 1 0 0,0-1 0 0 0,0 1-1 0 0,0 0 1 0 0,0-1-1 0 0,0 1 1 0 0,0 0 0 0 0,0 0-1 0 0,0-1 1 0 0,0 1-1 0 0,0 0 1 0 0,0-1 0 0 0,0 1-1 0 0,0 0 1 0 0,-1 0 0 0 0,1-1-1 0 0,0 1 1 0 0,0 0-1 0 0,0 0 1 0 0,-1-1 0 0 0,1 1-472 0 0,17-1 804 0 0,159-36 3105 0 0,-89 22-3860 0 0,-85 15-738 0 0,0-2-213 0 0,-12-19-8212 0 0,-30-5 3834 0 0,20 13 3746 0 0,2 1 150 0 0</inkml:trace>
  <inkml:trace contextRef="#ctx0" brushRef="#br0" timeOffset="269.972">107 267 2172 0 0,'1'46'4347'0'0,"-5"203"326"0"0,-17-87-4803 0 0,-7-38-1895 0 0,-10-3-4258 0 0,35-108 5273 0 0</inkml:trace>
  <inkml:trace contextRef="#ctx0" brushRef="#br0" timeOffset="537.231">6 1000 3100 0 0,'5'-8'3485'0'0,"10"-6"-2591"0"0,-11 10-540 0 0,161-170 3537 0 0,-71 41-5536 0 0,-22 27-5660 0 0,-59 88 5935 0 0</inkml:trace>
  <inkml:trace contextRef="#ctx0" brushRef="#br0" timeOffset="804.086">576 0 2720 0 0,'2'0'7811'0'0,"4"9"-4278"0"0,12 28-1814 0 0,-17-35-2075 0 0,-1-1 0 0 0,1 1 0 0 0,-1 0 1 0 0,1 0-1 0 0,-1 0 0 0 0,0 0 0 0 0,0 0 0 0 0,0 0 1 0 0,0 0-1 0 0,0 0 0 0 0,0 0 0 0 0,-1-1 0 0 0,1 1 1 0 0,0 0-1 0 0,-1 0 0 0 0,0 0 0 0 0,1 0 0 0 0,-1-1 0 0 0,0 1 1 0 0,0 0-1 0 0,0-1 0 0 0,0 1 0 0 0,0 0 0 0 0,0-1 1 0 0,-1 1-1 0 0,1-1 0 0 0,0 0 0 0 0,-1 0 0 0 0,1 1 1 0 0,-1-1-1 0 0,1 0 0 0 0,-1 0 0 0 0,0 0 0 0 0,0 0 1 0 0,1-1-1 0 0,-1 1 0 0 0,0 0 0 0 0,0-1 356 0 0,-6 4-1406 0 0</inkml:trace>
  <inkml:trace contextRef="#ctx0" brushRef="#br0" timeOffset="805.086">478 121 1648 0 0,'-50'12'9438'0'0,"75"-5"-4488"0"0,81-7-2279 0 0,-45-2-1918 0 0,51-9-1053 0 0,-95 7-2447 0 0,-25 10-5423 0 0,-19 3 3156 0 0,9-3 3529 0 0</inkml:trace>
  <inkml:trace contextRef="#ctx0" brushRef="#br0" timeOffset="1068.12">508 214 1820 0 0,'-2'1'297'0'0,"1"0"0"0"0,-1 1 0 0 0,1-1 1 0 0,0 0-1 0 0,0 1 0 0 0,-1 0 0 0 0,1-1 0 0 0,0 1 0 0 0,0-1 0 0 0,1 1 0 0 0,-1 0 0 0 0,0 0 1 0 0,0 0-1 0 0,1-1 0 0 0,-1 1 0 0 0,1 0 0 0 0,0 0 0 0 0,-1 0 0 0 0,1 0 0 0 0,0 0 0 0 0,0 0 1 0 0,0 0-1 0 0,1 0 0 0 0,-1-1 0 0 0,0 1 0 0 0,1 0 0 0 0,-1 0 0 0 0,1 0-297 0 0,0 0 59 0 0,-1 0 0 0 0,1-1 0 0 0,0 1 0 0 0,0-1 0 0 0,1 1-1 0 0,-1-1 1 0 0,0 1 0 0 0,0-1 0 0 0,1 0 0 0 0,-1 1 0 0 0,0-1 0 0 0,1 0-1 0 0,0 0 1 0 0,-1 0 0 0 0,1 0 0 0 0,-1 0 0 0 0,1-1 0 0 0,0 1 0 0 0,0 0 0 0 0,-1-1-1 0 0,1 1 1 0 0,0-1 0 0 0,0 0 0 0 0,0 0 0 0 0,0 0 0 0 0,0 1 0 0 0,-1-2 0 0 0,1 1-1 0 0,1 0-58 0 0,45-5-2254 0 0,31-25-3291 0 0,-66 25 5118 0 0</inkml:trace>
  <inkml:trace contextRef="#ctx0" brushRef="#br0" timeOffset="1337.186">698 246 3720 0 0,'-1'0'131'0'0,"1"0"0"0"0,0 0 0 0 0,0 1 0 0 0,0-1 1 0 0,-1 0-1 0 0,1 1 0 0 0,0-1 0 0 0,0 0 0 0 0,0 1 0 0 0,0-1 0 0 0,0 0 0 0 0,0 1 0 0 0,0-1 0 0 0,0 0 0 0 0,0 1 0 0 0,0-1 0 0 0,0 1 0 0 0,0-1 0 0 0,0 0 0 0 0,0 1 0 0 0,0-1 0 0 0,0 0 0 0 0,0 1 0 0 0,0-1 0 0 0,0 0 0 0 0,0 1 0 0 0,1-1 0 0 0,-1 0 0 0 0,0 1 0 0 0,0-1 0 0 0,0 0 0 0 0,1 0 0 0 0,-1 1 0 0 0,0-1 0 0 0,0 0 1 0 0,1 0-1 0 0,-1 1 0 0 0,0-1 0 0 0,1 0 0 0 0,-1 0 0 0 0,0 0 0 0 0,1 1 0 0 0,-1-1 0 0 0,0 0 0 0 0,1 0 0 0 0,-1 0 0 0 0,0 0 0 0 0,1 0 0 0 0,-1 0 0 0 0,0 0 0 0 0,1 0 0 0 0,-1 0 0 0 0,0 0 0 0 0,1 0 0 0 0,-1 0 0 0 0,0 0 0 0 0,1 0-131 0 0,-29 28 1676 0 0,26-26-1640 0 0,-16 13 290 0 0,0-1 1 0 0,0-1 0 0 0,-2-1-1 0 0,0 0 1 0 0,0-2 0 0 0,-19 8-327 0 0,-67 39 956 0 0,-58 60 2824 0 0,156-112-2412 0 0,17-12-641 0 0,19-11-242 0 0,14 2-143 0 0,0 2 0 0 0,1 1 1 0 0,1 3-1 0 0,0 1 0 0 0,0 3 1 0 0,1 1-1 0 0,7 2-342 0 0,-38 2 57 0 0,157-2-53 0 0,-122 24-1485 0 0,-49-21 1263 0 0,0 1-1 0 0,0 0 1 0 0,0 0 0 0 0,0 0 0 0 0,0 0 0 0 0,0 0-1 0 0,0-1 1 0 0,0 1 0 0 0,0 0 0 0 0,0 0-1 0 0,0 0 1 0 0,-1 0 0 0 0,1-1 0 0 0,0 1 0 0 0,-1 0-1 0 0,1 0 1 0 0,0-1 0 0 0,-1 1 0 0 0,1 0 0 0 0,-1 0-1 0 0,1-1 1 0 0,-1 1 0 0 0,0-1 0 0 0,1 1 0 0 0,-1 0-1 0 0,1-1 1 0 0,-1 1 0 0 0,0-1 0 0 0,0 1-1 0 0,1-1 1 0 0,-1 0 0 0 0,0 1 0 0 0,0-1 0 0 0,1 0-1 0 0,-1 0 1 0 0,0 1 0 0 0,0-1 0 0 0,0 0 0 0 0,0 0-1 0 0,0 0 1 0 0,1 0 0 0 0,-1 0 0 0 0,0 0 0 0 0,0 0-1 0 0,0 0 1 0 0,0 0 0 0 0,1-1 0 0 0,-1 1 218 0 0,-3 2-386 0 0,-136 64-9511 0 0,117-54 8633 0 0</inkml:trace>
  <inkml:trace contextRef="#ctx0" brushRef="#br0" timeOffset="1872.213">484 656 1324 0 0,'-23'21'7866'0'0,"12"28"-5066"0"0,7-21-3103 0 0,4-27 124 0 0,0-1 1 0 0,0 0-18 0 0,3 5-88 0 0,7-36 2343 0 0,-8 28-1803 0 0,-1 1 1 0 0,1-1 0 0 0,0 1 0 0 0,0 0 0 0 0,0-1 0 0 0,0 1 0 0 0,0 0 0 0 0,1 0 0 0 0,-1 1 0 0 0,0-1 0 0 0,1 1 0 0 0,0-1 0 0 0,-1 1 0 0 0,1 0 0 0 0,0-1 0 0 0,-1 1 0 0 0,1 1 0 0 0,0-1-1 0 0,0 0 1 0 0,0 1 0 0 0,0-1 0 0 0,0 1 0 0 0,0 0 0 0 0,1 0-257 0 0,-3 0 56 0 0,159-11 3135 0 0,-157 12-3183 0 0,0-1 0 0 0,0 1-1 0 0,0 0 1 0 0,0 0 0 0 0,-1 0 0 0 0,1 0-1 0 0,0 1 1 0 0,-1-1 0 0 0,1 1 0 0 0,-1 0-1 0 0,1-1 1 0 0,-1 1 0 0 0,0 0 0 0 0,0 0 0 0 0,0 1-1 0 0,0-1 1 0 0,0 0 0 0 0,0 1 0 0 0,-1-1-1 0 0,1 1 1 0 0,-1-1 0 0 0,0 1 0 0 0,0 0-1 0 0,0 0 1 0 0,0-1 0 0 0,0 1 0 0 0,0 0 0 0 0,-1 0-1 0 0,1 0 1 0 0,-1 0 0 0 0,0 0 0 0 0,0 0-1 0 0,0 0 1 0 0,0 0 0 0 0,-1 0 0 0 0,1 0-1 0 0,-1 2-7 0 0,-4 4-101 0 0,0 0-1 0 0,-1-1 1 0 0,1 0-1 0 0,-2 0 1 0 0,1 0-1 0 0,-1 0 1 0 0,0-1-1 0 0,-1 0 1 0 0,1-1-1 0 0,-1 0 1 0 0,-1 0-1 0 0,1-1 1 0 0,-1 0-1 0 0,0 0 1 0 0,0-1-1 0 0,-1 0 1 0 0,1 0-1 0 0,-1-1 1 0 0,0-1-1 0 0,-8 2 102 0 0,-69 0-702 0 0,68-13 693 0 0,-3-6-42 0 0,39 6 421 0 0,144-14-435 0 0,-89 23-7020 0 0,-39 0-21 0 0,-6-13 3879 0 0,-17 9 1623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33.704"/>
    </inkml:context>
    <inkml:brush xml:id="br0">
      <inkml:brushProperty name="width" value="0.05" units="cm"/>
      <inkml:brushProperty name="height" value="0.05" units="cm"/>
      <inkml:brushProperty name="color" value="#FFFFFF"/>
    </inkml:brush>
  </inkml:definitions>
  <inkml:trace contextRef="#ctx0" brushRef="#br0">58 227 1100 0 0,'0'0'2038'0'0,"-3"0"-291"0"0,-10 0-221 0 0,10 0 1 0 0,3-3-77 0 0,-29-31 988 0 0,20 32 2285 0 0,20 6-2522 0 0,127-23 1286 0 0,247-28-872 0 0,-258 29-3711 0 0,-95 14-3573 0 0,-29 8-3957 0 0,-44 3 903 0 0,33-7 6425 0 0</inkml:trace>
  <inkml:trace contextRef="#ctx0" brushRef="#br0" timeOffset="275.004">464 7 968 0 0,'-15'-7'7266'0'0,"3"43"-3154"0"0,-13 221 680 0 0,8-123-4308 0 0,14-112-1870 0 0,1-14-2523 0 0,-1-26-179 0 0,-1-13-845 0 0,3 17 3395 0 0</inkml:trace>
  <inkml:trace contextRef="#ctx0" brushRef="#br0" timeOffset="573.018">353 254 1528 0 0,'0'-1'173'0'0,"0"0"0"0"0,0 0 0 0 0,0 0-1 0 0,-1 1 1 0 0,1-1 0 0 0,0 0 0 0 0,-1 0-1 0 0,1 1 1 0 0,0-1 0 0 0,-1 0 0 0 0,1 1 0 0 0,-1-1-1 0 0,1 0 1 0 0,-1 1 0 0 0,0-1 0 0 0,1 0 0 0 0,-1 1-1 0 0,0-1 1 0 0,1 1 0 0 0,-1 0 0 0 0,0-1 0 0 0,1 1-1 0 0,-1-1 1 0 0,0 1 0 0 0,0 0 0 0 0,1 0 0 0 0,-1-1-1 0 0,0 1 1 0 0,0 0 0 0 0,0 0 0 0 0,0 0-1 0 0,1 0 1 0 0,-1 0 0 0 0,0 0 0 0 0,0 0 0 0 0,0 0-1 0 0,0 0 1 0 0,1 0 0 0 0,-1 1 0 0 0,0-1 0 0 0,0 0-1 0 0,1 1 1 0 0,-1-1 0 0 0,0 0 0 0 0,0 1 0 0 0,1-1-1 0 0,-1 1 1 0 0,0-1 0 0 0,1 1-173 0 0,-200 125 3770 0 0,129-82-3784 0 0,53-37-660 0 0,23-21-493 0 0,132-79 100 0 0,-132 90 1032 0 0,24-10 159 0 0,1 1 0 0 0,0 1-1 0 0,0 2 1 0 0,1 0 0 0 0,0 3-1 0 0,1 0 1 0 0,-1 2 0 0 0,12 1-124 0 0,82 3 1591 0 0,-32 21-515 0 0,-92-21-1107 0 0,0 1 0 0 0,-1 0 0 0 0,1-1 0 0 0,0 1 0 0 0,0 0 0 0 0,-1 0-1 0 0,1 0 1 0 0,-1-1 0 0 0,1 1 0 0 0,0 0 0 0 0,-1 0 0 0 0,0 0 0 0 0,1 0 0 0 0,-1 0-1 0 0,1 0 1 0 0,-1 0 0 0 0,0 0 0 0 0,0 0 0 0 0,0 0 0 0 0,0 0 0 0 0,0 0-1 0 0,0 0 1 0 0,0 0 0 0 0,0 0 0 0 0,0 0 0 0 0,0 0 0 0 0,0 0 0 0 0,-1 0 0 0 0,1 0-1 0 0,0 0 1 0 0,-1 0 0 0 0,1 0 0 0 0,-1 0 0 0 0,1 0 0 0 0,-1 0 0 0 0,1 0 0 0 0,-1 0-1 0 0,0-1 1 0 0,1 1 0 0 0,-1 0 0 0 0,0 0 0 0 0,0-1 0 0 0,1 1 0 0 0,-1 0 0 0 0,0-1-1 0 0,0 1 1 0 0,0-1 0 0 0,0 1 0 0 0,0-1 0 0 0,0 0 0 0 0,0 1 0 0 0,0-1-1 0 0,0 0 1 0 0,0 0 0 0 0,0 0 0 0 0,0 1 0 0 0,0-1 0 0 0,-1 0 31 0 0,-149 64-9266 0 0,125-54 7732 0 0</inkml:trace>
  <inkml:trace contextRef="#ctx0" brushRef="#br0" timeOffset="1202.116">227 429 1724 0 0,'-25'1'3482'0'0,"17"-2"-473"0"0,17 1 523 0 0,91 3 1828 0 0,-95-2-5345 0 0,-1 1 0 0 0,0 0 0 0 0,0 0 0 0 0,0 0 0 0 0,0 1 0 0 0,0-1 0 0 0,-1 1 0 0 0,1 0 0 0 0,-1 0 0 0 0,0 0 0 0 0,0 1 0 0 0,0-1 0 0 0,0 1 0 0 0,0 0 0 0 0,-1-1 0 0 0,0 1 0 0 0,1 0 0 0 0,0 4-15 0 0,1 114-137 0 0,47 50-105 0 0,-49-100 223 0 0,-4-69 3 0 0,0-1 0 0 0,0 1 0 0 0,0 0 0 0 0,-1-1-1 0 0,1 0 1 0 0,-1 1 0 0 0,0-1 0 0 0,1 0 0 0 0,-1 0 0 0 0,0 0 0 0 0,0-1 0 0 0,0 1 0 0 0,0-1 0 0 0,0 0 0 0 0,-1 0-1 0 0,1 0 1 0 0,0 0 0 0 0,-1 0 0 0 0,1-1 0 0 0,0 1 0 0 0,-1-1 0 0 0,1 0 0 0 0,-1 0 0 0 0,1 0 0 0 0,-1-1 0 0 0,1 1-1 0 0,0-1 1 0 0,-1 0 0 0 0,1 0 0 0 0,-1 0 16 0 0,-188-95 1123 0 0,139 59 1172 0 0,53 36-2232 0 0,0 0-1 0 0,-1 0 1 0 0,1 0 0 0 0,0 0-1 0 0,0 0 1 0 0,0 0 0 0 0,0 0 0 0 0,0 0-1 0 0,0-1 1 0 0,0 1 0 0 0,0 0 0 0 0,0 0-1 0 0,1 0 1 0 0,-1 0 0 0 0,0 0-1 0 0,1 0 1 0 0,-1 0 0 0 0,1 0 0 0 0,-1 0-1 0 0,1 0 1 0 0,-1 0 0 0 0,1 0 0 0 0,0 0-1 0 0,-1 0 1 0 0,1 1 0 0 0,0-1-1 0 0,0 0 1 0 0,0 0 0 0 0,0 1 0 0 0,0-1-1 0 0,0 1 1 0 0,-1-1 0 0 0,1 1 0 0 0,1-1-1 0 0,-1 1 1 0 0,0-1 0 0 0,0 1 0 0 0,0 0-1 0 0,0 0 1 0 0,0-1 0 0 0,0 1-1 0 0,0 0 1 0 0,0 0 0 0 0,0 0 0 0 0,0 0-1 0 0,1 0 1 0 0,-1 1 0 0 0,0-1-63 0 0,309-9 2557 0 0,-150-1-3544 0 0,-77 8-4249 0 0,-63-7 3498 0 0,-12 3-1174 0 0,3 4-8221 0 0,-11 2 9805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41.543"/>
    </inkml:context>
    <inkml:brush xml:id="br0">
      <inkml:brushProperty name="width" value="0.05" units="cm"/>
      <inkml:brushProperty name="height" value="0.05" units="cm"/>
      <inkml:brushProperty name="color" value="#FFFFFF"/>
    </inkml:brush>
  </inkml:definitions>
  <inkml:trace contextRef="#ctx0" brushRef="#br0">184 1 2408 0 0,'-16'1'10353'0'0,"8"8"-9913"0"0,-68 54 1608 0 0,25-32-2819 0 0,26-27-7293 0 0,18-19 4831 0 0,9 9 1664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43.227"/>
    </inkml:context>
    <inkml:brush xml:id="br0">
      <inkml:brushProperty name="width" value="0.05" units="cm"/>
      <inkml:brushProperty name="height" value="0.05" units="cm"/>
      <inkml:brushProperty name="color" value="#FFFFFF"/>
    </inkml:brush>
  </inkml:definitions>
  <inkml:trace contextRef="#ctx0" brushRef="#br0">56 71 1988 0 0,'29'-9'10939'0'0,"27"28"-7722"0"0,-49-17-2765 0 0,-2 1-249 0 0,-3-3-127 0 0,0 0 1 0 0,0 0-1 0 0,0 1 1 0 0,0-1-1 0 0,0 1 1 0 0,0-1-1 0 0,0 1 0 0 0,-1 0 1 0 0,1-1-1 0 0,0 1 1 0 0,-1 0-1 0 0,1 0 1 0 0,0 1-1 0 0,-1-1 0 0 0,1 0 1 0 0,-1 0-1 0 0,0 1 1 0 0,1-1-1 0 0,-1 1 1 0 0,0-1-1 0 0,0 1 0 0 0,0 0 1 0 0,0-1-1 0 0,0 1 1 0 0,0 0-1 0 0,0 0 1 0 0,-1-1-1 0 0,1 1 0 0 0,-1 0 1 0 0,1 0-1 0 0,-1 0 1 0 0,0 0-1 0 0,0 0 1 0 0,1 0-1 0 0,-2 0 1 0 0,1 0-1 0 0,0 0 0 0 0,0-1 1 0 0,-1 3-77 0 0,-9 11 108 0 0,0-1 0 0 0,-1-1 0 0 0,0 0 0 0 0,-1 0 0 0 0,-1-2 0 0 0,0 1-1 0 0,-1-1 1 0 0,0-1 0 0 0,0-1 0 0 0,-1 0 0 0 0,-13 6-108 0 0,118 14 344 0 0,-84-27-273 0 0,0 0 1 0 0,0 0-1 0 0,0 0 1 0 0,0 1 0 0 0,-1 0-1 0 0,1 0 1 0 0,-1 0-1 0 0,0 1 1 0 0,0 0-1 0 0,0 0 1 0 0,0 0 0 0 0,-1 0-1 0 0,0 1 1 0 0,1 0-1 0 0,-2 0 1 0 0,1 0-1 0 0,0 0 1 0 0,-1 1 0 0 0,0-1-1 0 0,-1 1 1 0 0,1 0-1 0 0,-1 0 1 0 0,0 0-1 0 0,0 0 1 0 0,-1 0 0 0 0,0 0-1 0 0,0 0 1 0 0,0 6-72 0 0,-1-4 53 0 0,-1 1-1 0 0,1 0 1 0 0,-2 0 0 0 0,1 0 0 0 0,-1-1 0 0 0,0 1 0 0 0,-1 0-1 0 0,0-1 1 0 0,-1 0 0 0 0,1 0 0 0 0,-1 0 0 0 0,-1 0 0 0 0,0-1-1 0 0,0 1 1 0 0,0-1 0 0 0,-1-1 0 0 0,0 1 0 0 0,0-1 0 0 0,-1 0-1 0 0,0 0 1 0 0,0-1 0 0 0,0 0 0 0 0,-1 0 0 0 0,1 0 0 0 0,-1-1-1 0 0,0 0 1 0 0,-1-1 0 0 0,1 0 0 0 0,-2 0-53 0 0,6-2-267 0 0,1 0 1 0 0,-1-1-1 0 0,1 1 1 0 0,0-1-1 0 0,-1 0 1 0 0,1 0-1 0 0,-1 0 1 0 0,1 0-1 0 0,-1-1 0 0 0,1 1 1 0 0,0-1-1 0 0,-1 0 1 0 0,1 0-1 0 0,0 0 1 0 0,-1 0-1 0 0,1-1 1 0 0,0 0-1 0 0,-2-1 267 0 0,-10-41-9538 0 0,19 18 4320 0 0,6-4 3815 0 0,-1 7-75 0 0,1-3-78 0 0</inkml:trace>
  <inkml:trace contextRef="#ctx0" brushRef="#br0" timeOffset="546.676">407 8 2224 0 0,'0'-4'2286'0'0,"2"1"7015"0"0,13 13-5754 0 0,154 21 1098 0 0,-73-20-3537 0 0,-94-11-1062 0 0,1 0 1 0 0,0-1 0 0 0,0 1 0 0 0,-1 1-1 0 0,1-1 1 0 0,0 0 0 0 0,-1 1-1 0 0,1-1 1 0 0,0 1 0 0 0,-1 0 0 0 0,1 0-1 0 0,-1 0 1 0 0,1 0 0 0 0,-1 0-1 0 0,0 0 1 0 0,1 1 0 0 0,-1-1 0 0 0,0 1-1 0 0,0 0 1 0 0,0 0 0 0 0,0-1-1 0 0,0 1 1 0 0,-1 1 0 0 0,1-1 0 0 0,0 0-1 0 0,-1 0 1 0 0,0 0 0 0 0,1 1-1 0 0,-1-1 1 0 0,0 1 0 0 0,0-1 0 0 0,0 3-47 0 0,2 35 200 0 0,-2 1 0 0 0,-1-1 0 0 0,-3 1 0 0 0,-1-1 0 0 0,-4 16-200 0 0,0-2 38 0 0,-52 314-2825 0 0,46-342-840 0 0,4-22-5731 0 0,9-19 5981 0 0,1-9-884 0 0,1 16 2915 0 0</inkml:trace>
  <inkml:trace contextRef="#ctx0" brushRef="#br0" timeOffset="1228.167">421 423 2028 0 0,'3'1'6119'0'0,"11"0"-3570"0"0,48 2 2385 0 0,102 21-2574 0 0,-93-20-1388 0 0,-18-2-4289 0 0,-29-25-4161 0 0,-23 22 5792 0 0,-1 1 106 0 0,0 0 161 0 0,0 0 57 0 0</inkml:trace>
  <inkml:trace contextRef="#ctx0" brushRef="#br0" timeOffset="1838.215">1056 66 3548 0 0,'-7'10'5998'0'0,"0"19"-3586"0"0,6 6 57 0 0,1-33-2015 0 0,0 0-85 0 0,1 0-309 0 0,0 0 0 0 0,0 0 0 0 0,0 0 0 0 0,0 0 0 0 0,0 0-1 0 0,0 0 1 0 0,0 0 0 0 0,1 0 0 0 0,-1-1 0 0 0,0 1 0 0 0,1 0 0 0 0,0-1 0 0 0,-1 1 0 0 0,1-1 0 0 0,0 1 0 0 0,0-1-1 0 0,0 0 1 0 0,0 0 0 0 0,0 0 0 0 0,0 0 0 0 0,0 0 0 0 0,0 0 0 0 0,0-1 0 0 0,1 1 0 0 0,-1-1 0 0 0,0 0-1 0 0,0 1 1 0 0,1-1 0 0 0,-1 0 0 0 0,0 0 0 0 0,0 0 0 0 0,1-1 0 0 0,-1 1 0 0 0,0 0 0 0 0,0-1 0 0 0,0 0 0 0 0,1 1-1 0 0,-1-1 1 0 0,0 0 0 0 0,0 0 0 0 0,0 0 0 0 0,0 0 0 0 0,0-1 0 0 0,-1 1 0 0 0,1 0 0 0 0,1-2-60 0 0,3 0 78 0 0,-1 1 1 0 0,0-1-1 0 0,-1 0 1 0 0,1 0-1 0 0,0 0 1 0 0,-1-1-1 0 0,0 1 1 0 0,1-1 0 0 0,-1 0-1 0 0,-1-1 1 0 0,1 1-1 0 0,-1 0 1 0 0,0-1-1 0 0,0 0 1 0 0,0 0-1 0 0,1-2-78 0 0,-4 6 164 0 0,0 1 4 0 0,-3-11 81 0 0,0 9-334 0 0,-1 0 0 0 0,1 0 0 0 0,-1 0 0 0 0,0 1 0 0 0,1-1 0 0 0,-1 1 0 0 0,0 0-1 0 0,0 0 1 0 0,0 0 0 0 0,1 0 0 0 0,-1 1 0 0 0,0 0 0 0 0,0 0 0 0 0,0 0 0 0 0,0 0 0 0 0,0 0 0 0 0,0 1 0 0 0,0 0 0 0 0,0 0-1 0 0,0 0 1 0 0,1 0 0 0 0,-1 0 0 0 0,0 1 0 0 0,1 0 0 0 0,-1-1 0 0 0,1 2 85 0 0,-11 4-1092 0 0,12-6 683 0 0,1-1 1 0 0,-1 1-1 0 0,1-1 0 0 0,-1 1 1 0 0,1 0-1 0 0,0-1 1 0 0,-1 1-1 0 0,1 0 0 0 0,0 0 1 0 0,0 0-1 0 0,-1 0 0 0 0,1 0 1 0 0,0 0-1 0 0,0 1 1 0 0,0-1-1 0 0,0 0 0 0 0,1 0 1 0 0,-1 1-1 0 0,0-1 0 0 0,0 1 1 0 0,1-1-1 0 0,-1 0 1 0 0,1 1-1 0 0,-1-1 0 0 0,1 1 1 0 0,0 0-1 0 0,-1-1 0 0 0,1 1 1 0 0,0-1-1 0 0,0 1 1 0 0,0-1-1 0 0,0 1 409 0 0,2 7-1287 0 0</inkml:trace>
  <inkml:trace contextRef="#ctx0" brushRef="#br0" timeOffset="2275.091">1324 736 2768 0 0,'0'2'526'0'0,"22"57"9634"0"0,-22-58-10066 0 0,1 0 0 0 0,0 0 0 0 0,0 0 0 0 0,0 0 0 0 0,0-1 0 0 0,0 1 0 0 0,0 0 0 0 0,0 0 0 0 0,0-1 0 0 0,0 1-1 0 0,0-1 1 0 0,0 1 0 0 0,0-1 0 0 0,0 1 0 0 0,1-1 0 0 0,-1 0 0 0 0,0 1 0 0 0,0-1 0 0 0,0 0 0 0 0,1 0 0 0 0,-1 0 0 0 0,0 0-1 0 0,0 0 1 0 0,1 0 0 0 0,-1 0 0 0 0,0 0 0 0 0,0-1 0 0 0,0 1 0 0 0,1 0 0 0 0,-1-1 0 0 0,0 1 0 0 0,0-1 0 0 0,0 1 0 0 0,0-1-1 0 0,0 0 1 0 0,0 1 0 0 0,0-1 0 0 0,0 0 0 0 0,0 0 0 0 0,0 0 0 0 0,0 0 0 0 0,0 0 0 0 0,-1 0 0 0 0,1 0 0 0 0,0 0 0 0 0,-1 0-1 0 0,1 0 1 0 0,-1 0 0 0 0,1-1-94 0 0,12-11 293 0 0,-8 9-132 0 0,-1 0 0 0 0,0 0 0 0 0,0 0 0 0 0,0 0 0 0 0,-1-1 0 0 0,1 1 0 0 0,-1-1 0 0 0,0 0 0 0 0,-1 0 0 0 0,1 0 0 0 0,-1-1 0 0 0,0 1 0 0 0,0 0 0 0 0,0-1 0 0 0,0-3-161 0 0,-2 8 253 0 0,0 1-55 0 0,-4-15 249 0 0,-46-8-237 0 0,34 20 2 0 0,-21-4-3911 0 0,9-8-2580 0 0,17-3 1518 0 0,9-1 320 0 0,2 17 2997 0 0</inkml:trace>
  <inkml:trace contextRef="#ctx0" brushRef="#br0" timeOffset="2603.3">1528 56 1948 0 0,'-7'-13'10370'0'0,"-7"25"-7749"0"0,-58 72 380 0 0,4 2 0 0 0,-31 55-3001 0 0,54-76 325 0 0,-9 15-522 0 0,-23 41-1380 0 0,0 20-4579 0 0,-34 55-4288 0 0,98-165 8992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42.385"/>
    </inkml:context>
    <inkml:brush xml:id="br0">
      <inkml:brushProperty name="width" value="0.05" units="cm"/>
      <inkml:brushProperty name="height" value="0.05" units="cm"/>
      <inkml:brushProperty name="color" value="#FFFFFF"/>
    </inkml:brush>
  </inkml:definitions>
  <inkml:trace contextRef="#ctx0" brushRef="#br0">28 94 1152 0 0,'-1'10'6553'0'0,"-7"10"-4236"0"0,8-17-2359 0 0,-18 134 4081 0 0,34-88-3410 0 0,-14-46-561 0 0,-1 1 1 0 0,1-1-1 0 0,0 0 0 0 0,1 1 1 0 0,-1-1-1 0 0,0 0 1 0 0,1 0-1 0 0,0-1 0 0 0,0 1 1 0 0,-1 0-1 0 0,2-1 0 0 0,-1 0 1 0 0,0 1-1 0 0,0-1 0 0 0,1-1 1 0 0,-1 1-1 0 0,1 0 0 0 0,-1-1 1 0 0,1 0-1 0 0,0 0 1 0 0,0 0-1 0 0,-1 0 0 0 0,1-1 1 0 0,0 1-1 0 0,0-1 0 0 0,0 0 1 0 0,0 0-1 0 0,0 0 0 0 0,0-1 1 0 0,0 1-1 0 0,-1-1 1 0 0,1 0-1 0 0,0 0 0 0 0,0-1-68 0 0,11-7 48 0 0,0 0 0 0 0,-1-1-1 0 0,0-1 1 0 0,-1 0-1 0 0,0-1 1 0 0,-1-1 0 0 0,-1 0-1 0 0,0 0 1 0 0,0-1 0 0 0,-1-1-1 0 0,-1 0 1 0 0,-1 0 0 0 0,0 0-1 0 0,-1-1 1 0 0,6-17-48 0 0,-9-12 1390 0 0,-8 38-1091 0 0,-59-53 530 0 0,55 55-869 0 0,-1 2 1 0 0,0-1-1 0 0,0 1 1 0 0,0 1-1 0 0,0 0 1 0 0,0 0-1 0 0,-1 0 1 0 0,1 1-1 0 0,-1 1 1 0 0,1 0-1 0 0,-9 1 40 0 0,-3 11-1330 0 0,18-9 865 0 0,0 1-1 0 0,0 0 1 0 0,0 0-1 0 0,0 0 1 0 0,1 0-1 0 0,-1 0 1 0 0,1 0-1 0 0,0 1 1 0 0,0-1-1 0 0,1 1 1 0 0,-1-1-1 0 0,1 1 1 0 0,0 0-1 0 0,0-1 1 0 0,1 1-1 0 0,-1 0 1 0 0,1 0-1 0 0,0 0 1 0 0,0 0-1 0 0,1 1 466 0 0,0 0-396 0 0,0 0 0 0 0,1-1 1 0 0,0 1-1 0 0,0 0 0 0 0,0-1 0 0 0,1 1 0 0 0,-1-1 0 0 0,1 0 0 0 0,1 0 1 0 0,-1 0-1 0 0,1 0 0 0 0,-1-1 0 0 0,6 5 396 0 0,-2 0-934 0 0,7 8-524 0 0</inkml:trace>
  <inkml:trace contextRef="#ctx0" brushRef="#br0" timeOffset="266.057">432 358 1684 0 0,'4'3'980'0'0,"0"0"0"0"0,0 0 0 0 0,0 1-1 0 0,0-1 1 0 0,-1 1 0 0 0,0 0 0 0 0,1 0 0 0 0,-1 0 0 0 0,-1 0-1 0 0,1 0 1 0 0,0 1 0 0 0,-1-1 0 0 0,0 1 0 0 0,1 4-980 0 0,7 44 1068 0 0,-10-52-1959 0 0,-1-2-296 0 0,-1-5-5151 0 0,4-9 1712 0 0,1 8 3206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1:38.193"/>
    </inkml:context>
    <inkml:brush xml:id="br0">
      <inkml:brushProperty name="width" value="0.05" units="cm"/>
      <inkml:brushProperty name="height" value="0.05" units="cm"/>
      <inkml:brushProperty name="color" value="#FFFFFF"/>
    </inkml:brush>
  </inkml:definitions>
  <inkml:trace contextRef="#ctx0" brushRef="#br0">85 171 2308 0 0,'0'0'1738'0'0,"0"0"-186"0"0,-3 0-147 0 0,-10 0 53 0 0,10 0-118 0 0,-2-2-140 0 0,-22-9 868 0 0,27 13 4177 0 0,49 5-4113 0 0,133-7 358 0 0,-59 0-4061 0 0,-118-7-6050 0 0,-30-6-82 0 0,3 1 3066 0 0,7 2 3209 0 0</inkml:trace>
  <inkml:trace contextRef="#ctx0" brushRef="#br0" timeOffset="237.975">229 8 1368 0 0,'-6'-7'1047'0'0,"6"7"-756"0"0,-1 0 1 0 0,1 0-1 0 0,0 1 1 0 0,0-1-1 0 0,0 0 1 0 0,-1 1-1 0 0,1-1 1 0 0,0 0-1 0 0,-1 0 1 0 0,1 1-1 0 0,0-1 1 0 0,0 0-1 0 0,-1 0 1 0 0,1 0-1 0 0,0 0 1 0 0,-1 1-1 0 0,1-1 1 0 0,-1 0-1 0 0,1 0 1 0 0,0 0-1 0 0,-1 0 1 0 0,1 0-1 0 0,0 0 1 0 0,-1 0-1 0 0,1 0 1 0 0,0 0-1 0 0,-1 0 1 0 0,1 0-1 0 0,-1 0 1 0 0,1 0-1 0 0,0 0 1 0 0,-1 0-1 0 0,1-1 1 0 0,0 1-1 0 0,-1 0 1 0 0,1 0-1 0 0,0 0 1 0 0,-1 0-1 0 0,1-1 1 0 0,0 1-292 0 0,16 170 4477 0 0,-6 90-1935 0 0,-13-103-2117 0 0,-15-33-1644 0 0,17-94-1095 0 0,1-23-345 0 0,-1-24-422 0 0,5-105-6583 0 0,-4 91 8398 0 0</inkml:trace>
  <inkml:trace contextRef="#ctx0" brushRef="#br0" timeOffset="506.156">217 394 1496 0 0,'-12'-64'3274'0'0,"9"57"-2512"0"0,3 7-690 0 0,-1 1 1 0 0,1-1 0 0 0,0 1-1 0 0,0-1 1 0 0,0 1-1 0 0,0-1 1 0 0,-1 0-1 0 0,1 1 1 0 0,0-1 0 0 0,0 1-1 0 0,-1-1 1 0 0,1 0-1 0 0,0 1 1 0 0,-1-1 0 0 0,1 1-1 0 0,0-1 1 0 0,-1 0-1 0 0,1 0 1 0 0,-1 1 0 0 0,1-1-1 0 0,-1 0 1 0 0,1 0-1 0 0,0 1 1 0 0,-1-1 0 0 0,1 0-1 0 0,-1 0 1 0 0,1 0-1 0 0,-1 0 1 0 0,1 0 0 0 0,-1 0-1 0 0,1 0 1 0 0,-1 0-1 0 0,1 0 1 0 0,-1 0-1 0 0,1 0 1 0 0,-1 0 0 0 0,1 0-1 0 0,-1 0 1 0 0,1 0-1 0 0,-1 0 1 0 0,1-1 0 0 0,-1 1-1 0 0,1 0 1 0 0,-1 0-1 0 0,1-1 1 0 0,0 1 0 0 0,-1 0-1 0 0,1-1 1 0 0,0 1-1 0 0,-1 0 1 0 0,1-1 0 0 0,0 1-1 0 0,-1 0 1 0 0,1-1-1 0 0,0 1 1 0 0,-1-1 0 0 0,1 1-1 0 0,0-1 1 0 0,0 1-1 0 0,0 0 1 0 0,-1-1-1 0 0,1 1 1 0 0,0-1 0 0 0,0 1-1 0 0,0-1-72 0 0,-165 224 1496 0 0,165-224-1642 0 0,0 1 0 0 0,0 0-1 0 0,0-1 1 0 0,1 1-1 0 0,-1-1 1 0 0,0 1 0 0 0,0-1-1 0 0,0 1 1 0 0,0-1-1 0 0,0 1 1 0 0,0 0-1 0 0,0-1 1 0 0,0 1 0 0 0,0-1-1 0 0,0 1 1 0 0,0-1-1 0 0,0 1 1 0 0,0-1 0 0 0,0 1-1 0 0,-1-1 1 0 0,1 1-1 0 0,0 0 1 0 0,0-1 0 0 0,0 1-1 0 0,-1-1 1 0 0,1 1-1 0 0,0 0 1 0 0,0-1-1 0 0,-1 1 1 0 0,1 0 0 0 0,0-1-1 0 0,-1 1 1 0 0,1 0-1 0 0,-1-1 1 0 0,1 1 0 0 0,0 0-1 0 0,-1 0 1 0 0,1-1-1 0 0,-1 1 1 0 0,1 0 0 0 0,0 0-1 0 0,-1 0 1 0 0,1 0-1 0 0,-1 0 1 0 0,1 0-1 0 0,-1 0 1 0 0,1 0 0 0 0,-1 0-1 0 0,1 0 1 0 0,-1 0-1 0 0,1 0 1 0 0,-1 0 0 0 0,1 0-1 0 0,0 0 1 0 0,-1 0-1 0 0,1 0 1 0 0,-1 0 146 0 0,7-19-1477 0 0</inkml:trace>
  <inkml:trace contextRef="#ctx0" brushRef="#br0" timeOffset="787.989">196 297 1016 0 0,'26'9'1556'0'0,"0"1"0"0"0,0 1 1 0 0,-2 2-1 0 0,1 0 0 0 0,-1 1 0 0 0,-1 1 0 0 0,-1 2 0 0 0,0 0-1556 0 0,19 13 1826 0 0,-4-8-1380 0 0,-20-14-4141 0 0,-12-7 1904 0 0,-5-1-5548 0 0,0 0 5911 0 0</inkml:trace>
  <inkml:trace contextRef="#ctx0" brushRef="#br0" timeOffset="1021.707">514 204 2212 0 0,'11'-9'8351'0'0,"22"0"-5573"0"0,-25 8-2176 0 0,35-6 1252 0 0,1 2 0 0 0,-1 2 0 0 0,1 2-1 0 0,32 3-1853 0 0,4 0 795 0 0,-78-2-966 0 0,0 0 0 0 0,0 0 0 0 0,0 0 0 0 0,1 0 0 0 0,-1 0 0 0 0,0 0-1 0 0,0-1 1 0 0,0 1 0 0 0,0-1 0 0 0,0 0 0 0 0,0 0 0 0 0,0 0 0 0 0,0 0 0 0 0,0 0 0 0 0,0 0 0 0 0,0 0 0 0 0,0 0 0 0 0,-1-1 0 0 0,1 1 0 0 0,-1-1 0 0 0,1 1 0 0 0,-1-1 0 0 0,1 0 171 0 0,-4-11-8321 0 0,-14 1 3290 0 0,11 9 3652 0 0,-1-2-133 0 0</inkml:trace>
  <inkml:trace contextRef="#ctx0" brushRef="#br0" timeOffset="1180.035">834 1 1140 0 0,'-11'4'8074'0'0,"-12"28"-5058"0"0,-33 74 971 0 0,32-69-3604 0 0,-2-2 0 0 0,-1-1 0 0 0,-2-1 0 0 0,-13 10-383 0 0,-33 15-1183 0 0,11-43-3946 0 0,40-33 1492 0 0,20-3-1705 0 0,4 16 4176 0 0</inkml:trace>
  <inkml:trace contextRef="#ctx0" brushRef="#br0" timeOffset="1561.101">436 340 2616 0 0,'13'-1'4653'0'0,"3"26"-2410"0"0,-15-23-2117 0 0,7 16 728 0 0,-1 1 0 0 0,-1-1 1 0 0,0 1-1 0 0,-1 0 0 0 0,-2 1 0 0 0,0-1 0 0 0,-1 1 0 0 0,0 4-854 0 0,-1 98 776 0 0,-1-74-2449 0 0,5-132-2284 0 0,12-16 3694 0 0,27-65 2094 0 0,-41 159-1599 0 0,0 0 0 0 0,0 0 0 0 0,1 1 0 0 0,-1-1 0 0 0,1 1 0 0 0,0-1 0 0 0,1 1-1 0 0,-1 1 1 0 0,1-1 0 0 0,0 1 0 0 0,0-1 0 0 0,1 1 0 0 0,-1 1 0 0 0,1-1 0 0 0,0 1 0 0 0,0 0 0 0 0,0 0-232 0 0,68 2 3111 0 0,-50 4-2726 0 0,-1 1 0 0 0,0 1 0 0 0,0 0 0 0 0,0 2 0 0 0,-1 1 0 0 0,19 10-385 0 0,19 5 800 0 0,99 52 793 0 0,-156-71-1576 0 0,0 1 1 0 0,0 0-1 0 0,-1 0 0 0 0,1 0 0 0 0,-1 0 0 0 0,0 0 0 0 0,0 0 1 0 0,-1 1-1 0 0,1-1 0 0 0,-1 1 0 0 0,0-1 0 0 0,-1 1 1 0 0,0-1-1 0 0,1 1 0 0 0,-2-1 0 0 0,1 1 0 0 0,-1 2-17 0 0,1-4-4 0 0,-3 74-280 0 0,-54 124-2344 0 0,35-161-1377 0 0,4-35-7459 0 0,15-10 9913 0 0,-12-11 27 0 0,1-2 22 0 0</inkml:trace>
  <inkml:trace contextRef="#ctx0" brushRef="#br0" timeOffset="1842.485">702 385 1792 0 0,'0'-1'123'0'0,"0"1"1"0"0,0 0-1 0 0,0-1 0 0 0,0 1 0 0 0,0 0 0 0 0,0-1 1 0 0,-1 1-1 0 0,1 0 0 0 0,0-1 0 0 0,0 1 0 0 0,0 0 1 0 0,-1-1-1 0 0,1 1 0 0 0,0 0 0 0 0,0 0 0 0 0,-1-1 1 0 0,1 1-1 0 0,0 0 0 0 0,-1 0 0 0 0,1-1 0 0 0,0 1 1 0 0,0 0-1 0 0,-1 0 0 0 0,1 0 0 0 0,0 0 0 0 0,-1 0 1 0 0,1 0-1 0 0,-1 0 0 0 0,1-1 0 0 0,0 1 0 0 0,-1 0 1 0 0,1 0-1 0 0,0 0 0 0 0,-1 0 0 0 0,1 0 0 0 0,0 0 1 0 0,-1 1-1 0 0,1-1 0 0 0,-1 0 0 0 0,1 0 1 0 0,0 0-1 0 0,-1 0 0 0 0,1 0 0 0 0,0 0 0 0 0,0 1 1 0 0,-1-1-1 0 0,1 0 0 0 0,0 0 0 0 0,-1 1 0 0 0,1-1 1 0 0,0 0-1 0 0,0 0 0 0 0,-1 1 0 0 0,1-1 0 0 0,0 0 1 0 0,0 1-1 0 0,0-1 0 0 0,-1 0 0 0 0,1 1 0 0 0,0-1 1 0 0,0 0-1 0 0,0 1 0 0 0,0-1 0 0 0,0 0 0 0 0,0 1 1 0 0,0-1-1 0 0,0 0 0 0 0,0 1 0 0 0,0-1 0 0 0,0 1-123 0 0,5 27 3903 0 0,-2-27-4173 0 0,0 0-1 0 0,1-1 1 0 0,-1 1-1 0 0,1-1 1 0 0,-1 0-1 0 0,0 0 1 0 0,1 0-1 0 0,-1 0 1 0 0,1 0-1 0 0,-1-1 1 0 0,0 0-1 0 0,1 1 0 0 0,-1-1 1 0 0,0 0-1 0 0,0-1 1 0 0,0 1-1 0 0,1-1 1 0 0,-1 1-1 0 0,-1-1 1 0 0,1 0-1 0 0,0 0 1 0 0,0 0-1 0 0,-1 0 1 0 0,1-1-1 0 0,-1 1 1 0 0,0-1-1 0 0,0 1 1 0 0,1-1 270 0 0,3-2-443 0 0,19-14-2573 0 0,-15 12 1426 0 0</inkml:trace>
  <inkml:trace contextRef="#ctx0" brushRef="#br0" timeOffset="2062.407">838 341 1468 0 0,'3'-1'215'0'0,"-3"2"-72"0"0,-1-1 0 0 0,1 1 1 0 0,0-1-1 0 0,0 1 0 0 0,0-1 0 0 0,0 1 1 0 0,0-1-1 0 0,0 1 0 0 0,0-1 0 0 0,0 1 1 0 0,0 0-1 0 0,1-1 0 0 0,-1 1 0 0 0,0-1 1 0 0,0 1-1 0 0,0-1 0 0 0,0 1 0 0 0,1-1 0 0 0,-1 1 1 0 0,0-1-1 0 0,1 0 0 0 0,-1 1 0 0 0,0-1 1 0 0,1 1-1 0 0,-1-1 0 0 0,0 0 0 0 0,1 1 1 0 0,-1-1-1 0 0,1 0 0 0 0,-1 1 0 0 0,1-1 1 0 0,-1 0-1 0 0,1 1 0 0 0,-1-1 0 0 0,1 0 1 0 0,-1 0-1 0 0,1 0 0 0 0,-1 0 0 0 0,1 0 1 0 0,-1 0-1 0 0,1 1 0 0 0,-1-1 0 0 0,1 0 1 0 0,-1 0-1 0 0,1-1 0 0 0,0 1 0 0 0,-1 0 1 0 0,1 0-1 0 0,-1 0 0 0 0,1 0 0 0 0,-1 0 1 0 0,1-1-1 0 0,-1 1 0 0 0,1 0 0 0 0,-1 0 1 0 0,1-1-1 0 0,-1 1 0 0 0,1 0 0 0 0,-1-1 1 0 0,0 1-1 0 0,1 0 0 0 0,-1-1 0 0 0,0 1 1 0 0,1-1-1 0 0,-1 1 0 0 0,0-1-143 0 0,-7 13 444 0 0,-1-2-1 0 0,0 1 1 0 0,-1-1 0 0 0,0 0 0 0 0,0-1-1 0 0,-1 0 1 0 0,-1 0 0 0 0,0-1-1 0 0,-9 5-443 0 0,-16 14 591 0 0,-26 15 683 0 0,62-42-1252 0 0,0 1 0 0 0,0-1 1 0 0,-1 1-1 0 0,1-1 0 0 0,0 1 1 0 0,0-1-1 0 0,0 1 0 0 0,0-1 0 0 0,0 1 1 0 0,0-1-1 0 0,0 1 0 0 0,0-1 0 0 0,0 1 1 0 0,0-1-1 0 0,0 1 0 0 0,0-1 0 0 0,0 1 1 0 0,0-1-1 0 0,0 1 0 0 0,0-1 1 0 0,0 1-1 0 0,1-1 0 0 0,-1 1 0 0 0,0-1 1 0 0,0 1-1 0 0,1-1 0 0 0,-1 1 0 0 0,0-1 1 0 0,1 0-1 0 0,-1 1 0 0 0,0-1 0 0 0,1 0 1 0 0,-1 1-1 0 0,1-1 0 0 0,-1 0 1 0 0,0 1-1 0 0,1-1 0 0 0,-1 0 0 0 0,1 0 1 0 0,-1 0-1 0 0,1 1 0 0 0,-1-1 0 0 0,1 0 1 0 0,-1 0-1 0 0,1 0 0 0 0,-1 0 1 0 0,1 0-1 0 0,-1 0 0 0 0,1 0 0 0 0,-1 0 1 0 0,1 0-1 0 0,-1 0 0 0 0,1 0 0 0 0,-1 0 1 0 0,1 0-1 0 0,-1-1 0 0 0,1 1 0 0 0,-1 0 1 0 0,1 0-1 0 0,-1 0 0 0 0,1-1 1 0 0,-1 1-1 0 0,1 0 0 0 0,-1-1 0 0 0,0 1 1 0 0,1 0-1 0 0,-1-1 0 0 0,1 1-22 0 0,38-1 202 0 0,52-26-341 0 0,-43 21-2574 0 0,-48 6 1987 0 0,0 0-46 0 0,-1 12-9909 0 0,-2-8 9266 0 0,-1-1 18 0 0</inkml:trace>
  <inkml:trace contextRef="#ctx0" brushRef="#br0" timeOffset="2665.217">634 632 1280 0 0,'-3'0'8199'0'0,"15"4"-4683"0"0,96-2 1974 0 0,-59-3-4608 0 0,77 1 615 0 0,-93-24-3819 0 0,-33 22 1935 0 0,1 1-1 0 0,0 0 1 0 0,-1-1 0 0 0,0 1-1 0 0,1-1 1 0 0,-1 1-1 0 0,0 0 1 0 0,1-1-1 0 0,-1 1 1 0 0,0-1-1 0 0,0 1 1 0 0,0-1 0 0 0,0 1-1 0 0,-1-1 1 0 0,1 1-1 0 0,0-1 1 0 0,-1 1-1 0 0,1-1 1 0 0,-1 1-1 0 0,1 0 1 0 0,-1-1 0 0 0,0 1-1 0 0,1 0 1 0 0,-1-1-1 0 0,0 1 1 0 0,0 0-1 0 0,0 0 1 0 0,0 0-1 0 0,0 0 1 0 0,0 0 0 0 0,0 0-1 0 0,0 0 1 0 0,-1 0 387 0 0,-3-5-2237 0 0,0 1 745 0 0</inkml:trace>
  <inkml:trace contextRef="#ctx0" brushRef="#br0" timeOffset="2914.761">861 515 1160 0 0,'-13'19'5900'0'0,"7"23"-1571"0"0,6-40-4079 0 0,-7 151 5533 0 0,7-103-7673 0 0,-1 0-5521 0 0,15-36 4235 0 0,-9-9 1691 0 0,0-3-83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00.361"/>
    </inkml:context>
    <inkml:brush xml:id="br0">
      <inkml:brushProperty name="width" value="0.05" units="cm"/>
      <inkml:brushProperty name="height" value="0.05" units="cm"/>
      <inkml:brushProperty name="color" value="#FFFFFF"/>
    </inkml:brush>
  </inkml:definitions>
  <inkml:trace contextRef="#ctx0" brushRef="#br0">1 58 1760 0 0,'0'0'1372'0'0,"0"0"-98"0"0,0-3-111 0 0,0-7 157 0 0,5-20 8833 0 0,0 15-10443 0 0,0 26 4630 0 0,-2 84-3623 0 0,5 137-425 0 0,-6 135-162 0 0,-2-251-1627 0 0,-15-88-832 0 0,11-32-5944 0 0,0-24 1869 0 0,5 21 5037 0 0,1-1 106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02.496"/>
    </inkml:context>
    <inkml:brush xml:id="br0">
      <inkml:brushProperty name="width" value="0.05" units="cm"/>
      <inkml:brushProperty name="height" value="0.05" units="cm"/>
      <inkml:brushProperty name="color" value="#FFFFFF"/>
    </inkml:brush>
  </inkml:definitions>
  <inkml:trace contextRef="#ctx0" brushRef="#br0">0 26 2052 0 0,'3'-13'3326'0'0,"-1"0"3090"0"0,0 24-2934 0 0,24 301 864 0 0,-18 9-2622 0 0,-8-252-5350 0 0,-1 0-4124 0 0,-1-64 1342 0 0,2-9 5046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01.319"/>
    </inkml:context>
    <inkml:brush xml:id="br0">
      <inkml:brushProperty name="width" value="0.05" units="cm"/>
      <inkml:brushProperty name="height" value="0.05" units="cm"/>
      <inkml:brushProperty name="color" value="#FFFFFF"/>
    </inkml:brush>
  </inkml:definitions>
  <inkml:trace contextRef="#ctx0" brushRef="#br0">6 8 1912 0 0,'-5'-6'10864'0'0,"6"4"-4650"0"0,13 9-3286 0 0,11 9-5569 0 0,-14-7 4267 0 0,156 159 44 0 0,-33-61-1047 0 0,-110-81-289 0 0,-24-26-290 0 0,0 11 140 0 0,-20 28-24 0 0,6-17-117 0 0,-1 0 0 0 0,-1-2 1 0 0,-1 0-1 0 0,-1 0 1 0 0,0-2-1 0 0,-1 0 0 0 0,-1-2 1 0 0,-19 13-44 0 0,-98 63-1828 0 0,113-77-474 0 0,6-11-2774 0 0,17-4 3098 0 0,1 0 105 0 0,10-16-6297 0 0,-5 14 6688 0 0</inkml:trace>
  <inkml:trace contextRef="#ctx0" brushRef="#br0" timeOffset="544.088">367 359 1600 0 0,'-14'-19'8893'0'0,"-4"-11"1849"0"0,19 29-10632 0 0,0-1 1 0 0,0 1-1 0 0,0-1 1 0 0,0 1 0 0 0,0 0-1 0 0,1-1 1 0 0,-1 1 0 0 0,0 0-1 0 0,1 0 1 0 0,-1 0 0 0 0,1 0-1 0 0,-1 0 1 0 0,1 0-1 0 0,-1 1 1 0 0,1-1 0 0 0,0 0-1 0 0,-1 1 1 0 0,1-1 0 0 0,0 1-1 0 0,0 0 1 0 0,-1-1-1 0 0,1 1 1 0 0,0 0 0 0 0,0 0-1 0 0,-1 0 1 0 0,1 0 0 0 0,1 1-111 0 0,59 2 735 0 0,110 45-31 0 0,-13-30-407 0 0,-153-21-528 0 0,1-2 88 0 0,17-12-1123 0 0,-12 5-2827 0 0,-7 9-1165 0 0,-2 2 720 0 0,-2-1-2767 0 0,-1 2 5901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08.789"/>
    </inkml:context>
    <inkml:brush xml:id="br0">
      <inkml:brushProperty name="width" value="0.05" units="cm"/>
      <inkml:brushProperty name="height" value="0.05" units="cm"/>
      <inkml:brushProperty name="color" value="#FFFFFF"/>
    </inkml:brush>
  </inkml:definitions>
  <inkml:trace contextRef="#ctx0" brushRef="#br0">24 63 2024 0 0,'0'0'1342'0'0,"0"0"-97"0"0,0 0-69 0 0,0-3-90 0 0,0 1-248 0 0,1-7-1229 0 0,-7-4 8880 0 0,-12-14-8161 0 0,162 228 2739 0 0,-4-7-2343 0 0,-140-193-703 0 0,0 0-1 0 0,1 0 0 0 0,-1-1 0 0 0,1 1 0 0 0,-1 0 1 0 0,1 0-1 0 0,0 0 0 0 0,-1-1 0 0 0,1 1 0 0 0,0 0 1 0 0,0-1-1 0 0,-1 1 0 0 0,1 0 0 0 0,0-1 0 0 0,0 1 1 0 0,0-1-1 0 0,0 0 0 0 0,0 1 0 0 0,-1-1 0 0 0,1 0 0 0 0,0 1 1 0 0,0-1-1 0 0,0 0 0 0 0,0 0 0 0 0,0 0 0 0 0,0 0 1 0 0,0 0-1 0 0,0 0 0 0 0,0 0 0 0 0,0 0 0 0 0,0 0 1 0 0,0 0-1 0 0,0-1 0 0 0,0 1 0 0 0,0 0 0 0 0,0-1 0 0 0,0 1 1 0 0,0 0-1 0 0,-1-1 0 0 0,1 0 0 0 0,0 1 0 0 0,0-1 1 0 0,0 1-1 0 0,-1-1 0 0 0,1 0 0 0 0,0 1 0 0 0,-1-1 1 0 0,1 0-1 0 0,-1 0 0 0 0,1 0 0 0 0,-1 1 0 0 0,1-1 1 0 0,-1 0-1 0 0,1 0 0 0 0,-1 0 0 0 0,0 0 0 0 0,1 0 0 0 0,-1 0 1 0 0,0 0-1 0 0,0 0 0 0 0,0 0 0 0 0,0 0 0 0 0,0 0-20 0 0,1-1-11 0 0,64-87 335 0 0,-21 36-234 0 0,39-39 84 0 0,38-21-136 0 0,-60 68-789 0 0,-77 44-10338 0 0,-13 14 4991 0 0,13-4 4677 0 0,0 1-27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22.984"/>
    </inkml:context>
    <inkml:brush xml:id="br0">
      <inkml:brushProperty name="width" value="0.05" units="cm"/>
      <inkml:brushProperty name="height" value="0.05" units="cm"/>
      <inkml:brushProperty name="color" value="#FFFFFF"/>
    </inkml:brush>
  </inkml:definitions>
  <inkml:trace contextRef="#ctx0" brushRef="#br0">1 0 2028 0 0,'0'0'1293'0'0,"0"0"-109"0"0,0 0-100 0 0,0 0-89 0 0,0 0-77 0 0,0 0-73 0 0,0 0-92 0 0,0 0-63 0 0,0 0-42 0 0,0 0 16 0 0,0 0-86 0 0,0 0-32 0 0,0 0 94 0 0,0 0-27 0 0,0 0-56 0 0,0 0-28 0 0,0 0-61 0 0,0 0-70 0 0,0 0-34 0 0,0 0-6 0 0,0 0-19 0 0,0 0-13 0 0,0 0 46 0 0,0 0 14 0 0,0 0-13 0 0,0 0-32 0 0,0 0 17 0 0,0 0 20 0 0,0 0-31 0 0,0 5-28 0 0,0-5-318 0 0,0 1 22 0 0,0 0-1 0 0,0 0 1 0 0,0 0-1 0 0,0 0 1 0 0,0 0-1 0 0,0 0 1 0 0,0 0-1 0 0,0-1 1 0 0,0 1-1 0 0,0 0 1 0 0,0 0-1 0 0,0 0 1 0 0,1 0-1 0 0,-1 0 1 0 0,0-1-1 0 0,1 1 0 0 0,-1 0 1 0 0,1 0-1 0 0,-1-1 1 0 0,1 1-1 0 0,-1 0 1 0 0,1 0-1 0 0,-1-1 1 0 0,1 1-1 0 0,0-1 1 0 0,-1 1-1 0 0,1 0 1 0 0,0-1-1 0 0,0 1 1 0 0,-1-1-1 0 0,1 0 1 0 0,0 1-1 0 0,0-1 1 0 0,0 0-1 0 0,0 1 1 0 0,-1-1-1 0 0,1 0 1 0 0,0 0-1 0 0,0 0 0 0 0,0 0 1 0 0,0 0-1 0 0,0 0 1 0 0,0 0-1 0 0,0 0 1 0 0,-1 0-1 0 0,1 0 1 0 0,0 0-1 0 0,0-1 1 0 0,0 1-1 0 0,0 0-22 0 0,108 2 1258 0 0,99 27-139 0 0,235-21 667 0 0,65 1-1321 0 0,-321-10-370 0 0,-80-18 123 0 0,16 14 224 0 0,32-20-320 0 0,-37 8-345 0 0,306 14 348 0 0,-383 13-119 0 0,3 6-202 0 0,-38-12 955 0 0,2-3-4320 0 0,-17 0-2949 0 0,-43 3-3242 0 0,-24-21 5000 0 0,54 8 3422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16.811"/>
    </inkml:context>
    <inkml:brush xml:id="br0">
      <inkml:brushProperty name="width" value="0.05" units="cm"/>
      <inkml:brushProperty name="height" value="0.05" units="cm"/>
      <inkml:brushProperty name="color" value="#FFFFFF"/>
    </inkml:brush>
  </inkml:definitions>
  <inkml:trace contextRef="#ctx0" brushRef="#br0">489 140 1768 0 0,'30'-3'4966'0'0,"11"-40"-1634"0"0,-34 31-1158 0 0,0-28 1226 0 0,-7 38-2959 0 0,-2-9 314 0 0,-1 8-689 0 0,-1 0 1 0 0,0 0 0 0 0,1 1-1 0 0,-1-1 1 0 0,0 1 0 0 0,0 0 0 0 0,0 0-1 0 0,-1 0 1 0 0,1 1 0 0 0,0-1-1 0 0,-1 1 1 0 0,1 0 0 0 0,-1 0-1 0 0,1 1 1 0 0,-1-1 0 0 0,0 1 0 0 0,1 0-1 0 0,-1 0 1 0 0,-3 1-67 0 0,-99 34 675 0 0,93-28-569 0 0,-20 11 30 0 0,0 1 0 0 0,1 1 0 0 0,1 2 0 0 0,1 2 0 0 0,-11 11-136 0 0,25-18 33 0 0,1 2-1 0 0,1 0 0 0 0,1 1 0 0 0,1 0 0 0 0,1 1 0 0 0,0 0 0 0 0,2 1 0 0 0,0 0 0 0 0,2 1 0 0 0,0 0 0 0 0,0 8-32 0 0,-6 108 192 0 0,15-126-186 0 0,1-1 0 0 0,0 1 0 0 0,0-1 0 0 0,1 0 0 0 0,1 0 0 0 0,0 0 0 0 0,1 0 1 0 0,0-1-1 0 0,1 1 0 0 0,4 5-6 0 0,-5-9-4 0 0,0 1 0 0 0,0-2 1 0 0,1 1-1 0 0,1 0 0 0 0,-1-1 1 0 0,1-1-1 0 0,0 1 0 0 0,1-1 0 0 0,-1 0 1 0 0,1-1-1 0 0,0 1 0 0 0,1-2 1 0 0,-1 1-1 0 0,1-1 0 0 0,0 0 0 0 0,0-1 1 0 0,0 0-1 0 0,1-1 0 0 0,-1 0 1 0 0,1 0-1 0 0,-1-1 0 0 0,1 0 0 0 0,3-1 5 0 0,-6 0-50 0 0,0-1 0 0 0,0 0 1 0 0,0 0-1 0 0,0-1 1 0 0,0 0-1 0 0,0 0 1 0 0,-1 0-1 0 0,1-1 1 0 0,-1 0-1 0 0,0-1 1 0 0,1 1-1 0 0,-1-1 1 0 0,-1 0-1 0 0,1-1 0 0 0,4-4 49 0 0,-4 4-392 0 0,-1-1-1 0 0,0 0 0 0 0,0 0 0 0 0,-1 0 0 0 0,0 0 0 0 0,0-1 0 0 0,0 0 1 0 0,-1 0-1 0 0,0 0 0 0 0,-1 0 0 0 0,1 0 0 0 0,-1-1 0 0 0,0 1 0 0 0,-1-1 1 0 0,0 1-1 0 0,0-1 0 0 0,-1-7 393 0 0,-1 7-434 0 0,-1 0-1 0 0,0 0 1 0 0,-1 0 0 0 0,0 0-1 0 0,0 0 1 0 0,0 0 0 0 0,-1 1-1 0 0,0-1 1 0 0,-1 1 0 0 0,0 0-1 0 0,-2-3 435 0 0,-38-44 77 0 0,11 25 2666 0 0,10 14 2105 0 0,48 14-533 0 0,200 15-683 0 0,-218-11-3566 0 0,-2-1-44 0 0,1 1 0 0 0,0 0 0 0 0,-1 0 0 0 0,1 0 0 0 0,-1 0 0 0 0,0 1 0 0 0,0-1 0 0 0,-1 1 0 0 0,1 0 0 0 0,-1 1 0 0 0,0-1 1 0 0,0 0-1 0 0,0 1 0 0 0,0 0 0 0 0,-1-1 0 0 0,0 1 0 0 0,0 0 0 0 0,0 0 0 0 0,-1 0 0 0 0,1 1 0 0 0,-1-1 0 0 0,0 0 0 0 0,-1 1 0 0 0,1-1-22 0 0,-15 159-38 0 0,-12-36-2311 0 0,22-102-2034 0 0,2 1-3753 0 0,20-22 4418 0 0,17-29 605 0 0,-15 4 1728 0 0</inkml:trace>
  <inkml:trace contextRef="#ctx0" brushRef="#br0" timeOffset="390.769">896 64 2356 0 0,'-1'-1'2376'0'0,"1"1"-2213"0"0,0 0 0 0 0,0 1 0 0 0,-1-1 0 0 0,1 0 0 0 0,0 0 0 0 0,0 1 0 0 0,0-1 0 0 0,0 0 0 0 0,0 0 0 0 0,0 0 0 0 0,0 1 0 0 0,-1-1 0 0 0,1 0 0 0 0,0 0 0 0 0,0 0 0 0 0,0 1 0 0 0,0-1 0 0 0,-1 0 0 0 0,1 0 0 0 0,0 0 0 0 0,0 0 0 0 0,0 0 0 0 0,-1 1 0 0 0,1-1 0 0 0,0 0 0 0 0,0 0 0 0 0,-1 0 0 0 0,1 0 0 0 0,0 0 0 0 0,0 0 0 0 0,-1 0 0 0 0,1 0 0 0 0,0 0 0 0 0,0 0 0 0 0,-1 0 1 0 0,1 0-1 0 0,0 0 0 0 0,0 0 0 0 0,-1 0 0 0 0,1 0 0 0 0,0 0 0 0 0,0 0 0 0 0,0 0 0 0 0,-1-1 0 0 0,1 1 0 0 0,0 0 0 0 0,0 0 0 0 0,-1 0 0 0 0,1 0 0 0 0,0 0 0 0 0,0-1 0 0 0,0 1 0 0 0,0 0-163 0 0,21 57 3409 0 0,-16-40-3016 0 0,0 0 1 0 0,2-1-1 0 0,0 0 1 0 0,0 0-1 0 0,2 0 0 0 0,0-1 1 0 0,1 0-1 0 0,0 0 1 0 0,1-1-1 0 0,2 0-393 0 0,-6-6-29 0 0,16 14-597 0 0,-6-14-2610 0 0,-17-8 1696 0 0,0 0-121 0 0,2 0-252 0 0,47-41-3494 0 0,-13 5 2470 0 0,-20 17 1515 0 0</inkml:trace>
  <inkml:trace contextRef="#ctx0" brushRef="#br0" timeOffset="809.105">1236 89 1520 0 0,'9'-9'4134'0'0,"-9"9"3054"0"0,-10 15-3455 0 0,-90 105 701 0 0,-93 22-2420 0 0,76-82-3416 0 0,117-78-3161 0 0,3 17 4592 0 0,0 1 0 0 0,0 0 0 0 0,0 0 0 0 0,0 1 0 0 0,0-1 1 0 0,0 1-1 0 0,0-1 0 0 0,0 1 0 0 0,-1 0 0 0 0,1 0 1 0 0,0 0-1 0 0,0 0 0 0 0,-1 1 0 0 0,1-1 0 0 0,0 1 1 0 0,-1-1-1 0 0,1 1 0 0 0,-1 0 0 0 0,0 0 0 0 0,0 0 0 0 0,0 1 1 0 0,0-1-1 0 0,0 0 0 0 0,0 1 0 0 0,0-1 0 0 0,-1 1 1 0 0,0-1-1 0 0,1 1 0 0 0,-1 0 0 0 0,0 0 0 0 0,0 0 1 0 0,0 0-1 0 0,-1 0 0 0 0,1 0 0 0 0,-1 0 0 0 0,1 0 0 0 0,-1 1-29 0 0,3 5 19 0 0,9 23 639 0 0,-2 1-1 0 0,-1 0 1 0 0,-2 0-1 0 0,-1 1 1 0 0,-1 11-658 0 0,13 58 843 0 0,-16-76-1245 0 0,1-5-2476 0 0,-3-8-3250 0 0,6-18 920 0 0,8-10 1841 0 0,-2-3 1895 0 0,2-6 88 0 0</inkml:trace>
  <inkml:trace contextRef="#ctx0" brushRef="#br0" timeOffset="1509.125">1690 188 2040 0 0,'5'-30'7157'0'0,"-34"-1"-2573"0"0,24 28-4426 0 0,0 1 1 0 0,0 0-1 0 0,1 0 0 0 0,-1 1 1 0 0,0-1-1 0 0,-1 1 1 0 0,1 0-1 0 0,0 1 1 0 0,0-1-1 0 0,0 1 1 0 0,-1 0-1 0 0,1 0 1 0 0,0 0-1 0 0,0 1 1 0 0,0 0-1 0 0,-5 1-158 0 0,-4 3 162 0 0,1 1-1 0 0,-1 1 1 0 0,1 0-1 0 0,0 0 1 0 0,0 1-1 0 0,1 1 1 0 0,0 0-1 0 0,1 1 1 0 0,0 0-1 0 0,1 1 1 0 0,-1 0-1 0 0,2 1 1 0 0,0 0-162 0 0,-7 9 137 0 0,2 2-1 0 0,0 0 1 0 0,2 0 0 0 0,0 1 0 0 0,2 1 0 0 0,0-1 0 0 0,2 2-1 0 0,1-1 1 0 0,1 1 0 0 0,1 0 0 0 0,1 1 0 0 0,2-1 0 0 0,0 6-137 0 0,3-22 24 0 0,1 0 1 0 0,0 0-1 0 0,0-1 1 0 0,1 1 0 0 0,0-1-1 0 0,1 0 1 0 0,0 0 0 0 0,0 0-1 0 0,1 0 1 0 0,0-1 0 0 0,1 0-1 0 0,0 0 1 0 0,0 0 0 0 0,0-1-1 0 0,1 0 1 0 0,0 0-1 0 0,1 0 1 0 0,0-1 0 0 0,0 0-1 0 0,0-1 1 0 0,0 0 0 0 0,1 0-1 0 0,0-1 1 0 0,0 0 0 0 0,0 0-1 0 0,7 1-24 0 0,-3-4-102 0 0,1 0 0 0 0,0-1 0 0 0,-1 0-1 0 0,1-1 1 0 0,-1-1 0 0 0,1 0 0 0 0,-1-1 0 0 0,0 0-1 0 0,0-1 1 0 0,0-1 0 0 0,0 0 0 0 0,-1 0-1 0 0,2-2 103 0 0,-8 3-310 0 0,1 1-1 0 0,-2-1 0 0 0,1-1 0 0 0,0 1 0 0 0,-1-1 0 0 0,0 0 0 0 0,0 0 1 0 0,0 0-1 0 0,-1-1 0 0 0,0 1 0 0 0,0-1 0 0 0,0 0 0 0 0,-1-1 0 0 0,0 1 1 0 0,0-1-1 0 0,1-5 311 0 0,-4-32-10975 0 0,-9 30 10035 0 0,2 5-514 0 0</inkml:trace>
  <inkml:trace contextRef="#ctx0" brushRef="#br0" timeOffset="1834.204">1537 467 1832 0 0,'-20'-5'4659'0'0,"25"3"1957"0"0,1 2-6221 0 0,250-2 6480 0 0,-253 3-6834 0 0,1 1 0 0 0,-1-1-1 0 0,0 1 1 0 0,0 0 0 0 0,0 0-1 0 0,-1 0 1 0 0,1 0 0 0 0,0 1-1 0 0,-1-1 1 0 0,1 1 0 0 0,-1 0 0 0 0,0-1-1 0 0,0 1 1 0 0,0 0 0 0 0,0 0-1 0 0,-1 1 1 0 0,1-1 0 0 0,-1 0-1 0 0,0 0 1 0 0,1 1 0 0 0,-2-1 0 0 0,1 1-1 0 0,0-1 1 0 0,-1 1 0 0 0,1-1-1 0 0,-1 1 1 0 0,0-1 0 0 0,0 1-1 0 0,-1-1 1 0 0,1 1 0 0 0,-1 1-41 0 0,1 2 10 0 0,1 89-2653 0 0,-1-62-3453 0 0,3-29 4227 0 0,-1-2 1863 0 0,36 15-8140 0 0,-31-20 6849 0 0</inkml:trace>
  <inkml:trace contextRef="#ctx0" brushRef="#br0" timeOffset="2301.048">2230 142 1260 0 0,'-1'-7'2656'0'0,"-2"-13"3139"0"0,-5 26-1204 0 0,-36 100-1060 0 0,-111 182-414 0 0,79-155-3298 0 0,64-112-1237 0 0,13-32-2274 0 0,34-90-2910 0 0,16-33 279 0 0,-33 101 4961 0 0</inkml:trace>
  <inkml:trace contextRef="#ctx0" brushRef="#br0" timeOffset="2551.238">2151 173 1508 0 0,'35'-51'5415'0'0,"-33"50"-5259"0"0,1 1 1 0 0,-1 0-1 0 0,0 0 0 0 0,0 0 0 0 0,1 0 0 0 0,-1 0 0 0 0,0 0 1 0 0,0 1-1 0 0,1-1 0 0 0,-1 1 0 0 0,0-1 0 0 0,0 1 0 0 0,0 0 1 0 0,0 0-1 0 0,0 0 0 0 0,0 0 0 0 0,0 0 0 0 0,0 0 0 0 0,0 1 1 0 0,-1-1-1 0 0,1 1 0 0 0,0-1 0 0 0,-1 1 0 0 0,1 0 0 0 0,-1-1 0 0 0,0 1 1 0 0,1 0-1 0 0,-1 0 0 0 0,0 0 0 0 0,0 0 0 0 0,0 0 0 0 0,0 1-156 0 0,19 36 909 0 0,-2-1-1 0 0,-2 2 0 0 0,-1 0 0 0 0,-2 1 0 0 0,-2 1 0 0 0,5 35-908 0 0,-14-66-75 0 0,31 169 1570 0 0,-29-99-4583 0 0,-20-67 8 0 0,-3-22-1771 0 0,-26-39 289 0 0,28 27 3134 0 0</inkml:trace>
  <inkml:trace contextRef="#ctx0" brushRef="#br0" timeOffset="2725.332">2147 512 1944 0 0,'-10'-12'2465'0'0,"10"12"-2288"0"0,1 1 1 0 0,-1-1 0 0 0,1 0-1 0 0,-1 0 1 0 0,1 0 0 0 0,-1 0-1 0 0,1 0 1 0 0,-1 0 0 0 0,1 0-1 0 0,-1 0 1 0 0,1 0 0 0 0,-1-1-1 0 0,1 1 1 0 0,-1 0 0 0 0,1 0-1 0 0,-1 0 1 0 0,1 0 0 0 0,-1-1-1 0 0,1 1 1 0 0,-1 0 0 0 0,1-1-1 0 0,-1 1 1 0 0,0 0 0 0 0,1-1-1 0 0,-1 1 1 0 0,0 0 0 0 0,1-1-1 0 0,-1 1 1 0 0,0-1 0 0 0,1 1-1 0 0,-1 0 1 0 0,0-1 0 0 0,0 1-1 0 0,1-1 1 0 0,-1 1 0 0 0,0-1 0 0 0,0 1-1 0 0,0-1 1 0 0,0 1 0 0 0,0-1-1 0 0,0 1 1 0 0,0-1 0 0 0,0 1-1 0 0,0-1 1 0 0,0 1 0 0 0,0-1-1 0 0,0 1 1 0 0,0-1 0 0 0,0 1-1 0 0,0-1 1 0 0,-1 1 0 0 0,1-1-1 0 0,0 1 1 0 0,0-1 0 0 0,-1 1-1 0 0,1-1 1 0 0,0 1 0 0 0,-1-1-1 0 0,1 1 1 0 0,0 0 0 0 0,-1-1-178 0 0,142-20 3158 0 0,-91 14-4284 0 0,16-4-5759 0 0,-24 3 66 0 0,-23 0 5400 0 0</inkml:trace>
  <inkml:trace contextRef="#ctx0" brushRef="#br0" timeOffset="3037.277">2613 159 1140 0 0,'6'-13'10036'0'0,"5"36"-6751"0"0,-11-22-3323 0 0,163 366 7904 0 0,-98-228-9422 0 0,-58-143-7076 0 0,6-39 4225 0 0,-1-33-243 0 0,-10 43 3194 0 0</inkml:trace>
  <inkml:trace contextRef="#ctx0" brushRef="#br0" timeOffset="3290.394">2909 151 1544 0 0,'-9'9'6836'0'0,"-4"17"-4179"0"0,11-21-2188 0 0,-20 32 1122 0 0,-1-1-1 0 0,-1-1 0 0 0,-2-1 0 0 0,-2-1 0 0 0,-10 8-1590 0 0,-1-3-565 0 0,-2-2-1 0 0,-1-2 0 0 0,-44 28 566 0 0,15-13-2553 0 0,-85 81-9550 0 0,137-110 10451 0 0</inkml:trace>
  <inkml:trace contextRef="#ctx0" brushRef="#br0" timeOffset="4448.98">219 993 2096 0 0,'-81'34'7689'0'0,"36"-18"-2670"0"0,44-16-4530 0 0,1 0-18 0 0,0 0-26 0 0,0 0-55 0 0,-14 6 2607 0 0,228-3-598 0 0,618-3 938 0 0,-632-23-3187 0 0,258-17 114 0 0,122 31 202 0 0,-524 19-344 0 0,100-2-182 0 0,-97-3 118 0 0,3 9 58 0 0,94 21 103 0 0,-139-31-281 0 0,-24-11-3499 0 0,7 7 3547 0 0,-60-26-6255 0 0,-25-30-1751 0 0,-41-22 1771 0 0,91 63 4805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15.213"/>
    </inkml:context>
    <inkml:brush xml:id="br0">
      <inkml:brushProperty name="width" value="0.05" units="cm"/>
      <inkml:brushProperty name="height" value="0.05" units="cm"/>
      <inkml:brushProperty name="color" value="#FFFFFF"/>
    </inkml:brush>
  </inkml:definitions>
  <inkml:trace contextRef="#ctx0" brushRef="#br0">1 3 2056 0 0,'40'47'8472'0'0,"4"35"-4302"0"0,-4-6-1897 0 0,1-19-2978 0 0,-40-57-60 0 0,-1 0-119 0 0,0 0-568 0 0,13-2-3350 0 0,6-11 2880 0 0,6-13-1088 0 0,-12 8 1491 0 0</inkml:trace>
  <inkml:trace contextRef="#ctx0" brushRef="#br0" timeOffset="343.656">373 3 2396 0 0,'6'-2'9007'0'0,"-6"15"-5247"0"0,-85 71 471 0 0,52-57-3580 0 0,-97 72 190 0 0,114-82-1715 0 0,20-12 975 0 0,1 0 1 0 0,-1 0-1 0 0,0 1 0 0 0,0-1 1 0 0,-1 1-1 0 0,0 0 1 0 0,0 0-1 0 0,0 0 0 0 0,-1 0 1 0 0,0 0-1 0 0,0 1 1 0 0,0-1-1 0 0,-1 1 0 0 0,1 6-101 0 0,16 148 1418 0 0,-14-66-947 0 0,-1 6-1113 0 0,-2-34-3853 0 0,-18-36-1238 0 0,7-31-1965 0 0,9-4 6233 0 0,0-2 38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13.234"/>
    </inkml:context>
    <inkml:brush xml:id="br0">
      <inkml:brushProperty name="width" value="0.05" units="cm"/>
      <inkml:brushProperty name="height" value="0.05" units="cm"/>
      <inkml:brushProperty name="color" value="#FFFFFF"/>
    </inkml:brush>
  </inkml:definitions>
  <inkml:trace contextRef="#ctx0" brushRef="#br0">534 161 2028 0 0,'0'-4'1620'0'0,"17"-48"3568"0"0,-17 50-4988 0 0,0-1-1 0 0,0 1 1 0 0,0-1 0 0 0,0 1-1 0 0,0 0 1 0 0,-1-1 0 0 0,0 1-1 0 0,1-1 1 0 0,-1 1 0 0 0,0 0-1 0 0,0-1 1 0 0,0 1 0 0 0,0 0-1 0 0,-1 0 1 0 0,1 0 0 0 0,0 0-1 0 0,-1 0 1 0 0,0 0 0 0 0,1 0-1 0 0,-1 0 1 0 0,0 1 0 0 0,0-1-1 0 0,-1 0-199 0 0,1 0 173 0 0,-4-3 87 0 0,0 0 1 0 0,0 0 0 0 0,-1 0-1 0 0,1 1 1 0 0,-1 0 0 0 0,0 0-1 0 0,0 1 1 0 0,0 0 0 0 0,-1 0-1 0 0,1 1 1 0 0,-1 0 0 0 0,1 0 0 0 0,-1 1-1 0 0,0 0 1 0 0,0 0 0 0 0,1 1-1 0 0,-1 0 1 0 0,0 0 0 0 0,0 1-1 0 0,0 0 1 0 0,-3 1-261 0 0,-11 6 108 0 0,1 0 1 0 0,0 2-1 0 0,1 0 1 0 0,0 2-1 0 0,0 0 1 0 0,2 1-1 0 0,-1 1 0 0 0,1 0 1 0 0,1 2-1 0 0,1 0 1 0 0,0 1-1 0 0,2 0 0 0 0,-1 1 1 0 0,2 1-1 0 0,1 0 1 0 0,0 1-1 0 0,1 0 0 0 0,1 1 1 0 0,2 0-1 0 0,0 1 1 0 0,0 0-1 0 0,2 0 0 0 0,1 0 1 0 0,1 1-1 0 0,1 0 1 0 0,1 0-1 0 0,1 1-108 0 0,0-15-3 0 0,1 0 0 0 0,1 0 0 0 0,-1-1 0 0 0,1 1 0 0 0,1 0 0 0 0,0 0 0 0 0,0-1-1 0 0,1 1 1 0 0,0-1 0 0 0,0 0 0 0 0,1 0 0 0 0,0 0 0 0 0,0 0 0 0 0,1-1 0 0 0,0 0 0 0 0,1 0 0 0 0,-1 0 0 0 0,1 0 0 0 0,0-1 0 0 0,1 0 0 0 0,0 0 0 0 0,0-1-1 0 0,0 0 1 0 0,0 0 0 0 0,1-1 0 0 0,0 1 0 0 0,0-2 0 0 0,0 1 0 0 0,1-1 0 0 0,-1-1 0 0 0,0 1 0 0 0,1-1 0 0 0,0-1 0 0 0,0 0 0 0 0,1 0 3 0 0,1-1-223 0 0,0-1 0 0 0,0 0 0 0 0,0-1 0 0 0,-1 0 0 0 0,1-1 0 0 0,0 0 0 0 0,-1 0 0 0 0,0-1 0 0 0,0-1 0 0 0,0 0 0 0 0,0 0 0 0 0,-1-1 0 0 0,5-3 223 0 0,16-19-2934 0 0,-22 4-3925 0 0,-8 23 5086 0 0,0 1 88 0 0,0-8-1356 0 0,0 7 1477 0 0</inkml:trace>
  <inkml:trace contextRef="#ctx0" brushRef="#br0" timeOffset="284.489">232 445 1996 0 0,'-3'-12'9556'0'0,"16"10"-6484"0"0,-8 2-3114 0 0,157-12 4900 0 0,-91 36-3939 0 0,-55-15-578 0 0,-13-6-294 0 0,0-1-1 0 0,0 1 1 0 0,0 0 0 0 0,0 0-1 0 0,0 0 1 0 0,0 0 0 0 0,-1 0 0 0 0,1 1-1 0 0,-1 0 1 0 0,0-1 0 0 0,0 1-1 0 0,0 0 1 0 0,-1 0 0 0 0,0 0 0 0 0,1 0-1 0 0,-1 0 1 0 0,0 0 0 0 0,-1 0-1 0 0,1 0 1 0 0,-1 0 0 0 0,0 0 0 0 0,0 1-1 0 0,-1 2-46 0 0,-12 89-288 0 0,13-94 268 0 0,-11 57-3055 0 0,11-59 2845 0 0,1 0 0 0 0,-1 0 0 0 0,0 0-1 0 0,1 0 1 0 0,-1 0 0 0 0,0 0 0 0 0,1 0 0 0 0,-1 0-1 0 0,0 0 1 0 0,1 0 0 0 0,-1 0 0 0 0,0 0 0 0 0,1 0 0 0 0,-1 0-1 0 0,0 0 1 0 0,0 0 0 0 0,1 0 0 0 0,-1 0 0 0 0,0 0 0 0 0,1 1-1 0 0,-1-1 1 0 0,0 0 0 0 0,0 0 0 0 0,1 0 0 0 0,-1 1 0 0 0,0-1-1 0 0,0 0 1 0 0,1 0 0 0 0,-1 1 0 0 0,0-1 0 0 0,0 0 0 0 0,0 0-1 0 0,1 1 1 0 0,-1-1 0 0 0,0 0 0 0 0,0 1 0 0 0,0-1 0 0 0,0 0-1 0 0,0 1 1 0 0,0-1 0 0 0,0 0 0 0 0,0 1 0 0 0,0-1 0 0 0,0 0-1 0 0,0 1 1 0 0,0-1 0 0 0,0 0 0 0 0,0 1 0 0 0,0-1 0 0 0,0 0-1 0 0,0 1 1 0 0,0-1 0 0 0,0 0 0 0 0,0 0 0 0 0,-1 1 0 0 0,1-1-1 0 0,0 0 1 0 0,0 1 230 0 0,10-8-2179 0 0,-4 2 573 0 0</inkml:trace>
  <inkml:trace contextRef="#ctx0" brushRef="#br0" timeOffset="646.949">965 7 1832 0 0,'2'5'7910'0'0,"-1"20"-4332"0"0,-9 5-2617 0 0,0-1 0 0 0,-2 1 0 0 0,-1-2-1 0 0,-1 1 1 0 0,-8 11-961 0 0,-8 7 324 0 0,-1-1 0 0 0,-3-1-1 0 0,-1-2 1 0 0,-21 20-324 0 0,10-13-1838 0 0,42-49 1029 0 0,1-3-33 0 0,-1-3 498 0 0,2 0 1 0 0,-1 0-1 0 0,0 1 0 0 0,1-1 1 0 0,0 0-1 0 0,0 0 0 0 0,0 1 1 0 0,1-1-1 0 0,0 0 0 0 0,0 0 1 0 0,0 1-1 0 0,0-1 0 0 0,1 1 1 0 0,0-1-1 0 0,0 1 0 0 0,0 0 1 0 0,0 0-1 0 0,1-1 344 0 0,4-11-984 0 0,39-87-3979 0 0,-28 68 3506 0 0</inkml:trace>
  <inkml:trace contextRef="#ctx0" brushRef="#br0" timeOffset="899.54">915 56 1428 0 0,'2'0'269'0'0,"0"0"-1"0"0,0 0 0 0 0,0 0 1 0 0,0 0-1 0 0,0 0 1 0 0,1 0-1 0 0,-1 0 1 0 0,0 1-1 0 0,0-1 1 0 0,0 1-1 0 0,0-1 1 0 0,0 1-1 0 0,0 0 0 0 0,-1 0 1 0 0,1 0-1 0 0,0 0 1 0 0,0 0-1 0 0,-1 0 1 0 0,1 0-1 0 0,0 1 1 0 0,-1-1-1 0 0,1 1 1 0 0,-1-1-1 0 0,0 1 0 0 0,1 0-268 0 0,42 76 3465 0 0,-44-78-3457 0 0,64 213 4333 0 0,-39 7-3669 0 0,-24-174-5919 0 0,-16-34 1877 0 0,2-16-1425 0 0,8-2 3226 0 0</inkml:trace>
  <inkml:trace contextRef="#ctx0" brushRef="#br0" timeOffset="1073.348">873 412 1908 0 0,'-7'-6'1566'0'0,"7"6"-1296"0"0,0 0 0 0 0,1 0 0 0 0,-1 0-1 0 0,0 0 1 0 0,1-1 0 0 0,-1 1 0 0 0,0 0 0 0 0,1 0 0 0 0,-1-1-1 0 0,0 1 1 0 0,0 0 0 0 0,1-1 0 0 0,-1 1 0 0 0,0 0-1 0 0,0 0 1 0 0,1-1 0 0 0,-1 1 0 0 0,0-1 0 0 0,0 1-1 0 0,0 0 1 0 0,0-1 0 0 0,0 1 0 0 0,0 0 0 0 0,1-1 0 0 0,-1 1-1 0 0,0-1 1 0 0,0 1 0 0 0,0 0 0 0 0,0-1 0 0 0,0 1-1 0 0,0-1 1 0 0,0 1 0 0 0,-1 0 0 0 0,1-1 0 0 0,0 1-1 0 0,0 0 1 0 0,0-1 0 0 0,0 1 0 0 0,0-1 0 0 0,-1 1 0 0 0,1 0-1 0 0,0-1 1 0 0,0 1 0 0 0,-1 0 0 0 0,1 0 0 0 0,0-1-1 0 0,0 1 1 0 0,-1 0 0 0 0,1 0 0 0 0,-1-1-270 0 0,161-16 4528 0 0,-37-12-6189 0 0,-91 22-4414 0 0,-12 5-5112 0 0,-20 2 9977 0 0</inkml:trace>
  <inkml:trace contextRef="#ctx0" brushRef="#br0" timeOffset="1340.046">1317 82 996 0 0,'8'8'6904'0'0,"-5"14"-5459"0"0,-2-16-795 0 0,-2 135 5501 0 0,-9-56-4911 0 0,-49 244 2029 0 0,55-313-2919 0 0,0 3-3611 0 0,1-34 769 0 0,7-88-4094 0 0,10 9 3695 0 0,4 4-34 0 0,-9 48 1431 0 0</inkml:trace>
  <inkml:trace contextRef="#ctx0" brushRef="#br0" timeOffset="1733.658">1365 141 1780 0 0,'27'-55'3880'0'0,"20"22"3649"0"0,-46 33-6449 0 0,2 0-74 0 0,4 0-764 0 0,-1 2 0 0 0,1-1-1 0 0,0 1 1 0 0,-1 0 0 0 0,0 0-1 0 0,1 1 1 0 0,-1 0 0 0 0,0 0-1 0 0,0 0 1 0 0,-1 1 0 0 0,1 0-1 0 0,-1 0 1 0 0,0 0 0 0 0,0 1-1 0 0,0-1 1 0 0,0 1 0 0 0,3 6-242 0 0,-6-10 101 0 0,3 4 21 0 0,0 0 1 0 0,-1 1-1 0 0,1-1 0 0 0,-1 1 0 0 0,0 0 1 0 0,-1 0-1 0 0,1 0 0 0 0,-1 0 0 0 0,0 1 1 0 0,-1-1-1 0 0,0 1 0 0 0,0-1 0 0 0,0 1 1 0 0,-1 0-1 0 0,0 0 0 0 0,0 0 0 0 0,-1 0 0 0 0,0 0 1 0 0,0 0-1 0 0,0 0 0 0 0,-1 0 0 0 0,0 0 1 0 0,-1 1-123 0 0,-2 5-48 0 0,0-1 0 0 0,-2 1 1 0 0,1 0-1 0 0,-2-1 0 0 0,1 0 1 0 0,-2-1-1 0 0,1 0 0 0 0,-2 0 1 0 0,1 0-1 0 0,-2-1 0 0 0,1 0 1 0 0,-1-1-1 0 0,-1 0 0 0 0,1-1 1 0 0,-2 0-1 0 0,-2 1 48 0 0,-89 48 808 0 0,118-44 133 0 0,124 64-236 0 0,-108-53-1099 0 0,-17-12-1455 0 0,2-1-4330 0 0,-16-11 3999 0 0,3 0 595 0 0,-1-3-5336 0 0,6-16 5427 0 0,-1-5 44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11.743"/>
    </inkml:context>
    <inkml:brush xml:id="br0">
      <inkml:brushProperty name="width" value="0.05" units="cm"/>
      <inkml:brushProperty name="height" value="0.05" units="cm"/>
      <inkml:brushProperty name="color" value="#FFFFFF"/>
    </inkml:brush>
  </inkml:definitions>
  <inkml:trace contextRef="#ctx0" brushRef="#br0">1 63 1504 0 0,'0'-3'1327'0'0,"9"-20"8016"0"0,-1 10-8572 0 0,-8 13-14 0 0,0 0-118 0 0,18-23 477 0 0,-17 23-1017 0 0,1 0-1 0 0,-1 0 1 0 0,0 0-1 0 0,0 0 1 0 0,1 0-1 0 0,-1 0 1 0 0,0 0-1 0 0,0 1 1 0 0,0-1-1 0 0,1 0 1 0 0,-1 1-1 0 0,0-1 1 0 0,0 1-1 0 0,0-1 1 0 0,0 1-1 0 0,0 0 1 0 0,0-1-1 0 0,0 1 1 0 0,0 0-1 0 0,0 0 1 0 0,0 0-1 0 0,0-1 1 0 0,-1 1-1 0 0,1 0 1 0 0,0 0-1 0 0,0 0 1 0 0,-1 1-1 0 0,1-1 1 0 0,-1 0-1 0 0,1 0 1 0 0,-1 0-1 0 0,1 1-98 0 0,0 0 151 0 0,119 117 1605 0 0,24 16-898 0 0,-126-112-3053 0 0,-19-22-7648 0 0,2-8 3201 0 0,0 4 5080 0 0</inkml:trace>
  <inkml:trace contextRef="#ctx0" brushRef="#br0" timeOffset="611.673">606 70 1204 0 0,'44'-23'11694'0'0,"-43"23"-11035"0"0,-15 18 2633 0 0,-124 71-991 0 0,59-37-1863 0 0,-2-8-1153 0 0,75-41 739 0 0,5-3-65 0 0,1 0-1 0 0,-1 0 1 0 0,1-1 0 0 0,-1 1-1 0 0,1 0 1 0 0,-1 0 0 0 0,1 0-1 0 0,-1 0 1 0 0,1 0 0 0 0,-1 0-1 0 0,1 0 1 0 0,-1 0 0 0 0,1 0-1 0 0,-1 0 1 0 0,1 0 0 0 0,-1 1-1 0 0,1-1 1 0 0,-1 0 0 0 0,1 0-1 0 0,0 0 1 0 0,-1 1 0 0 0,1-1-1 0 0,-1 0 1 0 0,1 0 0 0 0,-1 1 0 0 0,1-1-1 0 0,0 0 1 0 0,-1 1 0 0 0,1-1-1 0 0,0 0 1 0 0,-1 1 0 0 0,1-1-1 0 0,0 1 1 0 0,0-1 0 0 0,-1 1-1 0 0,1-1 1 0 0,0 0 0 0 0,0 1-1 0 0,0-1 1 0 0,0 1 0 0 0,0-1-1 0 0,-1 1 1 0 0,1-1 0 0 0,0 1-1 0 0,0-1 1 0 0,0 1 0 0 0,0-1-1 0 0,0 1 1 0 0,1-1 0 0 0,-1 1-1 0 0,0-1 1 0 0,0 1 0 0 0,0-1-1 0 0,0 1 1 0 0,0-1 0 0 0,1 1-1 0 0,-1-1 1 0 0,0 0 0 0 0,0 1-1 0 0,1-1 1 0 0,-1 1 0 0 0,0-1-1 0 0,1 0 1 0 0,-1 1 41 0 0,4 3 205 0 0,-1 0 1 0 0,0 0-1 0 0,0 1 0 0 0,0-1 1 0 0,0 1-1 0 0,-1 0 0 0 0,0 0 0 0 0,0 0 1 0 0,0 0-1 0 0,-1 0 0 0 0,1 0 1 0 0,-1 0-1 0 0,-1 0 0 0 0,1 2-205 0 0,2 5 112 0 0,10 53 373 0 0,-3 1 0 0 0,-3 0 0 0 0,-3 1 0 0 0,-2 7-485 0 0,-2-36-2010 0 0,0-17-4149 0 0,0-19 4120 0 0,0-2 83 0 0,0 0 147 0 0,0 0 211 0 0,-9 14-1415 0 0,8-13 1367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36.228"/>
    </inkml:context>
    <inkml:brush xml:id="br0">
      <inkml:brushProperty name="width" value="0.05" units="cm"/>
      <inkml:brushProperty name="height" value="0.05" units="cm"/>
      <inkml:brushProperty name="color" value="#FFFFFF"/>
    </inkml:brush>
  </inkml:definitions>
  <inkml:trace contextRef="#ctx0" brushRef="#br0">29 93 2612 0 0,'0'0'1534'0'0,"0"0"-14"0"0,0 0-123 0 0,0 0-27 0 0,0 0-153 0 0,0 0-137 0 0,0 0-86 0 0,0 4-107 0 0,-1 246 4406 0 0,-15-130-4925 0 0,5-24-2513 0 0,12-107-5275 0 0,0-44 2058 0 0,-1 36 3841 0 0</inkml:trace>
  <inkml:trace contextRef="#ctx0" brushRef="#br0" timeOffset="390.306">41 87 2428 0 0,'12'-30'8227'0'0,"10"6"-3679"0"0,-16 20-4185 0 0,0 0 0 0 0,-1 1 0 0 0,1-1 0 0 0,1 1 1 0 0,-1 0-1 0 0,0 1 0 0 0,1 0 0 0 0,-1 0 0 0 0,1 0 0 0 0,0 1 1 0 0,0 0-1 0 0,0 0 0 0 0,3 0-363 0 0,104 1 2526 0 0,-35 29-1603 0 0,-78-29-912 0 0,7 1 59 0 0,0 0 1 0 0,0 1-1 0 0,0 0 1 0 0,0 1-1 0 0,0-1 1 0 0,-1 2-1 0 0,1-1 1 0 0,-1 1-1 0 0,0 0 1 0 0,0 0-1 0 0,0 1 1 0 0,-1 0-1 0 0,1 0 1 0 0,-1 1-1 0 0,-1-1 1 0 0,1 1-1 0 0,-1 1 1 0 0,0-1-1 0 0,0 1 1 0 0,-1 0-1 0 0,2 2-70 0 0,-1 7 19 0 0,-1 1-1 0 0,0-1 1 0 0,-2 1 0 0 0,0 0-1 0 0,0-1 1 0 0,-2 1-1 0 0,0 16-18 0 0,0-22-98 0 0,-20 116-892 0 0,19-119 840 0 0,0 15-873 0 0,-2 0 1 0 0,-1-1-1 0 0,-1 0 0 0 0,-1 0 0 0 0,-1 0 0 0 0,-6 14 1023 0 0,-12-13-10804 0 0,24-23 9107 0 0,1 0 77 0 0,0 0 18 0 0</inkml:trace>
  <inkml:trace contextRef="#ctx0" brushRef="#br0" timeOffset="674.313">130 347 948 0 0,'-16'-17'11244'0'0,"46"11"-6778"0"0,136 8-2859 0 0,-132-2-3346 0 0,-34 0 1649 0 0,0 0 0 0 0,1-1 1 0 0,-1 1-1 0 0,0 0 1 0 0,1 0-1 0 0,-1 0 1 0 0,0-1-1 0 0,1 1 1 0 0,-1 0-1 0 0,1 0 1 0 0,-1 0-1 0 0,0 0 1 0 0,1 0-1 0 0,-1 0 1 0 0,0 0-1 0 0,1 0 1 0 0,-1 0-1 0 0,1 0 1 0 0,-1 0-1 0 0,0 0 1 0 0,1 0-1 0 0,-1 0 1 0 0,1 0-1 0 0,-1 1 1 0 0,0-1-1 0 0,1 0 0 0 0,-1 0 1 0 0,0 0-1 0 0,1 0 1 0 0,-1 1-1 0 0,0-1 1 0 0,1 0-1 0 0,-1 0 1 0 0,0 1-1 0 0,0-1 1 0 0,1 0-1 0 0,-1 1 1 0 0,0-1-1 0 0,0 0 1 0 0,1 1-1 0 0,-1-1 1 0 0,0 0-1 0 0,0 1 1 0 0,0-1-1 0 0,0 0 1 0 0,0 1-1 0 0,0-1 1 0 0,1 1-1 0 0,-1-1 0 0 0,0 0 1 0 0,0 1-1 0 0,0-1 1 0 0,0 1-1 0 0,0-1 1 0 0,0 0-1 0 0,-1 1 1 0 0,1-1-1 0 0,0 0 1 0 0,0 1-1 0 0,0-1 1 0 0,0 1-1 0 0,0-1 1 0 0,-1 0-1 0 0,1 1 1 0 0,0-1-1 0 0,0 0 1 0 0,0 1-1 0 0,-1-1 90 0 0,-23 22-6693 0 0,21-20 6892 0 0,-13 11-1819 0 0</inkml:trace>
  <inkml:trace contextRef="#ctx0" brushRef="#br0" timeOffset="957.391">104 479 1120 0 0,'0'0'230'0'0,"-1"0"-1"0"0,0 0 0 0 0,1 0 1 0 0,-1 0-1 0 0,0 0 1 0 0,0 0-1 0 0,1 0 1 0 0,-1 0-1 0 0,0 0 0 0 0,1 1 1 0 0,-1-1-1 0 0,0 0 1 0 0,1 0-1 0 0,-1 1 1 0 0,0-1-1 0 0,1 0 1 0 0,-1 1-1 0 0,0-1 0 0 0,1 1 1 0 0,-1-1-1 0 0,1 1 1 0 0,-1-1-1 0 0,1 1 1 0 0,-1-1-1 0 0,1 1 0 0 0,0-1 1 0 0,-1 1-1 0 0,1 0 1 0 0,0-1-1 0 0,-1 1 1 0 0,1 0-1 0 0,0-1 1 0 0,0 1-1 0 0,-1 0 0 0 0,1-1 1 0 0,0 1-1 0 0,0 0 1 0 0,0-1-1 0 0,0 1 1 0 0,0 0-1 0 0,0 0 0 0 0,0-1 1 0 0,0 1-1 0 0,0 0 1 0 0,0-1-1 0 0,1 1 1 0 0,-1 0-1 0 0,0-1 0 0 0,0 1 1 0 0,1 0-1 0 0,-1-1 1 0 0,0 1-1 0 0,1 0-229 0 0,36 16 4111 0 0,179 20 7 0 0,-147-31-7675 0 0,-67 6-3225 0 0,-25 6 930 0 0,4-8 4260 0 0,1-1 70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44.398"/>
    </inkml:context>
    <inkml:brush xml:id="br0">
      <inkml:brushProperty name="width" value="0.05" units="cm"/>
      <inkml:brushProperty name="height" value="0.05" units="cm"/>
      <inkml:brushProperty name="color" value="#FFFFFF"/>
    </inkml:brush>
  </inkml:definitions>
  <inkml:trace contextRef="#ctx0" brushRef="#br0">31 1 1732 0 0,'1'48'9651'0'0,"0"9"-6359"0"0,2 75-1804 0 0,-6-54-846 0 0,-15 43-15 0 0,13-64-3152 0 0,-1-51 361 0 0,2-12-1518 0 0,9-49-2583 0 0,-4 38 4849 0 0</inkml:trace>
  <inkml:trace contextRef="#ctx0" brushRef="#br0" timeOffset="331.034">31 99 876 0 0,'25'-53'11128'0'0,"-21"50"-10806"0"0,0-1-1 0 0,0 1 0 0 0,1 0 0 0 0,-1 0 1 0 0,1 0-1 0 0,-1 1 0 0 0,1-1 1 0 0,0 1-1 0 0,0 0 0 0 0,0 0 0 0 0,0 1 1 0 0,0 0-1 0 0,1 0 0 0 0,-1 0 1 0 0,3 0-322 0 0,152-2 4012 0 0,-57 29-2957 0 0,45 21 525 0 0,-144-46-1545 0 0,0 1 0 0 0,0-1 0 0 0,0 1 1 0 0,0-1-1 0 0,0 1 0 0 0,0 0 0 0 0,0 1 0 0 0,-1-1 1 0 0,1 1-1 0 0,-1-1 0 0 0,0 1 0 0 0,0 0 0 0 0,0 0 0 0 0,0 1 1 0 0,0-1-1 0 0,0 1 0 0 0,-1-1 0 0 0,0 1 0 0 0,0 0 1 0 0,0 0-1 0 0,0 0 0 0 0,0 0 0 0 0,-1 0 0 0 0,0 0 1 0 0,0 0-1 0 0,0 0 0 0 0,0 3-35 0 0,-17 88-1728 0 0,2-57 7 0 0,-52 41-13046 0 0,46-72 11404 0 0,11-4 1673 0 0</inkml:trace>
  <inkml:trace contextRef="#ctx0" brushRef="#br0" timeOffset="673.102">260 114 1372 0 0,'6'-20'7753'0'0,"-7"34"-1971"0"0,-71 105-2997 0 0,39-81-5534 0 0,32-38 2073 0 0,7-17-3923 0 0,32-30-1778 0 0,-22 30 5030 0 0</inkml:trace>
  <inkml:trace contextRef="#ctx0" brushRef="#br0" timeOffset="954.139">358 54 1736 0 0,'0'0'136'0'0,"0"0"1"0"0,1-1-1 0 0,-1 1 0 0 0,0-1 0 0 0,1 1 1 0 0,-1 0-1 0 0,1-1 0 0 0,-1 1 0 0 0,0 0 0 0 0,1-1 1 0 0,-1 1-1 0 0,1 0 0 0 0,-1 0 0 0 0,1-1 1 0 0,-1 1-1 0 0,1 0 0 0 0,-1 0 0 0 0,1 0 0 0 0,-1 0 1 0 0,1 0-1 0 0,-1 0 0 0 0,1 0 0 0 0,-1 0 1 0 0,1 0-1 0 0,-1 0 0 0 0,1 0 0 0 0,-1 0 0 0 0,1 0 1 0 0,0 0-1 0 0,-1 0 0 0 0,1 0 0 0 0,-1 1 1 0 0,0-1-1 0 0,1 0 0 0 0,-1 0 0 0 0,1 1 0 0 0,-1-1 1 0 0,1 0-1 0 0,-1 1 0 0 0,0-1 0 0 0,1 0 1 0 0,-1 1-1 0 0,1-1 0 0 0,-1 0 0 0 0,0 1 1 0 0,0-1-1 0 0,1 1 0 0 0,-1-1 0 0 0,0 1 0 0 0,0-1 1 0 0,1 1-1 0 0,-1-1 0 0 0,0 1 0 0 0,0-1 1 0 0,0 1-1 0 0,0-1 0 0 0,0 1 0 0 0,0-1 0 0 0,0 1 1 0 0,0-1-1 0 0,0 1 0 0 0,0-1 0 0 0,0 1 1 0 0,0-1-1 0 0,0 1 0 0 0,0-1 0 0 0,-1 1-136 0 0,-1 37 4196 0 0,-29 115-109 0 0,54-120-3834 0 0,-18-29-360 0 0,1 0 0 0 0,-1-1 0 0 0,1 1 0 0 0,0-1 0 0 0,0-1 0 0 0,0 1 0 0 0,0-1 0 0 0,0 0 0 0 0,1-1 0 0 0,-1 1 0 0 0,1-1 0 0 0,-1-1 0 0 0,1 1 0 0 0,-1-1 0 0 0,1 0 0 0 0,-1 0 0 0 0,4-1 107 0 0,5 0-1417 0 0,-13 1 683 0 0,1-2-39 0 0,7-10-84 0 0,-10 7-2076 0 0,-11 5-3993 0 0,10 0 6826 0 0,-5 1-1396 0 0</inkml:trace>
  <inkml:trace contextRef="#ctx0" brushRef="#br0" timeOffset="1269.139">84 442 1344 0 0,'-10'-4'10334'0'0,"66"2"-3646"0"0,119 2-1912 0 0,-1 0-3511 0 0,-162 10-2811 0 0,-6-10 256 0 0,14-2-5472 0 0,-15-8-4453 0 0,-5 10 9709 0 0</inkml:trace>
  <inkml:trace contextRef="#ctx0" brushRef="#br0" timeOffset="1569.178">618 182 2260 0 0,'-7'21'5017'0'0,"-2"2"-3560"0"0,-27 69-104 0 0,17-53-2982 0 0,4 2-3947 0 0,13-32 3998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41.540"/>
    </inkml:context>
    <inkml:brush xml:id="br0">
      <inkml:brushProperty name="width" value="0.05" units="cm"/>
      <inkml:brushProperty name="height" value="0.05" units="cm"/>
      <inkml:brushProperty name="color" value="#FFFFFF"/>
    </inkml:brush>
  </inkml:definitions>
  <inkml:trace contextRef="#ctx0" brushRef="#br0">0 141 2704 0 0,'5'1'7115'0'0,"1"1"-3807"0"0,20 4-414 0 0,180 3 3520 0 0,-100-35-5420 0 0,-8 0-1954 0 0,-134 26-9025 0 0,-2-1 5630 0 0,-60-35-736 0 0,80 31 4769 0 0</inkml:trace>
  <inkml:trace contextRef="#ctx0" brushRef="#br0" timeOffset="251.298">221 34 3968 0 0,'-35'-34'5756'0'0,"27"63"-1161"0"0,10 302-93 0 0,-18-165-4773 0 0,14-124-837 0 0,2-29-2671 0 0,5-40-1624 0 0,13-55 921 0 0,-13 49 3152 0 0</inkml:trace>
  <inkml:trace contextRef="#ctx0" brushRef="#br0" timeOffset="425.187">262 93 2164 0 0,'21'-34'4517'0'0,"-20"34"-4401"0"0,0-1-1 0 0,-1 1 0 0 0,1 0 0 0 0,0-1 0 0 0,-1 1 0 0 0,1 0 0 0 0,0-1 0 0 0,0 1 1 0 0,-1 0-1 0 0,1 0 0 0 0,0 0 0 0 0,0 0 0 0 0,-1 0 0 0 0,1 0 0 0 0,0 0 0 0 0,0 0 0 0 0,-1 0 1 0 0,1 0-1 0 0,0 0 0 0 0,0 0 0 0 0,-1 1 0 0 0,1-1 0 0 0,0 0 0 0 0,-1 0 0 0 0,1 1 1 0 0,0-1-1 0 0,-1 1 0 0 0,1-1 0 0 0,0 0 0 0 0,-1 1 0 0 0,1-1 0 0 0,-1 1 0 0 0,1-1 0 0 0,-1 1 1 0 0,1 0-1 0 0,-1-1 0 0 0,1 1 0 0 0,-1 0 0 0 0,0-1 0 0 0,1 1 0 0 0,-1 0 0 0 0,0-1 1 0 0,1 1-1 0 0,-1 0 0 0 0,0 0 0 0 0,0-1 0 0 0,0 1 0 0 0,0 0 0 0 0,0 0 0 0 0,0-1 0 0 0,0 1 1 0 0,0 0-1 0 0,0 0 0 0 0,0-1 0 0 0,0 1 0 0 0,0 0 0 0 0,-1 0-115 0 0,9 34 972 0 0,-2 0-1 0 0,-1 1 1 0 0,-2 0-1 0 0,-2 0 1 0 0,-2 19-972 0 0,1-40-32 0 0,-28 95-1790 0 0,13-77-1078 0 0,-3-26-6476 0 0,14-9 7733 0 0</inkml:trace>
  <inkml:trace contextRef="#ctx0" brushRef="#br0" timeOffset="1161.36">249 430 924 0 0,'-2'-3'562'0'0,"0"-1"1"0"0,0 1-1 0 0,1-1 0 0 0,0 0 0 0 0,-1 1 1 0 0,1-1-1 0 0,1 0 0 0 0,-1 0 0 0 0,1 0 1 0 0,-1 0-1 0 0,1 0 0 0 0,0 0 0 0 0,0 0 1 0 0,1 0-1 0 0,-1 0 0 0 0,1 0 1 0 0,0 1-1 0 0,0-1 0 0 0,1-1-562 0 0,-1 4 33 0 0,-1-2 170 0 0,1 1-1 0 0,0 0 0 0 0,0 0 1 0 0,0 0-1 0 0,0 0 0 0 0,0 0 1 0 0,0 0-1 0 0,1 0 0 0 0,-1 1 1 0 0,1-1-1 0 0,-1 0 0 0 0,1 1 1 0 0,0-1-1 0 0,-1 1 0 0 0,1 0 1 0 0,0-1-1 0 0,0 1 0 0 0,0 0 1 0 0,0 0-1 0 0,0 0 0 0 0,0 0 0 0 0,2 0-202 0 0,-24 29-1101 0 0,-24 8 166 0 0,85-16 1189 0 0,-67 29-696 0 0,10-33 499 0 0,-1 0-1 0 0,-1-2 1 0 0,0 0-1 0 0,-1-1 1 0 0,0-1-1 0 0,-16 6-56 0 0,16-7 199 0 0,-27 23 549 0 0,45-34-683 0 0,1 0 53 0 0,29-22-493 0 0,28-11-641 0 0,-62 56 1502 0 0,-42 74 1999 0 0,46-97-2365 0 0,1 0-9 0 0,0 0 2 0 0,0 0-16 0 0,25 9 22 0 0,161-91 279 0 0,-125 70-632 0 0,-59 12 266 0 0,9 0 403 0 0,-1 3-350 0 0,-7 1-172 0 0,-1 0-1 0 0,1 0 1 0 0,-1 0 0 0 0,0 0 0 0 0,0 0 0 0 0,0 1 0 0 0,-1-1 0 0 0,1 0 0 0 0,-1 1-1 0 0,0-1 1 0 0,-1 1 0 0 0,1 0 0 0 0,-1-1 0 0 0,0 1 0 0 0,0-1 0 0 0,0 1 0 0 0,0 0 0 0 0,-1-1-1 0 0,0 1 1 0 0,0-1 0 0 0,-1 4 87 0 0,0-5-317 0 0,-12 29-493 0 0,0-19-3911 0 0,9-21-2111 0 0,3 2 5374 0 0</inkml:trace>
  <inkml:trace contextRef="#ctx0" brushRef="#br0" timeOffset="1569.406">539 228 1520 0 0,'7'-8'7120'0'0,"-11"61"-4650"0"0,3 57 250 0 0,-23-43-2470 0 0,-17 83-427 0 0,34-121-2638 0 0,16-84-5670 0 0,-5 35 7014 0 0</inkml:trace>
  <inkml:trace contextRef="#ctx0" brushRef="#br0" timeOffset="2269.442">561 202 1956 0 0,'17'-46'8678'0'0,"35"-13"-4200"0"0,-49 55-4317 0 0,1 0 0 0 0,-1 1 0 0 0,1 0 0 0 0,0 0-1 0 0,1 0 1 0 0,-1 0 0 0 0,0 0 0 0 0,1 1 0 0 0,-1 0 0 0 0,1 0 0 0 0,0 0 0 0 0,0 0 0 0 0,0 1-1 0 0,0 0 1 0 0,0 0 0 0 0,0 0 0 0 0,0 1 0 0 0,0 0 0 0 0,0 0 0 0 0,5 0-161 0 0,-3 3 85 0 0,0 0 0 0 0,-1 1-1 0 0,1 0 1 0 0,0 0 0 0 0,-1 0 0 0 0,0 1 0 0 0,0 0 0 0 0,-1 0 0 0 0,1 1 0 0 0,-1-1 0 0 0,0 1 0 0 0,0 0 0 0 0,-1 1 0 0 0,0-1 0 0 0,0 1 0 0 0,0 0 0 0 0,-1 0-85 0 0,-1-4 25 0 0,6 14 63 0 0,-2 1 0 0 0,1 0 0 0 0,-2 1 0 0 0,-1-1 0 0 0,0 1 0 0 0,-1 0 0 0 0,-1 0 1 0 0,-1 0-1 0 0,0 0 0 0 0,-2 0 0 0 0,0 0 0 0 0,-2 3-88 0 0,2 37 93 0 0,-1 27 26 0 0,-19 163-430 0 0,13-180-1684 0 0,7-69 1889 0 0,0 0 0 0 0,0 1 1 0 0,1-1-1 0 0,-1 0 0 0 0,0 0 1 0 0,0 0-1 0 0,0 0 0 0 0,0 0 0 0 0,1-1 1 0 0,-1 1-1 0 0,0 0 0 0 0,0 0 1 0 0,0 0-1 0 0,1-1 0 0 0,-1 1 1 0 0,0 0-1 0 0,0-1 0 0 0,1 1 0 0 0,-1-1 1 0 0,0 1-1 0 0,1-1 0 0 0,-1 1 1 0 0,0-1-1 0 0,1 1 0 0 0,-1-1 1 0 0,1 0-1 0 0,-1 1 0 0 0,1-1 0 0 0,-1 0 1 0 0,1 1-1 0 0,0-1 0 0 0,-1 0 1 0 0,1 0-1 0 0,0 1 0 0 0,-1-1 1 0 0,1 0-1 0 0,0 0 0 0 0,0 1 0 0 0,0-1 1 0 0,0 0-1 0 0,0 0 106 0 0,-98-294-3705 0 0,39 142 5611 0 0,47 109 1905 0 0,13 43-3763 0 0,0-1 0 0 0,-1 1 0 0 0,2 0 0 0 0,-1-1 0 0 0,0 1 0 0 0,0 0 0 0 0,0-1-1 0 0,0 1 1 0 0,1 0 0 0 0,-1 0 0 0 0,1 0 0 0 0,-1 0 0 0 0,1 1 0 0 0,-1-1 0 0 0,1 0 0 0 0,-1 1 0 0 0,1-1-1 0 0,0 1 1 0 0,-1-1 0 0 0,1 1 0 0 0,0 0 0 0 0,-1-1 0 0 0,1 1 0 0 0,0 0 0 0 0,0 0 0 0 0,-1 1 0 0 0,1-1 0 0 0,0 0-1 0 0,-1 0 1 0 0,1 1 0 0 0,0-1 0 0 0,-1 1 0 0 0,1 0 0 0 0,0-1-48 0 0,-6 42-92 0 0,-51 56 355 0 0,55-97-264 0 0,1 1 1 0 0,-1-1 0 0 0,0 1 0 0 0,1-1-1 0 0,-1 0 1 0 0,1 1 0 0 0,-1-1-1 0 0,1 1 1 0 0,0-1 0 0 0,-1 0-1 0 0,1 0 1 0 0,0 1 0 0 0,0-1 0 0 0,0 0-1 0 0,0 0 1 0 0,0 0 0 0 0,0 0-1 0 0,0 0 1 0 0,1 0 0 0 0,-1 0 0 0 0,0 0-1 0 0,1-1 1 0 0,-1 1 0 0 0,0 0-1 0 0,1-1 1 0 0,-1 1 0 0 0,0-1 0 0 0,1 0-1 0 0,-1 1 1 0 0,1-1 0 0 0,-1 0-1 0 0,1 0 1 0 0,-1 0 0 0 0,1 0 0 0 0,-1 0-1 0 0,1 0 1 0 0,-1 0 0 0 0,1 0-1 0 0,-1-1 1 0 0,1 1 0 0 0,-1-1 0 0 0,1 1-1 0 0,-1-1 1 0 0,0 1 0 0 0,1-1-1 0 0,-1 0 1 0 0,0 0 0 0 0,0 0 0 0 0,1 0-1 0 0,-1 0 1 0 0,0 0 0 0 0,0 0-1 0 0,0 0 1 0 0,66-34-2281 0 0,-21 6-7827 0 0,-37 24 7184 0 0,-5 3 1381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39.465"/>
    </inkml:context>
    <inkml:brush xml:id="br0">
      <inkml:brushProperty name="width" value="0.05" units="cm"/>
      <inkml:brushProperty name="height" value="0.05" units="cm"/>
      <inkml:brushProperty name="color" value="#FFFFFF"/>
    </inkml:brush>
  </inkml:definitions>
  <inkml:trace contextRef="#ctx0" brushRef="#br0">126 182 2620 0 0,'0'0'1456'0'0,"0"0"-194"0"0,0 0-154 0 0,-2 2-176 0 0,7 85 2406 0 0,-4-75-4763 0 0,4-8-5136 0 0,-4-7 4983 0 0</inkml:trace>
  <inkml:trace contextRef="#ctx0" brushRef="#br0" timeOffset="975.605">163 87 1436 0 0,'55'-39'9887'0'0,"52"16"-6624"0"0,-71 18-2068 0 0,67 0 951 0 0,-38-9-1309 0 0,-63 14-785 0 0,7 3-4 0 0,-9 0-122 0 0,1 0 1 0 0,-1 0-1 0 0,1 0 1 0 0,-1 0-1 0 0,0 0 1 0 0,0 0-1 0 0,0 0 1 0 0,-1 1-1 0 0,1-1 0 0 0,-1 0 1 0 0,0 0-1 0 0,0 0 1 0 0,0 0-1 0 0,0-1 1 0 0,0 1-1 0 0,-1 0 1 0 0,1 0-1 0 0,-1-1 1 0 0,0 1-1 0 0,0-1 1 0 0,0 1-1 0 0,0-1 1 0 0,0 0-1 0 0,0 1 1 0 0,-1-1-1 0 0,0 0 74 0 0,-1 3-163 0 0,-3 4-69 0 0,0-1 0 0 0,-1 0-1 0 0,0 0 1 0 0,-1 0 0 0 0,0-1 0 0 0,0 0 0 0 0,0-1 0 0 0,-1 0-1 0 0,0-1 1 0 0,0 0 0 0 0,-1 0 0 0 0,1-1 0 0 0,-1 0 0 0 0,0-1-1 0 0,0 0 1 0 0,0-1 0 0 0,-1 0 0 0 0,1-1 0 0 0,-6 0 232 0 0,18-1 28 0 0,0 0 0 0 0,-1 0 0 0 0,1-1 0 0 0,0 1 0 0 0,-1 0 0 0 0,1 0 0 0 0,0-1 0 0 0,-1 1 0 0 0,1 0 0 0 0,-1-1 0 0 0,1 1 0 0 0,-1-1 0 0 0,1 1 0 0 0,-1 0 0 0 0,1-1 0 0 0,-1 1 0 0 0,1-1 0 0 0,-1 0 0 0 0,0 1 0 0 0,1-1 0 0 0,-1 1 0 0 0,0-1 0 0 0,1 1 0 0 0,-1-1 0 0 0,0 0 0 0 0,0 1 0 0 0,0-1 0 0 0,1 0 0 0 0,-1 1 0 0 0,0-1 0 0 0,0 0 0 0 0,0 1 0 0 0,0-1 0 0 0,0 0 0 0 0,0 1 0 0 0,-1-1 0 0 0,1 0 0 0 0,0 1 0 0 0,0-1 0 0 0,0 0 0 0 0,0 1 0 0 0,-1-1 0 0 0,1 0 0 0 0,0 1 0 0 0,-1-1 0 0 0,1 1 0 0 0,-1-1 0 0 0,1 1 0 0 0,0-1 0 0 0,-1 1 0 0 0,1-1 0 0 0,-1 1 0 0 0,1-1 0 0 0,-1 1 0 0 0,0 0 0 0 0,1-1 0 0 0,-1 1 0 0 0,1 0 0 0 0,-1-1 0 0 0,0 1-28 0 0,40-7 259 0 0,-53 40-1743 0 0,-65 28 902 0 0,80-61 856 0 0,-1 0-269 0 0,0 1 0 0 0,-1-1-1 0 0,1 0 1 0 0,0 1 0 0 0,0-1 0 0 0,0 0-1 0 0,0 1 1 0 0,0-1 0 0 0,0 0-1 0 0,0 1 1 0 0,0-1 0 0 0,0 1 0 0 0,0-1-1 0 0,0 0 1 0 0,0 1 0 0 0,0-1 0 0 0,0 0-1 0 0,0 1 1 0 0,0-1 0 0 0,0 1-1 0 0,0-1 1 0 0,0 0 0 0 0,1 1 0 0 0,-1-1-1 0 0,0 0 1 0 0,0 1 0 0 0,0-1-1 0 0,1 0 1 0 0,-1 0 0 0 0,0 1 0 0 0,1-1-1 0 0,-1 0 1 0 0,0 0 0 0 0,0 1-1 0 0,1-1 1 0 0,-1 0 0 0 0,0 0 0 0 0,1 0-1 0 0,-1 1 1 0 0,0-1 0 0 0,1 0 0 0 0,-1 0-1 0 0,1 0 1 0 0,-1 0 0 0 0,0 0-1 0 0,1 0 1 0 0,-1 0 0 0 0,0 0 0 0 0,1 0-1 0 0,-1 0 1 0 0,1 0 0 0 0,-1 0-1 0 0,0 0 1 0 0,1 0 0 0 0,-1 0 0 0 0,0 0-1 0 0,1 0 1 0 0,-1-1 0 0 0,1 1-1 0 0,-1 0-3 0 0,-8 13-38 0 0,-1 0 1 0 0,-1-1 0 0 0,0 0 0 0 0,-1-1-1 0 0,0 0 1 0 0,0 0 0 0 0,-1-1 0 0 0,0-1-1 0 0,-1 0 1 0 0,0-1 0 0 0,-1 0 0 0 0,-6 2 36 0 0,-32 21 1156 0 0,13 7 174 0 0,16-23-1112 0 0,35-22 126 0 0,17-7-52 0 0,1 0-1 0 0,0 3 0 0 0,1 0 1 0 0,0 2-1 0 0,0 1 1 0 0,1 2-1 0 0,19-1-291 0 0,254-12 1796 0 0,-304 19-1901 0 0,10 0-653 0 0,-1 0-268 0 0,-18 3-261 0 0,-80 17-11559 0 0,76-20 11298 0 0</inkml:trace>
  <inkml:trace contextRef="#ctx0" brushRef="#br0" timeOffset="1227.18">326 296 1896 0 0,'3'6'5985'0'0,"4"8"-4045"0"0,-2 7-1074 0 0,0-1 0 0 0,-2 1 1 0 0,0 0-1 0 0,-2 0 0 0 0,0 1 0 0 0,-2 12-866 0 0,1-19 213 0 0,-22 129-255 0 0,22-140-136 0 0,-12 42-1032 0 0,-4-27-3354 0 0,5-27-1668 0 0,9 1 4851 0 0</inkml:trace>
  <inkml:trace contextRef="#ctx0" brushRef="#br0" timeOffset="1555.178">246 561 2172 0 0,'26'-26'8605'0'0,"41"19"-4863"0"0,-66 7-3840 0 0,21 3-3147 0 0,-21-2 3118 0 0,-1 0-1 0 0,1 0 1 0 0,-1 0-1 0 0,1 0 1 0 0,-1 0-1 0 0,0 0 1 0 0,0 0-1 0 0,1 0 1 0 0,-1 0-1 0 0,0 0 1 0 0,0 1-1 0 0,0-1 1 0 0,0 0-1 0 0,0 0 1 0 0,0 0-1 0 0,0 0 1 0 0,-1 0-1 0 0,1 1 1 0 0,0-1-1 0 0,-1 0 0 0 0,1 0 1 0 0,0 0-1 0 0,-1 0 1 0 0,0 0-1 0 0,1 0 1 0 0,-1 0-1 0 0,1 0 1 0 0,-1 0-1 0 0,0-1 1 0 0,0 1-1 0 0,0 0 1 0 0,1 0-1 0 0,-1-1 1 0 0,0 1-1 0 0,-1 0 128 0 0,-1 4-1 0 0,-72 67 116 0 0,-9-12 4838 0 0,73-43 2056 0 0,32-17-6642 0 0,19-5 642 0 0,120-37 753 0 0,-15 12-3086 0 0,-124 26-1054 0 0,12-2-9548 0 0,-8 9 8638 0 0,4 12 1745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2:32.614"/>
    </inkml:context>
    <inkml:brush xml:id="br0">
      <inkml:brushProperty name="width" value="0.05" units="cm"/>
      <inkml:brushProperty name="height" value="0.05" units="cm"/>
      <inkml:brushProperty name="color" value="#FFFFFF"/>
    </inkml:brush>
  </inkml:definitions>
  <inkml:trace contextRef="#ctx0" brushRef="#br0">2170 15 2000 0 0,'5'-11'9392'0'0,"10"8"-4075"0"0,45 14-2203 0 0,-48-8-2520 0 0,132 26 868 0 0,-142-30-1450 0 0,1 1 1 0 0,0 1 0 0 0,-1-1-1 0 0,1 0 1 0 0,-1 1 0 0 0,1-1-1 0 0,0 1 1 0 0,-1 0-1 0 0,0 0 1 0 0,1 0 0 0 0,-1 0-1 0 0,1 0 1 0 0,-1 1 0 0 0,0-1-1 0 0,0 1 1 0 0,0-1 0 0 0,0 1-1 0 0,0 0 1 0 0,0 0 0 0 0,0 0-1 0 0,-1 0 1 0 0,1 0 0 0 0,-1 0-1 0 0,1 0 1 0 0,-1 0-1 0 0,0 1 1 0 0,0-1 0 0 0,0 1-1 0 0,0-1 1 0 0,0 1 0 0 0,0 0-13 0 0,2 28 47 0 0,-3 101-144 0 0,-36 9-1033 0 0,11-66-2443 0 0,6-49-1268 0 0,5-15-4004 0 0,13-11 7321 0 0</inkml:trace>
  <inkml:trace contextRef="#ctx0" brushRef="#br0" timeOffset="252.768">2238 278 2280 0 0,'-19'-8'10244'0'0,"12"20"-9506"0"0,2 4-3339 0 0,3-11 1261 0 0,-2 14-5539 0 0,4-15 5341 0 0</inkml:trace>
  <inkml:trace contextRef="#ctx0" brushRef="#br0" timeOffset="502.787">2159 396 1868 0 0,'13'-1'8656'0'0,"16"-17"-6940"0"0,85-53 245 0 0,-47 5-7221 0 0,-4 18-1311 0 0,-51 40 5137 0 0</inkml:trace>
  <inkml:trace contextRef="#ctx0" brushRef="#br0" timeOffset="693.894">2537 61 1880 0 0,'24'-10'6725'0'0,"21"8"-1569"0"0,-4 2-2775 0 0,-36 3-2033 0 0,30 36 394 0 0,-31-29-804 0 0,0 1 1 0 0,-1 0-1 0 0,0 0 1 0 0,-1 0 0 0 0,-1 0-1 0 0,1 0 1 0 0,-2 0 0 0 0,0 1-1 0 0,0-1 1 0 0,-1 0-1 0 0,0 0 1 0 0,-1 0 0 0 0,0 0-1 0 0,-1 0 1 0 0,0 0 0 0 0,-1 0-1 0 0,-1 3 62 0 0,-7 16-1265 0 0,-2 9-1923 0 0,-5-3-4116 0 0,17-32 5749 0 0,-1-2-105 0 0</inkml:trace>
  <inkml:trace contextRef="#ctx0" brushRef="#br0" timeOffset="914.778">2561 278 1964 0 0,'6'-26'9683'0'0,"2"19"-7899"0"0,-6 5-2269 0 0,-13 9-4552 0 0,3 3 330 0 0,6-7 3149 0 0</inkml:trace>
  <inkml:trace contextRef="#ctx0" brushRef="#br0" timeOffset="1171.455">2527 333 1324 0 0,'13'4'6767'0'0,"13"-18"-3800"0"0,-20 8-3118 0 0,-3 4-1082 0 0,2 2-5363 0 0,-5-1 5118 0 0</inkml:trace>
  <inkml:trace contextRef="#ctx0" brushRef="#br0" timeOffset="1757.885">2289 413 1648 0 0,'-3'-5'7483'0'0,"-5"10"-3945"0"0,-18 23-1723 0 0,-168 185 979 0 0,168-189-3878 0 0,25-24 679 0 0,38-65-2270 0 0,-26 53 2306 0 0,-4 5 261 0 0,1 0 1 0 0,0 0 0 0 0,0 1 0 0 0,1 0 0 0 0,-1 1 0 0 0,1-1-1 0 0,1 2 1 0 0,-1-1 0 0 0,1 2 0 0 0,-1-1 0 0 0,5 0 107 0 0,0-1 190 0 0,-12 4 126 0 0,3 4 135 0 0,1 0-230 0 0,0 0 0 0 0,-1 1 0 0 0,0-1-1 0 0,1 1 1 0 0,-1 0 0 0 0,-1 1 0 0 0,1-1 0 0 0,-1 1 0 0 0,1 0-1 0 0,-1 0 1 0 0,-1 0 0 0 0,1 1 0 0 0,-1-1 0 0 0,0 1 0 0 0,0 0 0 0 0,-1 0-1 0 0,1 0 1 0 0,0 5-221 0 0,9 161 2210 0 0,-24-153-3249 0 0,-4-43-8918 0 0,20-8 5353 0 0,-4 20 3216 0 0</inkml:trace>
  <inkml:trace contextRef="#ctx0" brushRef="#br0" timeOffset="2021.902">2435 409 2144 0 0,'34'5'10822'0'0,"11"25"-8637"0"0,-46-27-2634 0 0,1 0 0 0 0,0 0 0 0 0,-1 0 0 0 0,0 0 0 0 0,1 1 0 0 0,-1-1 0 0 0,-1 0 0 0 0,1 0 0 0 0,0-1 0 0 0,-1 1 0 0 0,1 0 0 0 0,-1 0 0 0 0,0-1 0 0 0,0 1-1 0 0,0-1 1 0 0,0 1 0 0 0,0-1 0 0 0,-1 0 0 0 0,1 0 0 0 0,-1 0 0 0 0,1 0 0 0 0,-1-1 0 0 0,0 1 0 0 0,-1 0 449 0 0,-5 5 24 0 0,-1 2-370 0 0</inkml:trace>
  <inkml:trace contextRef="#ctx0" brushRef="#br0" timeOffset="2862.93">2435 535 5408 0 0,'-16'18'6067'0'0,"83"-44"-2905"0"0,-67 26-3218 0 0,0 0-28 0 0,0 0 6 0 0,-4 30-4 0 0,-60 67 895 0 0,64-97-790 0 0,-1 1 0 0 0,1-1-1 0 0,-1 0 1 0 0,1 1 0 0 0,-1-1 0 0 0,1 0 0 0 0,-1 1-1 0 0,1-1 1 0 0,0 1 0 0 0,-1-1 0 0 0,1 1 0 0 0,0-1-1 0 0,0 1 1 0 0,-1-1 0 0 0,1 1 0 0 0,0 0-1 0 0,0-1 1 0 0,0 1 0 0 0,-1-1 0 0 0,1 1 0 0 0,0-1-1 0 0,0 1 1 0 0,0 0 0 0 0,0-1 0 0 0,0 1 0 0 0,0-1-1 0 0,0 1 1 0 0,1 0 0 0 0,-1-1 0 0 0,0 1 0 0 0,0-1-1 0 0,0 1 1 0 0,0-1 0 0 0,1 1 0 0 0,-1-1-1 0 0,0 1 1 0 0,1-1 0 0 0,-1 1 0 0 0,0-1 0 0 0,1 1-1 0 0,-1-1 1 0 0,1 1 0 0 0,-1-1 0 0 0,0 0 0 0 0,1 1-1 0 0,-1-1 1 0 0,1 0 0 0 0,-1 1 0 0 0,1-1 0 0 0,0 0-1 0 0,-1 0 1 0 0,1 1 0 0 0,-1-1 0 0 0,1 0-1 0 0,-1 0 1 0 0,1 0 0 0 0,0 0 0 0 0,-1 0 0 0 0,1 0-1 0 0,-1 0-22 0 0,43-3 613 0 0,-35 1-784 0 0,-7 2 163 0 0,-1 0-4 0 0,21 3-277 0 0,-20-2 224 0 0,0 1 1 0 0,0-1 0 0 0,0 1 0 0 0,-1-1 0 0 0,1 1-1 0 0,-1-1 1 0 0,1 1 0 0 0,-1 0 0 0 0,1-1-1 0 0,-1 1 1 0 0,0 0 0 0 0,0-1 0 0 0,0 1 0 0 0,0 0-1 0 0,0-1 1 0 0,0 1 0 0 0,-1 0 0 0 0,1-1 0 0 0,0 1-1 0 0,-1 0 1 0 0,1-1 0 0 0,-1 1 0 0 0,0-1 0 0 0,1 1-1 0 0,-1-1 1 0 0,0 1 0 0 0,0-1 0 0 0,0 1 0 0 0,0-1-1 0 0,0 0 1 0 0,0 0 0 0 0,-1 1 0 0 0,1-1 0 0 0,0 0-1 0 0,-1 0 1 0 0,1 0 0 0 0,-2 0 64 0 0,2-1-90 0 0,0-1-1 0 0,-1 0 1 0 0,1 1-1 0 0,0-1 1 0 0,0 0 0 0 0,0 0-1 0 0,0 0 1 0 0,0 1 0 0 0,0-1-1 0 0,0 0 1 0 0,0-1-1 0 0,1 1 1 0 0,-1 0 0 0 0,0 0-1 0 0,0 0 1 0 0,1 0 0 0 0,-1-1-1 0 0,1 1 1 0 0,-1 0-1 0 0,1 0 1 0 0,0-1 0 0 0,-1 1-1 0 0,1 0 1 0 0,0-1-1 0 0,0 1 1 0 0,0 0 0 0 0,0-1-1 0 0,0 1 1 0 0,0 0 0 0 0,1-1-1 0 0,-1 1 1 0 0,0 0-1 0 0,1-1 91 0 0,-3-12-753 0 0,1 4 1988 0 0,6 27-265 0 0,-12 86 286 0 0,7-36-1070 0 0,-13-43-362 0 0,-8 11-174 0 0,21-36 419 0 0,-1 0 1 0 0,0 0 0 0 0,1-1-1 0 0,-1 1 1 0 0,1 0-1 0 0,-1 0 1 0 0,1-1 0 0 0,0 1-1 0 0,0 0 1 0 0,-1-1 0 0 0,1 1-1 0 0,0 0 1 0 0,0-1 0 0 0,0 1-1 0 0,1 0 1 0 0,-1-1-1 0 0,0 1 1 0 0,0 0 0 0 0,1-1-1 0 0,-1 1 1 0 0,0 0 0 0 0,1-1-1 0 0,0 1 1 0 0,-1 0 0 0 0,1 0-1 0 0,0 0 1 0 0,-1 0-1 0 0,1 0 1 0 0,1-1-70 0 0,-1-1 78 0 0,0 1 0 0 0,1-1 0 0 0,0 1-1 0 0,0-1 1 0 0,0 1 0 0 0,0 0 0 0 0,0-1 0 0 0,0 1-1 0 0,1 0 1 0 0,-1 0 0 0 0,1 1 0 0 0,-1-1 0 0 0,1 0-1 0 0,0 1 1 0 0,-1 0 0 0 0,1 0 0 0 0,0-1 0 0 0,0 2-1 0 0,0-1 1 0 0,0 0 0 0 0,0 1 0 0 0,0-1 0 0 0,1 1-78 0 0,-4 0-139 0 0,0 0 15 0 0,0 0-49 0 0,0 0 57 0 0,4 18-466 0 0,-81 92 371 0 0,76-109 396 0 0,1-1 79 0 0,0 0-5 0 0,18 6 260 0 0,31-25 249 0 0,70-46-695 0 0,-112 60 527 0 0,-7 5-843 0 0,0 0 0 0 0,0 1 0 0 0,0-1-1 0 0,0 0 1 0 0,0 0 0 0 0,0 1 0 0 0,0-1-1 0 0,0 0 1 0 0,0 0 0 0 0,0 1 0 0 0,0-1-1 0 0,1 0 1 0 0,-1 1 0 0 0,0-1-1 0 0,0 0 1 0 0,0 0 0 0 0,0 0 0 0 0,1 1-1 0 0,-1-1 1 0 0,0 0 0 0 0,0 0 0 0 0,0 0-1 0 0,1 1 1 0 0,-1-1 0 0 0,0 0 0 0 0,0 0-1 0 0,1 0 1 0 0,-1 0 0 0 0,0 0 0 0 0,0 1-1 0 0,1-1 1 0 0,-1 0 0 0 0,0 0 0 0 0,1 0-1 0 0,-1 0 1 0 0,0 0 0 0 0,0 0 0 0 0,1 0-1 0 0,-1 0 1 0 0,0 0 0 0 0,1 0-1 0 0,-1 0 1 0 0,0 0 0 0 0,0-1 0 0 0,1 1 243 0 0,-7 24-4789 0 0,4-15 3309 0 0</inkml:trace>
  <inkml:trace contextRef="#ctx0" brushRef="#br0" timeOffset="-2561.612">22 321 2596 0 0,'0'0'1944'0'0,"0"0"-154"0"0,0 0-154 0 0,-3 0-110 0 0,-10 0-133 0 0,10 0-110 0 0,3 0-57 0 0,0 0-92 0 0,0 0-59 0 0,0 0-21 0 0,0 0-31 0 0,0 0-63 0 0,0 0-87 0 0,2-4-41 0 0,-1 2-741 0 0,1 0 0 0 0,0 0 0 0 0,0 0 0 0 0,0 1 0 0 0,0-1 0 0 0,0 1 0 0 0,0 0 0 0 0,0-1 0 0 0,0 1 0 0 0,0 0-1 0 0,1 0 1 0 0,-1 0 0 0 0,0 1 0 0 0,1-1 0 0 0,-1 0 0 0 0,1 1 0 0 0,-1 0 0 0 0,1-1 0 0 0,-1 1 0 0 0,1 0 0 0 0,-1 0 0 0 0,0 1 0 0 0,1-1 0 0 0,-1 0 0 0 0,1 1-1 0 0,-1 0 1 0 0,1-1 0 0 0,-1 1 0 0 0,0 0 0 0 0,2 1-91 0 0,7 0 190 0 0,147 17 3067 0 0,-100-19-2582 0 0,-20 2-378 0 0,0-2-1 0 0,0-2 0 0 0,0-1 1 0 0,0-3-1 0 0,17-4-296 0 0,31-6-2373 0 0,-71 2 24 0 0,-19 14-2042 0 0,-27 25-5203 0 0,-12 9 5446 0 0,14-14 1132 0 0,13-13 1522 0 0</inkml:trace>
  <inkml:trace contextRef="#ctx0" brushRef="#br0" timeOffset="-2279.599">386 172 1856 0 0,'3'4'6322'0'0,"0"13"-3022"0"0,-2-10-2305 0 0,9 211 5961 0 0,-36-84-6069 0 0,-18 121-2659 0 0,43-253 1599 0 0,-7 29-1195 0 0,-2-19-2480 0 0,10-12 2235 0 0,-12-81-6885 0 0,12 53 6986 0 0</inkml:trace>
  <inkml:trace contextRef="#ctx0" brushRef="#br0" timeOffset="-2032.707">335 459 2524 0 0,'-1'-3'880'0'0,"1"3"-724"0"0,-1-1 0 0 0,1 1 0 0 0,0-1 0 0 0,0 0-1 0 0,0 1 1 0 0,0-1 0 0 0,0 1 0 0 0,-1-1 0 0 0,1 0 0 0 0,0 1-1 0 0,-1-1 1 0 0,1 1 0 0 0,0-1 0 0 0,-1 1 0 0 0,1-1 0 0 0,0 1 0 0 0,-1-1-1 0 0,1 1 1 0 0,-1 0 0 0 0,1-1 0 0 0,-1 1 0 0 0,1-1 0 0 0,-1 1 0 0 0,0 0-1 0 0,1 0 1 0 0,-1-1 0 0 0,1 1 0 0 0,-1 0 0 0 0,1 0 0 0 0,-1 0-1 0 0,0 0 1 0 0,1 0 0 0 0,-1-1 0 0 0,0 1 0 0 0,1 0 0 0 0,-1 0 0 0 0,1 1-1 0 0,-1-1 1 0 0,0 0 0 0 0,1 0 0 0 0,-1 0 0 0 0,0 0 0 0 0,1 0 0 0 0,-1 1-1 0 0,1-1 1 0 0,-1 0 0 0 0,1 1 0 0 0,-1-1 0 0 0,1 0 0 0 0,-1 1 0 0 0,1-1-1 0 0,-1 0 1 0 0,1 1 0 0 0,-1-1 0 0 0,1 1 0 0 0,-1 0-156 0 0,-210 177 5353 0 0,127-129-7705 0 0,84-49 1592 0 0,-1-1 456 0 0,0 0 0 0 0,0 0 0 0 0,0 0 0 0 0,0 0 0 0 0,0 0 0 0 0,0 0 1 0 0,1 0-1 0 0,-1-1 0 0 0,0 1 0 0 0,1 0 0 0 0,-1 0 0 0 0,1-1 0 0 0,-1 1 1 0 0,1-1-1 0 0,0 1 0 0 0,0 0 0 0 0,0-1 0 0 0,-1 1 0 0 0,1-1 0 0 0,1 1 1 0 0,-1 0-1 0 0,0-1 0 0 0,0 1 0 0 0,0-1 0 0 0,1 1 0 0 0,-1 0 0 0 0,1-1 1 0 0,-1 1-1 0 0,1 0 0 0 0,-1 0 0 0 0,1-1 304 0 0,11-17-1302 0 0,3 1-81 0 0</inkml:trace>
  <inkml:trace contextRef="#ctx0" brushRef="#br0" timeOffset="-1845.186">302 463 1404 0 0,'34'10'1806'0'0,"0"2"-1"0"0,0 2 0 0 0,-1 0 1 0 0,-1 3-1 0 0,-1 0 1 0 0,0 2-1 0 0,-1 2 1 0 0,21 18-1806 0 0,32 20 2014 0 0,79 28-1076 0 0,-144-81-3405 0 0,18-12-9148 0 0,-18-9 9626 0 0,-14 9 316 0 0</inkml:trace>
  <inkml:trace contextRef="#ctx0" brushRef="#br0" timeOffset="-1372.529">1244 297 2104 0 0,'0'3'5513'0'0,"-2"12"-3131"0"0,4 50 2312 0 0,-6 88-2116 0 0,-7-54-2243 0 0,10-53-3076 0 0,-8-42-2016 0 0,7-41-1797 0 0,2 23 5052 0 0</inkml:trace>
  <inkml:trace contextRef="#ctx0" brushRef="#br0" timeOffset="-1054.414">1263 326 1428 0 0,'6'-21'4489'0'0,"28"-27"-221"0"0,-30 42-3872 0 0,1 1 1 0 0,-1 0-1 0 0,1 0 1 0 0,1 1-1 0 0,-1-1 1 0 0,0 1-1 0 0,1 0 1 0 0,0 1-1 0 0,0-1 1 0 0,0 1-1 0 0,0 0 1 0 0,1 1-1 0 0,-1-1 1 0 0,1 1-1 0 0,0 1 0 0 0,-1-1 1 0 0,1 1-1 0 0,0 0 1 0 0,0 1-1 0 0,2-1-396 0 0,0 2 152 0 0,1 0 0 0 0,-1 1-1 0 0,0 0 1 0 0,0 0 0 0 0,0 0 0 0 0,0 2-1 0 0,-1-1 1 0 0,1 1 0 0 0,-1 0 0 0 0,3 2-152 0 0,29 13 618 0 0,-34-17-494 0 0,0 1-1 0 0,0-1 1 0 0,0 1 0 0 0,0 1-1 0 0,-1-1 1 0 0,1 1 0 0 0,-1 0 0 0 0,0 0-1 0 0,0 1 1 0 0,0 0 0 0 0,-1-1-1 0 0,1 2 1 0 0,-1-1 0 0 0,-1 0 0 0 0,1 1-1 0 0,-1 0 1 0 0,0-1 0 0 0,2 5-124 0 0,-1 2 33 0 0,1 1 1 0 0,-2 0-1 0 0,0 0 1 0 0,-1 0 0 0 0,0 0-1 0 0,0 0 1 0 0,-2 0-1 0 0,0 0 1 0 0,0 0-1 0 0,-1 1 1 0 0,-1-1-1 0 0,0 3-33 0 0,-36 134-1650 0 0,-7-22-3820 0 0,35-106 867 0 0,-5-17-3473 0 0,15-5 6620 0 0</inkml:trace>
  <inkml:trace contextRef="#ctx0" brushRef="#br0" timeOffset="-801.397">1403 563 1164 0 0,'0'0'220'0'0,"-1"-1"1"0"0,1 1-1 0 0,-1-1 0 0 0,1 1 0 0 0,-1-1 1 0 0,1 1-1 0 0,-1-1 0 0 0,1 1 0 0 0,0-1 1 0 0,-1 0-1 0 0,1 1 0 0 0,0-1 0 0 0,-1 1 0 0 0,1-1 1 0 0,0 0-1 0 0,0 1 0 0 0,-1-1 0 0 0,1 0 1 0 0,0 1-1 0 0,0-1 0 0 0,0 0 0 0 0,0 1 1 0 0,0-1-1 0 0,0 0 0 0 0,0 1 0 0 0,0-1 1 0 0,0 0-1 0 0,1 0 0 0 0,-1 1 0 0 0,0-1 1 0 0,0 1-1 0 0,1-1 0 0 0,-1 0 0 0 0,0 1 1 0 0,1-1-1 0 0,-1 1 0 0 0,0-1 0 0 0,1 0 0 0 0,-1 1 1 0 0,1-1-1 0 0,-1 1 0 0 0,1-1 0 0 0,-1 1 1 0 0,1 0-1 0 0,-1-1 0 0 0,1 1 0 0 0,0 0 1 0 0,-1-1-221 0 0,34-12-468 0 0,-34 28-6682 0 0,-3-7 5532 0 0</inkml:trace>
  <inkml:trace contextRef="#ctx0" brushRef="#br0" timeOffset="-613.375">1350 695 1008 0 0,'-1'0'196'0'0,"0"1"0"0"0,1-1-1 0 0,-1 1 1 0 0,0-1 0 0 0,0 1 0 0 0,0-1-1 0 0,1 1 1 0 0,-1-1 0 0 0,0 1 0 0 0,1 0-1 0 0,-1-1 1 0 0,0 1 0 0 0,1 0 0 0 0,-1 0-1 0 0,1-1 1 0 0,-1 1 0 0 0,1 0-1 0 0,0 0 1 0 0,-1 0 0 0 0,1 0 0 0 0,0 0-1 0 0,-1-1 1 0 0,1 1 0 0 0,0 0 0 0 0,0 0-1 0 0,0 0 1 0 0,0 0 0 0 0,0 0 0 0 0,0 0-1 0 0,0 0 1 0 0,0 0 0 0 0,0 0 0 0 0,1 0-1 0 0,-1 0 1 0 0,0-1 0 0 0,1 1 0 0 0,-1 0-1 0 0,0 0 1 0 0,1 0 0 0 0,-1 0 0 0 0,1-1-1 0 0,-1 1 1 0 0,1 0 0 0 0,0 0 0 0 0,-1-1-1 0 0,1 1 1 0 0,0 0 0 0 0,-1-1 0 0 0,1 1-1 0 0,0-1 1 0 0,0 1 0 0 0,-1-1-1 0 0,1 1 1 0 0,0-1 0 0 0,0 0 0 0 0,0 1-1 0 0,0-1 1 0 0,0 0 0 0 0,0 0 0 0 0,-1 0-1 0 0,1 1 1 0 0,0-1 0 0 0,0 0 0 0 0,0 0-1 0 0,0 0 1 0 0,0-1 0 0 0,0 1 0 0 0,0 0-196 0 0,192-31 3476 0 0,-186 31-3249 0 0,45 13-8657 0 0,-33 5 1727 0 0,-14-16 5054 0 0</inkml:trace>
  <inkml:trace contextRef="#ctx0" brushRef="#br0" timeOffset="5417.286">1291 508 1024 0 0,'0'0'1126'0'0,"0"0"-128"0"0,0 0-119 0 0,0 0-36 0 0,0 0-80 0 0,0 0-8 0 0,0 0-19 0 0,0 0-49 0 0,0 0-97 0 0,0 0 17 0 0,0 0-15 0 0,0 0-60 0 0,0 0-95 0 0,0 0-28 0 0,0 0-7 0 0,0 0 56 0 0,0 0-58 0 0,0 0-128 0 0,0 0-19 0 0,0 0-21 0 0,0 0 15 0 0,0 0 46 0 0,0 0-71 0 0,0 0-29 0 0,0 0-41 0 0,0 0-33 0 0,0 0 44 0 0,0 0-42 0 0,0 0 69 0 0,0 0-5 0 0,0 0-74 0 0,0 0-25 0 0,0 0 10 0 0,0 0 62 0 0,0 0 4 0 0,5 1-20 0 0,58 11-13 0 0,0-4 0 0 0,1-2 0 0 0,0-3 0 0 0,17-3-129 0 0,-79 0-708 0 0,39 0-10845 0 0,-40 0 9988 0 0,-1 0 120 0 0</inkml:trace>
  <inkml:trace contextRef="#ctx0" brushRef="#br0" timeOffset="22534.048">620 1260 1988 0 0,'0'-19'1658'0'0,"0"15"-237"0"0,0-4-136 0 0,-1-28 135 0 0,2 33-1210 0 0,-1 0 1 0 0,1 0-1 0 0,0 0 1 0 0,1 1-1 0 0,-1-1 1 0 0,0 0-1 0 0,1 1 1 0 0,0-1-1 0 0,-1 1 1 0 0,1-1-1 0 0,0 1 0 0 0,0 0 1 0 0,1 0-1 0 0,-1 0 1 0 0,0 0-1 0 0,1 0 1 0 0,-1 0-1 0 0,1 1 1 0 0,-1-1-211 0 0,6-3 773 0 0,1 0-405 0 0,0 0-1 0 0,0 0 1 0 0,1 1 0 0 0,-1 1 0 0 0,1 0-1 0 0,0 0 1 0 0,0 1 0 0 0,0 0-1 0 0,1 0 1 0 0,-1 1 0 0 0,0 1 0 0 0,1 0-1 0 0,-1 0 1 0 0,4 1-368 0 0,-9-1 186 0 0,7 2-41 0 0,0 0 1 0 0,0 1 0 0 0,-1 0-1 0 0,0 1 1 0 0,1 0 0 0 0,-1 1-1 0 0,-1 0 1 0 0,1 0 0 0 0,-1 1-1 0 0,0 1 1 0 0,0 0 0 0 0,-1 0-1 0 0,0 1 1 0 0,3 3-146 0 0,-8-6 24 0 0,0 0 1 0 0,-1 1-1 0 0,0 0 0 0 0,0 0 1 0 0,0 0-1 0 0,-1 0 1 0 0,1 0-1 0 0,-2 1 0 0 0,1-1 1 0 0,-1 1-1 0 0,0-1 0 0 0,0 1 1 0 0,0-1-1 0 0,-1 1 0 0 0,0 0 1 0 0,-1-1-1 0 0,1 1 0 0 0,-1-1 1 0 0,-1 1-1 0 0,1-1 0 0 0,-1 1 1 0 0,0-1-1 0 0,0 0 0 0 0,-1 0 1 0 0,0 0-1 0 0,0 0 0 0 0,0 0 1 0 0,-1-1-1 0 0,0 1 0 0 0,-1 0-24 0 0,-9 13 11 0 0,-1-1 0 0 0,0 0-1 0 0,-2-1 1 0 0,0 0 0 0 0,-1-1-1 0 0,-5 2-10 0 0,-3-2 17 0 0,-2-2-1 0 0,1 0 1 0 0,-2-2-1 0 0,0 0 1 0 0,0-3 0 0 0,-2 0-17 0 0,-14-4 128 0 0,292-40-167 0 0,-133 28-1041 0 0,-65 7-2424 0 0,9 1-6496 0 0,-34-16 6986 0 0,-16 7 1572 0 0</inkml:trace>
  <inkml:trace contextRef="#ctx0" brushRef="#br0" timeOffset="22922.304">1217 1347 1332 0 0,'-6'29'8457'0'0,"0"5"-4958"0"0,6-18-2730 0 0,-1-3-447 0 0,1-1-1 0 0,0 1 1 0 0,1-1 0 0 0,0 1-1 0 0,1-1 1 0 0,0 1 0 0 0,1-1-1 0 0,0 0 1 0 0,1 0 0 0 0,1 0-1 0 0,0 0 1 0 0,1 1-322 0 0,-3-7 101 0 0,0-1 0 0 0,0-1 0 0 0,0 1 0 0 0,1 0 0 0 0,0-1 1 0 0,0 1-1 0 0,0-1 0 0 0,0 0 0 0 0,1-1 0 0 0,-1 1 0 0 0,1-1 0 0 0,0 0 0 0 0,0 0 0 0 0,0 0 0 0 0,1-1 0 0 0,-1 1 1 0 0,0-1-1 0 0,1-1 0 0 0,0 1 0 0 0,-1-1 0 0 0,1 0 0 0 0,0 0 0 0 0,0-1 0 0 0,-1 0 0 0 0,1 0 0 0 0,0 0 1 0 0,0 0-1 0 0,0-1 0 0 0,-1 0 0 0 0,1 0 0 0 0,0-1 0 0 0,-1 0 0 0 0,1 0 0 0 0,-1 0 0 0 0,4-2-101 0 0,0-1 65 0 0,-1-1-1 0 0,0 0 0 0 0,0 0 1 0 0,0-1-1 0 0,-1 1 0 0 0,0-2 1 0 0,0 1-1 0 0,-1-1 0 0 0,0 0 1 0 0,0 0-1 0 0,-1-1 0 0 0,0 0 1 0 0,0 0-1 0 0,-1 0 0 0 0,0 0 0 0 0,-1-1 1 0 0,0 1-1 0 0,0-1 0 0 0,-1 0 1 0 0,-1 0-1 0 0,1 0 0 0 0,-2 0 1 0 0,1 0-65 0 0,-4 1 40 0 0,0 1 0 0 0,0 0 0 0 0,0 0 0 0 0,-1 0 0 0 0,0 0 0 0 0,-1 1 0 0 0,0-1 0 0 0,0 1 1 0 0,0 0-1 0 0,-1 1 0 0 0,0-1 0 0 0,0 1 0 0 0,-1 1 0 0 0,0-1 0 0 0,0 1 0 0 0,0 0 0 0 0,-1 0 0 0 0,1 1 0 0 0,-1 0 0 0 0,0 1 1 0 0,0-1-1 0 0,-1 2 0 0 0,1-1 0 0 0,-6 0-40 0 0,-56 0-374 0 0,64 4 155 0 0,1 0 0 0 0,-1 0 0 0 0,1 0 0 0 0,0 1 0 0 0,-1 0 0 0 0,1 0-1 0 0,0 0 1 0 0,0 1 0 0 0,0 0 0 0 0,0 0 0 0 0,0 0 0 0 0,1 0 0 0 0,0 1-1 0 0,-1 0 1 0 0,1 0 0 0 0,1 0 0 0 0,-1 0 0 0 0,0 1 0 0 0,0 2 219 0 0,3-6-403 0 0,1 0 0 0 0,-1 1 0 0 0,1-1 0 0 0,-1 1 0 0 0,1 0 0 0 0,0-1 1 0 0,0 1-1 0 0,0-1 0 0 0,0 1 0 0 0,0-1 0 0 0,0 1 0 0 0,0 0 0 0 0,0-1 0 0 0,1 1 1 0 0,-1-1-1 0 0,0 1 0 0 0,1-1 0 0 0,0 1 0 0 0,-1-1 0 0 0,1 0 0 0 0,0 1 0 0 0,-1-1 0 0 0,1 0 1 0 0,0 1-1 0 0,0-1 0 0 0,0 0 0 0 0,1 0 0 0 0,-1 0 0 0 0,0 0 0 0 0,0 0 403 0 0,12 11-1447 0 0,-10-10 2172 0 0,37 15-4096 0 0,-19-12 1903 0 0</inkml:trace>
  <inkml:trace contextRef="#ctx0" brushRef="#br0" timeOffset="23296.9">1689 1348 2280 0 0,'41'-21'9527'0'0,"31"15"-4129"0"0,-60 6-4641 0 0,54 34 1023 0 0,-62-31-1687 0 0,0-1 0 0 0,0 1-1 0 0,0 0 1 0 0,0 0 0 0 0,-1 1-1 0 0,1-1 1 0 0,-1 1 0 0 0,0 0-1 0 0,0-1 1 0 0,-1 1-1 0 0,1 1 1 0 0,-1-1 0 0 0,1 0-1 0 0,-1 1 1 0 0,-1-1 0 0 0,1 1-1 0 0,-1-1 1 0 0,1 1-1 0 0,-1 0 1 0 0,-1 0 0 0 0,1-1-1 0 0,-1 1 1 0 0,1 0 0 0 0,-1 0-1 0 0,-1 0 1 0 0,1 0-1 0 0,-1 0 1 0 0,0-1 0 0 0,0 1-1 0 0,0 1-92 0 0,-3 8 38 0 0,1 0 0 0 0,-2 0 0 0 0,0-1-1 0 0,0 1 1 0 0,-1-1 0 0 0,-1 0 0 0 0,0-1-1 0 0,-1 0 1 0 0,0 0 0 0 0,-1 0 0 0 0,0-1-1 0 0,-1-1 1 0 0,0 1 0 0 0,-1-2 0 0 0,0 1-1 0 0,-1-1 1 0 0,0-1 0 0 0,-5 3-38 0 0,8-10 202 0 0,24-11-93 0 0,183-68-798 0 0,-112 52-2205 0 0,-52 22-582 0 0,20-9-9433 0 0,-49 9 11309 0 0</inkml:trace>
  <inkml:trace contextRef="#ctx0" brushRef="#br0" timeOffset="23703.892">2300 1064 2672 0 0,'2'10'8641'0'0,"-5"26"-6434"0"0,3-32-1808 0 0,-23 146 3183 0 0,18-19-556 0 0,6-125-2924 0 0,0 1-1 0 0,1-1 1 0 0,-1 0-1 0 0,2 0 1 0 0,-1 0 0 0 0,1-1-1 0 0,-1 1 1 0 0,2-1-1 0 0,-1 1 1 0 0,1-1-1 0 0,-1 0 1 0 0,1 0 0 0 0,1-1-1 0 0,-1 1 1 0 0,1-1-1 0 0,0 0 1 0 0,0 0-1 0 0,0 0 1 0 0,0-1 0 0 0,0 0-1 0 0,1 0 1 0 0,0 0-1 0 0,0-1 1 0 0,-1 1-1 0 0,1-1 1 0 0,1-1-1 0 0,-1 1-101 0 0,169 4 668 0 0,-72-38-1867 0 0,-73 18-345 0 0,-15-17-5371 0 0,-15 30 5042 0 0,0 1-83 0 0,-3-27-3549 0 0,-14-1 3884 0 0,3 3 217 0 0</inkml:trace>
  <inkml:trace contextRef="#ctx0" brushRef="#br0" timeOffset="23952.4">2584 1206 1824 0 0,'-7'9'4504'0'0,"2"13"-3104"0"0,4-14-747 0 0,-22 199 6517 0 0,5-32-5091 0 0,-6 26-4487 0 0,19-129-1458 0 0,2-12-3785 0 0,1-52 6134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00.701"/>
    </inkml:context>
    <inkml:brush xml:id="br0">
      <inkml:brushProperty name="width" value="0.05" units="cm"/>
      <inkml:brushProperty name="height" value="0.05" units="cm"/>
      <inkml:brushProperty name="color" value="#FFFFFF"/>
    </inkml:brush>
  </inkml:definitions>
  <inkml:trace contextRef="#ctx0" brushRef="#br0">81 39 1036 0 0,'-16'0'1802'0'0,"13"0"-233"0"0,3 0-105 0 0,0 0-208 0 0,0 0-200 0 0,0 0-93 0 0,-3 0-81 0 0,3-1-779 0 0,1 1 0 0 0,-1 0 0 0 0,0 0 0 0 0,0 0 0 0 0,0-1 0 0 0,0 1 0 0 0,0 0 0 0 0,0 0 0 0 0,0-1 0 0 0,0 1 0 0 0,0 0 0 0 0,0 0 0 0 0,0-1 0 0 0,0 1 0 0 0,0 0 0 0 0,0 0 0 0 0,0-1 0 0 0,0 1 0 0 0,0 0 0 0 0,0 0 0 0 0,0-1 0 0 0,0 1 0 0 0,0 0-1 0 0,0 0 1 0 0,0-1 0 0 0,-1 1 0 0 0,1 0 0 0 0,0 0 0 0 0,0 0 0 0 0,0-1 0 0 0,0 1 0 0 0,-1 0 0 0 0,1 0 0 0 0,0 0 0 0 0,0 0 0 0 0,0-1 0 0 0,-1 1 0 0 0,1 0 0 0 0,0 0 0 0 0,0 0 0 0 0,0 0 0 0 0,-1 0 0 0 0,1 0 0 0 0,0 0 0 0 0,0 0 0 0 0,-1 0 0 0 0,1 0 0 0 0,0 0 0 0 0,0 0 0 0 0,-1 0 0 0 0,1 0-103 0 0,16-7 2912 0 0,-5 5-3733 0 0,225-15 3529 0 0,-108 14-3740 0 0,-126 3 445 0 0,-2 0-123 0 0,10-1-1178 0 0,-15 5-1589 0 0,-37-3-6241 0 0,35-3 8799 0 0</inkml:trace>
  <inkml:trace contextRef="#ctx0" brushRef="#br0" timeOffset="253.117">368 6 2832 0 0,'-4'2'288'0'0,"-1"1"-1"0"0,1 0 1 0 0,0 0-1 0 0,0 0 1 0 0,0 1-1 0 0,0-1 1 0 0,0 1-1 0 0,1 0 0 0 0,0 0 1 0 0,-1 0-1 0 0,1 0 1 0 0,1 1-1 0 0,-1-1 1 0 0,1 1-1 0 0,0 0 1 0 0,0 0-1 0 0,0 0 1 0 0,1 0-1 0 0,-1 0 1 0 0,1 0-1 0 0,0 0 1 0 0,1 0-1 0 0,-1 0 1 0 0,1 5-288 0 0,-2-1 457 0 0,-25 220 3864 0 0,-16-34-1702 0 0,42-194-2604 0 0,0 5 72 0 0,-1 1 0 0 0,0-1 1 0 0,-1 0-1 0 0,1 0 0 0 0,-1 0 1 0 0,0-1-1 0 0,-1 1 0 0 0,0-1 1 0 0,1 1-1 0 0,-1-1 0 0 0,-1-1 0 0 0,1 1 1 0 0,-1 0-1 0 0,0-1 0 0 0,0 0 1 0 0,0 0-1 0 0,-1-1 0 0 0,1 1 1 0 0,-1-1-1 0 0,0 0 0 0 0,0-1 0 0 0,-6 3-87 0 0,10-5 44 0 0,-18-4 16 0 0,13-1-251 0 0,-1 0 1 0 0,1-1 0 0 0,0 1-1 0 0,1-1 1 0 0,-1-1-1 0 0,1 1 1 0 0,1-1 0 0 0,-1 0-1 0 0,1-1 1 0 0,0 1-1 0 0,1-1 1 0 0,-4-8 190 0 0,0 1-407 0 0,6 13-164 0 0,0-1 1 0 0,0 0 0 0 0,0 0-1 0 0,1 0 1 0 0,-1 0 0 0 0,1 0-1 0 0,0 0 1 0 0,0 0-1 0 0,0 0 1 0 0,0-1 0 0 0,0 1-1 0 0,1 0 1 0 0,0-1 0 0 0,-1 1-1 0 0,1 0 1 0 0,1-1 0 0 0,-1 1-1 0 0,0 0 1 0 0,1-1 0 0 0,0 1-1 0 0,0-1 571 0 0,11-22-1513 0 0,-4 9 60 0 0</inkml:trace>
  <inkml:trace contextRef="#ctx0" brushRef="#br0" timeOffset="627.763">715 144 1236 0 0,'-3'15'8230'0'0,"-10"10"-6321"0"0,3-7-814 0 0,-182 331 2827 0 0,162-311-5754 0 0,29-38 1233 0 0,-1-7 83 0 0,1 0 1 0 0,0 0-1 0 0,0-1 1 0 0,1 1-1 0 0,0 0 1 0 0,0-1 0 0 0,0 1-1 0 0,1 0 1 0 0,0 0-1 0 0,1-1 1 0 0,-1 1-1 0 0,2 0 1 0 0,1-4 515 0 0,27-83-4655 0 0,-18 63 3098 0 0</inkml:trace>
  <inkml:trace contextRef="#ctx0" brushRef="#br0" timeOffset="875.292">682 84 1780 0 0,'1'-1'190'0'0,"1"0"-1"0"0,0 0 0 0 0,-1 1 1 0 0,1-1-1 0 0,0 0 0 0 0,0 1 1 0 0,0 0-1 0 0,-1-1 0 0 0,1 1 1 0 0,0 0-1 0 0,0 0 0 0 0,0 0 1 0 0,0 0-1 0 0,0 0 1 0 0,0 0-1 0 0,-1 1 0 0 0,1-1 1 0 0,0 1-1 0 0,0-1 0 0 0,0 1 1 0 0,-1 0-1 0 0,1-1 0 0 0,0 1 1 0 0,-1 0-1 0 0,1 0 0 0 0,-1 0 1 0 0,1 1-1 0 0,0-1-189 0 0,53 71 3036 0 0,-21 35-865 0 0,-3 2-1 0 0,11 92-2170 0 0,-40-194-9 0 0,10 104-1106 0 0,-11-61-6131 0 0,-15-29 4135 0 0,8-17 1525 0 0</inkml:trace>
  <inkml:trace contextRef="#ctx0" brushRef="#br0" timeOffset="1031.098">628 546 1644 0 0,'-7'-25'8830'0'0,"41"15"-4833"0"0,-2 7-3361 0 0,121-24-1191 0 0,-135 21-2244 0 0,0 1-5060 0 0,-13 4 6237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02.371"/>
    </inkml:context>
    <inkml:brush xml:id="br0">
      <inkml:brushProperty name="width" value="0.05" units="cm"/>
      <inkml:brushProperty name="height" value="0.05" units="cm"/>
      <inkml:brushProperty name="color" value="#FFFFFF"/>
    </inkml:brush>
  </inkml:definitions>
  <inkml:trace contextRef="#ctx0" brushRef="#br0">42 32 2296 0 0,'0'64'6723'0'0,"-1"1"-4162"0"0,0 68-890 0 0,-11-37-665 0 0,-12 62-2085 0 0,21-143-2380 0 0,4-34-1184 0 0,2 6 3126 0 0,3-12-18 0 0</inkml:trace>
  <inkml:trace contextRef="#ctx0" brushRef="#br0" timeOffset="345.108">284 57 1424 0 0,'7'-1'3283'0'0,"-8"12"4476"0"0,-4-4-7751 0 0,-7 9 393 0 0,0 0-1 0 0,-1 0 1 0 0,-1-1 0 0 0,0-1 0 0 0,-1-1 0 0 0,0 0-1 0 0,-1-1 1 0 0,-14 9-401 0 0,-22 14 1514 0 0,53-4-1174 0 0,13-8-232 0 0,0-1 1 0 0,1-1 0 0 0,1 0 0 0 0,2-1 0 0 0,0-1 0 0 0,0 0 0 0 0,9 4-109 0 0,33 36-2077 0 0,-45-40-1051 0 0,4 4-6908 0 0,-15-20 8353 0 0</inkml:trace>
  <inkml:trace contextRef="#ctx0" brushRef="#br0" timeOffset="705.075">678 0 836 0 0,'-1'7'7538'0'0,"-3"5"-3575"0"0,-26 59-1305 0 0,-62 96 113 0 0,27-47-2272 0 0,24-47-1231 0 0,41-73 614 0 0,0 0 0 0 0,-1-1 0 0 0,1 1 0 0 0,0-1 0 0 0,0 1 1 0 0,-1 0-1 0 0,1-1 0 0 0,-1 1 0 0 0,1 0 0 0 0,0 0 0 0 0,-1-1 0 0 0,1 1 0 0 0,-1 0 0 0 0,1 0 1 0 0,0 0-1 0 0,-1 0 0 0 0,1-1 0 0 0,-1 1 0 0 0,1 0 0 0 0,-1 0 0 0 0,1 0 0 0 0,-1 0 0 0 0,1 0 0 0 0,-1 0 1 0 0,1 0-1 0 0,-1 0 0 0 0,1 0 0 0 0,0 1 0 0 0,-1-1 0 0 0,1 0 0 0 0,-1 0 0 0 0,1 0 0 0 0,-1 0 1 0 0,1 1-1 0 0,0-1 0 0 0,-1 0 0 0 0,1 0 0 0 0,-1 1 0 0 0,1-1 0 0 0,0 0 0 0 0,-1 1 0 0 0,1-1 0 0 0,0 0 1 0 0,-1 1-1 0 0,1-1 118 0 0,5-45-4348 0 0,23-48-725 0 0,-15 60 3566 0 0</inkml:trace>
  <inkml:trace contextRef="#ctx0" brushRef="#br0" timeOffset="959.063">659 3 1676 0 0,'10'7'677'0'0,"0"0"-1"0"0,-1 0 0 0 0,0 0 1 0 0,-1 1-1 0 0,0 1 0 0 0,0 0 1 0 0,0 0-1 0 0,-1 0 0 0 0,-1 1 1 0 0,0 0-1 0 0,0 0 0 0 0,0 2-676 0 0,9 24 809 0 0,-2-1-1 0 0,-2 2 0 0 0,-1-1 0 0 0,-2 1 0 0 0,0 8-808 0 0,-7-40 64 0 0,11 93-414 0 0,-10-30-6234 0 0,-24-43 2215 0 0,19-24 2663 0 0</inkml:trace>
  <inkml:trace contextRef="#ctx0" brushRef="#br0" timeOffset="1133.128">574 329 2228 0 0,'-13'-12'7327'0'0,"25"9"-3298"0"0,32 8-1608 0 0,-40-5-2245 0 0,105 14 217 0 0,-92-12-2157 0 0,9-2-5087 0 0,-7-1 1938 0 0,-10 1 3335 0 0</inkml:trace>
  <inkml:trace contextRef="#ctx0" brushRef="#br0" timeOffset="1386.553">991 106 2352 0 0,'7'19'5864'0'0,"-4"16"-3684"0"0,-3-28-1778 0 0,1 27 572 0 0,-2-1 1 0 0,-2 0 0 0 0,0 1-1 0 0,-3-1 1 0 0,-3 11-975 0 0,-3 58-90 0 0,1-85-502 0 0,0-32-1801 0 0,9-3 1585 0 0,1 1-1 0 0,0-1 1 0 0,1 0 0 0 0,1 1 0 0 0,1-1-1 0 0,0 1 1 0 0,1 0 0 0 0,1 0 0 0 0,1 0-1 0 0,0 0 1 0 0,1 1 0 0 0,4-7 808 0 0,1-3-553 0 0</inkml:trace>
  <inkml:trace contextRef="#ctx0" brushRef="#br0" timeOffset="1716.187">1037 142 3716 0 0,'1'-4'167'0'0,"3"-7"429"0"0,1-1 1 0 0,0 1-1 0 0,0 0 1 0 0,1 0 0 0 0,1 0-1 0 0,0 1 1 0 0,0 0 0 0 0,1 0-1 0 0,0 1 1 0 0,6-6-597 0 0,21 8 3908 0 0,-28 10-3204 0 0,0 3-456 0 0,0-1 0 0 0,0 1-1 0 0,-1 0 1 0 0,0 1-1 0 0,0-1 1 0 0,0 1 0 0 0,-1 0-1 0 0,0 1 1 0 0,0-1-1 0 0,-1 1 1 0 0,3 7-248 0 0,-3-9 109 0 0,-2-1 1 0 0,1 1-1 0 0,-1 1 1 0 0,0-1-1 0 0,0 0 1 0 0,0 0-1 0 0,-1 1 1 0 0,0-1-1 0 0,0 1 1 0 0,-1-1 0 0 0,0 1-1 0 0,0-1 1 0 0,0 1-1 0 0,-1-1 1 0 0,0 1-1 0 0,-1 0-109 0 0,-3 6-112 0 0,-1 0-1 0 0,0 0 1 0 0,-1 0 0 0 0,-1-1-1 0 0,0 0 1 0 0,0-1 0 0 0,-1 0-1 0 0,-1 0 1 0 0,0-1 0 0 0,0 0-1 0 0,-1-1 1 0 0,-2 1 112 0 0,-59 12 1351 0 0,136 9 1327 0 0,50 47-4161 0 0,-99-70-779 0 0,26 20-12949 0 0,-38-24 13953 0 0</inkml:trace>
  <inkml:trace contextRef="#ctx0" brushRef="#br0" timeOffset="2320.612">1470 97 1896 0 0,'0'0'2121'0'0,"0"0"-151"0"0,0 0-227 0 0,0 0-176 0 0,0 0-100 0 0,0 0-101 0 0,1-4-89 0 0,0 2-1214 0 0,-1 1 1 0 0,1 0 0 0 0,-1 0 0 0 0,1 0-1 0 0,0 0 1 0 0,-1 0 0 0 0,1 0 0 0 0,0 0-1 0 0,0 0 1 0 0,0 0 0 0 0,0 1 0 0 0,0-1-1 0 0,0 0 1 0 0,0 0 0 0 0,0 1 0 0 0,0-1-1 0 0,0 1 1 0 0,0-1 0 0 0,0 1 0 0 0,0-1 0 0 0,1 1-1 0 0,-1 0 1 0 0,0-1 0 0 0,0 1 0 0 0,0 0-1 0 0,1 0 1 0 0,-1 0 0 0 0,0 0 0 0 0,0 0-1 0 0,1 0 1 0 0,-1 0 0 0 0,0 1 0 0 0,0-1-1 0 0,1 0 1 0 0,-1 1 0 0 0,0-1 0 0 0,0 1-1 0 0,0-1 1 0 0,0 1 0 0 0,0-1 0 0 0,0 1-1 0 0,0 0 1 0 0,0 0-64 0 0,29 5 1028 0 0,116 6 2236 0 0,-48-9-4109 0 0,-97-3 28 0 0,-1 0-189 0 0,9-7-712 0 0,-9 6 1555 0 0,0 1-1 0 0,0 0 1 0 0,0 0 0 0 0,-1 0 0 0 0,1 0 0 0 0,0 0-1 0 0,0 0 1 0 0,0 0 0 0 0,0 0 0 0 0,-1-1 0 0 0,1 1-1 0 0,0 0 1 0 0,0 0 0 0 0,0 0 0 0 0,0 0 0 0 0,0-1-1 0 0,0 1 1 0 0,0 0 0 0 0,0 0 0 0 0,-1 0 0 0 0,1 0-1 0 0,0-1 1 0 0,0 1 0 0 0,0 0 0 0 0,0 0 0 0 0,0 0-1 0 0,0-1 1 0 0,0 1 0 0 0,0 0 0 0 0,0 0 0 0 0,0 0-1 0 0,0-1 1 0 0,0 1 0 0 0,0 0 0 0 0,0 0 0 0 0,0 0-1 0 0,1-1 1 0 0,-1 1 163 0 0,-31-3-7022 0 0,23 2 5420 0 0</inkml:trace>
  <inkml:trace contextRef="#ctx0" brushRef="#br0" timeOffset="2566.315">1648 93 2420 0 0,'-28'56'8188'0'0,"-6"194"-3583"0"0,14-131-6373 0 0,21-119 1594 0 0,-1-1 1 0 0,1 1-1 0 0,-1 0 1 0 0,1 0-1 0 0,-1-1 1 0 0,1 1-1 0 0,-1 0 1 0 0,1 0 0 0 0,-1 0-1 0 0,1 0 1 0 0,0 0-1 0 0,-1 0 1 0 0,1-1-1 0 0,-1 1 1 0 0,1 1-1 0 0,0-1 1 0 0,-1 0-1 0 0,1 0 1 0 0,-1 0 0 0 0,1 0-1 0 0,-1 0 1 0 0,1 0-1 0 0,-1 1 1 0 0,1-1-1 0 0,0 0 1 0 0,-1 0-1 0 0,1 1 1 0 0,-1-1 0 0 0,0 1-1 0 0,1-1 1 0 0,-1 0-1 0 0,1 1 1 0 0,-1-1-1 0 0,1 1 1 0 0,-1-1-1 0 0,0 1 1 0 0,1-1 0 0 0,-1 1-1 0 0,0-1 1 0 0,0 1-1 0 0,1-1 1 0 0,-1 1-1 0 0,0-1 1 0 0,0 1-1 0 0,0-1 1 0 0,0 1-1 0 0,0 0 1 0 0,0-1 0 0 0,0 1-1 0 0,0-1 1 0 0,0 1-1 0 0,0-1 1 0 0,0 1-1 0 0,0 0 1 0 0,0-1-1 0 0,0 1 1 0 0,0-1 0 0 0,-1 1-1 0 0,1-1 1 0 0,0 1 173 0 0,14-15-1458 0 0</inkml:trace>
  <inkml:trace contextRef="#ctx0" brushRef="#br0" timeOffset="2867.603">2039 21 1184 0 0,'5'24'8478'0'0,"-15"16"-5580"0"0,10-39-2782 0 0,-23 59 1802 0 0,-2-2 0 0 0,-3-1-1 0 0,-18 28-1917 0 0,-46 58-117 0 0,60-114-3244 0 0,32-29 2381 0 0,0 0-601 0 0,-1-3-129 0 0,23-82-5158 0 0,-11 60 5496 0 0</inkml:trace>
  <inkml:trace contextRef="#ctx0" brushRef="#br0" timeOffset="3148.368">2009 53 1976 0 0,'0'-2'264'0'0,"1"1"1"0"0,0-1-1 0 0,0 1 0 0 0,0-1 0 0 0,0 1 0 0 0,0-1 1 0 0,0 1-1 0 0,1 0 0 0 0,-1 0 0 0 0,0-1 0 0 0,1 1 1 0 0,-1 0-1 0 0,1 0 0 0 0,-1 0 0 0 0,1 1 0 0 0,0-1 1 0 0,-1 0-1 0 0,1 0 0 0 0,0 1 0 0 0,-1-1 0 0 0,1 1 0 0 0,0 0 1 0 0,0-1-1 0 0,-1 1 0 0 0,1 0 0 0 0,0 0 0 0 0,0 0 1 0 0,0 0-1 0 0,-1 1 0 0 0,1-1 0 0 0,0 0 0 0 0,0 1 1 0 0,-1-1-1 0 0,1 1 0 0 0,0 0-264 0 0,11 14 456 0 0,0 2 0 0 0,-1-1 0 0 0,-1 2 0 0 0,-1-1 0 0 0,0 2 0 0 0,-1-1 0 0 0,-1 1 0 0 0,-1 1-1 0 0,0-1 1 0 0,-2 1 0 0 0,0 0 0 0 0,-1 0 0 0 0,0 16-456 0 0,17 169 1465 0 0,-20-117-5104 0 0,-14-71 859 0 0,2-19-3476 0 0,-1-13 4312 0 0,12 14 1806 0 0,-10-19-1464 0 0</inkml:trace>
  <inkml:trace contextRef="#ctx0" brushRef="#br0" timeOffset="3149.368">1937 359 2580 0 0,'0'-1'258'0'0,"0"1"0"0"0,1 0 0 0 0,-1-1 0 0 0,0 1 0 0 0,1 0 0 0 0,-1 0 0 0 0,0-1 0 0 0,1 1 0 0 0,-1-1 0 0 0,0 1 0 0 0,0 0 0 0 0,0-1 0 0 0,1 1 0 0 0,-1-1 0 0 0,0 1 0 0 0,0 0-1 0 0,0-1 1 0 0,0 1 0 0 0,0-1 0 0 0,0 1 0 0 0,1-1 0 0 0,-1 1 0 0 0,0-1 0 0 0,0 1 0 0 0,-1 0 0 0 0,1-1 0 0 0,0 1 0 0 0,0-1 0 0 0,0 1 0 0 0,0-1 0 0 0,0 1 0 0 0,0-1 0 0 0,-1 1 0 0 0,1 0 0 0 0,0-1 0 0 0,0 1 0 0 0,0 0 0 0 0,-1-1 0 0 0,1 1-1 0 0,0-1 1 0 0,-1 1 0 0 0,1 0 0 0 0,0 0 0 0 0,-1-1 0 0 0,1 1 0 0 0,0 0 0 0 0,-1 0 0 0 0,1-1 0 0 0,-1 1-258 0 0,120 2 3698 0 0,-88-2-4000 0 0,29 0-3502 0 0,-20 0-7860 0 0,-39 0 10120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06.666"/>
    </inkml:context>
    <inkml:brush xml:id="br0">
      <inkml:brushProperty name="width" value="0.05" units="cm"/>
      <inkml:brushProperty name="height" value="0.05" units="cm"/>
      <inkml:brushProperty name="color" value="#FFFFFF"/>
    </inkml:brush>
  </inkml:definitions>
  <inkml:trace contextRef="#ctx0" brushRef="#br0">8 495 2492 0 0,'0'0'1451'0'0,"0"0"-177"0"0,0 0-7 0 0,-4 0-175 0 0,5 0-945 0 0,-1 0 1 0 0,0-1-1 0 0,0 1 1 0 0,0 0-1 0 0,0 0 0 0 0,0-1 1 0 0,0 1-1 0 0,0 0 0 0 0,0 0 1 0 0,0-1-1 0 0,1 1 1 0 0,-1 0-1 0 0,0 0 0 0 0,0-1 1 0 0,0 1-1 0 0,-1 0 1 0 0,1-1-1 0 0,0 1 0 0 0,0 0 1 0 0,0 0-1 0 0,0-1 0 0 0,0 1 1 0 0,0 0-1 0 0,0 0 1 0 0,0-1-1 0 0,0 1 0 0 0,-1 0 1 0 0,1 0-1 0 0,0 0 0 0 0,0-1 1 0 0,0 1-1 0 0,0 0 1 0 0,-1 0-1 0 0,1 0 0 0 0,0-1 1 0 0,0 1-1 0 0,-1 0 1 0 0,1 0-1 0 0,0 0 0 0 0,0 0 1 0 0,-1 0-1 0 0,1 0 0 0 0,0 0 1 0 0,0-1-1 0 0,-1 1 1 0 0,1 0-148 0 0,19-7 3927 0 0,-7 6-5035 0 0,267 1 5630 0 0,181-4-2213 0 0,-178 3-2059 0 0,-239 20-2473 0 0,-66-19-9076 0 0,-17-33 4487 0 0,23 21 5186 0 0</inkml:trace>
  <inkml:trace contextRef="#ctx0" brushRef="#br0" timeOffset="265.025">939 358 2604 0 0,'9'-3'5673'0'0,"19"16"-1927"0"0,128 76 2655 0 0,-131-66-3901 0 0,-25-22-2305 0 0,0-1-81 0 0,-3 3-84 0 0,-11 13-495 0 0,-1-2 1 0 0,-1 0 0 0 0,0 0 0 0 0,0-2 0 0 0,-1 0 0 0 0,-1-1 0 0 0,-2 1 464 0 0,1-2-1319 0 0,0-1 0 0 0,-1 0 1 0 0,0-2-1 0 0,0 0 0 0 0,-1-1 0 0 0,1-1 1 0 0,-1-1-1 0 0,0-1 0 0 0,-21 0 1319 0 0,-16-7-2899 0 0,2-15 1457 0 0</inkml:trace>
  <inkml:trace contextRef="#ctx0" brushRef="#br0" timeOffset="1319.13">66 34 1836 0 0,'6'3'5952'0'0,"20"10"-3286"0"0,43 27 299 0 0,-68-38-2939 0 0,0 0 1 0 0,0 0-1 0 0,-1 0 1 0 0,1 0 0 0 0,0 0-1 0 0,-1 0 1 0 0,1 0-1 0 0,-1 0 1 0 0,0 1 0 0 0,1-1-1 0 0,-1 0 1 0 0,0 0-1 0 0,0 0 1 0 0,-1 0 0 0 0,1 1-1 0 0,0-1 1 0 0,-1 0-1 0 0,1 0 1 0 0,-1 0 0 0 0,0 0-1 0 0,0 0 1 0 0,0 0-1 0 0,0 0 1 0 0,0 0 0 0 0,0 0-1 0 0,0-1 1 0 0,0 1-1 0 0,-1 0 1 0 0,1-1 0 0 0,-1 1-1 0 0,0-1 1 0 0,1 1-1 0 0,-1-1 1 0 0,0 0 0 0 0,0 0-1 0 0,1 0 1 0 0,-1 0 0 0 0,0 0-1 0 0,0 0 1 0 0,-2 0-27 0 0,-5 9 163 0 0,-37 34-296 0 0,81-42-583 0 0,-18-4 261 0 0,-1-1 0 0 0,0-1-1 0 0,0 0 1 0 0,-1-1 0 0 0,1-1-1 0 0,-1-1 1 0 0,0 0 0 0 0,-1-1 0 0 0,12-8 455 0 0,5-30-2079 0 0,-31 45 2235 0 0,0 1-27 0 0,0 0 72 0 0,0 0 42 0 0,0 0 30 0 0,0 0-28 0 0,0 0 15 0 0,-7-9 613 0 0,4 78 1490 0 0,3-68-2224 0 0,2 3-7 0 0,0-1-75 0 0,0 0-1 0 0,0 0 1 0 0,1 0-1 0 0,-1 0 1 0 0,1-1-1 0 0,-1 1 1 0 0,1-1-1 0 0,0 1 1 0 0,0-1-1 0 0,0 0 1 0 0,0 0-1 0 0,0 0 1 0 0,1-1-1 0 0,-1 1 1 0 0,1-1 0 0 0,-1 0-1 0 0,1 1 1 0 0,1-1-57 0 0,-4-1 111 0 0,15-3 122 0 0,-10 2-206 0 0,-1-1 0 0 0,0-1 1 0 0,1 1-1 0 0,-1 0 0 0 0,0-1 0 0 0,0 0 0 0 0,0-1 0 0 0,-1 1 0 0 0,1-1 0 0 0,-1 0 0 0 0,0 0 0 0 0,0 0 1 0 0,0 0-1 0 0,0-1 0 0 0,-1 1 0 0 0,0-1 0 0 0,2-3-27 0 0,-4 6 10 0 0,0 0-1 0 0,-1 1 1 0 0,1-1-1 0 0,-1 0 1 0 0,1 0 0 0 0,-1 1-1 0 0,0-1 1 0 0,1 0 0 0 0,-1 0-1 0 0,0 0 1 0 0,0 1-1 0 0,0-1 1 0 0,0 0 0 0 0,-1 0-1 0 0,1 0 1 0 0,0 1 0 0 0,-1-1-1 0 0,0 0 1 0 0,1 0-1 0 0,-1 1 1 0 0,0-1 0 0 0,0 0-1 0 0,1 1 1 0 0,-1-1 0 0 0,-1 1-1 0 0,1-1 1 0 0,0 1-1 0 0,0 0 1 0 0,0-1 0 0 0,-1 1-1 0 0,1 0 1 0 0,-1 0 0 0 0,1 0-1 0 0,-1 0 1 0 0,1 0-1 0 0,-1 0 1 0 0,0 0 0 0 0,1 1-1 0 0,-1-1 1 0 0,0 1 0 0 0,1-1-1 0 0,-1 1 1 0 0,0-1-1 0 0,0 1 1 0 0,0 0 0 0 0,0 0-1 0 0,1 0 1 0 0,-1 0 0 0 0,0 0-1 0 0,0 1 1 0 0,0-1-1 0 0,1 0 1 0 0,-2 1-10 0 0,-45 0-2792 0 0,27 11 822 0 0,20-10-5434 0 0,6-2 5906 0 0</inkml:trace>
  <inkml:trace contextRef="#ctx0" brushRef="#br0" timeOffset="1647.176">516 12 1552 0 0,'73'33'11102'0'0,"-47"9"-8221"0"0,-27-32-2795 0 0,0 1-1 0 0,0-1 1 0 0,0 0 0 0 0,-2 1 0 0 0,1-1 0 0 0,-1 0-1 0 0,-1 0 1 0 0,0-1 0 0 0,0 1 0 0 0,-1-1 0 0 0,0 1-1 0 0,0-2 1 0 0,-7 9-86 0 0,-17 35 384 0 0,28-51-388 0 0,1-1 0 0 0,0 1 0 0 0,0 0 0 0 0,0-1 0 0 0,0 1 0 0 0,0-1 0 0 0,0 1 0 0 0,0 0 0 0 0,0-1 0 0 0,1 1-1 0 0,-1-1 1 0 0,0 1 0 0 0,0-1 0 0 0,0 1 0 0 0,1-1 0 0 0,-1 1 0 0 0,0-1 0 0 0,1 1 0 0 0,-1-1 0 0 0,0 1 0 0 0,1-1 0 0 0,-1 1 0 0 0,0-1 0 0 0,1 1 0 0 0,-1-1-1 0 0,1 0 1 0 0,-1 1 0 0 0,1-1 0 0 0,-1 0 0 0 0,1 0 0 0 0,-1 1 0 0 0,1-1 0 0 0,0 0 0 0 0,-1 0 0 0 0,1 0 0 0 0,-1 1 0 0 0,1-1 0 0 0,-1 0 0 0 0,1 0 0 0 0,0 0 0 0 0,-1 0-1 0 0,1 0 1 0 0,-1 0 0 0 0,1 0 0 0 0,-1-1 0 0 0,1 1 0 0 0,0 0 0 0 0,-1 0 0 0 0,1 0 0 0 0,-1 0 0 0 0,1-1 0 0 0,-1 1 0 0 0,1 0 0 0 0,-1-1 0 0 0,1 1 0 0 0,-1 0-1 0 0,1-1 1 0 0,-1 1 0 0 0,1-1 4 0 0,47-11-403 0 0,-41 10 318 0 0,47-4-3329 0 0,-53 6 2306 0 0,10-3-2050 0 0,12-20-1942 0 0,-20 17 3626 0 0</inkml:trace>
  <inkml:trace contextRef="#ctx0" brushRef="#br0" timeOffset="1973.02">772 7 1880 0 0,'-2'-6'4969'0'0,"2"6"-2230"0"0,-1 13 134 0 0,6 77 1889 0 0,-2-79-4591 0 0,0-1 0 0 0,1 0 1 0 0,0-1-1 0 0,0 1 1 0 0,1-1-1 0 0,0 1 0 0 0,1-2 1 0 0,0 1-1 0 0,1 0 0 0 0,-1-1 1 0 0,2-1-1 0 0,1 3-171 0 0,66 25 863 0 0,-27-34-2213 0 0,-25-21-1255 0 0,-17-34-9604 0 0,-6 52 10767 0 0,0 2-50 0 0</inkml:trace>
  <inkml:trace contextRef="#ctx0" brushRef="#br0" timeOffset="2241.34">904 116 1868 0 0,'-37'65'7029'0'0,"-6"39"-4704"0"0,20-45-2398 0 0,-1 1-2335 0 0,13-18-2829 0 0,10-33 3849 0 0</inkml:trace>
  <inkml:trace contextRef="#ctx0" brushRef="#br0" timeOffset="2808.305">1318 267 2552 0 0,'-3'32'6036'0'0,"-10"14"-4375"0"0,3-12-638 0 0,-81 288 3540 0 0,71-240-4675 0 0,18-83-2556 0 0,3-27 2077 0 0,28-118-6653 0 0,-19 116 5697 0 0,0-1-6 0 0</inkml:trace>
  <inkml:trace contextRef="#ctx0" brushRef="#br0" timeOffset="3130.944">1306 338 1636 0 0,'0'1'109'0'0,"0"-1"0"0"0,0 0-1 0 0,1 1 1 0 0,-1-1 0 0 0,0 1 0 0 0,1-1 0 0 0,-1 0-1 0 0,0 1 1 0 0,1-1 0 0 0,-1 0 0 0 0,1 0-1 0 0,-1 1 1 0 0,0-1 0 0 0,1 0 0 0 0,-1 0-1 0 0,1 0 1 0 0,-1 1 0 0 0,1-1 0 0 0,-1 0 0 0 0,1 0-1 0 0,-1 0 1 0 0,1 0 0 0 0,-1 0 0 0 0,1 0-1 0 0,-1 0 1 0 0,1 0 0 0 0,-1 0 0 0 0,1 0 0 0 0,-1 0-1 0 0,1 0 1 0 0,-1 0 0 0 0,0-1 0 0 0,1 1-1 0 0,-1 0 1 0 0,1 0 0 0 0,-1 0 0 0 0,1-1-1 0 0,-1 1 1 0 0,0 0 0 0 0,1-1 0 0 0,-1 1 0 0 0,0 0-1 0 0,1-1 1 0 0,-1 1 0 0 0,0 0 0 0 0,1-1-1 0 0,-1 1 1 0 0,0-1 0 0 0,0 1 0 0 0,1 0 0 0 0,-1-1-1 0 0,0 1 1 0 0,0-1 0 0 0,0 1 0 0 0,0-1-1 0 0,1 1 1 0 0,-1-1 0 0 0,0 1 0 0 0,0-1-1 0 0,0 1 1 0 0,0-1 0 0 0,0 1 0 0 0,0-1 0 0 0,0 1-1 0 0,-1-1 1 0 0,1 1 0 0 0,0 0 0 0 0,0-1-109 0 0,16 40 3084 0 0,-13-31-3288 0 0,85 303 5518 0 0,-58-238-3064 0 0,-22-78-1527 0 0,11-18-642 0 0,-2-1 1 0 0,0-1-1 0 0,-2 0 0 0 0,-1-1 1 0 0,-1-1-1 0 0,-1 0 0 0 0,-2-1 1 0 0,6-24-82 0 0,12-23-261 0 0,2-31-2005 0 0,-29 98 3023 0 0,-1-11-14879 0 0,0 18 12249 0 0,2 4 399 0 0</inkml:trace>
  <inkml:trace contextRef="#ctx0" brushRef="#br0" timeOffset="3605.102">1834 323 2340 0 0,'-7'16'5576'0'0,"2"-5"-4074"0"0,-5 17-303 0 0,2-1 0 0 0,1 1 0 0 0,1 1-1 0 0,1-1 1 0 0,2 1 0 0 0,0 26-1199 0 0,4-45 96 0 0,0-1-1 0 0,1 0 1 0 0,0 1-1 0 0,0-1 1 0 0,1 0 0 0 0,0 0-1 0 0,1 0 1 0 0,0-1 0 0 0,0 1-1 0 0,1-1 1 0 0,0 0 0 0 0,1 0-1 0 0,3 3-95 0 0,-4-8 38 0 0,-1 0 0 0 0,1 0 0 0 0,0-1-1 0 0,0 0 1 0 0,0 0 0 0 0,0 0 0 0 0,0-1-1 0 0,0 1 1 0 0,0-1 0 0 0,0 0 0 0 0,1-1-1 0 0,-1 1 1 0 0,0-1 0 0 0,1 0 0 0 0,-1-1-1 0 0,0 1 1 0 0,1-1 0 0 0,-1 0 0 0 0,0 0-1 0 0,0-1 1 0 0,0 0 0 0 0,0 0 0 0 0,0 0 0 0 0,0 0-1 0 0,0-1 1 0 0,-1 1 0 0 0,1-1 0 0 0,-1 0-1 0 0,0-1 1 0 0,3-2-38 0 0,10-7 4 0 0,-1 0-1 0 0,-1-1 1 0 0,-1 0-1 0 0,0-1 1 0 0,0-1 0 0 0,-2 0-1 0 0,0 0 1 0 0,-1-2-1 0 0,0 1 1 0 0,2-9-4 0 0,13-52-499 0 0,-25 74 339 0 0,0 0 0 0 0,-1-1 0 0 0,1 1 0 0 0,-1-1 1 0 0,0 1-1 0 0,0 0 0 0 0,-1-1 0 0 0,1 1 0 0 0,-1-1 0 0 0,0 1 0 0 0,0 0 0 0 0,0 0 0 0 0,-1-1 0 0 0,1 1 0 0 0,-1 0 0 0 0,0 0 0 0 0,-1 0 0 0 0,1 1 0 0 0,0-1 0 0 0,-3-2 160 0 0,-5-10-674 0 0,-18-28-2154 0 0,6 17-6055 0 0,22 25 7259 0 0</inkml:trace>
  <inkml:trace contextRef="#ctx0" brushRef="#br0" timeOffset="4180.294">2535 315 868 0 0,'-11'-23'9666'0'0,"-14"19"-6077"0"0,-25 21-2265 0 0,-60 46 783 0 0,62 3-977 0 0,48-64-1056 0 0,0 21-4 0 0,1-15-65 0 0,1 0 0 0 0,1 1 0 0 0,-1-1 0 0 0,1 0 0 0 0,1 0 0 0 0,-1 0 0 0 0,1-1 0 0 0,1 1 0 0 0,-1-1 0 0 0,1 0 0 0 0,1 0 0 0 0,-1-1 0 0 0,1 1 0 0 0,2 0-5 0 0,33 48 180 0 0,-41-51-141 0 0,0 0-1 0 0,1 0 0 0 0,-1 1 0 0 0,-1-1 0 0 0,1 0 1 0 0,-1 0-1 0 0,1 0 0 0 0,-1 0 0 0 0,-1 0 0 0 0,1 0 1 0 0,0 0-1 0 0,-1 0 0 0 0,0-1 0 0 0,0 1 0 0 0,0 0 1 0 0,0-1-1 0 0,-1 0 0 0 0,1 1 0 0 0,-1-1 0 0 0,0 0 0 0 0,0 0 1 0 0,0 0-1 0 0,0-1 0 0 0,0 1 0 0 0,-1-1 0 0 0,1 0 1 0 0,-1 0-1 0 0,1 0 0 0 0,-1 0 0 0 0,0-1 0 0 0,0 1 1 0 0,0-1-1 0 0,0 0 0 0 0,0 0 0 0 0,-2 0-38 0 0,2-1-195 0 0,1 0-1 0 0,-1 0 0 0 0,1 0 1 0 0,-1 0-1 0 0,1 0 0 0 0,0-1 1 0 0,-1 1-1 0 0,1-1 0 0 0,0 0 1 0 0,-1 0-1 0 0,1-1 0 0 0,0 1 0 0 0,0 0 1 0 0,0-1-1 0 0,0 0 0 0 0,0 0 1 0 0,0 0-1 0 0,1 0 0 0 0,-1 0 1 0 0,0-1-1 0 0,1 1 0 0 0,0-1 1 0 0,-1 0 195 0 0,-2-32-5251 0 0,12 15 868 0 0,10-4 3141 0 0,-6 10-3 0 0,4-5-309 0 0</inkml:trace>
  <inkml:trace contextRef="#ctx0" brushRef="#br0" timeOffset="4669.5">2737 296 2200 0 0,'-2'-8'2246'0'0,"-6"-5"4735"0"0,-2 29-5405 0 0,-119 222 2255 0 0,69-138-4640 0 0,49-87-1419 0 0,11-23-2202 0 0,12-26-225 0 0,0 12 3115 0 0,-2-2-112 0 0</inkml:trace>
  <inkml:trace contextRef="#ctx0" brushRef="#br0" timeOffset="4919.543">2725 228 1184 0 0,'11'11'3483'0'0,"17"28"-591"0"0,-5 14-1144 0 0,-3 0 0 0 0,-2 1 1 0 0,-3 1-1 0 0,8 50-1748 0 0,-10-17-743 0 0,-13-87 177 0 0,0-1 3 0 0,0 1 350 0 0,-1 0-1 0 0,1 0 0 0 0,0 0 0 0 0,0 0 0 0 0,-1 0 0 0 0,1 0 0 0 0,-1 0 0 0 0,1 0 0 0 0,-1 0 0 0 0,1 0 0 0 0,-1 0 1 0 0,0 0-1 0 0,0 0 0 0 0,1-1 0 0 0,-1 1 0 0 0,0 0 0 0 0,0 0 0 0 0,0-1 0 0 0,0 1 0 0 0,1-1 0 0 0,-1 1 0 0 0,0-1 0 0 0,0 1 1 0 0,0-1-1 0 0,0 0 0 0 0,0 1 0 0 0,0-1 0 0 0,-1 0 0 0 0,1 0 0 0 0,0 0 0 0 0,0 0 0 0 0,0 1 0 0 0,0-2 0 0 0,0 1 1 0 0,0 0-1 0 0,0 0 0 0 0,0 0 0 0 0,0 0 0 0 0,0-1 0 0 0,0 1 0 0 0,0 0 0 0 0,0-1 0 0 0,0 1 0 0 0,-1-1 214 0 0,-3-1-1400 0 0</inkml:trace>
  <inkml:trace contextRef="#ctx0" brushRef="#br0" timeOffset="5180.566">2675 523 1412 0 0,'-10'-20'7300'0'0,"29"11"-3541"0"0,37 5-1274 0 0,-52 4-2226 0 0,4 0-318 0 0,50 0-25 0 0,-21 0-4362 0 0,0-13-3301 0 0,-32 11 6448 0 0</inkml:trace>
  <inkml:trace contextRef="#ctx0" brushRef="#br0" timeOffset="5401.602">3036 353 2412 0 0,'11'30'9614'0'0,"-24"28"-6110"0"0,9-44-3039 0 0,-71 184 2809 0 0,73-193-2799 0 0,-7 10-2826 0 0,6-26-277 0 0,30-92-3528 0 0,2 26 1347 0 0,-19 56 3317 0 0</inkml:trace>
  <inkml:trace contextRef="#ctx0" brushRef="#br0" timeOffset="5676.986">3036 415 1004 0 0,'41'-63'6742'0'0,"-39"63"-6498"0"0,0 0-1 0 0,1 1 1 0 0,-1 0-1 0 0,0-1 1 0 0,0 1-1 0 0,0 0 1 0 0,0 0-1 0 0,0 0 1 0 0,0 0 0 0 0,0 1-1 0 0,-1-1 1 0 0,1 0-1 0 0,0 1 1 0 0,-1-1-1 0 0,1 1 1 0 0,-1 0-1 0 0,1-1 1 0 0,-1 1-1 0 0,0 0 1 0 0,0 0 0 0 0,1 2-244 0 0,65 156 4328 0 0,-34-64-2368 0 0,-2-9 780 0 0,-24-86-1676 0 0,4-16-1082 0 0,-2 0 0 0 0,1 0 0 0 0,-2-1 0 0 0,0 0-1 0 0,-1-1 1 0 0,-1 0 0 0 0,0 0 0 0 0,-1 0 0 0 0,-1 0-1 0 0,-1-1 1 0 0,1-7 18 0 0,17-64-2181 0 0,-17 24-9443 0 0,-5 49 7065 0 0,1 14 3138 0 0,0 2 41 0 0</inkml:trace>
  <inkml:trace contextRef="#ctx0" brushRef="#br0" timeOffset="6267.696">3476 403 2584 0 0,'-8'-8'2690'0'0,"8"8"-2532"0"0,1 0 0 0 0,-1 0 1 0 0,1 0-1 0 0,-1 0 0 0 0,0 0 0 0 0,1 0 1 0 0,-1 0-1 0 0,1 0 0 0 0,-1 0 1 0 0,0 0-1 0 0,1 0 0 0 0,-1 0 0 0 0,1 0 1 0 0,-1-1-1 0 0,0 1 0 0 0,1 0 1 0 0,-1 0-1 0 0,0 0 0 0 0,1-1 0 0 0,-1 1 1 0 0,0 0-1 0 0,1-1 0 0 0,-1 1 1 0 0,0 0-1 0 0,0-1 0 0 0,1 1 1 0 0,-1 0-1 0 0,0-1 0 0 0,0 1 0 0 0,0 0 1 0 0,1-1-1 0 0,-1 1 0 0 0,0 0 1 0 0,0-1-1 0 0,0 1 0 0 0,0-1 0 0 0,0 1 1 0 0,0-1-1 0 0,0 1 0 0 0,0 0 1 0 0,0-1-1 0 0,0 1 0 0 0,0-1 1 0 0,0 1-1 0 0,0 0 0 0 0,0-1 0 0 0,0 1 1 0 0,0-1-1 0 0,-1 1 0 0 0,1 0 1 0 0,0-1-1 0 0,0 1 0 0 0,0 0 0 0 0,-1-1 1 0 0,1 1-1 0 0,0 0 0 0 0,-1-1 1 0 0,1 1-1 0 0,0 0 0 0 0,0 0 1 0 0,-1-1-1 0 0,1 1 0 0 0,0 0 0 0 0,-1 0 1 0 0,1-1-1 0 0,-1 1 0 0 0,1 0 1 0 0,0 0-1 0 0,-1 0 0 0 0,1 0-158 0 0,149-38 3888 0 0,-19 17-2218 0 0,-71 22-4768 0 0,-59-1 2992 0 0,-1-1 0 0 0,1 1 0 0 0,-1 0 0 0 0,1 0 0 0 0,-1 0 0 0 0,1 0 0 0 0,-1 0 0 0 0,1 0 0 0 0,0 0 0 0 0,-1 0 0 0 0,1 0 0 0 0,-1 0 0 0 0,1 0 0 0 0,-1 0 0 0 0,1 0 0 0 0,-1 0 0 0 0,1 0 0 0 0,0 1 0 0 0,-1-1 0 0 0,1 0 0 0 0,-1 0 0 0 0,1 0 0 0 0,0 1 0 0 0,-1-1 0 0 0,1 0 0 0 0,-1 1 0 0 0,1-1-1 0 0,0 0 1 0 0,0 1 0 0 0,-1-1 0 0 0,1 0 0 0 0,0 1 0 0 0,-1-1 0 0 0,1 0 0 0 0,0 1 0 0 0,0-1 0 0 0,0 1 0 0 0,0-1 0 0 0,-1 1 0 0 0,1-1 0 0 0,0 1 0 0 0,0-1 0 0 0,0 0 0 0 0,0 1 0 0 0,0-1 0 0 0,0 1 0 0 0,0-1 0 0 0,0 1 0 0 0,0-1 0 0 0,0 1 0 0 0,0-1 0 0 0,1 1 0 0 0,-1-1 0 0 0,0 0 0 0 0,0 1 0 0 0,0-1 0 0 0,0 1 0 0 0,1-1-1 0 0,-1 0 1 0 0,0 1 0 0 0,1-1 0 0 0,-1 0 0 0 0,0 1 0 0 0,0-1 0 0 0,1 0 0 0 0,-1 1 0 0 0,1-1 0 0 0,-1 0 0 0 0,0 0 0 0 0,1 1 106 0 0,-42 20-5473 0 0,16-16 2374 0 0,16-3 1519 0 0</inkml:trace>
  <inkml:trace contextRef="#ctx0" brushRef="#br0" timeOffset="6518.7">3672 367 1332 0 0,'-28'27'6833'0'0,"11"37"-4438"0"0,16-60-2113 0 0,-35 237 2903 0 0,35-226-3495 0 0,1-15 99 0 0,-1 1 0 0 0,1-1-1 0 0,0 1 1 0 0,0-1 0 0 0,0 1 0 0 0,-1 0 0 0 0,1-1 0 0 0,0 1-1 0 0,0 0 1 0 0,0-1 0 0 0,0 1 0 0 0,0 0 0 0 0,0-1-1 0 0,0 1 1 0 0,0-1 0 0 0,0 1 0 0 0,0 0 0 0 0,1-1-1 0 0,-1 1 1 0 0,0 0 0 0 0,0-1 0 0 0,1 1 0 0 0,-1-1-1 0 0,0 1 1 0 0,1-1 0 0 0,-1 1 0 0 0,0-1 0 0 0,1 1-1 0 0,-1-1 1 0 0,1 1 0 0 0,-1-1 0 0 0,1 1 0 0 0,-1-1 0 0 0,1 1-1 0 0,-1-1 1 0 0,1 0 0 0 0,-1 0 0 0 0,1 1 0 0 0,-1-1-1 0 0,1 0 1 0 0,0 0 0 0 0,-1 1 0 0 0,1-1 0 0 0,0 0-1 0 0,-1 0 1 0 0,1 0 0 0 0,0 0 0 0 0,-1 0 0 0 0,1 0-1 0 0,-1 0 1 0 0,1 0 211 0 0,6-4-1334 0 0</inkml:trace>
  <inkml:trace contextRef="#ctx0" brushRef="#br0" timeOffset="6739.19">3998 268 1664 0 0,'7'1'5484'0'0,"-3"21"-1892"0"0,-9 6-2593 0 0,-2-1 0 0 0,-1 0 1 0 0,-1 0-1 0 0,-1-1 0 0 0,-1 0 0 0 0,-6 7-999 0 0,-103 186 1723 0 0,101-195-3924 0 0,18-24 1580 0 0,3-19-1389 0 0,4-9 236 0 0,0 1 0 0 0,2 1-1 0 0,1-1 1 0 0,1 1 0 0 0,1 1 0 0 0,9-15 1774 0 0,-6 12-1337 0 0</inkml:trace>
  <inkml:trace contextRef="#ctx0" brushRef="#br0" timeOffset="7020.782">4011 285 1332 0 0,'43'-2'8241'0'0,"-28"19"-7149"0"0,2 13-246 0 0,-2 2 0 0 0,-2-1 0 0 0,0 2 0 0 0,-2 0 0 0 0,-2 0 0 0 0,-1 1 0 0 0,-2 0 0 0 0,-1 0 0 0 0,0 26-846 0 0,-4-27-420 0 0,-1-31-40 0 0,0 9-1382 0 0,-18 17-2876 0 0,-5-28-2269 0 0,16-4 5519 0 0</inkml:trace>
  <inkml:trace contextRef="#ctx0" brushRef="#br0" timeOffset="7285.807">4020 634 840 0 0,'-2'-1'490'0'0,"0"1"0"0"0,0-1 0 0 0,1 0 0 0 0,-1 0 0 0 0,0 0 0 0 0,1 0-1 0 0,-1 0 1 0 0,1-1 0 0 0,-1 1 0 0 0,1 0 0 0 0,0-1 0 0 0,0 1 0 0 0,-1-1 0 0 0,1 1 0 0 0,0-1 0 0 0,0 0-1 0 0,0 1 1 0 0,1-1 0 0 0,-1 0 0 0 0,0 0 0 0 0,1 1 0 0 0,-1-1 0 0 0,1 0 0 0 0,-1 0 0 0 0,1 0 0 0 0,0-1-490 0 0,21-13 2566 0 0,44 0-972 0 0,-17 6-4742 0 0,-37 6 1201 0 0,11-9-8086 0 0,-17 12 8459 0 0</inkml:trace>
  <inkml:trace contextRef="#ctx0" brushRef="#br0" timeOffset="7537.837">4451 307 2448 0 0,'0'-4'6887'0'0,"0"13"-3566"0"0,1 31-1324 0 0,-30 126 1927 0 0,-32 8-2515 0 0,58-162-1606 0 0,-3 5-1418 0 0,6-25-1487 0 0,21-52-1129 0 0,24-72-3710 0 0,-37 100 6357 0 0</inkml:trace>
  <inkml:trace contextRef="#ctx0" brushRef="#br0" timeOffset="7922.588">4497 322 1172 0 0,'3'-8'624'0'0,"-2"3"-213"0"0,-1 0 1 0 0,1 0-1 0 0,1 1 0 0 0,-1-1 0 0 0,1 0 0 0 0,0 1 0 0 0,0-1 0 0 0,0 1 0 0 0,1-1 0 0 0,-1 1 1 0 0,1 0-1 0 0,0 0 0 0 0,0 0 0 0 0,1 1 0 0 0,-1-1 0 0 0,1 1 0 0 0,-1 0 0 0 0,1 0 0 0 0,0 0 1 0 0,1 0-1 0 0,-1 1 0 0 0,0-1 0 0 0,1 1 0 0 0,1 0-411 0 0,34 9 5392 0 0,30 63-2703 0 0,-68-64-2588 0 0,-1-1 0 0 0,1 0 0 0 0,-1 0 1 0 0,0 1-1 0 0,0-1 0 0 0,0 1 0 0 0,-1-1 0 0 0,0 1 1 0 0,0-1-1 0 0,0 0 0 0 0,-1 1 0 0 0,0-1 1 0 0,0 1-1 0 0,0-1 0 0 0,-1 0 0 0 0,1 1 0 0 0,-1-1 1 0 0,-1 0-1 0 0,1 0 0 0 0,-2 1-101 0 0,0 4-51 0 0,-1 1 1 0 0,-1-1-1 0 0,0 0 1 0 0,0-1-1 0 0,-1 1 0 0 0,0-1 1 0 0,-1-1-1 0 0,0 1 1 0 0,0-1-1 0 0,-1-1 0 0 0,0 1 1 0 0,0-1-1 0 0,-1-1 1 0 0,0 0-1 0 0,0 0 1 0 0,0-1-1 0 0,-3 0 51 0 0,-26-2-147 0 0,37-3 129 0 0,0 1 39 0 0,-6-1-67 0 0,-5-2 460 0 0,13 2-396 0 0,0-1-1 0 0,1 1 1 0 0,-1 0 0 0 0,0 0 0 0 0,1 0 0 0 0,-1 0-1 0 0,0 0 1 0 0,1-1 0 0 0,-1 1 0 0 0,0 0-1 0 0,0 0 1 0 0,1 0 0 0 0,-1-1 0 0 0,0 1-1 0 0,0 0 1 0 0,1 0 0 0 0,-1-1 0 0 0,0 1-1 0 0,0 0 1 0 0,0-1 0 0 0,0 1 0 0 0,0 0 0 0 0,1 0-1 0 0,-1-1 1 0 0,0 1 0 0 0,0 0 0 0 0,0-1-1 0 0,0 1 1 0 0,0 0 0 0 0,0-1 0 0 0,0 1-1 0 0,0 0 1 0 0,0-1 0 0 0,0 1-18 0 0,41 12 471 0 0,69 53-816 0 0,-72-22-6450 0 0,-27-39 1351 0 0,-6-3-1390 0 0,-5-1 5217 0 0</inkml:trace>
  <inkml:trace contextRef="#ctx0" brushRef="#br0" timeOffset="8483.953">4923 301 848 0 0,'9'-4'3929'0'0,"4"3"3769"0"0,-14 20-5310 0 0,-10 18-1382 0 0,-1-1 0 0 0,-3 0 1 0 0,-1-1-1 0 0,-1-1 1 0 0,-6 7-1007 0 0,-32 65 1037 0 0,10-8-752 0 0,35-84-2800 0 0,18-44-354 0 0,104-242-7688 0 0,-13 88 12745 0 0,-61 139-438 0 0,-4 28 931 0 0,-32 17-1999 0 0,-2 0 2 0 0,3 3-82 0 0,6 8-239 0 0,-1 2 0 0 0,-1-1-1 0 0,1 1 1 0 0,-2 0 0 0 0,0 0-1 0 0,-1 1 1 0 0,0 0 0 0 0,-1 0-1 0 0,0 0 1 0 0,-1 0 0 0 0,-1 1-1 0 0,1 13-362 0 0,-2-23 85 0 0,15 296 2727 0 0,-16-269-2861 0 0,-14 23-674 0 0,-4-23-3408 0 0,17-32 3818 0 0,0 1 0 0 0,0-1 0 0 0,0 0 0 0 0,0 0 0 0 0,0 1 0 0 0,0-1-1 0 0,-1 0 1 0 0,1 0 0 0 0,0 0 0 0 0,0 0 0 0 0,0 0 0 0 0,0 0-1 0 0,0 0 1 0 0,0 0 0 0 0,0-1 0 0 0,0 1 0 0 0,0 0 0 0 0,0-1 0 0 0,0 1-1 0 0,0-1 1 0 0,0 1 0 0 0,0-1 0 0 0,0 1 0 0 0,0-1 0 0 0,1 0 0 0 0,-1 1-1 0 0,0-1 1 0 0,0 0 0 0 0,1 0 0 0 0,-1 1 0 0 0,0-1 0 0 0,1 0-1 0 0,-1 0 1 0 0,1 0 0 0 0,-1 0 0 0 0,1 0 0 0 0,-1-1 313 0 0,-3-2-1284 0 0,-8-8-195 0 0</inkml:trace>
  <inkml:trace contextRef="#ctx0" brushRef="#br0" timeOffset="8732.979">4866 659 1088 0 0,'-39'-26'11484'0'0,"47"20"-7514"0"0,14-2-2512 0 0,-18 7-960 0 0,112-38 648 0 0,-107 33-3736 0 0,-16 2-5424 0 0,-12 3 1574 0 0,8 3 6648 0 0,-10 3-1660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08.485"/>
    </inkml:context>
    <inkml:brush xml:id="br0">
      <inkml:brushProperty name="width" value="0.05" units="cm"/>
      <inkml:brushProperty name="height" value="0.05" units="cm"/>
      <inkml:brushProperty name="color" value="#FFFFFF"/>
    </inkml:brush>
  </inkml:definitions>
  <inkml:trace contextRef="#ctx0" brushRef="#br0">405 1 848 0 0,'0'0'1486'0'0,"0"0"-159"0"0,0 0-87 0 0,0 0-106 0 0,0 0-133 0 0,-4 0-113 0 0,-1 2-682 0 0,-1 1-1 0 0,1-1 1 0 0,0 1-1 0 0,0 0 1 0 0,0 1-1 0 0,0-1 1 0 0,1 1-1 0 0,-1 0 1 0 0,1 0-1 0 0,0 0 1 0 0,0 1-1 0 0,1 0 1 0 0,-1-1-1 0 0,1 1 1 0 0,0 0-1 0 0,-1 4-205 0 0,-10 10 452 0 0,-28 48 167 0 0,3 2-1 0 0,3 1 0 0 0,3 1 0 0 0,3 2 0 0 0,4 2 0 0 0,2 0 0 0 0,4 1 0 0 0,4 2 1 0 0,-2 27-619 0 0,6-29 50 0 0,3 1 1 0 0,4 0 0 0 0,3 20-51 0 0,19 45-179 0 0,-13-121 31 0 0,0-1-1 0 0,2 0 1 0 0,1 0 0 0 0,0 0 0 0 0,1 0-1 0 0,1-1 1 0 0,1-1 0 0 0,1 0 0 0 0,1 0 0 0 0,0-1-1 0 0,1 0 1 0 0,1-1 0 0 0,0-1 0 0 0,1 0-1 0 0,1-1 1 0 0,0-1 0 0 0,1 0 0 0 0,0-1-1 0 0,1-1 1 0 0,0-1 0 0 0,6 2 148 0 0,-5-3-319 0 0,123 47-6165 0 0,-87-39 1891 0 0,-39-9 3065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09.872"/>
    </inkml:context>
    <inkml:brush xml:id="br0">
      <inkml:brushProperty name="width" value="0.05" units="cm"/>
      <inkml:brushProperty name="height" value="0.05" units="cm"/>
      <inkml:brushProperty name="color" value="#FFFFFF"/>
    </inkml:brush>
  </inkml:definitions>
  <inkml:trace contextRef="#ctx0" brushRef="#br0">195 78 1260 0 0,'0'0'1905'0'0,"0"0"-340"0"0,0 0-196 0 0,-4 0 59 0 0,-9 0-136 0 0,10 0-141 0 0,3 0-119 0 0,0 0-113 0 0,0 0-92 0 0,0 0-59 0 0,0 0-15 0 0,0 0 31 0 0,0 0-80 0 0,0 0-35 0 0,1-3-49 0 0,-1 1-572 0 0,1 1 0 0 0,-1 0 0 0 0,1 1-1 0 0,0-1 1 0 0,-1 0 0 0 0,1 0 0 0 0,0 0 0 0 0,0 0-1 0 0,0 0 1 0 0,-1 1 0 0 0,1-1 0 0 0,0 0 0 0 0,0 1-1 0 0,0-1 1 0 0,0 1 0 0 0,0-1 0 0 0,0 1 0 0 0,1-1-1 0 0,-1 1 1 0 0,0 0 0 0 0,0 0 0 0 0,0-1-1 0 0,0 1 1 0 0,0 0 0 0 0,1 0 0 0 0,-1 0 0 0 0,0 0-1 0 0,0 0 1 0 0,0 1 0 0 0,0-1 0 0 0,0 0 0 0 0,0 0-1 0 0,1 1 1 0 0,-1-1-48 0 0,9 1 112 0 0,163-18 2484 0 0,86-27-1059 0 0,-257 44-1518 0 0,0 0-35 0 0,7 3 8 0 0,-8-1-5 0 0,1-1 0 0 0,-1 1 0 0 0,0-1 0 0 0,-1 1 0 0 0,1 0 0 0 0,0-1 0 0 0,0 1 0 0 0,-1 0 0 0 0,1 0 0 0 0,-1-1 0 0 0,1 1 0 0 0,-1 0 0 0 0,0 0 0 0 0,0 0 0 0 0,0 0 0 0 0,0-1 0 0 0,0 1 0 0 0,0 0 0 0 0,-1 0 0 0 0,1 0 0 0 0,0 0 0 0 0,-1-1 0 0 0,1 1-1 0 0,-1 0 1 0 0,0 0 0 0 0,0-1 0 0 0,0 1 0 0 0,0-1 0 0 0,0 1 0 0 0,0-1 0 0 0,0 1 0 0 0,0-1 0 0 0,-1 1 13 0 0,-18 23-209 0 0,0 0-1 0 0,-2-2 0 0 0,0-1 1 0 0,-2-1-1 0 0,-1 0 0 0 0,-21 12 210 0 0,35-24-27 0 0,-239 159-456 0 0,107-79 817 0 0,66-49 423 0 0,77-40-728 0 0,-1 1 1 0 0,1-1-1 0 0,0 0 0 0 0,0 1 1 0 0,0-1-1 0 0,0 1 0 0 0,0-1 0 0 0,-1 1 1 0 0,1-1-1 0 0,0 1 0 0 0,0-1 1 0 0,0 1-1 0 0,0-1 0 0 0,1 1 1 0 0,-1-1-1 0 0,0 0 0 0 0,0 1 1 0 0,0-1-1 0 0,0 1 0 0 0,0-1 0 0 0,1 1 1 0 0,-1-1-1 0 0,0 0 0 0 0,0 1 1 0 0,0-1-1 0 0,1 1 0 0 0,-1-1 1 0 0,0 0-1 0 0,1 1 0 0 0,-1-1 0 0 0,0 0 1 0 0,1 1-1 0 0,-1-1 0 0 0,1 0 1 0 0,-1 0-1 0 0,0 1 0 0 0,1-1 1 0 0,-1 0-1 0 0,1 0 0 0 0,-1 0 1 0 0,1 0-1 0 0,-1 1 0 0 0,1-1 0 0 0,-1 0 1 0 0,0 0-1 0 0,1 0 0 0 0,-1 0 1 0 0,1 0-1 0 0,-1 0 0 0 0,1 0 1 0 0,-1 0-1 0 0,1-1-29 0 0,0 2-83 0 0,109 4 1405 0 0,215-5 392 0 0,-207-19-1551 0 0,-22-1-1129 0 0,-80 8-1512 0 0,-16 12 2254 0 0,0 0-1 0 0,0-1 1 0 0,1 1-1 0 0,-1-1 1 0 0,0 1 0 0 0,0 0-1 0 0,0-1 1 0 0,0 1-1 0 0,0-1 1 0 0,0 1 0 0 0,0 0-1 0 0,0-1 1 0 0,0 1-1 0 0,0-1 1 0 0,0 1 0 0 0,0-1-1 0 0,0 1 1 0 0,0 0-1 0 0,0-1 1 0 0,0 1 0 0 0,-1-1-1 0 0,1 1 1 0 0,0 0-1 0 0,0-1 1 0 0,0 1 0 0 0,-1-1-1 0 0,1 1 1 0 0,0 0-1 0 0,0-1 1 0 0,-1 1 0 0 0,1 0-1 0 0,0 0 1 0 0,-1-1-1 0 0,1 1 1 0 0,0 0 0 0 0,-1 0-1 0 0,1-1 1 0 0,-1 1-1 0 0,1 0 1 0 0,0 0 0 0 0,-1 0-1 0 0,1 0 1 0 0,-1 0-1 0 0,1-1 1 0 0,-1 1 0 0 0,1 0-1 0 0,0 0 1 0 0,-1 0-1 0 0,1 0 1 0 0,-1 0-1 0 0,1 0 1 0 0,-1 1 0 0 0,1-1-1 0 0,0 0 1 0 0,-1 0-1 0 0,1 0 1 0 0,-1 0 0 0 0,1 0-1 0 0,-1 1 225 0 0,-11-13-6652 0 0,10 5 5300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10.941"/>
    </inkml:context>
    <inkml:brush xml:id="br0">
      <inkml:brushProperty name="width" value="0.05" units="cm"/>
      <inkml:brushProperty name="height" value="0.05" units="cm"/>
      <inkml:brushProperty name="color" value="#FFFFFF"/>
    </inkml:brush>
  </inkml:definitions>
  <inkml:trace contextRef="#ctx0" brushRef="#br0">55 3 1404 0 0,'-1'-2'7951'0'0,"-2"10"-3497"0"0,-11 70-1471 0 0,4-21-2299 0 0,-17 177 1382 0 0,48-132-1706 0 0,-19-96-340 0 0,0-1-1 0 0,0 1 0 0 0,0-1 0 0 0,1 0 0 0 0,-1 0 0 0 0,1 0 0 0 0,0 0 0 0 0,1 0 0 0 0,-1-1 0 0 0,1 1 0 0 0,0-1 0 0 0,0 0 0 0 0,0 0 0 0 0,1-1 0 0 0,-1 1 0 0 0,1-1 0 0 0,0 0 0 0 0,0 0 0 0 0,0 0 0 0 0,1-1 0 0 0,-1 0 0 0 0,0 0 0 0 0,1 0 0 0 0,2 0-19 0 0,131 13 306 0 0,-64-48-258 0 0,-48 15-52 0 0,-1 1-25 0 0,-1-2 0 0 0,-1 0-1 0 0,-1-2 1 0 0,0-1 0 0 0,-2 0-1 0 0,0-2 1 0 0,-2 0 0 0 0,-1-1 0 0 0,0-2 29 0 0,-16 24-9 0 0,67-97 21 0 0,-47 17 48 0 0,-18 33-259 0 0,-4 48 199 0 0,-4-39 88 0 0,-17 62 146 0 0,-11 47-175 0 0,24-43-6 0 0,8-24-25 0 0,0 35 167 0 0,0-30 231 0 0,-4 29-4332 0 0,4-34 3674 0 0,-1-1-1 0 0,1 1 1 0 0,0 0 0 0 0,-1-1 0 0 0,1 1-1 0 0,-1-1 1 0 0,1 1 0 0 0,-1-1-1 0 0,1 1 1 0 0,-1-1 0 0 0,0 1-1 0 0,1-1 1 0 0,-1 0 0 0 0,1 1 0 0 0,-1-1-1 0 0,0 0 1 0 0,1 1 0 0 0,-1-1-1 0 0,0 0 1 0 0,0 0 0 0 0,1 0 0 0 0,-1 0-1 0 0,0 0 1 0 0,1 0 0 0 0,-1 0-1 0 0,0 0 1 0 0,0 0 0 0 0,1 0 0 0 0,-1 0-1 0 0,0 0 1 0 0,1 0 0 0 0,-1 0-1 0 0,0-1 1 0 0,0 1 0 0 0,1 0-1 0 0,-1-1 1 0 0,1 1 0 0 0,-1 0 0 0 0,0-1-1 0 0,1 1 1 0 0,-1-1 0 0 0,1 1-1 0 0,-1-1 1 0 0,1 1 0 0 0,-1-1 0 0 0,1 1-1 0 0,-1-1 233 0 0,-8-7-3335 0 0,3 5 1933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11.999"/>
    </inkml:context>
    <inkml:brush xml:id="br0">
      <inkml:brushProperty name="width" value="0.05" units="cm"/>
      <inkml:brushProperty name="height" value="0.05" units="cm"/>
      <inkml:brushProperty name="color" value="#FFFFFF"/>
    </inkml:brush>
  </inkml:definitions>
  <inkml:trace contextRef="#ctx0" brushRef="#br0">95 59 1280 0 0,'0'0'280'0'0,"-1"0"0"0"0,1 0 0 0 0,0 0-1 0 0,-1 0 1 0 0,1 0 0 0 0,0 0 0 0 0,-1-1 0 0 0,1 1 0 0 0,0 0 0 0 0,0 0-1 0 0,-1 0 1 0 0,1 0 0 0 0,0-1 0 0 0,0 1 0 0 0,-1 0 0 0 0,1 0-1 0 0,0-1 1 0 0,0 1 0 0 0,-1 0 0 0 0,1 0 0 0 0,0-1 0 0 0,0 1 0 0 0,0 0-1 0 0,0 0 1 0 0,-1-1 0 0 0,1 1 0 0 0,0 0 0 0 0,0-1 0 0 0,0 1-1 0 0,0 0 1 0 0,0-1 0 0 0,0 1 0 0 0,0 0 0 0 0,0-1 0 0 0,0 1 0 0 0,0 0-1 0 0,0-1 1 0 0,0 1 0 0 0,0 0 0 0 0,0-1 0 0 0,0 1 0 0 0,0 0-1 0 0,1-1 1 0 0,-1 1 0 0 0,0 0 0 0 0,0 0 0 0 0,0-1-280 0 0,-15 15 3358 0 0,1 7-4143 0 0,4 1 956 0 0,2-4-25 0 0,0 0 0 0 0,1 0 0 0 0,0 0 0 0 0,2 1 0 0 0,0 0 0 0 0,2 1 0 0 0,0-1 0 0 0,0 11-146 0 0,6 38 347 0 0,-1-58-312 0 0,2-1 1 0 0,-1 1 0 0 0,2-1 0 0 0,-1 0-1 0 0,1 0 1 0 0,0 0 0 0 0,1-1 0 0 0,0 1-1 0 0,0-1 1 0 0,1-1 0 0 0,0 1 0 0 0,0-1-1 0 0,1-1 1 0 0,0 1 0 0 0,0-1 0 0 0,1 0-1 0 0,0-1 1 0 0,-1 0 0 0 0,2-1-1 0 0,-1 0 1 0 0,0 0 0 0 0,1-1 0 0 0,0 0-1 0 0,0 0 1 0 0,9 0-36 0 0,-4-3 9 0 0,-1 0-1 0 0,1-1 0 0 0,-1 0 1 0 0,0-1-1 0 0,1-1 1 0 0,-1 0-1 0 0,0-1 0 0 0,-1-1 1 0 0,1 0-1 0 0,-1-1 1 0 0,0 0-1 0 0,0-1 1 0 0,10-7-9 0 0,7-2-11 0 0,-14 6-3 0 0,0-1 0 0 0,-1 0 0 0 0,-1-2-1 0 0,0 1 1 0 0,0-1 0 0 0,-1-1 0 0 0,-1-1-1 0 0,7-10 15 0 0,7-56-64 0 0,-26 80 154 0 0,0-1 32 0 0,-3-11-45 0 0,-1 0 1 0 0,0 0 0 0 0,0 0-1 0 0,-1 1 1 0 0,-1 0-1 0 0,0 0 1 0 0,-1 0 0 0 0,0 1-1 0 0,0 0 1 0 0,-1 0-1 0 0,-1 1 1 0 0,0 0-1 0 0,0 0 1 0 0,-1 1 0 0 0,0 0-1 0 0,-6-3-77 0 0,7 6 24 0 0,-1 0 0 0 0,1 1 0 0 0,-1 0 0 0 0,0 0 0 0 0,0 1-1 0 0,-1 0 1 0 0,1 1 0 0 0,-1 1 0 0 0,0-1 0 0 0,0 1 0 0 0,0 1 0 0 0,1 0 0 0 0,-10 1-24 0 0,-49 0-2893 0 0,37 0-348 0 0,30 0 1582 0 0,2 0-320 0 0,0 0-13 0 0,-12 21-4534 0 0,17-16 5222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13.020"/>
    </inkml:context>
    <inkml:brush xml:id="br0">
      <inkml:brushProperty name="width" value="0.05" units="cm"/>
      <inkml:brushProperty name="height" value="0.05" units="cm"/>
      <inkml:brushProperty name="color" value="#FFFFFF"/>
    </inkml:brush>
  </inkml:definitions>
  <inkml:trace contextRef="#ctx0" brushRef="#br0">514 23 1896 0 0,'0'-18'1449'0'0,"0"14"-117"0"0,3 4-86 0 0,12 0-146 0 0,-11 0-118 0 0,-4 0-69 0 0,0 0 91 0 0,0 0-4 0 0,0 0-29 0 0,9 11 849 0 0,-44 78 538 0 0,-127 210 1242 0 0,54-112-2663 0 0,-93 171-3196 0 0,179-312 794 0 0,5-7-5289 0 0,42-48 459 0 0,-21 2 4880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15.473"/>
    </inkml:context>
    <inkml:brush xml:id="br0">
      <inkml:brushProperty name="width" value="0.05" units="cm"/>
      <inkml:brushProperty name="height" value="0.05" units="cm"/>
      <inkml:brushProperty name="color" value="#FFFFFF"/>
    </inkml:brush>
  </inkml:definitions>
  <inkml:trace contextRef="#ctx0" brushRef="#br0">290 0 2008 0 0,'6'33'9449'0'0,"-30"25"-7421"0"0,16-42-898 0 0,-89 118 720 0 0,39-72-3932 0 0,-10-9-4298 0 0,36-45 1795 0 0,24-7 3179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17.025"/>
    </inkml:context>
    <inkml:brush xml:id="br0">
      <inkml:brushProperty name="width" value="0.05" units="cm"/>
      <inkml:brushProperty name="height" value="0.05" units="cm"/>
      <inkml:brushProperty name="color" value="#FFFFFF"/>
    </inkml:brush>
  </inkml:definitions>
  <inkml:trace contextRef="#ctx0" brushRef="#br0">369 263 2336 0 0,'7'-1'5834'0'0,"10"16"-2180"0"0,-13-9-3334 0 0,2 0-131 0 0,0 0 0 0 0,-1 0 1 0 0,0 1-1 0 0,0 0 1 0 0,-1 0-1 0 0,0 0 1 0 0,0 1-1 0 0,0-1 1 0 0,-1 1-1 0 0,-1 0 1 0 0,1 0-1 0 0,-1 0 1 0 0,0 2-190 0 0,-2-9-694 0 0,-18 59-5446 0 0,-26 10 1283 0 0,25-48 3313 0 0</inkml:trace>
  <inkml:trace contextRef="#ctx0" brushRef="#br0" timeOffset="243.576">129 669 1148 0 0,'-12'12'8189'0'0,"26"-6"-4652"0"0,27-3-1944 0 0,-40-3-1353 0 0,174-16 3157 0 0,74-41-1321 0 0,-110 20-4918 0 0,-130 43-5350 0 0,-22 22 1808 0 0,2-12 4958 0 0</inkml:trace>
  <inkml:trace contextRef="#ctx0" brushRef="#br0" timeOffset="432.053">669 684 1976 0 0,'-27'27'7162'0'0,"-23"26"-3731"0"0,-75 98-334 0 0,97-118-3308 0 0,-1-2-1 0 0,-1-1 1 0 0,-1-1-1 0 0,-2-2 1 0 0,-1-1-1 0 0,-1-2 0 0 0,-1-1 1 0 0,-34 16 211 0 0,65-37-210 0 0,-58 21-1077 0 0,18-18-4287 0 0,21-27 2166 0 0,20 11 1745 0 0</inkml:trace>
  <inkml:trace contextRef="#ctx0" brushRef="#br0" timeOffset="715.081">336 817 2352 0 0,'144'151'8695'0'0,"-109"-110"-7064"0"0,201 188 3839 0 0,-166-188-5473 0 0,-13-33-4150 0 0,-51-10 3554 0 0,1-1 0 0 0,-1 1 0 0 0,0-1 1 0 0,1 0-1 0 0,-1 0 0 0 0,-1-1 0 0 0,1 0 0 0 0,0 0 0 0 0,-1 0 1 0 0,0-1-1 0 0,0 1 0 0 0,3-6 599 0 0,11-10-3368 0 0,-13 11 1754 0 0</inkml:trace>
  <inkml:trace contextRef="#ctx0" brushRef="#br0" timeOffset="1422.952">1451 7 1540 0 0,'17'0'1888'0'0,"-14"0"-266"0"0,6-2-182 0 0,-3 1-1168 0 0,-3 0-171 0 0,-1 1 0 0 0,0-1 0 0 0,1 1 0 0 0,-1-1 0 0 0,1 1 0 0 0,-1 0 0 0 0,0 0 0 0 0,1 0 1 0 0,-1 0-1 0 0,1 0 0 0 0,-1 1 0 0 0,1-1 0 0 0,-1 1 0 0 0,0-1 0 0 0,1 1 0 0 0,-1 0 0 0 0,0 0 0 0 0,0 0 1 0 0,1 0-1 0 0,-1 0 0 0 0,0 1 0 0 0,0-1 0 0 0,0 1 0 0 0,0-1 0 0 0,-1 1 0 0 0,2 1-101 0 0,14 25 914 0 0,0 1-1 0 0,-2 1 1 0 0,-1 0 0 0 0,-2 1-1 0 0,-1 1 1 0 0,-1-1 0 0 0,-2 2-1 0 0,-1-1 1 0 0,1 20-914 0 0,-6-40 180 0 0,8 51 1019 0 0,-2 2-1 0 0,-4-1 1 0 0,-2 44-1199 0 0,-24 18 750 0 0,18-106-705 0 0,-2 1 1 0 0,0-1-1 0 0,-1 0 0 0 0,-1-1 1 0 0,0 0-1 0 0,-2 0 1 0 0,-1 0-46 0 0,-78 122-1330 0 0,-81 22-3867 0 0,152-149 4272 0 0,-1 0-1 0 0,0-1 1 0 0,-1-1 0 0 0,-1-1-1 0 0,0-1 1 0 0,0 0 0 0 0,-1-2-1 0 0,0 0 1 0 0,0-2 0 0 0,-1 0 0 0 0,0-2-1 0 0,0 0 1 0 0,0-2 0 0 0,-3 0 925 0 0,-6-2-1300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16.052"/>
    </inkml:context>
    <inkml:brush xml:id="br0">
      <inkml:brushProperty name="width" value="0.05" units="cm"/>
      <inkml:brushProperty name="height" value="0.05" units="cm"/>
      <inkml:brushProperty name="color" value="#FFFFFF"/>
    </inkml:brush>
  </inkml:definitions>
  <inkml:trace contextRef="#ctx0" brushRef="#br0">0 434 1744 0 0,'9'-8'6802'0'0,"-3"39"-3657"0"0,-3 186 697 0 0,-12-158-3891 0 0,7-52-190 0 0,3 6-2100 0 0,24-64-7109 0 0,-24 38 8070 0 0</inkml:trace>
  <inkml:trace contextRef="#ctx0" brushRef="#br0" timeOffset="375.512">54 603 1172 0 0,'80'-171'7552'0'0,"-74"165"-7225"0"0,1 1 0 0 0,0-1 0 0 0,0 1-1 0 0,0 0 1 0 0,1 1 0 0 0,0-1 0 0 0,-1 1 0 0 0,1 1 0 0 0,1 0-1 0 0,-1 0 1 0 0,0 1 0 0 0,1-1 0 0 0,7 1-327 0 0,-7-1 249 0 0,105-4 2152 0 0,39 41-566 0 0,-138-31-1648 0 0,0 0 0 0 0,0 2 0 0 0,0 0 0 0 0,0 0 0 0 0,-1 1-1 0 0,0 1 1 0 0,0 1 0 0 0,7 5-187 0 0,-7 17-207 0 0,-14-28-125 0 0,-3 4-40 0 0,-5 5 45 0 0,-1 0-1 0 0,1 0 1 0 0,-2-1-1 0 0,0 0 1 0 0,0 0-1 0 0,0-1 1 0 0,-2-1-1 0 0,1 0 1 0 0,-3 1 327 0 0,-231 111-3607 0 0,104-77 4646 0 0,185-44 1615 0 0,180-66-973 0 0,-133 34-2542 0 0,-58 12-1804 0 0,-19 0-6871 0 0,-14 17 8100 0 0</inkml:trace>
  <inkml:trace contextRef="#ctx0" brushRef="#br0" timeOffset="641.073">446 0 2256 0 0,'8'23'4316'0'0,"-6"14"-3008"0"0,-2-23-382 0 0,-3 313 4449 0 0,-13-165-4379 0 0,-33 221-288 0 0,41-324-1361 0 0,-1 4-832 0 0,6-23-2296 0 0,3-38 2013 0 0,0-2 127 0 0,0 0 48 0 0,1 3 126 0 0,4 12 50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13.579"/>
    </inkml:context>
    <inkml:brush xml:id="br0">
      <inkml:brushProperty name="width" value="0.05" units="cm"/>
      <inkml:brushProperty name="height" value="0.05" units="cm"/>
      <inkml:brushProperty name="color" value="#FFFFFF"/>
    </inkml:brush>
  </inkml:definitions>
  <inkml:trace contextRef="#ctx0" brushRef="#br0">42 316 2076 0 0,'-7'-1'7546'0'0,"12"-1"-3315"0"0,36-6-1933 0 0,-28 5-1533 0 0,197-22 2755 0 0,68 22-1460 0 0,-197 3-3005 0 0,-77-3 408 0 0,10-15-851 0 0,-32-14-7418 0 0,-64-14 596 0 0,67 39 6760 0 0</inkml:trace>
  <inkml:trace contextRef="#ctx0" brushRef="#br0" timeOffset="276.389">446 0 2260 0 0,'-1'13'7060'0'0,"-3"4"-3636"0"0,-15 42-2603 0 0,13-41 313 0 0,-23 61-407 0 0,-4-2 0 0 0,-3 0 0 0 0,-4-3 0 0 0,-2-1 0 0 0,-4-2 0 0 0,-20 20-727 0 0,30-36-37 0 0,29-43-233 0 0,0 1 1 0 0,-1-1 0 0 0,0-1 0 0 0,-1 1 0 0 0,-1-1 0 0 0,1-1-1 0 0,-2 0 1 0 0,-8 7 269 0 0,42-75-8912 0 0,25-17 4202 0 0,-32 52 3110 0 0</inkml:trace>
  <inkml:trace contextRef="#ctx0" brushRef="#br0" timeOffset="524.43">265 498 1688 0 0,'53'5'7813'0'0,"-1"7"-4288"0"0,62 7-106 0 0,-61-22-2307 0 0,61-52 17 0 0,-103 49-991 0 0,5-5-1869 0 0,-26 12-2232 0 0,-48 31-4308 0 0,44-23 6758 0 0,0 2-97 0 0</inkml:trace>
  <inkml:trace contextRef="#ctx0" brushRef="#br0" timeOffset="682.468">493 593 1744 0 0,'-3'7'912'0'0,"-1"-2"-216"0"0,2-1 44 0 0,-1 4-196 0 0,-1-1 16 0 0,3 1-83 0 0,-2 0-97 0 0,-2 0-44 0 0,-7 12-108 0 0,2-6-240 0 0,1 13 4 0 0,5-9-340 0 0,-3-5-228 0 0,0-7-569 0 0,1 1 65 0 0,1 0-372 0 0</inkml:trace>
  <inkml:trace contextRef="#ctx0" brushRef="#br0" timeOffset="1185.448">436 575 2104 0 0,'1'-2'422'0'0,"-2"2"-269"0"0,1-1 0 0 0,0 0 0 0 0,0 0-1 0 0,0 1 1 0 0,0-1 0 0 0,0 0 0 0 0,0 0 0 0 0,0 1 0 0 0,0-1-1 0 0,0 0 1 0 0,0 0 0 0 0,0 1 0 0 0,1-1 0 0 0,-1 0-1 0 0,0 1 1 0 0,0-1 0 0 0,1 0 0 0 0,-1 1 0 0 0,0-1 0 0 0,1 0-1 0 0,-1 1 1 0 0,1-1 0 0 0,-1 1 0 0 0,1-1 0 0 0,-1 1 0 0 0,1-1-1 0 0,0 1 1 0 0,-1-1 0 0 0,1 1 0 0 0,-1-1 0 0 0,1 1-1 0 0,0 0 1 0 0,-1-1 0 0 0,1 1 0 0 0,0 0 0 0 0,0 0 0 0 0,-1 0-1 0 0,1-1 1 0 0,0 1 0 0 0,-1 0 0 0 0,1 0 0 0 0,0 0 0 0 0,0 0-1 0 0,-1 0 1 0 0,1 0 0 0 0,0 0 0 0 0,0 1 0 0 0,-1-1-1 0 0,1 0 1 0 0,0 0 0 0 0,-1 0 0 0 0,1 1 0 0 0,0-1 0 0 0,-1 0-1 0 0,1 1 1 0 0,0-1 0 0 0,-1 1 0 0 0,1-1 0 0 0,-1 1 0 0 0,1-1-1 0 0,0 1 1 0 0,-1-1 0 0 0,0 1 0 0 0,1 0 0 0 0,-1-1-1 0 0,1 1-152 0 0,22 155 4970 0 0,-36-82-5742 0 0,-4-49-1772 0 0,-5-10-4941 0 0,12-7 4448 0 0,4-5 1585 0 0</inkml:trace>
  <inkml:trace contextRef="#ctx0" brushRef="#br0" timeOffset="1609.525">210 867 1016 0 0,'-14'0'11546'0'0,"23"-1"-4997"0"0,182-1-1338 0 0,21-22-3739 0 0,-148 21-1261 0 0,128-6 723 0 0,-66 6-3926 0 0,-125 3 1898 0 0,-1 0-129 0 0,7 9-6582 0 0,-35 3-2638 0 0,25-8 9069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15:56.716"/>
    </inkml:context>
    <inkml:brush xml:id="br0">
      <inkml:brushProperty name="width" value="0.05" units="cm"/>
      <inkml:brushProperty name="height" value="0.05" units="cm"/>
      <inkml:brushProperty name="color" value="#FFFFFF"/>
    </inkml:brush>
  </inkml:definitions>
  <inkml:trace contextRef="#ctx0" brushRef="#br0">20 49 1792 0 0,'0'0'988'0'0,"0"0"-83"0"0,0 0-48 0 0,0 0-117 0 0,0 0-18 0 0,0 0-49 0 0,0 0-33 0 0,-4 0-17 0 0,-9 0 4 0 0,10 0-6 0 0,3 0 15 0 0,0 0-139 0 0,0 0-76 0 0,0 0-29 0 0,0 0 10 0 0,0 0 6 0 0,0 0-8 0 0,0 0-64 0 0,0 0-19 0 0,0 0 11 0 0,0 0-37 0 0,0 0-62 0 0,0 0 65 0 0,0 0-85 0 0,0 0-76 0 0,0 0 94 0 0,0 0-34 0 0,0 0-60 0 0,0 0-1 0 0,0 0 31 0 0,0 0-4 0 0,0 0-6 0 0,0 0-26 0 0,0 0 60 0 0,0 0 8 0 0,1 4 12 0 0,-1-3-179 0 0,0 1 0 0 0,0-1-1 0 0,0 0 1 0 0,1 0 0 0 0,-1 0 0 0 0,0 0 0 0 0,1 1 0 0 0,-1-1-1 0 0,1 0 1 0 0,-1 0 0 0 0,1 0 0 0 0,0 0 0 0 0,-1 0 0 0 0,1 0-1 0 0,0 0 1 0 0,0-1 0 0 0,0 1 0 0 0,-1 0 0 0 0,1 0 0 0 0,0 0-1 0 0,0-1 1 0 0,0 1 0 0 0,0-1 0 0 0,0 1 0 0 0,1-1 0 0 0,-1 1 0 0 0,0-1-1 0 0,0 1 1 0 0,0-1 0 0 0,0 0 0 0 0,0 0 0 0 0,1 1 0 0 0,-1-1-1 0 0,0 0 1 0 0,0 0 0 0 0,0 0 0 0 0,1-1 0 0 0,-1 1 0 0 0,0 0-1 0 0,0 0 1 0 0,0-1 0 0 0,1 1 0 0 0,-1 0 0 0 0,0-1 0 0 0,1 0-28 0 0,0 1 53 0 0,106-13 441 0 0,-9-2-116 0 0,0 4 1 0 0,1 5-1 0 0,0 3 0 0 0,30 7-378 0 0,14-2 94 0 0,-22-2-173 0 0,-67 10 100 0 0,106-32 158 0 0,0 15-143 0 0,-128-8 40 0 0,-31 15-99 0 0,21 0-69 0 0,64 0-136 0 0,-86 0 230 0 0,10 0-100 0 0,5 0-1 0 0,-15 0 27 0 0,10 0-7 0 0,26 25 45 0 0,-36-21 36 0 0,0 0 0 0 0,0 0 0 0 0,0 0 0 0 0,-1 1 0 0 0,0-1-1 0 0,0 0 1 0 0,0 0 0 0 0,0 1 0 0 0,-1-1 0 0 0,1 0 0 0 0,-1 0-1 0 0,0 0 1 0 0,-1 0 0 0 0,1 0 0 0 0,-1 0 0 0 0,1 0-2 0 0,-12 26-221 0 0,0 0-1 0 0,-2 0 1 0 0,-1-2 0 0 0,-2 0 0 0 0,-1-1 0 0 0,0-1 0 0 0,-2 0-1 0 0,-1-2 1 0 0,-9 7 221 0 0,-59 36-4658 0 0,-14-22-4752 0 0,93-42 7981 0 0</inkml:trace>
  <inkml:trace contextRef="#ctx0" brushRef="#br0" timeOffset="832.8">752 169 1344 0 0,'0'0'972'0'0,"0"0"-158"0"0,0 0-54 0 0,0 0-147 0 0,0 0-29 0 0,0 0 44 0 0,0 0-44 0 0,0 0-33 0 0,0 0-53 0 0,0 0-43 0 0,0 0 8 0 0,0 0 32 0 0,0 0-18 0 0,0 0-7 0 0,0 0-38 0 0,-1 5-66 0 0,-7 220 2621 0 0,-52 26-1965 0 0,-44-11-642 0 0,87-211-456 0 0,-1-2-1 0 0,-1 0 0 0 0,-1-2 0 0 0,-2 0 0 0 0,0-1 1 0 0,-23 17 76 0 0,-102 40-2684 0 0,-13-27-6522 0 0,138-48 7509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15:59.937"/>
    </inkml:context>
    <inkml:brush xml:id="br0">
      <inkml:brushProperty name="width" value="0.05" units="cm"/>
      <inkml:brushProperty name="height" value="0.05" units="cm"/>
      <inkml:brushProperty name="color" value="#FFFFFF"/>
    </inkml:brush>
  </inkml:definitions>
  <inkml:trace contextRef="#ctx0" brushRef="#br0">17 46 1624 0 0,'0'0'1116'0'0,"0"0"-68"0"0,0 0-58 0 0,0 0-119 0 0,0 0-117 0 0,0 0-41 0 0,0 0-30 0 0,0 0 7 0 0,0 0-39 0 0,0 0-23 0 0,0 0-22 0 0,0 0-17 0 0,0 0-69 0 0,0 0-75 0 0,0 0-9 0 0,0 0 63 0 0,0 0-74 0 0,0 0-19 0 0,0 0-76 0 0,-3 0-46 0 0,2 0-274 0 0,1 0 0 0 0,-1 0 0 0 0,1 0 0 0 0,-1 0 0 0 0,0 0 0 0 0,1 0 0 0 0,-1 0-1 0 0,1 0 1 0 0,-1 1 0 0 0,1-1 0 0 0,-1 0 0 0 0,1 0 0 0 0,0 1 0 0 0,-1-1 0 0 0,1 0 0 0 0,-1 1 0 0 0,1-1 0 0 0,-1 0 0 0 0,1 1 0 0 0,0-1 0 0 0,-1 0 0 0 0,1 1 0 0 0,0-1-1 0 0,-1 1 1 0 0,1-1 0 0 0,0 1 0 0 0,0-1 0 0 0,0 1 0 0 0,-1-1 0 0 0,1 1 0 0 0,0-1 0 0 0,0 1 0 0 0,0-1 0 0 0,0 1 0 0 0,0-1 0 0 0,0 1 0 0 0,0-1 0 0 0,0 1 0 0 0,0 0-1 0 0,0-1 1 0 0,0 1 0 0 0,0-1 0 0 0,0 1 0 0 0,0-1 0 0 0,1 1 0 0 0,-1-1 0 0 0,0 1 0 0 0,0-1 0 0 0,1 0 0 0 0,-1 1 0 0 0,0-1 0 0 0,1 1 0 0 0,-1-1 0 0 0,0 1 0 0 0,1-1-1 0 0,-1 0 1 0 0,0 1 0 0 0,1-1 0 0 0,-1 0 0 0 0,1 1 0 0 0,-1-1 0 0 0,1 0 0 0 0,-1 0 0 0 0,1 1-10 0 0,4 8 47 0 0,53 188 1944 0 0,-4-73-1175 0 0,-3-59-1780 0 0,-33-64-13563 0 0,-11-1 13136 0 0</inkml:trace>
  <inkml:trace contextRef="#ctx0" brushRef="#br0" timeOffset="572.785">502 6 1088 0 0,'-2'-3'7820'0'0,"4"17"-5278"0"0,39 101 864 0 0,-26-76-2876 0 0,0 3 33 0 0,2-1 0 0 0,2 0 0 0 0,2-1-1 0 0,1-2 1 0 0,11 14-563 0 0,11-6-2619 0 0,-43-46 1197 0 0,-1 0-135 0 0,0 0-257 0 0,0 0-37 0 0,9-4-4439 0 0,-7 2 4943 0 0</inkml:trace>
  <inkml:trace contextRef="#ctx0" brushRef="#br0" timeOffset="1309.017">1309 9 956 0 0,'-4'-8'4796'0'0,"5"14"-1058"0"0,-8 46 113 0 0,-25 88-1954 0 0,17-88-1525 0 0,-2 0-1 0 0,-3-1 0 0 0,-1-1 1 0 0,-3-1-1 0 0,-2-1 1 0 0,-5 3-372 0 0,7-16 110 0 0,-2 0 0 0 0,-1-2 0 0 0,-2-1 0 0 0,-20 17-110 0 0,34-34-62 0 0,-251 205-1682 0 0,219-186 125 0 0,-1-3 0 0 0,-2-2 0 0 0,-1-2-1 0 0,-1-2 1 0 0,-35 11 1619 0 0,-19-4-4546 0 0,76-30 3051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16:04.560"/>
    </inkml:context>
    <inkml:brush xml:id="br0">
      <inkml:brushProperty name="width" value="0.05" units="cm"/>
      <inkml:brushProperty name="height" value="0.05" units="cm"/>
      <inkml:brushProperty name="color" value="#FFFFFF"/>
    </inkml:brush>
  </inkml:definitions>
  <inkml:trace contextRef="#ctx0" brushRef="#br0">486 665 1696 0 0,'0'0'1107'0'0,"0"0"-68"0"0,0 0-83 0 0,0 0-103 0 0,0 0-149 0 0,5 2-74 0 0,-3-2-573 0 0,-1 0 0 0 0,0 1 0 0 0,0-1 0 0 0,0 0 0 0 0,0 1-1 0 0,1-1 1 0 0,-1 1 0 0 0,0-1 0 0 0,0 1 0 0 0,0 0 0 0 0,0-1-1 0 0,0 1 1 0 0,0 0 0 0 0,0 0 0 0 0,-1 0 0 0 0,1-1 0 0 0,0 1 0 0 0,0 0-1 0 0,-1 0 1 0 0,1 0 0 0 0,0 0 0 0 0,-1 1 0 0 0,1-1 0 0 0,-1 0-1 0 0,1 0 1 0 0,-1 0 0 0 0,0 0 0 0 0,1 0 0 0 0,-1 1 0 0 0,0-1 0 0 0,0 0-1 0 0,0 0 1 0 0,0 0 0 0 0,0 1 0 0 0,0-1 0 0 0,0 0 0 0 0,-1 0-1 0 0,1 0 1 0 0,0 1 0 0 0,0-1 0 0 0,-1 0 0 0 0,1 0 0 0 0,-1 0 0 0 0,1 0-1 0 0,-1 0 1 0 0,0 1-57 0 0,-5 42 1034 0 0,-6-8-611 0 0,-1-1-1 0 0,-2 0 0 0 0,-2-1 1 0 0,-1-1-1 0 0,-13 18-422 0 0,17-27 91 0 0,-5 10-107 0 0,-2-2-1 0 0,-1 0 1 0 0,-1-1-1 0 0,-2-2 1 0 0,-7 6 16 0 0,-23 26-283 0 0,-14 15-563 0 0,0 2-1513 0 0,24-65-3944 0 0,40-10 4767 0 0</inkml:trace>
  <inkml:trace contextRef="#ctx0" brushRef="#br0" timeOffset="1154.12">846 268 1564 0 0,'0'0'989'0'0,"0"0"-56"0"0,0-4-121 0 0,0-5-344 0 0,0 2 2711 0 0,7 7-2791 0 0,1-1 549 0 0,-5 2 3028 0 0,44-20-1317 0 0,-18 36-462 0 0,-6 0-1708 0 0,-1 1-1 0 0,0 2 1 0 0,-2 0-1 0 0,0 1 1 0 0,-2 1-1 0 0,0 1-477 0 0,32 36 362 0 0,-24-25-231 0 0,-2 1 0 0 0,-1 1 0 0 0,-2 1 0 0 0,-1 1 0 0 0,12 36-131 0 0,-17-42 65 0 0,132 290 496 0 0,-51-135-609 0 0,-3-84-1251 0 0,-23-34-1517 0 0,-55-53 1110 0 0,0-1-1 0 0,1 0 1 0 0,1-2-1 0 0,0 0 1 0 0,1-1-1 0 0,13 7 1707 0 0,8 7-2400 0 0,8-2-283 0 0,-20-11 1383 0 0</inkml:trace>
  <inkml:trace contextRef="#ctx0" brushRef="#br0" timeOffset="2497.033">1641 38 1316 0 0,'0'0'1033'0'0,"0"0"-122"0"0,0 0-145 0 0,0 0-67 0 0,0 0-62 0 0,0 0-12 0 0,0 0-85 0 0,-4 4-94 0 0,-19 59 2083 0 0,16 3-251 0 0,7-64-2030 0 0,0 22 386 0 0,15 38-9 0 0,1-42-275 0 0,31 16-49 0 0,19-33-32 0 0,-26-32 73 0 0,-32 24-302 0 0,-1 0 0 0 0,1-1 1 0 0,-1-1-1 0 0,0 1 0 0 0,-1-1 1 0 0,0 0-1 0 0,0 0 0 0 0,0-1 1 0 0,-1 0-1 0 0,3-6-40 0 0,6-34 313 0 0,-14 47-115 0 0,0-24 172 0 0,-17-25 269 0 0,-8 12-26 0 0,-20-8 1016 0 0,44 45-1459 0 0,-31 1 376 0 0,-13 19-402 0 0,44-19-108 0 0,-31 0-524 0 0,15 10-6 0 0,-6 2-3582 0 0,23-12 2232 0 0,0 0 7 0 0,0 0 130 0 0,0 0 117 0 0,-2 1 105 0 0,-7 10-1282 0 0,11-7 1201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16:08.848"/>
    </inkml:context>
    <inkml:brush xml:id="br0">
      <inkml:brushProperty name="width" value="0.05" units="cm"/>
      <inkml:brushProperty name="height" value="0.05" units="cm"/>
      <inkml:brushProperty name="color" value="#FFFFFF"/>
    </inkml:brush>
  </inkml:definitions>
  <inkml:trace contextRef="#ctx0" brushRef="#br0">20 120 1480 0 0,'0'0'799'0'0,"0"0"-114"0"0,0 0-16 0 0,0 0-19 0 0,0 0-49 0 0,0 0-29 0 0,0 0 29 0 0,0 0-71 0 0,0 0-8 0 0,0 0-14 0 0,0 0 27 0 0,0 0-59 0 0,0 0-35 0 0,-3 0 13 0 0,-10 0 53 0 0,10 0-18 0 0,3 0-88 0 0,0 0-17 0 0,0 0 15 0 0,0 0 71 0 0,0 0-111 0 0,0 0 60 0 0,0 0-97 0 0,0 0-16 0 0,0 0-4 0 0,0 0-36 0 0,0 0 82 0 0,0 0-7 0 0,0 0-45 0 0,0 0-77 0 0,0-3 0 0 0,0-11 115 0 0,0 11 37 0 0,14-17 353 0 0,29 6 833 0 0,193-22 814 0 0,-71 30-1451 0 0,-65-14-804 0 0,205 16 484 0 0,-131 4-496 0 0,-46 0-84 0 0,-126 0 11 0 0,26 10-941 0 0,-32-10-3487 0 0,-13-4-3353 0 0,-2 2 3330 0 0,6 0 2270 0 0,2 2 743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16:28.308"/>
    </inkml:context>
    <inkml:brush xml:id="br0">
      <inkml:brushProperty name="width" value="0.05" units="cm"/>
      <inkml:brushProperty name="height" value="0.05" units="cm"/>
      <inkml:brushProperty name="color" value="#FFFFFF"/>
    </inkml:brush>
  </inkml:definitions>
  <inkml:trace contextRef="#ctx0" brushRef="#br0">89 80 916 0 0,'0'-4'843'0'0,"0"-10"-74"0"0,0 11-138 0 0,0 3-138 0 0,0 0-9 0 0,0 0 10 0 0,0 0-41 0 0,0-4-90 0 0,-12-42 1568 0 0,9 37-80 0 0,1 13 887 0 0,1-1-2626 0 0,4 38 637 0 0,-3 562 621 0 0,-37-417-1413 0 0,34 166 168 0 0,3-278-106 0 0,-9-49 71 0 0,9 17-55 0 0,-9-16-77 0 0,-4 18 941 0 0,11-41-832 0 0,2-3 49 0 0,51-27 840 0 0,87-20-345 0 0,62-8 212 0 0,-97 30-1280 0 0,-22-10 505 0 0,82-55 402 0 0,-98 45-2 0 0,7-14-748 0 0,-36 27 192 0 0,33-43-248 0 0,-36 41-94 0 0,-24 4-4310 0 0,-9 29 3242 0 0,0-21-6388 0 0,0 22 6482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16:33.944"/>
    </inkml:context>
    <inkml:brush xml:id="br0">
      <inkml:brushProperty name="width" value="0.05" units="cm"/>
      <inkml:brushProperty name="height" value="0.05" units="cm"/>
      <inkml:brushProperty name="color" value="#FFFFFF"/>
    </inkml:brush>
  </inkml:definitions>
  <inkml:trace contextRef="#ctx0" brushRef="#br0">29 0 1240 0 0,'0'0'994'0'0,"0"0"-99"0"0,0 0-118 0 0,0 0-47 0 0,0 0-19 0 0,0 0-55 0 0,0 0-22 0 0,0 0 6 0 0,0 0-8 0 0,0 0-91 0 0,0 0-20 0 0,0 0-20 0 0,0 0-53 0 0,0 0-16 0 0,0 0-4 0 0,0 0-38 0 0,-4 0 4 0 0,3 0-363 0 0,0 0 0 0 0,-1 0 0 0 0,1 0 0 0 0,0 1-1 0 0,0-1 1 0 0,0 0 0 0 0,0 1 0 0 0,0-1 0 0 0,0 0-1 0 0,0 1 1 0 0,1-1 0 0 0,-1 1 0 0 0,0-1-1 0 0,0 1 1 0 0,0 0 0 0 0,0-1 0 0 0,0 1 0 0 0,1 0-1 0 0,-1 0 1 0 0,0 0 0 0 0,1-1 0 0 0,-1 1 0 0 0,1 0-1 0 0,-1 0 1 0 0,1 0 0 0 0,-1 0 0 0 0,1 0 0 0 0,0 0-1 0 0,-1 0 1 0 0,1 0 0 0 0,0 0 0 0 0,0 0-1 0 0,0 0 1 0 0,-1 0 0 0 0,1 0 0 0 0,0 1 0 0 0,1-1-1 0 0,-1 0 1 0 0,0 0 0 0 0,0 0 0 0 0,0 0 0 0 0,1 0-1 0 0,-1 0 1 0 0,0 0 0 0 0,1 0 0 0 0,-1 0 0 0 0,1 0-31 0 0,-1 12 99 0 0,11 93 871 0 0,-9 103 242 0 0,10-111-980 0 0,-5 431 601 0 0,11-437-535 0 0,-14-63-279 0 0,-4-27-4 0 0,0 23-35 0 0,0 335 1114 0 0,0-358-1069 0 0,-2 21-1199 0 0,-8-19-146 0 0,-1-31-7128 0 0,10 16 5216 0 0,0 3 1817 0 0</inkml:trace>
  <inkml:trace contextRef="#ctx0" brushRef="#br0" timeOffset="1039.915">130 575 1060 0 0,'16'11'11097'0'0,"5"3"-5540"0"0,92 61-4149 0 0,-13 3-223 0 0,-45-14-727 0 0,27 60 281 0 0,-30-21-654 0 0,-43-80-325 0 0,-11-20-2839 0 0,-37-13-4650 0 0,-2 2 3825 0 0,-18-4 379 0 0,31 5 1977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16:30.395"/>
    </inkml:context>
    <inkml:brush xml:id="br0">
      <inkml:brushProperty name="width" value="0.05" units="cm"/>
      <inkml:brushProperty name="height" value="0.05" units="cm"/>
      <inkml:brushProperty name="color" value="#FFFFFF"/>
    </inkml:brush>
  </inkml:definitions>
  <inkml:trace contextRef="#ctx0" brushRef="#br0">20 37 1212 0 0,'0'0'801'0'0,"0"0"-84"0"0,0 0-101 0 0,0 0-15 0 0,0 0-37 0 0,0 0 17 0 0,0 0-39 0 0,0 0-3 0 0,0 0 20 0 0,0 0 11 0 0,0 0-42 0 0,0 0-73 0 0,0 0 10 0 0,0 0-25 0 0,0 0-39 0 0,0 0-28 0 0,0 0-12 0 0,0 0-52 0 0,0 0 17 0 0,0 0-18 0 0,0 0-40 0 0,0 0-34 0 0,0 0-58 0 0,0 0 42 0 0,0 0-56 0 0,0 0 36 0 0,0 0-94 0 0,0 0-105 0 0,0 0-148 0 0,0 0-146 0 0,0 0-238 0 0,0 0-16 0 0,0 0-176 0 0,-3 0-850 0 0,-7 0 440 0 0,3 0-4165 0 0,7 0 3882 0 0</inkml:trace>
  <inkml:trace contextRef="#ctx0" brushRef="#br0" timeOffset="2072.37">11 1 1792 0 0,'0'0'826'0'0,"0"0"-4"0"0,0 0-112 0 0,0 0-101 0 0,0 0-55 0 0,0 0-65 0 0,0 0-14 0 0,0 0-12 0 0,0 0 16 0 0,0 0 5 0 0,0 0-80 0 0,0 0 16 0 0,0 0-48 0 0,0 0-34 0 0,0 0 47 0 0,0 0-71 0 0,0 0-33 0 0,0 0-21 0 0,0 0 30 0 0,0 0-18 0 0,0 0 28 0 0,0 0-10 0 0,0 0-43 0 0,0 0 17 0 0,0 0 8 0 0,0 0-30 0 0,0 0 53 0 0,0 0-67 0 0,31 10 1156 0 0,69 5-60 0 0,187-11-422 0 0,318-4-1544 0 0,-603 0 651 0 0,39 0-333 0 0,-5 8 387 0 0,-12-4-203 0 0,15 19 0 0 0,-12-20-33 0 0,-55 64 386 0 0,-102 110-347 0 0,33-62-62 0 0,-142 115-402 0 0,110-116 108 0 0,4-30-160 0 0,18-36-3107 0 0,34-9-2975 0 0,56-27 5212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28.874"/>
    </inkml:context>
    <inkml:brush xml:id="br0">
      <inkml:brushProperty name="width" value="0.05" units="cm"/>
      <inkml:brushProperty name="height" value="0.05" units="cm"/>
      <inkml:brushProperty name="color" value="#FFFFFF"/>
    </inkml:brush>
  </inkml:definitions>
  <inkml:trace contextRef="#ctx0" brushRef="#br0">280 73 2420 0 0,'0'0'1657'0'0,"3"5"-114"0"0,-2 0-1360 0 0,0-1 0 0 0,0 1 0 0 0,0-1 0 0 0,-1 1 1 0 0,0-1-1 0 0,1 1 0 0 0,-2-1 0 0 0,1 1 0 0 0,0-1 0 0 0,-1 1 0 0 0,0-1 1 0 0,0 1-1 0 0,0-1 0 0 0,-1 0 0 0 0,0 1 0 0 0,1-1 0 0 0,-1 0 0 0 0,-1 0 1 0 0,0 1-184 0 0,-20 46 1453 0 0,-56 116 1288 0 0,-25-17-3895 0 0,67-125-1610 0 0,36-24 2642 0 0,0-1 1 0 0,1 0-1 0 0,-1 1 1 0 0,0-1-1 0 0,0 0 1 0 0,1 0 0 0 0,-1 0-1 0 0,0 0 1 0 0,0 0-1 0 0,1 0 1 0 0,-1 0 0 0 0,0 0-1 0 0,0 0 1 0 0,1 0-1 0 0,-1 0 1 0 0,0 0-1 0 0,0 0 1 0 0,1-1 0 0 0,-1 1-1 0 0,0 0 1 0 0,0 0-1 0 0,1-1 1 0 0,-1 1 0 0 0,1-1-1 0 0,-1 1 1 0 0,0 0-1 0 0,1-1 1 0 0,-1 0-1 0 0,1 1 1 0 0,-1-1 0 0 0,1 1-1 0 0,-1-1 1 0 0,1 1-1 0 0,-1-1 1 0 0,1 0 0 0 0,0 1-1 0 0,-1-1 1 0 0,1 0-1 0 0,0 0 1 0 0,-1 1-1 0 0,1-1 1 0 0,0 0 0 0 0,0 0-1 0 0,0 1 1 0 0,0-1-1 0 0,0 0 1 0 0,0 0 0 0 0,0 1-1 0 0,0-1 1 0 0,0 0-1 0 0,0 0 1 0 0,0 1-1 0 0,1-1 1 0 0,-1 0 0 0 0,0 1-1 0 0,0-1 122 0 0,3-10-1476 0 0</inkml:trace>
  <inkml:trace contextRef="#ctx0" brushRef="#br0" timeOffset="281.265">187 286 1936 0 0,'6'-3'333'0'0,"-1"0"-1"0"0,1 1 1 0 0,1-1-1 0 0,-1 1 1 0 0,0 1-1 0 0,1-1 1 0 0,-1 1-1 0 0,0 0 0 0 0,1 0 1 0 0,0 1-1 0 0,-1 0 1 0 0,1 0-1 0 0,-1 1 1 0 0,1-1-1 0 0,3 2-332 0 0,108 35 1653 0 0,-113-22-6909 0 0,-6-10 3656 0 0</inkml:trace>
  <inkml:trace contextRef="#ctx0" brushRef="#br0" timeOffset="527.06">270 383 1772 0 0,'2'3'1152'0'0,"0"1"-208"0"0,3 0-68 0 0,-2-1-184 0 0,4 2-139 0 0,0-2 51 0 0,0-2-208 0 0,1 2-64 0 0,1 0-220 0 0,1-3-40 0 0,19 2-8 0 0,-20-2-908 0 0,3 0 64 0 0,7 0-721 0 0,-2 0 49 0 0,15-18-196 0 0</inkml:trace>
  <inkml:trace contextRef="#ctx0" brushRef="#br0" timeOffset="776.899">744 0 1892 0 0,'-10'16'5005'0'0,"4"-5"-3933"0"0,-97 148 3347 0 0,68-110-3312 0 0,35-49-1091 0 0,0 0 1 0 0,1 0-1 0 0,-1 0 0 0 0,0 0 0 0 0,1-1 0 0 0,-1 1 0 0 0,0 0 0 0 0,1 0 0 0 0,-1 0 1 0 0,0 0-1 0 0,0 0 0 0 0,1 0 0 0 0,-1 0 0 0 0,0 0 0 0 0,1 1 0 0 0,-1-1 1 0 0,0 0-1 0 0,1 0 0 0 0,-1 0 0 0 0,0 0 0 0 0,1 0 0 0 0,-1 0 0 0 0,0 1 1 0 0,0-1-1 0 0,1 0 0 0 0,-1 0 0 0 0,0 0 0 0 0,0 1 0 0 0,1-1 0 0 0,-1 0 1 0 0,0 0-1 0 0,0 1 0 0 0,0-1 0 0 0,1 0 0 0 0,-1 0 0 0 0,0 1 0 0 0,0-1 1 0 0,0 0-1 0 0,0 1 0 0 0,0-1 0 0 0,0 0 0 0 0,0 1 0 0 0,0-1 0 0 0,1 0 1 0 0,-1 1-1 0 0,0-1 0 0 0,0 0 0 0 0,-1 1-16 0 0,32-21 108 0 0,1 2 1 0 0,0 1 0 0 0,1 2-1 0 0,0 1 1 0 0,1 2-1 0 0,1 1 1 0 0,0 1-1 0 0,35-4-108 0 0,-68 14-4 0 0,11 3-91 0 0,-11 0 80 0 0,0 0-1 0 0,0-1 1 0 0,-1 1-1 0 0,0 0 0 0 0,1 0 1 0 0,-1 0-1 0 0,0 0 0 0 0,0 1 1 0 0,-1-1-1 0 0,1 0 1 0 0,-1 0-1 0 0,1 0 0 0 0,-1 1 1 0 0,0-1-1 0 0,0 0 0 0 0,-1 0 1 0 0,1 0-1 0 0,-1 1 1 0 0,1-1-1 0 0,-1 0 0 0 0,0 0 1 0 0,0 0-1 0 0,-1 1 16 0 0,-67 116-475 0 0,70-119 418 0 0,0 0-1 0 0,1 0 1 0 0,-1 0-1 0 0,1 0 1 0 0,-1 0-1 0 0,1-1 1 0 0,-1 1-1 0 0,1-1 1 0 0,-1 1-1 0 0,1-1 1 0 0,0 1-1 0 0,-1-1 1 0 0,1 0 0 0 0,0 0-1 0 0,-1 0 1 0 0,1 0-1 0 0,0 0 1 0 0,-1 0-1 0 0,1-1 1 0 0,-1 1-1 0 0,1 0 1 0 0,0-1-1 0 0,-1 1 1 0 0,1-1-1 0 0,-1 0 1 0 0,1 1-1 0 0,-1-1 1 0 0,1 0-1 0 0,-1 0 1 0 0,0 0-1 0 0,1 0 1 0 0,-1 0-1 0 0,0 0 1 0 0,1-2 57 0 0,12-1-1581 0 0,-10 8-6257 0 0,-8 0 6406 0 0</inkml:trace>
  <inkml:trace contextRef="#ctx0" brushRef="#br0" timeOffset="1189.487">727 329 1556 0 0,'-39'2'7371'0'0,"-1"50"-5028"0"0,22-23-1849 0 0,2-6-508 0 0,-1-1 0 0 0,0-1 0 0 0,-2-1 0 0 0,-1-1 0 0 0,0 0 0 0 0,-1-2 1 0 0,-1 0-1 0 0,-1-1 0 0 0,0-2 0 0 0,-1 0 0 0 0,-20 8 14 0 0,-95 24-835 0 0,13-30 744 0 0,118-33 120 0 0,27-5 102 0 0,-5 11-3 0 0,1 1-1 0 0,1 1 1 0 0,0 0-1 0 0,0 2 1 0 0,1-1-1 0 0,0 2 1 0 0,0 0-1 0 0,0 2 1 0 0,1-1-1 0 0,6 1-127 0 0,21-7 344 0 0,33-4 362 0 0,0 3-1 0 0,0 3 0 0 0,1 4 0 0 0,77 6-705 0 0,-118-1 173 0 0,29 20-390 0 0,-66-18 139 0 0,-1-1-1 0 0,1 0 0 0 0,0 1 1 0 0,0-1-1 0 0,-1 1 0 0 0,1-1 1 0 0,-1 1-1 0 0,0-1 0 0 0,1 1 1 0 0,-1-1-1 0 0,0 1 1 0 0,0 0-1 0 0,0-1 0 0 0,0 1 1 0 0,0-1-1 0 0,0 1 0 0 0,0 0 1 0 0,-1-1-1 0 0,1 1 0 0 0,-1-1 1 0 0,1 1-1 0 0,-1-1 0 0 0,1 1 1 0 0,-1-1-1 0 0,0 1 0 0 0,0-1 1 0 0,0 0-1 0 0,1 1 0 0 0,-1-1 1 0 0,-1 0-1 0 0,1 0 0 0 0,0 0 1 0 0,0 0-1 0 0,0 0 0 0 0,-1 0 1 0 0,0 1 78 0 0,-85 74-5627 0 0,3-23 1209 0 0,52-34 2981 0 0</inkml:trace>
  <inkml:trace contextRef="#ctx0" brushRef="#br0" timeOffset="1378.369">342 782 1648 0 0,'-7'2'5070'0'0,"27"-2"-2454"0"0,92-13-128 0 0,80-30-1036 0 0,-142 34-4186 0 0,-62 33-4277 0 0,1-10 5598 0 0</inkml:trace>
  <inkml:trace contextRef="#ctx0" brushRef="#br0" timeOffset="1727.418">383 946 1236 0 0,'-18'7'6266'0'0,"42"-33"-3878"0"0,-16 20-2285 0 0,1 0-1 0 0,-1 0 0 0 0,1 1 1 0 0,0 1-1 0 0,1 0 0 0 0,-1 0 1 0 0,1 0-1 0 0,-1 1 1 0 0,1 1-1 0 0,0 0 0 0 0,0 0 1 0 0,0 1-1 0 0,1 0 0 0 0,-1 1 1 0 0,4 0-103 0 0,53 28 268 0 0,-28-4 24 0 0,-35-21-197 0 0,1-1 0 0 0,0 1 0 0 0,-1 0 0 0 0,0 1 0 0 0,1-1 0 0 0,-1 1 1 0 0,-1 0-1 0 0,1 0 0 0 0,0 0 0 0 0,-1 0 0 0 0,0 0 0 0 0,0 1 0 0 0,0 0 0 0 0,-1-1 0 0 0,1 1 0 0 0,-1 0 1 0 0,0 3-96 0 0,-1-7 184 0 0,-1-1-18 0 0,-6 5 33 0 0,-59 36 560 0 0,-21-35-935 0 0,77-9-29 0 0,0-2 0 0 0,1 1 0 0 0,0-1 0 0 0,0 0-1 0 0,0 0 1 0 0,1-1 0 0 0,0 0 0 0 0,0-1 0 0 0,0 0-1 0 0,1 0 1 0 0,0 0 0 0 0,0 0 0 0 0,1-1-1 0 0,0 0 1 0 0,0 0 0 0 0,1-1 0 0 0,0 1 0 0 0,0-3 205 0 0,-2-30-4898 0 0,24-9 2030 0 0,-3 27 1348 0 0</inkml:trace>
  <inkml:trace contextRef="#ctx0" brushRef="#br0" timeOffset="2011.497">1543 13 2040 0 0,'19'1'7807'0'0,"-13"25"-6022"0"0,-10-16-2563 0 0,0 0 0 0 0,0-1 0 0 0,-1 1 0 0 0,0-1-1 0 0,-1-1 1 0 0,0 1 0 0 0,0-1 0 0 0,-1 1 0 0 0,0-2-1 0 0,0 1 1 0 0,-8 5 778 0 0,-1 1-1472 0 0</inkml:trace>
  <inkml:trace contextRef="#ctx0" brushRef="#br0" timeOffset="2702.525">1236 326 2160 0 0,'-13'23'3466'0'0,"-8"9"-1722"0"0,138-128-323 0 0,-104 88-1179 0 0,1 1 0 0 0,0 0 0 0 0,0 1 0 0 0,1 1 0 0 0,0 0 0 0 0,0 1 0 0 0,0 0 0 0 0,1 2 0 0 0,9-2-242 0 0,110 6 1538 0 0,-46 30-746 0 0,-81-29-609 0 0,-7-3-169 0 0,0 0 0 0 0,0 0 0 0 0,0 0-1 0 0,-1 1 1 0 0,1-1 0 0 0,0 0 0 0 0,0 0 0 0 0,0 0 0 0 0,-1 1 0 0 0,1-1 0 0 0,0 0 0 0 0,0 1 0 0 0,-1-1 0 0 0,1 1 0 0 0,0-1 0 0 0,-1 1 0 0 0,1-1 0 0 0,0 1 0 0 0,-1-1 0 0 0,1 1 0 0 0,-1 0 0 0 0,1-1 0 0 0,-1 1-1 0 0,1 0 1 0 0,-1-1 0 0 0,0 1 0 0 0,1 0 0 0 0,-1 0 0 0 0,0-1 0 0 0,1 1 0 0 0,-1 0 0 0 0,0 0 0 0 0,0 0 0 0 0,0-1 0 0 0,0 1 0 0 0,0 0 0 0 0,0 0 0 0 0,0 0 0 0 0,0 0 0 0 0,0-1 0 0 0,0 1 0 0 0,0 0 0 0 0,-1 0-1 0 0,1 0 1 0 0,0-1 0 0 0,0 1 0 0 0,-1 0 0 0 0,1 0 0 0 0,-1-1 0 0 0,1 1 0 0 0,-1 0 0 0 0,1-1 0 0 0,-1 1 0 0 0,1 0 0 0 0,-1-1 0 0 0,1 1 0 0 0,-1-1 0 0 0,0 1 0 0 0,1-1 0 0 0,-1 1 0 0 0,0-1-14 0 0,-14 12-142 0 0,0 0 0 0 0,0-1 0 0 0,-1-1 0 0 0,0-1 0 0 0,-1 0 1 0 0,0-1-1 0 0,0-1 0 0 0,-11 3 142 0 0,10-3-129 0 0,-3 2-89 0 0,0-1 0 0 0,-1-1 0 0 0,0-1 0 0 0,0-1 0 0 0,-1-1 1 0 0,1-1-1 0 0,-11 0 218 0 0,32-3-45 0 0,1 0-4 0 0,0 0 29 0 0,-7 4 602 0 0,9 2-487 0 0,-1 1 1 0 0,-1-1 0 0 0,1 1-1 0 0,-1-1 1 0 0,0 0-1 0 0,-1 1 1 0 0,0-1-1 0 0,0 1 1 0 0,0-1 0 0 0,-1 0-1 0 0,1 0 1 0 0,-1 0-1 0 0,-1 0 1 0 0,1 0 0 0 0,-1 0-1 0 0,0-1 1 0 0,-1 1-1 0 0,1-1 1 0 0,-1 0-1 0 0,-4 4-95 0 0,1 3 168 0 0,-72 80 1061 0 0,80-82-191 0 0,159 55-656 0 0,-125-48-120 0 0,-1 0 0 0 0,0 3 0 0 0,-2 1 0 0 0,-1 1 0 0 0,16 15-262 0 0,66 34 549 0 0,-158-82-3800 0 0,-8-5 836 0 0,0-4 0 0 0,1-1 0 0 0,1-3 0 0 0,1-2 0 0 0,-21-15 2415 0 0,34 18-1613 0 0</inkml:trace>
  <inkml:trace contextRef="#ctx0" brushRef="#br0" timeOffset="2969.427">1144 683 1804 0 0,'-2'-1'56'0'0,"-36"-31"2800"0"0,37 32-2759 0 0,1-1 0 0 0,-1 0 0 0 0,1 1 0 0 0,-1-1 0 0 0,1 0 0 0 0,-1 0 0 0 0,1 1 0 0 0,-1-1 0 0 0,1 0 0 0 0,0 0-1 0 0,-1 0 1 0 0,1 0 0 0 0,0 0 0 0 0,0 1 0 0 0,0-1 0 0 0,0 0 0 0 0,0 0 0 0 0,0 0 0 0 0,0 0 0 0 0,0 0 0 0 0,0 0 0 0 0,0 0 0 0 0,0 1 0 0 0,0-1 0 0 0,1 0 0 0 0,-1 0-1 0 0,0 0 1 0 0,1 0 0 0 0,-1 1 0 0 0,1-1 0 0 0,-1 0 0 0 0,0 0 0 0 0,1 1 0 0 0,0-1 0 0 0,-1 0 0 0 0,1 1 0 0 0,-1-1 0 0 0,1 0 0 0 0,0 1 0 0 0,0-1 0 0 0,-1 1 0 0 0,1-1-1 0 0,0 1 1 0 0,0 0 0 0 0,0-1 0 0 0,-1 1 0 0 0,1 0 0 0 0,0-1 0 0 0,0 1 0 0 0,0 0 0 0 0,0 0 0 0 0,0 0-97 0 0,27-8 715 0 0,0 2 0 0 0,0 1 1 0 0,0 1-1 0 0,0 2 0 0 0,1 1 0 0 0,-1 1 1 0 0,6 1-716 0 0,0-1 745 0 0,32 4 63 0 0,30 17 203 0 0,-95-21-977 0 0,0 0-1 0 0,1 0 1 0 0,-1-1-1 0 0,0 1 1 0 0,0 0 0 0 0,1 0-1 0 0,-1 0 1 0 0,0 1-1 0 0,1-1 1 0 0,-1 0-1 0 0,0 0 1 0 0,0 1-1 0 0,0-1 1 0 0,1 1-1 0 0,-1-1 1 0 0,0 1 0 0 0,0 0-1 0 0,0-1 1 0 0,0 1-1 0 0,0 0 1 0 0,0 0-1 0 0,0-1 1 0 0,0 1-1 0 0,0 0 1 0 0,0 0-1 0 0,0 0 1 0 0,-1 0 0 0 0,1 1-1 0 0,0-1 1 0 0,-1 0-1 0 0,1 0 1 0 0,-1 0-1 0 0,1 0 1 0 0,-1 1-1 0 0,1-1 1 0 0,-1 0 0 0 0,0 0-1 0 0,0 1 1 0 0,0-1-1 0 0,0 0 1 0 0,0 1-1 0 0,0-1 1 0 0,0 0-1 0 0,0 2-33 0 0,-15 10-119 0 0,0 0-1 0 0,-1-2 0 0 0,0 1 1 0 0,-1-2-1 0 0,0 0 0 0 0,-1-1 0 0 0,0-1 1 0 0,-2 0 119 0 0,-17 10-693 0 0,-172 65-3236 0 0,20-8-3193 0 0,139-53 4179 0 0,36-12 1555 0 0</inkml:trace>
  <inkml:trace contextRef="#ctx0" brushRef="#br0" timeOffset="3221.66">903 969 924 0 0,'-12'10'3699'0'0,"19"-10"1610"0"0,11-7-4467 0 0,0 0 0 0 0,1 2 0 0 0,-1 0 1 0 0,1 1-1 0 0,0 1 0 0 0,0 0 1 0 0,12 1-843 0 0,25-4 1086 0 0,387-26 2991 0 0,-232 5-6081 0 0,-225 28-4949 0 0,-14-3 2661 0 0,-4-1 1636 0 0,-13 3 15 0 0,20 0 1124 0 0</inkml:trace>
  <inkml:trace contextRef="#ctx0" brushRef="#br0" timeOffset="3378">1449 860 996 0 0,'-13'120'7702'0'0,"-19"8"-7416"0"0,14-89-6984 0 0,16-33 5248 0 0</inkml:trace>
  <inkml:trace contextRef="#ctx0" brushRef="#br0" timeOffset="3596.254">1384 1012 2184 0 0,'-17'48'7055'0'0,"-38"15"-5254"0"0,46-54-1316 0 0,1 0-572 0 0,1-1-1 0 0,-2 1 1 0 0,1-2-1 0 0,-1 1 0 0 0,0-1 1 0 0,0 0-1 0 0,-1-1 1 0 0,0 0-1 0 0,0-1 1 0 0,0 0-1 0 0,-1-1 1 0 0,1 0-1 0 0,-1 0 1 0 0,0-1-1 0 0,-3 0 88 0 0,6-6-804 0 0,2-1 353 0 0,0 1 0 0 0,1-1 0 0 0,0 0 0 0 0,-1-1-1 0 0,2 1 1 0 0,-1-1 0 0 0,0 0 0 0 0,1 0 0 0 0,0-1 0 0 0,0 1 0 0 0,0-1-1 0 0,-1-4 452 0 0,0-9-1642 0 0</inkml:trace>
  <inkml:trace contextRef="#ctx0" brushRef="#br0" timeOffset="3752.214">1267 983 1164 0 0,'92'6'3310'0'0,"311"163"6303"0"0,-204-125-8717 0 0,-62-45-3625 0 0,96-65-7201 0 0,-202 54 8582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38.826"/>
    </inkml:context>
    <inkml:brush xml:id="br0">
      <inkml:brushProperty name="width" value="0.05" units="cm"/>
      <inkml:brushProperty name="height" value="0.05" units="cm"/>
      <inkml:brushProperty name="color" value="#FFFFFF"/>
    </inkml:brush>
  </inkml:definitions>
  <inkml:trace contextRef="#ctx0" brushRef="#br0">665 1 2080 0 0,'-102'184'7628'0'0,"-41"64"-4808"0"0,-119 183-284 0 0,119-129-3655 0 0,128-275-94 0 0,24-43-1125 0 0,88-142-5510 0 0,-68 116 6278 0 0</inkml:trace>
  <inkml:trace contextRef="#ctx0" brushRef="#br0" timeOffset="503.977">951 105 1348 0 0,'-8'21'6338'0'0,"0"-8"-4830"0"0,-16 25-565 0 0,-2-2 0 0 0,-2 0 0 0 0,-1-2 1 0 0,-2-1-1 0 0,-1-1 0 0 0,-6 3-943 0 0,-131 110 1723 0 0,115-112-2444 0 0,58-51-494 0 0,19-10 845 0 0,2 1 1 0 0,1 2-1 0 0,1 1 1 0 0,1 0-1 0 0,1 3 1 0 0,1 0-1 0 0,1 2 1 0 0,20-10 369 0 0,93-31-302 0 0,-90 56 1212 0 0,-49 7-616 0 0,-2-1-180 0 0,-1 0 0 0 0,0 0-1 0 0,0 0 1 0 0,1 0-1 0 0,-2 0 1 0 0,1 0-1 0 0,0 1 1 0 0,0-1-1 0 0,-1 1 1 0 0,1-1-1 0 0,-1 1 1 0 0,0 0-1 0 0,1 0 1 0 0,-2 0-1 0 0,1-1 1 0 0,0 1-1 0 0,0 0 1 0 0,-1 0-1 0 0,0 0 1 0 0,1 2-114 0 0,-5 11 151 0 0,0 0 1 0 0,-1 0 0 0 0,0-1 0 0 0,-2 0 0 0 0,0 0-1 0 0,0 0 1 0 0,-1-1 0 0 0,-1 0 0 0 0,-1 0 0 0 0,0-1-1 0 0,0-1 1 0 0,-1 1 0 0 0,-1-2 0 0 0,0 1 0 0 0,-12 7-152 0 0,-1 3-14 0 0,-1-1 0 0 0,0-1 0 0 0,-2-2 1 0 0,0 0-1 0 0,-1-2 0 0 0,-1-1 1 0 0,-1-2-1 0 0,1-1 0 0 0,-10 2 14 0 0,-20-4-1469 0 0,59-10 1374 0 0,0 0 0 0 0,0 0 1 0 0,0 0-1 0 0,0 0 1 0 0,-1 0-1 0 0,1 0 1 0 0,0 0-1 0 0,0 0 1 0 0,0-1-1 0 0,0 1 1 0 0,0 0-1 0 0,0-1 1 0 0,0 1-1 0 0,0-1 1 0 0,0 1-1 0 0,0-1 1 0 0,0 0-1 0 0,0 1 1 0 0,0-1-1 0 0,0 0 1 0 0,0 0-1 0 0,1 1 0 0 0,-1-1 1 0 0,0 0-1 0 0,1 0 1 0 0,-1 0-1 0 0,0 0 1 0 0,1 0-1 0 0,-1 0 1 0 0,1 0-1 0 0,-1 0 1 0 0,1 0-1 0 0,0 0 1 0 0,0-1-1 0 0,-1 1 1 0 0,1 0-1 0 0,0 0 1 0 0,0 0-1 0 0,0 0 1 0 0,0 0-1 0 0,0 0 1 0 0,0-1-1 0 0,1 1 0 0 0,-1 0 1 0 0,0 0-1 0 0,0 0 1 0 0,1 0-1 0 0,-1 0 1 0 0,1 0-1 0 0,-1 0 95 0 0,7-18-1065 0 0,0 0 0 0 0,1 1 0 0 0,1 0 0 0 0,1 0 0 0 0,0 1 0 0 0,1 0 0 0 0,9-9 1065 0 0,-3 1-659 0 0</inkml:trace>
  <inkml:trace contextRef="#ctx0" brushRef="#br0" timeOffset="691.093">665 450 4092 0 0,'5'-3'202'0'0,"-1"1"0"0"0,1-1 0 0 0,0 1 0 0 0,-1 1 0 0 0,1-1 0 0 0,0 1 0 0 0,0-1 0 0 0,0 1 0 0 0,0 1 0 0 0,0-1-1 0 0,1 1 1 0 0,-1 0 0 0 0,0 0 0 0 0,0 0 0 0 0,0 1 0 0 0,0 0 0 0 0,0 0 0 0 0,0 0 0 0 0,0 1 0 0 0,0-1 0 0 0,0 1 0 0 0,-1 0 0 0 0,1 1-1 0 0,-1-1 1 0 0,1 1 0 0 0,-1 0 0 0 0,4 3-202 0 0,11 9 603 0 0,-2 0-1 0 0,1 1 0 0 0,-2 1 1 0 0,0 0-1 0 0,-1 1 0 0 0,6 12-602 0 0,32 35 1457 0 0,122 94 1131 0 0,-161-150-2825 0 0,10 8-1188 0 0,-17-2-2490 0 0,-7-15 2130 0 0,0 0-5 0 0,0 0 180 0 0,-4 2 119 0 0,-10 5 75 0 0,3-4 38 0 0</inkml:trace>
  <inkml:trace contextRef="#ctx0" brushRef="#br0" timeOffset="1242.159">740 892 1128 0 0,'-39'100'8635'0'0,"30"-69"-6666"0"0,2-11-2424 0 0,-1-29-887 0 0,26-65 1197 0 0,9-1 960 0 0,-25 70-693 0 0,-1 0 0 0 0,1 1 0 0 0,0-1 0 0 0,0 1 0 0 0,0-1 0 0 0,0 1 0 0 0,1 0 0 0 0,0 0 0 0 0,0 0 0 0 0,0 0 1 0 0,0 0-1 0 0,0 1 0 0 0,1 0 0 0 0,0-1 0 0 0,0 1 0 0 0,0 0 0 0 0,0 1 0 0 0,0-1 0 0 0,0 1 0 0 0,1 0 0 0 0,-1 0 0 0 0,1 0 0 0 0,0 1 0 0 0,-1-1 0 0 0,1 1 0 0 0,0 0 0 0 0,0 1 0 0 0,0-1 0 0 0,0 1 0 0 0,0 0 0 0 0,-1 0 1 0 0,1 1-1 0 0,0-1 0 0 0,0 1 0 0 0,0 0-122 0 0,13 4 194 0 0,0 1-1 0 0,-1 1 1 0 0,0 0 0 0 0,-1 1 0 0 0,0 1 0 0 0,0 1 0 0 0,0 0-1 0 0,-2 1 1 0 0,1 0 0 0 0,-1 1 0 0 0,2 4-194 0 0,-15-14-10 0 0,0 0 0 0 0,0 0 0 0 0,-1 1 1 0 0,1-1-1 0 0,-1 0 0 0 0,1 0 0 0 0,-1 1 1 0 0,0-1-1 0 0,0 0 0 0 0,0 1 0 0 0,0-1 0 0 0,0 0 1 0 0,-1 0-1 0 0,1 1 0 0 0,-1-1 0 0 0,1 0 0 0 0,-1 0 1 0 0,0 0-1 0 0,0 1 0 0 0,0-1 0 0 0,0 0 0 0 0,0 0 1 0 0,0 0-1 0 0,-1-1 0 0 0,1 1 0 0 0,0 0 0 0 0,-1 0 1 0 0,0-1-1 0 0,1 1 0 0 0,-1-1 0 0 0,0 1 10 0 0,0-1 19 0 0,-2 3-117 0 0,1 0 0 0 0,-1-1-1 0 0,0 1 1 0 0,0-1 0 0 0,-1 0-1 0 0,1-1 1 0 0,-1 1 0 0 0,1-1-1 0 0,-1 0 1 0 0,0 0 0 0 0,0 0-1 0 0,0-1 1 0 0,0 1 0 0 0,0-1 0 0 0,-4 0 98 0 0,-20 6-585 0 0,24-7 509 0 0,0 1 0 0 0,0-1 0 0 0,0 0 0 0 0,1-1 0 0 0,-1 1 1 0 0,0-1-1 0 0,0 0 0 0 0,1 0 0 0 0,-1 0 0 0 0,1-1 0 0 0,-1 0 0 0 0,1 0 0 0 0,0 0 0 0 0,-1 0 0 0 0,1-1 0 0 0,0 1 0 0 0,0-1 0 0 0,1 0 0 0 0,-1 0 0 0 0,1-1 0 0 0,-1 1 0 0 0,1-1 0 0 0,0 1 0 0 0,0-1 0 0 0,1 0 0 0 0,-1 0 0 0 0,1-1 0 0 0,0 1 0 0 0,0 0 0 0 0,0-1 0 0 0,1 1 0 0 0,-1-1 0 0 0,1 0 0 0 0,0 1 0 0 0,0-2 76 0 0,1 5-15 0 0,0-12-49 0 0,2 11 36 0 0,-1 0 0 0 0,0-1 0 0 0,1 1 0 0 0,-1 0-1 0 0,1 0 1 0 0,0 0 0 0 0,0 0 0 0 0,-1 0 0 0 0,1 0 0 0 0,1 1 0 0 0,-1-1-1 0 0,0 1 1 0 0,0-1 0 0 0,1 1 0 0 0,-1 0 0 0 0,0 0 0 0 0,1 0 0 0 0,-1 0-1 0 0,1 0 1 0 0,0 0 0 0 0,-1 1 0 0 0,1-1 0 0 0,0 1 0 0 0,-1 0 0 0 0,1 0-1 0 0,0 0 1 0 0,-1 0 0 0 0,1 0 0 0 0,1 1 28 0 0,1-6-1616 0 0,-4 2-3875 0 0,-1 3 5299 0 0</inkml:trace>
  <inkml:trace contextRef="#ctx0" brushRef="#br0" timeOffset="1508.93">877 874 4480 0 0,'0'0'45'0'0,"-1"0"0"0"0,1-1 0 0 0,-1 1 0 0 0,1 0 0 0 0,-1 0 1 0 0,1-1-1 0 0,-1 1 0 0 0,1 0 0 0 0,-1 0 0 0 0,0 0 0 0 0,1 0 0 0 0,-1-1 0 0 0,1 1 0 0 0,-1 0 0 0 0,0 0 0 0 0,1 0 0 0 0,-1 0 0 0 0,1 1 0 0 0,-1-1 0 0 0,0 0 0 0 0,1 0 0 0 0,-1 0 0 0 0,1 0 0 0 0,-1 1 0 0 0,1-1 0 0 0,-1 0 0 0 0,0 0 0 0 0,1 1 0 0 0,-1-1 0 0 0,1 1 0 0 0,-1-1 0 0 0,1 0 0 0 0,0 1 0 0 0,-1-1 0 0 0,1 1 0 0 0,-1-1 0 0 0,1 1 0 0 0,0-1 0 0 0,-1 1 0 0 0,1-1 0 0 0,0 1 0 0 0,0-1 0 0 0,0 1 0 0 0,-1 0 0 0 0,1-1 0 0 0,0 1 0 0 0,0-1 0 0 0,0 1 0 0 0,0 0 0 0 0,0-1 0 0 0,0 1 0 0 0,0-1 0 0 0,0 1 0 0 0,0 0 0 0 0,0-1 0 0 0,0 1 0 0 0,0-1 0 0 0,1 1 0 0 0,-1-1 0 0 0,0 1 0 0 0,0 0-45 0 0,-1 8 225 0 0,-43 100 763 0 0,-1-38 526 0 0,69-82 1808 0 0,37-1-2826 0 0,-46 10-179 0 0,86-4-302 0 0,-25-13-2119 0 0,62-13-7577 0 0,-124 31 8251 0 0</inkml:trace>
  <inkml:trace contextRef="#ctx0" brushRef="#br0" timeOffset="1933.238">1606 376 1768 0 0,'1'-4'1356'0'0,"1"1"-256"0"0,2 0-76 0 0,0 1-191 0 0,2 2-29 0 0,-3 2-164 0 0,1 1-188 0 0,-2 1-84 0 0,1 2-172 0 0,-2 0-176 0 0,1 3 0 0 0,-2 0-616 0 0,-2-1-420 0 0,-2 16-480 0 0,4-24 103 0 0,-9 34 49 0 0,0-12 0 0 0</inkml:trace>
  <inkml:trace contextRef="#ctx0" brushRef="#br0" timeOffset="2185.391">1500 652 1088 0 0,'-2'4'1020'0'0,"2"0"-128"0"0,-2 1-192 0 0,2 0-176 0 0,0 0-132 0 0,-2 0-268 0 0,4 0 64 0 0,-2 1-32 0 0,2-2-212 0 0,-2 1-148 0 0,-2 0-184 0 0,-1-1-364 0 0,-3 2-312 0 0,5 3 24 0 0</inkml:trace>
  <inkml:trace contextRef="#ctx0" brushRef="#br0" timeOffset="2357.034">1402 1032 1148 0 0,'21'0'5323'0'0,"12"-25"-3936"0"0,-25 18-906 0 0,149-170 1878 0 0,-82 53-5767 0 0,-46 71-489 0 0,-17 32 2540 0 0</inkml:trace>
  <inkml:trace contextRef="#ctx0" brushRef="#br0" timeOffset="2529.348">1883 324 1140 0 0,'11'32'6893'0'0,"-1"11"-6746"0"0,-11-41-960 0 0,1-2-443 0 0,-10 22-1467 0 0,0-4 1195 0 0</inkml:trace>
  <inkml:trace contextRef="#ctx0" brushRef="#br0" timeOffset="2700.315">1743 568 928 0 0,'0'9'6198'0'0,"25"-2"-3874"0"0,185-5 1620 0 0,-126-2-7445 0 0,-98 12-2793 0 0,3-6 5505 0 0,-8 8-617 0 0</inkml:trace>
  <inkml:trace contextRef="#ctx0" brushRef="#br0" timeOffset="2896.395">1755 755 1592 0 0,'0'0'147'0'0,"1"0"-1"0"0,0 0 1 0 0,0-1-1 0 0,-1 1 1 0 0,1 0-1 0 0,0 0 1 0 0,0 0 0 0 0,-1 0-1 0 0,1 0 1 0 0,0 0-1 0 0,0 0 1 0 0,-1 1-1 0 0,1-1 1 0 0,0 0 0 0 0,-1 0-1 0 0,1 0 1 0 0,0 1-1 0 0,0-1 1 0 0,-1 0-1 0 0,1 1 1 0 0,-1-1-1 0 0,1 1 1 0 0,0-1 0 0 0,-1 1-1 0 0,1-1 1 0 0,-1 1-1 0 0,1-1 1 0 0,-1 1-1 0 0,1-1 1 0 0,-1 1-1 0 0,1 0 1 0 0,-1-1 0 0 0,0 1-1 0 0,1 0 1 0 0,-1-1-1 0 0,0 1 1 0 0,0 0-1 0 0,0 0 1 0 0,1-1 0 0 0,-1 1-1 0 0,0 0 1 0 0,0-1-1 0 0,0 1 1 0 0,0 0-1 0 0,0 0 1 0 0,0-1-1 0 0,0 1 1 0 0,0 0 0 0 0,-1 0-1 0 0,1-1 1 0 0,0 1-1 0 0,0 0 1 0 0,-1-1-1 0 0,1 1 1 0 0,0 0-1 0 0,-1-1 1 0 0,1 1 0 0 0,-1 0-1 0 0,1-1 1 0 0,-1 1-1 0 0,1-1 1 0 0,-1 1-1 0 0,1-1 1 0 0,-1 1-1 0 0,1-1 1 0 0,-1 1-147 0 0,29-1 622 0 0,-1-2 0 0 0,0 0 0 0 0,1-2-1 0 0,-1-1 1 0 0,19-6-622 0 0,7-1 468 0 0,16-3-1203 0 0,-68 15 313 0 0,-12-9-3807 0 0,-29-5-1973 0 0,31 12 5488 0 0</inkml:trace>
  <inkml:trace contextRef="#ctx0" brushRef="#br0" timeOffset="3263.377">1975 695 2848 0 0,'-58'-22'4817'0'0,"48"55"-2336"0"0,5 15-1479 0 0,3-20-908 0 0,-1 0 0 0 0,-1 0 0 0 0,-1 0 0 0 0,-2-1 0 0 0,-1 0 0 0 0,0 0 0 0 0,-3-1 0 0 0,-7 15-94 0 0,14-35-162 0 0,0 0 0 0 0,-1 0 0 0 0,0 0-1 0 0,0-1 1 0 0,-1 1 0 0 0,1-1-1 0 0,-1-1 1 0 0,-1 1 0 0 0,1-1-1 0 0,0 0 1 0 0,-1 0 0 0 0,0-1 0 0 0,0 0-1 0 0,0 0 1 0 0,-6 1 162 0 0,7-1-24 0 0,4-3 157 0 0,-28-2 1968 0 0,8-20-48 0 0,43 15 163 0 0,363-12 1097 0 0,-257 40-4769 0 0,-94-13-5638 0 0,-37-5 3851 0 0,-12 8 1617 0 0,-17 1-1267 0 0,10-2 1487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36.320"/>
    </inkml:context>
    <inkml:brush xml:id="br0">
      <inkml:brushProperty name="width" value="0.05" units="cm"/>
      <inkml:brushProperty name="height" value="0.05" units="cm"/>
      <inkml:brushProperty name="color" value="#FFFFFF"/>
    </inkml:brush>
  </inkml:definitions>
  <inkml:trace contextRef="#ctx0" brushRef="#br0">67 166 888 0 0,'25'40'7940'0'0,"4"25"-6121"0"0,-42-10-4521 0 0,-40 21-2485 0 0,39-62 3845 0 0</inkml:trace>
  <inkml:trace contextRef="#ctx0" brushRef="#br0" timeOffset="246.948">4 466 924 0 0,'-1'3'380'0'0,"0"0"0"0"0,1-1-1 0 0,-1 1 1 0 0,1 0 0 0 0,0 0 0 0 0,0 0-1 0 0,0 0 1 0 0,0 0 0 0 0,0 0 0 0 0,1 0-1 0 0,0 0 1 0 0,-1 0 0 0 0,1-1 0 0 0,0 1 0 0 0,0 0-1 0 0,0 0 1 0 0,1-1 0 0 0,-1 1 0 0 0,1-1-1 0 0,-1 1 1 0 0,1-1 0 0 0,0 0 0 0 0,0 0-1 0 0,0 0 1 0 0,0 0 0 0 0,0 0 0 0 0,3 2-380 0 0,0 1 182 0 0,-1 1 1 0 0,1 0-1 0 0,-1 0 1 0 0,0 1-1 0 0,-1-1 1 0 0,0 1-1 0 0,0 0 1 0 0,0 0-1 0 0,-1 0 1 0 0,0 0-1 0 0,0 0 1 0 0,0 1-1 0 0,-1-1 1 0 0,-1 0-1 0 0,1 1 1 0 0,-1-1-1 0 0,0 1 1 0 0,-2 6-183 0 0,0 58 680 0 0,-35 118-175 0 0,37-191-524 0 0,1 1 1 0 0,-1 0-1 0 0,0 0 1 0 0,1 0-1 0 0,-1-1 0 0 0,1 1 1 0 0,-1 0-1 0 0,1 0 1 0 0,-1 0-1 0 0,0 0 0 0 0,1 0 1 0 0,-1 0-1 0 0,1 0 0 0 0,-1 0 1 0 0,1 0-1 0 0,-1 0 1 0 0,1 0-1 0 0,-1 0 0 0 0,1 0 1 0 0,-1 1-1 0 0,0-1 1 0 0,1 0-1 0 0,-1 0 0 0 0,1 0 1 0 0,-1 1-1 0 0,0-1 0 0 0,1 0 1 0 0,-1 0-1 0 0,0 1 1 0 0,1-1-1 0 0,-1 0 0 0 0,0 1 1 0 0,1-1-1 0 0,-1 0 1 0 0,0 1-1 0 0,0-1 0 0 0,1 1 1 0 0,-1-1-1 0 0,0 0 0 0 0,0 1 1 0 0,0-1-1 0 0,1 1 1 0 0,-1-1-1 0 0,0 1 0 0 0,0-1 1 0 0,0 0-1 0 0,0 1 1 0 0,0-1-1 0 0,0 1 0 0 0,0-1 1 0 0,0 1-1 0 0,0-1 0 0 0,0 1 1 0 0,0-1-1 0 0,-1 1 1 0 0,1-1-1 0 0,0 0 0 0 0,0 1 1 0 0,0-1-1 0 0,0 1 1 0 0,-1-1-1 0 0,1 0 0 0 0,0 1 1 0 0,0-1-1 0 0,-1 0 0 0 0,1 1 1 0 0,0-1-1 0 0,-1 0 1 0 0,1 1-1 0 0,-1-1 19 0 0,26-23-659 0 0,52-106-3337 0 0,-17-11-2172 0 0,-45 102 4642 0 0</inkml:trace>
  <inkml:trace contextRef="#ctx0" brushRef="#br0" timeOffset="724.964">370 302 1924 0 0,'106'-184'4857'0'0,"-63"133"-1340"0"0,-42 51-2827 0 0,-3 7-466 0 0,0 1 0 0 0,0 0 1 0 0,-1 0-1 0 0,0-1 0 0 0,-1 0 1 0 0,0 1-1 0 0,0-1 1 0 0,0-1-1 0 0,-1 1 0 0 0,0-1 1 0 0,0 1-1 0 0,-1-1 0 0 0,-1 1-224 0 0,-6 7 305 0 0,-193 215 903 0 0,180-198-1296 0 0,66-55 113 0 0,2 1 0 0 0,0 2 0 0 0,1 2 0 0 0,1 1-1 0 0,1 3 1 0 0,24-5-25 0 0,-69 21-12 0 0,0-1-1 0 0,0 0 1 0 0,-1 1 0 0 0,1-1-1 0 0,0 0 1 0 0,0 1 0 0 0,0-1-1 0 0,0 1 1 0 0,0-1 0 0 0,-1 0-1 0 0,1 1 1 0 0,0-1-1 0 0,0 1 1 0 0,0-1 0 0 0,0 0-1 0 0,0 1 1 0 0,0-1 0 0 0,0 1-1 0 0,0-1 1 0 0,0 0 0 0 0,0 1-1 0 0,1-1 1 0 0,-1 1-1 0 0,0-1 1 0 0,0 0 0 0 0,0 1-1 0 0,0-1 1 0 0,1 0 0 0 0,-1 1-1 0 0,0-1 1 0 0,0 0 0 0 0,1 1-1 0 0,-1-1 1 0 0,0 0 0 0 0,0 1-1 0 0,1-1 1 0 0,-1 0-1 0 0,0 0 1 0 0,1 0 0 0 0,-1 1-1 0 0,1-1 1 0 0,-1 0 0 0 0,0 0-1 0 0,1 0 1 0 0,-1 0 0 0 0,0 1-1 0 0,1-1 1 0 0,-1 0 0 0 0,1 0-1 0 0,-1 0 1 0 0,0 0-1 0 0,1 0 1 0 0,-1 0 0 0 0,1 0-1 0 0,-1 0 13 0 0,-30 28-395 0 0,-3-2 125 0 0,-1-1 1 0 0,-1-2 0 0 0,-1-2-1 0 0,-30 13 270 0 0,53-29-11 0 0,20-12 76 0 0,5 0 21 0 0,77-32-46 0 0,-89 39-100 0 0,0 0-22 0 0,0 0 47 0 0,7 33-837 0 0,-34 24-1825 0 0,3-21-4258 0 0,21-32 5499 0 0</inkml:trace>
  <inkml:trace contextRef="#ctx0" brushRef="#br0" timeOffset="974.777">320 581 1148 0 0,'-7'3'808'0'0,"2"3"-48"0"0,-3-2-204 0 0,3 0-96 0 0,-4 0-164 0 0,2 0-36 0 0,0-3-176 0 0,-8 16-88 0 0,5-8-280 0 0,0-2-104 0 0,-1-4-316 0 0,-3 0-240 0 0,8 3-176 0 0</inkml:trace>
  <inkml:trace contextRef="#ctx0" brushRef="#br0" timeOffset="1179.178">171 670 944 0 0,'-21'5'5582'0'0,"22"-5"-5436"0"0,-1 0 0 0 0,0 0 0 0 0,0 0 0 0 0,0 0 0 0 0,0 1 0 0 0,1-1-1 0 0,-1 0 1 0 0,0 0 0 0 0,0 0 0 0 0,0 0 0 0 0,0 0 0 0 0,1 0 0 0 0,-1 1 0 0 0,0-1 0 0 0,0 0 0 0 0,0 0-1 0 0,0 0 1 0 0,0 0 0 0 0,0 1 0 0 0,0-1 0 0 0,0 0 0 0 0,0 0 0 0 0,0 0 0 0 0,1 0 0 0 0,-1 1 0 0 0,0-1-1 0 0,0 0 1 0 0,0 0 0 0 0,0 0 0 0 0,0 1 0 0 0,0-1 0 0 0,0 0 0 0 0,-1 0 0 0 0,1 0 0 0 0,0 1 0 0 0,0-1-1 0 0,0 0 1 0 0,0 0 0 0 0,0 0 0 0 0,0 1 0 0 0,0-1 0 0 0,0 0 0 0 0,0 0-146 0 0,60-14 3259 0 0,156-22-658 0 0,19 35-1461 0 0,-114 1-3303 0 0,-121 0 2096 0 0,0 0 1 0 0,0 1-1 0 0,0-1 0 0 0,0 0 1 0 0,0 0-1 0 0,-1 0 0 0 0,1 1 0 0 0,0-1 1 0 0,0 0-1 0 0,0 0 0 0 0,0 1 1 0 0,0-1-1 0 0,0 0 0 0 0,0 0 1 0 0,0 0-1 0 0,0 1 0 0 0,0-1 1 0 0,0 0-1 0 0,0 0 0 0 0,0 1 1 0 0,0-1-1 0 0,0 0 0 0 0,0 0 0 0 0,0 1 1 0 0,0-1-1 0 0,0 0 0 0 0,0 0 1 0 0,0 0-1 0 0,0 1 0 0 0,0-1 1 0 0,1 0-1 0 0,-1 0 0 0 0,0 1 1 0 0,0-1-1 0 0,0 0 0 0 0,0 0 1 0 0,0 0-1 0 0,1 0 0 0 0,-1 1 0 0 0,0-1 1 0 0,0 0-1 0 0,0 0 0 0 0,1 0 1 0 0,-1 0 66 0 0,-146-3-11925 0 0,99-10 10507 0 0</inkml:trace>
  <inkml:trace contextRef="#ctx0" brushRef="#br0" timeOffset="1461.901">425 365 2188 0 0,'11'-27'6832'0'0,"1"50"-1941"0"0,3 80-2850 0 0,-5 0 1 0 0,-4 1 0 0 0,-8 101-2042 0 0,1-71 348 0 0,-18-58-957 0 0,18-66-714 0 0,0-10 824 0 0,1 0-1 0 0,-1 0 0 0 0,1-1 0 0 0,0 1 0 0 0,-1 0 1 0 0,1 0-1 0 0,0 0 0 0 0,-1 0 0 0 0,1 0 0 0 0,-1 0 1 0 0,1 0-1 0 0,0 0 0 0 0,-1 0 0 0 0,1 0 0 0 0,0 0 1 0 0,-1 0-1 0 0,1 0 0 0 0,-1 0 0 0 0,1 0 0 0 0,0 0 0 0 0,-1 1 1 0 0,1-1 499 0 0,-7-66-4469 0 0,5 35 3069 0 0</inkml:trace>
  <inkml:trace contextRef="#ctx0" brushRef="#br0" timeOffset="1889.211">301 0 2040 0 0,'19'4'8186'0'0,"6"4"-5629"0"0,11 3-1488 0 0,8-2 26 0 0,17 2-3762 0 0,-60-11 1319 0 0,-1 0-368 0 0,19 0-4702 0 0,-12 0 4824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33.472"/>
    </inkml:context>
    <inkml:brush xml:id="br0">
      <inkml:brushProperty name="width" value="0.05" units="cm"/>
      <inkml:brushProperty name="height" value="0.05" units="cm"/>
      <inkml:brushProperty name="color" value="#FFFFFF"/>
    </inkml:brush>
  </inkml:definitions>
  <inkml:trace contextRef="#ctx0" brushRef="#br0">539 0 1292 0 0,'3'0'1722'0'0,"9"0"-188"0"0,-9 0-152 0 0,-3 0-168 0 0,0 0-151 0 0,0 0-88 0 0,0 0 37 0 0,0 0-150 0 0,0 0-61 0 0,-8 6 651 0 0,-109 73 214 0 0,-74 23-3285 0 0,-32-16-6475 0 0,208-83 6600 0 0,13-2 26 0 0</inkml:trace>
  <inkml:trace contextRef="#ctx0" brushRef="#br0" timeOffset="159.012">23 255 1336 0 0,'36'21'2858'0'0,"99"42"2612"0"0,-130-63-5656 0 0,1 1-1 0 0,0-1 0 0 0,0 0 0 0 0,0-1 1 0 0,0 1-1 0 0,0-1 0 0 0,0 0 0 0 0,0-1 1 0 0,-1 0-1 0 0,1 1 0 0 0,-1-2 1 0 0,1 1-1 0 0,-1-1 0 0 0,0 1 0 0 0,0-2 1 0 0,5-2 186 0 0,34-17-3749 0 0,-31 17 2249 0 0</inkml:trace>
  <inkml:trace contextRef="#ctx0" brushRef="#br0" timeOffset="441.693">498 222 1008 0 0,'0'0'174'0'0,"0"0"-1"0"0,0 1 1 0 0,1-1 0 0 0,-1 1-1 0 0,0-1 1 0 0,0 0 0 0 0,0 1-1 0 0,0-1 1 0 0,1 0 0 0 0,-1 1-1 0 0,0-1 1 0 0,0 0 0 0 0,1 1-1 0 0,-1-1 1 0 0,0 0 0 0 0,1 1-1 0 0,-1-1 1 0 0,0 0 0 0 0,1 0-1 0 0,-1 1 1 0 0,0-1 0 0 0,1 0-1 0 0,-1 0 1 0 0,0 0 0 0 0,1 0-1 0 0,-1 1 1 0 0,1-1 0 0 0,-1 0-1 0 0,0 0 1 0 0,1 0 0 0 0,-1 0-1 0 0,1 0 1 0 0,-1 0 0 0 0,1 0-1 0 0,-1 0 1 0 0,0 0 0 0 0,1 0-1 0 0,-1 0 1 0 0,1-1 0 0 0,-1 1-1 0 0,0 0 1 0 0,1 0 0 0 0,-1 0-1 0 0,1-1-173 0 0,-30 32 1218 0 0,-21 9-686 0 0,-1-3 0 0 0,-1-1 1 0 0,-2-3-1 0 0,-1-3 0 0 0,-2-1 1 0 0,-19 4-533 0 0,32-11 372 0 0,43-21-265 0 0,19-12 538 0 0,168-49 41 0 0,-69 26-368 0 0,128-49-2604 0 0,-230 76 1774 0 0,16-24-4468 0 0,-31 30 4818 0 0,1-3-650 0 0,0 3-2071 0 0,-1 1 1545 0 0</inkml:trace>
  <inkml:trace contextRef="#ctx0" brushRef="#br0" timeOffset="677.09">531 173 1684 0 0,'-68'-52'4849'0'0,"61"56"-2785"0"0,-3 21-1569 0 0,1 0-1 0 0,1 0 0 0 0,2 1 0 0 0,0 0 0 0 0,2 0 0 0 0,-2 22-494 0 0,-3 19 579 0 0,-41 353-318 0 0,49-420-772 0 0,1-1 0 0 0,0 1 0 0 0,-1 0-1 0 0,1 0 1 0 0,0-1 0 0 0,-1 1-1 0 0,1 0 1 0 0,-1 0 0 0 0,1 0-1 0 0,-1 0 1 0 0,1 0 0 0 0,0 0-1 0 0,-1 0 1 0 0,1 0 0 0 0,-1 0 0 0 0,1 0-1 0 0,-1 0 1 0 0,1 0 0 0 0,-1 0 511 0 0,3-11-1540 0 0</inkml:trace>
  <inkml:trace contextRef="#ctx0" brushRef="#br0" timeOffset="1349.139">307 578 1688 0 0,'0'0'11'0'0,"0"-2"186"0"0,-1 0 1 0 0,1 0-1 0 0,-1 0 0 0 0,0 1 0 0 0,0-1 1 0 0,1 0-1 0 0,-1 0 0 0 0,0 0 1 0 0,0 1-1 0 0,-1-1 0 0 0,1 0 1 0 0,0 1-1 0 0,-1-1 0 0 0,1 1 0 0 0,-1 0 1 0 0,1-1-1 0 0,-1 1 0 0 0,1 0 1 0 0,-1 0-1 0 0,0 0 0 0 0,0 0 1 0 0,1 0-1 0 0,-1 0 0 0 0,0 1 1 0 0,0-1-1 0 0,0 0 0 0 0,0 1 0 0 0,0 0 1 0 0,0-1-1 0 0,-2 1-197 0 0,-15 9 582 0 0,-1 0 1 0 0,2 1-1 0 0,-1 1 0 0 0,1 1 1 0 0,1 0-1 0 0,0 2 0 0 0,1 0 1 0 0,1 0-1 0 0,-3 4-582 0 0,18-18 18 0 0,0 1-1 0 0,-1-1 0 0 0,1 0 1 0 0,-1 0-1 0 0,1 0 0 0 0,-1 0 1 0 0,1 0-1 0 0,0 1 0 0 0,-1-1 1 0 0,1 0-1 0 0,0 0 0 0 0,-1 1 1 0 0,1-1-1 0 0,-1 0 0 0 0,1 0 1 0 0,0 1-1 0 0,0-1 0 0 0,-1 0 1 0 0,1 1-1 0 0,0-1 0 0 0,0 1 1 0 0,-1-1-1 0 0,1 0 0 0 0,0 1 1 0 0,0-1-1 0 0,0 1 0 0 0,0-1 1 0 0,0 0-1 0 0,-1 1 0 0 0,1-1 1 0 0,0 1-1 0 0,0-1 0 0 0,0 1 1 0 0,0-1-1 0 0,0 1 0 0 0,0-1 1 0 0,1 0-1 0 0,-1 1 1 0 0,0-1-1 0 0,0 1 0 0 0,0-1 1 0 0,0 1-1 0 0,0-1 0 0 0,1 0 1 0 0,-1 1-1 0 0,0-1 0 0 0,0 0 1 0 0,1 1-1 0 0,-1-1 0 0 0,0 0 1 0 0,0 1-1 0 0,1-1 0 0 0,-1 0 1 0 0,0 1-1 0 0,1-1 0 0 0,-1 0 1 0 0,1 0-1 0 0,-1 1 0 0 0,0-1 1 0 0,1 0-1 0 0,-1 0 0 0 0,1 0 1 0 0,-1 0-1 0 0,0 0 0 0 0,1 0 1 0 0,0 1-18 0 0,31-4 354 0 0,69-32-1307 0 0,0-5 0 0 0,90-49 953 0 0,-158 74-1583 0 0,-47 36 162 0 0,-100 70 474 0 0,108-86 952 0 0,-13 10 170 0 0,0 1-1 0 0,1 1 1 0 0,1 0-1 0 0,0 1 1 0 0,1 1 0 0 0,0 3-175 0 0,15-21 11 0 0,1 0 0 0 0,-1 0 0 0 0,1 0 0 0 0,-1-1 1 0 0,1 1-1 0 0,0 0 0 0 0,-1 0 0 0 0,1 0 0 0 0,0 0 1 0 0,0 0-1 0 0,0 0 0 0 0,0 0 0 0 0,0 0 1 0 0,0 0-1 0 0,0 0 0 0 0,0 0 0 0 0,0 0 0 0 0,0 0 1 0 0,0 0-1 0 0,0 0 0 0 0,1 0 0 0 0,-1 0 0 0 0,1 0 1 0 0,-1 0-1 0 0,0 0 0 0 0,1 0 0 0 0,-1 0 1 0 0,1 0-1 0 0,0-1 0 0 0,-1 1 0 0 0,1 0 0 0 0,0 0 1 0 0,0-1-1 0 0,-1 1 0 0 0,1 0 0 0 0,0-1 0 0 0,0 1 1 0 0,0-1-1 0 0,0 1 0 0 0,0-1 0 0 0,-1 0 1 0 0,1 1-1 0 0,0-1 0 0 0,0 0 0 0 0,0 1 0 0 0,0-1 1 0 0,0 0-1 0 0,0 0 0 0 0,0 0 0 0 0,0 0 0 0 0,0 0 1 0 0,0 0-1 0 0,0 0 0 0 0,0-1 0 0 0,0 1 0 0 0,0 0 1 0 0,0 0-1 0 0,0-1 0 0 0,0 1 0 0 0,0 0 1 0 0,0-1-1 0 0,0 1 0 0 0,0-1 0 0 0,0 0 0 0 0,-1 1 1 0 0,2-1-12 0 0,-26 35-1350 0 0,23-34 1357 0 0,0 1-1 0 0,0 0 1 0 0,0 0-1 0 0,1 0 0 0 0,-1 0 1 0 0,0 0-1 0 0,1 0 1 0 0,-1 0-1 0 0,1 0 1 0 0,-1 0-1 0 0,1 0 1 0 0,-1 0-1 0 0,1 1 1 0 0,0-1-1 0 0,0 0 0 0 0,-1 0 1 0 0,1 0-1 0 0,0 0 1 0 0,0 1-1 0 0,0-1 1 0 0,0 0-1 0 0,1 0 1 0 0,-1 0-1 0 0,0 0 1 0 0,0 1-1 0 0,1-1 0 0 0,-1 0 1 0 0,1 0-1 0 0,-1 0 1 0 0,1 0-1 0 0,-1 0 1 0 0,1 0-1 0 0,0 0 1 0 0,-1 0-1 0 0,1 0 1 0 0,0 0-1 0 0,0 0 1 0 0,-1-1-1 0 0,1 1 0 0 0,0 0 1 0 0,0 0-1 0 0,0-1 1 0 0,0 1-1 0 0,0-1 1 0 0,0 1-1 0 0,1-1 1 0 0,-1 1-1 0 0,0-1 1 0 0,0 0-1 0 0,0 1 0 0 0,0-1 1 0 0,0 0-1 0 0,1 0 1 0 0,-1 0-1 0 0,0 0 1 0 0,0 0-1 0 0,0 0-6 0 0,84-23 410 0 0,-84 23-264 0 0,-1 0-16 0 0,0 0-32 0 0,0 0-7 0 0,1 3-30 0 0,0-1-44 0 0,-1 0 0 0 0,1 1 0 0 0,-1-1-1 0 0,0 1 1 0 0,0-1 0 0 0,0 0-1 0 0,0 1 1 0 0,0-1 0 0 0,-1 1 0 0 0,1-1-1 0 0,-1 0 1 0 0,1 1 0 0 0,-1-1 0 0 0,0 0-1 0 0,0 0 1 0 0,0 1 0 0 0,0-1 0 0 0,0 0-1 0 0,-1 0 1 0 0,1 0 0 0 0,-1 0 0 0 0,1-1-1 0 0,-1 1 1 0 0,0 0 0 0 0,1-1 0 0 0,-1 1-1 0 0,-1 0-16 0 0,23-39-1873 0 0,42-71-4612 0 0,-47 78 5139 0 0</inkml:trace>
  <inkml:trace contextRef="#ctx0" brushRef="#br0" timeOffset="1940.901">766 144 1224 0 0,'22'-3'7803'0'0,"19"26"-5376"0"0,-29-15-1785 0 0,1-1-381 0 0,-1 0-1 0 0,0 1 1 0 0,-1 1 0 0 0,0 0-1 0 0,0 0 1 0 0,0 1-1 0 0,-2 1 1 0 0,1-1-1 0 0,-1 2 1 0 0,-1-1-1 0 0,0 1 1 0 0,-1 0-1 0 0,0 1 1 0 0,0 0-1 0 0,-2 0 1 0 0,0 0-1 0 0,0 1 1 0 0,-1-1-1 0 0,-1 1 1 0 0,1 4-261 0 0,3 166 1483 0 0,-34-66-1121 0 0,25-109-394 0 0,1 0 0 0 0,-1-1 0 0 0,-1 1 0 0 0,1 0 0 0 0,-1-1 1 0 0,-1 1-1 0 0,0-1 0 0 0,0 0 0 0 0,0-1 0 0 0,-1 1 0 0 0,0-1 0 0 0,-1 1 0 0 0,0-2 1 0 0,0 1-1 0 0,0 0 32 0 0,3-7-128 0 0,1 1 1 0 0,-1-1-1 0 0,1 1 1 0 0,-1-1 0 0 0,1 0-1 0 0,-1 0 1 0 0,1 0-1 0 0,-1-1 1 0 0,1 1-1 0 0,-1 0 1 0 0,1-1-1 0 0,0 0 1 0 0,-1 0 0 0 0,1 1-1 0 0,0-1 1 0 0,-1 0-1 0 0,1-1 1 0 0,0 1-1 0 0,0 0 1 0 0,0-1-1 0 0,0 1 1 0 0,0-1 0 0 0,0 0-1 0 0,1 1 1 0 0,-1-1-1 0 0,0 0 1 0 0,1 0-1 0 0,-1-1 128 0 0,-8-11-259 0 0,1 0 0 0 0,1-1 0 0 0,0 1-1 0 0,1-2 1 0 0,0 1 0 0 0,1-1-1 0 0,1 0 1 0 0,1 0 0 0 0,0 0-1 0 0,-1-16 260 0 0,-21-86 66 0 0,26 117 50 0 0,0 1 1 0 0,0 0-25 0 0,0 0 18 0 0,0 0 45 0 0,8-10 189 0 0,-7 13-433 0 0,-1 0 0 0 0,0 0 1 0 0,0 0-1 0 0,0-1 0 0 0,0 1 0 0 0,0 0 1 0 0,-1 0-1 0 0,1 0 0 0 0,-1-1 0 0 0,0 1 1 0 0,1 0-1 0 0,-1-1 0 0 0,-1 1 1 0 0,1 0-1 0 0,0-1 0 0 0,-1 0 0 0 0,1 1 1 0 0,-1-1-1 0 0,0 0 0 0 0,-1 2 89 0 0,-16 42-631 0 0,53-37 1111 0 0,-24-12-541 0 0,0-1 1 0 0,0 0 0 0 0,0-1 0 0 0,0 1-1 0 0,0-2 1 0 0,-1 0 0 0 0,0 0-1 0 0,0 0 1 0 0,-1-1 0 0 0,0-1 0 0 0,0 1-1 0 0,0-1 1 0 0,-1 0 0 0 0,3-5 60 0 0,16-29-4057 0 0,2-1-252 0 0,-15 22 2861 0 0</inkml:trace>
  <inkml:trace contextRef="#ctx0" brushRef="#br0" timeOffset="2468.327">1108 231 876 0 0,'0'-1'215'0'0,"1"-1"1"0"0,-1 1-1 0 0,1 0 1 0 0,0 0-1 0 0,0 0 1 0 0,-1 0-1 0 0,1 0 0 0 0,0 0 1 0 0,0 0-1 0 0,0 0 1 0 0,0 0-1 0 0,0 0 0 0 0,0 1 1 0 0,1-1-1 0 0,-1 0 1 0 0,0 1-1 0 0,0-1 0 0 0,0 1 1 0 0,1-1-1 0 0,-1 1 1 0 0,0 0-1 0 0,1 0 0 0 0,-1-1 1 0 0,0 1-1 0 0,1 0 1 0 0,-1 0-1 0 0,0 0 0 0 0,1 0 1 0 0,-1 0-1 0 0,0 1 1 0 0,0-1-1 0 0,1 0 1 0 0,-1 1-1 0 0,0-1 0 0 0,1 0 1 0 0,-1 1-1 0 0,0 0 1 0 0,0-1-1 0 0,0 1 0 0 0,0 0 1 0 0,0 0-1 0 0,0-1 1 0 0,0 1-1 0 0,0 0 0 0 0,0 0 1 0 0,0 0-1 0 0,0 0 1 0 0,0 0-1 0 0,0 1-215 0 0,69 82 4184 0 0,-53-62-3885 0 0,-2 1-1 0 0,-1 1 1 0 0,0 0-1 0 0,-2 1 1 0 0,-1 1 0 0 0,-1 0-1 0 0,-1 0 1 0 0,-1 1-1 0 0,-2 0 1 0 0,-1 0-1 0 0,0 0 1 0 0,-2 1-1 0 0,-2 0 1 0 0,0-1-1 0 0,-3 25-298 0 0,-23 85 469 0 0,25-129-453 0 0,-1 1 0 0 0,0-1-1 0 0,-1 0 1 0 0,0 0 0 0 0,0 0 0 0 0,-1 0 0 0 0,0-1 0 0 0,0 1-1 0 0,-1-1 1 0 0,0 1 0 0 0,0-1 0 0 0,0 0 0 0 0,-1-1 0 0 0,0 1-1 0 0,-1-1 1 0 0,-3 3-16 0 0,7-8-46 0 0,0 0-1 0 0,-1-1 0 0 0,1 1 0 0 0,0-1 1 0 0,-1 0-1 0 0,1 0 0 0 0,-1 0 1 0 0,1 0-1 0 0,0 0 0 0 0,-1 0 0 0 0,1-1 1 0 0,-1 1-1 0 0,1-1 0 0 0,0 1 1 0 0,0-1-1 0 0,-1 0 0 0 0,1 0 0 0 0,0 0 1 0 0,0 0-1 0 0,0 0 0 0 0,0-1 1 0 0,0 1-1 0 0,0-1 0 0 0,0 1 0 0 0,1-1 1 0 0,-1 0-1 0 0,0 0 0 0 0,1 0 1 0 0,-1 0-1 0 0,1 0 0 0 0,0 0 0 0 0,0 0 1 0 0,0 0 46 0 0,-13-19-346 0 0,1-1 1 0 0,2-1 0 0 0,0 0-1 0 0,2 0 1 0 0,0-1 0 0 0,1-1-1 0 0,2 1 1 0 0,1-1-1 0 0,0 0 1 0 0,2 0 0 0 0,1 0-1 0 0,1-13 346 0 0,-1-54-848 0 0,38 31 887 0 0,-35 61-26 0 0,-1-1 0 0 0,0 1 0 0 0,1-1 0 0 0,-1 1 0 0 0,1 0 0 0 0,-1-1 0 0 0,0 1 0 0 0,1 0 0 0 0,-1 0 0 0 0,1-1 0 0 0,-1 1 0 0 0,1 0 0 0 0,-1 0 0 0 0,1 0 0 0 0,-1 0 0 0 0,1-1 0 0 0,-1 1 0 0 0,1 0 0 0 0,-1 0 0 0 0,1 0 0 0 0,-1 0 0 0 0,1 0 0 0 0,-1 0 0 0 0,1 0 0 0 0,-1 0 0 0 0,1 1 0 0 0,-1-1 0 0 0,1 0 0 0 0,-1 0 0 0 0,1 0 0 0 0,-1 1 0 0 0,1-1 0 0 0,-1 0 0 0 0,1 0 0 0 0,-1 1 0 0 0,1-1 0 0 0,-1 0 0 0 0,0 1 0 0 0,1-1 0 0 0,-1 0 0 0 0,0 1 0 0 0,1-1 0 0 0,-1 1 0 0 0,0-1 0 0 0,0 1 0 0 0,1-1 0 0 0,-1 0 0 0 0,0 1 0 0 0,0-1 0 0 0,0 1 0 0 0,1-1 0 0 0,-1 1 0 0 0,0-1 0 0 0,0 1 0 0 0,0 0 0 0 0,0-1 0 0 0,0 1 0 0 0,0-1 0 0 0,0 1-13 0 0,5 33 484 0 0,-5-33-485 0 0,-1 0-1 0 0,1 0 1 0 0,-1 0-1 0 0,1 0 0 0 0,-1 0 1 0 0,1 0-1 0 0,0 0 0 0 0,0 1 1 0 0,-1-1-1 0 0,1 0 1 0 0,0 0-1 0 0,0 0 0 0 0,0 0 1 0 0,0 1-1 0 0,0-1 1 0 0,1 0-1 0 0,-1 0 0 0 0,0 0 1 0 0,0 0-1 0 0,1 0 0 0 0,-1 0 1 0 0,1 0-1 0 0,-1 1 1 0 0,1-1-1 0 0,-1 0 0 0 0,1-1 1 0 0,0 1-1 0 0,0 0 1 0 0,-1 0-1 0 0,1 0 0 0 0,0 0 1 0 0,0 0-1 0 0,0-1 0 0 0,0 1 1 0 0,0 0-1 0 0,0-1 1 0 0,0 1-1 0 0,0-1 0 0 0,0 1 1 0 0,0-1-1 0 0,0 1 0 0 0,0-1 1 0 0,0 0-1 0 0,1 0 1 0 0,-1 1-1 0 0,0-1 0 0 0,0 0 1 0 0,0 0-1 0 0,0 0 1 0 0,1 0-1 0 0,-1-1 0 0 0,0 1 1 0 0,0 0-1 0 0,0 0 0 0 0,0-1 1 0 0,0 1-1 0 0,0 0 1 0 0,0-1-1 0 0,1 1 0 0 0,-1-1 1 0 0,0 0 1 0 0,129-64-4575 0 0,-93 45-3900 0 0,-32 16 6968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54.425"/>
    </inkml:context>
    <inkml:brush xml:id="br0">
      <inkml:brushProperty name="width" value="0.05" units="cm"/>
      <inkml:brushProperty name="height" value="0.05" units="cm"/>
      <inkml:brushProperty name="color" value="#FFFFFF"/>
    </inkml:brush>
  </inkml:definitions>
  <inkml:trace contextRef="#ctx0" brushRef="#br0">39 100 1724 0 0,'-21'42'5471'0'0,"18"-30"-5193"0"0,-7 27-5332 0 0,5-35 3663 0 0</inkml:trace>
  <inkml:trace contextRef="#ctx0" brushRef="#br0" timeOffset="437.244">34 27 2008 0 0,'3'10'6633'0'0,"4"18"-4195"0"0,3 224 3418 0 0,-11-168-6486 0 0,1-83 60 0 0,-3 5-827 0 0,-1-35-1849 0 0,4-103-3864 0 0,0 104 6728 0 0</inkml:trace>
  <inkml:trace contextRef="#ctx0" brushRef="#br0" timeOffset="720.069">46 176 3940 0 0,'0'-69'3190'0'0,"0"1"3503"0"0,4 64-6126 0 0,8-2-171 0 0,0 0-1 0 0,1 2 1 0 0,0-1-1 0 0,0 2 1 0 0,0-1 0 0 0,0 2-1 0 0,1 0 1 0 0,-1 0 0 0 0,1 2-1 0 0,-1-1 1 0 0,1 2-1 0 0,9 1-395 0 0,-1-2 287 0 0,64 3 306 0 0,84 55 321 0 0,-167-57-912 0 0,-1 0 1 0 0,1 0-1 0 0,-1 1 0 0 0,1-1 0 0 0,-1 0 1 0 0,1 1-1 0 0,-1 0 0 0 0,0 0 0 0 0,0 0 1 0 0,0 0-1 0 0,0 0 0 0 0,0 0 0 0 0,0 0 0 0 0,-1 0 1 0 0,1 1-1 0 0,-1-1 0 0 0,1 1 0 0 0,-1-1 1 0 0,0 1-1 0 0,0 0 0 0 0,0-1 0 0 0,0 1 1 0 0,-1 0-1 0 0,1 0 0 0 0,-1 0 0 0 0,1 0-2 0 0,-1-1-240 0 0,0 1-272 0 0,-4 7 47 0 0,0 0-1 0 0,0 0 1 0 0,-1-1-1 0 0,-1 0 1 0 0,1 0-1 0 0,-1 0 1 0 0,-1-1-1 0 0,0 0 1 0 0,0 0-1 0 0,0 0 0 0 0,-1-1 1 0 0,0 0-1 0 0,0-1 1 0 0,-8 5 465 0 0,-122 82-11229 0 0,123-85 9814 0 0</inkml:trace>
  <inkml:trace contextRef="#ctx0" brushRef="#br0" timeOffset="983.107">116 359 1880 0 0,'-10'-7'7756'0'0,"18"1"-3976"0"0,22-3-778 0 0,70-10-319 0 0,130-15-1113 0 0,-211 33-3020 0 0,6 6-11922 0 0,-17-1 11331 0 0,-4-2 553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53.163"/>
    </inkml:context>
    <inkml:brush xml:id="br0">
      <inkml:brushProperty name="width" value="0.05" units="cm"/>
      <inkml:brushProperty name="height" value="0.05" units="cm"/>
      <inkml:brushProperty name="color" value="#FFFFFF"/>
    </inkml:brush>
  </inkml:definitions>
  <inkml:trace contextRef="#ctx0" brushRef="#br0">56 98 1976 0 0,'0'0'1499'0'0,"0"0"-128"0"0,0 0-145 0 0,0 0-117 0 0,0 0-177 0 0,0 3-58 0 0,-13 100 3787 0 0,5-28-2050 0 0,8-74-2258 0 0,3 13 273 0 0,-2-11-582 0 0,0-1 0 0 0,0 1-1 0 0,0-1 1 0 0,1 1 0 0 0,-1-1-1 0 0,0 0 1 0 0,1 0 0 0 0,0 0 0 0 0,-1 0-1 0 0,1 0 1 0 0,0 0 0 0 0,0 0-1 0 0,0 0 1 0 0,0-1 0 0 0,1 1-1 0 0,-1-1 1 0 0,0 1 0 0 0,1-1-1 0 0,-1 0 1 0 0,1 0 0 0 0,-1 0 0 0 0,1 0-1 0 0,-1-1 1 0 0,1 1 0 0 0,0-1-1 0 0,1 1-43 0 0,174 4 1602 0 0,-72-29-1384 0 0,-3 6-3060 0 0,-91 10-488 0 0,-8 5-352 0 0,-3 1-3426 0 0,-1 2 5680 0 0</inkml:trace>
  <inkml:trace contextRef="#ctx0" brushRef="#br0" timeOffset="185.849">504 167 1056 0 0,'6'-2'8221'0'0,"5"28"-5664"0"0,-21 89 656 0 0,-36-7-8220 0 0,30-95-1692 0 0,14-12 5290 0 0</inkml:trace>
  <inkml:trace contextRef="#ctx0" brushRef="#br0" timeOffset="468.402">314 1 1724 0 0,'-5'36'5588'0'0,"-3"8"-3819"0"0,-19 153 1683 0 0,19-159-3435 0 0,-1 0 0 0 0,-1 0 0 0 0,-3-1-1 0 0,-1-1 1 0 0,-6 10-17 0 0,-8 4-2091 0 0,-6-3-3410 0 0,23-39 2826 0 0,7-5 1173 0 0</inkml:trace>
  <inkml:trace contextRef="#ctx0" brushRef="#br0" timeOffset="938.646">34 573 840 0 0,'-19'-1'7773'0'0,"9"22"-4825"0"0,6 26-464 0 0,4-46-1977 0 0,0 2-40 0 0,1 3-361 0 0,0-1 1 0 0,0 0 0 0 0,1 0-1 0 0,-1 0 1 0 0,1 0-1 0 0,0 0 1 0 0,1 0 0 0 0,-1 0-1 0 0,1 0 1 0 0,0-1 0 0 0,0 0-1 0 0,1 1 1 0 0,-1-1 0 0 0,1 0-1 0 0,0-1 1 0 0,0 1-1 0 0,0-1 1 0 0,0 0 0 0 0,1 0-1 0 0,-1 0 1 0 0,1 0 0 0 0,0-1-1 0 0,0 0 1 0 0,0 0-1 0 0,0 0 1 0 0,0 0 0 0 0,0-1-1 0 0,1 0 1 0 0,-1 0 0 0 0,4 0-107 0 0,13 0 125 0 0,0-1 1 0 0,0 0-1 0 0,0-2 1 0 0,-1 0 0 0 0,1-2-1 0 0,0 0 1 0 0,-1-2-1 0 0,3-1-125 0 0,112-41-966 0 0,-56 11-1425 0 0,-41-7-1953 0 0,-36 38 3836 0 0,-3 6 586 0 0,0 0-1 0 0,1 1 1 0 0,-1-1 0 0 0,0 0-1 0 0,0 0 1 0 0,0 1 0 0 0,1-1-1 0 0,-1 0 1 0 0,0 0 0 0 0,0 0-1 0 0,1 1 1 0 0,-1-1 0 0 0,0 0 0 0 0,1 0-1 0 0,-1 0 1 0 0,0 0 0 0 0,1 0-1 0 0,-1 1 1 0 0,0-1 0 0 0,1 0-1 0 0,-1 0 1 0 0,0 0 0 0 0,1 0-1 0 0,-1 0 1 0 0,0 0 0 0 0,1 0 0 0 0,-1 0-1 0 0,0 0 1 0 0,1 0 0 0 0,-1-1-1 0 0,0 1 1 0 0,1 0 0 0 0,-1 0-1 0 0,0 0 1 0 0,0 0 0 0 0,1 0-1 0 0,-1-1 1 0 0,0 1 0 0 0,1 0 0 0 0,-1 0-1 0 0,0 0 1 0 0,0-1 0 0 0,1 1-1 0 0,-1 0 1 0 0,0 0 0 0 0,0-1-1 0 0,0 1 1 0 0,1 0-78 0 0,2 68 2697 0 0,-3-66-2546 0 0,0 23-374 0 0,0-3-1598 0 0,0 31-10788 0 0,0-51 11124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48.921"/>
    </inkml:context>
    <inkml:brush xml:id="br0">
      <inkml:brushProperty name="width" value="0.05" units="cm"/>
      <inkml:brushProperty name="height" value="0.05" units="cm"/>
      <inkml:brushProperty name="color" value="#FFFFFF"/>
    </inkml:brush>
  </inkml:definitions>
  <inkml:trace contextRef="#ctx0" brushRef="#br0">81 64 1924 0 0,'0'0'1826'0'0,"0"0"-66"0"0,0 0-152 0 0,-2 3-173 0 0,-13 55 2298 0 0,-21 183 649 0 0,24-182-5686 0 0,12-58 511 0 0,14-13-6515 0 0,5-23 4884 0 0,-16 30 1677 0 0,7-18-730 0 0,1-1 2 0 0</inkml:trace>
  <inkml:trace contextRef="#ctx0" brushRef="#br0" timeOffset="285.08">218 1 1616 0 0,'13'2'7518'0'0,"-8"36"-6101"0"0,-5-34-1117 0 0,1 144 2975 0 0,-24-3-2307 0 0,1 5-3700 0 0,25-159-6410 0 0,1 3 7666 0 0</inkml:trace>
  <inkml:trace contextRef="#ctx0" brushRef="#br0" timeOffset="504.084">305 138 1132 0 0,'33'-13'6870'0'0,"19"10"-2274"0"0,-42 3-4010 0 0,52 23 1520 0 0,-61-22-2048 0 0,1 0 1 0 0,-1-1-1 0 0,0 1 1 0 0,0 0-1 0 0,0 0 1 0 0,1 0-1 0 0,-1 0 1 0 0,0 0-1 0 0,0 0 0 0 0,0 0 1 0 0,-1 0-1 0 0,1 0 1 0 0,0 0-1 0 0,0 0 1 0 0,-1 1-1 0 0,1-1 0 0 0,0 0 1 0 0,-1 1-1 0 0,0-1 1 0 0,1 0-1 0 0,-1 1 1 0 0,0-1-1 0 0,1 0 0 0 0,-1 1 1 0 0,0-1-1 0 0,0 1 1 0 0,0-1-1 0 0,0 0 1 0 0,0 1-1 0 0,-1-1 0 0 0,1 1 1 0 0,0-1-1 0 0,-1 0 1 0 0,1 1-1 0 0,-1-1 1 0 0,1 0-1 0 0,-1 1 0 0 0,0-1 1 0 0,1 0-1 0 0,-1 1-58 0 0,-37 54 216 0 0,30-46-182 0 0,-3 3-119 0 0,0 0 1 0 0,-1-1-1 0 0,-1 0 0 0 0,0-1 0 0 0,0 0 1 0 0,-1-1-1 0 0,0-1 0 0 0,-1 0 1 0 0,0 0 84 0 0,-92 26-3464 0 0,106-35 3245 0 0,0 0-1 0 0,-1 0 1 0 0,1 0-1 0 0,0 0 1 0 0,-1 0-1 0 0,1 0 0 0 0,0 0 1 0 0,-1-1-1 0 0,1 1 1 0 0,0 0-1 0 0,-1-1 1 0 0,1 1-1 0 0,0-1 1 0 0,0 1-1 0 0,0-1 1 0 0,-1 0-1 0 0,1 1 1 0 0,0-1-1 0 0,0 0 0 0 0,0 0 1 0 0,0 0-1 0 0,0 0 1 0 0,0 0-1 0 0,1 0 1 0 0,-1 0-1 0 0,0 0 1 0 0,0 0-1 0 0,1 0 1 0 0,-1 0-1 0 0,1-1 1 0 0,-1 1-1 0 0,1 0 0 0 0,-1 0 1 0 0,1-1-1 0 0,0 1 1 0 0,0 0-1 0 0,-1-1 1 0 0,1 1-1 0 0,0 0 1 0 0,0-1-1 0 0,0 1 1 0 0,1 0-1 0 0,-1-1 0 0 0,0 1 1 0 0,0 0-1 0 0,1 0 1 0 0,-1-1-1 0 0,1 1 1 0 0,-1 0-1 0 0,1-1 220 0 0,4-20-1462 0 0</inkml:trace>
  <inkml:trace contextRef="#ctx0" brushRef="#br0" timeOffset="657.076">314 195 1100 0 0,'18'7'1549'0'0,"1"2"0"0"0,-1 0 0 0 0,-1 1 0 0 0,0 1 0 0 0,0 1-1 0 0,11 10-1548 0 0,7 4 2007 0 0,-13-6-2688 0 0,-22-19-85 0 0,0-1-754 0 0,0 0-106 0 0,-2 3 76 0 0,-18 20-1321 0 0,13-18 1449 0 0</inkml:trace>
  <inkml:trace contextRef="#ctx0" brushRef="#br0" timeOffset="1396.348">320 358 2188 0 0,'-16'5'8456'0'0,"-12"16"-7166"0"0,13-10-524 0 0,-180 115 1770 0 0,130-84-1538 0 0,65-42-744 0 0,1-3-224 0 0,0 1 1 0 0,0-1 0 0 0,1 0-1 0 0,0 0 1 0 0,-1 1 0 0 0,1-1-1 0 0,0 1 1 0 0,0 0 0 0 0,1-1 0 0 0,-1 1-1 0 0,0 0 1 0 0,1 0 0 0 0,-1 1-1 0 0,1-1 1 0 0,0 0 0 0 0,-1 1 0 0 0,1-1-1 0 0,0 1 1 0 0,0 0 0 0 0,0 0-31 0 0,4-2 49 0 0,80-37-34 0 0,-12 27-59 0 0,-73 13 78 0 0,-2 0 7 0 0,0 0 13 0 0,1 3-36 0 0,-1 0 1 0 0,1 0-1 0 0,-1 0 1 0 0,0 0 0 0 0,0 0-1 0 0,0 0 1 0 0,0 1-1 0 0,-1-1 1 0 0,1 0-1 0 0,-1 0 1 0 0,0 0-1 0 0,0 0 1 0 0,0-1-1 0 0,0 1 1 0 0,0 0-1 0 0,-1 0 1 0 0,1-1-1 0 0,-1 1 1 0 0,0 0-1 0 0,1-1 1 0 0,-1 0-1 0 0,0 1 1 0 0,-1-1 0 0 0,1 0-1 0 0,0 0 1 0 0,-1 0-1 0 0,1 0 1 0 0,-3 1-19 0 0,-95 81-56 0 0,131-76-328 0 0,-22-7 338 0 0,0 1 1 0 0,0 1-1 0 0,0 0 1 0 0,0 0-1 0 0,-1 1 0 0 0,1 0 1 0 0,-1 0-1 0 0,0 1 1 0 0,0 0-1 0 0,-1 0 1 0 0,4 4 45 0 0,-8-5-1 0 0,0 1 1 0 0,0-1 0 0 0,-1 1-1 0 0,0-1 1 0 0,0 1-1 0 0,0 0 1 0 0,-1 0 0 0 0,0 0-1 0 0,0 0 1 0 0,0 0-1 0 0,0 0 1 0 0,-1 0-1 0 0,1 0 1 0 0,-2 0 0 0 0,1 0-1 0 0,0 0 1 0 0,-1 0-1 0 0,0 0 1 0 0,0 0-1 0 0,0 0 1 0 0,-1 0 0 0 0,0 0-1 0 0,0 0 1 0 0,0-1-1 0 0,0 1 1 0 0,-1-1 0 0 0,0 1 0 0 0,0 0-49 0 0,1 0 73 0 0,0 0 0 0 0,0 0-1 0 0,-1-1 1 0 0,1 1 0 0 0,-1-1-1 0 0,0 1 1 0 0,0-1 0 0 0,-1 0-1 0 0,1 0 1 0 0,-1 0 0 0 0,0-1-1 0 0,0 1 1 0 0,0-1 0 0 0,0 0-1 0 0,-1 0 1 0 0,1-1 0 0 0,-1 1-1 0 0,0-1 1 0 0,0 0 0 0 0,0 0-1 0 0,0-1-23 0 0,4-1 129 0 0,1 0 32 0 0,-15-4 531 0 0,-35-61 1025 0 0,50 63-1402 0 0,2-14 570 0 0,5 8-793 0 0,1 1 0 0 0,0 0 0 0 0,0 0-1 0 0,0 1 1 0 0,1 0 0 0 0,0 1-1 0 0,0 0 1 0 0,0 0 0 0 0,0 1 0 0 0,1 0-1 0 0,0 0 1 0 0,0 1 0 0 0,0 0 0 0 0,0 1-1 0 0,3 0-91 0 0,12-5 121 0 0,79-11 415 0 0,147-34-3798 0 0,-228 49-85 0 0,-10 3-2388 0 0,-12 0 3854 0 0,-1 0 84 0 0,0 0 212 0 0,0 0 131 0 0,0 0 88 0 0,0 0 147 0 0</inkml:trace>
  <inkml:trace contextRef="#ctx0" brushRef="#br0" timeOffset="2117.241">869 37 1760 0 0,'-3'-9'8113'0'0,"-15"17"-5276"0"0,-17 21-1778 0 0,35-29-1041 0 0,-52 46 1261 0 0,-2-3 1 0 0,-2-2-1 0 0,-17 8-1279 0 0,60-39 259 0 0,24-10 10 0 0,191-51-500 0 0,-46 40 855 0 0,-150 13-557 0 0,-3 1-67 0 0,-2-3 11 0 0,0 1-1 0 0,0-1 1 0 0,0 1 0 0 0,0-1 0 0 0,0 1-1 0 0,-1 0 1 0 0,1-1 0 0 0,0 1 0 0 0,0 0-1 0 0,0 0 1 0 0,-1 0 0 0 0,1 0 0 0 0,0 0-1 0 0,-1-1 1 0 0,1 1 0 0 0,-1 0 0 0 0,1 0-1 0 0,-1 0 1 0 0,0 1 0 0 0,1-1 0 0 0,-1 0-1 0 0,0 0 1 0 0,0 0 0 0 0,0 0 0 0 0,0 0-1 0 0,1 0 1 0 0,-2 0 0 0 0,1 0-1 0 0,0 0 1 0 0,0 1 0 0 0,0-1 0 0 0,0 0-1 0 0,-1 0 1 0 0,1 0 0 0 0,0 0 0 0 0,-1 0-1 0 0,1 0 1 0 0,-1 0 0 0 0,1 0 0 0 0,-1 0-1 0 0,0 0 1 0 0,1-1 0 0 0,-1 1 0 0 0,0 0-1 0 0,0 0-10 0 0,-12 14 8 0 0,-1 0-1 0 0,0 0 1 0 0,-2-2-1 0 0,1 0 0 0 0,-2 0 1 0 0,0-2-1 0 0,0 0 1 0 0,-1-1-1 0 0,0-1 0 0 0,0 0 1 0 0,-1-1-1 0 0,-17 4-7 0 0,0-7-225 0 0,35-5 77 0 0,1 0 24 0 0,0 0 11 0 0,0 0 9 0 0,-1-10-33 0 0,12-4 49 0 0,92 10 301 0 0,-98 5-193 0 0,0-1 0 0 0,0 1 0 0 0,0 0 0 0 0,0 0 0 0 0,0 0 0 0 0,0 1-1 0 0,0 0 1 0 0,0 0 0 0 0,-1 0 0 0 0,1 0 0 0 0,-1 1 0 0 0,1 0 0 0 0,-1 0 0 0 0,0 0 0 0 0,0 0 0 0 0,0 1 0 0 0,3 3-20 0 0,-6-6-69 0 0,-1 0 0 0 0,1 0 0 0 0,0 0 1 0 0,-1 0-1 0 0,1 0 0 0 0,0 0 0 0 0,-1 0 0 0 0,1 1 1 0 0,-1-1-1 0 0,0 0 0 0 0,1 0 0 0 0,-1 0 1 0 0,0 1-1 0 0,0-1 0 0 0,0 0 0 0 0,0 0 0 0 0,0 1 1 0 0,0-1-1 0 0,0 0 0 0 0,0 0 0 0 0,-1 0 0 0 0,1 1 1 0 0,0-1-1 0 0,-1 0 0 0 0,1 0 0 0 0,-1 0 1 0 0,1 0-1 0 0,-1 0 0 0 0,1 0 0 0 0,-1 1 0 0 0,0-1 1 0 0,1-1-1 0 0,-1 1 0 0 0,0 0 0 0 0,0 0 0 0 0,0 0 1 0 0,0 0-1 0 0,0-1 0 0 0,0 1 0 0 0,0 0 69 0 0,-29 16-5486 0 0,0-10-2459 0 0,23-7 6542 0 0</inkml:trace>
  <inkml:trace contextRef="#ctx0" brushRef="#br0" timeOffset="2274.335">630 464 1280 0 0,'-3'0'124'0'0,"-3"0"-348"0"0</inkml:trace>
  <inkml:trace contextRef="#ctx0" brushRef="#br0" timeOffset="3369.38">613 473 1892 0 0,'72'8'10592'0'0,"-7"4"-8826"0"0,-65-12-1783 0 0,-1 0 0 0 0,1 0-1 0 0,-1 0 1 0 0,1 0 0 0 0,-1 0 0 0 0,1 0 0 0 0,-1 0-1 0 0,1 1 1 0 0,-1-1 0 0 0,1 0 0 0 0,-1 0 0 0 0,1 1-1 0 0,0-1 1 0 0,-1 0 0 0 0,1 0 0 0 0,-1 1 0 0 0,1-1-1 0 0,0 0 1 0 0,-1 1 0 0 0,1-1 0 0 0,0 1 0 0 0,-1-1-1 0 0,1 0 1 0 0,0 1 0 0 0,0-1 0 0 0,0 1 0 0 0,-1-1-1 0 0,1 1 1 0 0,0-1 0 0 0,0 1 0 0 0,0-1 0 0 0,0 1 0 0 0,0-1-1 0 0,0 1 1 0 0,0-1 0 0 0,0 1 0 0 0,0-1 0 0 0,0 1-1 0 0,0-1 1 0 0,0 1 0 0 0,0-1 0 0 0,0 1 0 0 0,0-1-1 0 0,1 0 1 0 0,-1 1 0 0 0,0-1 0 0 0,0 1 0 0 0,1-1-1 0 0,-1 1 1 0 0,0-1 0 0 0,0 0 0 0 0,1 1 0 0 0,-1-1-1 0 0,0 0 1 0 0,1 1 0 0 0,-1-1 0 0 0,1 0 0 0 0,-1 1-1 0 0,0-1 1 0 0,1 0 0 0 0,-1 0 0 0 0,1 1 0 0 0,-1-1-1 0 0,1 0 1 0 0,-1 0 0 0 0,1 0 0 0 0,-1 0 0 0 0,1 0-1 0 0,-1 0 18 0 0,-31 22-856 0 0,-30 17 768 0 0,62-39 114 0 0,0 0 0 0 0,1 0 0 0 0,-1 0 0 0 0,0 0 0 0 0,0 0 1 0 0,0 0-1 0 0,0 0 0 0 0,0 0 0 0 0,1 1 0 0 0,-1-1 0 0 0,0 0 0 0 0,0 0 0 0 0,0 1 0 0 0,0-1 0 0 0,0 1 0 0 0,0-1 0 0 0,0 1 0 0 0,0 0 1 0 0,0-1-1 0 0,0 1 0 0 0,0 0 0 0 0,0 0 0 0 0,-1-1 0 0 0,1 1 0 0 0,0 0 0 0 0,-1 0 0 0 0,1 0 0 0 0,0 0 0 0 0,-1 0 0 0 0,1 0 0 0 0,-1 0 1 0 0,1 0-1 0 0,-1 0 0 0 0,0 0 0 0 0,1 1 0 0 0,-1-1 0 0 0,0 0 0 0 0,0 0 0 0 0,0 0 0 0 0,0 0 0 0 0,0 0 0 0 0,0 1 0 0 0,0-1 0 0 0,0 0 1 0 0,-1 1-27 0 0,-2 3-19 0 0,-1 0 0 0 0,0-1 0 0 0,-1 1 0 0 0,1-1 0 0 0,-1 1 0 0 0,0-1 0 0 0,0-1 0 0 0,0 1 0 0 0,-1-1 0 0 0,1 0 0 0 0,-1 0 0 0 0,0 0 0 0 0,-2 0 19 0 0,-30 17 571 0 0,35-17-539 0 0,0 0 1 0 0,0 1-1 0 0,0-1 0 0 0,1 1 0 0 0,-1 0 0 0 0,1-1 1 0 0,0 1-1 0 0,0 0 0 0 0,0 0 0 0 0,0 0 1 0 0,1 1-1 0 0,0-1 0 0 0,0 0 0 0 0,0 1 0 0 0,0-1 1 0 0,1 0-1 0 0,-1 1 0 0 0,1-1 0 0 0,0 1 0 0 0,1-1 1 0 0,-1 1-1 0 0,1 1-32 0 0,-1-4 22 0 0,49 82 870 0 0,-44-80-644 0 0,1-1 0 0 0,-1 0 0 0 0,0 0 0 0 0,1 0 0 0 0,0-1 0 0 0,-1 0 0 0 0,1 0 0 0 0,0-1 0 0 0,0 1 0 0 0,0-1 0 0 0,0-1 0 0 0,0 1 0 0 0,6-1-248 0 0,9 2 724 0 0,16 2 147 0 0,-35-4-761 0 0,29 0 392 0 0,-29-1-501 0 0,0 0 0 0 0,0 1 0 0 0,0-1-1 0 0,0 0 1 0 0,0 0 0 0 0,0 0 0 0 0,0 0-1 0 0,0 0 1 0 0,0 0 0 0 0,-1-1 0 0 0,1 1 0 0 0,0 0-1 0 0,-1-1 1 0 0,1 0 0 0 0,-1 1 0 0 0,0-1-1 0 0,1 0 1 0 0,-1 0 0 0 0,0 0 0 0 0,0 0 0 0 0,0 0-1 0 0,0 0 1 0 0,-1 0 0 0 0,1 0 0 0 0,0 0-1 0 0,-1 0 1 0 0,1 0 0 0 0,-1 0 0 0 0,0 0-1 0 0,0-1 1 0 0,0 1 0 0 0,0 0 0 0 0,0 0 0 0 0,0 0-1 0 0,-1-1 1 0 0,1 1 0 0 0,-1 0 0 0 0,0 0-1 0 0,1-4 28 0 0,0 4-60 0 0,-1-11 149 0 0,-33-76 2566 0 0,34 88-2414 0 0,0 1 21 0 0,2-2-2 0 0,0 0-184 0 0,1 0 0 0 0,0 0 0 0 0,-1 1-1 0 0,1-1 1 0 0,0 1 0 0 0,0 0 0 0 0,0-1 0 0 0,0 2 0 0 0,0-1 0 0 0,0 0 0 0 0,0 0 0 0 0,0 1 0 0 0,0 0 0 0 0,1 0 0 0 0,-1 0 0 0 0,0 0 0 0 0,0 0 0 0 0,3 1-104 0 0,-3-1 41 0 0,128 0 1718 0 0,-52 18-1173 0 0,-42-13 344 0 0,-35-5-985 0 0,0 2-33 0 0,-2-2 58 0 0,0 1 1 0 0,1-1-1 0 0,-1 0 1 0 0,0 1-1 0 0,1-1 1 0 0,-1 1-1 0 0,0-1 1 0 0,1 1-1 0 0,-1-1 1 0 0,0 1-1 0 0,0-1 1 0 0,0 1-1 0 0,1-1 1 0 0,-1 1-1 0 0,0-1 0 0 0,0 1 1 0 0,0 0-1 0 0,0-1 1 0 0,0 1-1 0 0,0-1 1 0 0,0 1-1 0 0,0-1 1 0 0,0 1-1 0 0,0-1 1 0 0,0 1-1 0 0,-1 0 1 0 0,1-1-1 0 0,0 1 1 0 0,0-1-1 0 0,-1 1 0 0 0,1-1 1 0 0,0 0-1 0 0,0 1 1 0 0,-1-1-1 0 0,1 1 1 0 0,0-1-1 0 0,-1 1 1 0 0,1-1-1 0 0,-1 0 1 0 0,1 1-1 0 0,-1-1 1 0 0,1 0-1 0 0,-1 1 1 0 0,1-1-1 0 0,0 0 0 0 0,-1 0 1 0 0,0 1-1 0 0,1-1 1 0 0,-1 0-1 0 0,1 0 30 0 0,-7 6-94 0 0,-18 14-1840 0 0,-1 0-1 0 0,-1-2 1 0 0,0-1-1 0 0,-1-1 1 0 0,-1-2-1 0 0,-8 3 1935 0 0,-61 37-9731 0 0,96-54 8046 0 0,1-3 146 0 0,-1-10 280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47.901"/>
    </inkml:context>
    <inkml:brush xml:id="br0">
      <inkml:brushProperty name="width" value="0.05" units="cm"/>
      <inkml:brushProperty name="height" value="0.05" units="cm"/>
      <inkml:brushProperty name="color" value="#FFFFFF"/>
    </inkml:brush>
  </inkml:definitions>
  <inkml:trace contextRef="#ctx0" brushRef="#br0">15 20 1048 0 0,'-14'-15'13831'0'0,"27"12"-11450"0"0,146 2 3438 0 0,-78 2-4700 0 0,124-1 260 0 0,-118 0-3525 0 0,-85 0 1520 0 0,7 3-2818 0 0,-7 8 2210 0 0,-26 1-7152 0 0,-26-7 1697 0 0,37-5 5193 0 0</inkml:trace>
  <inkml:trace contextRef="#ctx0" brushRef="#br0" timeOffset="266.006">350 9 1768 0 0,'-26'43'6220'0'0,"8"34"-3469"0"0,16-68-2213 0 0,-21 309 5420 0 0,11-51-4053 0 0,11-209-5886 0 0,1 0-4249 0 0,3-56 3839 0 0,-2-8 3153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46.965"/>
    </inkml:context>
    <inkml:brush xml:id="br0">
      <inkml:brushProperty name="width" value="0.05" units="cm"/>
      <inkml:brushProperty name="height" value="0.05" units="cm"/>
      <inkml:brushProperty name="color" value="#FFFFFF"/>
    </inkml:brush>
  </inkml:definitions>
  <inkml:trace contextRef="#ctx0" brushRef="#br0">36 31 2380 0 0,'7'0'10898'0'0,"10"-1"-6914"0"0,36-1-2580 0 0,107-9 1045 0 0,-36-3-2505 0 0,-123 14-259 0 0,-1 0-164 0 0,18-2-3934 0 0,-28 6-1177 0 0,-18 4-1018 0 0,19-6 5130 0 0</inkml:trace>
  <inkml:trace contextRef="#ctx0" brushRef="#br0" timeOffset="254.108">264 64 1820 0 0,'-14'32'6415'0'0,"5"20"-2602"0"0,-13 47-2370 0 0,-45 127-1513 0 0,18-117-3907 0 0,33-83-1265 0 0,15-26 4628 0 0</inkml:trace>
  <inkml:trace contextRef="#ctx0" brushRef="#br0" timeOffset="521.058">86 608 3584 0 0,'-43'-23'3217'0'0,"32"21"-1514"0"0,-20 2 11594 0 0,30 3-12819 0 0,43 0 2681 0 0,61-21-1514 0 0,-43 0-1083 0 0,-52 17-609 0 0,75-13 810 0 0,-25 11-3776 0 0,-56 3 2296 0 0,46-3-15219 0 0,-21-6 12898 0 0,-5 1 173 0 0,2 3 1465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46.351"/>
    </inkml:context>
    <inkml:brush xml:id="br0">
      <inkml:brushProperty name="width" value="0.05" units="cm"/>
      <inkml:brushProperty name="height" value="0.05" units="cm"/>
      <inkml:brushProperty name="color" value="#FFFFFF"/>
    </inkml:brush>
  </inkml:definitions>
  <inkml:trace contextRef="#ctx0" brushRef="#br0">114 0 2612 0 0,'-9'4'7862'0'0,"14"29"-5638"0"0,-4-31-1977 0 0,11 42 771 0 0,2-1 1 0 0,2 0-1 0 0,2-1 0 0 0,2-1 0 0 0,1-1 0 0 0,3-1 1 0 0,7 8-1019 0 0,134 187 1377 0 0,-149-210-2986 0 0,-15-23 656 0 0,-3-19-5911 0 0,-5-9 3141 0 0,-3-22 508 0 0,10 25 1717 0 0,0-5 114 0 0</inkml:trace>
  <inkml:trace contextRef="#ctx0" brushRef="#br0" timeOffset="250.63">514 4 2924 0 0,'-10'-2'6437'0'0,"-8"19"-4075"0"0,16-14-2018 0 0,-107 107 4585 0 0,-176 213-1522 0 0,285-322-3410 0 0,-52 58-1157 0 0,14-22-2431 0 0,41-51-5436 0 0,29-11 5971 0 0,-12 10 1486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44.545"/>
    </inkml:context>
    <inkml:brush xml:id="br0">
      <inkml:brushProperty name="width" value="0.05" units="cm"/>
      <inkml:brushProperty name="height" value="0.05" units="cm"/>
      <inkml:brushProperty name="color" value="#FFFFFF"/>
    </inkml:brush>
  </inkml:definitions>
  <inkml:trace contextRef="#ctx0" brushRef="#br0">113 47 1964 0 0,'0'0'1282'0'0,"0"0"-101"0"0,0 0-121 0 0,0-3-52 0 0,-1 2-504 0 0,0-9-701 0 0,8-1 5233 0 0,14-10-4487 0 0,-20 20-491 0 0,-1 1 0 0 0,1 0 0 0 0,-1 0 0 0 0,1 0-1 0 0,-1 0 1 0 0,1 0 0 0 0,-1 0 0 0 0,0 0 0 0 0,1 0 0 0 0,-1 0 0 0 0,1 0-1 0 0,-1 1 1 0 0,1-1 0 0 0,-1 0 0 0 0,1 0 0 0 0,-1 0 0 0 0,1 0 0 0 0,-1 1 0 0 0,1-1-1 0 0,-1 0 1 0 0,0 1 0 0 0,1-1 0 0 0,-1 0 0 0 0,0 1 0 0 0,1-1 0 0 0,-1 0-1 0 0,0 1 1 0 0,1-1 0 0 0,-1 0 0 0 0,0 1 0 0 0,0-1 0 0 0,1 1 0 0 0,-1-1-1 0 0,0 1 1 0 0,0-1 0 0 0,0 1 0 0 0,0-1 0 0 0,0 1 0 0 0,1-1 0 0 0,-1 0-1 0 0,0 1 1 0 0,0-1 0 0 0,0 1 0 0 0,0-1 0 0 0,0 1 0 0 0,-1-1 0 0 0,1 1 0 0 0,0-1-1 0 0,0 1 1 0 0,0-1 0 0 0,0 1 0 0 0,0-1 0 0 0,-1 1 0 0 0,1-1 0 0 0,0 0-1 0 0,0 1 1 0 0,-1-1 0 0 0,1 1 0 0 0,-1-1-58 0 0,1 1 60 0 0,-33 141 1701 0 0,-75 193 113 0 0,107-333-1855 0 0,0-1-1 0 0,0 1 1 0 0,0-1-1 0 0,0 1 0 0 0,0-1 1 0 0,1 1-1 0 0,-1 0 0 0 0,1-1 1 0 0,-1 1-1 0 0,1 0 1 0 0,-1 0-1 0 0,1-1 0 0 0,0 1 1 0 0,0 0-1 0 0,0 0 1 0 0,0-1-1 0 0,0 1 0 0 0,1 0 1 0 0,-1 0-1 0 0,0-1 0 0 0,1 1 1 0 0,-1 0-1 0 0,1 0 1 0 0,0-1-1 0 0,-1 1 0 0 0,1-1 1 0 0,0 1-1 0 0,0-1 0 0 0,0 1 1 0 0,0-1-1 0 0,0 1 1 0 0,1-1-1 0 0,-1 0 0 0 0,0 0 1 0 0,1 0-1 0 0,-1 0 1 0 0,2 1-19 0 0,124 21 579 0 0,-89-19-484 0 0,1-1 0 0 0,0-3 0 0 0,-1-1 0 0 0,0-2 0 0 0,1-1 0 0 0,-1-3 0 0 0,0-1-95 0 0,-17 5 32 0 0,72-8 78 0 0,-2-10-944 0 0,-91 21 747 0 0,1 0 1 0 0,-1 0-1 0 0,1 0 1 0 0,-1 0-1 0 0,1 0 1 0 0,-1 0-1 0 0,0 0 1 0 0,1-1 0 0 0,-1 1-1 0 0,1 0 1 0 0,-1 0-1 0 0,1 0 1 0 0,-1 0-1 0 0,1-1 1 0 0,-1 1-1 0 0,0 0 1 0 0,1 0 0 0 0,-1-1-1 0 0,0 1 1 0 0,1 0-1 0 0,-1-1 1 0 0,0 1-1 0 0,1 0 1 0 0,-1-1-1 0 0,0 1 1 0 0,1-1 0 0 0,-1 1-1 0 0,0-1 1 0 0,0 1-1 0 0,0 0 1 0 0,1-1-1 0 0,-1 1 1 0 0,0-1 0 0 0,0 1-1 0 0,0-1 1 0 0,0 1-1 0 0,0-1 1 0 0,0 1-1 0 0,0-1 1 0 0,0 1-1 0 0,0-1 1 0 0,0 1 0 0 0,0 0-1 0 0,0-1 1 0 0,0 1-1 0 0,-1-1 1 0 0,1 1-1 0 0,0-1 1 0 0,0 1-1 0 0,0-1 1 0 0,-1 1 0 0 0,1 0-1 0 0,0-1 1 0 0,-1 1-1 0 0,1 0 1 0 0,0-1-1 0 0,-1 1 1 0 0,1 0-1 0 0,0-1 1 0 0,-1 1 0 0 0,1 0-1 0 0,0-1 1 0 0,-1 1-1 0 0,1 0 1 0 0,-1 0-1 0 0,1 0 1 0 0,-1 0-1 0 0,1-1 87 0 0,-28-19-5027 0 0,-65-33-2260 0 0,71 38 6031 0 0</inkml:trace>
  <inkml:trace contextRef="#ctx0" brushRef="#br0" timeOffset="253.363">346 113 1504 0 0,'3'-2'1196'0'0,"0"0"-196"0"0,3 2-180 0 0,-1-2-168 0 0,0 5-123 0 0,0-2-169 0 0,0-2-300 0 0,2 1 0 0 0,-5 0-1017 0 0,-1 0 69 0 0,1 1 56 0 0,0 0 52 0 0,0 5-720 0 0</inkml:trace>
  <inkml:trace contextRef="#ctx0" brushRef="#br0" timeOffset="502.381">128 371 888 0 0,'-1'1'1176'0'0,"1"-1"-208"0"0,0 1-164 0 0,0-2-76 0 0,0 2-216 0 0,1-2-288 0 0,-1 0-55 0 0,0-1-17 0 0,4 1-1509 0 0,-2 0 53 0 0,-2 5-80 0 0</inkml:trace>
  <inkml:trace contextRef="#ctx0" brushRef="#br0" timeOffset="1055.647">212 40 1036 0 0,'0'0'1524'0'0,"0"0"-156"0"0,0 0-112 0 0,0 0-126 0 0,0 0-62 0 0,0 0-95 0 0,0 0-48 0 0,0 0-72 0 0,0 0-52 0 0,0 0-95 0 0,0 0-46 0 0,0 0 92 0 0,0 0 51 0 0,0 0-60 0 0,0-3-68 0 0,0 2-634 0 0,0 1 1 0 0,0-1 0 0 0,0 0 0 0 0,0 1-1 0 0,0-1 1 0 0,0 0 0 0 0,0 1-1 0 0,0-1 1 0 0,0 1 0 0 0,0-1 0 0 0,0 0-1 0 0,1 1 1 0 0,-1-1 0 0 0,0 1-1 0 0,0-1 1 0 0,1 0 0 0 0,-1 1 0 0 0,0-1-1 0 0,1 1 1 0 0,-1-1 0 0 0,1 1-1 0 0,-1 0 1 0 0,0-1 0 0 0,1 1 0 0 0,-1-1-1 0 0,1 1 1 0 0,0 0 0 0 0,-1-1-1 0 0,1 1 1 0 0,-1 0 0 0 0,1-1 0 0 0,-1 1-1 0 0,1 0 1 0 0,0 0 0 0 0,-1 0-1 0 0,1 0 1 0 0,-1 0 0 0 0,1 0 0 0 0,0 0-1 0 0,-1 0 1 0 0,1 0 0 0 0,0 0-1 0 0,-1 0 1 0 0,1 0 0 0 0,-1 0-1 0 0,1 0 1 0 0,0 0 0 0 0,-1 0 0 0 0,1 1-1 0 0,-1-1 1 0 0,1 0 0 0 0,0 1-1 0 0,-1-1 1 0 0,1 0-42 0 0,5 0 174 0 0,190 0 3203 0 0,-64 0-4391 0 0,-150-2-8288 0 0,-7 1 6777 0 0,-27 14-1731 0 0,41-8 3641 0 0,-14 4-881 0 0</inkml:trace>
  <inkml:trace contextRef="#ctx0" brushRef="#br0" timeOffset="1396.667">140 221 1468 0 0,'-25'20'12340'0'0,"57"-12"-6275"0"0,39-1-4084 0 0,77-10-395 0 0,-37-12-896 0 0,-80 15-1014 0 0,27 0-262 0 0,-20 0-8014 0 0,-28 14 4486 0 0,5 2-3539 0 0,-13-12 6404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3:56.022"/>
    </inkml:context>
    <inkml:brush xml:id="br0">
      <inkml:brushProperty name="width" value="0.05" units="cm"/>
      <inkml:brushProperty name="height" value="0.05" units="cm"/>
      <inkml:brushProperty name="color" value="#FFFFFF"/>
    </inkml:brush>
  </inkml:definitions>
  <inkml:trace contextRef="#ctx0" brushRef="#br0">171 123 1644 0 0,'6'7'1464'0'0,"4"16"-232"0"0,-7 4-156 0 0,4-2-103 0 0,-2-1-141 0 0,1-5-120 0 0,-6-1-256 0 0,0-3-168 0 0,3-2-168 0 0,-2-3-236 0 0,1 1 16 0 0,-2-4-924 0 0,0-2 68 0 0,2 0-561 0 0,1-5 81 0 0,-1 0 132 0 0,0-2-12 0 0</inkml:trace>
  <inkml:trace contextRef="#ctx0" brushRef="#br0" timeOffset="1009.769">288 145 984 0 0,'24'-37'5554'0'0,"-20"34"-5100"0"0,1 0 0 0 0,0 0 0 0 0,0 0 0 0 0,0 1 0 0 0,0-1 0 0 0,0 1 0 0 0,0 0-1 0 0,1 1 1 0 0,-1-1 0 0 0,1 1 0 0 0,-1 0 0 0 0,1 1 0 0 0,-1-1 0 0 0,1 1 0 0 0,0 0 0 0 0,2 1-454 0 0,-6 0 52 0 0,0 0 1 0 0,1 0-1 0 0,-1 0 1 0 0,0 0-1 0 0,0 0 1 0 0,0 0-1 0 0,0 1 1 0 0,0-1-1 0 0,-1 1 1 0 0,1-1-1 0 0,0 1 1 0 0,-1 0-1 0 0,1 0 1 0 0,-1 0-1 0 0,1 0 1 0 0,-1 0-1 0 0,0 0 1 0 0,0 0-1 0 0,0 0 1 0 0,0 0-1 0 0,-1 1 1 0 0,1-1-1 0 0,0 0 1 0 0,-1 1-1 0 0,0-1 1 0 0,1 0-1 0 0,-1 1 1 0 0,0-1-1 0 0,0 1 0 0 0,0-1 1 0 0,-1 0-1 0 0,1 1 1 0 0,0-1-1 0 0,-1 0 1 0 0,0 1-1 0 0,1-1 1 0 0,-1 0-1 0 0,-1 2-52 0 0,-66 80-259 0 0,22-55-11 0 0,44-28 277 0 0,2-1-7 0 0,0 0-40 0 0,0 0 42 0 0,-12-3-81 0 0,12 1 93 0 0,-1 1 0 0 0,1 0-1 0 0,-1 0 1 0 0,1 0 0 0 0,0-1-1 0 0,-1 1 1 0 0,1 0 0 0 0,0 0 0 0 0,0-1-1 0 0,0 1 1 0 0,0 0 0 0 0,0-1 0 0 0,0 1-1 0 0,0 0 1 0 0,0-1 0 0 0,0 1 0 0 0,1 0-1 0 0,-1 0 1 0 0,1-1 0 0 0,-1 1 0 0 0,1 0-1 0 0,-1 0 1 0 0,1 0 0 0 0,0 0 0 0 0,-1 0-1 0 0,1 0 1 0 0,0 0 0 0 0,0 0-1 0 0,0 0 1 0 0,0 0 0 0 0,0 0 0 0 0,0 0-1 0 0,0 0 1 0 0,0 1 0 0 0,0-1 0 0 0,0 0-1 0 0,0 1 1 0 0,1-1 0 0 0,-1 1 0 0 0,0-1-1 0 0,0 1 1 0 0,1 0 0 0 0,0-1-14 0 0,-7 39 33 0 0,8-1-1856 0 0,-3-37 1619 0 0,0 0-12 0 0,0 0 2 0 0,9 13-484 0 0,-8-13 686 0 0,-1 0 0 0 0,0 0 0 0 0,1 1-1 0 0,-1-1 1 0 0,0 0 0 0 0,1 0 0 0 0,-1 0 0 0 0,0 0 0 0 0,0 1-1 0 0,1-1 1 0 0,-1 0 0 0 0,0 0 0 0 0,0 1 0 0 0,1-1 0 0 0,-1 0-1 0 0,0 1 1 0 0,0-1 0 0 0,0 0 0 0 0,1 1 0 0 0,-1-1-1 0 0,0 0 1 0 0,0 1 0 0 0,0-1 0 0 0,0 0 0 0 0,0 1 0 0 0,0-1-1 0 0,0 0 1 0 0,0 1 0 0 0,0-1 0 0 0,0 1 0 0 0,0-1 0 0 0,0 0-1 0 0,0 1 1 0 0,0-1 0 0 0,0 0 0 0 0,0 1 0 0 0,0-1-1 0 0,0 0 1 0 0,0 1 0 0 0,0-1 0 0 0,-1 0 0 0 0,1 1 0 0 0,0-1-1 0 0,0 0 1 0 0,0 1 0 0 0,-1-1 0 0 0,1 0 0 0 0,0 0 0 0 0,-1 1-1 0 0,1-1 1 0 0,0 0 0 0 0,0 0 0 0 0,-1 0 0 0 0,1 1-1 0 0,0-1 1 0 0,-1 0 0 0 0,1 0 0 0 0,0 0 0 0 0,-1 0 0 0 0,1 0-1 0 0,0 0 1 0 0,-1 1 0 0 0,1-1 0 0 0,-1 0 0 0 0,1 0 12 0 0,-41 29 35 0 0,-69 23 981 0 0,28-25 24 0 0,21 7-89 0 0,19-20 667 0 0,56-31-632 0 0,16 6-720 0 0,0 1 0 0 0,1 2 0 0 0,0 0 0 0 0,0 3-1 0 0,0 0 1 0 0,1 2 0 0 0,-1 1 0 0 0,1 2 0 0 0,0 1-1 0 0,4 1-265 0 0,29-1 229 0 0,14 13-408 0 0,-34 3-1237 0 0,-90 6-2391 0 0,-50-18 898 0 0,67 22 3192 0 0,18-15-200 0 0,1 0 0 0 0,0 0 1 0 0,1 1-1 0 0,0 1 0 0 0,2-1 0 0 0,-1 1 0 0 0,1 1 1 0 0,-3 12-84 0 0,1-8-266 0 0,5-11-1264 0 0,16-18 721 0 0,-6 4 999 0 0,0 1 0 0 0,0 0 0 0 0,1 0 0 0 0,-1 1 0 0 0,1 0 0 0 0,0 0 0 0 0,0 1 0 0 0,1-1 0 0 0,-1 2 0 0 0,1 0 0 0 0,0 0 0 0 0,-1 0 1 0 0,1 1-1 0 0,0 0 0 0 0,2 1-190 0 0,-10 0 111 0 0,-1 0-112 0 0,22 2-1347 0 0,-25 4-3544 0 0,-12 1 298 0 0,8-4 3215 0 0</inkml:trace>
  <inkml:trace contextRef="#ctx0" brushRef="#br0" timeOffset="1333.11">175 631 1976 0 0,'-48'38'5193'0'0,"-32"31"-1124"0"0,86-70-3987 0 0,1-1 1 0 0,-1 1-1 0 0,0 0 0 0 0,0 1 0 0 0,0 0 0 0 0,1 0 0 0 0,-1 0 0 0 0,0 0 0 0 0,0 1 0 0 0,1 0 0 0 0,-1 1 0 0 0,0-1 1 0 0,0 1-1 0 0,0 0 0 0 0,-1 1 0 0 0,1-1 0 0 0,0 1 0 0 0,1 1-82 0 0,-5-3 2 0 0,361 180 2401 0 0,-289-164-3631 0 0,3-16-6284 0 0,-54-1 4062 0 0,-14 0 2095 0 0</inkml:trace>
  <inkml:trace contextRef="#ctx0" brushRef="#br0" timeOffset="1918.27">1078 4 1268 0 0,'-3'-4'5373'0'0,"-7"16"-2823"0"0,6-7-2012 0 0,-157 141 2384 0 0,69-90-2448 0 0,92-55-474 0 0,0 0 0 0 0,0 1-1 0 0,0-1 1 0 0,1 0 0 0 0,-1 0 0 0 0,0 1 0 0 0,0-1 0 0 0,1 0 0 0 0,-1 0 0 0 0,1 0 0 0 0,-1 1 0 0 0,1-1 0 0 0,0 0 0 0 0,-1 0 0 0 0,1 0 0 0 0,0 0 0 0 0,0 0 0 0 0,0 0 0 0 0,-1 0 0 0 0,1-1 0 0 0,0 1 0 0 0,0 0 0 0 0,0 0 0 0 0,1-1 0 0 0,-1 1 0 0 0,0-1 0 0 0,0 1 0 0 0,0-1 0 0 0,0 1 0 0 0,0-1 0 0 0,1 0 0 0 0,-1 1 0 0 0,0-1 0 0 0,0 0 0 0 0,1 0 0 0 0,-1 0 0 0 0,0 0 0 0 0,0 0 0 0 0,1 0 0 0 0,-1 0 0 0 0,33 35 69 0 0,-34-35-49 0 0,-2 38-272 0 0,-46 75-1029 0 0,48-112 1147 0 0,0-1-34 0 0,0 0 62 0 0,0 24-387 0 0,-5 73-3575 0 0,-4-48 49 0 0,8-47 2587 0 0</inkml:trace>
  <inkml:trace contextRef="#ctx0" brushRef="#br0" timeOffset="2104.217">798 697 2052 0 0,'-13'44'7190'0'0,"53"-45"-4211"0"0,128-82-1011 0 0,-107 19-5775 0 0,-48 45-360 0 0,3-8 1192 0 0,-6 7 1695 0 0</inkml:trace>
  <inkml:trace contextRef="#ctx0" brushRef="#br0" timeOffset="2511.687">1119 82 2320 0 0,'-1'-16'9689'0'0,"17"12"-5234"0"0,37 14-3455 0 0,-28-4-203 0 0,178 7 1587 0 0,-202-13-2398 0 0,1 1 0 0 0,-1-1 1 0 0,1 1-1 0 0,-1 0 1 0 0,0-1-1 0 0,1 1 1 0 0,-1 0-1 0 0,0 0 1 0 0,0 0-1 0 0,1 0 0 0 0,-1 0 1 0 0,0 0-1 0 0,0 0 1 0 0,0 1-1 0 0,0-1 1 0 0,-1 0-1 0 0,1 0 1 0 0,0 1-1 0 0,0-1 0 0 0,-1 1 1 0 0,1-1-1 0 0,-1 1 1 0 0,1-1-1 0 0,-1 1 1 0 0,0-1-1 0 0,1 1 1 0 0,-1-1-1 0 0,0 1 0 0 0,0-1 1 0 0,0 1-1 0 0,0-1 1 0 0,0 1-1 0 0,-1-1 1 0 0,1 1-1 0 0,0-1 1 0 0,-1 1-1 0 0,1-1 0 0 0,-1 1 1 0 0,1-1 13 0 0,-16 62-1476 0 0,14-56 1147 0 0,0 0 0 0 0,-1 0-1 0 0,0 0 1 0 0,0-1-1 0 0,-1 1 1 0 0,0-1-1 0 0,0 0 1 0 0,0 0 0 0 0,-1-1-1 0 0,0 1 1 0 0,0-1-1 0 0,-2 1 330 0 0,-10 16-2467 0 0,-13 7-7094 0 0,23-28 8138 0 0</inkml:trace>
  <inkml:trace contextRef="#ctx0" brushRef="#br0" timeOffset="3462.402">1167 276 1460 0 0,'-13'-11'8190'0'0,"34"6"-4483"0"0,26 2-1683 0 0,-46 26-2802 0 0,-13-9 569 0 0,0-1 1 0 0,0 0 0 0 0,-2-1-1 0 0,1-1 1 0 0,-2 0-1 0 0,1-1 1 0 0,-1-1 0 0 0,-1 0-1 0 0,-14 6 209 0 0,19-9-25 0 0,-57 36 947 0 0,75-31 2437 0 0,83-9-1634 0 0,89-30-428 0 0,84 14-1141 0 0,-262 14-552 0 0,-64-2-6016 0 0,19 15 5515 0 0,-6-8-137 0 0,44 1 1133 0 0,-1 1 0 0 0,1-1 0 0 0,-1 1 0 0 0,2 0 0 0 0,-1 1 0 0 0,1-1 0 0 0,0 1 0 0 0,1 0 0 0 0,0 0 0 0 0,0 1 0 0 0,1-1 0 0 0,0 1 0 0 0,0 0 0 0 0,1 0 0 0 0,0-1 0 0 0,1 2 0 0 0,0-1 0 0 0,0 0 0 0 0,1 6-99 0 0,-1 175 2715 0 0,1-188-2765 0 0,0 0 0 0 0,-1-1 0 0 0,0 1 0 0 0,1 0 0 0 0,-1 0 0 0 0,0-1 0 0 0,0 1 0 0 0,0-1 0 0 0,0 1 0 0 0,0-1 0 0 0,0 1 0 0 0,-1-1 0 0 0,1 1 0 0 0,0-1 0 0 0,-1 0 0 0 0,1 0 0 0 0,-1 0-1 0 0,1 0 1 0 0,-1 0 0 0 0,0 0 0 0 0,1 0 0 0 0,-1 0 0 0 0,0-1 0 0 0,0 1 0 0 0,0-1 0 0 0,1 1 0 0 0,-1-1 0 0 0,0 0 0 0 0,0 0 0 0 0,0 0 0 0 0,0 0 0 0 0,0 0 0 0 0,0 0 0 0 0,1 0 0 0 0,-1 0 0 0 0,0-1 0 0 0,0 1 0 0 0,0-1 0 0 0,1 0 0 0 0,-1 1 0 0 0,0-1 0 0 0,0 0 50 0 0,-6-7-257 0 0,-1-1 0 0 0,2 0 0 0 0,-1 0-1 0 0,1-1 1 0 0,1 0 0 0 0,-1 0 0 0 0,2 0 0 0 0,0-1 0 0 0,0 0 0 0 0,0-2 257 0 0,-8-14-281 0 0,-38-77 54 0 0,34 73 1929 0 0,17 31-1506 0 0,9 24 889 0 0,24 22-5182 0 0,-17-50-2662 0 0,-13 0 5550 0 0</inkml:trace>
  <inkml:trace contextRef="#ctx0" brushRef="#br0" timeOffset="3832.293">1383 487 936 0 0,'0'14'6827'0'0,"-14"17"-2804"0"0,10-26-3763 0 0,1 0 0 0 0,0-1 0 0 0,0 1 0 0 0,0 1 0 0 0,1-1 0 0 0,-1 0 0 0 0,1 1 0 0 0,1-1 0 0 0,-1 1 0 0 0,1-1 0 0 0,0 1 0 0 0,0 0 0 0 0,1 0 0 0 0,-1-1 0 0 0,1 1 0 0 0,0 0 0 0 0,1 0 0 0 0,0 0 0 0 0,0 2-260 0 0,7 2 97 0 0,0 1 0 0 0,1-1 0 0 0,0-1 0 0 0,0 0 0 0 0,1 0 0 0 0,0-1-1 0 0,1 0 1 0 0,0-1 0 0 0,0 0 0 0 0,0 0 0 0 0,1-2 0 0 0,0 1 0 0 0,0-1 0 0 0,1-1 0 0 0,1 0-97 0 0,-1 1-579 0 0,10 2-4910 0 0,-23-7 3693 0 0,11-11-5964 0 0,-10 10 6248 0 0</inkml:trace>
  <inkml:trace contextRef="#ctx0" brushRef="#br0" timeOffset="4438.496">1890 110 848 0 0,'19'50'9428'0'0,"-51"26"-7232"0"0,-63 9-3265 0 0,23-45-4317 0 0,54-35 2412 0 0,11-2 1583 0 0</inkml:trace>
  <inkml:trace contextRef="#ctx0" brushRef="#br0" timeOffset="4682.553">1663 390 1652 0 0,'5'84'5693'0'0,"15"59"-2101"0"0,-13-75-1951 0 0,-1-20-1894 0 0,-5-16-2849 0 0,-3-41-3648 0 0,2 1 5325 0 0</inkml:trace>
  <inkml:trace contextRef="#ctx0" brushRef="#br0" timeOffset="4951.436">1714 637 1504 0 0,'3'-111'6443'0'0,"-1"107"-6204"0"0,-1 0 0 0 0,1-1 0 0 0,-1 1 0 0 0,1 0 0 0 0,0 0 0 0 0,1 0 0 0 0,-1 0 0 0 0,1 1 0 0 0,0-1 1 0 0,0 1-1 0 0,0-1 0 0 0,0 1 0 0 0,0 0 0 0 0,1 0 0 0 0,0 0 0 0 0,-1 1 0 0 0,1-1 0 0 0,0 1 0 0 0,0 0 0 0 0,0 0 0 0 0,1 0 1 0 0,-1 1-1 0 0,0 0 0 0 0,1 0 0 0 0,-1 0 0 0 0,1 0 0 0 0,3 0-239 0 0,24-4 1501 0 0,70 4 1835 0 0,-97 2-3268 0 0,0 1 0 0 0,-1-1 0 0 0,1 1 0 0 0,0 0 0 0 0,-1 0 0 0 0,0 0 0 0 0,1 1 0 0 0,-1 0 0 0 0,0 0 0 0 0,0 0 0 0 0,-1 0 0 0 0,1 0 0 0 0,0 1 0 0 0,-1 0 0 0 0,0-1 0 0 0,0 1 0 0 0,0 0 0 0 0,-1 1 0 0 0,1-1 0 0 0,-1 0 0 0 0,0 1 0 0 0,0 0 0 0 0,0-1 0 0 0,-1 1 0 0 0,1 2-68 0 0,-2 0-294 0 0,-1 1 0 0 0,0-1 0 0 0,0 1 0 0 0,0-1 1 0 0,-1 1-1 0 0,0-1 0 0 0,0 0 0 0 0,-1 0 0 0 0,0 0 1 0 0,0 0-1 0 0,-1-1 0 0 0,0 1 0 0 0,0-1 0 0 0,0 0 1 0 0,-1 0-1 0 0,0 0 0 0 0,0-1 0 0 0,-6 5 294 0 0,5-5-856 0 0,0 0-1 0 0,0-1 0 0 0,-1 0 0 0 0,1-1 1 0 0,-1 1-1 0 0,0-1 0 0 0,0 0 1 0 0,0-1-1 0 0,-1 0 0 0 0,1 0 1 0 0,-1-1-1 0 0,-4 1 857 0 0,-6 0-3023 0 0,16-2 1600 0 0</inkml:trace>
  <inkml:trace contextRef="#ctx0" brushRef="#br0" timeOffset="5153.57">1824 688 1028 0 0,'-1'0'196'0'0,"0"-1"0"0"0,0 0-1 0 0,0 0 1 0 0,1 1 0 0 0,-1-1 0 0 0,0 0-1 0 0,1 0 1 0 0,-1 0 0 0 0,1 0 0 0 0,-1 0-1 0 0,1 0 1 0 0,-1 0 0 0 0,1 0 0 0 0,0 0-1 0 0,-1 0 1 0 0,1-1 0 0 0,0 1-1 0 0,0 0 1 0 0,0 0 0 0 0,0 0 0 0 0,0 0-1 0 0,0 0 1 0 0,0 0 0 0 0,0 0 0 0 0,0-1-1 0 0,1 1 1 0 0,-1 0 0 0 0,0 0 0 0 0,1 0-1 0 0,-1 0 1 0 0,1 0 0 0 0,-1 0 0 0 0,1 0-1 0 0,0 0 1 0 0,-1 0 0 0 0,1 1 0 0 0,0-1-1 0 0,-1 0 1 0 0,1 0 0 0 0,0 0 0 0 0,0 1-1 0 0,0-1 1 0 0,0 0 0 0 0,0 1 0 0 0,0-1-1 0 0,0 1 1 0 0,0-1 0 0 0,0 1 0 0 0,0 0-1 0 0,0-1 1 0 0,0 1 0 0 0,0 0 0 0 0,0 0-1 0 0,0 0 1 0 0,1 0 0 0 0,-1 0-196 0 0,0 1 88 0 0,0 1 1 0 0,0-1 0 0 0,0 1-1 0 0,0 0 1 0 0,-1-1 0 0 0,1 1-1 0 0,-1 0 1 0 0,1 0 0 0 0,-1 0-1 0 0,0-1 1 0 0,0 1-1 0 0,1 0 1 0 0,-1 0 0 0 0,-1 0-1 0 0,1 0 1 0 0,0 0 0 0 0,0-1-1 0 0,-1 1 1 0 0,1 0 0 0 0,-1 0-1 0 0,1 0 1 0 0,-1-1-1 0 0,0 1 1 0 0,0 0 0 0 0,0 0-89 0 0,-1 6 127 0 0,-7 19-145 0 0,8-26-31 0 0,4 20-212 0 0,0-20 253 0 0,-1 1 1 0 0,1-1-1 0 0,0 0 1 0 0,0-1 0 0 0,0 1-1 0 0,0-1 1 0 0,0 1-1 0 0,0-1 1 0 0,0 0-1 0 0,0 0 1 0 0,0 0 0 0 0,0 0-1 0 0,0 0 1 0 0,-1-1-1 0 0,1 0 1 0 0,0 1-1 0 0,0-1 1 0 0,0 0 0 0 0,0 0-1 0 0,-1-1 1 0 0,1 1-1 0 0,0-1 1 0 0,-1 1 0 0 0,1-1-1 0 0,-1 0 1 0 0,2-1 7 0 0,6-2-73 0 0,0-2-261 0 0,0-1 0 0 0,0 0 0 0 0,0-1 0 0 0,-1 0 0 0 0,0 0 0 0 0,-1-1 0 0 0,0 0 0 0 0,0 0 0 0 0,-1-1 0 0 0,-1 0 0 0 0,0 0 0 0 0,3-7 334 0 0,18-29-3902 0 0,-6 9 1090 0 0,-9 16 1443 0 0</inkml:trace>
  <inkml:trace contextRef="#ctx0" brushRef="#br0" timeOffset="5660.325">2239 104 1016 0 0,'30'-69'6171'0'0,"-22"58"-3426"0"0,-10 18-578 0 0,-8 20-914 0 0,-45 84 214 0 0,-26 77 122 0 0,79-184-1563 0 0,1-1 0 0 0,0 0 0 0 0,1 0-1 0 0,-1 1 1 0 0,1-1 0 0 0,-1 0 0 0 0,1 1 0 0 0,0-1 0 0 0,0 0-1 0 0,0 1 1 0 0,1-1 0 0 0,-1 0 0 0 0,1 1 0 0 0,0-1-1 0 0,0 0 1 0 0,0 0 0 0 0,0 0 0 0 0,1 0 0 0 0,-1 0 0 0 0,1 0-1 0 0,0 0 1 0 0,0 0 0 0 0,0 0 0 0 0,0-1 0 0 0,0 1-1 0 0,0-1 1 0 0,1 0 0 0 0,-1 0 0 0 0,1 1 0 0 0,0-2 0 0 0,-1 1-1 0 0,1 0 1 0 0,0 0 0 0 0,0-1 0 0 0,0 0 0 0 0,1 1-1 0 0,-1-1 1 0 0,0-1 0 0 0,0 1 0 0 0,3 0-26 0 0,139 14 365 0 0,-141-15-341 0 0,0 0 0 0 0,0 0 0 0 0,0 1 0 0 0,0-1 0 0 0,0 1 0 0 0,-1 0 0 0 0,1 0 1 0 0,0 1-1 0 0,0-1 0 0 0,-1 1 0 0 0,1-1 0 0 0,-1 1 0 0 0,1 0 0 0 0,-1 1 0 0 0,0-1 1 0 0,0 1-1 0 0,0-1 0 0 0,0 1 0 0 0,0 0 0 0 0,-1 0 0 0 0,1 0 0 0 0,-1 0 0 0 0,0 1 1 0 0,0-1-1 0 0,0 0 0 0 0,0 1 0 0 0,0 0 0 0 0,-1-1 0 0 0,0 1 0 0 0,0 0 0 0 0,0 0 0 0 0,0 0 1 0 0,0 0-1 0 0,-1 0-24 0 0,7 107 1062 0 0,-8-100-1016 0 0,-1 0 0 0 0,0-1 0 0 0,0 1 0 0 0,-1 0 0 0 0,0-1 0 0 0,-1 1 0 0 0,0-1 0 0 0,-1 0 0 0 0,-4 5-46 0 0,5-6 46 0 0,1-1-49 0 0,0 1 1 0 0,-1-1-1 0 0,0 0 0 0 0,-1 0 1 0 0,0 0-1 0 0,0-1 0 0 0,0 1 1 0 0,-1-1-1 0 0,0-1 1 0 0,-1 1-1 0 0,1-1 0 0 0,-1 0 1 0 0,0 0-1 0 0,-1-1 0 0 0,0 0 1 0 0,1 0-1 0 0,-2-1 1 0 0,-3 2 2 0 0,9-7-35 0 0,-1 0 0 0 0,0 0 1 0 0,1 0-1 0 0,-1-1 0 0 0,1 1 1 0 0,0-1-1 0 0,0 1 0 0 0,-1-1 1 0 0,1 0-1 0 0,0-1 0 0 0,0 1 1 0 0,1 0-1 0 0,-1-1 0 0 0,0 0 1 0 0,1 1-1 0 0,0-1 1 0 0,-1 0-1 0 0,1 0 0 0 0,0 0 1 0 0,1-1-1 0 0,-1 1 0 0 0,1 0 1 0 0,-1-1-1 0 0,1 1 0 0 0,0-1 1 0 0,0 1-1 0 0,0-4 35 0 0,-2 0-88 0 0,2-41-492 0 0,1 37 411 0 0,-1 4 134 0 0,0 1 1 0 0,1-1-1 0 0,0 1 0 0 0,1-1 0 0 0,-1 1 0 0 0,1 0 1 0 0,0-1-1 0 0,1 1 0 0 0,-1 0 0 0 0,1 0 0 0 0,1 0 0 0 0,-1 0 1 0 0,1 0-1 0 0,0 0 0 0 0,0 1 0 0 0,1-1 0 0 0,3-4 35 0 0,-1 7 1424 0 0,-5 3-1731 0 0,-1 0 0 0 0,1-1 0 0 0,-1 1 1 0 0,1 0-1 0 0,0 0 0 0 0,-1 0 0 0 0,1 0 0 0 0,-1-1 0 0 0,1 1 0 0 0,-1 0 0 0 0,1-1 0 0 0,-1 1 0 0 0,1 0 0 0 0,-1-1 1 0 0,1 1-1 0 0,-1-1 0 0 0,0 1 0 0 0,1-1 0 0 0,-1 1 0 0 0,1 0 0 0 0,-1-1 0 0 0,0 0 0 0 0,0 1 0 0 0,1-1 0 0 0,-1 1 1 0 0,0-1-1 0 0,0 1 0 0 0,1-1 0 0 0,-1 1 0 0 0,0-1 0 0 0,0 0 0 0 0,0 1 0 0 0,0-1 0 0 0,0 1 0 0 0,0-1 0 0 0,0 0 1 0 0,0 1-1 0 0,0-1 0 0 0,-1 1 0 0 0,1-1 0 0 0,0 0 0 0 0,0 1 0 0 0,0-1 0 0 0,-1 1 0 0 0,1-1 0 0 0,0 1 1 0 0,0-1-1 0 0,-1 1 0 0 0,0-1 307 0 0,-9-12-1346 0 0,3 5 122 0 0</inkml:trace>
  <inkml:trace contextRef="#ctx0" brushRef="#br0" timeOffset="6333.697">1153 518 1792 0 0,'13'-6'8976'0'0,"43"31"-6251"0"0,-15 9-1893 0 0,-41-33-856 0 0,0 1 0 0 0,1 0-1 0 0,-1-1 1 0 0,0 1 0 0 0,-1 0 0 0 0,1-1-1 0 0,0 1 1 0 0,0 0 0 0 0,-1-1-1 0 0,1 1 1 0 0,-1-1 0 0 0,1 1-1 0 0,-1-1 1 0 0,0 1 0 0 0,0-1 0 0 0,1 1-1 0 0,-1-1 1 0 0,0 1 0 0 0,0-1-1 0 0,0 0 1 0 0,-1 0 0 0 0,1 0-1 0 0,0 1 1 0 0,0-1 0 0 0,-1 0 0 0 0,1-1-1 0 0,0 1 1 0 0,-1 0 0 0 0,1 0-1 0 0,-1 0 1 0 0,0-1 0 0 0,1 1-1 0 0,-1-1 1 0 0,1 1 0 0 0,-1-1 0 0 0,0 0-1 0 0,1 0 1 0 0,-1 0 0 0 0,0 0-1 0 0,0 0 25 0 0,-12 8-373 0 0,-194 107-9430 0 0,179-97 8382 0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4:07.507"/>
    </inkml:context>
    <inkml:brush xml:id="br0">
      <inkml:brushProperty name="width" value="0.05" units="cm"/>
      <inkml:brushProperty name="height" value="0.05" units="cm"/>
      <inkml:brushProperty name="color" value="#FFFFFF"/>
    </inkml:brush>
  </inkml:definitions>
  <inkml:trace contextRef="#ctx0" brushRef="#br0">33 230 1600 0 0,'0'0'1202'0'0,"0"0"-116"0"0,0-3-118 0 0,0-7-448 0 0,0 3 7636 0 0,6 6-7733 0 0,15-3-67 0 0,-17 38 1206 0 0,-7 24-847 0 0,-20 46-337 0 0,-6 19 351 0 0,21-81 528 0 0,25-34-973 0 0,74-2 643 0 0,13-27-600 0 0,0-8 24 0 0,-19-5-1960 0 0,-92 39-8569 0 0,-4 1 4824 0 0,9-5 3894 0 0</inkml:trace>
  <inkml:trace contextRef="#ctx0" brushRef="#br0" timeOffset="439.977">392 102 1528 0 0,'17'-18'10969'0'0,"-10"87"-6946"0"0,-6-46-3551 0 0,-24 198 1470 0 0,-28 73-2719 0 0,45-285-2663 0 0,5-26-456 0 0,27-73-4309 0 0,-22 69 6825 0 0</inkml:trace>
  <inkml:trace contextRef="#ctx0" brushRef="#br0" timeOffset="693.013">391 463 1440 0 0,'9'-27'4893'0'0,"-9"25"-4560"0"0,0 0 1 0 0,0 0-1 0 0,1 0 1 0 0,-1 0-1 0 0,1 0 1 0 0,0 0-1 0 0,-1 0 1 0 0,1 0-1 0 0,0 0 1 0 0,0 0-1 0 0,0 0 1 0 0,0 1-1 0 0,0-1 1 0 0,1 0-1 0 0,-1 1 1 0 0,1-1-1 0 0,-1 1 1 0 0,1-1-1 0 0,-1 1 1 0 0,1 0-1 0 0,0 0 1 0 0,-1 0-1 0 0,1 0 1 0 0,0 0-1 0 0,0 0-333 0 0,74-24 4632 0 0,52-39-2213 0 0,-113 52-2430 0 0,14-12-1496 0 0,-17 5-3948 0 0,-11 18 3516 0 0,-1 1 60 0 0,0 0 97 0 0,0-20-4666 0 0,0 19 5064 0 0</inkml:trace>
  <inkml:trace contextRef="#ctx0" brushRef="#br0" timeOffset="930.036">664 0 1416 0 0,'2'6'6980'0'0,"0"23"-3978"0"0,-8 219 2906 0 0,-40 143-5384 0 0,35-335-2286 0 0,-4-22-6729 0 0,15-36 3844 0 0,1 1 3285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4:09.711"/>
    </inkml:context>
    <inkml:brush xml:id="br0">
      <inkml:brushProperty name="width" value="0.05" units="cm"/>
      <inkml:brushProperty name="height" value="0.05" units="cm"/>
      <inkml:brushProperty name="color" value="#FFFFFF"/>
    </inkml:brush>
  </inkml:definitions>
  <inkml:trace contextRef="#ctx0" brushRef="#br0">20 181 1724 0 0,'0'0'1637'0'0,"0"0"-132"0"0,0 0-95 0 0,-3 0-195 0 0,-10 0-133 0 0,10 0-1 0 0,3 0-91 0 0,0 0-89 0 0,0 0-117 0 0,0 0-186 0 0,0 0-64 0 0,0 0 58 0 0,0 0 36 0 0,0 0-17 0 0,0 0 4 0 0,0 0-54 0 0,0 0-35 0 0,2-3 2 0 0,71-23 1170 0 0,120-14 175 0 0,-159 29-1506 0 0,-2 1-1212 0 0,-31 10-5753 0 0,-16 6 2608 0 0,-50 16-2347 0 0,48-18 4871 0 0</inkml:trace>
  <inkml:trace contextRef="#ctx0" brushRef="#br0" timeOffset="362.048">131 141 1724 0 0,'-6'3'949'0'0,"5"-2"-669"0"0,-1 0 1 0 0,0-1-1 0 0,0 1 1 0 0,1 0-1 0 0,-1 0 0 0 0,0 0 1 0 0,1 0-1 0 0,-1 1 1 0 0,1-1-1 0 0,-1 0 1 0 0,1 1-1 0 0,0-1 0 0 0,0 1 1 0 0,-1-1-1 0 0,1 1 1 0 0,0 0-1 0 0,0-1 0 0 0,1 1 1 0 0,-1 0-1 0 0,0 0 1 0 0,1-1-1 0 0,-1 1 0 0 0,1 0 1 0 0,-1 0-1 0 0,1 0 1 0 0,0 0-281 0 0,-41 254 4553 0 0,23-184-3837 0 0,-5 5 1403 0 0,30-85-1946 0 0,0 0 1 0 0,1 1-1 0 0,0 0 0 0 0,0 0 1 0 0,1 1-1 0 0,-1 0 1 0 0,2 0-1 0 0,-1 1 1 0 0,0 0-1 0 0,1 1 1 0 0,0 0-1 0 0,4 0-173 0 0,-5 0 139 0 0,120-31 203 0 0,-82 32-3497 0 0,-45 3 2178 0 0,-2 0-585 0 0,0 0-341 0 0,0 0 60 0 0,12-9-5690 0 0,-12 7 7489 0 0,9-8-1605 0 0</inkml:trace>
  <inkml:trace contextRef="#ctx0" brushRef="#br0" timeOffset="687.959">334 266 1004 0 0,'-1'-7'5709'0'0,"2"-2"1424"0"0,10 6-5344 0 0,61-8 3155 0 0,36 5-2295 0 0,-41-34-3408 0 0,-59 6-9483 0 0,-8 33 8492 0 0,0 1 66 0 0,0-21-4475 0 0,0 19 4753 0 0</inkml:trace>
  <inkml:trace contextRef="#ctx0" brushRef="#br0" timeOffset="939.102">600 12 2496 0 0,'0'-11'5436'0'0,"0"11"-5264"0"0,0 0 1 0 0,0 0-1 0 0,1 1 0 0 0,-1-1 1 0 0,0 0-1 0 0,0 0 0 0 0,1 1 0 0 0,-1-1 1 0 0,0 0-1 0 0,1 0 0 0 0,-1 0 1 0 0,0 1-1 0 0,1-1 0 0 0,-1 0 1 0 0,1 0-1 0 0,-1 0 0 0 0,0 0 1 0 0,1 0-1 0 0,-1 0 0 0 0,0 0 0 0 0,1 0 1 0 0,-1 0-1 0 0,1 0 0 0 0,-1 0 1 0 0,0 0-1 0 0,1 0 0 0 0,-1 0 1 0 0,1 0-1 0 0,-1 0 0 0 0,0-1 0 0 0,1 1 1 0 0,-1 0-1 0 0,0 0 0 0 0,1 0 1 0 0,-1 0-1 0 0,0-1 0 0 0,1 1-172 0 0,0 201 4341 0 0,-16-62-3769 0 0,-5-12-1518 0 0,-9-48-2575 0 0,24-66 1051 0 0,-9 15-7043 0 0,10-27 8179 0 0</inkml:trace>
  <inkml:trace contextRef="#ctx0" brushRef="#br0" timeOffset="1401.116">115 605 936 0 0,'-17'9'7340'0'0,"12"0"-2614"0"0,9-8-986 0 0,6-3-3326 0 0,238-56 3958 0 0,-143 35-3309 0 0,-103 23-964 0 0,0-1-93 0 0,-1 1 0 0 0,0 0 0 0 0,1 0 0 0 0,-1 0 0 0 0,0 0 0 0 0,1 0 0 0 0,-1 1 0 0 0,0-1 0 0 0,1 0 0 0 0,-1 1 0 0 0,0-1 0 0 0,1 1 0 0 0,-1-1 0 0 0,0 1 0 0 0,0 0 0 0 0,0-1 0 0 0,1 1 0 0 0,-1 0 0 0 0,0 0 0 0 0,0 0 0 0 0,0 0 0 0 0,0 0 0 0 0,-1 0 0 0 0,1 0 1 0 0,0 0-1 0 0,0 0 0 0 0,0 0 0 0 0,-1 0 0 0 0,1 1 0 0 0,-1-1 0 0 0,1 0 0 0 0,-1 0 0 0 0,1 1 0 0 0,-1-1 0 0 0,0 0 0 0 0,0 1 0 0 0,0-1 0 0 0,1 1 0 0 0,-1 0-6 0 0,-34 95-2012 0 0,-15-35-2187 0 0,8-30-1991 0 0,0-12-299 0 0,24-12 4894 0 0</inkml:trace>
  <inkml:trace contextRef="#ctx0" brushRef="#br0" timeOffset="1692.187">129 745 1312 0 0,'-13'-1'6280'0'0,"19"0"-513"0"0,110-1-709 0 0,-8-31-3619 0 0,-64 24-3791 0 0,-59 21-8299 0 0,-19 7 6045 0 0,14-11 3247 0 0</inkml:trace>
  <inkml:trace contextRef="#ctx0" brushRef="#br0" timeOffset="2047.879">224 748 988 0 0,'-19'5'6724'0'0,"-2"28"-2836"0"0,18-29-3404 0 0,-69 163 4211 0 0,61-143-3036 0 0,11-24-1219 0 0,0 0 0 0 0,0 0 0 0 0,2 11 413 0 0,4-7-684 0 0,0 0 0 0 0,0-1 0 0 0,1 0 0 0 0,-1 0 0 0 0,1 0 0 0 0,-1-1 0 0 0,1 0 0 0 0,0-1 0 0 0,0 1 0 0 0,0-1 0 0 0,0 0 0 0 0,0-1 0 0 0,0 0-1 0 0,0 0 1 0 0,7-1-169 0 0,157 1 1605 0 0,-16-32-1193 0 0,-138 32-1826 0 0,-16 0 768 0 0,10-3-1665 0 0,-4-8 901 0 0,-3-20-13000 0 0,-3 17 12221 0 0,0 5 891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4:12.839"/>
    </inkml:context>
    <inkml:brush xml:id="br0">
      <inkml:brushProperty name="width" value="0.05" units="cm"/>
      <inkml:brushProperty name="height" value="0.05" units="cm"/>
      <inkml:brushProperty name="color" value="#FFFFFF"/>
    </inkml:brush>
  </inkml:definitions>
  <inkml:trace contextRef="#ctx0" brushRef="#br0">19 66 1600 0 0,'-1'-11'-193'0'0,"-6"3"10311"0"0,-1 7-8790 0 0,5 1-452 0 0,3 0-60 0 0,0 0-47 0 0,0 0 27 0 0,0 0-39 0 0,0 0-26 0 0,0 0 19 0 0,1-1-655 0 0,0-1-1 0 0,0 1 1 0 0,1-1-1 0 0,-1 1 0 0 0,0 0 1 0 0,1-1-1 0 0,-1 1 1 0 0,0 0-1 0 0,1 0 0 0 0,0 0 1 0 0,-1 0-1 0 0,1 0 1 0 0,-1 0-1 0 0,1 1 0 0 0,0-1 1 0 0,0 0-1 0 0,0 1 1 0 0,-1-1-1 0 0,1 1 0 0 0,0 0 1 0 0,0 0-1 0 0,0 0 1 0 0,0-1-1 0 0,-1 2 0 0 0,1-1 1 0 0,0 0-1 0 0,0 0 1 0 0,0 1-1 0 0,0-1 0 0 0,-1 1 1 0 0,1-1-1 0 0,1 1-94 0 0,9 0 345 0 0,191-1 2313 0 0,-102 24-1806 0 0,-100-24-834 0 0,1 0 6 0 0,0-1-1 0 0,0 1 1 0 0,0 0 0 0 0,0 0 0 0 0,0 0 0 0 0,0 0 0 0 0,0 0-1 0 0,0 1 1 0 0,0-1 0 0 0,0 1 0 0 0,0-1 0 0 0,-1 1-1 0 0,1 0 1 0 0,0-1 0 0 0,0 1 0 0 0,0 0 0 0 0,-1 0 0 0 0,1 0-1 0 0,-1 0 1 0 0,1 1 0 0 0,-1-1 0 0 0,1 0 0 0 0,-1 1 0 0 0,0-1-1 0 0,1 1 1 0 0,-1-1 0 0 0,0 1 0 0 0,0 0 0 0 0,0-1 0 0 0,0 1-1 0 0,-1 0 1 0 0,1 0 0 0 0,0 0 0 0 0,-1 0 0 0 0,1 1-24 0 0,-8 16-352 0 0,0-1 0 0 0,-2 0 0 0 0,0 0 0 0 0,-1-1 0 0 0,-1 0 0 0 0,0 0 1 0 0,-1-1-1 0 0,-1-1 0 0 0,-5 4 352 0 0,-80 58-5265 0 0,20-55-6747 0 0,77-22 10526 0 0,1 0 112 0 0,0 0 18 0 0</inkml:trace>
  <inkml:trace contextRef="#ctx0" brushRef="#br0" timeOffset="562.06">10 335 1568 0 0,'18'-2'11164'0'0,"9"-3"-6986"0"0,51-7-2526 0 0,-13 10-758 0 0,-65 2-1092 0 0,0 0-252 0 0,0 0-75 0 0,0 2 368 0 0,-1-1 0 0 0,1 1 0 0 0,-1-1 0 0 0,1 1 0 0 0,-1-1 0 0 0,0 1 0 0 0,1-1 0 0 0,-1 0 1 0 0,0 1-1 0 0,0-1 0 0 0,0 0 0 0 0,0 0 0 0 0,0 0 0 0 0,0 0 0 0 0,-1 0 0 0 0,1 0 0 0 0,0 0 0 0 0,0 0 0 0 0,-1 0 0 0 0,1 0 0 0 0,-1-1 0 0 0,1 1 0 0 0,-1-1 0 0 0,1 1 0 0 0,-1-1 1 0 0,1 1-1 0 0,-1-1 0 0 0,1 0 0 0 0,-1 0 0 0 0,1 0 0 0 0,-1 0 0 0 0,1 0 0 0 0,-2 0 157 0 0,-17 5 235 0 0,19-5-35 0 0,1 0 56 0 0,-4 1-83 0 0,-2 1-15 0 0,0 0 0 0 0,0 1 0 0 0,0 0 0 0 0,0 0 1 0 0,0 0-1 0 0,1 0 0 0 0,-1 1 0 0 0,1 0 0 0 0,0 0 0 0 0,0 0 0 0 0,0 1 1 0 0,1-1-1 0 0,0 1 0 0 0,0 0 0 0 0,0 1 0 0 0,0-1 0 0 0,-1 4-158 0 0,-26 51 1533 0 0,31-59-1490 0 0,-1 0-1 0 0,1 1 1 0 0,0-1 0 0 0,0 1 0 0 0,0-1-1 0 0,0 0 1 0 0,0 1 0 0 0,1-1-1 0 0,-1 1 1 0 0,0-1 0 0 0,0 0 0 0 0,1 1-1 0 0,-1-1 1 0 0,1 0 0 0 0,0 1 0 0 0,-1-1-1 0 0,1 0 1 0 0,0 0 0 0 0,-1 0-1 0 0,1 0 1 0 0,0 0 0 0 0,0 1 0 0 0,0-1-1 0 0,0-1 1 0 0,0 1 0 0 0,0 0-1 0 0,1 0 1 0 0,-1 0 0 0 0,0-1 0 0 0,0 1-1 0 0,1 0 1 0 0,-1-1 0 0 0,0 1 0 0 0,0-1-1 0 0,1 0 1 0 0,-1 1 0 0 0,1-1-43 0 0,58 16 579 0 0,-55-15-465 0 0,88 3 604 0 0,67-69-1808 0 0,-115 46-2630 0 0,11-33-9391 0 0,-45 39 11747 0 0</inkml:trace>
  <inkml:trace contextRef="#ctx0" brushRef="#br0" timeOffset="862.792">566 26 2284 0 0,'2'-7'1145'0'0,"5"-12"5914"0"0,-2 38-2240 0 0,-4 189-440 0 0,-20-45-3306 0 0,5-47-452 0 0,2-34-1707 0 0,9-26-2911 0 0,1-44 533 0 0,1-26-879 0 0,12-59-1577 0 0,-10 50 4530 0 0</inkml:trace>
  <inkml:trace contextRef="#ctx0" brushRef="#br0" timeOffset="1113.129">593 311 1684 0 0,'29'-15'9934'0'0,"22"49"-5051"0"0,-39-23-3969 0 0,13 31-829 0 0,-25-41-1155 0 0,0-1-793 0 0,0 0-109 0 0,0 0 40 0 0,0 8-835 0 0,0-4-1825 0 0,0 4 3264 0 0</inkml:trace>
  <inkml:trace contextRef="#ctx0" brushRef="#br0" timeOffset="2390.273">600 272 1532 0 0,'0'0'1232'0'0,"0"0"-40"0"0,0 0-54 0 0,0 0-85 0 0,0 0-87 0 0,0 0 29 0 0,0 0-37 0 0,0 0-45 0 0,0 0-114 0 0,0 0-127 0 0,0 0-32 0 0,0 0 136 0 0,0 0 23 0 0,0 0-69 0 0,0 0-47 0 0,0 0-55 0 0,0 0-95 0 0,0 0-52 0 0,0 0 5 0 0,0 0-28 0 0,0 0-30 0 0,0 0-52 0 0,0 0-18 0 0,0 3-42 0 0,5 18 945 0 0,16-4-933 0 0,-1 17 3339 0 0,-12-31-3552 0 0,-1 1 0 0 0,1-2 0 0 0,0 1 0 0 0,0-1-1 0 0,0 0 1 0 0,0-1 0 0 0,0 0 0 0 0,0 0 0 0 0,0-1-1 0 0,0 0 1 0 0,0 0 0 0 0,7-2-115 0 0,10 2 64 0 0,5-14-1370 0 0,-29 14 942 0 0,-1 0-55 0 0,0 0-29 0 0,0 0-41 0 0,0 0-311 0 0,6-10-1291 0 0,-17 11-5167 0 0,-19 11 1226 0 0,-12 9 3042 0 0,22-10 1787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4:16.209"/>
    </inkml:context>
    <inkml:brush xml:id="br0">
      <inkml:brushProperty name="width" value="0.05" units="cm"/>
      <inkml:brushProperty name="height" value="0.05" units="cm"/>
      <inkml:brushProperty name="color" value="#FFFFFF"/>
    </inkml:brush>
  </inkml:definitions>
  <inkml:trace contextRef="#ctx0" brushRef="#br0">1 21 2956 0 0,'3'0'1039'0'0,"-3"1"-940"0"0,1-1-1 0 0,0 0 1 0 0,-1 0-1 0 0,1 0 1 0 0,-1 0 0 0 0,1 0-1 0 0,0 0 1 0 0,-1 0-1 0 0,1 0 1 0 0,-1-1-1 0 0,1 1 1 0 0,0 0 0 0 0,-1 0-1 0 0,1 0 1 0 0,-1-1-1 0 0,1 1 1 0 0,-1 0 0 0 0,1-1-1 0 0,-1 1 1 0 0,1 0-1 0 0,-1-1 1 0 0,1 1-1 0 0,-1-1 1 0 0,1 1 0 0 0,-1-1-1 0 0,0 1 1 0 0,1-1-1 0 0,-1 1 1 0 0,0-1 0 0 0,1 1-1 0 0,-1-1 1 0 0,0 1-1 0 0,0-1 1 0 0,1 1-1 0 0,-1-1 1 0 0,0 0 0 0 0,0 1-1 0 0,0-1 1 0 0,0 1-1 0 0,0-1 1 0 0,0 0 0 0 0,0 1-1 0 0,0-1 1 0 0,0 0-1 0 0,0 1 1 0 0,0-1-1 0 0,0 1 1 0 0,-1-1 0 0 0,1 1-1 0 0,0-1 1 0 0,-1 0-99 0 0,19 1 1802 0 0,-16 2-1687 0 0,0-1-1 0 0,0 1 1 0 0,0 0-1 0 0,0 0 1 0 0,0 0 0 0 0,0 0-1 0 0,-1 0 1 0 0,1 1 0 0 0,-1-1-1 0 0,0 0 1 0 0,1 1-1 0 0,-1-1 1 0 0,0 1 0 0 0,0-1-1 0 0,-1 1 1 0 0,1 0-1 0 0,-1-1 1 0 0,1 1 0 0 0,-1 0-1 0 0,0 0 1 0 0,0-1 0 0 0,0 1-1 0 0,0 0 1 0 0,0-1-1 0 0,-1 1 1 0 0,1 0 0 0 0,-1 0-115 0 0,1 14 279 0 0,-15 47 1061 0 0,-6 13 2709 0 0,22-75-3989 0 0,0-1 0 0 0,0 0-1 0 0,1 1 1 0 0,-1-1-1 0 0,1 0 1 0 0,-1 0 0 0 0,1 0-1 0 0,-1 0 1 0 0,1 0-1 0 0,-1 0 1 0 0,1-1 0 0 0,0 1-1 0 0,-1 0 1 0 0,1-1-1 0 0,0 1 1 0 0,0-1-1 0 0,0 0 1 0 0,-1 0 0 0 0,1 1-1 0 0,0-1 1 0 0,0 0-1 0 0,0-1 1 0 0,-1 1 0 0 0,1 0-1 0 0,0 0 1 0 0,0-1-1 0 0,0 1 1 0 0,-1-1 0 0 0,1 0-1 0 0,0 1 1 0 0,-1-1-1 0 0,1 0 1 0 0,0 0-60 0 0,1 0 19 0 0,77-8 1053 0 0,201-26 1491 0 0,-229 35-3799 0 0,-51 0 380 0 0,-1 0-254 0 0,3 0-215 0 0,5 4-755 0 0,-7-6-9674 0 0,-6-11 8306 0 0,4 7 2152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4:18.413"/>
    </inkml:context>
    <inkml:brush xml:id="br0">
      <inkml:brushProperty name="width" value="0.05" units="cm"/>
      <inkml:brushProperty name="height" value="0.05" units="cm"/>
      <inkml:brushProperty name="color" value="#FFFFFF"/>
    </inkml:brush>
  </inkml:definitions>
  <inkml:trace contextRef="#ctx0" brushRef="#br0">30 25 1540 0 0,'-30'3'11415'0'0,"32"-2"-6085"0"0,11-1-3695 0 0,193 2 5056 0 0,-110-3-5346 0 0,63-12-43 0 0,57 13-426 0 0,-124 0-4318 0 0,-90 0 2117 0 0,0-3-213 0 0,4-5 961 0 0,-8 2-4608 0 0,-21 10-3452 0 0,13-1 9143 0 0,-95 23-6868 0 0,74-21 4976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4:17.542"/>
    </inkml:context>
    <inkml:brush xml:id="br0">
      <inkml:brushProperty name="width" value="0.05" units="cm"/>
      <inkml:brushProperty name="height" value="0.05" units="cm"/>
      <inkml:brushProperty name="color" value="#FFFFFF"/>
    </inkml:brush>
  </inkml:definitions>
  <inkml:trace contextRef="#ctx0" brushRef="#br0">26 0 2992 0 0,'0'0'1676'0'0,"0"0"-193"0"0,-4 0-97 0 0,-11 9 4519 0 0,15 0-5807 0 0,0-5 887 0 0,0-4-55 0 0,0 0-44 0 0,0 0-11 0 0,0 0-94 0 0,0 0 20 0 0,2 5-85 0 0,24 24 632 0 0,84-20 1304 0 0,-2 1-1120 0 0,95-10-1576 0 0,-201 0-524 0 0,-2 0-58 0 0,0 0-329 0 0,3-10-979 0 0,-15 8-3016 0 0,-17 9-1200 0 0,0-1 3277 0 0,-29 7-884 0 0,39-8 2280 0 0</inkml:trace>
  <inkml:trace contextRef="#ctx0" brushRef="#br0" timeOffset="467.128">100 101 1008 0 0,'-21'8'10788'0'0,"11"44"-7184"0"0,9-36-2936 0 0,-58 204 1964 0 0,50-179-2040 0 0,41-52 734 0 0,-15 4-996 0 0,1 2-1 0 0,-1 0 1 0 0,1 1 0 0 0,0 1 0 0 0,0 0-1 0 0,0 2 1 0 0,0 0 0 0 0,0 1-1 0 0,5 1-329 0 0,118-27 974 0 0,-65 16-589 0 0,-76 11-482 0 0,-1-1 0 0 0,1 0 0 0 0,0 0 0 0 0,-1 1 0 0 0,1-1 1 0 0,0 1-1 0 0,0-1 0 0 0,-1 0 0 0 0,1 1 0 0 0,0-1 0 0 0,0 0 1 0 0,0 1-1 0 0,-1-1 0 0 0,1 1 0 0 0,0-1 0 0 0,0 1 0 0 0,0-1 1 0 0,0 1-1 0 0,0-1 0 0 0,0 0 0 0 0,0 1 0 0 0,0-1 1 0 0,0 1-1 0 0,0-1 0 0 0,0 1 0 0 0,0-1 0 0 0,0 1 0 0 0,1-1 1 0 0,-1 0-1 0 0,0 1 0 0 0,0-1 0 0 0,0 1 0 0 0,1-1 0 0 0,-1 0 1 0 0,0 1-1 0 0,0-1 0 0 0,1 1 0 0 0,-1-1 0 0 0,0 0 0 0 0,1 1 1 0 0,-1-1-1 0 0,0 0 0 0 0,1 0 0 0 0,-1 1 0 0 0,0-1 0 0 0,1 0 1 0 0,-1 0-1 0 0,1 0 0 0 0,-1 1 0 0 0,1-1 0 0 0,-1 0 0 0 0,0 0 1 0 0,1 0-1 0 0,-1 0 0 0 0,1 0 0 0 0,-1 0 0 0 0,1 0 0 0 0,-1 0 1 0 0,1 0-1 0 0,-1 0 0 0 0,1 0 0 0 0,-1 0 0 0 0,0 0 0 0 0,1-1 1 0 0,-1 1-1 0 0,1 0 0 0 0,-1 0 97 0 0,-28 25-5776 0 0,-94 44-4374 0 0,100-57 8780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4:20.211"/>
    </inkml:context>
    <inkml:brush xml:id="br0">
      <inkml:brushProperty name="width" value="0.05" units="cm"/>
      <inkml:brushProperty name="height" value="0.05" units="cm"/>
      <inkml:brushProperty name="color" value="#FFFFFF"/>
    </inkml:brush>
  </inkml:definitions>
  <inkml:trace contextRef="#ctx0" brushRef="#br0">250 39 2340 0 0,'0'0'61'0'0,"1"0"1"0"0,-1 0-1 0 0,1 0 0 0 0,0 0 1 0 0,-1 0-1 0 0,1 0 0 0 0,-1 0 0 0 0,1 0 1 0 0,0 0-1 0 0,-1-1 0 0 0,1 1 1 0 0,-1 0-1 0 0,1 0 0 0 0,0 0 0 0 0,-1-1 1 0 0,1 1-1 0 0,-1 0 0 0 0,1-1 1 0 0,-1 1-1 0 0,1 0 0 0 0,-1-1 0 0 0,1 1 1 0 0,-1-1-1 0 0,0 1 0 0 0,1 0 1 0 0,-1-1-1 0 0,1 1 0 0 0,-1-1 0 0 0,0 0 1 0 0,0 1-1 0 0,1-1 0 0 0,-1 1 0 0 0,0-1 1 0 0,0 1-1 0 0,1-1 0 0 0,-1 0 1 0 0,0 1-1 0 0,0-1 0 0 0,0 1 0 0 0,0-1 1 0 0,0 0-1 0 0,0 1 0 0 0,0-1 1 0 0,0 1-1 0 0,0-1 0 0 0,-1 0-61 0 0,1-2 1127 0 0,0 3-67 0 0,0 0 173 0 0,0 0-42 0 0,0 0-118 0 0,0 0-51 0 0,0 0-20 0 0,0 0-14 0 0,0 0-70 0 0,6 0-81 0 0,-4 1-770 0 0,0-1-1 0 0,0 1 1 0 0,1 0-1 0 0,-1 0 1 0 0,0 0-1 0 0,0 0 0 0 0,0 1 1 0 0,0-1-1 0 0,0 0 1 0 0,-1 1-1 0 0,1-1 1 0 0,0 1-1 0 0,-1 0 1 0 0,1-1-1 0 0,-1 1 1 0 0,1 0-1 0 0,-1 0 1 0 0,0 0-1 0 0,0 0 1 0 0,0 0-1 0 0,0 0 1 0 0,0 1-1 0 0,-1-1 1 0 0,1 0-1 0 0,0 0 1 0 0,-1 1-1 0 0,0-1 1 0 0,1 0-1 0 0,-1 1 1 0 0,0-1-1 0 0,0 0 1 0 0,-1 1-67 0 0,24 195 2699 0 0,-23-145-4769 0 0,0-34-1046 0 0,-14-4 533 0 0,7-14-1630 0 0,0-5-711 0 0,4 1 3549 0 0</inkml:trace>
  <inkml:trace contextRef="#ctx0" brushRef="#br0" timeOffset="339.709">176 253 1672 0 0,'-41'-15'11979'0'0,"57"17"-6772"0"0,21 1-3944 0 0,30-6 353 0 0,329-111 1949 0 0,-287 82-4691 0 0,-104 34-8086 0 0,-29 10 1922 0 0,8-4 5559 0 0,-16 7-1232 0 0,17-9 1587 0 0</inkml:trace>
  <inkml:trace contextRef="#ctx0" brushRef="#br0" timeOffset="557.661">564 1 2876 0 0,'13'16'6572'0'0,"-4"22"-2896"0"0,-7-30-3259 0 0,2 112 3326 0 0,-40-9-7093 0 0,-19-17-6990 0 0,48-85 8854 0 0</inkml:trace>
  <inkml:trace contextRef="#ctx0" brushRef="#br0" timeOffset="951.753">219 419 2528 0 0,'2'-3'1014'0'0,"-2"3"-623"0"0,0 0 0 0 0,1 1 0 0 0,-1-1 0 0 0,0 0 0 0 0,0 0-1 0 0,0 0 1 0 0,1 1 0 0 0,-1-1 0 0 0,0 0 0 0 0,0 0 0 0 0,1 0 0 0 0,-1 0-1 0 0,0 0 1 0 0,1 0 0 0 0,-1 0 0 0 0,0 1 0 0 0,0-1 0 0 0,1 0 0 0 0,-1 0-1 0 0,0 0 1 0 0,1 0 0 0 0,-1 0 0 0 0,0 0 0 0 0,0 0 0 0 0,1-1 0 0 0,-1 1-391 0 0,-68 121 3515 0 0,-46 1-3209 0 0,77-102-3319 0 0,29-39-275 0 0,38-42-3577 0 0,-23 53 5869 0 0,3-4-404 0 0</inkml:trace>
  <inkml:trace contextRef="#ctx0" brushRef="#br0" timeOffset="1214.05">97 554 904 0 0,'44'23'5793'0'0,"-9"47"-2894"0"0,-23 107 716 0 0,-12-134-5008 0 0,-16-35-2174 0 0,21-39-1914 0 0,-1 9 4195 0 0</inkml:trace>
  <inkml:trace contextRef="#ctx0" brushRef="#br0" timeOffset="1558.755">314 474 1344 0 0,'19'-12'7848'0'0,"4"6"-3390"0"0,58 4-1217 0 0,-50 3-1728 0 0,47-4 386 0 0,-54-5-1534 0 0,1-1 0 0 0,-1-1 0 0 0,-1-1 0 0 0,0-1 0 0 0,0-1 0 0 0,4-5-365 0 0,-11 12-723 0 0,-19 31 111 0 0,-1-10 649 0 0,-12 103 97 0 0,5 0 0 0 0,5 23-134 0 0,3-78-55 0 0,-1 71-1394 0 0,4-132 1014 0 0,0-2-109 0 0,-2 3-40 0 0,1-3 496 0 0,1 1 0 0 0,0 0 1 0 0,-1 0-1 0 0,1-1 0 0 0,-1 1 0 0 0,1 0 0 0 0,-1-1 0 0 0,1 1 0 0 0,-1 0 0 0 0,0-1 0 0 0,1 1 0 0 0,-1-1 0 0 0,0 1 0 0 0,1-1 0 0 0,-1 1 1 0 0,0-1-1 0 0,0 0 0 0 0,0 1 0 0 0,1-1 0 0 0,-1 0 0 0 0,0 0 0 0 0,0 1 0 0 0,0-1 0 0 0,0 0 0 0 0,1 0 0 0 0,-1 0 0 0 0,0 0 0 0 0,0 0 1 0 0,0 0-1 0 0,0 0 0 0 0,0-1 0 0 0,1 1 0 0 0,-1 0 0 0 0,0 0 0 0 0,0-1 0 0 0,0 1 0 0 0,1 0 0 0 0,-1-1 0 0 0,0 1 0 0 0,0-1 0 0 0,1 1 0 0 0,-1-1 1 0 0,0 1-1 0 0,1-1 0 0 0,-1 0 0 0 0,1 1 0 0 0,-1-1 0 0 0,0 0 88 0 0,-128-119-10640 0 0,108 99 9264 0 0</inkml:trace>
  <inkml:trace contextRef="#ctx0" brushRef="#br0" timeOffset="1855.217">333 695 1356 0 0,'-8'-4'1842'0'0,"7"9"4973"0"0,28 10-2171 0 0,23-41-2742 0 0,-30 13-1518 0 0,11 5-169 0 0,-29 10-185 0 0,0 0 0 0 0,0 1 0 0 0,-1-1 0 0 0,1 1 0 0 0,-1 0 0 0 0,1-1 0 0 0,-1 1 0 0 0,0 0 1 0 0,0 0-1 0 0,0 0 0 0 0,-1-1 0 0 0,1 1 0 0 0,-1 0 0 0 0,1 0 0 0 0,-1 0 0 0 0,0 0 0 0 0,0 0 0 0 0,0 0 0 0 0,-1 0 0 0 0,1 0 0 0 0,-1 0 0 0 0,0 0 0 0 0,0 2-30 0 0,0-3-9 0 0,-2 3-125 0 0,-42 52-604 0 0,-2-37-4060 0 0,46-20 3336 0 0,1 0 111 0 0,-3-29-4634 0 0,11 9 4525 0 0</inkml:trace>
  <inkml:trace contextRef="#ctx0" brushRef="#br0" timeOffset="2202.251">1084 263 1280 0 0,'-7'13'9246'0'0,"18"23"-5528"0"0,-9-32-3702 0 0,0-1 1 0 0,0 1-1 0 0,1-1 1 0 0,0 0-1 0 0,-1 0 1 0 0,1 0-1 0 0,1 0 1 0 0,-1-1-1 0 0,0 1 1 0 0,1-1-1 0 0,-1 0 1 0 0,1 0-1 0 0,-1 0 1 0 0,1 0-1 0 0,0-1 1 0 0,0 1-1 0 0,0-1 1 0 0,2 0-17 0 0,-5-1-499 0 0,6-3-182 0 0,150-133-9383 0 0,-143 120 9483 0 0</inkml:trace>
  <inkml:trace contextRef="#ctx0" brushRef="#br0" timeOffset="2928.346">1354 188 2888 0 0,'28'-2'6680'0'0,"-40"38"-1627"0"0,-5-18-4633 0 0,0 0 1 0 0,0-1-1 0 0,-2-1 0 0 0,0-1 1 0 0,-1 0-1 0 0,0-1 1 0 0,-12 5-421 0 0,-45 32 666 0 0,-23 17 722 0 0,149-64-491 0 0,152-26-589 0 0,-201 42-813 0 0,-67 41 111 0 0,-52 15 150 0 0,120-75 254 0 0,-1 0 0 0 0,1 0 0 0 0,-1 0 0 0 0,1 0-1 0 0,-1 0 1 0 0,1 0 0 0 0,-1 0 0 0 0,1 0-1 0 0,0-1 1 0 0,0 1 0 0 0,0 0 0 0 0,-1 0-1 0 0,1-1 1 0 0,0 1 0 0 0,0-1 0 0 0,0 1 0 0 0,0-1-1 0 0,0 1 1 0 0,0-1 0 0 0,0 1 0 0 0,0-1-1 0 0,0 0 1 0 0,0 1 0 0 0,0-1 0 0 0,0 0-1 0 0,0 0 1 0 0,1 0 0 0 0,-1 0 0 0 0,0 0 0 0 0,0 0-1 0 0,0 0 1 0 0,0-1 0 0 0,0 1 0 0 0,0 0-1 0 0,0 0 1 0 0,0-1 0 0 0,0 1 0 0 0,0-1-1 0 0,0 1 1 0 0,0-1 0 0 0,0 1 0 0 0,0-1 0 0 0,0 0-10 0 0,131-1 98 0 0,-131 2-233 0 0,12 14-307 0 0,-19-3 66 0 0,0 0 0 0 0,-1-1 0 0 0,0 0 0 0 0,-1 0 0 0 0,0-1 0 0 0,0 0 0 0 0,-1 0 0 0 0,0-1 0 0 0,-4 2 376 0 0,9-6-133 0 0,-19 18 4 0 0,-2-2 0 0 0,0 0-1 0 0,-1-2 1 0 0,-1-1 0 0 0,0-1-1 0 0,-1-1 1 0 0,-1-2 0 0 0,0-1-1 0 0,-1-1 1 0 0,-12 2 129 0 0,-1 2 2085 0 0,31-11 620 0 0,30-10-625 0 0,45-7-409 0 0,4-1-607 0 0,2 2 0 0 0,0 3 0 0 0,0 3-1 0 0,0 3 1 0 0,1 4 0 0 0,5 2-1064 0 0,50-1 322 0 0,-82-2-3132 0 0,-39-12-1194 0 0,-4 12 3879 0 0,-1 0 0 0 0,1 0 0 0 0,0 0 0 0 0,0 0 0 0 0,0 0 0 0 0,0-1 0 0 0,-1 1 0 0 0,1 0 0 0 0,0 0 0 0 0,0 0 0 0 0,0 0 0 0 0,0-1 0 0 0,0 1 0 0 0,0 0 0 0 0,-1 0 0 0 0,1 0 0 0 0,0-1 0 0 0,0 1 0 0 0,0 0 0 0 0,0 0 0 0 0,0 0 0 0 0,0-1 0 0 0,0 1 0 0 0,0 0 0 0 0,0 0 0 0 0,0-1 0 0 0,0 1 0 0 0,0 0 0 0 0,0 0 0 0 0,0 0 0 0 0,0-1 0 0 0,0 1 0 0 0,0 0 0 0 0,0 0 0 0 0,1-1 0 0 0,-1 1 0 0 0,0 0 0 0 0,0 0 0 0 0,0 0 0 0 0,0 0 0 0 0,0-1 0 0 0,0 1 0 0 0,1 0 0 0 0,-1 0 0 0 0,0 0 0 0 0,0 0 0 0 0,0-1 0 0 0,0 1 0 0 0,1 0 0 0 0,-1 0 125 0 0,-1 0-242 0 0,1 0 1 0 0,-1 0 0 0 0,0 0 0 0 0,0 0 0 0 0,1 0 0 0 0,-1 0 0 0 0,0 0 0 0 0,1 0-1 0 0,-1-1 1 0 0,0 1 0 0 0,1 0 0 0 0,-1 0 0 0 0,0-1 0 0 0,1 1 0 0 0,-1 0 0 0 0,1-1-1 0 0,-1 1 1 0 0,1-1 0 0 0,-1 1 0 0 0,1-1 0 0 0,-1 1 0 0 0,1-1 0 0 0,-1 1 0 0 0,1-1-1 0 0,-1 1 1 0 0,1-1 0 0 0,0 0 0 0 0,-1 1 0 0 0,1-1 0 0 0,0 1 0 0 0,0-1 0 0 0,-1 0-1 0 0,1 1 1 0 0,0-1 0 0 0,0 0 0 0 0,0 0 0 0 0,0 1 0 0 0,0-1 0 0 0,0 0 0 0 0,0 1-1 0 0,0-1 1 0 0,0 0 0 0 0,0 1 0 0 0,1-1 0 0 0,-1 0 0 0 0,0 1 0 0 0,0-1 0 0 0,1 0-1 0 0,-1 0 242 0 0,9-17-1474 0 0,1-8 42 0 0</inkml:trace>
  <inkml:trace contextRef="#ctx0" brushRef="#br0" timeOffset="3510.402">1944 194 1088 0 0,'22'-24'8772'0'0,"31"14"-5235"0"0,96 23 794 0 0,-20 13-2800 0 0,-94-19-4474 0 0,-43-6-2721 0 0,-6 6 1898 0 0,-2 1 1198 0 0,-6-1 1071 0 0,-5 2-36 0 0</inkml:trace>
  <inkml:trace contextRef="#ctx0" brushRef="#br0" timeOffset="3668.418">1946 402 1960 0 0,'-4'26'1400'0'0,"1"-9"-292"0"0,-2-4-7 0 0,2 2-253 0 0,-1-2 4 0 0,4 1-20 0 0,0-5-256 0 0,-4 0-96 0 0,3 3-216 0 0,-1-4-156 0 0,1 0-216 0 0,-1-1 4 0 0,0 1-636 0 0,-3-4-424 0 0,4 0 80 0 0,-1-3-401 0 0,0 1 105 0 0,2-2-120 0 0</inkml:trace>
  <inkml:trace contextRef="#ctx0" brushRef="#br0" timeOffset="4046.038">1936 461 2452 0 0,'3'-6'575'0'0,"1"1"0"0"0,0 0-1 0 0,1 0 1 0 0,-1 0 0 0 0,1 1-1 0 0,0 0 1 0 0,0 0 0 0 0,0 0-1 0 0,1 0 1 0 0,-1 1 0 0 0,1 0-1 0 0,0 0 1 0 0,0 0 0 0 0,0 1-1 0 0,0 0 1 0 0,1 0 0 0 0,-1 1-1 0 0,0 0 1 0 0,1 0 0 0 0,-1 0-1 0 0,1 1 1 0 0,-1 0-1 0 0,1 0 1 0 0,5 1-575 0 0,55-1 1530 0 0,-62 3-1441 0 0,-5-3-88 0 0,1 1-40 0 0,1-1-1 0 0,-1 1 0 0 0,1 0 1 0 0,-1 1-1 0 0,0-1 0 0 0,0 0 1 0 0,0 0-1 0 0,1 1 0 0 0,-1-1 1 0 0,0 0-1 0 0,-1 1 0 0 0,1-1 1 0 0,0 1-1 0 0,0-1 0 0 0,-1 1 1 0 0,1-1-1 0 0,-1 1 0 0 0,1 0 1 0 0,-1-1-1 0 0,1 1 0 0 0,-1 0 1 0 0,0 0-1 0 0,0-1 0 0 0,0 1 1 0 0,0 0-1 0 0,0-1 0 0 0,-1 1 1 0 0,1 0-1 0 0,0-1 0 0 0,-1 1 1 0 0,1 0-1 0 0,-1-1 0 0 0,1 1 1 0 0,-1-1-1 0 0,0 1 0 0 0,0 0 40 0 0,-77 77-1698 0 0,3-49 1507 0 0,61-27 996 0 0,25-10 280 0 0,105-14 646 0 0,-109 20-1035 0 0,17 1-14237 0 0,-36 5 10788 0 0,4-2 1363 0 0</inkml:trace>
  <inkml:trace contextRef="#ctx0" brushRef="#br0" timeOffset="4309.808">1891 669 2372 0 0,'5'38'5015'0'0,"13"17"-2804"0"0,-1-33-2755 0 0,9-23-4345 0 0,-23 1 3597 0 0,10 0 31 0 0</inkml:trace>
  <inkml:trace contextRef="#ctx0" brushRef="#br0" timeOffset="4669.539">2249 655 1744 0 0,'2'2'770'0'0,"0"-1"-388"0"0,0 0 1 0 0,0 0-1 0 0,0 0 1 0 0,-1 0 0 0 0,1 0-1 0 0,0 0 1 0 0,-1 0-1 0 0,1 1 1 0 0,-1-1 0 0 0,1 1-1 0 0,-1-1 1 0 0,0 1-1 0 0,1 0 1 0 0,-1-1 0 0 0,0 1-1 0 0,0 0 1 0 0,0 0-1 0 0,-1 0 1 0 0,1 0 0 0 0,0 0-1 0 0,-1 0 1 0 0,1 0-1 0 0,-1 0 1 0 0,0 0 0 0 0,0 0-1 0 0,1 2-382 0 0,-3 5 217 0 0,-1 0 1 0 0,0 0-1 0 0,0 0 1 0 0,0 0-1 0 0,-1-1 0 0 0,0 0 1 0 0,-1 1-1 0 0,0-1 0 0 0,0-1 1 0 0,-1 1-1 0 0,0-1 0 0 0,0 0 1 0 0,-1 0-1 0 0,0-1 0 0 0,0 0 1 0 0,0 0-1 0 0,-1-1 0 0 0,0 1 1 0 0,-4 1-218 0 0,-12 6-661 0 0,-1-1-1 0 0,0-1 1 0 0,0-1 0 0 0,-1-1 0 0 0,0-1 0 0 0,-7 0 661 0 0,-98 1-6559 0 0,54 5 4332 0 0,12-5 5706 0 0,52-6 2462 0 0,43-3-3307 0 0,-18 0-2366 0 0,403 0 7542 0 0,-263-22-6897 0 0,-17 9-1705 0 0,-134 13 450 0 0,-1-1 1 0 0,1 1-1 0 0,-1-1 0 0 0,1 1 1 0 0,-1-1-1 0 0,1 1 0 0 0,0 0 0 0 0,-1-1 1 0 0,1 1-1 0 0,-1 0 0 0 0,1 0 1 0 0,0-1-1 0 0,-1 1 0 0 0,1 0 1 0 0,0 0-1 0 0,0 0 0 0 0,-1 0 1 0 0,1 0-1 0 0,0 0 0 0 0,-1 0 1 0 0,1 0-1 0 0,0 0 0 0 0,-1 0 1 0 0,1 0-1 0 0,0 0 0 0 0,-1 0 1 0 0,1 0-1 0 0,0 1 0 0 0,-1-1 1 0 0,1 0-1 0 0,0 1 0 0 0,-1-1 1 0 0,1 0-1 0 0,-1 1 0 0 0,1-1 1 0 0,0 1-1 0 0,-1-1 0 0 0,1 1 1 0 0,-1-1-1 0 0,1 1 0 0 0,-1-1 1 0 0,0 1-1 0 0,1 0 0 0 0,-1-1 1 0 0,0 1-1 0 0,1-1 0 0 0,-1 1 1 0 0,0 0-1 0 0,0-1 0 0 0,1 1 1 0 0,-1 0-1 0 0,0 0 342 0 0,-13 14-2766 0 0,-3-1 1412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4:32.197"/>
    </inkml:context>
    <inkml:brush xml:id="br0">
      <inkml:brushProperty name="width" value="0.05" units="cm"/>
      <inkml:brushProperty name="height" value="0.05" units="cm"/>
      <inkml:brushProperty name="color" value="#FFFFFF"/>
    </inkml:brush>
  </inkml:definitions>
  <inkml:trace contextRef="#ctx0" brushRef="#br0">28 291 1780 0 0,'0'0'1506'0'0,"0"0"-118"0"0,-4 3-148 0 0,2-2-1136 0 0,1 0-1 0 0,-1 0 1 0 0,1 0 0 0 0,-1 0-1 0 0,1 0 1 0 0,0 0 0 0 0,0 0-1 0 0,-1 0 1 0 0,1 0 0 0 0,0 1 0 0 0,0-1-1 0 0,0 0 1 0 0,0 1 0 0 0,0-1-1 0 0,0 1 1 0 0,1-1 0 0 0,-1 1-1 0 0,1 0 1 0 0,-1-1 0 0 0,1 1 0 0 0,-1 0-1 0 0,1-1 1 0 0,0 1 0 0 0,0 0-1 0 0,0-1 1 0 0,0 1 0 0 0,0 0-1 0 0,0 0-103 0 0,0 98 3329 0 0,0-33-4605 0 0,4-59-3797 0 0,-4-22 2750 0 0,-2 7 1513 0 0</inkml:trace>
  <inkml:trace contextRef="#ctx0" brushRef="#br0" timeOffset="454.699">3 416 4316 0 0,'3'-70'6196'0'0,"-3"70"-5464"0"0,2-5-502 0 0,0 1 0 0 0,1 0-1 0 0,-1 0 1 0 0,1 0-1 0 0,0 0 1 0 0,0 1 0 0 0,0-1-1 0 0,0 1 1 0 0,1 0 0 0 0,-1 0-1 0 0,1 0 1 0 0,0 0-1 0 0,0 1 1 0 0,0-1 0 0 0,0 1-1 0 0,0 0 1 0 0,4-1-230 0 0,3-4 474 0 0,10-1 18 0 0,1 0 1 0 0,0 1-1 0 0,0 1 0 0 0,1 1 1 0 0,0 1-1 0 0,0 1 1 0 0,0 1-1 0 0,0 1 0 0 0,0 1 1 0 0,0 1-1 0 0,7 1-492 0 0,28-1 737 0 0,17 13-107 0 0,-57-8-418 0 0,-17-6-250 0 0,0 0 1 0 0,0 0-1 0 0,0 0 1 0 0,0 0-1 0 0,-1 1 1 0 0,1-1-1 0 0,0 0 1 0 0,0 0-1 0 0,0 0 1 0 0,-1 1 0 0 0,1-1-1 0 0,0 0 1 0 0,0 1-1 0 0,-1-1 1 0 0,1 1-1 0 0,0-1 1 0 0,0 1-1 0 0,-1-1 1 0 0,1 1-1 0 0,-1-1 1 0 0,1 1-1 0 0,-1 0 1 0 0,1-1-1 0 0,-1 1 1 0 0,1 0-1 0 0,-1-1 1 0 0,1 1-1 0 0,-1 0 1 0 0,0 0-1 0 0,1 0 1 0 0,-1-1 0 0 0,0 1-1 0 0,0 0 1 0 0,0 0-1 0 0,1 0 1 0 0,-1-1-1 0 0,0 1 1 0 0,0 0-1 0 0,0 0 1 0 0,0 0-1 0 0,-1 0 1 0 0,1-1-1 0 0,0 1 1 0 0,0 0-1 0 0,0 0 1 0 0,-1 0-1 0 0,1-1 1 0 0,0 1-1 0 0,-1 0 1 0 0,1 0 0 0 0,-1-1-1 0 0,1 1 1 0 0,-1 0-1 0 0,1-1 1 0 0,-1 1-1 0 0,1 0 1 0 0,-1-1-1 0 0,0 1 38 0 0,-13 16-648 0 0,-1 0-1 0 0,-1-2 1 0 0,0 1 0 0 0,-1-2-1 0 0,-1 0 1 0 0,0-1 0 0 0,-1-1-1 0 0,0-1 1 0 0,-1-1 0 0 0,0 0-1 0 0,-12 3 649 0 0,12-6-70 0 0,-1 0-1 0 0,1-2 0 0 0,-1-1 1 0 0,0 0-1 0 0,0-1 1 0 0,0-2-1 0 0,0 0 0 0 0,-1-1 1 0 0,0-1 70 0 0,16 1 221 0 0,5 0 79 0 0,1 0 33 0 0,-5-7 564 0 0,12-1 305 0 0,158 3 2340 0 0,-76-16-2833 0 0,50-14 194 0 0,-73 1-4406 0 0,-66 34 1962 0 0,0 0-438 0 0,0 0 21 0 0,0 0 38 0 0,-2-3 165 0 0,-31-12-3064 0 0,13 9 3379 0 0</inkml:trace>
  <inkml:trace contextRef="#ctx0" brushRef="#br0" timeOffset="739.555">287 0 1152 0 0,'7'9'8884'0'0,"1"21"-7276"0"0,0 208 4869 0 0,-9-156-5599 0 0,-21 110 490 0 0,14-132-1401 0 0,-10 102 582 0 0,13-52-6549 0 0,5-110 5867 0 0,0-1-1 0 0,0 1 1 0 0,1-1-1 0 0,-1 1 1 0 0,0-1-1 0 0,0 1 1 0 0,0-1-1 0 0,1 1 1 0 0,-1-1-1 0 0,0 1 1 0 0,1 0 0 0 0,-1-1-1 0 0,0 1 1 0 0,1 0-1 0 0,-1-1 1 0 0,0 1-1 0 0,1 0 1 0 0,-1-1-1 0 0,1 1 1 0 0,-1 0-1 0 0,1-1 1 0 0,-1 1-1 0 0,1 0 1 0 0,-1 0-1 0 0,1 0 1 0 0,-1 0-1 0 0,1 0 1 0 0,-1-1-1 0 0,1 1 1 0 0,-1 0-1 0 0,1 0 1 0 0,-1 0-1 0 0,1 0 1 0 0,-1 0-1 0 0,1 1 1 0 0,-1-1-1 0 0,1 0 1 0 0,-1 0-1 0 0,1 0 1 0 0,-1 0-1 0 0,1 0 1 0 0,-1 1-1 0 0,1-1 1 0 0,-1 0-1 0 0,1 0 1 0 0,-1 1 0 0 0,0-1-1 0 0,1 0 1 0 0,-1 1-1 0 0,1-1 1 0 0,-1 1-1 0 0,0-1 1 0 0,1 0-1 0 0,-1 1 1 0 0,0-1-1 0 0,0 1 1 0 0,1-1-1 0 0,-1 1 1 0 0,0-1-1 0 0,0 1 1 0 0,0-1-1 0 0,0 1 1 0 0,1-1-1 0 0,-1 1 1 0 0,0-1-1 0 0,0 1 1 0 0,0 0 133 0 0,12-15-1481 0 0,-10 13 1610 0 0,13-17-1514 0 0,2-5 38 0 0</inkml:trace>
  <inkml:trace contextRef="#ctx0" brushRef="#br0" timeOffset="1084.598">735 179 948 0 0,'-24'101'6033'0'0,"11"51"-1734"0"0,-9 27-1240 0 0,21-152-2895 0 0,1-4-4288 0 0,-7-19-2679 0 0,9-12 5371 0 0</inkml:trace>
  <inkml:trace contextRef="#ctx0" brushRef="#br0" timeOffset="1461.645">731 77 1268 0 0,'19'-31'10384'0'0,"43"25"-6461"0"0,-45 7-3146 0 0,153-1 2375 0 0,-58 19-2127 0 0,59 4 459 0 0,-117 0-1105 0 0,-49-19-366 0 0,0 1 0 0 0,-1 0 0 0 0,1 0 0 0 0,-1 0 0 0 0,0 0 0 0 0,0 1 0 0 0,-1 0 0 0 0,0 0 0 0 0,0 0 0 0 0,0 0 0 0 0,0 0 0 0 0,-1 0 0 0 0,0 1 0 0 0,-1 0 0 0 0,1-1 0 0 0,-1 1 0 0 0,-1 0 0 0 0,1-1 0 0 0,-1 1 0 0 0,0 0 0 0 0,-1 0 0 0 0,0 2-13 0 0,2-4-1 0 0,-25 168-777 0 0,7-100-26 0 0,-23 82-4057 0 0,-4-58-4706 0 0,34-85 6297 0 0,6-10 1629 0 0</inkml:trace>
  <inkml:trace contextRef="#ctx0" brushRef="#br0" timeOffset="1738.222">875 317 1392 0 0,'13'-21'9864'0'0,"45"9"-6742"0"0,-48 11-2658 0 0,64-6 853 0 0,-27 7-4049 0 0,-48 0 2563 0 0,1 0-1 0 0,-1 0 0 0 0,1 0 1 0 0,-1 0-1 0 0,1 0 1 0 0,-1 0-1 0 0,1 0 1 0 0,0 0-1 0 0,-1 0 0 0 0,1 0 1 0 0,-1 1-1 0 0,1-1 1 0 0,-1 0-1 0 0,1 0 0 0 0,-1 1 1 0 0,1-1-1 0 0,0 0 1 0 0,-1 1-1 0 0,1-1 1 0 0,0 0-1 0 0,-1 1 0 0 0,1-1 1 0 0,0 1-1 0 0,-1-1 1 0 0,1 1-1 0 0,0-1 1 0 0,0 0-1 0 0,0 1 0 0 0,-1-1 1 0 0,1 1-1 0 0,0-1 1 0 0,0 1-1 0 0,0-1 0 0 0,0 1 1 0 0,0-1-1 0 0,0 1 1 0 0,0-1-1 0 0,0 1 1 0 0,0-1-1 0 0,0 1 0 0 0,0-1 1 0 0,0 1-1 0 0,0-1 1 0 0,0 1-1 0 0,1-1 0 0 0,-1 1 1 0 0,0-1-1 0 0,0 1 1 0 0,0-1-1 0 0,1 0 1 0 0,-1 1-1 0 0,0-1 0 0 0,1 1 1 0 0,-1-1-1 0 0,0 0 1 0 0,1 1-1 0 0,-1-1 0 0 0,0 0 1 0 0,1 1-1 0 0,-1-1 1 0 0,1 0-1 0 0,-1 0 1 0 0,1 1 169 0 0,-16 11-1580 0 0</inkml:trace>
  <inkml:trace contextRef="#ctx0" brushRef="#br0" timeOffset="1987.904">853 445 1824 0 0,'0'9'6474'0'0,"31"-2"-3756"0"0,-28-7-2279 0 0,136 11 2375 0 0,-78-11-8582 0 0,-52-20 1445 0 0,-7 14 3021 0 0,-2 0-202 0 0</inkml:trace>
  <inkml:trace contextRef="#ctx0" brushRef="#br0" timeOffset="2175.719">1026 310 2196 0 0,'-16'1'5540'0'0,"10"37"-3495"0"0,6-29-1767 0 0,-19 125 1675 0 0,-1-37-2007 0 0,-8-40-4409 0 0,9-37-338 0 0,12-16 3155 0 0</inkml:trace>
  <inkml:trace contextRef="#ctx0" brushRef="#br0" timeOffset="2444.803">815 656 2120 0 0,'-18'-7'5747'0'0,"19"6"-1989"0"0,12 0-2162 0 0,94 4 1954 0 0,23-16-2071 0 0,-67 5-952 0 0,-18 3-3729 0 0,-33-7-9739 0 0,-12 8 11331 0 0</inkml:trace>
  <inkml:trace contextRef="#ctx0" brushRef="#br0" timeOffset="2697.799">1156 525 936 0 0,'5'8'7825'0'0,"6"26"-5767"0"0,-14 36-3337 0 0,-36-12-5675 0 0,30-51 5444 0 0</inkml:trace>
  <inkml:trace contextRef="#ctx0" brushRef="#br0" timeOffset="2950.854">781 723 2008 0 0,'-15'-1'7034'0'0,"25"1"-810"0"0,162 26-205 0 0,-42-5-4328 0 0,-19-15 5 0 0,-64-6-4967 0 0,-20-1-2527 0 0,-1 1-3986 0 0,-24 0 8436 0 0,-1 0 140 0 0,6 0 37 0 0</inkml:trace>
  <inkml:trace contextRef="#ctx0" brushRef="#br0" timeOffset="3284.721">1621 114 4052 0 0,'15'-10'7173'0'0,"22"13"-3971"0"0,-16-1-1594 0 0,71 2 1715 0 0,96 47 138 0 0,-117-34-3224 0 0,-70-7-9604 0 0,-50 23 4363 0 0,-34 11-1066 0 0,60-36 4671 0 0</inkml:trace>
  <inkml:trace contextRef="#ctx0" brushRef="#br0" timeOffset="3535.939">1732 310 1976 0 0,'-25'37'7818'0'0,"11"39"-3948"0"0,12-57-3331 0 0,-15 36-1344 0 0,10-49-150 0 0,-3-9-7488 0 0,6-4 8457 0 0,2 0-424 0 0</inkml:trace>
  <inkml:trace contextRef="#ctx0" brushRef="#br0" timeOffset="3882.896">1648 460 4504 0 0,'-1'-5'327'0'0,"1"0"-1"0"0,0-1 0 0 0,0 1 0 0 0,1 0 0 0 0,-1 0 0 0 0,1 0 0 0 0,0 0 1 0 0,0 0-1 0 0,1 0 0 0 0,0 1 0 0 0,0-1 0 0 0,0 0 0 0 0,0 1 1 0 0,1-1-1 0 0,-1 1 0 0 0,1 0 0 0 0,0 0 0 0 0,1 0 0 0 0,-1 0 1 0 0,1 1-1 0 0,-1-1 0 0 0,1 1 0 0 0,0 0 0 0 0,0 0 0 0 0,1 0 0 0 0,-1 0 1 0 0,0 1-1 0 0,1 0 0 0 0,0 0 0 0 0,0 0 0 0 0,-1 1 0 0 0,4-1-326 0 0,62-12 2661 0 0,97 14 654 0 0,-166 0-3319 0 0,1-1 0 0 0,0 1 0 0 0,-1-1 0 0 0,1 1 0 0 0,0 0-1 0 0,0 0 1 0 0,-1 0 0 0 0,1 0 0 0 0,0 0 0 0 0,0 0 0 0 0,-1 0 0 0 0,1 1-1 0 0,0-1 1 0 0,-1 1 0 0 0,1-1 0 0 0,0 1 0 0 0,-1 0 0 0 0,1-1 0 0 0,0 1-1 0 0,-1 0 1 0 0,0 0 0 0 0,1 0 0 0 0,-1 0 0 0 0,1 1 0 0 0,-1-1 0 0 0,0 0-1 0 0,0 0 1 0 0,0 1 0 0 0,0-1 0 0 0,0 1 0 0 0,0-1 0 0 0,0 1 0 0 0,0-1-1 0 0,0 1 1 0 0,-1 0 0 0 0,1-1 0 0 0,-1 1 0 0 0,1 0 0 0 0,-1-1 0 0 0,0 1-1 0 0,0 0 1 0 0,1 0 0 0 0,-1-1 0 0 0,0 1 0 0 0,-1 0 0 0 0,1 0 0 0 0,0-1 0 0 0,0 1-1 0 0,-1 0 1 0 0,1-1 0 0 0,-1 1 0 0 0,1 0 0 0 0,-1-1 0 0 0,0 1 0 0 0,0 0-1 0 0,0-1 1 0 0,0 1 4 0 0,-18 16-434 0 0,0 0-1 0 0,-1-1 1 0 0,-1-1-1 0 0,-1-1 1 0 0,0-1-1 0 0,-1-1 1 0 0,-1 0-1 0 0,0-2 1 0 0,0-1-1 0 0,-11 2 435 0 0,23-7-120 0 0,-32 10-77 0 0,43-15 430 0 0,32-3 1578 0 0,72 1-367 0 0,-74-8-1459 0 0,-26 8-94 0 0,12 4-1795 0 0,-15-2 1610 0 0,0 0 0 0 0,0 0 0 0 0,0 1 0 0 0,0-1 0 0 0,0 0 0 0 0,-1 0 0 0 0,1 1-1 0 0,0-1 1 0 0,0 0 0 0 0,0 1 0 0 0,0-1 0 0 0,0 0 0 0 0,0 0 0 0 0,0 1 0 0 0,0-1 0 0 0,1 0 0 0 0,-1 0 0 0 0,0 1-1 0 0,0-1 1 0 0,0 0 0 0 0,0 0 0 0 0,0 1 0 0 0,0-1 0 0 0,0 0 0 0 0,1 0 0 0 0,-1 1 0 0 0,0-1 0 0 0,0 0-1 0 0,0 0 1 0 0,1 0 0 0 0,-1 1 0 0 0,0-1 0 0 0,0 0 0 0 0,1 0 294 0 0,-25 8-4294 0 0,8 1 2760 0 0</inkml:trace>
  <inkml:trace contextRef="#ctx0" brushRef="#br0" timeOffset="4135.611">1619 627 2268 0 0,'6'11'5627'0'0,"10"10"-2756"0"0,-6-6-1798 0 0,19 7-8272 0 0,-22-21 5733 0 0,-5 0 16 0 0</inkml:trace>
  <inkml:trace contextRef="#ctx0" brushRef="#br0" timeOffset="4728.96">1922 616 1204 0 0,'31'4'10054'0'0,"-45"17"-5017"0"0,-221 80-5120 0 0,194-86-786 0 0,-95 43-3264 0 0,78-36 8336 0 0,58-22-3847 0 0,0 0 86 0 0,0 0-30 0 0,0 0-55 0 0,0 0-18 0 0,-19 0 2747 0 0,205-25 875 0 0,74 11-2626 0 0,-157 38-1035 0 0,41 20-755 0 0,-126-44-2419 0 0,-26-2-4072 0 0,-60 10-659 0 0,-68 29 1820 0 0,103-30 4297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4:28.315"/>
    </inkml:context>
    <inkml:brush xml:id="br0">
      <inkml:brushProperty name="width" value="0.05" units="cm"/>
      <inkml:brushProperty name="height" value="0.05" units="cm"/>
      <inkml:brushProperty name="color" value="#FFFFFF"/>
    </inkml:brush>
  </inkml:definitions>
  <inkml:trace contextRef="#ctx0" brushRef="#br0">216 221 2016 0 0,'-3'0'1086'0'0,"-9"0"-25"0"0,8 0-22 0 0,4 0-124 0 0,0 0-118 0 0,0 0-19 0 0,0 0-19 0 0,0 0-94 0 0,0 0-98 0 0,0 0-38 0 0,0 0-104 0 0,0 0-46 0 0,0 0-23 0 0,0 0-25 0 0,0 0-56 0 0,0 0 31 0 0,-3 0-62 0 0,3 0-189 0 0,-1 0 0 0 0,1 0-1 0 0,-1 0 1 0 0,1 0 0 0 0,-1 0 0 0 0,0 0 0 0 0,1 0 0 0 0,-1 0 0 0 0,1 0 0 0 0,-1 0 0 0 0,1 0 0 0 0,-1 0-1 0 0,1 0 1 0 0,-1 1 0 0 0,1-1 0 0 0,-1 0 0 0 0,1 0 0 0 0,-1 1 0 0 0,1-1 0 0 0,-1 0 0 0 0,1 1-1 0 0,-1-1 1 0 0,1 0 0 0 0,-1 1 0 0 0,1-1 0 0 0,0 1 0 0 0,-1-1 0 0 0,1 0 0 0 0,0 1 0 0 0,-1-1 0 0 0,1 1-1 0 0,0-1 1 0 0,0 1 0 0 0,0-1 0 0 0,-1 1 0 0 0,1-1 0 0 0,0 1 0 0 0,0 0 0 0 0,0-1 0 0 0,0 1-1 0 0,0-1 1 0 0,0 1 0 0 0,0-1 0 0 0,0 1 0 0 0,0-1 0 0 0,0 1 0 0 0,0 0 0 0 0,1 0-55 0 0,-1 2 180 0 0,0-3 42 0 0,0 0-37 0 0,0 0-28 0 0,0 0-14 0 0,0 0 5 0 0,0 0 77 0 0,0 0 4 0 0,0 0-25 0 0,0 0-8 0 0,0 0 10 0 0,0 0-32 0 0,0 0 22 0 0,0 0-6 0 0,0 0 6 0 0,0 0-11 0 0,0 0-25 0 0,0 0-45 0 0,0 0-15 0 0,0 0-6 0 0,0 0 20 0 0,0 0-6 0 0,0 0-50 0 0,0 0 36 0 0,0 0-11 0 0,0 0 14 0 0,0 0-32 0 0,0 0-20 0 0,0 0 46 0 0,0 0-17 0 0,0 0-19 0 0,0 0 11 0 0,0 0-18 0 0,0 0 30 0 0,0 0 20 0 0,0 0 11 0 0,0 0 14 0 0,0 0-24 0 0,0 0 8 0 0,0 0 13 0 0,0 0-3 0 0,0 0-47 0 0,0 0 9 0 0,0 0 50 0 0,0 0-37 0 0,0 0 2 0 0,0 0 0 0 0,0 0-17 0 0,0 0-11 0 0,0 0 0 0 0,0 0 6 0 0,0 0-15 0 0,0 0-32 0 0,0 0 10 0 0,0 0 3 0 0,0 0-34 0 0,0 0 10 0 0,0 0 6 0 0,0 0 21 0 0,0 0-14 0 0,0 0 19 0 0,0 0-36 0 0,0 0 24 0 0,0 0-18 0 0,0 0 2 0 0,0 0 17 0 0,0 0 22 0 0,0 0-15 0 0,0 0 4 0 0,0 0 0 0 0,0 0-34 0 0,0 0 12 0 0,0 0 32 0 0,0 0 14 0 0,0 0-31 0 0,0 0-9 0 0,0 0-21 0 0,0 0 27 0 0,0 0 12 0 0,0 0-2 0 0,0 0-11 0 0,0 0 3 0 0,0 0-41 0 0,0 0 41 0 0,0 0-9 0 0,0 0 36 0 0,0 0-9 0 0,0 0-26 0 0,0 0 6 0 0,0 0 14 0 0,0 0-7 0 0,0 0-6 0 0,1 5-12 0 0,-1-5-25 0 0,1 1 3 0 0,-1 1 1 0 0,0-1-1 0 0,1 0 1 0 0,-1 0-1 0 0,1 0 1 0 0,-1 0-1 0 0,1 1 1 0 0,0-1-1 0 0,-1 0 1 0 0,1 0-1 0 0,0 0 1 0 0,0 0-1 0 0,0 0 1 0 0,-1-1-1 0 0,1 1 1 0 0,0 0-1 0 0,0 0 1 0 0,1-1-1 0 0,-1 1 1 0 0,0 0-1 0 0,0-1 1 0 0,0 1-1 0 0,0-1 1 0 0,0 1-1 0 0,1-1 1 0 0,-1 0-1 0 0,0 1 1 0 0,0-1-1 0 0,1 0 1 0 0,-1 0-1 0 0,0 0 1 0 0,0 0-1 0 0,1 0 1 0 0,-1 0-4 0 0,198 1 255 0 0,-84 9-206 0 0,-13 5 23 0 0,252 28 117 0 0,-229-39-128 0 0,-26 24-79 0 0,49-9 318 0 0,-9-35-7 0 0,-44 3-223 0 0,29 7 108 0 0,-33-8-149 0 0,-15 14-1263 0 0,-76 0 1152 0 0,0 1-1 0 0,-1-1 0 0 0,1 0 1 0 0,0 0-1 0 0,0 0 0 0 0,-1 0 0 0 0,1 0 1 0 0,0 0-1 0 0,0 1 0 0 0,0-1 1 0 0,-1 0-1 0 0,1 0 0 0 0,0 0 0 0 0,0 1 1 0 0,0-1-1 0 0,0 0 0 0 0,0 0 0 0 0,-1 0 1 0 0,1 1-1 0 0,0-1 0 0 0,0 0 1 0 0,0 0-1 0 0,0 1 0 0 0,0-1 0 0 0,0 0 1 0 0,0 0-1 0 0,0 1 0 0 0,0-1 1 0 0,0 0-1 0 0,0 0 0 0 0,0 1 0 0 0,0-1 1 0 0,0 0-1 0 0,0 0 0 0 0,0 1 0 0 0,0-1 1 0 0,0 0-1 0 0,0 0 0 0 0,1 1 1 0 0,-1-1-1 0 0,0 0 0 0 0,0 0 0 0 0,0 0 1 0 0,0 1-1 0 0,0-1 0 0 0,1 0 1 0 0,-1 0-1 0 0,0 0 0 0 0,0 1 0 0 0,0-1 1 0 0,1 0-1 0 0,-1 0 0 0 0,0 0 0 0 0,0 0 1 0 0,1 0 82 0 0,-54-17-15585 0 0,46 14 14320 0 0</inkml:trace>
  <inkml:trace contextRef="#ctx0" brushRef="#br0" timeOffset="322.974">1753 233 1784 0 0,'-4'-10'9157'0'0,"26"17"-4185"0"0,-15-3-4564 0 0,1 1 1 0 0,0 0-1 0 0,-1 0 1 0 0,0 0-1 0 0,-1 1 1 0 0,1 1-1 0 0,-1-1 1 0 0,0 1-1 0 0,0 0 0 0 0,-1 0 1 0 0,0 0-1 0 0,-1 1 1 0 0,1 0-1 0 0,0 2-408 0 0,-5-8 162 0 0,-4 14-280 0 0,-2-8-116 0 0,0 0 0 0 0,0-1-1 0 0,-1 0 1 0 0,0 0 0 0 0,-1 0-1 0 0,1-1 1 0 0,-1 0-1 0 0,-1 0 1 0 0,1-1 0 0 0,-2 0 234 0 0,-19 7-1715 0 0,-1-2 0 0 0,0-1 1 0 0,0-2-1 0 0,-1 0 0 0 0,0-2 1 0 0,-1-2-1 0 0,1 0 0 0 0,-1-3 1 0 0,-15-1 1714 0 0,-2-3-1398 0 0,-27-14 220 0 0</inkml:trace>
  <inkml:trace contextRef="#ctx0" brushRef="#br0" timeOffset="1039.758">288 58 1016 0 0,'-2'-12'7537'0'0,"-18"27"-4926"0"0,-177 254 1846 0 0,129-184-1750 0 0,68-85-2542 0 0,26 1 596 0 0,222 119 124 0 0,-70-56-1209 0 0,-138-55-1545 0 0,-15-5-5311 0 0,-18 0-932 0 0,-7-4 6874 0 0</inkml:trace>
  <inkml:trace contextRef="#ctx0" brushRef="#br0" timeOffset="2872.192">1581 52 1468 0 0,'0'0'56'0'0,"0"-1"-1"0"0,1 0 1 0 0,-1 1-1 0 0,0-1 0 0 0,0 1 1 0 0,0-1-1 0 0,0 0 1 0 0,0 1-1 0 0,0-1 1 0 0,0 0-1 0 0,0 1 1 0 0,0-1-1 0 0,0 1 1 0 0,0-1-1 0 0,-1 0 0 0 0,1 1 1 0 0,0-1-1 0 0,0 0 1 0 0,-1 1-1 0 0,1-1 1 0 0,0 1-1 0 0,-1-1 1 0 0,1 1-1 0 0,0-1 1 0 0,-1 1-1 0 0,1-1 0 0 0,-1 1 1 0 0,1-1-1 0 0,-1 1 1 0 0,1 0-1 0 0,-1-1 1 0 0,1 1-1 0 0,-1 0 1 0 0,1-1-1 0 0,-1 1 1 0 0,0 0-1 0 0,1 0 1 0 0,-1 0-1 0 0,1-1 0 0 0,-1 1 1 0 0,0 0-1 0 0,1 0 1 0 0,-1 0-1 0 0,0 0 1 0 0,0 0-56 0 0,-1 0 1088 0 0,2 0-103 0 0,0 0-167 0 0,0 0-80 0 0,0 0-40 0 0,-3 0-568 0 0,1 0 1 0 0,0 0 0 0 0,0-1-1 0 0,-1 1 1 0 0,1 0 0 0 0,0-1 0 0 0,0 0-1 0 0,0 0 1 0 0,0 1 0 0 0,0-1-1 0 0,0 0 1 0 0,0-1 0 0 0,0 1-1 0 0,0 0 1 0 0,1-1 0 0 0,-1 1-1 0 0,0-1 1 0 0,1 1 0 0 0,-1-1-1 0 0,0-1-130 0 0,1 2 105 0 0,1 1 0 0 0,0-1 0 0 0,0 1 0 0 0,0-1 0 0 0,-1 1-1 0 0,1-1 1 0 0,0 1 0 0 0,-1-1 0 0 0,1 1 0 0 0,0-1 0 0 0,-1 1-1 0 0,1-1 1 0 0,-1 1 0 0 0,1 0 0 0 0,0-1 0 0 0,-1 1 0 0 0,1 0-1 0 0,-1-1 1 0 0,1 1 0 0 0,-1 0 0 0 0,1 0 0 0 0,-1-1 0 0 0,0 1-1 0 0,1 0 1 0 0,-1 0 0 0 0,1 0 0 0 0,-1 0 0 0 0,1 0 0 0 0,-1 0-1 0 0,0 0 1 0 0,1 0 0 0 0,-1 0 0 0 0,1 0 0 0 0,-1 0 0 0 0,1 0-1 0 0,-1 0 1 0 0,1 0 0 0 0,-1 0 0 0 0,0 1 0 0 0,1-1 0 0 0,-1 0 0 0 0,1 0-1 0 0,-1 1 1 0 0,1-1 0 0 0,-1 0 0 0 0,1 1 0 0 0,0-1 0 0 0,-1 1-1 0 0,1-1 1 0 0,-1 0 0 0 0,1 1 0 0 0,0-1 0 0 0,-1 1 0 0 0,1-1-1 0 0,0 1 1 0 0,0-1 0 0 0,-1 1 0 0 0,1 0 0 0 0,0-1 0 0 0,0 1-1 0 0,0-1 1 0 0,0 1 0 0 0,0-1 0 0 0,-1 1 0 0 0,1-1 0 0 0,0 1-105 0 0,61 71 1846 0 0,-38-53-1590 0 0,-3 2-68 0 0,1-2-1 0 0,1-1 1 0 0,1 0 0 0 0,0-2-1 0 0,2-1 1 0 0,-1 0 0 0 0,2-2-1 0 0,12 4-187 0 0,65 28 662 0 0,-103-45-643 0 0,-1 0 1 0 0,1 0 0 0 0,-1 1 0 0 0,1-1-1 0 0,0 0 1 0 0,-1 0 0 0 0,1 1-1 0 0,0-1 1 0 0,-1 0 0 0 0,1 1 0 0 0,0-1-1 0 0,-1 1 1 0 0,1-1 0 0 0,0 0-1 0 0,0 1 1 0 0,0-1 0 0 0,-1 1 0 0 0,1-1-1 0 0,0 1 1 0 0,0-1 0 0 0,0 1-1 0 0,0-1 1 0 0,0 1 0 0 0,0-1 0 0 0,0 1-1 0 0,0-1 1 0 0,0 1 0 0 0,0-1-1 0 0,0 0 1 0 0,0 1 0 0 0,0-1 0 0 0,0 1-1 0 0,0-1 1 0 0,0 1 0 0 0,1-1-1 0 0,-1 1 1 0 0,0-1 0 0 0,0 1 0 0 0,1-1-1 0 0,-1 0 1 0 0,0 1 0 0 0,0-1-1 0 0,1 0 1 0 0,-1 1 0 0 0,0-1 0 0 0,1 0-1 0 0,-1 1 1 0 0,1-1 0 0 0,-1 0 0 0 0,0 0-1 0 0,1 1 1 0 0,-1-1 0 0 0,1 0-1 0 0,-1 0 1 0 0,1 0 0 0 0,-1 0 0 0 0,1 1-1 0 0,-1-1 1 0 0,1 0 0 0 0,-1 0-1 0 0,1 0 1 0 0,-1 0 0 0 0,1 0-20 0 0,-156 85 158 0 0,110-56-575 0 0,1 2 0 0 0,2 2 1 0 0,1 2-1 0 0,-7 11 417 0 0,9-14-1918 0 0,2-1-1900 0 0,18-4-2470 0 0,6-2-507 0 0,13-25 5220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4:42.405"/>
    </inkml:context>
    <inkml:brush xml:id="br0">
      <inkml:brushProperty name="width" value="0.05" units="cm"/>
      <inkml:brushProperty name="height" value="0.05" units="cm"/>
      <inkml:brushProperty name="color" value="#FFFFFF"/>
    </inkml:brush>
  </inkml:definitions>
  <inkml:trace contextRef="#ctx0" brushRef="#br0">53 77 2408 0 0,'0'0'1322'0'0,"0"0"-47"0"0,0 0-33 0 0,0 0-70 0 0,0 0-98 0 0,0 0-10 0 0,0-3-137 0 0,16-13 679 0 0,-13 16-896 0 0,-3 0-47 0 0,0 0-113 0 0,0 0 44 0 0,0 0 7 0 0,0 0-34 0 0,0 0-58 0 0,0 0-59 0 0,7 2 2 0 0,22 8-16 0 0,-19 40 628 0 0,-11 65-21 0 0,-68 169-2052 0 0,22-158-2555 0 0,46-125 2896 0 0,7-35-7961 0 0,4-10 5681 0 0,-6 20 1649 0 0</inkml:trace>
  <inkml:trace contextRef="#ctx0" brushRef="#br0" timeOffset="549.001">113 74 1544 0 0,'0'-3'328'0'0,"0"0"1"0"0,0 0-1 0 0,1 0 0 0 0,0-1 0 0 0,-1 1 0 0 0,1 0 1 0 0,0 0-1 0 0,1 0 0 0 0,-1 0 0 0 0,0 0 1 0 0,1 0-1 0 0,0 1 0 0 0,0-1 0 0 0,0 0 1 0 0,0 1-1 0 0,0-1 0 0 0,0 1 0 0 0,0 0 0 0 0,1 0 1 0 0,-1 0-1 0 0,1 0 0 0 0,0 0 0 0 0,0 0 1 0 0,-1 1-1 0 0,1-1 0 0 0,0 1 0 0 0,0 0 0 0 0,1 0 1 0 0,-1 0-1 0 0,0 0 0 0 0,0 1 0 0 0,0-1 1 0 0,0 1-1 0 0,2 0-328 0 0,5-1 273 0 0,1 2 0 0 0,0-1 0 0 0,-1 1 0 0 0,1 1 0 0 0,-1 0 0 0 0,0 0 1 0 0,1 1-1 0 0,-1 0 0 0 0,0 1 0 0 0,-1 0 0 0 0,1 1 0 0 0,-1 0 0 0 0,1 1-273 0 0,16 7 612 0 0,99 51 1593 0 0,-124-62-2162 0 0,1 1 1 0 0,-1-1-1 0 0,0 1 0 0 0,1 0 1 0 0,-1-1-1 0 0,0 1 0 0 0,-1 0 1 0 0,1 0-1 0 0,0 0 0 0 0,-1 0 1 0 0,0 0-1 0 0,1 0 0 0 0,-1 0 0 0 0,-1 0 1 0 0,1 0-1 0 0,0 0 0 0 0,-1 0 1 0 0,1 0-1 0 0,-1 0 0 0 0,0-1 1 0 0,0 1-1 0 0,0 0 0 0 0,0 0 1 0 0,-1-1-1 0 0,1 1 0 0 0,-1-1 1 0 0,1 1-1 0 0,-1-1 0 0 0,0 1-43 0 0,-8 11 33 0 0,0-1 0 0 0,-1 0 0 0 0,0 0 1 0 0,-1-1-1 0 0,-1 0 0 0 0,1-1 0 0 0,-2-1 0 0 0,0 0 0 0 0,0-1 0 0 0,-1 0 0 0 0,0-1 0 0 0,0-1 0 0 0,-1 0 1 0 0,-2-1-34 0 0,-54 11 86 0 0,86-24-148 0 0,87 14-3 0 0,-94-5 102 0 0,-1 0 0 0 0,1 0 0 0 0,-1 1-1 0 0,1 0 1 0 0,-1 0 0 0 0,0 0 0 0 0,0 1 0 0 0,0 0 0 0 0,-1 0 0 0 0,1 0 0 0 0,-1 1 0 0 0,0 0-1 0 0,-1 0 1 0 0,1 0 0 0 0,-1 1 0 0 0,0-1 0 0 0,0 1 0 0 0,0 0 0 0 0,-1 0 0 0 0,0 0 0 0 0,0 1 0 0 0,-1-1-1 0 0,0 1 1 0 0,0-1 0 0 0,0 1 0 0 0,-1 0 0 0 0,0 0 0 0 0,0 0 0 0 0,-1 0 0 0 0,0 0 0 0 0,0 0-1 0 0,0 0 1 0 0,-1 1-37 0 0,-3 4 46 0 0,0-1-1 0 0,0 0 1 0 0,-1 0-1 0 0,0 0 1 0 0,-1 0-1 0 0,0-1 1 0 0,-1 0-1 0 0,0 0 1 0 0,-1-1-1 0 0,0 0 1 0 0,0 0-1 0 0,-1-1 1 0 0,0 0-1 0 0,0 0 1 0 0,-1-1-1 0 0,0 0 1 0 0,0-1-1 0 0,-1 0 1 0 0,0-1-1 0 0,0 0 1 0 0,0-1-1 0 0,0 0 1 0 0,-1 0-1 0 0,0-1 0 0 0,1-1 1 0 0,-1 0-1 0 0,-6 0-45 0 0,-86-23-1642 0 0,100 19 1304 0 0,1 0-1 0 0,0 0 1 0 0,0-1 0 0 0,-1 1-1 0 0,1-1 1 0 0,1 1 0 0 0,-1-1-1 0 0,0 0 1 0 0,1 0 0 0 0,-1 0-1 0 0,1 0 1 0 0,0-1 0 0 0,0 1-1 0 0,0-1 1 0 0,1 1 0 0 0,-1-1-1 0 0,0-2 339 0 0,7-28-8347 0 0,5 18 7175 0 0,24-20-1884 0 0,-15 18 1578 0 0</inkml:trace>
  <inkml:trace contextRef="#ctx0" brushRef="#br0" timeOffset="850.108">652 217 2128 0 0,'37'-13'9890'0'0,"7"14"-6240"0"0,-22 0-2884 0 0,104-1 1792 0 0,-75 0-6079 0 0,-63 0-3770 0 0,-12 2 2103 0 0,18-1 4312 0 0</inkml:trace>
  <inkml:trace contextRef="#ctx0" brushRef="#br0" timeOffset="1036.958">867 213 2676 0 0,'-4'4'229'0'0,"-1"-1"1"0"0,1 1-1 0 0,0-1 0 0 0,0 1 0 0 0,0 1 1 0 0,0-1-1 0 0,0 0 0 0 0,1 1 0 0 0,0 0 0 0 0,0 0 1 0 0,1 0-1 0 0,-1 0 0 0 0,1 0 0 0 0,-1 3-229 0 0,-7 12 745 0 0,-44 161 2825 0 0,43-146-3404 0 0,-30 85-182 0 0,1-46-4930 0 0,26-57 2204 0 0,10-11 1208 0 0</inkml:trace>
  <inkml:trace contextRef="#ctx0" brushRef="#br0" timeOffset="1194.943">599 734 904 0 0,'-5'-2'9329'0'0,"22"3"-5674"0"0,22 3-2059 0 0,-19-3-1134 0 0,0-1 1 0 0,0-1-1 0 0,0 0 1 0 0,0-2-1 0 0,0 0 0 0 0,-1-1 1 0 0,19-7-463 0 0,-7 4 349 0 0,20-8-768 0 0,-19 0-4162 0 0,-24 13-387 0 0,-3 2-1540 0 0,-5 0 5294 0 0</inkml:trace>
  <inkml:trace contextRef="#ctx0" brushRef="#br0" timeOffset="1973.027">1512 213 1984 0 0,'-13'-45'8625'0'0,"9"37"-8277"0"0,0 1 0 0 0,0 0 0 0 0,-1 0 0 0 0,-1 0 0 0 0,1 1 0 0 0,-1-1 0 0 0,0 1-1 0 0,0 1 1 0 0,-1-1 0 0 0,0 1 0 0 0,0 0 0 0 0,0 1 0 0 0,-1-1-348 0 0,0 4 167 0 0,0 0 0 0 0,0 1 0 0 0,-1 0 0 0 0,1 0 0 0 0,0 1-1 0 0,-1 0 1 0 0,1 0 0 0 0,0 1 0 0 0,0 0 0 0 0,0 0 0 0 0,0 1 0 0 0,0 0 0 0 0,1 1 0 0 0,-1-1-1 0 0,1 2 1 0 0,0-1 0 0 0,0 1 0 0 0,1 0 0 0 0,-1 0 0 0 0,1 1 0 0 0,0-1 0 0 0,0 1 0 0 0,1 1-167 0 0,2-5 65 0 0,-1 1-27 0 0,-1 0 0 0 0,1 0 1 0 0,0 1-1 0 0,-1-1 0 0 0,2 1 1 0 0,-1 0-1 0 0,0 0 0 0 0,1 1 1 0 0,0-1-1 0 0,0 1 0 0 0,0-1 1 0 0,0 1-1 0 0,1 0 0 0 0,0 0 1 0 0,0 0-1 0 0,0 0 0 0 0,1 0 1 0 0,-1 1-1 0 0,1-1 0 0 0,1 0 1 0 0,-1 1-1 0 0,1-1 0 0 0,0 1 0 0 0,0-1 1 0 0,1 4-39 0 0,1-1 7 0 0,2 0-1 0 0,-1 0 1 0 0,2 0 0 0 0,-1 0 0 0 0,1-1 0 0 0,0 1 0 0 0,0-1 0 0 0,0-1-1 0 0,1 1 1 0 0,1-1 0 0 0,-1 0 0 0 0,1 0 0 0 0,0-1 0 0 0,0 1-1 0 0,0-2 1 0 0,1 1 0 0 0,0-1 0 0 0,0 0 0 0 0,0-1 0 0 0,1 1-7 0 0,9 2 15 0 0,-1 1 0 0 0,0 1 0 0 0,0 0 0 0 0,-1 2 0 0 0,0 0 0 0 0,-1 0 0 0 0,0 1 1 0 0,-1 1-1 0 0,0 1 0 0 0,2 3-15 0 0,-14-13 24 0 0,0 0-1 0 0,0 1 1 0 0,0-1 0 0 0,-1 1 0 0 0,1-1 0 0 0,-1 1-1 0 0,0 0 1 0 0,0-1 0 0 0,0 1 0 0 0,-1 0 0 0 0,1 0-1 0 0,-1 0 1 0 0,0-1 0 0 0,0 1 0 0 0,0 0-1 0 0,-1 0 1 0 0,1 0 0 0 0,-1 0 0 0 0,0-1 0 0 0,0 1-1 0 0,0 0 1 0 0,-1-1 0 0 0,1 1 0 0 0,-1-1 0 0 0,0 1-1 0 0,0-1 1 0 0,0 0 0 0 0,0 0-24 0 0,-79 76 177 0 0,67-72-229 0 0,-1-1 0 0 0,1 0 0 0 0,-1-1 0 0 0,0 0 0 0 0,0-2 0 0 0,0 0-1 0 0,-1 0 1 0 0,1-2 0 0 0,-1 1 0 0 0,1-2 0 0 0,-1 0 0 0 0,-1-2 52 0 0,14 2-132 0 0,0 0 0 0 0,-1-1 0 0 0,1 0 0 0 0,0 0 0 0 0,0 0 0 0 0,0 0 0 0 0,0 0 1 0 0,0 0-1 0 0,1-1 0 0 0,-1 0 0 0 0,0 1 0 0 0,1-1 0 0 0,-1 0 0 0 0,1 0 0 0 0,-1 0 0 0 0,1-1 0 0 0,0 1 0 0 0,-2-3 132 0 0,-11-34-6782 0 0,50-20 1590 0 0,5 15 2093 0 0,-16 22 1587 0 0</inkml:trace>
  <inkml:trace contextRef="#ctx0" brushRef="#br0" timeOffset="2313.21">1618 259 1400 0 0,'21'-4'7927'0'0,"-11"20"-3527"0"0,-8 37-1303 0 0,-2-39-2513 0 0,-28 148 1508 0 0,-23 55 110 0 0,47-184-1830 0 0,4-31-261 0 0,16 25 431 0 0,-8-22-497 0 0,1 0-1 0 0,0-1 1 0 0,0 0-1 0 0,0-1 0 0 0,0 0 1 0 0,0 0-1 0 0,1-1 1 0 0,0 0-1 0 0,-1 0 1 0 0,1-1-1 0 0,0-1 0 0 0,-1 1 1 0 0,1-2-1 0 0,0 1 1 0 0,7-3-45 0 0,14 3 70 0 0,52-15-259 0 0,-61 8-212 0 0,25-12-2521 0 0,-34-6-5845 0 0,-13 22 7618 0 0,-1-1-633 0 0,1 0-3328 0 0,0-7 3734 0 0</inkml:trace>
  <inkml:trace contextRef="#ctx0" brushRef="#br0" timeOffset="2579.371">1676 269 2648 0 0,'25'-16'5221'0'0,"18"7"-1892"0"0,-34 8-2481 0 0,9 0-2768 0 0,-2 17-5185 0 0,-16-10 5568 0 0</inkml:trace>
  <inkml:trace contextRef="#ctx0" brushRef="#br0" timeOffset="2814.357">1683 428 1256 0 0,'15'9'7194'0'0,"20"-9"-3060"0"0,-22-1-3036 0 0,59 1 1463 0 0,32 0-2122 0 0,-102 0-1230 0 0,3 1-2616 0 0,9 12-4637 0 0,-15-10 6449 0 0,0 2 18 0 0</inkml:trace>
  <inkml:trace contextRef="#ctx0" brushRef="#br0" timeOffset="3724.418">1674 304 1348 0 0,'0'0'815'0'0,"0"0"-103"0"0,0 0-109 0 0,0 0-91 0 0,0 0-36 0 0,0 0-29 0 0,0 0 43 0 0,0-4-20 0 0,2-29 7467 0 0,0 23-8664 0 0,32 2 2338 0 0,91-21-542 0 0,-101 24-1210 0 0,7-2-1709 0 0,-11 5-6824 0 0,-20 2 7215 0 0,2 3 80 0 0</inkml:trace>
  <inkml:trace contextRef="#ctx0" brushRef="#br0" timeOffset="4220.481">2230 244 1636 0 0,'4'-2'11201'0'0,"2"16"-10628"0"0,74 162 3287 0 0,26 53-1341 0 0,-53-102-2420 0 0,-46-126-10121 0 0,-5-23 6086 0 0,-1 6 1994 0 0,4-12 382 0 0</inkml:trace>
  <inkml:trace contextRef="#ctx0" brushRef="#br0" timeOffset="4488.514">2541 276 2116 0 0,'0'1'171'0'0,"0"-1"1"0"0,-1 0-1 0 0,1 1 0 0 0,0-1 0 0 0,-1 0 1 0 0,1 1-1 0 0,0-1 0 0 0,-1 0 0 0 0,1 0 1 0 0,0 0-1 0 0,-1 1 0 0 0,1-1 0 0 0,-1 0 1 0 0,1 0-1 0 0,-1 0 0 0 0,1 0 0 0 0,0 0 1 0 0,-1 1-1 0 0,1-1 0 0 0,-1 0 0 0 0,1 0 0 0 0,-1 0 1 0 0,1 0-1 0 0,-1-1 0 0 0,1 1 0 0 0,0 0 1 0 0,-1 0-1 0 0,1 0 0 0 0,-1 0 0 0 0,1 0 1 0 0,-1 0-1 0 0,1-1 0 0 0,0 1 0 0 0,-1 0 1 0 0,1 0-1 0 0,0-1 0 0 0,-1 1 0 0 0,1 0 1 0 0,0-1-1 0 0,-1 1 0 0 0,1 0 0 0 0,0-1 1 0 0,-1 1-1 0 0,1 0 0 0 0,0-1 0 0 0,0 1 1 0 0,0-1-1 0 0,-1 1 0 0 0,1 0 0 0 0,0-1 0 0 0,0 1 1 0 0,0-1-1 0 0,0 1 0 0 0,0-1 0 0 0,0 1 1 0 0,0-1-1 0 0,0 1 0 0 0,0 0 0 0 0,0-1 1 0 0,0 1-1 0 0,0-1 0 0 0,0 1 0 0 0,0-1-171 0 0,-27 36 2682 0 0,25-32-2677 0 0,-59 77 2486 0 0,-2-4 0 0 0,-67 60-2491 0 0,8-22-406 0 0,63-72-3430 0 0,64-54-1381 0 0,77-68-3087 0 0,-56 62 6762 0 0</inkml:trace>
  <inkml:trace contextRef="#ctx0" brushRef="#br0" timeOffset="4920.579">2687 308 2560 0 0,'-1'-9'5651'0'0,"0"21"-1666"0"0,-23 219 1549 0 0,24-221-5452 0 0,0 0 0 0 0,0 0 0 0 0,1 0 0 0 0,0-1 0 0 0,1 1-1 0 0,0 0 1 0 0,0-1 0 0 0,1 0 0 0 0,0 1 0 0 0,1-1 0 0 0,0 0 0 0 0,1-1 0 0 0,-1 1-1 0 0,6 5-81 0 0,-7-10 30 0 0,0-1-1 0 0,1 0 1 0 0,-1 1-1 0 0,1-2 1 0 0,0 1 0 0 0,0 0-1 0 0,0-1 1 0 0,0 0-1 0 0,0 0 1 0 0,0 0-1 0 0,1 0 1 0 0,-1-1-1 0 0,1 1 1 0 0,-1-1-1 0 0,1-1 1 0 0,-1 1-1 0 0,1 0 1 0 0,0-1-1 0 0,-1 0 1 0 0,1 0-1 0 0,0-1 1 0 0,-1 1-1 0 0,1-1 1 0 0,0 0-1 0 0,2-1-29 0 0,14-8 21 0 0,-2-2-1 0 0,1 0 0 0 0,-1-1 0 0 0,-1-1 0 0 0,-1 0 0 0 0,0-1 0 0 0,0-1 1 0 0,-2-1-1 0 0,0-1 0 0 0,8-12-20 0 0,17-50-1500 0 0,-31-9-4657 0 0,-19 41 2902 0 0,1 1-3239 0 0,9 46 5120 0 0</inkml:trace>
  <inkml:trace contextRef="#ctx0" brushRef="#br0" timeOffset="5265.62">3378 227 1348 0 0,'0'14'8647'0'0,"-7"24"-6735"0"0,5-27-1054 0 0,-12 44 13 0 0,-2-1 0 0 0,-3-1-1 0 0,-2-1 1 0 0,-2-1 0 0 0,-3-1 0 0 0,-1-1-1 0 0,-19 23-870 0 0,10-19-1824 0 0,35-53 1063 0 0,-2-36-4297 0 0,44-103-3044 0 0,-31 110 6543 0 0</inkml:trace>
  <inkml:trace contextRef="#ctx0" brushRef="#br0" timeOffset="5513.636">3369 272 1632 0 0,'4'1'359'0'0,"1"1"-1"0"0,-1 0 1 0 0,0 0 0 0 0,0 0-1 0 0,0 0 1 0 0,0 1 0 0 0,0-1-1 0 0,-1 1 1 0 0,1 0 0 0 0,-1 0-1 0 0,0 0 1 0 0,0 1 0 0 0,0-1-1 0 0,0 1 1 0 0,0 0 0 0 0,-1 0-1 0 0,0 0 1 0 0,0 0 0 0 0,1 0-359 0 0,9 14 1059 0 0,3 9-193 0 0,0 1 0 0 0,-2 0 1 0 0,0 1-1 0 0,-3 0 1 0 0,0 1-1 0 0,-2 0 0 0 0,2 14-866 0 0,-5-23 305 0 0,10 105 681 0 0,-15-71-3267 0 0,0-36 644 0 0,-9 4-1456 0 0,-1-15-709 0 0,4-10 446 0 0,4-2 1652 0 0</inkml:trace>
  <inkml:trace contextRef="#ctx0" brushRef="#br0" timeOffset="5685.642">3339 578 2396 0 0,'-8'-12'2808'0'0,"8"11"-2687"0"0,-1 1 1 0 0,1 0-1 0 0,0-1 0 0 0,-1 1 1 0 0,1 0-1 0 0,0 0 1 0 0,0-1-1 0 0,-1 1 0 0 0,1-1 1 0 0,0 1-1 0 0,0 0 1 0 0,0-1-1 0 0,-1 1 1 0 0,1 0-1 0 0,0-1 0 0 0,0 1 1 0 0,0-1-1 0 0,0 1 1 0 0,0 0-1 0 0,0-1 0 0 0,0 1 1 0 0,0-1-1 0 0,0 1 1 0 0,0-1-1 0 0,0 1 1 0 0,0 0-1 0 0,0-1 0 0 0,0 1 1 0 0,0-1-1 0 0,1 1 1 0 0,-1 0-1 0 0,0-1 0 0 0,0 1 1 0 0,0 0-1 0 0,0-1 1 0 0,1 1-1 0 0,-1-1 0 0 0,0 1 1 0 0,1 0-1 0 0,-1 0 1 0 0,0-1-1 0 0,0 1 1 0 0,1 0-1 0 0,-1 0 0 0 0,1-1 1 0 0,-1 1-1 0 0,0 0 1 0 0,1 0-1 0 0,-1 0 0 0 0,0-1 1 0 0,1 1-1 0 0,-1 0 1 0 0,1 0-1 0 0,-1 0 1 0 0,0 0-1 0 0,1 0 0 0 0,-1 0 1 0 0,1 0-1 0 0,-1 0 1 0 0,1 0-1 0 0,-1 0 0 0 0,0 0 1 0 0,1 0-1 0 0,-1 0 1 0 0,1 1-1 0 0,-1-1 1 0 0,1 0-122 0 0,78-13 3139 0 0,-4 2-4288 0 0,-19-7-11747 0 0,-52 15 11371 0 0</inkml:trace>
  <inkml:trace contextRef="#ctx0" brushRef="#br0" timeOffset="6058.709">3763 309 860 0 0,'11'14'8097'0'0,"-10"22"-4626"0"0,-1-34-3100 0 0,-4 109 3352 0 0,-17-12-2220 0 0,-3 74 1100 0 0,24-171-2379 0 0,3 20 757 0 0,4-17-884 0 0,0 0 0 0 0,0-1 0 0 0,0 1-1 0 0,1-1 1 0 0,0-1 0 0 0,0 0-1 0 0,0 0 1 0 0,0 0 0 0 0,1-1 0 0 0,-1 0-1 0 0,0-1 1 0 0,1 0 0 0 0,0 0-1 0 0,-1-1 1 0 0,1 0 0 0 0,-1 0 0 0 0,3-2-97 0 0,-3 3 26 0 0,106-1-546 0 0,-88 0-2919 0 0,0 0-3537 0 0,-24 0 5232 0 0,1-2 100 0 0,22-31-4492 0 0,-22 24 4679 0 0</inkml:trace>
  <inkml:trace contextRef="#ctx0" brushRef="#br0" timeOffset="6837.331">4441 337 880 0 0,'8'-33'11254'0'0,"-38"12"-6954"0"0,24 18-4143 0 0,0 2 1 0 0,-1-1-1 0 0,1 1 0 0 0,0 0 0 0 0,-1 0 0 0 0,1 0 0 0 0,-1 1 0 0 0,1 0 1 0 0,0 1-1 0 0,-1-1 0 0 0,1 1 0 0 0,-1 0 0 0 0,1 1 0 0 0,0 0 1 0 0,0 0-1 0 0,0 0 0 0 0,0 0 0 0 0,0 1 0 0 0,0 0 0 0 0,1 1 1 0 0,-1-1-1 0 0,-3 4-157 0 0,-67 63 1043 0 0,73-32-737 0 0,6-33-265 0 0,132 96 208 0 0,-13-7-146 0 0,-25-8 166 0 0,-96-82-248 0 0,-1 0 0 0 0,0-1-1 0 0,0 1 1 0 0,-1 0 0 0 0,1 0-1 0 0,-1 0 1 0 0,0 0 0 0 0,1-1 0 0 0,-2 1-1 0 0,1 0 1 0 0,0-1 0 0 0,-1 1-1 0 0,0-1 1 0 0,0 0 0 0 0,0 1-1 0 0,0-1 1 0 0,0 0 0 0 0,-1 0 0 0 0,1 0-1 0 0,-1 0 1 0 0,0-1 0 0 0,0 1-1 0 0,0-1 1 0 0,0 0 0 0 0,0 0-1 0 0,-1 0 1 0 0,-2 1-21 0 0,-10 9-42 0 0,-1-1 0 0 0,0-1-1 0 0,0 0 1 0 0,-1-2 0 0 0,0 0 0 0 0,-1-1-1 0 0,0-1 1 0 0,-4 1 42 0 0,15-5-353 0 0,0-1-1 0 0,0 0 1 0 0,0 0 0 0 0,0 0 0 0 0,0-1-1 0 0,0-1 1 0 0,0 1 0 0 0,0-1 0 0 0,0-1-1 0 0,0 1 1 0 0,-3-2 353 0 0,-45-31-5485 0 0,4-40-2920 0 0,44 59 6975 0 0,2 3-96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5:34.123"/>
    </inkml:context>
    <inkml:brush xml:id="br0">
      <inkml:brushProperty name="width" value="0.05" units="cm"/>
      <inkml:brushProperty name="height" value="0.05" units="cm"/>
      <inkml:brushProperty name="color" value="#FFFFFF"/>
    </inkml:brush>
  </inkml:definitions>
  <inkml:trace contextRef="#ctx0" brushRef="#br0">1 2 1636 0 0,'0'0'1648'0'0,"0"0"-136"0"0,0 0-175 0 0,0 0-8 0 0,0 0-22 0 0,0 0-142 0 0,0 0-69 0 0,0 0-94 0 0,0 0-79 0 0,0 0-53 0 0,7-1-70 0 0,-4 1-689 0 0,0 0 0 0 0,0 0 0 0 0,0 0 0 0 0,0 0 0 0 0,0 0-1 0 0,0 1 1 0 0,1 0 0 0 0,-1-1 0 0 0,0 1 0 0 0,0 0 0 0 0,-1 1 0 0 0,1-1-1 0 0,0 0 1 0 0,0 1 0 0 0,-1 0 0 0 0,1-1 0 0 0,-1 1 0 0 0,1 0 0 0 0,1 3-111 0 0,76 89 3144 0 0,28 31-1211 0 0,-20-32-981 0 0,-53-64-912 0 0,-35-29-9 0 0,0 0-28 0 0,0 0-43 0 0,0 0 14 0 0,0 0 42 0 0,0 0 47 0 0,0 0-18 0 0,0 0-15 0 0,0 0 30 0 0,0 0 23 0 0,0 0 28 0 0,0 0-19 0 0,0 0-36 0 0,-2 11 60 0 0,-25 22 244 0 0,15-8-280 0 0,-2 0 1 0 0,-1-1-1 0 0,-1-1 1 0 0,-1-1 0 0 0,-14 15-81 0 0,-5 3-345 0 0,-50 43-1308 0 0,14-54-5669 0 0,40-38-3566 0 0,27-2 9524 0 0,6 6-32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5:32.804"/>
    </inkml:context>
    <inkml:brush xml:id="br0">
      <inkml:brushProperty name="width" value="0.05" units="cm"/>
      <inkml:brushProperty name="height" value="0.05" units="cm"/>
      <inkml:brushProperty name="color" value="#FFFFFF"/>
    </inkml:brush>
  </inkml:definitions>
  <inkml:trace contextRef="#ctx0" brushRef="#br0">101 69 1932 0 0,'0'0'1480'0'0,"0"0"-161"0"0,0 0-121 0 0,0 0-134 0 0,0 0-38 0 0,0 0-52 0 0,0 0 60 0 0,0 0-107 0 0,0 0-107 0 0,0 0-59 0 0,0 0 31 0 0,0 0-35 0 0,0 0-44 0 0,0 0-1 0 0,0 0-37 0 0,0 0-30 0 0,0 0-9 0 0,0 0-7 0 0,0 0-33 0 0,0 0-83 0 0,0 0-32 0 0,0 0 3 0 0,0 0 15 0 0,0 0-70 0 0,0 0 12 0 0,0 0-73 0 0,0 0-35 0 0,0 0-37 0 0,0 0 35 0 0,0 0-10 0 0,0 0-70 0 0,0 0-14 0 0,0 0 49 0 0,0 0-62 0 0,0 0-9 0 0,0 0-19 0 0,0 0 18 0 0,0 0 22 0 0,0 0-45 0 0,1-4-61 0 0,-1 3-112 0 0,0-1 1 0 0,0 1-1 0 0,1 0 0 0 0,-1 0 0 0 0,1-1 0 0 0,-1 1 0 0 0,1 0 0 0 0,0 0 1 0 0,-1 0-1 0 0,1 0 0 0 0,0 0 0 0 0,0 0 0 0 0,0 0 0 0 0,-1 0 0 0 0,1 0 1 0 0,0 0-1 0 0,0 1 0 0 0,0-1 0 0 0,1 0 0 0 0,-1 1 0 0 0,0-1 0 0 0,0 1 0 0 0,0-1 1 0 0,0 1-1 0 0,1-1 0 0 0,-1 1 0 0 0,0 0 0 0 0,0 0 0 0 0,1-1 0 0 0,-1 1 1 0 0,0 0-1 0 0,0 0 0 0 0,1 0 0 0 0,-1 0 0 0 0,0 1 0 0 0,1-1 0 0 0,-1 0 0 0 0,0 1 1 0 0,0-1-1 0 0,0 0 0 0 0,1 1 0 0 0,-1-1-18 0 0,3 0 15 0 0,195 0 346 0 0,-130 9-489 0 0,-34-9-128 0 0,-34 0 191 0 0,18 3-550 0 0,-4 11 398 0 0,-18 57-134 0 0,3 200 654 0 0,-24-149-249 0 0,18-56-529 0 0,-1-22-3377 0 0,0-36-5673 0 0,-18-23 982 0 0,21 10 7013 0 0</inkml:trace>
  <inkml:trace contextRef="#ctx0" brushRef="#br0" timeOffset="2940.492">107 0 1484 0 0,'0'0'905'0'0,"0"0"-134"0"0,0 0-14 0 0,0 0-51 0 0,-4 0-85 0 0,-8 0-89 0 0,9 0-5 0 0,3 0-7 0 0,0 0-75 0 0,0 0-61 0 0,0 0-35 0 0,0 0 17 0 0,0 0-13 0 0,0 0 2 0 0,0 0-19 0 0,0 0-23 0 0,0 0-37 0 0,-3 0-18 0 0,-10 0-22 0 0,10 0-36 0 0,3 0 19 0 0,0 0-8 0 0,-4 3-27 0 0,-16 10 99 0 0,-6-14 3513 0 0,13 3-2537 0 0,13-2-1213 0 0,-5 3 46 0 0,10-1 1714 0 0,43-1-896 0 0,106 1-454 0 0,-77-2-444 0 0,-76 0-19 0 0,9 0-80 0 0,6 0-1 0 0,-15 0 26 0 0,-1 0-116 0 0,11 3-2120 0 0,-7 10 987 0 0,-18-2-8288 0 0,-2-3 6087 0 0,11-4 2302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5:43.465"/>
    </inkml:context>
    <inkml:brush xml:id="br0">
      <inkml:brushProperty name="width" value="0.05" units="cm"/>
      <inkml:brushProperty name="height" value="0.05" units="cm"/>
      <inkml:brushProperty name="color" value="#FFFFFF"/>
    </inkml:brush>
  </inkml:definitions>
  <inkml:trace contextRef="#ctx0" brushRef="#br0">15 12 1484 0 0,'0'0'1450'0'0,"-3"0"-175"0"0,-9-2 1817 0 0,18-2 4355 0 0,12 0-1021 0 0,-5 2-8354 0 0,217 12 4267 0 0,-182 3-2075 0 0,10-11 149 0 0,32-2-48 0 0,-89 0-345 0 0,26 2 54 0 0,-6 29 2 0 0,12 100 25 0 0,12 20-82 0 0,0-42-341 0 0,-41-101 1485 0 0,2 6-8377 0 0,-17-26-4059 0 0,8 6 9927 0 0,1 1-95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5:44.570"/>
    </inkml:context>
    <inkml:brush xml:id="br0">
      <inkml:brushProperty name="width" value="0.05" units="cm"/>
      <inkml:brushProperty name="height" value="0.05" units="cm"/>
      <inkml:brushProperty name="color" value="#FFFFFF"/>
    </inkml:brush>
  </inkml:definitions>
  <inkml:trace contextRef="#ctx0" brushRef="#br0">33 278 1724 0 0,'0'0'1267'0'0,"0"0"-74"0"0,0 0-175 0 0,0 0-109 0 0,0 0-8 0 0,0 0 41 0 0,0 0-127 0 0,-5 5-68 0 0,-18 51 1311 0 0,31 64-244 0 0,-7 67 393 0 0,-1-142-1633 0 0,-13-18-1659 0 0,25-66-6080 0 0,2-8 2319 0 0,-10 30 3281 0 0</inkml:trace>
  <inkml:trace contextRef="#ctx0" brushRef="#br0" timeOffset="650.077">34 346 1884 0 0,'-4'-35'13941'0'0,"-13"-4"-10220"0"0,16 38-3685 0 0,1 1 1 0 0,-1-1 0 0 0,1 1 0 0 0,-1-1-1 0 0,1 1 1 0 0,-1-1 0 0 0,1 1-1 0 0,0-1 1 0 0,-1 1 0 0 0,1-1-1 0 0,0 1 1 0 0,0-1 0 0 0,-1 1-1 0 0,1-1 1 0 0,0 1 0 0 0,0-1 0 0 0,0 0-1 0 0,0 1 1 0 0,0-1 0 0 0,0 0-1 0 0,0 1 1 0 0,0-1 0 0 0,0 1-1 0 0,0-1 1 0 0,0 0 0 0 0,0 1-1 0 0,0-1 1 0 0,0 1 0 0 0,1-1 0 0 0,-1 0-1 0 0,0 1 1 0 0,0-1 0 0 0,1 1-1 0 0,-1-1 1 0 0,0 1 0 0 0,1-1-1 0 0,-1 1 1 0 0,0-1 0 0 0,1 1-1 0 0,-1-1 1 0 0,1 1 0 0 0,-1 0-1 0 0,1-1 1 0 0,-1 1 0 0 0,1 0 0 0 0,-1-1-1 0 0,1 1 1 0 0,0 0 0 0 0,-1 0-1 0 0,1-1 1 0 0,-1 1 0 0 0,1 0-1 0 0,0 0 1 0 0,-1 0 0 0 0,1 0-1 0 0,-1 0 1 0 0,1 0 0 0 0,0 0 0 0 0,-1 0-1 0 0,1 0 1 0 0,-1 0 0 0 0,1 0-1 0 0,0 0 1 0 0,-1 1 0 0 0,1-1-1 0 0,-1 0 1 0 0,1 1-37 0 0,64-38 808 0 0,86-51 91 0 0,-47 10-2448 0 0,-78 41-5745 0 0,-22 30 5026 0 0,-3 6-7060 0 0,-1 1 9315 0 0,0 0-1390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5:46.881"/>
    </inkml:context>
    <inkml:brush xml:id="br0">
      <inkml:brushProperty name="width" value="0.05" units="cm"/>
      <inkml:brushProperty name="height" value="0.05" units="cm"/>
      <inkml:brushProperty name="color" value="#FFFFFF"/>
    </inkml:brush>
  </inkml:definitions>
  <inkml:trace contextRef="#ctx0" brushRef="#br0">373 0 2252 0 0,'0'0'1578'0'0,"0"0"-157"0"0,0 0-103 0 0,3 0-206 0 0,10 0-151 0 0,-10 0-25 0 0,-3 0-62 0 0,0 0-1 0 0,0 0-64 0 0,0 0-143 0 0,0 0 15 0 0,0 0-78 0 0,0 0-100 0 0,0 0-50 0 0,0 0 30 0 0,-2 1-17 0 0,-66 58 755 0 0,-40 31-139 0 0,-45 32-198 0 0,102-84-704 0 0,41-37-344 0 0,16-1 324 0 0,7 7 78 0 0,1-1-1 0 0,-1 1 0 0 0,0 1 0 0 0,-1 1 1 0 0,1 0-1 0 0,-2 0 0 0 0,0 1 0 0 0,0 0 1 0 0,0 1-1 0 0,3 6-237 0 0,27 24 456 0 0,120 119 855 0 0,-148-148-109 0 0,-3-4-5469 0 0,-23-18-9723 0 0,7 2 11038 0 0,2 3 1631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5:49.409"/>
    </inkml:context>
    <inkml:brush xml:id="br0">
      <inkml:brushProperty name="width" value="0.05" units="cm"/>
      <inkml:brushProperty name="height" value="0.05" units="cm"/>
      <inkml:brushProperty name="color" value="#FFFFFF"/>
    </inkml:brush>
  </inkml:definitions>
  <inkml:trace contextRef="#ctx0" brushRef="#br0">1 0 2484 0 0,'0'0'1091'0'0,"0"0"-72"0"0,0 0-154 0 0,0 0-79 0 0,0 0-34 0 0,0 0-24 0 0,0 0 18 0 0,0 0-92 0 0,0 0-87 0 0,0 0 7 0 0,0 0 93 0 0,0 0-55 0 0,0 0-49 0 0,0 0-63 0 0,0 0-37 0 0,0 0 49 0 0,0 0 18 0 0,0 0-38 0 0,0 0-84 0 0,0 0 42 0 0,0 0-19 0 0,0 0 0 0 0,0 0-33 0 0,0 0-37 0 0,0 0-15 0 0,6 18 556 0 0,72 92 551 0 0,67 83-5 0 0,-109-149-874 0 0,-36-44-582 0 0,0 0 30 0 0,0 0 1 0 0,0 0-1 0 0,0 0 25 0 0,0 0-14 0 0,0 0-10 0 0,0 0 39 0 0,0 0 6 0 0,0 0-26 0 0,16-4 158 0 0,129-170 210 0 0,1 27-409 0 0,-105 107-248 0 0,-71 47-7313 0 0,0 14-4711 0 0,26-17 10705 0 0</inkml:trace>
  <inkml:trace contextRef="#ctx0" brushRef="#br0" timeOffset="2165.528">596 505 1732 0 0,'0'0'1238'0'0,"0"0"-82"0"0,0 0-140 0 0,0 0-124 0 0,0 0-57 0 0,0 0-13 0 0,0 0-130 0 0,0 0-3 0 0,0 0-37 0 0,0 0-91 0 0,0 0 8 0 0,0 0-60 0 0,0 0-66 0 0,0-4-54 0 0,1 0-266 0 0,1 0 1 0 0,-1-1-1 0 0,1 1 0 0 0,0 0 0 0 0,0 0 0 0 0,1 0 1 0 0,-1 0-1 0 0,1 0 0 0 0,0 0 0 0 0,0 1 0 0 0,0 0 1 0 0,1-1-1 0 0,-1 1 0 0 0,1 0 0 0 0,-1 1 0 0 0,1-1 1 0 0,0 1-1 0 0,0-1 0 0 0,4 0-123 0 0,21-18 571 0 0,145-143 1225 0 0,-93 79-1254 0 0,-46 43-82 0 0,-35 42-452 0 0,1 0 0 0 0,0 0 0 0 0,-1 0-1 0 0,1 0 1 0 0,-1 0 0 0 0,1 0 0 0 0,0 0 0 0 0,-1 1 0 0 0,1-1-1 0 0,-1 0 1 0 0,1 0 0 0 0,0 1 0 0 0,-1-1 0 0 0,1 0 0 0 0,-1 1 0 0 0,1-1-1 0 0,-1 1 1 0 0,1-1 0 0 0,-1 1 0 0 0,0-1 0 0 0,1 1 0 0 0,-1-1-1 0 0,1 1 1 0 0,-1-1 0 0 0,0 1 0 0 0,0-1 0 0 0,1 1 0 0 0,-1 0 0 0 0,0-1-1 0 0,0 1 1 0 0,0-1 0 0 0,0 1 0 0 0,1 0 0 0 0,-1-1 0 0 0,0 1-1 0 0,0 0 1 0 0,0-1 0 0 0,0 1 0 0 0,-1-1 0 0 0,1 1 0 0 0,0 0 0 0 0,0-1-1 0 0,0 1 1 0 0,0 0 0 0 0,-1-1 0 0 0,1 1 0 0 0,0-1 0 0 0,0 1-1 0 0,-1 0-6 0 0,2 11-155 0 0,1 37 418 0 0,-2-48-160 0 0,0-1-26 0 0,0 2-70 0 0,0 244-417 0 0,0-80-592 0 0,-13-158-891 0 0,0-45-10556 0 0,11 32 11000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5:53.299"/>
    </inkml:context>
    <inkml:brush xml:id="br0">
      <inkml:brushProperty name="width" value="0.05" units="cm"/>
      <inkml:brushProperty name="height" value="0.05" units="cm"/>
      <inkml:brushProperty name="color" value="#FFFFFF"/>
    </inkml:brush>
  </inkml:definitions>
  <inkml:trace contextRef="#ctx0" brushRef="#br0">408 5 1172 0 0,'3'0'1233'0'0,"10"0"-152"0"0,-10 0-99 0 0,-3 0-111 0 0,0 0-92 0 0,0-3-47 0 0,0 3-499 0 0,-1 0 0 0 0,1 0-1 0 0,0 0 1 0 0,0 0 0 0 0,0 0 0 0 0,-1 0 0 0 0,1 0-1 0 0,0 0 1 0 0,0 0 0 0 0,0 0 0 0 0,-1-1 0 0 0,1 1-1 0 0,0 0 1 0 0,0 0 0 0 0,0 0 0 0 0,-1 0 0 0 0,1 0-1 0 0,0 0 1 0 0,0 0 0 0 0,0-1 0 0 0,0 1 0 0 0,-1 0-233 0 0,-13 30 1628 0 0,-41 34-438 0 0,-33 50-467 0 0,-90 76 55 0 0,125-138-993 0 0,28-20-1891 0 0,17-19-1410 0 0,8-13 1865 0 0,0 0 65 0 0,0 0 100 0 0,0 0 67 0 0,1 2-57 0 0,6 4 12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5:55.405"/>
    </inkml:context>
    <inkml:brush xml:id="br0">
      <inkml:brushProperty name="width" value="0.05" units="cm"/>
      <inkml:brushProperty name="height" value="0.05" units="cm"/>
      <inkml:brushProperty name="color" value="#FFFFFF"/>
    </inkml:brush>
  </inkml:definitions>
  <inkml:trace contextRef="#ctx0" brushRef="#br0">19 105 1088 0 0,'0'0'1320'0'0,"0"0"-106"0"0,0 0-190 0 0,0 0-107 0 0,0 0-23 0 0,0 0-54 0 0,0 0 5 0 0,-3-3 2 0 0,-10-10-120 0 0,10 9-153 0 0,3 4-76 0 0,0 0-10 0 0,0 0 50 0 0,0 0-69 0 0,0 0-56 0 0,0 0 55 0 0,0 0-10 0 0,0 0-26 0 0,0 0 29 0 0,0 0 15 0 0,0 0-2 0 0,0 0-56 0 0,0 0-53 0 0,9-9 59 0 0,30-9 788 0 0,111-8 248 0 0,-84 23-997 0 0,14-16-207 0 0,-43 10-5 0 0,-36 9-221 0 0,40 0 165 0 0,2 0 148 0 0,-41 0-336 0 0,-2 0 28 0 0,0 0-19 0 0,0 0-31 0 0,0 0 7 0 0,0 0 55 0 0,0 0-40 0 0,0 0 30 0 0,15 18 145 0 0,21 60 1047 0 0,-26-56-1062 0 0,2 0 1 0 0,0 0 0 0 0,1-1-1 0 0,1-1 1 0 0,1 0 0 0 0,11 10-168 0 0,0 1 98 0 0,74 123 93 0 0,-94-142-1499 0 0,-19-16-4772 0 0,-2-4 2571 0 0,-58-12-5354 0 0,61 20 7361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6:01.071"/>
    </inkml:context>
    <inkml:brush xml:id="br0">
      <inkml:brushProperty name="width" value="0.05" units="cm"/>
      <inkml:brushProperty name="height" value="0.05" units="cm"/>
      <inkml:brushProperty name="color" value="#FFFFFF"/>
    </inkml:brush>
  </inkml:definitions>
  <inkml:trace contextRef="#ctx0" brushRef="#br0">2 326 1588 0 0,'0'0'1118'0'0,"0"0"-114"0"0,0 0-62 0 0,0-4-69 0 0,0 3-80 0 0,-1-8-1406 0 0,7-4 8900 0 0,14-11-7918 0 0,-16 11 2208 0 0,-2 13-8538 0 0,-3-1 5566 0 0,3 4 6825 0 0,-5-2-3296 0 0,0 230-2721 0 0,-6-212-323 0 0,9-17-100 0 0,0 37 619 0 0,0-37-532 0 0,0-2-13 0 0,0 0 44 0 0,0 0-36 0 0,0 0-49 0 0,0 0 45 0 0,0 0 26 0 0,0 0 14 0 0,0 0-15 0 0,0 0-23 0 0,-8 12 139 0 0,227-54 1275 0 0,-58 42-1350 0 0,-125 0-926 0 0,-13 0-2838 0 0,-14-21-2061 0 0,-15 4-4923 0 0,5 13 9033 0 0</inkml:trace>
  <inkml:trace contextRef="#ctx0" brushRef="#br0" timeOffset="332.86">573 228 1508 0 0,'15'-3'6776'0'0,"-8"19"-3617"0"0,-4 28-1017 0 0,-3-41-1722 0 0,-3 110 1418 0 0,-22-30-2156 0 0,24-81 42 0 0,-14 31-2213 0 0,-1-22-6571 0 0,14-12 7536 0 0</inkml:trace>
  <inkml:trace contextRef="#ctx0" brushRef="#br0" timeOffset="773.958">360 0 2116 0 0,'-1'2'8087'0'0,"-3"49"-5754"0"0,-8 111 396 0 0,-19 136-359 0 0,7-106-2611 0 0,8-142-2802 0 0,-8-5-4648 0 0,14-28 3573 0 0,7-11 2792 0 0</inkml:trace>
  <inkml:trace contextRef="#ctx0" brushRef="#br0" timeOffset="1354.15">64 831 1576 0 0,'-61'-4'18951'0'0,"96"0"-14677"0"0,26-13-2454 0 0,12-2-1048 0 0,106-7 534 0 0,-75 26-928 0 0,-5 25-222 0 0,-73-21-226 0 0,34 6 57 0 0,-21-3-3478 0 0,-65 9-10064 0 0,10-5 8852 0 0,-3-3 208 0 0,14-7 3109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6:05.818"/>
    </inkml:context>
    <inkml:brush xml:id="br0">
      <inkml:brushProperty name="width" value="0.05" units="cm"/>
      <inkml:brushProperty name="height" value="0.05" units="cm"/>
      <inkml:brushProperty name="color" value="#FFFFFF"/>
    </inkml:brush>
  </inkml:definitions>
  <inkml:trace contextRef="#ctx0" brushRef="#br0">62 100 1368 0 0,'0'0'1564'0'0,"0"0"-199"0"0,0-3-105 0 0,-23-43 3212 0 0,15 31 1127 0 0,12 34-2509 0 0,-9 148-63 0 0,-19 17-2006 0 0,19-133-2234 0 0,5-50 719 0 0,0-1-154 0 0,1 1-1954 0 0,3-81-9930 0 0,-4 54 10924 0 0,0 3 111 0 0</inkml:trace>
  <inkml:trace contextRef="#ctx0" brushRef="#br0" timeOffset="418.689">6 74 2656 0 0,'0'-50'13914'0'0,"25"35"-11286"0"0,50 7 1696 0 0,108 8-2617 0 0,-54 28-1146 0 0,-110-26-575 0 0,-1 1 0 0 0,1 1 0 0 0,-1 1 0 0 0,0 1 0 0 0,-1 0 0 0 0,1 1 0 0 0,4 3 14 0 0,-18-5-33 0 0,1-1 0 0 0,-1 1-1 0 0,0 0 1 0 0,0 0 0 0 0,-1 0-1 0 0,1 1 1 0 0,-1-1 0 0 0,0 1-1 0 0,-1 0 1 0 0,1 0 0 0 0,-1 0-1 0 0,0 0 1 0 0,-1 0 0 0 0,0 0-1 0 0,0 0 1 0 0,0 1 0 0 0,0-1-1 0 0,-1 4 34 0 0,1 11-753 0 0,-1 0-1 0 0,-1-1 0 0 0,-1 1 1 0 0,0 0-1 0 0,-2-1 0 0 0,0 0 0 0 0,-4 9 754 0 0,-23 70-8001 0 0,10-54-539 0 0,19-39 7101 0 0</inkml:trace>
  <inkml:trace contextRef="#ctx0" brushRef="#br0" timeOffset="825.755">62 542 2296 0 0,'-6'-1'1984'0'0,"-14"-6"7558"0"0,37-2-3488 0 0,236-14 734 0 0,-81 23-6377 0 0,-82 0-3555 0 0,-88 0 1725 0 0,-2 0-157 0 0,2 14-3270 0 0,-15 12-3014 0 0,-47 2 2988 0 0,32-22 3318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6:24.972"/>
    </inkml:context>
    <inkml:brush xml:id="br0">
      <inkml:brushProperty name="width" value="0.05" units="cm"/>
      <inkml:brushProperty name="height" value="0.05" units="cm"/>
      <inkml:brushProperty name="color" value="#FFFFFF"/>
    </inkml:brush>
  </inkml:definitions>
  <inkml:trace contextRef="#ctx0" brushRef="#br0">34 0 1696 0 0,'0'0'988'0'0,"0"0"-162"0"0,0 0-67 0 0,0 0-49 0 0,0 0 33 0 0,0 0-36 0 0,0 0-55 0 0,0 0-79 0 0,3 1-51 0 0,-1 3-362 0 0,1 0 0 0 0,-1 1 1 0 0,0-1-1 0 0,-1 1 0 0 0,1-1 0 0 0,-1 1 0 0 0,1 0 0 0 0,-2 0 1 0 0,1-1-1 0 0,0 1 0 0 0,-1 0 0 0 0,0 0 0 0 0,0 0 0 0 0,0 0 1 0 0,-1-1-1 0 0,0 1 0 0 0,0 4-160 0 0,0 10 224 0 0,-24 110 866 0 0,9 10-1327 0 0,11-125-515 0 0,2-8-1436 0 0,2 0-4486 0 0,1-7 5248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6:25.975"/>
    </inkml:context>
    <inkml:brush xml:id="br0">
      <inkml:brushProperty name="width" value="0.05" units="cm"/>
      <inkml:brushProperty name="height" value="0.05" units="cm"/>
      <inkml:brushProperty name="color" value="#FFFFFF"/>
    </inkml:brush>
  </inkml:definitions>
  <inkml:trace contextRef="#ctx0" brushRef="#br0">32 0 1484 0 0,'0'0'1072'0'0,"0"0"-191"0"0,0 0-52 0 0,0 0-73 0 0,0 0-8 0 0,0 0-73 0 0,0 0 1 0 0,0 0-36 0 0,0 0-17 0 0,0 0-48 0 0,0 0-52 0 0,0 0 10 0 0,0 0-42 0 0,0 0 2 0 0,2 2-30 0 0,0 2-290 0 0,0 0 0 0 0,-1-1 0 0 0,1 1 0 0 0,-1 0 0 0 0,0 0 0 0 0,0 0 0 0 0,0 0 0 0 0,0 0 0 0 0,-1 0 0 0 0,0 0 0 0 0,0 0 0 0 0,0 0 0 0 0,0 0 0 0 0,0 0 0 0 0,-1 0 0 0 0,-1 4-173 0 0,1 19 425 0 0,-18 134 870 0 0,19-109-2121 0 0,-12-34-824 0 0,7-16-1496 0 0,1-4-3637 0 0,3-1 5314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6:12.385"/>
    </inkml:context>
    <inkml:brush xml:id="br0">
      <inkml:brushProperty name="width" value="0.05" units="cm"/>
      <inkml:brushProperty name="height" value="0.05" units="cm"/>
      <inkml:brushProperty name="color" value="#FFFFFF"/>
    </inkml:brush>
  </inkml:definitions>
  <inkml:trace contextRef="#ctx0" brushRef="#br0">29 380 1280 0 0,'0'0'1905'0'0,"0"0"-257"0"0,-4 0-46 0 0,-3 9 6439 0 0,22-2-3400 0 0,0-4-5640 0 0,105-4 2963 0 0,-52-19-2825 0 0,-53 13-1152 0 0,-15-5-7992 0 0,-5 7 6809 0 0,1 1 1585 0 0</inkml:trace>
  <inkml:trace contextRef="#ctx0" brushRef="#br0" timeOffset="263.44">172 218 1472 0 0,'-13'16'6161'0'0,"-17"87"-3641"0"0,-28 135-2362 0 0,10-88-6603 0 0,44-136 5443 0 0</inkml:trace>
  <inkml:trace contextRef="#ctx0" brushRef="#br0" timeOffset="543.982">1 774 1204 0 0,'3'6'5595'0'0,"13"-14"-3525"0"0,14-16-1088 0 0,93-74 1693 0 0,9-15-6309 0 0,-75 53-2351 0 0,-47 45 4470 0 0</inkml:trace>
  <inkml:trace contextRef="#ctx0" brushRef="#br0" timeOffset="812.101">405 327 2908 0 0,'14'-23'12202'0'0,"3"21"-10490"0"0,117-9 1941 0 0,-21 23-2079 0 0,-85-7-832 0 0,-26-4-738 0 0,0 1 1 0 0,0-1 0 0 0,0 1-1 0 0,-1 0 1 0 0,1-1 0 0 0,0 1-1 0 0,-1 0 1 0 0,1 0 0 0 0,-1 0-1 0 0,0 0 1 0 0,0 0 0 0 0,1 0-1 0 0,-1 1 1 0 0,-1-1-1 0 0,1 0 1 0 0,0 1 0 0 0,0-1-1 0 0,-1 0 1 0 0,0 1 0 0 0,1-1-1 0 0,-1 1 1 0 0,0-1 0 0 0,0 1-1 0 0,0-1 1 0 0,-1 0 0 0 0,1 1-1 0 0,0-1 1 0 0,-1 1 0 0 0,0-1-1 0 0,1 0 1 0 0,-1 1-5 0 0,-45 108-1770 0 0,-12-55-6342 0 0,35-61-77 0 0,16-8 6103 0 0,4 9 2377 0 0,-6-14-1888 0 0</inkml:trace>
  <inkml:trace contextRef="#ctx0" brushRef="#br0" timeOffset="813.101">562 206 1392 0 0,'3'6'4786'0'0,"-4"15"-2372"0"0,1-14-1328 0 0,-2 61 3178 0 0,-15 33-4655 0 0,10-91-690 0 0,-14-17-7724 0 0,18 2 7364 0 0</inkml:trace>
  <inkml:trace contextRef="#ctx0" brushRef="#br0" timeOffset="1107.146">451 219 1588 0 0,'-17'30'7943'0'0,"-3"17"-5266"0"0,8-18-1528 0 0,-28 95 2000 0 0,28 33-303 0 0,12-149-2736 0 0,1-1-1 0 0,0 1 1 0 0,1 0-1 0 0,-1-1 1 0 0,2 1-1 0 0,-1-1 1 0 0,1 0-1 0 0,0 0 0 0 0,0 0 1 0 0,1 0-1 0 0,0 0 1 0 0,0-1-1 0 0,1 1 1 0 0,2 2-110 0 0,5 2 163 0 0,0-1 1 0 0,1-1-1 0 0,-1 0 0 0 0,2-1 1 0 0,-1 0-1 0 0,1-1 1 0 0,0 0-1 0 0,1-1 1 0 0,0-1-1 0 0,-1-1 1 0 0,2 0-1 0 0,-1 0-163 0 0,17 4 128 0 0,0-2-1 0 0,0 0 1 0 0,0-3 0 0 0,1 0-1 0 0,23-2-127 0 0,-48-2-182 0 0,0 0 0 0 0,0 0 0 0 0,0-1 0 0 0,1 0 1 0 0,-1 0-1 0 0,-1-1 0 0 0,1 0 0 0 0,0 0 0 0 0,-1-1 0 0 0,1 0 0 0 0,-1 0 0 0 0,0-1 0 0 0,-1 0 0 0 0,3-2 182 0 0,12-20-2955 0 0,-10-32-9671 0 0,-16 31 9746 0 0,-8-12 1312 0 0</inkml:trace>
  <inkml:trace contextRef="#ctx0" brushRef="#br0" timeOffset="2155.716">1190 44 1652 0 0,'0'0'1784'0'0,"0"0"-156"0"0,0 0-195 0 0,0 0-74 0 0,0 0-108 0 0,0 0-130 0 0,0 0-121 0 0,2 4-70 0 0,-2 3-752 0 0,0-1 0 0 0,0 1-1 0 0,0-1 1 0 0,-1 1 0 0 0,0-1-1 0 0,0 1 1 0 0,0-1-1 0 0,-1 1 1 0 0,0-1 0 0 0,-1 0-1 0 0,1 0 1 0 0,-1 0-1 0 0,0 0 1 0 0,0-1 0 0 0,-1 1-1 0 0,-2 1-177 0 0,-10 25 569 0 0,-133 205 668 0 0,145-229-2169 0 0,7-15 492 0 0,10-14 157 0 0,23-15 22 0 0,1 1 0 0 0,3 2 1 0 0,0 1-1 0 0,36-19 261 0 0,-70 46-11 0 0,147-60-113 0 0,-153 65 87 0 0,0-1 1 0 0,1 1 0 0 0,-1 0-1 0 0,1-1 1 0 0,-1 1 0 0 0,1 0 0 0 0,-1-1-1 0 0,1 1 1 0 0,-1 0 0 0 0,1 0-1 0 0,-1-1 1 0 0,1 1 0 0 0,-1 0-1 0 0,1 0 1 0 0,0 0 0 0 0,-1 0 0 0 0,1 0-1 0 0,-1 0 1 0 0,1 0 0 0 0,-1 0-1 0 0,1 0 1 0 0,0 0 0 0 0,-1 0 0 0 0,1 0-1 0 0,-1 0 1 0 0,1 1 0 0 0,-1-1-1 0 0,1 0 1 0 0,-1 0 0 0 0,1 0-1 0 0,-1 1 1 0 0,1-1 0 0 0,-1 0 0 0 0,1 1-1 0 0,-1-1 1 0 0,1 1 0 0 0,-1-1-1 0 0,1 0 1 0 0,-1 1 0 0 0,0-1-1 0 0,1 1 1 0 0,-1-1 0 0 0,0 1 0 0 0,0-1-1 0 0,1 1 1 0 0,-1-1 0 0 0,0 1-1 0 0,0-1 1 0 0,0 1 0 0 0,1-1 0 0 0,-1 1-1 0 0,0 0 1 0 0,0-1 0 0 0,0 1-1 0 0,0-1 1 0 0,0 1 0 0 0,0 0-1 0 0,0-1 1 0 0,-1 1 0 0 0,1-1 0 0 0,0 1-1 0 0,0-1 1 0 0,0 1 0 0 0,0-1-1 0 0,-1 1 1 0 0,1-1 0 0 0,0 1 0 0 0,0-1-1 0 0,-1 1 1 0 0,1 0 36 0 0,-24 37-2271 0 0,-64 44-3601 0 0,69-64 4439 0 0</inkml:trace>
  <inkml:trace contextRef="#ctx0" brushRef="#br0" timeOffset="2593.792">1239 342 2408 0 0,'-68'55'5348'0'0,"83"-60"-266"0"0,37-12-4147 0 0,-5 1-2122 0 0,-46 16 911 0 0,-1 0-72 0 0,-2 10 163 0 0,0 0 1 0 0,0 0 0 0 0,-1 0-1 0 0,0-1 1 0 0,-1 1 0 0 0,0-1-1 0 0,0 0 1 0 0,-1 0-1 0 0,0 0 1 0 0,-2 1 184 0 0,-9 20-212 0 0,-6 8 410 0 0,22-38-166 0 0,24-59-1117 0 0,-39 73 1364 0 0,18 22-369 0 0,17-70-5472 0 0,-16 26 4164 0 0</inkml:trace>
  <inkml:trace contextRef="#ctx0" brushRef="#br0" timeOffset="2841.803">1277 408 1240 0 0,'-3'16'6481'0'0,"-3"30"-5050"0"0,-9 62 10 0 0,3 70 1786 0 0,16-174-3005 0 0,-3-3-188 0 0,1 0 0 0 0,0 0 0 0 0,0 0 0 0 0,-1 0 0 0 0,1 0 1 0 0,0-1-1 0 0,0 1 0 0 0,0-1 0 0 0,0 1 0 0 0,0-1 0 0 0,0 0 0 0 0,0 0 0 0 0,0 0 0 0 0,0 0 1 0 0,0 0-1 0 0,0 0 0 0 0,0-1 0 0 0,0 1 0 0 0,0-1 0 0 0,-1 1 0 0 0,1-1 0 0 0,0 1 0 0 0,0-1 1 0 0,0 0-1 0 0,-1 0 0 0 0,1 0 0 0 0,0 0 0 0 0,-1-1 0 0 0,1 1 0 0 0,-1 0 0 0 0,1 0 0 0 0,0-2-34 0 0,11-7-149 0 0,-1-1-1 0 0,1 0 0 0 0,-2-1 1 0 0,0 0-1 0 0,0-1 0 0 0,-1 0 1 0 0,6-10 149 0 0,54-104-6607 0 0,-64 115 5529 0 0,10-22-1952 0 0,-12 22 1615 0 0</inkml:trace>
  <inkml:trace contextRef="#ctx0" brushRef="#br0" timeOffset="3387.853">1479 289 1060 0 0,'13'0'10716'0'0,"27"-8"-9166"0"0,-26 5-433 0 0,30-9-2427 0 0,-49 24 157 0 0,-8 6 415 0 0,0-1-1 0 0,-2 0 0 0 0,0-1 1 0 0,-1-1-1 0 0,0 0 1 0 0,-16 10 738 0 0,19-14 103 0 0,-106 77 3577 0 0,119-88-3534 0 0,0 0 0 0 0,0 0 0 0 0,0 0 0 0 0,1 0 1 0 0,-1 0-1 0 0,0 1 0 0 0,0-1 0 0 0,0 0 0 0 0,0 0 1 0 0,1 0-1 0 0,-1 1 0 0 0,0-1 0 0 0,0 0 0 0 0,0 0 0 0 0,0 0 1 0 0,0 1-1 0 0,0-1 0 0 0,0 0 0 0 0,0 0 0 0 0,0 1 0 0 0,0-1 1 0 0,0 0-1 0 0,0 0 0 0 0,0 1 0 0 0,0-1 0 0 0,0 0 1 0 0,0 0-1 0 0,0 1 0 0 0,0-1-146 0 0,39-12 486 0 0,-29 9-131 0 0,175-62 1469 0 0,-45-3-3506 0 0,-129 44-1723 0 0,-11 24 2180 0 0,0 0-305 0 0,0 0-21 0 0,0 0-129 0 0,-3-3 46 0 0,-13-11-1410 0 0,13 14 1615 0 0</inkml:trace>
  <inkml:trace contextRef="#ctx0" brushRef="#br0" timeOffset="3892.453">1554 104 1392 0 0,'4'3'5235'0'0,"2"5"-2809"0"0,-26 109 2606 0 0,-52 52-4362 0 0,51-127-260 0 0,-52 108-1218 0 0,39-117-2584 0 0,34-33 1970 0 0,0 0-30 0 0,0 0-150 0 0,0 0 35 0 0,-2-3 73 0 0,-3-14 10 0 0</inkml:trace>
  <inkml:trace contextRef="#ctx0" brushRef="#br0" timeOffset="4159.398">1426 468 1568 0 0,'104'59'7696'0'0,"-27"3"-4581"0"0,-55-42-2544 0 0,0-2 0 0 0,1-1 0 0 0,0-1 0 0 0,2 0 0 0 0,0-2 0 0 0,6 2-571 0 0,54 2-2016 0 0,-24-17-3608 0 0,34-35 680 0 0,-82 27 3985 0 0,8-3-447 0 0</inkml:trace>
  <inkml:trace contextRef="#ctx0" brushRef="#br0" timeOffset="4678.558">1505 97 1280 0 0,'-20'53'5303'0'0,"2"-5"-3835"0"0,-71 90-191 0 0,38-81-8020 0 0,49-51 5270 0 0</inkml:trace>
  <inkml:trace contextRef="#ctx0" brushRef="#br0" timeOffset="5617.989">2053 110 924 0 0,'0'0'1984'0'0,"3"0"-268"0"0,47 3 2912 0 0,-7 46-303 0 0,-42-47-4501 0 0,-1-1 1 0 0,1 1-1 0 0,0 0 1 0 0,-1 0-1 0 0,1-1 1 0 0,-1 1-1 0 0,1 0 1 0 0,-1 0-1 0 0,0 0 1 0 0,0 0-1 0 0,0 0 1 0 0,0 0-1 0 0,0-1 1 0 0,-1 1-1 0 0,1 0 1 0 0,0 0-1 0 0,-1 0 1 0 0,1 0-1 0 0,-1-1 1 0 0,0 1 0 0 0,0 0-1 0 0,1-1 1 0 0,-1 1-1 0 0,0 0 1 0 0,0-1-1 0 0,-1 1 1 0 0,1-1-1 0 0,0 1 1 0 0,0-1-1 0 0,-1 0 1 0 0,1 0-1 0 0,-1 1 1 0 0,1-1-1 0 0,-1 0 1 0 0,0 0-1 0 0,0 0 176 0 0,-43 42-4772 0 0,30-30 3253 0 0</inkml:trace>
  <inkml:trace contextRef="#ctx0" brushRef="#br0" timeOffset="6212.675">1933 362 2492 0 0,'-10'8'6138'0'0,"19"-10"-2650"0"0,25-11-1312 0 0,-30 12-2061 0 0,119-50 3096 0 0,-101 57-3852 0 0,-37 24-208 0 0,11-24 767 0 0,-7 7 21 0 0,2 0 0 0 0,-1 1 0 0 0,2 0 0 0 0,0 1 0 0 0,1 0 1 0 0,0 0-1 0 0,1 1 0 0 0,1-1 0 0 0,-2 12 61 0 0,6-26-6 0 0,1 0-1 0 0,-1 0 1 0 0,1 0 0 0 0,0 0-1 0 0,-1 1 1 0 0,1-1-1 0 0,0 0 1 0 0,0 0 0 0 0,0 0-1 0 0,0 1 1 0 0,0-1 0 0 0,0 0-1 0 0,0 0 1 0 0,0 0-1 0 0,0 0 1 0 0,1 1 0 0 0,-1-1-1 0 0,0 0 1 0 0,1 0 0 0 0,-1 0-1 0 0,1 0 1 0 0,-1 0-1 0 0,1 0 1 0 0,0 0 0 0 0,-1 0-1 0 0,1 0 1 0 0,0 0 0 0 0,0 0-1 0 0,0 0 1 0 0,-1 0-1 0 0,1-1 1 0 0,0 1 0 0 0,0 0-1 0 0,0-1 1 0 0,0 1-1 0 0,1-1 1 0 0,-1 1 0 0 0,0-1-1 0 0,0 1 1 0 0,0-1 0 0 0,0 0-1 0 0,0 1 1 0 0,1-1-1 0 0,-1 0 1 0 0,0 0 0 0 0,0 0-1 0 0,0 0 1 0 0,1 0 0 0 0,-1 0-1 0 0,0 0 1 0 0,0-1-1 0 0,0 1 1 0 0,0 0 0 0 0,1-1-1 0 0,-1 1 1 0 0,0-1 0 0 0,0 1-1 0 0,0-1 1 0 0,0 1-1 0 0,0-1 1 0 0,0 0 0 0 0,0 1-1 0 0,0-1 1 0 0,0 0 0 0 0,-1 0-1 0 0,1 0 1 0 0,0 0-1 0 0,0 0 1 0 0,0 0 6 0 0,87-62-2495 0 0,-131 124 3028 0 0,-85 41 406 0 0,32-21 439 0 0,96-81-1342 0 0,1 0 0 0 0,-1 0 0 0 0,1 0-1 0 0,-1 0 1 0 0,0 0 0 0 0,1 1 0 0 0,-1-1-1 0 0,1 0 1 0 0,-1 0 0 0 0,0 0 0 0 0,1 0-1 0 0,-1 1 1 0 0,0-1 0 0 0,1 0-1 0 0,-1 0 1 0 0,0 0 0 0 0,1 1 0 0 0,-1-1-1 0 0,0 0 1 0 0,1 1 0 0 0,-1-1 0 0 0,0 0-1 0 0,0 1 1 0 0,0-1 0 0 0,1 0 0 0 0,-1 1-1 0 0,0-1 1 0 0,0 1 0 0 0,0-1 0 0 0,0 0-1 0 0,0 1 1 0 0,1-1 0 0 0,-1 1 0 0 0,0-1-1 0 0,0 0 1 0 0,0 1 0 0 0,0-1-1 0 0,0 1 1 0 0,0-1 0 0 0,-1 1 0 0 0,1-1-1 0 0,0 0 1 0 0,0 1 0 0 0,0-1 0 0 0,0 1-1 0 0,0-1 1 0 0,-1 0 0 0 0,1 1 0 0 0,0-1-1 0 0,0 0 1 0 0,0 1 0 0 0,-1-1 0 0 0,1 0-1 0 0,0 1 1 0 0,-1-1 0 0 0,1 0 0 0 0,0 0-1 0 0,-1 1 1 0 0,1-1 0 0 0,0 0-1 0 0,-1 0 1 0 0,1 0 0 0 0,-1 1-36 0 0,37-3 710 0 0,181-99 100 0 0,-103 43-2786 0 0,-77 35 652 0 0,32-25-6653 0 0,-47 32 2945 0 0,-15 10 3422 0 0</inkml:trace>
  <inkml:trace contextRef="#ctx0" brushRef="#br0" timeOffset="6478.769">2341 60 2284 0 0,'9'116'8875'0'0,"-12"56"-5295"0"0,1-161-3611 0 0,-17 74-59 0 0,-1-31-2944 0 0,19-51-5004 0 0,4-9 6596 0 0</inkml:trace>
  <inkml:trace contextRef="#ctx0" brushRef="#br0" timeOffset="6635.797">2380 335 2012 0 0,'46'-32'5913'0'0,"-12"22"-3502"0"0,-32 10-1783 0 0,29 0 1873 0 0,-7 5-3817 0 0,-24-4 1124 0 0,1-1 0 0 0,-1 1 0 0 0,0-1 0 0 0,1 1 0 0 0,-1 0 0 0 0,1-1 0 0 0,-1 1 0 0 0,0-1 0 0 0,1 1 0 0 0,-1 0 0 0 0,0 0 1 0 0,0-1-1 0 0,0 1 0 0 0,0 0 0 0 0,1-1 0 0 0,-1 1 0 0 0,0 0 0 0 0,0 0 0 0 0,0-1 0 0 0,0 1 0 0 0,-1 0 0 0 0,1-1 0 0 0,0 1 0 0 0,0 0 0 0 0,0 0 0 0 0,-1-1 0 0 0,1 1 0 0 0,0 0 0 0 0,0-1 0 0 0,-1 1 0 0 0,1-1 0 0 0,-1 1 0 0 0,1 0 1 0 0,-1-1-1 0 0,1 1 0 0 0,-1-1 0 0 0,1 1 0 0 0,-1-1 0 0 0,1 1 0 0 0,-1-1 0 0 0,1 0 0 0 0,-1 1 0 0 0,0-1 0 0 0,0 1 192 0 0,-14 13-1507 0 0</inkml:trace>
  <inkml:trace contextRef="#ctx0" brushRef="#br0" timeOffset="7044.822">2230 531 2396 0 0,'-16'31'5053'0'0,"-2"51"-236"0"0,16-66-3049 0 0,2-16-1764 0 0,0-1 0 0 0,1 1 0 0 0,-1 0-1 0 0,0 0 1 0 0,1 0 0 0 0,-1 0 0 0 0,0-1 0 0 0,1 1 0 0 0,-1 0 0 0 0,0 0 0 0 0,1 0-1 0 0,-1 0 1 0 0,1 0 0 0 0,-1 0 0 0 0,0 0 0 0 0,1 0 0 0 0,-1 0 0 0 0,0 0 0 0 0,1 0-1 0 0,-1 0 1 0 0,1 0 0 0 0,-1 0 0 0 0,0 1 0 0 0,1-1 0 0 0,-1 0 0 0 0,0 0 0 0 0,1 0-1 0 0,-1 0 1 0 0,0 1 0 0 0,1-1 0 0 0,-1 0 0 0 0,0 0 0 0 0,0 1 0 0 0,1-1 0 0 0,-1 0-1 0 0,0 1 1 0 0,0-1 0 0 0,0 0 0 0 0,1 1 0 0 0,-1-1 0 0 0,0 0 0 0 0,0 1-1 0 0,0-1 1 0 0,0 0 0 0 0,0 1 0 0 0,1-1 0 0 0,-1 0 0 0 0,0 1 0 0 0,0-1 0 0 0,0 1-1 0 0,0-1 1 0 0,0 0 0 0 0,0 1 0 0 0,0-1 0 0 0,0 0 0 0 0,-1 1 0 0 0,1-1 0 0 0,0 1-1 0 0,0-1 1 0 0,0 0 0 0 0,0 1 0 0 0,0-1 0 0 0,-1 1-4 0 0,25-25 51 0 0,21-32 569 0 0,-24 33-246 0 0,-19 20-228 0 0,0 0-1 0 0,1 0 1 0 0,-1 0 0 0 0,1 0-1 0 0,0 0 1 0 0,0 0-1 0 0,0 1 1 0 0,0 0 0 0 0,1-1-1 0 0,-1 1 1 0 0,0 0-1 0 0,1 1 1 0 0,0-1-1 0 0,-1 0 1 0 0,1 1 0 0 0,0 0-1 0 0,0 0 1 0 0,0 0-1 0 0,0 1 1 0 0,3-1-146 0 0,2 2 137 0 0,-1 0 0 0 0,1 1 0 0 0,0 0 0 0 0,-1 1 0 0 0,0 0-1 0 0,0 0 1 0 0,0 1 0 0 0,0-1 0 0 0,0 2 0 0 0,-1-1 0 0 0,1 1 0 0 0,-1 1 0 0 0,0-1 0 0 0,2 4-137 0 0,22 14 657 0 0,-27-21-529 0 0,0 0 1 0 0,0 1 0 0 0,0-1 0 0 0,-1 1 0 0 0,1 0 0 0 0,-1 0-1 0 0,0 0 1 0 0,0 0 0 0 0,0 1 0 0 0,-1-1 0 0 0,1 1-1 0 0,-1 0 1 0 0,1 0 0 0 0,-1-1 0 0 0,-1 1 0 0 0,1 1 0 0 0,0-1-1 0 0,-1 0-128 0 0,-1-3 234 0 0,0-1-6 0 0,-4 6-53 0 0,0 0-130 0 0,-1 0 1 0 0,0 0 0 0 0,0 0 0 0 0,-1-1-1 0 0,0 0 1 0 0,0 0 0 0 0,0 0 0 0 0,0-1 0 0 0,-1 1-1 0 0,0-2 1 0 0,1 1 0 0 0,-2 0-46 0 0,-106 17-1072 0 0,107-21 817 0 0,1-1 0 0 0,-1-1 0 0 0,1 1 0 0 0,0-1-1 0 0,0 0 1 0 0,0 0 0 0 0,0-1 0 0 0,0 1 0 0 0,0-2-1 0 0,1 1 1 0 0,-1 0 0 0 0,1-1 0 0 0,0 0-1 0 0,0 0 1 0 0,-2-4 255 0 0,-31-54-7600 0 0,33 24 4188 0 0,3 10-1668 0 0,2 15 3823 0 0</inkml:trace>
  <inkml:trace contextRef="#ctx0" brushRef="#br0" timeOffset="7780.001">3038 148 2336 0 0,'10'-1'1849'0'0,"35"-4"4765"0"0,0 2-3690 0 0,39 3-1059 0 0,-83 0-1718 0 0,2 3-11 0 0,-2-1-153 0 0,0-1-1 0 0,0 0 1 0 0,0 1-1 0 0,0-1 1 0 0,0 1-1 0 0,-1-1 1 0 0,1 1-1 0 0,0 0 1 0 0,-1-1-1 0 0,0 1 1 0 0,1-1-1 0 0,-1 1 1 0 0,0 0-1 0 0,0 0 1 0 0,0-1-1 0 0,0 1 1 0 0,0 0-1 0 0,0-1 1 0 0,0 1-1 0 0,-1 0 1 0 0,1-1-1 0 0,-1 1 1 0 0,1-1-1 0 0,-1 1 1 0 0,1 0-1 0 0,-1-1 1 0 0,0 1-1 0 0,0-1 1 0 0,0 0-1 0 0,0 1 1 0 0,0-1-1 0 0,0 0 1 0 0,0 1-1 0 0,0-1 1 0 0,-1 0 17 0 0,-7 10-87 0 0,-1 0 0 0 0,1-1 0 0 0,-2 0 0 0 0,1-1 0 0 0,-1 0 0 0 0,-1-1 0 0 0,1 0 0 0 0,-2 0 0 0 0,1-2 1 0 0,-1 1-1 0 0,-6 1 87 0 0,18-8-34 0 0,0 0 0 0 0,0 0 1 0 0,0 0-1 0 0,0 0 0 0 0,0 1 1 0 0,0-1-1 0 0,0 0 0 0 0,0 1 0 0 0,0-1 1 0 0,0 1-1 0 0,1-1 0 0 0,-1 1 1 0 0,0-1-1 0 0,0 1 0 0 0,0-1 1 0 0,1 1-1 0 0,-1 0 0 0 0,0 0 1 0 0,0-1-1 0 0,1 1 0 0 0,-1 0 1 0 0,1 0-1 0 0,-1 0 0 0 0,1 0 0 0 0,-1-1 1 0 0,1 1-1 0 0,0 0 0 0 0,-1 0 1 0 0,1 0-1 0 0,0 0 0 0 0,0 0 1 0 0,-1 0-1 0 0,1 0 0 0 0,0 0 1 0 0,0 0-1 0 0,0 0 0 0 0,0 0 1 0 0,0 0-1 0 0,1 0 0 0 0,-1 0 34 0 0,-29 13-8785 0 0,25-12 7239 0 0,1 2 10 0 0</inkml:trace>
  <inkml:trace contextRef="#ctx0" brushRef="#br0" timeOffset="8062.9">2985 374 1236 0 0,'-29'36'6332'0'0,"28"15"-3690"0"0,-2 16-1452 0 0,-19 0-664 0 0,10-24-596 0 0,6-33-5356 0 0,9-21 2218 0 0,-1 5 2134 0 0</inkml:trace>
  <inkml:trace contextRef="#ctx0" brushRef="#br0" timeOffset="8343.949">2936 559 1472 0 0,'48'-106'5913'0'0,"-40"97"-5460"0"0,1 1-1 0 0,0 0 1 0 0,1 1-1 0 0,-1 0 1 0 0,1 0-1 0 0,1 1 1 0 0,-1 1-1 0 0,1 0 0 0 0,0 0 1 0 0,0 1-1 0 0,1 0 1 0 0,-1 1-1 0 0,1 0 1 0 0,0 1-1 0 0,0 1 1 0 0,0-1-1 0 0,0 2 1 0 0,0 0-1 0 0,0 0 0 0 0,-1 1 1 0 0,3 1-453 0 0,73 24 1372 0 0,-85-26-1314 0 0,1 0-1 0 0,-1 1 1 0 0,1 0 0 0 0,-1-1 0 0 0,0 1-1 0 0,1 0 1 0 0,-1 0 0 0 0,0 0 0 0 0,0 0-1 0 0,0 0 1 0 0,0 1 0 0 0,0-1-1 0 0,0 1 1 0 0,0-1 0 0 0,0 1 0 0 0,0 0-1 0 0,-1 0 1 0 0,1 0 0 0 0,-1-1 0 0 0,1 2-1 0 0,-1-1 1 0 0,0 0 0 0 0,0 0-1 0 0,0 0 1 0 0,0 1 0 0 0,0-1 0 0 0,0 0-1 0 0,-1 1 1 0 0,1 1-58 0 0,0-3-66 0 0,-1 2 28 0 0,-3 9-272 0 0,0 0 0 0 0,-1-1 0 0 0,0 0 0 0 0,-1 0 0 0 0,0 0-1 0 0,0 0 1 0 0,-1-1 0 0 0,-1 0 0 0 0,0 0 0 0 0,0 0 0 0 0,-1-1 0 0 0,0 0 0 0 0,-1-1 0 0 0,1 0-1 0 0,-2 0 1 0 0,0-1 310 0 0,-94 38-9570 0 0,101-44 8057 0 0,-4-1-59 0 0</inkml:trace>
  <inkml:trace contextRef="#ctx0" brushRef="#br0" timeOffset="8611.983">3086 600 1484 0 0,'-1'-2'242'0'0,"-1"-1"0"0"0,1 1-1 0 0,0 0 1 0 0,0 0 0 0 0,0-1-1 0 0,0 1 1 0 0,1 0 0 0 0,-1-1-1 0 0,1 1 1 0 0,-1-1 0 0 0,1 1-1 0 0,0-1 1 0 0,0 1 0 0 0,0-1-1 0 0,0 1 1 0 0,0-1 0 0 0,1 1-1 0 0,-1-1 1 0 0,1 1 0 0 0,-1 0-1 0 0,1-1 1 0 0,0 1 0 0 0,0 0 0 0 0,0-1-1 0 0,0 1 1 0 0,1 0 0 0 0,-1 0-1 0 0,1 0 1 0 0,-1 0 0 0 0,1 0-1 0 0,0 0 1 0 0,-1 1 0 0 0,1-1-1 0 0,0 1 1 0 0,0-1 0 0 0,0 1-1 0 0,0-1 1 0 0,1 1 0 0 0,-1 0-1 0 0,0 0 1 0 0,0 0 0 0 0,1 0-1 0 0,-1 1 1 0 0,1-1 0 0 0,-1 1 0 0 0,1-1-1 0 0,-1 1 1 0 0,0 0 0 0 0,1 0-1 0 0,-1 0 1 0 0,1 0 0 0 0,-1 0-1 0 0,2 1-241 0 0,-3 0-27 0 0,0 0-1 0 0,0 1 0 0 0,-1-1 0 0 0,1 0 0 0 0,-1 0 1 0 0,1 1-1 0 0,-1-1 0 0 0,0 0 0 0 0,1 1 0 0 0,-1-1 1 0 0,0 1-1 0 0,0-1 0 0 0,0 0 0 0 0,0 1 1 0 0,0-1-1 0 0,0 1 0 0 0,0-1 0 0 0,-1 0 0 0 0,1 1 1 0 0,0-1-1 0 0,-1 0 0 0 0,1 1 0 0 0,-1-1 1 0 0,1 0-1 0 0,-1 1 0 0 0,0-1 0 0 0,0 0 0 0 0,0 0 1 0 0,1 0-1 0 0,-1 0 0 0 0,0 0 0 0 0,0 0 0 0 0,0 0 1 0 0,0 0-1 0 0,-1 0 0 0 0,1 0 0 0 0,0-1 1 0 0,0 1-1 0 0,0 0 0 0 0,-1-1 0 0 0,1 1 0 0 0,-1-1 28 0 0,-6 9-151 0 0,54-24-144 0 0,-27-1-2746 0 0,-21-9-3471 0 0,0 23 5837 0 0</inkml:trace>
  <inkml:trace contextRef="#ctx0" brushRef="#br0" timeOffset="8857.03">3179 501 2632 0 0,'0'0'125'0'0,"0"1"-1"0"0,0-1 1 0 0,0 0-1 0 0,0 1 1 0 0,0-1-1 0 0,0 1 1 0 0,-1-1-1 0 0,1 1 1 0 0,0-1-1 0 0,0 1 1 0 0,0-1-1 0 0,-1 0 1 0 0,1 1-1 0 0,0-1 1 0 0,0 1-1 0 0,-1-1 1 0 0,1 0-1 0 0,0 1 1 0 0,-1-1-1 0 0,1 0 1 0 0,0 0-1 0 0,-1 1 1 0 0,1-1-1 0 0,-1 0 1 0 0,1 0-1 0 0,0 1 0 0 0,-1-1 1 0 0,1 0-1 0 0,-1 0 1 0 0,1 0-1 0 0,-1 0 1 0 0,1 0-1 0 0,-1 0 1 0 0,1 1-1 0 0,-1-1 1 0 0,1 0-1 0 0,0 0 1 0 0,-1-1-1 0 0,1 1 1 0 0,-1 0-1 0 0,1 0 1 0 0,-1 0-1 0 0,1 0 1 0 0,-1 0-1 0 0,1 0 1 0 0,-1-1-1 0 0,1 1 1 0 0,0 0-1 0 0,-1 0 1 0 0,1-1-1 0 0,-1 1 1 0 0,1 0-1 0 0,0 0 1 0 0,-1-1-125 0 0,-4 17 659 0 0,-5 10-205 0 0,-17 38 460 0 0,-1-32-5562 0 0,14-27 236 0 0,13-5 3018 0 0</inkml:trace>
  <inkml:trace contextRef="#ctx0" brushRef="#br0" timeOffset="9111.079">2830 311 988 0 0,'-5'10'4719'0'0,"3"12"-2542"0"0,-2 3-1756 0 0,-24 37-5595 0 0,26-54 3767 0 0</inkml:trace>
  <inkml:trace contextRef="#ctx0" brushRef="#br0" timeOffset="9299.07">2774 563 1280 0 0,'-30'81'6282'0'0,"15"-31"-2924"0"0,15-49-2886 0 0,0-1-71 0 0,0 0 80 0 0,0 2-28 0 0,3 4-248 0 0,1 0-1 0 0,0 0 1 0 0,0 0-1 0 0,0 0 1 0 0,1-1-1 0 0,0 0 1 0 0,0 0 0 0 0,0 0-1 0 0,1-1 1 0 0,-1 1-1 0 0,1-1 1 0 0,0-1-1 0 0,0 1 1 0 0,2 0-205 0 0,35 14 510 0 0,1-2 1 0 0,0-2 0 0 0,0-1-1 0 0,2-3 1 0 0,-1-2 0 0 0,1-1-1 0 0,0-3 1 0 0,0-2 0 0 0,1-1-1 0 0,22-5-510 0 0,-7 4-1119 0 0,-42 0-2093 0 0,0 0-4228 0 0,-10-14 4531 0 0,-12 9-195 0 0,-1 1 1583 0 0</inkml:trace>
  <inkml:trace contextRef="#ctx0" brushRef="#br0" timeOffset="16290.935">3747 61 1816 0 0,'0'0'1566'0'0,"0"0"-133"0"0,0 0-177 0 0,0 0-188 0 0,-5 1-149 0 0,4-1-834 0 0,-1 1-1 0 0,1-1 1 0 0,0 0 0 0 0,0 1-1 0 0,-1-1 1 0 0,1 1 0 0 0,0 0-1 0 0,0-1 1 0 0,0 1 0 0 0,0 0-1 0 0,0 0 1 0 0,0-1 0 0 0,0 1-1 0 0,0 0 1 0 0,0 0 0 0 0,0 0-1 0 0,0 0 1 0 0,1 1 0 0 0,-1-1-1 0 0,0 0 1 0 0,1 0 0 0 0,-1 0-1 0 0,1 0 1 0 0,-1 1 0 0 0,1-1-1 0 0,-1 0 1 0 0,1 1-1 0 0,0-1 1 0 0,0 0 0 0 0,0 0-1 0 0,0 1 1 0 0,0-1 0 0 0,0 0-1 0 0,0 1 1 0 0,0-1 0 0 0,0 0-1 0 0,1 1 1 0 0,-1-1 0 0 0,0 0-1 0 0,1 1-84 0 0,12 29-738 0 0,12-50-1403 0 0,13-1 3290 0 0,-37 20-829 0 0,-1 0 62 0 0,28 2 1636 0 0,5 16-1254 0 0,-32-18-780 0 0,40-17-615 0 0,-36 13 580 0 0,108-73-1223 0 0,-66 63 3637 0 0,-36 28-1992 0 0,-23 17 184 0 0,0-14-608 0 0,-2 0 1 0 0,0-1 0 0 0,-1 0 0 0 0,-1-2 0 0 0,0 1-1 0 0,0-2 1 0 0,-2 0 0 0 0,0-1 0 0 0,0-1 0 0 0,-19 8 52 0 0,-42 10-3490 0 0,-4-14-4411 0 0,82-15 6411 0 0</inkml:trace>
  <inkml:trace contextRef="#ctx0" brushRef="#br0" timeOffset="16699.905">3632 256 1544 0 0,'-8'0'2516'0'0,"2"2"1314"0"0,-45 41 275 0 0,51-43-4135 0 0,-1 0 0 0 0,1 0-1 0 0,-1 0 1 0 0,1 0 0 0 0,0 0 0 0 0,-1 0-1 0 0,1 0 1 0 0,-1 0 0 0 0,1 0 0 0 0,0 0-1 0 0,-1 0 1 0 0,1-1 0 0 0,-1 1 0 0 0,1 0 0 0 0,0 0-1 0 0,-1 0 1 0 0,1-1 0 0 0,0 1 0 0 0,-1 0-1 0 0,1 0 1 0 0,0-1 0 0 0,-1 1 0 0 0,1 0-1 0 0,0 0 1 0 0,0-1 0 0 0,-1 1 0 0 0,1 0-1 0 0,0-1 1 0 0,0 1 0 0 0,0 0 0 0 0,-1-1-1 0 0,1 1 1 0 0,0-1 0 0 0,0 1 0 0 0,0 0 0 0 0,0-1-1 0 0,0 1 1 0 0,0-1 0 0 0,0 1 0 0 0,0 0-1 0 0,0-1 1 0 0,0 1 0 0 0,0-1 0 0 0,0 1-1 0 0,0 0 1 0 0,0-1 0 0 0,0 1 0 0 0,0-1-1 0 0,1 1 1 0 0,-1 0 0 0 0,0-1 0 0 0,0 1-1 0 0,0 0 1 0 0,0-1 0 0 0,1 1 0 0 0,-1 0 0 0 0,0-1-1 0 0,1 1 1 0 0,-1 0 0 0 0,0 0 0 0 0,0-1-1 0 0,1 1 1 0 0,-1 0 0 0 0,0 0 0 0 0,1-1 30 0 0,11-4 464 0 0,0 0 0 0 0,0 1 1 0 0,0 0-1 0 0,1 1 0 0 0,0 0 0 0 0,-1 1 1 0 0,1 0-1 0 0,0 1 0 0 0,0 0 1 0 0,0 2-1 0 0,11 0-464 0 0,-10-1 420 0 0,27-1 371 0 0,0 2-1 0 0,0 1 0 0 0,0 2 1 0 0,0 2-1 0 0,24 7-790 0 0,69 5 1464 0 0,-133-18-1482 0 0,-1 0 0 0 0,1 1 0 0 0,-1-1 0 0 0,1 1 0 0 0,0-1 0 0 0,-1 1 0 0 0,0-1-1 0 0,1 1 1 0 0,-1-1 0 0 0,1 1 0 0 0,-1-1 0 0 0,0 1 0 0 0,1 0 0 0 0,-1-1 0 0 0,0 1 0 0 0,1-1-1 0 0,-1 1 1 0 0,0 0 0 0 0,0-1 0 0 0,0 1 0 0 0,0 0 0 0 0,0 0 0 0 0,0-1 0 0 0,0 1 0 0 0,0 0-1 0 0,0-1 1 0 0,0 1 0 0 0,0 0 0 0 0,0-1 0 0 0,0 1 0 0 0,0 0 0 0 0,-1-1 0 0 0,1 1 0 0 0,0-1 0 0 0,-1 1-1 0 0,1 0 1 0 0,0-1 0 0 0,-1 1 0 0 0,1-1 0 0 0,-1 1 0 0 0,1-1 0 0 0,0 1 0 0 0,-1-1 0 0 0,0 1 18 0 0,-8 7-597 0 0,-1 0 1 0 0,-1 0 0 0 0,1-1-1 0 0,-1 0 1 0 0,0-1 0 0 0,-1 0-1 0 0,1-1 1 0 0,-1-1 0 0 0,-4 2 596 0 0,-33 14-3553 0 0,-58 2-4757 0 0,104-21 6779 0 0</inkml:trace>
  <inkml:trace contextRef="#ctx0" brushRef="#br0" timeOffset="17063.947">3745 432 1484 0 0,'-12'-9'4040'0'0,"3"7"138"0"0,-1 0-3894 0 0,5-14-554 0 0,14-9 568 0 0,42 8 2443 0 0,-50 17-2375 0 0,30 0 1023 0 0,5 0-774 0 0,-33 3-717 0 0,-2-2 70 0 0,-1 0-1 0 0,1-1 0 0 0,-1 1 0 0 0,1 0 1 0 0,-1 0-1 0 0,0-1 0 0 0,1 1 0 0 0,-1 0 0 0 0,0 0 1 0 0,0 0-1 0 0,1-1 0 0 0,-1 1 0 0 0,0 0 1 0 0,0 0-1 0 0,0 0 0 0 0,0-1 0 0 0,0 1 1 0 0,0 0-1 0 0,0 0 0 0 0,-1 0 0 0 0,1 0 1 0 0,0-1-1 0 0,0 1 0 0 0,-1 0 0 0 0,1 0 0 0 0,0-1 1 0 0,-1 1-1 0 0,1 0 0 0 0,-1 0 0 0 0,1-1 1 0 0,-1 1-1 0 0,1 0 0 0 0,-1-1 0 0 0,1 1 1 0 0,-1-1-1 0 0,0 1 0 0 0,1-1 0 0 0,-1 1 1 0 0,0-1-1 0 0,1 1 0 0 0,-1-1 0 0 0,0 0 0 0 0,0 1 1 0 0,0-1-1 0 0,1 0 0 0 0,-1 0 0 0 0,0 0 1 0 0,0 1-1 0 0,0-1 0 0 0,1 0 0 0 0,-1 0 1 0 0,0 0-1 0 0,0 0 0 0 0,0 0 0 0 0,0-1 1 0 0,1 1 32 0 0,-81 31-2189 0 0,60-26 701 0 0,-9 0-4927 0 0,28-5 4850 0 0</inkml:trace>
  <inkml:trace contextRef="#ctx0" brushRef="#br0" timeOffset="17485.026">3598 499 1496 0 0,'-11'25'6869'0'0,"3"12"-3682"0"0,18-62-2465 0 0,-5 22-495 0 0,1 1 0 0 0,0 0 0 0 0,0 0 1 0 0,0 0-1 0 0,0 1 0 0 0,0 0 0 0 0,0 0 1 0 0,0 1-1 0 0,0-1 0 0 0,0 1 0 0 0,0 1 1 0 0,1-1-1 0 0,-1 1 0 0 0,1 0-227 0 0,19 0 562 0 0,154-1 2147 0 0,-64 14-1737 0 0,-112-14-937 0 0,64 11 1139 0 0,-67-11-1165 0 0,1 0 1 0 0,-1 1 0 0 0,1-1-1 0 0,-1 1 1 0 0,0-1-1 0 0,0 1 1 0 0,1 0-1 0 0,-1 0 1 0 0,0-1-1 0 0,0 1 1 0 0,0 0-1 0 0,0 0 1 0 0,0 0 0 0 0,0 0-1 0 0,0 0 1 0 0,0 0-1 0 0,0 0 1 0 0,0 1-1 0 0,-1-1 1 0 0,1 0-1 0 0,0 0 1 0 0,-1 1-1 0 0,1-1 1 0 0,-1 0 0 0 0,0 1-1 0 0,1-1 1 0 0,-1 1-1 0 0,0-1 1 0 0,0 0-1 0 0,0 1 1 0 0,0-1-1 0 0,0 1 1 0 0,0-1-1 0 0,0 1 1 0 0,0-1 0 0 0,0 0-1 0 0,-1 1 1 0 0,1-1-1 0 0,-1 0 1 0 0,1 1-1 0 0,-1-1 1 0 0,1 0-1 0 0,-1 1 1 0 0,0-1-1 0 0,0 0 1 0 0,0 0-10 0 0,-52 52-2023 0 0,-17-23-4362 0 0,49-31 2638 0 0,-1-10 2629 0 0,15 6 414 0 0,-43-31-4077 0 0,38 26 3345 0 0</inkml:trace>
  <inkml:trace contextRef="#ctx0" brushRef="#br0" timeOffset="17735.037">3822 470 1540 0 0,'5'16'8660'0'0,"1"27"-6870"0"0,-2 170 2633 0 0,-26-85-4470 0 0,23-99-4626 0 0,-1-29 4575 0 0,-1-1-1 0 0,1 1 0 0 0,0 0 1 0 0,0-1-1 0 0,0 1 1 0 0,0-1-1 0 0,0 1 0 0 0,0 0 1 0 0,0-1-1 0 0,1 1 0 0 0,-1 0 1 0 0,0-1-1 0 0,0 1 1 0 0,0 0-1 0 0,0-1 0 0 0,0 1 1 0 0,0 0-1 0 0,1-1 0 0 0,-1 1 1 0 0,0 0-1 0 0,0 0 1 0 0,0-1-1 0 0,1 1 0 0 0,-1 0 1 0 0,0 0-1 0 0,0-1 0 0 0,1 1 1 0 0,-1 0-1 0 0,0 0 1 0 0,1 0-1 0 0,-1-1 0 0 0,0 1 1 0 0,1 0-1 0 0,-1 0 1 0 0,0 0-1 0 0,1 0 0 0 0,-1 0 1 0 0,0 0-1 0 0,1 0 0 0 0,-1 0 1 0 0,0 0-1 0 0,1 0 1 0 0,-1 0-1 0 0,0 0 0 0 0,1 0 1 0 0,-1 0-1 0 0,0 0 0 0 0,1 0 1 0 0,-1 0-1 0 0,0 0 1 0 0,1 0-1 0 0,-1 1 0 0 0,0-1 1 0 0,1 0-1 0 0,-1 0 0 0 0,0 0 1 0 0,0 1-1 0 0,1-1 1 0 0,-1 0-1 0 0,0 0 0 0 0,0 1 1 0 0,1-1-1 0 0,-1 0 0 0 0,0 0 1 0 0,0 1-1 0 0,0-1 1 0 0,1 0-1 0 0,-1 1 0 0 0,0-1 1 0 0,0 0 98 0 0,10-16-1565 0 0,1-2 12 0 0</inkml:trace>
  <inkml:trace contextRef="#ctx0" brushRef="#br0" timeOffset="18248.092">4244 215 936 0 0,'-11'-6'6752'0'0,"19"5"-1856"0"0,33 12-3568 0 0,0-2 1 0 0,1-2-1 0 0,-1-1 1 0 0,22-2-1329 0 0,138 6 850 0 0,-199-10-1366 0 0,-2 0-162 0 0,5-2-439 0 0,-5 2 1010 0 0,0 0 0 0 0,-1 0 0 0 0,1 0 0 0 0,0 0 0 0 0,0-1 0 0 0,0 1 0 0 0,0 0 0 0 0,0 0 0 0 0,-1 0 0 0 0,1-1 0 0 0,0 1 0 0 0,0 0 0 0 0,0 0 0 0 0,0 0 0 0 0,0-1 0 0 0,0 1 0 0 0,0 0 0 0 0,0 0 0 0 0,0-1-1 0 0,0 1 1 0 0,0 0 0 0 0,0 0 0 0 0,0 0 0 0 0,0-1 0 0 0,0 1 0 0 0,0 0 0 0 0,0 0 0 0 0,0-1 0 0 0,0 1 0 0 0,0 0 0 0 0,0 0 0 0 0,1 0 0 0 0,-1-1 0 0 0,0 1 0 0 0,0 0 0 0 0,0 0 0 0 0,0 0 0 0 0,0-1 0 0 0,1 1 0 0 0,-1 0 0 0 0,0 0 0 0 0,0 0 0 0 0,0 0 0 0 0,0 0 0 0 0,1 0-1 0 0,-1-1 1 0 0,0 1 0 0 0,0 0 0 0 0,1 0 107 0 0,-21-9-4916 0 0,-7-4 1729 0 0,12 5 1674 0 0</inkml:trace>
  <inkml:trace contextRef="#ctx0" brushRef="#br0" timeOffset="18495.148">4508 104 1780 0 0,'-26'5'9733'0'0,"-12"43"-8548"0"0,25-30-209 0 0,-233 279 1029 0 0,179-230-4065 0 0,67-67 1704 0 0,0-1 0 0 0,0 1 0 0 0,-1 0 0 0 0,1-1 0 0 0,0 1 0 0 0,0-1 0 0 0,0 1 0 0 0,0 0 0 0 0,0-1 0 0 0,-1 1 0 0 0,1-1 0 0 0,0 1 0 0 0,0 0 0 0 0,-1-1 0 0 0,1 1 0 0 0,0 0 0 0 0,-1-1 0 0 0,1 1 0 0 0,0 0 0 0 0,-1-1 0 0 0,1 1 0 0 0,0 0-1 0 0,-1 0 1 0 0,1 0 0 0 0,0-1 0 0 0,-1 1 0 0 0,1 0 0 0 0,-1 0 0 0 0,1 0 0 0 0,-1 0 0 0 0,1 0 356 0 0,10-17-1430 0 0</inkml:trace>
  <inkml:trace contextRef="#ctx0" brushRef="#br0" timeOffset="18899.163">4280 394 968 0 0,'34'69'6278'0'0,"-25"50"-1535"0"0,-9-114-4502 0 0,-16 91 1450 0 0,-2-26-769 0 0,17-103-4290 0 0,56-181-3145 0 0,-53 207 6857 0 0,1-1 0 0 0,0 1 0 0 0,0 0 0 0 0,1 0-1 0 0,0 1 1 0 0,0-1 0 0 0,0 1 0 0 0,1 0 0 0 0,0 0-1 0 0,0 0 1 0 0,1 0 0 0 0,0 1 0 0 0,0 0-1 0 0,0 1 1 0 0,0-1 0 0 0,1 1 0 0 0,-1 0 0 0 0,1 1-1 0 0,6-3-343 0 0,-3 3 388 0 0,0 0 0 0 0,0 1 0 0 0,0 0 0 0 0,0 0 0 0 0,1 2 0 0 0,-1-1 0 0 0,0 1 0 0 0,1 0 0 0 0,-1 1 0 0 0,0 1-1 0 0,2 0-387 0 0,-1 2 262 0 0,0 0 0 0 0,0 1 0 0 0,0 0-1 0 0,-1 1 1 0 0,0 0 0 0 0,0 1-1 0 0,0 0 1 0 0,-1 1 0 0 0,0 0-1 0 0,0 0 1 0 0,-1 1 0 0 0,5 6-262 0 0,-9-8 150 0 0,0 0-1 0 0,0 0 1 0 0,0 1 0 0 0,-1-1 0 0 0,0 1 0 0 0,0-1 0 0 0,-1 1 0 0 0,0 0-1 0 0,-1 0 1 0 0,0 0 0 0 0,0 1 0 0 0,0 1-150 0 0,-10 105-517 0 0,-39-16-4283 0 0,18-88-3259 0 0,30-11 6370 0 0,-9 0-1271 0 0,7 0 1365 0 0</inkml:trace>
  <inkml:trace contextRef="#ctx0" brushRef="#br0" timeOffset="19211.077">4491 619 2144 0 0,'-6'-55'8009'0'0,"11"54"-6482"0"0,-10 17-1502 0 0,4-15 27 0 0,0 0 0 0 0,0 0 0 0 0,0 0 0 0 0,0 1 0 0 0,0-1 0 0 0,1 0 0 0 0,-1 0 0 0 0,0 1 0 0 0,1-1 0 0 0,-1 0 1 0 0,0 1-1 0 0,1-1 0 0 0,0 0 0 0 0,-1 1 0 0 0,1-1 0 0 0,0 1 0 0 0,0-1 0 0 0,0 1 0 0 0,0-1 0 0 0,0 1 0 0 0,0-1 0 0 0,0 1 0 0 0,1-1 0 0 0,-1 1 0 0 0,0-1 0 0 0,1 0 0 0 0,-1 1 0 0 0,1-1 0 0 0,-1 0 0 0 0,1 1 0 0 0,0-1 0 0 0,0 0 0 0 0,-1 0 0 0 0,1 1 0 0 0,0-1 0 0 0,0 0 1 0 0,0 0-1 0 0,0 0 0 0 0,1 0 0 0 0,-1 0 0 0 0,0-1 0 0 0,0 1 0 0 0,1 0 0 0 0,-1 0 0 0 0,0-1 0 0 0,1 1 0 0 0,-1-1 0 0 0,0 1 0 0 0,1-1 0 0 0,-1 0 0 0 0,1 1 0 0 0,-1-1 0 0 0,1 0 0 0 0,-1 0 0 0 0,1 0 0 0 0,-1 0 0 0 0,2 0-52 0 0,17 1 16 0 0,39-5-10919 0 0,-35-10 9437 0 0,-8 9 64 0 0</inkml:trace>
  <inkml:trace contextRef="#ctx0" brushRef="#br0" timeOffset="19996.296">5039 141 1048 0 0,'-9'3'7499'0'0,"-8"17"-6350"0"0,14-16-598 0 0,-138 142 3656 0 0,31-59-2990 0 0,120-118-3009 0 0,-4 22 1651 0 0,0 0 0 0 0,1 1 0 0 0,0 0 0 0 0,1 0 0 0 0,-1 1 0 0 0,2 0 1 0 0,-1 0-1 0 0,1 1 0 0 0,0 0 0 0 0,0 1 0 0 0,1 0 0 0 0,-1 0 0 0 0,1 1 1 0 0,0 0-1 0 0,10-2 141 0 0,-18 6-62 0 0,11 3 483 0 0,-10-1-322 0 0,-1 0 1 0 0,0 0-1 0 0,1 0 0 0 0,-1 1 1 0 0,0-1-1 0 0,0 1 1 0 0,-1 0-1 0 0,1-1 0 0 0,-1 1 1 0 0,1 0-1 0 0,-1 0 0 0 0,0 0 1 0 0,0 0-1 0 0,0 0 0 0 0,0 0 1 0 0,-1 0-1 0 0,1 1 0 0 0,-1-1 1 0 0,0 0-1 0 0,0 2-99 0 0,-1 6 102 0 0,0 1-1 0 0,-1-1 1 0 0,-1 0-1 0 0,0 0 1 0 0,0 0 0 0 0,-1-1-1 0 0,-1 1 1 0 0,0-1-1 0 0,0 0 1 0 0,-4 6-102 0 0,-8-7-1121 0 0,28-33-284 0 0,-10 25 1436 0 0,0-1 0 0 0,1 1 0 0 0,-1-1 0 0 0,0 1 0 0 0,0 0 0 0 0,1-1 0 0 0,-1 1 0 0 0,0 0 0 0 0,0 0 0 0 0,0 0 0 0 0,0 0-1 0 0,0 0 1 0 0,0 0 0 0 0,0 0 0 0 0,-1 0 0 0 0,1 0 0 0 0,0 1 0 0 0,-1-1 0 0 0,1 0 0 0 0,0 0 0 0 0,-1 1 0 0 0,1-1 0 0 0,-1 0 0 0 0,0 1 0 0 0,0-1 0 0 0,1 0 0 0 0,-1 1 0 0 0,0-1 0 0 0,0 1 0 0 0,0-1 0 0 0,0 1-31 0 0,6 121 1831 0 0,-22-35-1981 0 0,16-86-252 0 0,0-2-110 0 0,0 0-82 0 0,0 3-415 0 0,8-17-4984 0 0,10-52 2232 0 0,-10 37 2217 0 0</inkml:trace>
  <inkml:trace contextRef="#ctx0" brushRef="#br0" timeOffset="20289.987">5154 178 2308 0 0,'18'-11'9193'0'0,"26"27"-4929"0"0,40 22-1905 0 0,-34-11-1233 0 0,-48-27-1110 0 0,0 1-1 0 0,1-1 1 0 0,-1 1-1 0 0,0 0 1 0 0,0 0-1 0 0,0-1 1 0 0,0 2-1 0 0,0-1 0 0 0,0 0 1 0 0,-1 0-1 0 0,1 1 1 0 0,0-1-1 0 0,-1 0 1 0 0,1 1-1 0 0,-1 0 1 0 0,1-1-1 0 0,-1 1 0 0 0,0 0 1 0 0,1 0-1 0 0,-1 0 1 0 0,0 0-1 0 0,0 0 1 0 0,-1 0-1 0 0,1 0 0 0 0,0 0 1 0 0,-1 0-1 0 0,1 0 1 0 0,-1 1-1 0 0,0-1 1 0 0,1 0-1 0 0,-1 0 1 0 0,0 0-1 0 0,0 1 0 0 0,-1-1 1 0 0,1 0-1 0 0,0 0 1 0 0,-1 1-16 0 0,-2 8-336 0 0,-1-1 1 0 0,0 1-1 0 0,-1-1 1 0 0,0 1-1 0 0,0-1 1 0 0,-1-1-1 0 0,0 1 1 0 0,-1-1-1 0 0,-4 4 336 0 0,-93 94-9947 0 0,80-88 6778 0 0,11-15 1655 0 0</inkml:trace>
  <inkml:trace contextRef="#ctx0" brushRef="#br0" timeOffset="20648.031">5101 338 2496 0 0,'18'-9'6608'0'0,"17"15"-2894"0"0,-21-3-2285 0 0,-13-2-1003 0 0,13 0 126 0 0,-14-1-588 0 0,1 0 0 0 0,0 0-1 0 0,0 0 1 0 0,-1 1-1 0 0,1-1 1 0 0,0 0 0 0 0,-1 0-1 0 0,1 1 1 0 0,0-1 0 0 0,-1 0-1 0 0,1 1 1 0 0,0-1-1 0 0,-1 1 1 0 0,1-1 0 0 0,-1 1-1 0 0,1-1 1 0 0,0 1-1 0 0,-1-1 1 0 0,1 1 0 0 0,-1 0-1 0 0,0-1 1 0 0,1 1-1 0 0,-1-1 1 0 0,0 1 0 0 0,1 0-1 0 0,-1 0 1 0 0,0-1 0 0 0,0 1-1 0 0,1 0 1 0 0,-1 0-1 0 0,0-1 1 0 0,0 1 0 0 0,0 0-1 0 0,0 0 1 0 0,0-1-1 0 0,0 1 1 0 0,0 0 0 0 0,0 0-1 0 0,-1-1 1 0 0,1 1 0 0 0,0 0-1 0 0,0-1 1 0 0,-1 1-1 0 0,1 0 1 0 0,0 0 0 0 0,-1-1-1 0 0,1 1 1 0 0,0-1-1 0 0,-1 1 1 0 0,1 0 0 0 0,-1-1-1 0 0,1 1 1 0 0,-1-1-1 0 0,0 1 1 0 0,1-1 0 0 0,-1 1-1 0 0,1-1 1 0 0,-1 0 0 0 0,0 1-1 0 0,1-1 1 0 0,-1 0-1 0 0,0 1 1 0 0,0-1 0 0 0,1 0-1 0 0,-1 0 1 0 0,0 0 36 0 0,-73 60-914 0 0,106-53 2926 0 0,8-13-1599 0 0,-38 6-468 0 0,49-26-1542 0 0,-41-13-7519 0 0,-10 38 7733 0 0</inkml:trace>
  <inkml:trace contextRef="#ctx0" brushRef="#br0" timeOffset="20896.395">5163 254 984 0 0,'-2'-1'166'0'0,"1"1"0"0"0,0-1 0 0 0,-1 0 0 0 0,1 0 0 0 0,-1 1 1 0 0,1-1-1 0 0,-1 1 0 0 0,1-1 0 0 0,-1 1 0 0 0,0-1 0 0 0,1 1 0 0 0,-1 0 0 0 0,1 0 0 0 0,-1 0 0 0 0,0 0 0 0 0,1 0 0 0 0,-1 0 0 0 0,1 1 1 0 0,-1-1-1 0 0,1 0 0 0 0,-1 1 0 0 0,0-1 0 0 0,1 1 0 0 0,-1 0 0 0 0,1-1 0 0 0,0 1 0 0 0,-1 0 0 0 0,1 0 0 0 0,0 0 0 0 0,-1 0 0 0 0,1 0 1 0 0,0 0-1 0 0,0 0 0 0 0,0 0 0 0 0,0 1 0 0 0,0-1 0 0 0,0 0 0 0 0,0 1 0 0 0,1-1 0 0 0,-1 1 0 0 0,0-1 0 0 0,1 1 0 0 0,-1-1 0 0 0,1 2-166 0 0,-9 20 677 0 0,1 1-1 0 0,2 0 0 0 0,0 1 0 0 0,2-1 0 0 0,0 1 0 0 0,1 22-676 0 0,-2 6 811 0 0,-7 176 3508 0 0,13-226-4253 0 0,0 0 0 0 0,0 0 0 0 0,0 0 1 0 0,1 0-1 0 0,-1 0 0 0 0,1 0 0 0 0,0 0 0 0 0,0 0 1 0 0,0 0-1 0 0,0-1 0 0 0,0 1 0 0 0,0-1 1 0 0,1 0-1 0 0,-1 0 0 0 0,1 1 0 0 0,0-2 0 0 0,0 1 1 0 0,0 0-1 0 0,0 0 0 0 0,0-1 0 0 0,0 0 1 0 0,0 0-1 0 0,0 0 0 0 0,0 0 0 0 0,0 0 1 0 0,1 0-1 0 0,-1-1 0 0 0,0 0 0 0 0,1 1 0 0 0,1-1-66 0 0,3-1-13 0 0,-1 0 0 0 0,1 0 0 0 0,0-1 1 0 0,-1 0-1 0 0,1 0 0 0 0,-1-1 0 0 0,0 0 0 0 0,0 0 0 0 0,0-1 0 0 0,0 0 0 0 0,0 0 0 0 0,1-2 13 0 0,25-13-791 0 0,-23 11-68 0 0,0 1 0 0 0,0-2-1 0 0,-1 1 1 0 0,0-1-1 0 0,-1 0 1 0 0,0-1-1 0 0,0 0 1 0 0,5-11 859 0 0,18-27-8591 0 0,-19 33 7211 0 0</inkml:trace>
  <inkml:trace contextRef="#ctx0" brushRef="#br0" timeOffset="21163.49">5433 511 2344 0 0,'-12'-1'4456'0'0,"-15"12"-2743"0"0,21-8-1227 0 0,-85 31 2409 0 0,58-19-2112 0 0,26-13-542 0 0,0 1 1 0 0,0 0 0 0 0,0 0-1 0 0,1 0 1 0 0,-1 1 0 0 0,1 0-1 0 0,0 1 1 0 0,0-1 0 0 0,0 1-1 0 0,1 0 1 0 0,-1 1 0 0 0,1-1-242 0 0,5-3 47 0 0,-1 0 1 0 0,1-1-1 0 0,0 1 1 0 0,0-1-1 0 0,0 1 1 0 0,0-1-1 0 0,0 1 1 0 0,0 0-1 0 0,0-1 1 0 0,0 1-1 0 0,1-1 1 0 0,-1 1-1 0 0,1-1 0 0 0,-1 1 1 0 0,1-1-1 0 0,-1 1 1 0 0,1-1-1 0 0,0 1 1 0 0,0-1-1 0 0,0 0 1 0 0,0 1-1 0 0,0-1 1 0 0,0 0-1 0 0,0 0 1 0 0,0 0-1 0 0,0 0 1 0 0,1 0-1 0 0,-1 0 1 0 0,0 0-1 0 0,1 0 1 0 0,-1 0-48 0 0,2 1 114 0 0,6 5-37 0 0,-1-1 0 0 0,1-1 1 0 0,0 1-1 0 0,0-1 0 0 0,1-1 1 0 0,0 0-1 0 0,0 0 0 0 0,0-1 0 0 0,0 0 1 0 0,0-1-1 0 0,0 0 0 0 0,1 0 0 0 0,-1-1 1 0 0,9-1-78 0 0,53 2-8691 0 0,-55-2 4440 0 0,5-3 1571 0 0,-3-12 1393 0 0</inkml:trace>
  <inkml:trace contextRef="#ctx0" brushRef="#br0" timeOffset="21784.513">5833 1 1784 0 0,'-5'6'8200'0'0,"-17"19"-5672"0"0,-4 5-1480 0 0,-7 8 23 0 0,-122 119 1408 0 0,15-50-3594 0 0,139-106 669 0 0,7-26-1404 0 0,11 8 1556 0 0,2 0-1 0 0,0 1 1 0 0,0 1 0 0 0,1 1-1 0 0,1 1 1 0 0,1 0-1 0 0,-1 2 1 0 0,2 0 0 0 0,9-2 294 0 0,57 7 1544 0 0,-10 38 349 0 0,-37-14-500 0 0,-41-18-1361 0 0,0 1-1 0 0,0-1 1 0 0,0 0-1 0 0,0 1 1 0 0,-1-1-1 0 0,1 1 0 0 0,0-1 1 0 0,0 1-1 0 0,-1-1 1 0 0,1 1-1 0 0,0 0 1 0 0,-1-1-1 0 0,1 1 1 0 0,-1 0-1 0 0,1-1 1 0 0,-1 1-1 0 0,1 0 1 0 0,-1 0-1 0 0,0 0 1 0 0,1-1-1 0 0,-1 1 1 0 0,0 0-1 0 0,1 0 1 0 0,-1 0-1 0 0,0 0 1 0 0,0 0-1 0 0,0 0 1 0 0,0 0-1 0 0,0-1 0 0 0,0 1 1 0 0,0 0-1 0 0,0 0 1 0 0,0 0-1 0 0,0 0 1 0 0,-1 0-1 0 0,1 0 1 0 0,0-1-1 0 0,-1 1 1 0 0,1 0-1 0 0,0 0 1 0 0,-1 0-1 0 0,1-1 1 0 0,-1 1-1 0 0,0 0 1 0 0,0 0-32 0 0,-22 37 354 0 0,12-27-285 0 0,-1 0 1 0 0,0-1-1 0 0,0 0 1 0 0,-1-1-1 0 0,0-1 0 0 0,-1 0 1 0 0,0-1-1 0 0,-5 2-69 0 0,-12 8 67 0 0,-78 31-309 0 0,28-37-3879 0 0,62-19 2832 0 0,7-39-9008 0 0,14 41 8949 0 0</inkml:trace>
  <inkml:trace contextRef="#ctx0" brushRef="#br0" timeOffset="22047.524">5573 319 1984 0 0,'27'5'6340'0'0,"11"25"-3722"0"0,-11-7-655 0 0,6-14-3134 0 0,-32-9 654 0 0,30 0-5252 0 0,-22 0 4130 0 0,1 0 34 0 0</inkml:trace>
  <inkml:trace contextRef="#ctx0" brushRef="#br0" timeOffset="22309.308">5952 326 1440 0 0,'2'20'7709'0'0,"-20"15"-4382"0"0,12-24-2764 0 0,-7 9-120 0 0,0 0 0 0 0,-2-1 1 0 0,0-1-1 0 0,-1 0 0 0 0,-1-1 0 0 0,0-1 0 0 0,-2-1 0 0 0,1 0 0 0 0,-2-2 1 0 0,0 0-1 0 0,-7 3-443 0 0,6-3 99 0 0,0 0 1 0 0,-2-1-1 0 0,1-1 0 0 0,-1-1 1 0 0,-1-2-1 0 0,-7 2-99 0 0,29-9-97 0 0,1-1-1 0 0,0 0 1 0 0,0 1 0 0 0,0-1-1 0 0,-1 0 1 0 0,1 0-1 0 0,0 0 1 0 0,0 0-1 0 0,0 0 1 0 0,-1 0 0 0 0,1 0-1 0 0,0 0 1 0 0,0-1-1 0 0,0 1 1 0 0,-1 0-1 0 0,1-1 1 0 0,0 1 0 0 0,0-1-1 0 0,0 1 1 0 0,0-1-1 0 0,0 1 1 0 0,0-1-1 0 0,0 0 1 0 0,0 0-1 0 0,0 1 1 0 0,0-1 0 0 0,0 0-1 0 0,1 0 1 0 0,-1 0-1 0 0,0 0 1 0 0,0 0-1 0 0,1 0 1 0 0,-1 0 0 0 0,1 0-1 0 0,-1 0 1 0 0,1-1-1 0 0,-1 1 1 0 0,1 0-1 0 0,0 0 1 0 0,0 0-1 0 0,-1-1 1 0 0,1 1 0 0 0,0 0-1 0 0,0 0 1 0 0,0 0-1 0 0,0-1 1 0 0,1 1-1 0 0,-1 0 1 0 0,0 0 97 0 0,14-63-4532 0 0,39-13-1217 0 0,-37 61 4818 0 0</inkml:trace>
  <inkml:trace contextRef="#ctx0" brushRef="#br0" timeOffset="22556.177">5686 436 3496 0 0,'21'-6'1083'0'0,"0"1"-1"0"0,0 1 1 0 0,1 1 0 0 0,-1 1-1 0 0,1 1 1 0 0,0 1-1 0 0,1 1-1082 0 0,43 19 1586 0 0,-62-19-1393 0 0,0-1-1 0 0,0 1 0 0 0,-1 0 0 0 0,1 0 0 0 0,0 0 0 0 0,0 0 0 0 0,-1 1 0 0 0,1-1 0 0 0,-1 1 1 0 0,1 0-1 0 0,-1 0 0 0 0,0 0 0 0 0,0 0 0 0 0,0 1 0 0 0,0 0 0 0 0,0-1 0 0 0,0 1 0 0 0,-1 0 0 0 0,1 0 1 0 0,-1 0-1 0 0,0 1 0 0 0,0-1 0 0 0,0 0 0 0 0,-1 1 0 0 0,1 0 0 0 0,-1-1 0 0 0,1 1 0 0 0,-1 0 0 0 0,-1-1 1 0 0,1 1-1 0 0,0 3-192 0 0,-4 0 309 0 0,-49 88 526 0 0,38-79-729 0 0,4-1-390 0 0,-1 0 0 0 0,-1-1 0 0 0,0-1 0 0 0,-1 0 0 0 0,0-1 0 0 0,-1 0-1 0 0,0-1 1 0 0,-1 0 0 0 0,0-1 0 0 0,-1-1 0 0 0,0-1 0 0 0,0 0 0 0 0,-11 3 284 0 0,-47-10-9872 0 0,68-4 8154 0 0,-11-10 39 0 0,9 5-9 0 0</inkml:trace>
  <inkml:trace contextRef="#ctx0" brushRef="#br0" timeOffset="22727.602">5720 612 2956 0 0,'92'73'7796'0'0,"-34"-30"-4529"0"0,-31-46-13530 0 0,-19-4 9822 0 0,-8 7 647 0 0,5-4-1659 0 0</inkml:trace>
  <inkml:trace contextRef="#ctx0" brushRef="#br0" timeOffset="23327.668">6245 275 1196 0 0,'-4'-5'5137'0'0,"-9"0"1331"0"0,9 77-2443 0 0,4-70-3831 0 0,0 9 223 0 0,1 2-307 0 0,0 0 0 0 0,1-1 0 0 0,1 1-1 0 0,-1-1 1 0 0,2 1 0 0 0,0-1 0 0 0,0 0 0 0 0,1 0 0 0 0,1-1 0 0 0,0 0 0 0 0,3 5-110 0 0,-7-12 41 0 0,0 0 1 0 0,0 1-1 0 0,0-1 0 0 0,1 0 1 0 0,-1 0-1 0 0,1-1 1 0 0,0 1-1 0 0,0-1 0 0 0,1 1 1 0 0,-1-1-1 0 0,1 0 1 0 0,-1 0-1 0 0,1 0 1 0 0,0-1-1 0 0,0 1 0 0 0,0-1 1 0 0,0 0-1 0 0,1 0 1 0 0,-1-1-1 0 0,1 1 1 0 0,-1-1-1 0 0,1 0 0 0 0,-1 0 1 0 0,3 0-42 0 0,121-32-83 0 0,-114 26 32 0 0,82-27-1468 0 0,-26-6-3620 0 0,-58 16-4064 0 0,-10 20 7790 0 0</inkml:trace>
  <inkml:trace contextRef="#ctx0" brushRef="#br0" timeOffset="23576.18">6710 292 1048 0 0,'1'-1'6497'0'0,"2"20"-3332"0"0,-7 12-1614 0 0,-26 148 1331 0 0,16-147-4555 0 0,2-14-5350 0 0,7-17 3864 0 0,1-3 1627 0 0</inkml:trace>
  <inkml:trace contextRef="#ctx0" brushRef="#br0" timeOffset="23823.726">6546 192 1380 0 0,'-10'11'5442'0'0,"1"16"-3343"0"0,5-16-1432 0 0,-98 326 5696 0 0,83-273-6053 0 0,-22 60-760 0 0,-2-49-5713 0 0,37-68 3953 0 0,4-5-1876 0 0,2-2 2578 0 0</inkml:trace>
  <inkml:trace contextRef="#ctx0" brushRef="#br0" timeOffset="24390.791">6173 721 1416 0 0,'-26'9'11117'0'0,"25"14"-8164"0"0,4-17-2766 0 0,0-1 0 0 0,0 1 0 0 0,0-1 0 0 0,1 0 0 0 0,-1 0-1 0 0,1 0 1 0 0,1 0 0 0 0,-1-1 0 0 0,1 0 0 0 0,-1 0 0 0 0,1 0 0 0 0,0 0 0 0 0,1-1 0 0 0,-1 0 0 0 0,1 0-1 0 0,-1 0 1 0 0,1-1 0 0 0,0 1 0 0 0,0-2 0 0 0,0 1 0 0 0,0-1 0 0 0,0 1 0 0 0,0-2 0 0 0,1 1 0 0 0,-1-1-1 0 0,0 0 1 0 0,0 0 0 0 0,1 0 0 0 0,-1-1 0 0 0,0 0 0 0 0,3-1-187 0 0,93-16 551 0 0,37-4-1037 0 0,-85 18-2027 0 0,-53 4 1943 0 0,-1 0 49 0 0,0 0 2 0 0,0 0 40 0 0,13-3-1017 0 0,18-31 630 0 0,-21 18 5761 0 0,-10 109-3099 0 0,-2-36-7244 0 0,2-55 3401 0 0,0-2 52 0 0,0 0 862 0 0,0 8-857 0 0,-1-4-3145 0 0,-5 6 3531 0 0</inkml:trace>
  <inkml:trace contextRef="#ctx0" brushRef="#br0" timeOffset="24940.562">6927 469 2052 0 0,'-9'-4'6976'0'0,"10"23"-3784"0"0,0-11-2978 0 0,1 197 4098 0 0,-22-149-6344 0 0,13-88-9762 0 0,7 23 10418 0 0</inkml:trace>
  <inkml:trace contextRef="#ctx0" brushRef="#br0" timeOffset="25235.67">6902 631 1804 0 0,'5'-82'4375'0'0,"-4"75"-3889"0"0,1 0-1 0 0,0 0 0 0 0,0 0 1 0 0,1 0-1 0 0,-1 1 0 0 0,2-1 1 0 0,-1 1-1 0 0,1 0 0 0 0,-1 0 0 0 0,2 0 1 0 0,-1 0-1 0 0,1 1 0 0 0,1-2-485 0 0,1 3 429 0 0,-1 0-1 0 0,0 1 0 0 0,1 0 0 0 0,0 1 0 0 0,0 0 0 0 0,0 0 0 0 0,0 0 0 0 0,0 0 0 0 0,0 1 0 0 0,0 1 0 0 0,0-1 0 0 0,4 1-428 0 0,62 3 1827 0 0,36 26-596 0 0,-29-1-440 0 0,-75-27-737 0 0,0 1-1 0 0,0 0 1 0 0,-1 0-1 0 0,1 0 1 0 0,0 1-1 0 0,-1-1 1 0 0,0 1 0 0 0,1 0-1 0 0,-1 0 1 0 0,-1 0-1 0 0,1 1 1 0 0,0 0-1 0 0,-1-1 1 0 0,0 1 0 0 0,1 1-1 0 0,-2-1 1 0 0,1 0-54 0 0,-2-2-134 0 0,-1-2-100 0 0,-3 8-106 0 0,1 0 1 0 0,-1-1-1 0 0,-1 1 1 0 0,1-1-1 0 0,-1 1 1 0 0,0-1 0 0 0,-1 0-1 0 0,0 0 1 0 0,0-1-1 0 0,0 0 1 0 0,-1 0-1 0 0,0 0 1 0 0,-4 3 339 0 0,3-2-528 0 0,-40 33-3951 0 0,-6 7-5505 0 0,38-32 8359 0 0</inkml:trace>
  <inkml:trace contextRef="#ctx0" brushRef="#br0" timeOffset="25558.933">6938 779 1404 0 0,'-29'3'10536'0'0,"87"15"-4830"0"0,31-10-3221 0 0,-16-8-2148 0 0,-42 0-5998 0 0,-31 0 5528 0 0,0 0 0 0 0,-1 0 0 0 0,1 0 0 0 0,-1 0 0 0 0,1 1 0 0 0,0-1 0 0 0,-1 0 0 0 0,1 0 0 0 0,0 1 0 0 0,-1-1 0 0 0,1 0-1 0 0,0 1 1 0 0,-1-1 0 0 0,1 0 0 0 0,0 1 0 0 0,0-1 0 0 0,-1 0 0 0 0,1 1 0 0 0,0-1 0 0 0,0 0 0 0 0,0 1 0 0 0,0-1 0 0 0,-1 1 0 0 0,1-1 0 0 0,0 0 0 0 0,0 1 0 0 0,0-1 0 0 0,0 1 0 0 0,0-1 0 0 0,0 1 0 0 0,0-1 0 0 0,0 0 0 0 0,0 1 0 0 0,0-1 0 0 0,0 1 0 0 0,1-1 0 0 0,-1 1 0 0 0,0-1 0 0 0,0 0 0 0 0,0 1 0 0 0,0-1 0 0 0,1 0 0 0 0,-1 1 0 0 0,0-1 0 0 0,0 0 0 0 0,1 1 0 0 0,-1-1 0 0 0,0 0 0 0 0,1 1 0 0 0,-1-1 0 0 0,0 0 0 0 0,1 0 0 0 0,-1 1 0 0 0,0-1 0 0 0,1 0 0 0 0,-1 0 0 0 0,1 0 0 0 0,-1 1 0 0 0,0-1 0 0 0,1 0 0 0 0,-1 0 0 0 0,1 0 0 0 0,-1 0 0 0 0,0 0 0 0 0,1 0 0 0 0,-1 0 0 0 0,1 0 133 0 0,-39 17-2872 0 0,17-5 1493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5:46.498"/>
    </inkml:context>
    <inkml:brush xml:id="br0">
      <inkml:brushProperty name="width" value="0.05" units="cm"/>
      <inkml:brushProperty name="height" value="0.05" units="cm"/>
      <inkml:brushProperty name="color" value="#FFFFFF"/>
    </inkml:brush>
  </inkml:definitions>
  <inkml:trace contextRef="#ctx0" brushRef="#br0">513 34 1048 0 0,'0'0'832'0'0,"0"0"-102"0"0,0 0-140 0 0,0-3 11 0 0,2-10 44 0 0,-3 13-585 0 0,1 0 0 0 0,-1 1 0 0 0,0-1 0 0 0,1 1 0 0 0,-1-1 0 0 0,0 0 0 0 0,1 1 0 0 0,-1-1 0 0 0,0 0 0 0 0,1 0 0 0 0,-1 0 0 0 0,0 0 0 0 0,1 1 0 0 0,-1-1 1 0 0,0 0-1 0 0,0 0 0 0 0,1 0 0 0 0,-1 0 0 0 0,0-1 0 0 0,1 1 0 0 0,-1 0 0 0 0,0 0 0 0 0,0 0 0 0 0,1-1 0 0 0,-1 1 0 0 0,1 0 0 0 0,-1 0 0 0 0,0-1 0 0 0,1 1 0 0 0,-1-1 0 0 0,0 1 0 0 0,1 0 0 0 0,-1-1 0 0 0,1 1 0 0 0,-1-1 0 0 0,1 0 0 0 0,0 1 0 0 0,-1-1 0 0 0,1 1 0 0 0,-1-1 0 0 0,1 0 0 0 0,0 1 0 0 0,-1-1 0 0 0,1 0 0 0 0,0 1 0 0 0,0-1 0 0 0,0 0 0 0 0,0 1 0 0 0,-1-1 0 0 0,1 0 0 0 0,0 0 0 0 0,0 1 0 0 0,0-1 0 0 0,1 0 0 0 0,-1 1 0 0 0,0-1 0 0 0,0 0-60 0 0,-27 25 190 0 0,1 1 0 0 0,1 2-1 0 0,2 1 1 0 0,0 0 0 0 0,2 2-1 0 0,1 0 1 0 0,2 1 0 0 0,0 4-190 0 0,-35 52 244 0 0,17-31-129 0 0,3 1 0 0 0,3 2 0 0 0,2 1-1 0 0,3 1 1 0 0,2 1 0 0 0,-10 49-115 0 0,9 105 92 0 0,23-196-77 0 0,1 0 0 0 0,1 0 0 0 0,0-1 1 0 0,2 1-1 0 0,0 0 0 0 0,2-1 0 0 0,0 0 0 0 0,1 0 0 0 0,1 0 0 0 0,6 12-15 0 0,26 84-85 0 0,-34-102-217 0 0,1 1 1 0 0,1-1 0 0 0,0 0-1 0 0,1-1 1 0 0,1 1-1 0 0,-1-2 1 0 0,2 1 0 0 0,8 8 301 0 0,8 2-5273 0 0,-19-17 3661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31.637"/>
    </inkml:context>
    <inkml:brush xml:id="br0">
      <inkml:brushProperty name="width" value="0.05" units="cm"/>
      <inkml:brushProperty name="height" value="0.05" units="cm"/>
      <inkml:brushProperty name="color" value="#FFFFFF"/>
    </inkml:brush>
  </inkml:definitions>
  <inkml:trace contextRef="#ctx0" brushRef="#br0">4 182 2468 0 0,'-1'-9'5487'0'0,"1"17"-2711"0"0,1 21-927 0 0,2 244 2486 0 0,-3-198-3915 0 0,0-4-1127 0 0,0-21-3193 0 0,1-98-5381 0 0,0 30 7702 0 0</inkml:trace>
  <inkml:trace contextRef="#ctx0" brushRef="#br0" timeOffset="329.684">0 65 1868 0 0,'0'-23'4927'0'0,"0"21"-3445"0"0,2-22 5913 0 0,-1 22-7254 0 0,1 1 0 0 0,0-1-1 0 0,0 1 1 0 0,0 0 0 0 0,0-1 0 0 0,0 1-1 0 0,0 0 1 0 0,0 0 0 0 0,0 0 0 0 0,0 1-1 0 0,0-1 1 0 0,0 0 0 0 0,1 1 0 0 0,-1 0-1 0 0,0-1 1 0 0,1 1 0 0 0,-1 0 0 0 0,0 0 0 0 0,0 0-1 0 0,1 1 1 0 0,-1-1 0 0 0,0 0 0 0 0,0 1-1 0 0,1 0-140 0 0,21 0 580 0 0,65 24 702 0 0,75 42 521 0 0,-135-28-715 0 0,-29-38-993 0 0,-3 17 142 0 0,-1-9-298 0 0,0 0 1 0 0,-1 0 0 0 0,0 0-1 0 0,0 0 1 0 0,-1-1-1 0 0,-1 0 1 0 0,1 0 0 0 0,-1-1-1 0 0,0 0 1 0 0,-1 0-1 0 0,1-1 1 0 0,-2 1 0 0 0,1-2-1 0 0,-1 1 1 0 0,-7 3 60 0 0,6-4-745 0 0,0-1 0 0 0,0 1 0 0 0,0-2 0 0 0,-1 0 0 0 0,1 0 1 0 0,-1-1-1 0 0,1 0 0 0 0,-1-1 0 0 0,-11 1 745 0 0,-12-8-9691 0 0,23-2 8099 0 0,8 4-1382 0 0,5 2 1574 0 0</inkml:trace>
  <inkml:trace contextRef="#ctx0" brushRef="#br0" timeOffset="657.677">528 398 3528 0 0,'64'0'10307'0'0,"2"0"-6038"0"0,66 1-1297 0 0,29-32-1509 0 0,-106 18-1730 0 0,-20-1-3546 0 0,-35 15 3547 0 0,-1-1 0 0 0,1 0-1 0 0,0 1 1 0 0,0-1 0 0 0,0 1-1 0 0,0-1 1 0 0,0 0 0 0 0,0 1 0 0 0,0-1-1 0 0,0 0 1 0 0,0 1 0 0 0,0-1 0 0 0,0 0-1 0 0,1 1 1 0 0,-1-1 0 0 0,0 1 0 0 0,0-1-1 0 0,0 0 1 0 0,0 1 0 0 0,0-1 0 0 0,1 0-1 0 0,-1 0 1 0 0,0 1 0 0 0,0-1 0 0 0,1 0-1 0 0,-1 1 1 0 0,0-1 0 0 0,0 0 0 0 0,1 0-1 0 0,-1 0 1 0 0,0 1 0 0 0,1-1 0 0 0,-1 0-1 0 0,0 0 1 0 0,1 0 0 0 0,-1 0 0 0 0,0 1-1 0 0,1-1 1 0 0,-1 0 0 0 0,0 0 0 0 0,1 0-1 0 0,-1 0 1 0 0,0 0 0 0 0,1 0 0 0 0,-1 0-1 0 0,1 0 1 0 0,-1 0 0 0 0,0 0 0 0 0,1 0-1 0 0,-1 0 1 0 0,0-1 0 0 0,1 1 0 0 0,-1 0-1 0 0,0 0 1 0 0,1 0 0 0 0,-1 0 0 0 0,0-1 266 0 0,-1 8-604 0 0,0 2-835 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30.287"/>
    </inkml:context>
    <inkml:brush xml:id="br0">
      <inkml:brushProperty name="width" value="0.05" units="cm"/>
      <inkml:brushProperty name="height" value="0.05" units="cm"/>
      <inkml:brushProperty name="color" value="#FFFFFF"/>
    </inkml:brush>
  </inkml:definitions>
  <inkml:trace contextRef="#ctx0" brushRef="#br0">36 111 1604 0 0,'-34'80'2600'0'0,"33"123"3668"0"0,27-114-5117 0 0,-25-88-1126 0 0,-1-1-81 0 0,-13-16-4344 0 0,6-8-34 0 0,5 15 2912 0 0</inkml:trace>
  <inkml:trace contextRef="#ctx0" brushRef="#br0" timeOffset="855.229">33 1 1400 0 0,'-6'22'8302'0'0,"1"8"-5004"0"0,7 315-473 0 0,33-250-2485 0 0,26 34 777 0 0,16-58-405 0 0,-70-71-723 0 0,0 1 1 0 0,0-2-1 0 0,0 1 1 0 0,0-1 0 0 0,0 0-1 0 0,0 0 1 0 0,0-1 0 0 0,-1 0-1 0 0,1 0 1 0 0,0-1-1 0 0,-1 0 1 0 0,0 0 0 0 0,1 0-1 0 0,-1-1 1 0 0,-1 0-1 0 0,1 0 1 0 0,0-1 0 0 0,-1 1-1 0 0,3-5 11 0 0,18-14-267 0 0,0-1-1 0 0,-2-1 0 0 0,-1-2 1 0 0,-2 0-1 0 0,16-25 268 0 0,-24 27-584 0 0,-1 1 1 0 0,-1-1-1 0 0,-1-1 0 0 0,-1 0 0 0 0,-1-1 1 0 0,-2 1-1 0 0,0-1 0 0 0,-2-1 0 0 0,0-19 584 0 0,-3-70-7520 0 0,-1 100 5952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35.484"/>
    </inkml:context>
    <inkml:brush xml:id="br0">
      <inkml:brushProperty name="width" value="0.05" units="cm"/>
      <inkml:brushProperty name="height" value="0.05" units="cm"/>
      <inkml:brushProperty name="color" value="#FFFFFF"/>
    </inkml:brush>
  </inkml:definitions>
  <inkml:trace contextRef="#ctx0" brushRef="#br0">260 0 2052 0 0,'0'5'2264'0'0,"-1"1"-455"0"0,-3 3-197 0 0,-9 17-84 0 0,-7-4-356 0 0,6-3-240 0 0,-3 10-112 0 0,-8-3-504 0 0,1-8-440 0 0,-5 1-424 0 0,2 1 56 0 0,3-1-1256 0 0,3-12 120 0 0,4-5-32 0 0,17-2-25 0 0,-14 0 281 0 0,5 0 44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38.823"/>
    </inkml:context>
    <inkml:brush xml:id="br0">
      <inkml:brushProperty name="width" value="0.05" units="cm"/>
      <inkml:brushProperty name="height" value="0.05" units="cm"/>
      <inkml:brushProperty name="color" value="#FFFFFF"/>
    </inkml:brush>
  </inkml:definitions>
  <inkml:trace contextRef="#ctx0" brushRef="#br0">373 18 2628 0 0,'0'0'1600'0'0,"3"0"-145"0"0,35-10 2123 0 0,-37 9-3524 0 0,1 0 0 0 0,-1 0 0 0 0,0 1 1 0 0,1-1-1 0 0,-1 0 0 0 0,1 1 0 0 0,-1-1 1 0 0,1 1-1 0 0,-1-1 0 0 0,1 1 0 0 0,0 0 1 0 0,-1 0-1 0 0,1-1 0 0 0,-1 1 0 0 0,1 1 1 0 0,-1-1-1 0 0,1 0 0 0 0,0 0 0 0 0,-1 0 0 0 0,1 1 1 0 0,-1-1-1 0 0,1 1 0 0 0,-1-1 0 0 0,1 1 1 0 0,-1 0-1 0 0,0-1 0 0 0,1 1 0 0 0,-1 0 1 0 0,0 0-1 0 0,1 0 0 0 0,-1 0 0 0 0,0 0 1 0 0,0 0-1 0 0,0 1 0 0 0,0-1-54 0 0,14 20 531 0 0,-1 1 1 0 0,-2 0-1 0 0,0 0 1 0 0,-1 1-1 0 0,-2 1 1 0 0,0 0-1 0 0,-1 0 0 0 0,-2 1 1 0 0,0 0-1 0 0,-2 0 1 0 0,-1 0-1 0 0,-1 0 1 0 0,-1 1-1 0 0,-1-1 0 0 0,-3 21-531 0 0,-16 70 715 0 0,6-77-1048 0 0,-2-2 0 0 0,-2 0 0 0 0,-1 0 0 0 0,-1-2 0 0 0,-3 0 0 0 0,0-2 0 0 0,-3 0 0 0 0,-9 8 333 0 0,5-6-2382 0 0,-2-3-1 0 0,-1 0 1 0 0,-1-2-1 0 0,-37 25 2383 0 0,-60 26-5026 0 0,85-59 3365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37.388"/>
    </inkml:context>
    <inkml:brush xml:id="br0">
      <inkml:brushProperty name="width" value="0.05" units="cm"/>
      <inkml:brushProperty name="height" value="0.05" units="cm"/>
      <inkml:brushProperty name="color" value="#FFFFFF"/>
    </inkml:brush>
  </inkml:definitions>
  <inkml:trace contextRef="#ctx0" brushRef="#br0">218 1 1508 0 0,'7'4'7708'0'0,"10"21"-5550"0"0,46 92 2463 0 0,-29-41-3648 0 0,-32-73-1176 0 0,-1 0 1 0 0,0 0-1 0 0,1 0 1 0 0,-1 0-1 0 0,-1 0 1 0 0,1 0-1 0 0,0 0 1 0 0,-1 0-1 0 0,1 0 1 0 0,-1 0-1 0 0,0 1 1 0 0,0-1-1 0 0,-1 0 1 0 0,1 0-1 0 0,0 0 1 0 0,-1 0-1 0 0,0 0 1 0 0,0 0-1 0 0,0 0 1 0 0,0 0-1 0 0,0 0 1 0 0,-1 0-1 0 0,1 0 1 0 0,-1 0-1 0 0,0-1 1 0 0,0 1-1 0 0,-1 1 203 0 0,-4 5-909 0 0,0 1 0 0 0,-1-1 0 0 0,0 0 0 0 0,-1-1 0 0 0,0 0 0 0 0,0-1 0 0 0,-1 1-1 0 0,1-2 1 0 0,-4 2 909 0 0,-11 1-1342 0 0</inkml:trace>
  <inkml:trace contextRef="#ctx0" brushRef="#br0" timeOffset="253.488">59 454 1556 0 0,'-40'17'11483'0'0,"67"-13"-7072"0"0,103-19-942 0 0,182-29 202 0 0,-130 12-2769 0 0,-152 27-1059 0 0,3-1-818 0 0,-12-1-2843 0 0,-21 7 2418 0 0,-22 5-4959 0 0,-12 15 3337 0 0,32-18 2617 0 0,-84 48-5961 0 0,69-38 4892 0 0</inkml:trace>
  <inkml:trace contextRef="#ctx0" brushRef="#br0" timeOffset="488.116">527 479 1468 0 0,'-16'34'7911'0'0,"0"-1"-3384"0"0,-70 116 493 0 0,72-128-4589 0 0,-108 137 1557 0 0,109-145-2122 0 0,1 0 0 0 0,-2-1 0 0 0,0 0 0 0 0,0-1 0 0 0,-1 0-1 0 0,-1-1 1 0 0,0-1 0 0 0,0-1 0 0 0,-1 0 0 0 0,1-1 0 0 0,-8 1 134 0 0,-20-25-2536 0 0,40 13 2173 0 0,0-1 0 0 0,0 0 0 0 0,1 0 0 0 0,-1 0 0 0 0,1-1 0 0 0,0 1 0 0 0,1-1-1 0 0,-1 1 1 0 0,1-1 0 0 0,0 0 0 0 0,1 0 0 0 0,-1 0 0 0 0,1 0 0 0 0,0 0 0 0 0,1-6 363 0 0,-2 0-907 0 0,1-1-1 0 0,1 0 1 0 0,0 0 0 0 0,1 0 0 0 0,1 1-1 0 0,0-1 1 0 0,0 0 0 0 0,1 1 0 0 0,1-1 0 0 0,2-5 907 0 0,7-8-1424 0 0</inkml:trace>
  <inkml:trace contextRef="#ctx0" brushRef="#br0" timeOffset="694.738">180 600 1288 0 0,'9'0'663'0'0,"0"-1"0"0"0,0 1 0 0 0,0 1 0 0 0,0 0-1 0 0,0 0 1 0 0,-1 0 0 0 0,1 1 0 0 0,0 1 0 0 0,-1-1 0 0 0,1 1 0 0 0,4 3-663 0 0,131 93 6232 0 0,-91-57-4025 0 0,95 60 1393 0 0,-124-85-3356 0 0,0-1 1 0 0,2-1 0 0 0,0-1 0 0 0,1-1 0 0 0,0-1 0 0 0,1-2 0 0 0,0-1 0 0 0,21 4-245 0 0,-18-5-313 0 0,-20-5-75 0 0,1 0 0 0 0,0 0-1 0 0,0-1 1 0 0,0-1 0 0 0,0 0-1 0 0,0-1 1 0 0,1 0-1 0 0,-1-1 1 0 0,0 0 0 0 0,5-2 388 0 0,6-2-1554 0 0,0-1 0 0 0,0 0 0 0 0,-1-2 0 0 0,0-1 0 0 0,-1-1 1 0 0,0-1-1 0 0,1-1 1554 0 0,32-38-4517 0 0,-41 31 3037 0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36.246"/>
    </inkml:context>
    <inkml:brush xml:id="br0">
      <inkml:brushProperty name="width" value="0.05" units="cm"/>
      <inkml:brushProperty name="height" value="0.05" units="cm"/>
      <inkml:brushProperty name="color" value="#FFFFFF"/>
    </inkml:brush>
  </inkml:definitions>
  <inkml:trace contextRef="#ctx0" brushRef="#br0">91 225 1960 0 0,'0'-4'1693'0'0,"0"-10"-147"0"0,0 10-168 0 0,0 4-35 0 0,0 0-107 0 0,0 0-46 0 0,0 0-50 0 0,-2 8-68 0 0,-9 103 1417 0 0,12 67 328 0 0,-29 7-1997 0 0,7-86-2307 0 0,20-99 1332 0 0,1 0 1 0 0,-1 1-1 0 0,0-1 1 0 0,1 0-1 0 0,-1 1 0 0 0,0-1 1 0 0,0 0-1 0 0,1 0 1 0 0,-1 0-1 0 0,0 1 1 0 0,1-1-1 0 0,-1 0 0 0 0,0 0 1 0 0,0 0-1 0 0,1 0 1 0 0,-1-1-1 0 0,0 1 1 0 0,0 0-1 0 0,1 0 0 0 0,-1 0 1 0 0,0 0-1 0 0,0-1 1 0 0,1 1-1 0 0,-1 0 1 0 0,0-1-1 0 0,1 1 0 0 0,-1-1 1 0 0,1 1-1 0 0,-1 0 1 0 0,0-1-1 0 0,1 1 0 0 0,-1-1 1 0 0,1 0-1 0 0,-1 1 1 0 0,1-1-1 0 0,0 1 1 0 0,-1-1-1 0 0,1 0 0 0 0,0 1 1 0 0,-1-1-1 0 0,1 0 1 0 0,0 0-1 0 0,0 1 1 0 0,-1-1-1 0 0,1 0 0 0 0,0 1 1 0 0,0-1-1 0 0,0 0 1 0 0,0 0-1 0 0,0 1 1 0 0,0-1-1 0 0,0 0 0 0 0,0 0 1 0 0,0 1-1 0 0,1-1 1 0 0,-1 0-1 0 0,0 0 1 0 0,0 1-1 0 0,1-1 0 0 0,-1 0 1 0 0,0 1-1 0 0,1-1 1 0 0,-1 0 154 0 0,-5-71-4602 0 0,5 48 3069 0 0</inkml:trace>
  <inkml:trace contextRef="#ctx0" brushRef="#br0" timeOffset="279.032">44 238 2008 0 0,'3'-12'978'0'0,"-1"1"-1"0"0,2-1 1 0 0,0 1 0 0 0,0 0-1 0 0,1 1 1 0 0,0-1 0 0 0,1 1-1 0 0,0 0 1 0 0,1 0 0 0 0,0 1-1 0 0,0 0 1 0 0,6-5-978 0 0,2 2 471 0 0,0 1 0 0 0,0 1 0 0 0,1 1 1 0 0,1 0-1 0 0,-1 1 0 0 0,1 0 0 0 0,1 2 0 0 0,-1 0 0 0 0,1 1 1 0 0,0 1-1 0 0,0 0 0 0 0,1 2 0 0 0,-1 0 0 0 0,1 1 0 0 0,-1 1 1 0 0,8 1-472 0 0,44 17 699 0 0,-48-7-414 0 0,-15-8-236 0 0,0 1 1 0 0,-1 0 0 0 0,1 0-1 0 0,-1 1 1 0 0,0 0 0 0 0,0 0-1 0 0,0 0 1 0 0,-1 1-1 0 0,0-1 1 0 0,0 1 0 0 0,0 1-1 0 0,-1-1 1 0 0,0 1 0 0 0,0-1-1 0 0,-1 1 1 0 0,0 1-1 0 0,0-1 1 0 0,0 0 0 0 0,-1 0-1 0 0,0 1 1 0 0,-1 0 0 0 0,0-1-1 0 0,0 1 1 0 0,0 0 0 0 0,-1 4-51 0 0,-2 48-491 0 0,-66 135-3596 0 0,53-162 1274 0 0,-3 0 1 0 0,0-2-1 0 0,-2 0 1 0 0,-19 22 2813 0 0,-7-14-4529 0 0,35-34 3309 0 0</inkml:trace>
  <inkml:trace contextRef="#ctx0" brushRef="#br0" timeOffset="524.014">171 495 2328 0 0,'-3'-31'8134'0'0,"30"10"-4667"0"0,71-6-2845 0 0,-76 35-6465 0 0,-27 37 2335 0 0,-5-17 2022 0 0,-1-5 4 0 0</inkml:trace>
  <inkml:trace contextRef="#ctx0" brushRef="#br0" timeOffset="678.879">200 663 1468 0 0,'-30'47'5098'0'0,"35"-39"12"0"0,28-20-2996 0 0,-30 11-1943 0 0,207-81 3834 0 0,-135 60-5273 0 0,-75 22 1078 0 0,0-1 0 0 0,1 1 0 0 0,-1 0 0 0 0,1-1 0 0 0,-1 1 0 0 0,1 0 0 0 0,-1 0 0 0 0,1-1 0 0 0,-1 1 0 0 0,1 0 0 0 0,-1 0 0 0 0,1 0 0 0 0,-1-1 0 0 0,1 1 0 0 0,-1 0 0 0 0,1 0 0 0 0,-1 0 0 0 0,1 0 0 0 0,-1 0 0 0 0,1 0 0 0 0,-1 0 0 0 0,1 0 0 0 0,-1 0 0 0 0,1 0 0 0 0,0 1 0 0 0,-1-1 0 0 0,1 0 0 0 0,-1 0 0 0 0,1 0 0 0 0,-1 1 0 0 0,1-1 0 0 0,-1 0 0 0 0,0 1 0 0 0,1-1 0 0 0,-1 0 0 0 0,1 1 0 0 0,-1-1 0 0 0,0 0 0 0 0,1 1 0 0 0,-1-1 0 0 0,0 1 0 0 0,1-1 0 0 0,-1 1 0 0 0,0-1 0 0 0,0 1 0 0 0,1-1 0 0 0,-1 1 0 0 0,0-1 0 0 0,0 1 0 0 0,0-1 0 0 0,0 1 0 0 0,0-1 0 0 0,0 1 0 0 0,0-1 0 0 0,0 1 0 0 0,0-1 0 0 0,0 1 0 0 0,0 0 0 0 0,0-1 0 0 0,0 1 0 0 0,0-1 0 0 0,0 1 0 0 0,0-1 0 0 0,-1 1 0 0 0,1-1 0 0 0,0 1 0 0 0,0-1 0 0 0,-1 1 0 0 0,1-1 190 0 0,0 5-1508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32.929"/>
    </inkml:context>
    <inkml:brush xml:id="br0">
      <inkml:brushProperty name="width" value="0.05" units="cm"/>
      <inkml:brushProperty name="height" value="0.05" units="cm"/>
      <inkml:brushProperty name="color" value="#FFFFFF"/>
    </inkml:brush>
  </inkml:definitions>
  <inkml:trace contextRef="#ctx0" brushRef="#br0">48 71 2204 0 0,'1'19'8977'0'0,"1"5"-5866"0"0,2 41-950 0 0,-6 196 1741 0 0,-44 3-1663 0 0,39-215-1298 0 0,7-47-798 0 0,0-2 42 0 0,0 0-34 0 0,4 3 3 0 0,50 19 172 0 0,-35-20-266 0 0,0-1 1 0 0,-1-1 0 0 0,1 0 0 0 0,-1-2 0 0 0,1 0 0 0 0,-1-1 0 0 0,0 0 0 0 0,4-3-61 0 0,158-49 116 0 0,-158 47-419 0 0,5-3-1049 0 0,-12-1-2938 0 0,-8 1-4437 0 0,-6-7 2268 0 0,-1 17 4853 0 0,0 1 150 0 0</inkml:trace>
  <inkml:trace contextRef="#ctx0" brushRef="#br0" timeOffset="391.504">509 129 1592 0 0,'5'-6'1927'0'0,"12"-1"8304"0"0,-9 21-8430 0 0,14 81 1574 0 0,-17 63-454 0 0,-6-110-2214 0 0,-11 137 591 0 0,11-180-1268 0 0,0 1 1 0 0,0 0 0 0 0,0 0 0 0 0,0-1 0 0 0,1 1 0 0 0,0 0-1 0 0,0 0 1 0 0,1 0 0 0 0,-1 0 0 0 0,1-1 0 0 0,1 1 0 0 0,-1 0-1 0 0,1-1 1 0 0,0 1 0 0 0,0-1 0 0 0,1 1 0 0 0,-1-1 0 0 0,1 0-1 0 0,0 0 1 0 0,1 0 0 0 0,-1-1 0 0 0,1 1 0 0 0,0-1 0 0 0,0 0-1 0 0,0 0 1 0 0,1 0 0 0 0,-1 0 0 0 0,1-1 0 0 0,0 0 0 0 0,0 0-1 0 0,0 0 1 0 0,1-1 0 0 0,-1 1 0 0 0,1-1 0 0 0,-1-1 0 0 0,1 1-1 0 0,0-1 1 0 0,-1 0 0 0 0,1 0 0 0 0,0 0 0 0 0,0-1 0 0 0,0 0-1 0 0,0 0 1 0 0,-1-1 0 0 0,4 0-31 0 0,3 1 16 0 0,5 0-9 0 0,3-1-18 0 0,39-5-98 0 0,-45 3 76 0 0,5-2-13 0 0,123-55-3122 0 0,-139 55 2306 0 0,0 1 0 0 0,-1 0 1 0 0,1-1-1 0 0,-1 1 1 0 0,0-1-1 0 0,-1 0 0 0 0,1 0 1 0 0,-1 1-1 0 0,0-1 1 0 0,0 0-1 0 0,0 0 0 0 0,-1 0 1 0 0,1 0-1 0 0,-1-1 1 0 0,-1 1-1 0 0,1 0 0 0 0,-1 0 1 0 0,-1-4 861 0 0,1-13-1592 0 0,1-6 118 0 0,0-1-2 0 0</inkml:trace>
  <inkml:trace contextRef="#ctx0" brushRef="#br0" timeOffset="640.19">740 78 1636 0 0,'-1'0'146'0'0,"-3"-5"10448"0"0,16 1-9163 0 0,48-7 2852 0 0,-19 11-6066 0 0,-31 0-222 0 0,-6 3 100 0 0,-1 0 1732 0 0,14 43-7021 0 0,-19-19 5539 0 0,1-7 24 0 0</inkml:trace>
  <inkml:trace contextRef="#ctx0" brushRef="#br0" timeOffset="889.641">716 388 1792 0 0,'-23'12'9731'0'0,"42"-5"-2709"0"0,46-11-4426 0 0,156-76 521 0 0,-166 65-6732 0 0,-54 20-8156 0 0,-16 16 7291 0 0,12-17 2772 0 0,-1 2 264 0 0</inkml:trace>
  <inkml:trace contextRef="#ctx0" brushRef="#br0" timeOffset="1415.99">1134 44 876 0 0,'2'-19'5515'0'0,"4"26"-244"0"0,1 13-1866 0 0,-3-1-3663 0 0,18 244 4637 0 0,-18-101-3244 0 0,-4-97-1203 0 0,-1-21-463 0 0,1 21-1318 0 0,-1-22-268 0 0,-4-28-5246 0 0,4-44 2629 0 0,7 5 3149 0 0</inkml:trace>
  <inkml:trace contextRef="#ctx0" brushRef="#br0" timeOffset="1604.053">1208 77 2324 0 0,'46'-45'8051'0'0,"15"24"-4513"0"0,108 11-62 0 0,-120 11-9569 0 0,-44 2 4169 0 0,-3 0 1731 0 0,-1-3 3 0 0,-1 1 1 0 0,1 0-1 0 0,0 0 1 0 0,0 1 0 0 0,0-1-1 0 0,-1 0 1 0 0,1 0-1 0 0,0 0 1 0 0,-1 0-1 0 0,1 1 1 0 0,-1-1 0 0 0,0 0-1 0 0,1 1 1 0 0,-1-1-1 0 0,0 0 1 0 0,0 0-1 0 0,0 1 1 0 0,0-1 0 0 0,0 0-1 0 0,0 1 1 0 0,0-1-1 0 0,0 0 1 0 0,0 1-1 0 0,-1-1 1 0 0,1 0 0 0 0,-1 1-1 0 0,1-1 1 0 0,-1 0-1 0 0,1 0 1 0 0,-1 0-1 0 0,0 1 1 0 0,1-1 0 0 0,-2 1 189 0 0,-12 22-1500 0 0</inkml:trace>
  <inkml:trace contextRef="#ctx0" brushRef="#br0" timeOffset="1803.982">1237 359 2480 0 0,'19'19'9155'0'0,"30"-22"-7313"0"0,-46 2-1306 0 0,67-2 1889 0 0,72-20-1051 0 0,-94 16-2188 0 0,15-1-5585 0 0,-61 8 4637 0 0,21 4-2905 0 0,1 16 3221 0 0,-8-9-38 0 0</inkml:trace>
  <inkml:trace contextRef="#ctx0" brushRef="#br0" timeOffset="2087.804">1849 204 2704 0 0,'55'-35'10623'0'0,"46"16"-4665"0"0,-59 14-3985 0 0,114-31-1264 0 0,-156 36-945 0 0,0 0 1 0 0,-1 0 0 0 0,1 0 0 0 0,0-1-1 0 0,0 1 1 0 0,0 0 0 0 0,0 0-1 0 0,-1-1 1 0 0,1 1 0 0 0,0 0 0 0 0,0 0-1 0 0,0-1 1 0 0,0 1 0 0 0,0 0-1 0 0,0 0 1 0 0,0-1 0 0 0,0 1 0 0 0,0 0-1 0 0,0-1 1 0 0,0 1 0 0 0,0 0-1 0 0,0 0 1 0 0,0-1 0 0 0,0 1-1 0 0,0 0 1 0 0,0-1 0 0 0,0 1 0 0 0,0 0-1 0 0,0 0 1 0 0,0-1 0 0 0,0 1-1 0 0,1 0 1 0 0,-1 0 0 0 0,0-1 0 0 0,0 1-1 0 0,0 0 1 0 0,0 0 0 0 0,1 0-1 0 0,-1-1 1 0 0,0 1 0 0 0,0 0 0 0 0,1 0 235 0 0,-32-3-6919 0 0,21 5 5465 0 0,1 2 2 0 0</inkml:trace>
  <inkml:trace contextRef="#ctx0" brushRef="#br0" timeOffset="2307.034">2065 144 2368 0 0,'-17'93'7198'0'0,"16"-79"-6368"0"0,-10 361 8312 0 0,5-300-8950 0 0,0-48-247 0 0,2-9-112 0 0,-4 17-466 0 0,4-17-210 0 0,-1-1-1612 0 0,4-7-5480 0 0,3-8 3216 0 0,1-9 3268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4:31.753"/>
    </inkml:context>
    <inkml:brush xml:id="br0">
      <inkml:brushProperty name="width" value="0.05" units="cm"/>
      <inkml:brushProperty name="height" value="0.05" units="cm"/>
      <inkml:brushProperty name="color" value="#FFFFFF"/>
    </inkml:brush>
  </inkml:definitions>
  <inkml:trace contextRef="#ctx0" brushRef="#br0">893 1 1316 0 0,'0'0'1197'0'0,"0"0"-186"0"0,0 0-95 0 0,0 0-37 0 0,0 0-62 0 0,0 0-100 0 0,0 0-41 0 0,0 0 13 0 0,0 0-74 0 0,0 0-108 0 0,0 0-25 0 0,0 0 5 0 0,0 0 17 0 0,0 0-26 0 0,0 0-106 0 0,0 0 14 0 0,0 0-38 0 0,0 0-26 0 0,0 0 4 0 0,0 0 8 0 0,0 0 18 0 0,0 0-11 0 0,0 0-28 0 0,4 0-31 0 0,11 7 4186 0 0,-16 11-3402 0 0,-22 23-933 0 0,-73 85 450 0 0,-85 112-444 0 0,80-129-594 0 0,23-18-212 0 0,5 4-611 0 0,13-32 514 0 0,-27 24-490 0 0,45-41 547 0 0,9-18-239 0 0,-6 12 581 0 0,-6-11-124 0 0,17-22 1081 0 0,26-5-514 0 0,-20 14 1213 0 0,83 5 3037 0 0,-15-1-3510 0 0,26 6-200 0 0,-44-13-494 0 0,-10-4-44 0 0,-3-2-8 0 0,127 71 539 0 0,-57-31-473 0 0,-16-9-46 0 0,10 7 166 0 0,-10 0-284 0 0,27 24 230 0 0,5 2 127 0 0,-12 13-240 0 0,-23 15 316 0 0,-42-68-189 0 0,-23-31-205 0 0,-1 0-86 0 0,0 0-67 0 0,0 0-56 0 0,-26-10-12497 0 0,-3-1 4144 0 0,23 9 6819 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4:36.712"/>
    </inkml:context>
    <inkml:brush xml:id="br0">
      <inkml:brushProperty name="width" value="0.05" units="cm"/>
      <inkml:brushProperty name="height" value="0.05" units="cm"/>
      <inkml:brushProperty name="color" value="#FFFFFF"/>
    </inkml:brush>
  </inkml:definitions>
  <inkml:trace contextRef="#ctx0" brushRef="#br0">20 28 1892 0 0,'0'0'1125'0'0,"0"0"-53"0"0,0 0-114 0 0,0 0-80 0 0,0 0-40 0 0,0 0-53 0 0,0 0-6 0 0,0 0-25 0 0,0 0-38 0 0,0 0-35 0 0,0 0-103 0 0,-3 0-2 0 0,-7 0-361 0 0,7 0 3240 0 0,-1 0 3654 0 0,4 6-6965 0 0,2 18 26 0 0,38-8 870 0 0,-33-14-954 0 0,1-1 1 0 0,0 1 0 0 0,0-1-1 0 0,0-1 1 0 0,0 0-1 0 0,1 0 1 0 0,-1 0-1 0 0,0-1 1 0 0,0 0 0 0 0,0-1-1 0 0,-1 0 1 0 0,1 0-1 0 0,6-3-86 0 0,119-4 655 0 0,-43-7-645 0 0,134 16 417 0 0,-177-10-367 0 0,61 10-137 0 0,-77-11 106 0 0,-12 5-17 0 0,0 1-1 0 0,1 2 0 0 0,-1 0 1 0 0,1 1-1 0 0,0 0 1 0 0,0 2-1 0 0,0 1 0 0 0,10 1-11 0 0,25 0 130 0 0,86-2-527 0 0,-140 0 345 0 0,12 0 118 0 0,34 0-116 0 0,-9 19 28 0 0,78 7-386 0 0,-64-14-174 0 0,-51-12 568 0 0,-1 0 16 0 0,30 0-106 0 0,16 0-456 0 0,-44 0 534 0 0,-2 0 14 0 0,21-2-107 0 0,7 0-370 0 0,-13 4 460 0 0,-21 156 692 0 0,19-43-549 0 0,-10-5-12 0 0,-3 967-841 0 0,0-1076 763 0 0,0 11-8 0 0,0 5-18 0 0,0-15 36 0 0,0 12-22 0 0,0 37 27 0 0,0-50-60 0 0,0 32-29 0 0,0 5-3044 0 0,-24-57-7599 0 0,-4 5 6636 0 0,-4 4 1155 0 0,8 2 1545 0 0</inkml:trace>
  <inkml:trace contextRef="#ctx0" brushRef="#br0" timeOffset="2325.34">737 872 1372 0 0,'0'0'1101'0'0,"0"0"-114"0"0,0 0-53 0 0,0 0-64 0 0,0 0-104 0 0,0 0 59 0 0,0 0-61 0 0,0 0-17 0 0,0 0-102 0 0,0 0-14 0 0,0 0-93 0 0,0 0-64 0 0,-3 0-8 0 0,-3 0 1641 0 0,-24-2 2143 0 0,29 3-4250 0 0,0-1 0 0 0,1-1 0 0 0,-1 1 0 0 0,1 0 0 0 0,-1 0 0 0 0,0 0 0 0 0,1 0-1 0 0,-1 0 1 0 0,0 0 0 0 0,1-1 0 0 0,-1 1 0 0 0,1 0 0 0 0,-1-1 0 0 0,0 1 0 0 0,1 0 0 0 0,-1-1-1 0 0,1 1 1 0 0,-1-1 0 0 0,1 1 0 0 0,-1 0 0 0 0,1-1 0 0 0,0 1 0 0 0,-1-1 0 0 0,1 0-1 0 0,0 1 1 0 0,-1-1 0 0 0,1 1 0 0 0,0-1 0 0 0,-1 0 0 0 0,1 1 0 0 0,0-1 0 0 0,0 1 0 0 0,0-1-1 0 0,0 0 1 0 0,0 1 0 0 0,0-1 0 0 0,0 0 0 0 0,0 1 0 0 0,0-1 0 0 0,0 0 0 0 0,0 1-1 0 0,0-1 1 0 0,0 0 0 0 0,0 1 0 0 0,1-1 0 0 0,-1 1 0 0 0,0-1 0 0 0,0 0 0 0 0,1 1-1 0 0,-1-1 1 0 0,0 1 0 0 0,1-1 0 0 0,-1 1 0 0 0,1-1 0 0 0,-1 1 0 0 0,1-1 0 0 0,-1 1 0 0 0,1 0-1 0 0,-1-1 1 0 0,1 1 0 0 0,-1 1 5 0 0,0-1 1 0 0,0 1-1 0 0,0 0 0 0 0,0 0 0 0 0,1 0 0 0 0,-1 0 0 0 0,0 0 1 0 0,0-1-1 0 0,1 1 0 0 0,-1 0 0 0 0,1 0 0 0 0,-1 0 0 0 0,1-1 1 0 0,-1 1-1 0 0,1 0 0 0 0,-1-1 0 0 0,1 1 0 0 0,0 0 0 0 0,-1-1 1 0 0,1 1-1 0 0,0-1 0 0 0,-1 1 0 0 0,1-1 0 0 0,0 1 0 0 0,0-1 0 0 0,-1 0 1 0 0,1 1-1 0 0,0-1 0 0 0,0 0 0 0 0,0 0 0 0 0,0 1 0 0 0,0-1 1 0 0,-1 0-1 0 0,1 0 0 0 0,0 0 0 0 0,0 0 0 0 0,0 0 0 0 0,0 0 1 0 0,0 0-1 0 0,0-1 0 0 0,0 1 0 0 0,-1 0 0 0 0,1 0 0 0 0,0-1 1 0 0,0 1-1 0 0,0 0 0 0 0,-1-1 0 0 0,1 1 0 0 0,0-1 0 0 0,0 1 1 0 0,-1-1-1 0 0,1 0 0 0 0,0 1 0 0 0,-1-1 0 0 0,1 1 0 0 0,-1-1 0 0 0,1 0 1 0 0,-1 0-1 0 0,1 1 0 0 0,-1-1 0 0 0,1 0 0 0 0,-1 0 0 0 0,0 0 1 0 0,1 1-1 0 0,-1-1 0 0 0,0 0 0 0 0,0 0 0 0 0,0 0 0 0 0,0 0 1 0 0,0 0-6 0 0,0 5 10 0 0,0-1-1 0 0,0 0 1 0 0,-1 0 0 0 0,0 1 0 0 0,0-1 0 0 0,0 0 0 0 0,0 0 0 0 0,0 0 0 0 0,-1 0 0 0 0,1 0 0 0 0,-1 0-1 0 0,0 0 1 0 0,0-1 0 0 0,0 1 0 0 0,0 0 0 0 0,0-1 0 0 0,0 0 0 0 0,-1 1 0 0 0,1-1 0 0 0,-1 0 0 0 0,0 0-1 0 0,0-1 1 0 0,0 1 0 0 0,0-1 0 0 0,0 1 0 0 0,0-1 0 0 0,0 0-10 0 0,2-1-9 0 0,0 0 1 0 0,0 0-1 0 0,0 0 0 0 0,0 0 1 0 0,-1 0-1 0 0,1 0 1 0 0,0 0-1 0 0,0-1 0 0 0,0 1 1 0 0,0-1-1 0 0,0 1 0 0 0,0 0 1 0 0,0-1-1 0 0,0 0 1 0 0,1 1-1 0 0,-1-1 0 0 0,0 0 1 0 0,0 1-1 0 0,0-1 0 0 0,0 0 1 0 0,1 0-1 0 0,-1 1 1 0 0,0-1-1 0 0,1 0 0 0 0,-1 0 1 0 0,1 0-1 0 0,-1 0 0 0 0,1 0 1 0 0,-1 0-1 0 0,1 0 1 0 0,0 0-1 0 0,0 0 0 0 0,-1 0 1 0 0,1 0-1 0 0,0-1 0 0 0,0 1 1 0 0,0 0-1 0 0,0 0 0 0 0,0 0 1 0 0,0 0-1 0 0,0 0 1 0 0,1 0-1 0 0,-1 0 0 0 0,0 0 1 0 0,1 0-1 0 0,-1 0 0 0 0,0 0 1 0 0,1 0-1 0 0,-1 0 1 0 0,1 0-1 0 0,0 0 0 0 0,-1 0 1 0 0,1 0-1 0 0,0 0 0 0 0,-1 1 1 0 0,1-1-1 0 0,0 0 1 0 0,0 1-1 0 0,0-1 0 0 0,0 0 1 0 0,0 1-1 0 0,0-1 0 0 0,0 1 1 0 0,0-1-1 0 0,0 1 1 0 0,0 0-1 0 0,0-1 0 0 0,0 1 1 0 0,1 0 8 0 0,-1-1 16 0 0,0 0 0 0 0,0 0 1 0 0,0 0-1 0 0,0 0 0 0 0,0 1 1 0 0,1-1-1 0 0,-1 0 0 0 0,0 1 1 0 0,0-1-1 0 0,1 1 0 0 0,-1-1 1 0 0,0 1-1 0 0,1 0 0 0 0,-1-1 1 0 0,0 1-1 0 0,1 0 0 0 0,-1 0 1 0 0,1 0-1 0 0,-1 0 0 0 0,0 0 1 0 0,1 1-1 0 0,-1-1 0 0 0,0 0 1 0 0,1 1-1 0 0,-1-1 0 0 0,0 0 1 0 0,1 1-1 0 0,-1 0 0 0 0,0-1 0 0 0,0 1 1 0 0,1 0-1 0 0,-1 0 0 0 0,0-1 1 0 0,0 1-1 0 0,0 0 0 0 0,0 0 1 0 0,0 0-1 0 0,0 0 0 0 0,-1 0 1 0 0,1 1-1 0 0,0-1 0 0 0,0 0 1 0 0,-1 0-1 0 0,1 1 0 0 0,-1-1 1 0 0,1 0-1 0 0,-1 0 0 0 0,1 1 1 0 0,-1-1-1 0 0,0 1 0 0 0,0-1 1 0 0,0 0-1 0 0,0 1 0 0 0,0-1 1 0 0,0 0-1 0 0,0 1 0 0 0,0-1 1 0 0,0 1-1 0 0,-1-1 0 0 0,1 0 1 0 0,-1 1-17 0 0,1-1-8 0 0,0 0 0 0 0,-1 0 0 0 0,1 0 0 0 0,0 0 0 0 0,-1 0 0 0 0,1-1 1 0 0,-1 1-1 0 0,1 0 0 0 0,-1 0 0 0 0,0-1 0 0 0,1 1 0 0 0,-1 0 0 0 0,0-1 0 0 0,1 1 1 0 0,-1 0-1 0 0,0-1 0 0 0,0 1 0 0 0,0-1 0 0 0,1 0 0 0 0,-1 1 0 0 0,0-1 0 0 0,0 0 1 0 0,0 1-1 0 0,0-1 0 0 0,0 0 0 0 0,0 0 0 0 0,0 0 0 0 0,0 0 0 0 0,0 0 0 0 0,0 0 1 0 0,0 0-1 0 0,0 0 0 0 0,1 0 0 0 0,-1 0 0 0 0,0 0 0 0 0,0-1 0 0 0,0 1 0 0 0,0 0 1 0 0,0-1-1 0 0,0 1 0 0 0,0 0 0 0 0,1-1 0 0 0,-1 1 0 0 0,0-1 0 0 0,0 0 0 0 0,1 1 1 0 0,-1-1-1 0 0,0 0 0 0 0,1 1 0 0 0,-1-1 0 0 0,0 0 0 0 0,1 0 0 0 0,-1 1 0 0 0,1-1 1 0 0,0 0-1 0 0,-1 0 0 0 0,1 0 0 0 0,0 0 0 0 0,-1 0 0 0 0,1 1 0 0 0,0-1 0 0 0,0 0 1 0 0,0 0-1 0 0,0 0 0 0 0,0 0 0 0 0,0 0 0 0 0,0 0 0 0 0,0 0 0 0 0,0 0 8 0 0,0 0-17 0 0,0 0 1 0 0,1 1-1 0 0,-1-1 0 0 0,0 0 0 0 0,1 1 0 0 0,-1-1 0 0 0,1 1 1 0 0,-1-1-1 0 0,1 1 0 0 0,-1-1 0 0 0,1 1 0 0 0,-1-1 0 0 0,1 1 0 0 0,0-1 1 0 0,-1 1-1 0 0,1-1 0 0 0,0 1 0 0 0,-1 0 0 0 0,1-1 0 0 0,0 1 1 0 0,-1 0-1 0 0,1 0 0 0 0,0 0 0 0 0,0-1 0 0 0,-1 1 0 0 0,1 0 0 0 0,0 0 1 0 0,0 0-1 0 0,-1 0 0 0 0,1 0 0 0 0,0 0 0 0 0,0 1 0 0 0,-1-1 1 0 0,1 0-1 0 0,0 0 0 0 0,-1 0 0 0 0,1 1 0 0 0,0-1 0 0 0,-1 0 1 0 0,1 1-1 0 0,0-1 0 0 0,-1 1 0 0 0,1-1 0 0 0,0 1 0 0 0,-1-1 0 0 0,1 1 1 0 0,-1-1-1 0 0,1 1 0 0 0,-1-1 0 0 0,0 1 0 0 0,1 0 0 0 0,-1-1 1 0 0,1 1 16 0 0,-2 1 5 0 0,1 0 0 0 0,-1 0 0 0 0,1 0 1 0 0,-1 0-1 0 0,0 0 0 0 0,0 0 0 0 0,0 0 1 0 0,0 0-1 0 0,0 0 0 0 0,0-1 0 0 0,0 1 1 0 0,0 0-1 0 0,-1-1 0 0 0,1 1 1 0 0,-1-1-1 0 0,0 1 0 0 0,1-1 0 0 0,-1 0 1 0 0,0 0-1 0 0,1 0 0 0 0,-1 0 0 0 0,0 0 1 0 0,0 0-1 0 0,0 0 0 0 0,0 0 0 0 0,0-1 1 0 0,0 1-1 0 0,0-1 0 0 0,-2 1-5 0 0,2-2-7 0 0,0 0-1 0 0,1 0 0 0 0,-1 1 0 0 0,0-1 1 0 0,0 0-1 0 0,0-1 0 0 0,1 1 1 0 0,-1 0-1 0 0,0 0 0 0 0,1-1 1 0 0,-1 1-1 0 0,1-1 0 0 0,0 1 0 0 0,-1-1 1 0 0,1 0-1 0 0,0 0 0 0 0,0 1 1 0 0,0-1-1 0 0,0 0 0 0 0,0 0 1 0 0,1 0-1 0 0,-1 0 0 0 0,1 0 0 0 0,-1 0 1 0 0,1 0-1 0 0,-1 0 0 0 0,1 0 1 0 0,0 0-1 0 0,0 0 0 0 0,0 0 1 0 0,1 0-1 0 0,-1-1 0 0 0,0 1 0 0 0,1 0 1 0 0,-1 0-1 0 0,1 0 0 0 0,0 0 1 0 0,-1 1-1 0 0,1-1 0 0 0,0 0 1 0 0,0 0-1 0 0,1-1 8 0 0,0 2 1 0 0,-1 0 0 0 0,1 0 1 0 0,-1 0-1 0 0,1 0 0 0 0,-1 0 0 0 0,1 0 0 0 0,0 1 1 0 0,-1-1-1 0 0,1 1 0 0 0,0-1 0 0 0,0 1 0 0 0,0-1 1 0 0,-1 1-1 0 0,1 0 0 0 0,0 0 0 0 0,0 0 0 0 0,0 0 1 0 0,-1 0-1 0 0,1 1 0 0 0,0-1 0 0 0,0 0 0 0 0,0 1 1 0 0,-1-1-1 0 0,1 1 0 0 0,0 0 0 0 0,-1 0 1 0 0,1 0-1 0 0,-1-1 0 0 0,1 1 0 0 0,-1 1 0 0 0,1-1 1 0 0,-1 0-1 0 0,1 0 0 0 0,-1 0 0 0 0,0 1 0 0 0,0-1 1 0 0,0 1-1 0 0,0-1 0 0 0,0 1 0 0 0,0-1 0 0 0,0 1 1 0 0,0 0-1 0 0,-1-1 0 0 0,1 1 0 0 0,-1 0 0 0 0,1 0 1 0 0,-1-1-1 0 0,1 2-1 0 0,-2-4-7 0 0,0 0 1 0 0,1-1-1 0 0,-1 1 1 0 0,0 0-1 0 0,0 0 1 0 0,0-1-1 0 0,1 1 1 0 0,-1 0-1 0 0,-1 0 0 0 0,1 0 1 0 0,0 0-1 0 0,0 0 1 0 0,0 0-1 0 0,0 1 1 0 0,-1-1-1 0 0,1 0 1 0 0,0 1-1 0 0,-1-1 1 0 0,1 1-1 0 0,0-1 0 0 0,-1 1 1 0 0,1-1-1 0 0,-1 1 1 0 0,1 0-1 0 0,-1 0 1 0 0,1 0-1 0 0,-1 0 1 0 0,1 0-1 0 0,-1 0 1 0 0,1 0-1 0 0,-1 0 1 0 0,1 1-1 0 0,0-1 0 0 0,-1 0 1 0 0,1 1-1 0 0,-1 0 1 0 0,1-1-1 0 0,0 1 1 0 0,-1 0-1 0 0,1-1 1 0 0,0 1-1 0 0,0 0 1 0 0,0 0-1 0 0,0 0 0 0 0,-1 0 1 0 0,1 0-1 0 0,0 0 1 0 0,1 1-1 0 0,-1-1 1 0 0,0 0-1 0 0,0 0 1 0 0,1 1-1 0 0,-1-1 1 0 0,0 0-1 0 0,1 1 0 0 0,-1-1 1 0 0,1 1-1 0 0,0-1 1 0 0,-1 0-1 0 0,1 1 1 0 0,0-1-1 0 0,0 1 1 0 0,0-1-1 0 0,0 1 1 0 0,0-1-1 0 0,0 1 1 0 0,1-1-1 0 0,-1 1 0 0 0,0-1 1 0 0,1 1 6 0 0,-1-3 1 0 0,-1-1 0 0 0,1 0 0 0 0,0 1 0 0 0,0-1 0 0 0,0 0 0 0 0,0 1 0 0 0,1-1-1 0 0,-1 1 1 0 0,0-1 0 0 0,1 0 0 0 0,-1 1 0 0 0,1-1 0 0 0,-1 1 0 0 0,1-1 0 0 0,0 1 0 0 0,-1-1 0 0 0,1 1 0 0 0,0 0 0 0 0,0-1 0 0 0,0 1 0 0 0,0 0 0 0 0,0-1 0 0 0,1 1 0 0 0,-1 0 0 0 0,0 0 0 0 0,0 0 0 0 0,1 0 0 0 0,-1 1 0 0 0,1-1-1 0 0,-1 0 1 0 0,1 0 0 0 0,-1 1 0 0 0,1-1 0 0 0,-1 1 0 0 0,1-1 0 0 0,0 1 0 0 0,-1 0 0 0 0,1 0 0 0 0,0 0 0 0 0,-1 0 0 0 0,1 0 0 0 0,-1 0 0 0 0,1 0 0 0 0,0 0 0 0 0,-1 1 0 0 0,1-1 0 0 0,-1 0 0 0 0,1 1 0 0 0,0 0 0 0 0,-1-1 0 0 0,1 1-1 0 0,-1 1-7 0 0,-1-1 0 0 0,1 1 0 0 0,-1-1 0 0 0,0 1 0 0 0,1-1 0 0 0,-1 1 0 0 0,0 0 0 0 0,0-1 1 0 0,0 1-1 0 0,0-1 0 0 0,0 1 0 0 0,0-1 0 0 0,0 1 0 0 0,-1 0 0 0 0,1-1 0 0 0,-1 1 0 0 0,1-1 1 0 0,-1 1-1 0 0,1-1 0 0 0,-1 0 0 0 0,0 1 0 0 0,0-1 0 0 0,0 0 0 0 0,0 1 0 0 0,0-1 1 0 0,0 0-1 0 0,0 0 0 0 0,0 0 0 0 0,0 0 0 0 0,0 0 0 0 0,-1 0 0 0 0,1 0 0 0 0,0 0 0 0 0,-1 0 1 0 0,0 0 6 0 0,-2 2-1 0 0,3-3 6 0 0,0 0 0 0 0,0 0-1 0 0,1 0 1 0 0,-1 0 0 0 0,0 0 0 0 0,0 0-1 0 0,0 0 1 0 0,0-1 0 0 0,0 1 0 0 0,0 0-1 0 0,1 0 1 0 0,-1-1 0 0 0,0 1 0 0 0,0-1-1 0 0,0 1 1 0 0,1 0 0 0 0,-1-1 0 0 0,0 0-1 0 0,1 1 1 0 0,-1-1 0 0 0,0 1 0 0 0,1-1-1 0 0,-1 0 1 0 0,1 1 0 0 0,-1-1 0 0 0,1 0 0 0 0,-1 0-1 0 0,1 0 1 0 0,0 1 0 0 0,-1-1 0 0 0,1 0-1 0 0,0 0 1 0 0,-1 0 0 0 0,1 0 0 0 0,0 1-1 0 0,0-1 1 0 0,0 0 0 0 0,0 0 0 0 0,0 0-1 0 0,0 0 1 0 0,0 0 0 0 0,0 0 0 0 0,0 0-1 0 0,1 1 1 0 0,-1-1 0 0 0,0-1-5 0 0,1-1 40 0 0,-1 2-47 0 0,-1-1 1 0 0,1 1-1 0 0,0 0 0 0 0,0-1 0 0 0,0 1 0 0 0,0-1 1 0 0,0 1-1 0 0,0 0 0 0 0,0-1 0 0 0,0 1 0 0 0,1 0 1 0 0,-1-1-1 0 0,0 1 0 0 0,1 0 0 0 0,-1-1 0 0 0,1 1 0 0 0,-1 0 1 0 0,1 0-1 0 0,0 0 0 0 0,0-1 0 0 0,0 1 0 0 0,-1 0 1 0 0,1 0-1 0 0,0 0 0 0 0,0 0 0 0 0,0 1 0 0 0,0-1 1 0 0,1 0-1 0 0,-1 0 0 0 0,0 0 0 0 0,0 1 0 0 0,0-1 1 0 0,1 1-1 0 0,-1-1 0 0 0,0 1 0 0 0,1-1 0 0 0,-1 1 1 0 0,0 0-1 0 0,1 0 0 0 0,-1 0 0 0 0,0 0 0 0 0,1 0 0 0 0,-1 0 1 0 0,0 0-1 0 0,1 0 7 0 0,-2 1-10 0 0,1 1 1 0 0,-1 0-1 0 0,0-1 1 0 0,0 1 0 0 0,0-1-1 0 0,0 1 1 0 0,0-1-1 0 0,0 1 1 0 0,0-1-1 0 0,-1 1 1 0 0,1-1-1 0 0,-1 1 1 0 0,1-1-1 0 0,-1 1 1 0 0,1-1-1 0 0,-1 1 1 0 0,0-1-1 0 0,0 0 1 0 0,1 1 0 0 0,-1-1-1 0 0,0 0 1 0 0,0 0-1 0 0,0 1 1 0 0,-1-1-1 0 0,1 0 1 0 0,0 0-1 0 0,0 0 1 0 0,0-1-1 0 0,-1 1 1 0 0,1 0-1 0 0,-2 0 10 0 0,2 0-19 0 0,0 0-1 0 0,0-1 1 0 0,-1 1-1 0 0,1-1 1 0 0,0 1-1 0 0,-1-1 1 0 0,1 0-1 0 0,0 1 1 0 0,-1-1-1 0 0,1 0 1 0 0,0 0-1 0 0,-1 0 1 0 0,1 0-1 0 0,-1 0 0 0 0,1 0 1 0 0,0 0-1 0 0,-1-1 1 0 0,1 1-1 0 0,0 0 1 0 0,-1-1-1 0 0,1 1 1 0 0,0-1-1 0 0,0 1 1 0 0,-1-1-1 0 0,1 0 1 0 0,0 1-1 0 0,0-1 1 0 0,0 0-1 0 0,0 0 0 0 0,0 0 1 0 0,0 0-1 0 0,0 0 1 0 0,0 0-1 0 0,0 0 1 0 0,1 0-1 0 0,-1-1 1 0 0,0 1-1 0 0,1 0 1 0 0,-1 0-1 0 0,0-1 1 0 0,1 1-1 0 0,0 0 1 0 0,-1-1-1 0 0,1 1 0 0 0,0 0 1 0 0,0-1-1 0 0,0 1 1 0 0,0 0-1 0 0,0-1 1 0 0,0 1-1 0 0,0-1 1 0 0,0 1-1 0 0,0 0 1 0 0,1-1 19 0 0,-1 1 14 0 0,1 0 0 0 0,0-1 1 0 0,0 1-1 0 0,0 0 0 0 0,0 0 0 0 0,0 0 1 0 0,0-1-1 0 0,1 1 0 0 0,-1 1 0 0 0,0-1 1 0 0,1 0-1 0 0,-1 0 0 0 0,0 0 1 0 0,1 1-1 0 0,-1-1 0 0 0,1 1 0 0 0,-1-1 1 0 0,1 1-1 0 0,-1-1 0 0 0,1 1 0 0 0,-1 0 1 0 0,1 0-1 0 0,-1 0 0 0 0,1 0 0 0 0,0 0 1 0 0,-1 0-1 0 0,1 0 0 0 0,-1 0 1 0 0,1 1-1 0 0,-1-1 0 0 0,1 1-14 0 0,9-1 10 0 0,-6-1-914 0 0,-27-2-9958 0 0,20 3 9215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6:56.760"/>
    </inkml:context>
    <inkml:brush xml:id="br0">
      <inkml:brushProperty name="width" value="0.05" units="cm"/>
      <inkml:brushProperty name="height" value="0.05" units="cm"/>
      <inkml:brushProperty name="color" value="#FFFFFF"/>
    </inkml:brush>
  </inkml:definitions>
  <inkml:trace contextRef="#ctx0" brushRef="#br0">322 42 1632 0 0,'0'0'1994'0'0,"0"0"-111"0"0,0 0-164 0 0,0 0-214 0 0,0 0-119 0 0,0 0-145 0 0,0 0-160 0 0,0 0-127 0 0,0 0-106 0 0,1 3-77 0 0,0 1-665 0 0,-1 0-1 0 0,0 0 1 0 0,0 0-1 0 0,0 0 1 0 0,-1-1-1 0 0,1 1 1 0 0,-1 0-1 0 0,0 0 1 0 0,0 0-1 0 0,-1 0 1 0 0,1 0-1 0 0,-1-1 1 0 0,1 1-1 0 0,-1-1 1 0 0,0 1-1 0 0,-1-1 1 0 0,1 0 0 0 0,0 0-1 0 0,-4 3-105 0 0,-3 10 183 0 0,-113 166 174 0 0,-21-23-4190 0 0,132-150 3352 0 0,1-8-8123 0 0,8-9 7299 0 0,4-2-223 0 0</inkml:trace>
  <inkml:trace contextRef="#ctx0" brushRef="#br0" timeOffset="250.83">219 217 2512 0 0,'118'-17'7953'0'0,"1"15"-5148"0"0,-118 2-2802 0 0,0 0-500 0 0,0 0 358 0 0,-1 0-1 0 0,1 0 1 0 0,0 0 0 0 0,-1 0-1 0 0,1 0 1 0 0,0 0 0 0 0,-1 0 0 0 0,1 0-1 0 0,-1 1 1 0 0,1-1 0 0 0,0 0-1 0 0,-1 0 1 0 0,1 1 0 0 0,-1-1 0 0 0,1 0-1 0 0,-1 1 1 0 0,1-1 0 0 0,-1 1-1 0 0,1-1 1 0 0,-1 0 0 0 0,0 1 0 0 0,1-1-1 0 0,-1 1 1 0 0,0 0 0 0 0,1-1-1 0 0,-1 1 1 0 0,0-1 0 0 0,1 1 0 0 0,-1-1-1 0 0,0 1 1 0 0,0 0 0 0 0,0-1-1 0 0,0 1 1 0 0,0-1 0 0 0,0 1 0 0 0,1 0-1 0 0,-1-1 1 0 0,-1 1 0 0 0,1 0-1 0 0,0-1 1 0 0,0 1 0 0 0,0-1 0 0 0,0 1-1 0 0,0 0 1 0 0,0-1 0 0 0,-1 1-1 0 0,1-1 1 0 0,0 1 0 0 0,-1-1 0 0 0,1 1-1 0 0,0-1 1 0 0,-1 1 0 0 0,1-1-1 0 0,0 1 1 0 0,-1-1 0 0 0,1 1 0 0 0,-1-1-1 0 0,1 1 1 0 0,-1-1 0 0 0,1 0-1 0 0,-1 1 1 0 0,0-1 0 0 0,1 0-1 0 0,-1 0 1 0 0,1 1 0 0 0,-1-1 0 0 0,0 0 139 0 0,-6 4-1416 0 0</inkml:trace>
  <inkml:trace contextRef="#ctx0" brushRef="#br0" timeOffset="438.85">327 315 2440 0 0,'-7'50'8083'0'0,"7"-47"-7938"0"0,1 0 1 0 0,0 0 0 0 0,0 0-1 0 0,1 0 1 0 0,-1 0-1 0 0,0 0 1 0 0,1 0 0 0 0,0 0-1 0 0,-1-1 1 0 0,1 1-1 0 0,0-1 1 0 0,1 1-1 0 0,-1-1 1 0 0,0 0 0 0 0,1 0-1 0 0,-1 0 1 0 0,1 0-1 0 0,0 0 1 0 0,-1-1 0 0 0,1 1-1 0 0,0-1 1 0 0,0 1-1 0 0,1-1-145 0 0,1-1-489 0 0,0 0 0 0 0,0-1 0 0 0,0 0 0 0 0,-1 0 0 0 0,1 0-1 0 0,0 0 1 0 0,-1-1 0 0 0,1 1 0 0 0,-1-1 0 0 0,0-1 0 0 0,0 1 0 0 0,1 0-1 0 0,-1-1 1 0 0,-1 0 0 0 0,1 0 0 0 0,0 0 0 0 0,-1 0 0 0 0,1-1-1 0 0,-1 0 1 0 0,0 1 0 0 0,-1-1 0 0 0,2-2 489 0 0,-2 4-256 0 0,12-16-1162 0 0</inkml:trace>
  <inkml:trace contextRef="#ctx0" brushRef="#br0" timeOffset="828.569">802 0 2104 0 0,'0'0'161'0'0,"0"1"1"0"0,1-1-1 0 0,-1 0 0 0 0,0 1 0 0 0,0-1 0 0 0,0 0 1 0 0,0 1-1 0 0,0-1 0 0 0,1 0 0 0 0,-1 1 1 0 0,0-1-1 0 0,0 0 0 0 0,0 0 0 0 0,1 1 0 0 0,-1-1 1 0 0,0 0-1 0 0,0 0 0 0 0,1 1 0 0 0,-1-1 0 0 0,0 0 1 0 0,1 0-1 0 0,-1 0 0 0 0,0 0 0 0 0,1 0 0 0 0,-1 1 1 0 0,0-1-1 0 0,1 0 0 0 0,-1 0 0 0 0,0 0 0 0 0,1 0 1 0 0,-1 0-1 0 0,0 0 0 0 0,1 0 0 0 0,-1 0 1 0 0,0 0-1 0 0,1 0 0 0 0,-1 0 0 0 0,0-1 0 0 0,1 1 1 0 0,-1 0-1 0 0,0 0 0 0 0,1 0 0 0 0,-1 0 0 0 0,0 0 1 0 0,1-1-1 0 0,-1 1 0 0 0,0 0 0 0 0,0 0 0 0 0,1 0 1 0 0,-1-1-1 0 0,0 1 0 0 0,0 0 0 0 0,1 0 1 0 0,-1-1-1 0 0,0 1 0 0 0,0 0 0 0 0,0-1 0 0 0,0 1-161 0 0,-3 13 388 0 0,-1-1 0 0 0,-1 0 0 0 0,0 1 0 0 0,0-2 0 0 0,-2 1 0 0 0,1-1 0 0 0,-1 0 0 0 0,-1 0 0 0 0,0 0-388 0 0,-19 29 536 0 0,-75 100 252 0 0,37-68-873 0 0,66-89-349 0 0,11 0 407 0 0,1 2-1 0 0,0-1 0 0 0,1 2 1 0 0,1 0-1 0 0,0 1 1 0 0,1 0-1 0 0,0 1 0 0 0,1 1 1 0 0,0 1-1 0 0,1 0 0 0 0,0 1 1 0 0,0 1-1 0 0,1 1 0 0 0,0 0 1 0 0,1 2-1 0 0,-1 0 0 0 0,9 0 28 0 0,52-6-52 0 0,-79 11-55 0 0,-1 0-23 0 0,0 0 11 0 0,1 1 24 0 0,0 1 0 0 0,0-1 0 0 0,0 0 1 0 0,0 0-1 0 0,0 0 0 0 0,0 1 0 0 0,-1-1 0 0 0,1 0 0 0 0,-1 1 0 0 0,1-1 0 0 0,-1 0 0 0 0,1 1 0 0 0,-1-1 0 0 0,0 1 0 0 0,0-1 0 0 0,0 1 0 0 0,0-1 0 0 0,0 1 0 0 0,0-1 0 0 0,0 1 0 0 0,0-1 0 0 0,0 0 0 0 0,-1 1 0 0 0,1-1 0 0 0,-1 1 0 0 0,1-1 0 0 0,-1 0 1 0 0,1 1-1 0 0,-1-1 0 0 0,0 0 0 0 0,0 1 0 0 0,0-1 0 0 0,1 0 0 0 0,-1 0 0 0 0,0 0 0 0 0,-1 0 0 0 0,1 0 0 0 0,0 0 0 0 0,0 0 0 0 0,-1 0 95 0 0,-31 38 575 0 0,51-17-67 0 0,-1-1-2029 0 0,-13-5-5288 0 0,-4-16 5477 0 0,0 0 52 0 0</inkml:trace>
  <inkml:trace contextRef="#ctx0" brushRef="#br0" timeOffset="1094.443">650 309 1164 0 0,'-24'15'8560'0'0,"-12"32"-7513"0"0,24-28-181 0 0,-7 7-739 0 0,-1-2 0 0 0,0 0-1 0 0,-2-1 1 0 0,-1-1 0 0 0,0-1-1 0 0,-2-2 1 0 0,0 0 0 0 0,-1-1 0 0 0,-1-2-1 0 0,-1-1 1 0 0,-12 5-127 0 0,-44 4-1741 0 0,83-24 1161 0 0,1 0-257 0 0,-1-1 623 0 0,0 0-1 0 0,0 1 1 0 0,0-1 0 0 0,0 0-1 0 0,0 0 1 0 0,0 0 0 0 0,0 0-1 0 0,1 0 1 0 0,-1 0 0 0 0,0 0 0 0 0,1 0-1 0 0,-1-1 1 0 0,1 1 0 0 0,-1 0-1 0 0,1 0 1 0 0,-1 0 0 0 0,1-1-1 0 0,0 1 1 0 0,0 0 0 0 0,-1 0 0 0 0,1-1-1 0 0,0 1 1 0 0,0 0 0 0 0,0-1-1 0 0,1 1 1 0 0,-1 0 0 0 0,0 0-1 0 0,0-1 1 0 0,1 1 0 0 0,-1 0 0 0 0,1 0-1 0 0,-1 0 1 0 0,1-1 214 0 0,2-6-1649 0 0</inkml:trace>
  <inkml:trace contextRef="#ctx0" brushRef="#br0" timeOffset="1357.049">407 457 1108 0 0,'17'-4'932'0'0,"-7"2"-289"0"0,1 0 0 0 0,-1 0 0 0 0,1 1 0 0 0,-1 1 0 0 0,1-1 0 0 0,-1 2 0 0 0,1 0 0 0 0,-1 0 0 0 0,9 2-643 0 0,224 78 6412 0 0,-169-54-4906 0 0,-42-21-3289 0 0,-35 6-6819 0 0,-3-9 7988 0 0,6-3 952 0 0,-12 6-1921 0 0,-6 5-26 0 0</inkml:trace>
  <inkml:trace contextRef="#ctx0" brushRef="#br0" timeOffset="1621.336">406 673 2096 0 0,'10'4'5317'0'0,"18"-3"-2696"0"0,-24-1-1959 0 0,90-3 2282 0 0,-1-12-1461 0 0,-87 15-1045 0 0,-4-1-658 0 0,-1 0 1 0 0,1 1-1 0 0,0-1 1 0 0,-1 1-1 0 0,1 0 0 0 0,-1-1 1 0 0,1 1-1 0 0,0 0 0 0 0,-1 0 1 0 0,1 0-1 0 0,0 0 0 0 0,-1 0 1 0 0,1 0-1 0 0,0 1 1 0 0,-1-1-1 0 0,1 1 0 0 0,-1-1 1 0 0,1 1-1 0 0,-1-1 0 0 0,1 1 1 0 0,-1 0-1 0 0,1 0 1 0 0,-1 0-1 0 0,0 0 0 0 0,1 0 1 0 0,-1 0-1 0 0,0 0 0 0 0,0 0 1 0 0,0 0-1 0 0,1 1 220 0 0,-53 60-6362 0 0,37-40 4860 0 0</inkml:trace>
  <inkml:trace contextRef="#ctx0" brushRef="#br0" timeOffset="1914.536">380 955 968 0 0,'-2'2'433'0'0,"0"0"0"0"0,0 0 0 0 0,0 0 1 0 0,0 0-1 0 0,1 0 0 0 0,-1 1 0 0 0,1-1 0 0 0,-1 0 0 0 0,1 1 0 0 0,0-1 0 0 0,0 1 0 0 0,0-1 1 0 0,0 1-1 0 0,0 0 0 0 0,1 0 0 0 0,-1-1 0 0 0,1 1 0 0 0,0 0 0 0 0,0 0 0 0 0,0-1 1 0 0,0 1-1 0 0,0 0 0 0 0,1 0 0 0 0,-1-1 0 0 0,1 1 0 0 0,0 0-433 0 0,26-18 1258 0 0,28-28-854 0 0,-41 31-363 0 0,0 0 0 0 0,1 1 0 0 0,0 1 0 0 0,1 0 0 0 0,0 1 0 0 0,0 1 0 0 0,1 0 0 0 0,9-2-41 0 0,-10 5-7 0 0,-8 2 72 0 0,0 0-1 0 0,0 1 0 0 0,1 0 1 0 0,-1 0-1 0 0,0 1 1 0 0,1 0-1 0 0,0 0 1 0 0,-1 1-1 0 0,1 0 1 0 0,-1 0-1 0 0,1 1 1 0 0,-1 0-1 0 0,7 3-64 0 0,-7-3 112 0 0,1 2 1 0 0,-1-1-1 0 0,0 1 0 0 0,0 1 0 0 0,-1-1 1 0 0,1 1-1 0 0,-1 0 0 0 0,0 1 0 0 0,0 0 1 0 0,0 0-1 0 0,0 1 0 0 0,-1 0 0 0 0,0 0 1 0 0,0 0-1 0 0,-1 0 0 0 0,0 1 1 0 0,0 0-1 0 0,0 0 0 0 0,-1 1 0 0 0,0-1 1 0 0,2 8-113 0 0,-6-12 76 0 0,0-1 0 0 0,0 1 1 0 0,0 0-1 0 0,-1-1 0 0 0,1 1 1 0 0,-1 0-1 0 0,0-1 1 0 0,1 1-1 0 0,-1-1 0 0 0,-1 1 1 0 0,1-1-1 0 0,0 0 1 0 0,0 1-1 0 0,-1-1 0 0 0,1 0 1 0 0,-1 0-1 0 0,0 0 0 0 0,0 0 1 0 0,0 0-1 0 0,0 0 1 0 0,0-1-1 0 0,0 1 0 0 0,0-1 1 0 0,-1 1-1 0 0,1-1 0 0 0,0 0 1 0 0,-1 0-1 0 0,-2 1-76 0 0,-74 22 335 0 0,72-23-411 0 0,1-1-1 0 0,-1 0 0 0 0,1 1 1 0 0,-1-2-1 0 0,1 1 1 0 0,0-1-1 0 0,-1 0 0 0 0,1 0 1 0 0,0-1-1 0 0,-1 0 1 0 0,1 0-1 0 0,0 0 1 0 0,0-1-1 0 0,1 0 0 0 0,-1 0 1 0 0,1-1-1 0 0,-1 1 1 0 0,1-1-1 0 0,0 0 0 0 0,0-1 1 0 0,1 1-1 0 0,-1-1 1 0 0,1 0-1 0 0,0 0 1 0 0,-2-4 76 0 0,-1-2-737 0 0,1-1 1 0 0,0 1-1 0 0,1-1 1 0 0,0-1-1 0 0,1 1 1 0 0,0-1-1 0 0,1 0 1 0 0,0 1-1 0 0,1-1 1 0 0,1-1-1 0 0,0 1 1 0 0,1-5 736 0 0,1 7-583 0 0,1-1-1 0 0,0 0 1 0 0,0 1 0 0 0,2-1 0 0 0,-1 1-1 0 0,1 0 1 0 0,1 0 0 0 0,0 0-1 0 0,1 1 1 0 0,0 0 0 0 0,5-8 583 0 0,8-12-1485 0 0</inkml:trace>
  <inkml:trace contextRef="#ctx0" brushRef="#br0" timeOffset="2190.557">1625 146 1256 0 0,'1'-1'206'0'0,"-1"0"0"0"0,1 0 0 0 0,-1 1 0 0 0,1-1 1 0 0,0 0-1 0 0,-1 0 0 0 0,1 1 0 0 0,0-1 0 0 0,0 0 0 0 0,0 1 0 0 0,-1-1 0 0 0,1 1 0 0 0,0-1 0 0 0,0 1 1 0 0,0 0-1 0 0,0-1 0 0 0,0 1 0 0 0,0 0 0 0 0,0-1 0 0 0,0 1 0 0 0,0 0 0 0 0,0 0 0 0 0,0 0 0 0 0,0 0 0 0 0,0 0 1 0 0,0 0-1 0 0,0 0 0 0 0,0 0 0 0 0,0 1 0 0 0,0-1 0 0 0,0 0 0 0 0,0 1 0 0 0,0-1 0 0 0,0 0 0 0 0,-1 1 1 0 0,1-1-1 0 0,0 1 0 0 0,0 0 0 0 0,0-1 0 0 0,0 1 0 0 0,-1 0 0 0 0,1-1 0 0 0,0 1 0 0 0,-1 0 0 0 0,1 0 0 0 0,0-1 1 0 0,-1 1-1 0 0,1 0 0 0 0,-1 0 0 0 0,0 0 0 0 0,1 0 0 0 0,-1 0 0 0 0,0 0 0 0 0,1 0 0 0 0,-1 0 0 0 0,0 0 0 0 0,0 0 1 0 0,0 0-1 0 0,0 0 0 0 0,0 0 0 0 0,0 0 0 0 0,0 1-206 0 0,-5 8-782 0 0,0 1 0 0 0,0-1 0 0 0,-1 0-1 0 0,-1-1 1 0 0,1 1 0 0 0,-2-1 0 0 0,1 0 0 0 0,-1-1 0 0 0,0 0 0 0 0,-1 0 0 0 0,0-1 0 0 0,0 0-1 0 0,-1-1 1 0 0,-4 3 782 0 0,-4 1-1400 0 0</inkml:trace>
  <inkml:trace contextRef="#ctx0" brushRef="#br0" timeOffset="3301.721">1300 402 1652 0 0,'-43'56'9468'0'0,"122"-91"-8197"0"0,-50 25-922 0 0,1 2-1 0 0,0 0 1 0 0,0 2 0 0 0,0 1-1 0 0,1 2 1 0 0,0 0-1 0 0,0 3 1 0 0,23 1-349 0 0,-49-1 56 0 0,90 22 313 0 0,-24-4 866 0 0,-71-16-1217 0 0,0 0-1 0 0,0 0 1 0 0,0-1-1 0 0,0 1 1 0 0,0 0 0 0 0,0 0-1 0 0,0 0 1 0 0,-1 0-1 0 0,1 0 1 0 0,-1 0-1 0 0,1-1 1 0 0,-1 1-1 0 0,0 0 1 0 0,0 0-1 0 0,0-1 1 0 0,0 1 0 0 0,0-1-1 0 0,0 1 1 0 0,0-1-1 0 0,0 1 1 0 0,0-1-1 0 0,-1 1 1 0 0,1-1-1 0 0,-1 0 1 0 0,1 0 0 0 0,-1 0-1 0 0,1 0 1 0 0,-1 0-1 0 0,0 0 1 0 0,0 0-1 0 0,-1 0-17 0 0,-19 11-252 0 0,0-1-1 0 0,-1-1 1 0 0,0-1 0 0 0,0-1-1 0 0,-1-1 1 0 0,0-1-1 0 0,-1-1 1 0 0,1-1 0 0 0,-1-1-1 0 0,0-1 1 0 0,0-2-1 0 0,-20-1 253 0 0,-6-24-731 0 0,37 9 1124 0 0,-14 66 599 0 0,-91 41-384 0 0,119-89-578 0 0,0-1 0 0 0,1 0 0 0 0,0 1 0 0 0,-1-1 0 0 0,1 0 0 0 0,0 0 0 0 0,-1 1 0 0 0,1-1 0 0 0,0 0 0 0 0,0 0 0 0 0,0 0 0 0 0,0 0 0 0 0,0 0 0 0 0,0 0 1 0 0,0 0-1 0 0,0-1 0 0 0,1 1 0 0 0,-1 0 0 0 0,0-1 0 0 0,0 1 0 0 0,1-1 0 0 0,-1 1 0 0 0,0-1 0 0 0,1 1 0 0 0,-1-1 0 0 0,1 0 0 0 0,-1 0 0 0 0,0 0 0 0 0,1 0 0 0 0,-1 0 0 0 0,1 0 0 0 0,-1 0 0 0 0,1 0-30 0 0,-1 0 21 0 0,47 10 467 0 0,-1 2 0 0 0,0 2 0 0 0,-1 2 0 0 0,18 11-488 0 0,91 45 1509 0 0,-143-67-1338 0 0,-22-7-717 0 0,-143-36-2875 0 0,90 15 2700 0 0,0-3 0 0 0,2-3 0 0 0,1-3 0 0 0,-3-5 721 0 0,-44-19 531 0 0,107 56-515 0 0,-1 0 1 0 0,1 0 0 0 0,-1 0-1 0 0,1 0 1 0 0,-1 0 0 0 0,1 0-1 0 0,0 0 1 0 0,-1-1 0 0 0,1 1 0 0 0,-1 0-1 0 0,1 0 1 0 0,0 0 0 0 0,-1-1-1 0 0,1 1 1 0 0,-1 0 0 0 0,1 0-1 0 0,0-1 1 0 0,-1 1 0 0 0,1 0-1 0 0,0-1 1 0 0,0 1 0 0 0,-1 0 0 0 0,1-1-1 0 0,0 1 1 0 0,0-1 0 0 0,0 1-1 0 0,-1 0 1 0 0,1-1 0 0 0,0 1-1 0 0,0-1 1 0 0,0 1 0 0 0,0-1-1 0 0,0 1 1 0 0,0 0 0 0 0,0-1 0 0 0,0 1-1 0 0,0-1 1 0 0,0 1 0 0 0,0-1-1 0 0,0 1 1 0 0,0-1 0 0 0,0 1-1 0 0,0 0 1 0 0,1-1 0 0 0,-1 1-1 0 0,0-1 1 0 0,0 1 0 0 0,0 0 0 0 0,1-1-1 0 0,-1 1 1 0 0,0 0 0 0 0,1-1-1 0 0,-1 1 1 0 0,0 0 0 0 0,1-1-1 0 0,-1 1 1 0 0,0 0 0 0 0,1 0-1 0 0,-1-1 1 0 0,0 1 0 0 0,1 0 0 0 0,-1 0-1 0 0,1 0 1 0 0,-1-1 0 0 0,0 1-1 0 0,1 0 1 0 0,0 0-17 0 0,34-5 814 0 0,-30 4-816 0 0,280-6 3367 0 0,-98 34-2018 0 0,-103-12 123 0 0,-101 17-936 0 0,-107 36-1027 0 0,91-54 284 0 0,-193 79-833 0 0,168-76 763 0 0,-196 42-1812 0 0,323-88 1657 0 0,-3 11 1124 0 0,0 3 0 0 0,1 4 0 0 0,1 2 0 0 0,58 0-690 0 0,78 7 1318 0 0,-75 20-925 0 0,-27-14-1368 0 0,-100-4 625 0 0,0-2-240 0 0,-1 1 511 0 0,-1 1 1 0 0,1-1 0 0 0,-1 1-1 0 0,1-1 1 0 0,-1 0 0 0 0,1 1 0 0 0,-1-1-1 0 0,0 0 1 0 0,1 1 0 0 0,-1-1-1 0 0,0 0 1 0 0,1 1 0 0 0,-1-1 0 0 0,0 0-1 0 0,0 0 1 0 0,0 1 0 0 0,1-1-1 0 0,-1 0 1 0 0,0 0 0 0 0,0 1-1 0 0,0-1 1 0 0,0 0 0 0 0,-1 0 0 0 0,1 1-1 0 0,0-1 1 0 0,0 0 0 0 0,0 0-1 0 0,-1 1 1 0 0,1-1 0 0 0,0 0 0 0 0,-1 1-1 0 0,1-1 1 0 0,0 0 0 0 0,-1 1-1 0 0,1-1 1 0 0,-1 1 0 0 0,1-1 0 0 0,-1 0-1 0 0,1 1 1 0 0,-1-1 0 0 0,1 1-1 0 0,-1-1 1 0 0,0 1 0 0 0,1 0 0 0 0,-1-1-1 0 0,0 1 1 0 0,1 0 0 0 0,-1-1-1 0 0,0 1 1 0 0,0 0 0 0 0,1 0 0 0 0,-1 0-1 0 0,0 0 1 0 0,0 0 0 0 0,1 0-1 0 0,-1 0 1 0 0,0 0 78 0 0,-10-6-1095 0 0,0 0 0 0 0,1 2 0 0 0,-2-1 0 0 0,1 1 0 0 0,0 1 0 0 0,-1 0 1 0 0,0 0-1 0 0,1 2 0 0 0,-1-1 0 0 0,0 1 0 0 0,-7 1 1095 0 0,5 0-1552 0 0</inkml:trace>
  <inkml:trace contextRef="#ctx0" brushRef="#br0" timeOffset="3552.603">1594 733 1540 0 0,'-12'0'3628'0'0,"-14"13"1062"0"0,23 38-2480 0 0,4-26-1148 0 0,17 111 1283 0 0,-17-95-1810 0 0,2 36-176 0 0,-2-23-4649 0 0,-24-31-902 0 0,17-28 2045 0 0,6-1 1583 0 0</inkml:trace>
  <inkml:trace contextRef="#ctx0" brushRef="#br0" timeOffset="3818.67">1519 853 1844 0 0,'-8'-4'6816'0'0,"-11"19"-5373"0"0,18-14-1081 0 0,-214 158 4452 0 0,203-150-4789 0 0,4 0-108 0 0,-2-2 0 0 0,1 1 1 0 0,-1-1-1 0 0,0-1 0 0 0,0 0 0 0 0,-1 0 1 0 0,0-1-1 0 0,0-1 0 0 0,0 0 1 0 0,-3 1 82 0 0,13-5-449 0 0,-9-15-646 0 0,24-17-18 0 0,-5 21 1033 0 0,0 1 0 0 0,1 0 0 0 0,0 0 0 0 0,1 1-1 0 0,0 0 1 0 0,1 1 0 0 0,0 1 0 0 0,0 0 0 0 0,0 0-1 0 0,1 1 1 0 0,0 1 0 0 0,0 0 0 0 0,0 0 0 0 0,1 2-1 0 0,0-1 1 0 0,-1 2 0 0 0,1 0 0 0 0,0 1 0 0 0,0 0-1 0 0,1 1 1 0 0,5 1 80 0 0,5 2 377 0 0,1 1 0 0 0,-1 2 0 0 0,-1 0 0 0 0,1 2-1 0 0,-1 0 1 0 0,0 2 0 0 0,-1 1 0 0 0,0 1 0 0 0,-1 0 0 0 0,0 2 0 0 0,-1 0-1 0 0,-1 2 1 0 0,0 0 0 0 0,15 17-377 0 0,-17-15 103 0 0,2-1 1 0 0,0-1-1 0 0,0 0 0 0 0,2-2 0 0 0,0 0 0 0 0,0-2 0 0 0,1 0 1 0 0,1-1-1 0 0,0-2 0 0 0,0 0 0 0 0,1-2 0 0 0,0-1 1 0 0,1-1-1 0 0,5 0-103 0 0,-10-4-745 0 0,0-2 0 0 0,-1-1 0 0 0,1 0 0 0 0,-1-2 0 0 0,0 0 0 0 0,0-1 0 0 0,8-4 745 0 0,-21 7-321 0 0,33-12-1342 0 0,0-2 0 0 0,-1-1 0 0 0,-1-2 1 0 0,16-12 1662 0 0,8-3-1380 0 0,7-2 50 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11.466"/>
    </inkml:context>
    <inkml:brush xml:id="br0">
      <inkml:brushProperty name="width" value="0.05" units="cm"/>
      <inkml:brushProperty name="height" value="0.05" units="cm"/>
      <inkml:brushProperty name="color" value="#FFFFFF"/>
    </inkml:brush>
  </inkml:definitions>
  <inkml:trace contextRef="#ctx0" brushRef="#br0">256 9 1996 0 0,'0'-1'162'0'0,"1"1"0"0"0,-1-1-1 0 0,0 1 1 0 0,1-1 0 0 0,-1 1 0 0 0,1-1 0 0 0,-1 1-1 0 0,1-1 1 0 0,-1 1 0 0 0,1 0 0 0 0,-1-1-1 0 0,1 1 1 0 0,-1 0 0 0 0,1-1 0 0 0,0 1-1 0 0,-1 0 1 0 0,1 0 0 0 0,-1-1 0 0 0,1 1-1 0 0,0 0 1 0 0,-1 0 0 0 0,1 0 0 0 0,0 0 0 0 0,-1 0-1 0 0,1 0 1 0 0,0 0 0 0 0,-1 0 0 0 0,1 0-1 0 0,0 0 1 0 0,-1 1 0 0 0,1-1 0 0 0,-1 0-1 0 0,1 0 1 0 0,0 0 0 0 0,-1 1 0 0 0,1-1 0 0 0,-1 0-1 0 0,1 1 1 0 0,-1-1 0 0 0,1 1 0 0 0,-1-1-1 0 0,1 1 1 0 0,-1-1 0 0 0,1 1 0 0 0,-1-1-1 0 0,1 1 1 0 0,-1-1 0 0 0,0 1 0 0 0,0-1-1 0 0,1 1-161 0 0,-5 38 151 0 0,-48 35-7401 0 0,43-63 5657 0 0</inkml:trace>
  <inkml:trace contextRef="#ctx0" brushRef="#br0" timeOffset="285.104">136 320 1056 0 0,'0'11'1468'0'0,"0"-4"-220"0"0,0 0-264 0 0,1 0-87 0 0,-1 0-161 0 0,0 0-160 0 0,0-1-212 0 0,-1-1-144 0 0,1 4-204 0 0,-2 0 0 0 0,-8 11-556 0 0,1-4-384 0 0,1 6-369 0 0,-1-1-63 0 0,-1 3 44 0 0</inkml:trace>
  <inkml:trace contextRef="#ctx0" brushRef="#br0" timeOffset="569.049">1 808 2136 0 0,'14'2'4862'0'0,"10"-18"-2968"0"0,-19 13-1661 0 0,31-27 369 0 0,-1-1 0 0 0,-2-2 0 0 0,-1-1 0 0 0,11-17-602 0 0,1 0-652 0 0,100-136-7739 0 0,-123 157 6869 0 0</inkml:trace>
  <inkml:trace contextRef="#ctx0" brushRef="#br0" timeOffset="570.049">591 79 1160 0 0,'7'-4'7174'0'0,"8"23"-3724"0"0,-3 29-1055 0 0,-10-18-7002 0 0,-16-11 1404 0 0,0-5 370 0 0,-3-4 1557 0 0</inkml:trace>
  <inkml:trace contextRef="#ctx0" brushRef="#br0" timeOffset="833.864">357 331 3696 0 0,'0'0'127'0'0,"1"0"0"0"0,-1 0-1 0 0,1 0 1 0 0,0 0-1 0 0,-1 0 1 0 0,1 0 0 0 0,-1 0-1 0 0,1 0 1 0 0,-1 1-1 0 0,1-1 1 0 0,-1 0 0 0 0,1 0-1 0 0,-1 0 1 0 0,1 1 0 0 0,-1-1-1 0 0,1 0 1 0 0,-1 1-1 0 0,1-1 1 0 0,-1 0 0 0 0,0 1-1 0 0,1-1 1 0 0,-1 0-1 0 0,0 1 1 0 0,1-1 0 0 0,-1 1-1 0 0,0-1 1 0 0,1 1-1 0 0,-1-1 1 0 0,0 1 0 0 0,0-1-1 0 0,0 1 1 0 0,1-1 0 0 0,-1 1-1 0 0,0-1 1 0 0,0 1-1 0 0,0-1 1 0 0,0 1 0 0 0,0 0-1 0 0,0-1 1 0 0,0 1-1 0 0,0-1 1 0 0,0 1 0 0 0,0-1-1 0 0,-1 1 1 0 0,1-1 0 0 0,0 1-1 0 0,0-1 1 0 0,0 1-1 0 0,-1-1 1 0 0,1 1 0 0 0,0-1-1 0 0,0 1 1 0 0,-1-1-1 0 0,1 1 1 0 0,0-1 0 0 0,-1 0-1 0 0,1 1 1 0 0,-1-1 0 0 0,1 0-1 0 0,-1 1 1 0 0,1-1-1 0 0,0 0 1 0 0,-1 1 0 0 0,1-1-1 0 0,-1 0 1 0 0,0 0-127 0 0,45 9 1734 0 0,262-9 2131 0 0,-234 0-6061 0 0,-70 0 1450 0 0,-2 0-113 0 0,5 4-1084 0 0,-6-4 1814 0 0,1 0-1 0 0,0 0 1 0 0,-1 0 0 0 0,1 0-1 0 0,0 0 1 0 0,0 1 0 0 0,-1-1-1 0 0,1 0 1 0 0,0 0 0 0 0,0 0-1 0 0,0 0 1 0 0,-1 1 0 0 0,1-1-1 0 0,0 0 1 0 0,0 0 0 0 0,0 1-1 0 0,-1-1 1 0 0,1 0 0 0 0,0 0-1 0 0,0 1 1 0 0,0-1 0 0 0,0 0-1 0 0,0 0 1 0 0,0 1 0 0 0,0-1-1 0 0,-1 0 1 0 0,1 1 0 0 0,0-1-1 0 0,0 0 1 0 0,0 0 0 0 0,0 1-1 0 0,0-1 1 0 0,0 0 0 0 0,1 1-1 0 0,-1-1 1 0 0,0 0 0 0 0,0 0-1 0 0,0 1 1 0 0,0-1 0 0 0,0 0-1 0 0,0 1 1 0 0,0-1 0 0 0,0 0-1 0 0,1 0 1 0 0,-1 0-1 0 0,0 1 1 0 0,0-1 0 0 0,0 0-1 0 0,1 0 1 0 0,-1 1 0 0 0,0-1-1 0 0,0 0 1 0 0,1 0 0 0 0,-1 0-1 0 0,0 0 1 0 0,0 0 0 0 0,1 1-1 0 0,-1-1 1 0 0,0 0 129 0 0,-9 2-1448 0 0,-6 8 23 0 0</inkml:trace>
  <inkml:trace contextRef="#ctx0" brushRef="#br0" timeOffset="1003.096">393 490 1480 0 0,'14'11'5348'0'0,"19"-6"-2980"0"0,-20-4-1790 0 0,214 6 3363 0 0,-191-30-5478 0 0,-44 6-7989 0 0,4 15 8114 0 0</inkml:trace>
  <inkml:trace contextRef="#ctx0" brushRef="#br0" timeOffset="1177.109">580 370 1576 0 0,'-6'11'4751'0'0,"1"14"-2091"0"0,2-12-1745 0 0,-26 108 1510 0 0,25-111-2555 0 0,0 1 0 0 0,-1-1 0 0 0,0 0 0 0 0,0-1 1 0 0,-1 1-1 0 0,0-1 0 0 0,-1-1 0 0 0,0 1 0 0 0,0-1 0 0 0,-1 0 0 0 0,0 0 0 0 0,0-1 0 0 0,-1 0 0 0 0,-8 4 130 0 0,-53 21-4245 0 0,33-20 914 0 0,27-9 3099 0 0</inkml:trace>
  <inkml:trace contextRef="#ctx0" brushRef="#br0" timeOffset="1348.129">292 730 4408 0 0,'0'1'128'0'0,"0"-1"0"0"0,0 0-1 0 0,1 1 1 0 0,-1-1-1 0 0,0 0 1 0 0,0 1-1 0 0,0-1 1 0 0,1 0-1 0 0,-1 1 1 0 0,0-1 0 0 0,0 0-1 0 0,0 1 1 0 0,0-1-1 0 0,0 1 1 0 0,0-1-1 0 0,0 0 1 0 0,0 1 0 0 0,0-1-1 0 0,0 1 1 0 0,0-1-1 0 0,0 0 1 0 0,0 1-1 0 0,0-1 1 0 0,0 1-1 0 0,0-1 1 0 0,0 0 0 0 0,-1 1-1 0 0,1-1 1 0 0,0 0-1 0 0,0 1 1 0 0,0-1-1 0 0,-1 0 1 0 0,1 1 0 0 0,0-1-1 0 0,0 0 1 0 0,-1 1-1 0 0,1-1 1 0 0,0 0-1 0 0,-1 0 1 0 0,1 1-1 0 0,0-1 1 0 0,-1 0 0 0 0,1 0-1 0 0,0 0 1 0 0,-1 0-1 0 0,1 1 1 0 0,-1-1-1 0 0,1 0 1 0 0,0 0 0 0 0,-1 0-1 0 0,1 0 1 0 0,-1 0-1 0 0,1 0 1 0 0,0 0-1 0 0,-1 0 1 0 0,1 0-1 0 0,-1 0 1 0 0,1 0 0 0 0,0 0-1 0 0,-1 0 1 0 0,1-1-1 0 0,0 1 1 0 0,-1 0-128 0 0,32 10 2981 0 0,-28-9-3117 0 0,32 5 1136 0 0,0-2 0 0 0,0-1-1 0 0,1-1 1 0 0,-1-2 0 0 0,5-2-1000 0 0,29 0 627 0 0,242 6-803 0 0,-286 2-1658 0 0,-24-6 1610 0 0,0 0-1 0 0,-1 1 1 0 0,1-1 0 0 0,-1 1 0 0 0,1-1-1 0 0,-1 1 1 0 0,1 0 0 0 0,-1-1-1 0 0,1 1 1 0 0,-1-1 0 0 0,0 1-1 0 0,1 0 1 0 0,-1-1 0 0 0,0 1 0 0 0,1 0-1 0 0,-1-1 1 0 0,0 1 0 0 0,0 0-1 0 0,0 0 1 0 0,0-1 0 0 0,1 1-1 0 0,-1 0 1 0 0,0 0 0 0 0,0-1 0 0 0,-1 1-1 0 0,1 0 1 0 0,0-1 0 0 0,0 1-1 0 0,0 0 1 0 0,0 0 0 0 0,-1-1-1 0 0,1 1 1 0 0,0 0 0 0 0,-1-1 0 0 0,1 1-1 0 0,0 0 1 0 0,-1-1 0 0 0,1 1-1 0 0,-1-1 1 0 0,1 1 0 0 0,-1-1-1 0 0,1 1 1 0 0,-1-1 0 0 0,1 1-1 0 0,-1-1 1 0 0,0 1 0 0 0,1-1 0 0 0,-1 0-1 0 0,0 1 1 0 0,1-1 0 0 0,-1 0-1 0 0,0 1 1 0 0,1-1 0 0 0,-1 0-1 0 0,0 0 1 0 0,0 0 0 0 0,1 0 0 0 0,-1 0 224 0 0,-42 27-2900 0 0,17-14 1519 0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09.234"/>
    </inkml:context>
    <inkml:brush xml:id="br0">
      <inkml:brushProperty name="width" value="0.05" units="cm"/>
      <inkml:brushProperty name="height" value="0.05" units="cm"/>
      <inkml:brushProperty name="color" value="#FFFFFF"/>
    </inkml:brush>
  </inkml:definitions>
  <inkml:trace contextRef="#ctx0" brushRef="#br0">576 9 916 0 0,'11'-9'8683'0'0,"-19"24"-4362"0"0,-1 1-3503 0 0,-83 168 3861 0 0,-81 75-2239 0 0,79-124-1644 0 0,63-90-879 0 0,-91 148-291 0 0,64-56-4396 0 0,75-131-1145 0 0,-7-13 4932 0 0,0 0 0 0 0,0-1 0 0 0,-1-1 1 0 0,0 1-1 0 0,0-1 0 0 0,-1-1 0 0 0,0 1 0 0 0,5-10 983 0 0,-1 4-802 0 0,10-12-772 0 0</inkml:trace>
  <inkml:trace contextRef="#ctx0" brushRef="#br0" timeOffset="632.314">1207 156 2252 0 0,'0'1'748'0'0,"1"-1"-1"0"0,-1 0 1 0 0,0 0-1 0 0,0 0 0 0 0,0 0 1 0 0,0 0-1 0 0,0 1 1 0 0,0-1-1 0 0,1 0 1 0 0,-1 0-1 0 0,0 0 1 0 0,0 0-1 0 0,0 0-747 0 0,-12 23 1687 0 0,-10 4-966 0 0,-1-2-1 0 0,-2 0 1 0 0,0-2-1 0 0,-2-1 1 0 0,0-1 0 0 0,-11 6-721 0 0,34-25 24 0 0,-42 27 24 0 0,-2-2-1 0 0,-1-2 1 0 0,-1-2-1 0 0,-1-2 1 0 0,-26 5-48 0 0,60-20-133 0 0,-55 10-1611 0 0,71-17 1706 0 0,0 1 0 0 0,0-1 0 0 0,-1 1 0 0 0,1-1 0 0 0,0 1 0 0 0,0-1-1 0 0,0 0 1 0 0,1 0 0 0 0,-1 1 0 0 0,0-1 0 0 0,0 0 0 0 0,0 0 0 0 0,1 0-1 0 0,-1 0 1 0 0,0 0 0 0 0,1 0 0 0 0,-1 0 0 0 0,0 0 0 0 0,1 0-1 0 0,0 0 1 0 0,-1 0 0 0 0,1 0 0 0 0,0-1 0 0 0,-1 1 0 0 0,1 0 0 0 0,0 0-1 0 0,0 0 1 0 0,0 0 0 0 0,0-1 0 0 0,0 1 0 0 0,0 0 0 0 0,0 0 0 0 0,1 0-1 0 0,-1 0 1 0 0,0-1 0 0 0,1 1 0 0 0,-1 0 0 0 0,1 0 0 0 0,-1 0-1 0 0,1 0 1 0 0,-1 0 0 0 0,1 0 0 0 0,0 0 0 0 0,-1 0 0 0 0,1 0 0 0 0,0 0-1 0 0,0 1 1 0 0,0-1 0 0 0,0 0 0 0 0,0 0 38 0 0,15-17-205 0 0,1 0 0 0 0,1 0 0 0 0,1 2 0 0 0,1 0 0 0 0,0 1 0 0 0,0 2 0 0 0,2 0 0 0 0,0 1 0 0 0,0 1 0 0 0,1 0 0 0 0,0 2 0 0 0,1 1-1 0 0,0 1 1 0 0,0 1 0 0 0,11 0 205 0 0,90-4 304 0 0,-40 31 158 0 0,-44-5-86 0 0,-28-11-161 0 0,-1 0 0 0 0,0 0 1 0 0,0 1-1 0 0,0 1 0 0 0,0 0 0 0 0,-1 0 1 0 0,0 1-1 0 0,-1 1 0 0 0,0 0 0 0 0,0 0 0 0 0,-1 1 1 0 0,1 2-216 0 0,-9-9 84 0 0,0 0 1 0 0,0 0-1 0 0,-1 0 1 0 0,0 0 0 0 0,1 0-1 0 0,-1 0 1 0 0,0 0-1 0 0,-1 0 1 0 0,1 0 0 0 0,0 0-1 0 0,-1 0 1 0 0,0 0-1 0 0,0 0 1 0 0,0 0 0 0 0,0 0-1 0 0,0-1 1 0 0,0 1-1 0 0,-1 0 1 0 0,1-1 0 0 0,-1 1-1 0 0,0-1 1 0 0,0 1-1 0 0,0-1 1 0 0,0 0-1 0 0,0 0 1 0 0,0 0 0 0 0,-1 0-1 0 0,1 0 1 0 0,-1 0-1 0 0,1-1 1 0 0,-1 1 0 0 0,-1-1-85 0 0,-32 27 52 0 0,-1-2 0 0 0,-2-2 0 0 0,0-1 0 0 0,-2-3 0 0 0,-29 11-52 0 0,44-21-382 0 0,1-2 1 0 0,-1 0-1 0 0,0-2 1 0 0,-1-1-1 0 0,0-1 0 0 0,0-1 1 0 0,0-1-1 0 0,-1-2 382 0 0,23-1-201 0 0,1 0 0 0 0,-1-1 0 0 0,1 1 0 0 0,0-1-1 0 0,0 0 1 0 0,0 0 0 0 0,0 0 0 0 0,0-1 0 0 0,0 1 0 0 0,0-1-1 0 0,1 0 1 0 0,-1 0 0 0 0,1-1 0 0 0,0 1 0 0 0,0 0 0 0 0,0-1-1 0 0,1 0 1 0 0,-1 0 0 0 0,1 0 0 0 0,0 0 0 0 0,0 0 0 0 0,0 0-1 0 0,1 0 1 0 0,-1-1 0 0 0,1 1 0 0 0,0-1 0 0 0,0 0 201 0 0,-3-6-1120 0 0,5-20-3539 0 0,12 12 3036 0 0</inkml:trace>
  <inkml:trace contextRef="#ctx0" brushRef="#br0" timeOffset="917.279">802 444 1184 0 0,'2'-1'104'0'0,"6"-5"451"0"0,1 1-1 0 0,-1 0 1 0 0,1 0 0 0 0,1 1 0 0 0,-1 1 0 0 0,0-1-1 0 0,1 1 1 0 0,0 1 0 0 0,0 0 0 0 0,0 0 0 0 0,0 1-1 0 0,5 0-554 0 0,64 37 2524 0 0,73 68 1974 0 0,-113-74-3587 0 0,0-2 0 0 0,2-2-1 0 0,1-2 1 0 0,35 15-911 0 0,-68-33-292 0 0,11 5-515 0 0,-10-15-4597 0 0,-44 1-2770 0 0,23 2 6712 0 0,-3 1 79 0 0</inkml:trace>
  <inkml:trace contextRef="#ctx0" brushRef="#br0" timeOffset="1292.649">985 765 2092 0 0,'-22'73'9210'0'0,"16"-43"-8477"0"0,5-70-1728 0 0,2 37 1159 0 0,1-1 0 0 0,-1 1-1 0 0,1 0 1 0 0,-1 0 0 0 0,1 0-1 0 0,0 0 1 0 0,0 0 0 0 0,0 0-1 0 0,0 0 1 0 0,1 1 0 0 0,-1-1-1 0 0,1 1 1 0 0,0 0 0 0 0,-1 0-1 0 0,1 0 1 0 0,0 0 0 0 0,0 0-1 0 0,0 0 1 0 0,1 1 0 0 0,-1 0-1 0 0,0-1 1 0 0,0 1 0 0 0,1 0-1 0 0,-1 1 1 0 0,1-1 0 0 0,-1 1-1 0 0,3-1-163 0 0,157-2 2618 0 0,-39 28-1531 0 0,-42 2 122 0 0,-37-1-373 0 0,-45-26-873 0 0,0 0-58 0 0,0 2-115 0 0,-24 39-467 0 0,19-35 332 0 0,-1 0 1 0 0,0-1-1 0 0,-1 1 1 0 0,1-1-1 0 0,-1 0 1 0 0,0-1 0 0 0,0 0-1 0 0,0 0 1 0 0,-1 0-1 0 0,1-1 1 0 0,-1 0-1 0 0,0-1 1 0 0,0 1-1 0 0,-4-1 345 0 0,-72 9-6071 0 0,74-10 5082 0 0,-58-4-4951 0 0,32-14 4641 0 0</inkml:trace>
  <inkml:trace contextRef="#ctx0" brushRef="#br0" timeOffset="1539.996">1009 866 1280 0 0,'32'-12'7755'0'0,"29"12"-4598"0"0,-36 1-2202 0 0,62-1 1423 0 0,-64 7-2216 0 0,-7-2-3442 0 0,-22-12-2754 0 0,-1-3 2868 0 0,3 3 1683 0 0</inkml:trace>
  <inkml:trace contextRef="#ctx0" brushRef="#br0" timeOffset="1759.964">1204 811 1360 0 0,'0'0'87'0'0,"0"-1"0"0"0,0 1 0 0 0,0-1 0 0 0,0 1 0 0 0,-1-1 0 0 0,1 1 0 0 0,0-1 0 0 0,0 1 0 0 0,0-1 0 0 0,-1 1 0 0 0,1 0 0 0 0,0-1 0 0 0,0 1 0 0 0,-1-1 0 0 0,1 1 0 0 0,0 0 0 0 0,-1-1 0 0 0,1 1 0 0 0,-1 0 0 0 0,1-1 0 0 0,0 1 0 0 0,-1 0 0 0 0,1 0 0 0 0,-1-1 0 0 0,1 1 0 0 0,-1 0 0 0 0,1 0 0 0 0,-1 0 0 0 0,1 0 0 0 0,-1-1 0 0 0,1 1 0 0 0,-1 0 0 0 0,1 0 0 0 0,-1 0 0 0 0,1 0 0 0 0,-1 0 0 0 0,1 0 0 0 0,-1 1 0 0 0,1-1 0 0 0,-1 0 0 0 0,1 0 0 0 0,-1 0 0 0 0,1 0 0 0 0,-1 0 0 0 0,1 1 0 0 0,0-1 0 0 0,-1 0 0 0 0,1 0 0 0 0,-1 1 0 0 0,1-1 0 0 0,0 0 0 0 0,-1 1 0 0 0,1-1 0 0 0,0 1 0 0 0,-1-1 0 0 0,1 0 0 0 0,0 1 0 0 0,-1-1 0 0 0,1 1 0 0 0,0-1 0 0 0,0 1 0 0 0,0-1 0 0 0,-1 1 0 0 0,1-1-87 0 0,-21 33 2643 0 0,1 9-1772 0 0,15-28-798 0 0,-2 1 0 0 0,0-1-1 0 0,-1 0 1 0 0,0 0 0 0 0,-1-1-1 0 0,0 0 1 0 0,-1-1 0 0 0,-8 8-73 0 0,-33 19 1408 0 0,90-29 2608 0 0,124-10-4026 0 0,-60-15-6350 0 0,-63 8 228 0 0,-38 7 4582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03.261"/>
    </inkml:context>
    <inkml:brush xml:id="br0">
      <inkml:brushProperty name="width" value="0.05" units="cm"/>
      <inkml:brushProperty name="height" value="0.05" units="cm"/>
      <inkml:brushProperty name="color" value="#FFFFFF"/>
    </inkml:brush>
  </inkml:definitions>
  <inkml:trace contextRef="#ctx0" brushRef="#br0">717 48 1416 0 0,'0'0'1351'0'0,"3"0"-131"0"0,17-7 4155 0 0,2-14-5360 0 0,-14 12 564 0 0,-20-1 1969 0 0,10 10 818 0 0,2 0-3224 0 0,0 0-13 0 0,2 4 1706 0 0,-28 2-629 0 0,25-3-1405 0 0,-1 0 121 0 0,-14 8 715 0 0,-9 9-692 0 0,-1 0 0 0 0,-1-2 1 0 0,-1-2-1 0 0,-1 0 0 0 0,0-2 1 0 0,-2 0 54 0 0,10-5-16 0 0,-239 99-2853 0 0,84-46-2434 0 0,116-42-1603 0 0,59-19 5278 0 0</inkml:trace>
  <inkml:trace contextRef="#ctx0" brushRef="#br0" timeOffset="251.781">243 256 2080 0 0,'23'19'5529'0'0,"1"23"-4164"0"0,-10-14-330 0 0,44 39-77 0 0,-56-66-1101 0 0,1 1 0 0 0,-1-1 1 0 0,1 0-1 0 0,-1 0 0 0 0,1 0 1 0 0,-1 0-1 0 0,1-1 0 0 0,0 1 1 0 0,0-1-1 0 0,-1 1 0 0 0,1-1 1 0 0,0 0-1 0 0,0 0 0 0 0,0 0 1 0 0,-1-1-1 0 0,1 1 0 0 0,0-1 1 0 0,-1 1-1 0 0,1-1 0 0 0,0 0 1 0 0,0 0 142 0 0,84-48-4250 0 0,-63 33 2689 0 0</inkml:trace>
  <inkml:trace contextRef="#ctx0" brushRef="#br0" timeOffset="582.968">690 246 2028 0 0,'-109'81'10143'0'0,"-204"96"-7906"0"0,137-97-1844 0 0,153-68-133 0 0,39-19 517 0 0,27-12-375 0 0,0 1 0 0 0,2 3 0 0 0,0 1 0 0 0,1 2 0 0 0,24-2-402 0 0,220-43 706 0 0,-286 56-715 0 0,2 1-193 0 0,0-1 1 0 0,0 0 0 0 0,-1 0 0 0 0,1 0-1 0 0,0-1 1 0 0,-1 0 0 0 0,1 0-1 0 0,-1 0 1 0 0,0-1 0 0 0,0 1 0 0 0,0-1-1 0 0,0 0 1 0 0,0-1 0 0 0,0 1-1 0 0,-1-1 202 0 0,-19-24-6071 0 0,-70-32-976 0 0,67 49 6180 0 0</inkml:trace>
  <inkml:trace contextRef="#ctx0" brushRef="#br0" timeOffset="1134.266">576 256 2904 0 0,'-42'-47'4701'0'0,"41"47"-4631"0"0,1 0 0 0 0,-1 0-1 0 0,1 0 1 0 0,-1 0 0 0 0,0 0-1 0 0,1 0 1 0 0,-1 0 0 0 0,0 1-1 0 0,1-1 1 0 0,-1 0 0 0 0,1 0-1 0 0,-1 0 1 0 0,0 0 0 0 0,1 1-1 0 0,-1-1 1 0 0,1 0 0 0 0,-1 1-1 0 0,1-1 1 0 0,-1 0 0 0 0,1 1-1 0 0,-1-1 1 0 0,1 1 0 0 0,-1-1-1 0 0,1 1 1 0 0,0-1 0 0 0,-1 1-1 0 0,1-1 1 0 0,0 1 0 0 0,-1-1-1 0 0,1 1 1 0 0,0-1 0 0 0,0 1-1 0 0,0 0 1 0 0,-1-1 0 0 0,1 1-1 0 0,0 0 1 0 0,0-1 0 0 0,0 1-1 0 0,0-1 1 0 0,0 1 0 0 0,0 0-1 0 0,0-1 1 0 0,0 1 0 0 0,0-1-1 0 0,0 1 1 0 0,1 0 0 0 0,-1-1-1 0 0,0 1-69 0 0,0 0 53 0 0,-40 365 4946 0 0,39-205-4961 0 0,-16-98-1342 0 0,11-89-5796 0 0,7 15 6304 0 0,-2-125-765 0 0,-32 21 3812 0 0,33 114-2173 0 0,0-1 0 0 0,0 1 0 0 0,-1 0 0 0 0,1 0 0 0 0,0-1 0 0 0,-1 1 0 0 0,1 0 0 0 0,-1 0 0 0 0,1 0 0 0 0,-1 0 0 0 0,0 0 0 0 0,1 0 0 0 0,-1 0 0 0 0,0 0 0 0 0,0 0 0 0 0,1 0 0 0 0,-1 0 0 0 0,0 0 0 0 0,0 0 0 0 0,0 1 0 0 0,0-1 0 0 0,0 0-1 0 0,0 1 1 0 0,-1-1 0 0 0,1 1 0 0 0,0-1 0 0 0,0 1 0 0 0,0-1 0 0 0,0 1 0 0 0,-1 0 0 0 0,1 0 0 0 0,0 0 0 0 0,0 0 0 0 0,-1-1 0 0 0,1 2 0 0 0,0-1 0 0 0,0 0 0 0 0,-1 0 0 0 0,1 0 0 0 0,0 0 0 0 0,0 1 0 0 0,0-1 0 0 0,-1 1 0 0 0,0 0-78 0 0,-13 11 398 0 0,0 2 0 0 0,0-1-1 0 0,2 2 1 0 0,0 0 0 0 0,0 1 0 0 0,2 0 0 0 0,-1 1 0 0 0,2 0 0 0 0,-5 13-398 0 0,-11 12 638 0 0,26-42-623 0 0,-1 0 0 0 0,1 1 0 0 0,-1-1-1 0 0,1 0 1 0 0,-1 0 0 0 0,1 1 0 0 0,-1-1-1 0 0,1 0 1 0 0,0 0 0 0 0,-1 1-1 0 0,1-1 1 0 0,-1 1 0 0 0,1-1 0 0 0,0 0-1 0 0,-1 1 1 0 0,1-1 0 0 0,0 1 0 0 0,0-1-1 0 0,-1 0 1 0 0,1 1 0 0 0,0-1 0 0 0,0 1-1 0 0,-1-1 1 0 0,1 1 0 0 0,0-1-1 0 0,0 1 1 0 0,0 0 0 0 0,0-1 0 0 0,0 1-1 0 0,0-1 1 0 0,0 1 0 0 0,0-1 0 0 0,0 1-1 0 0,0-1 1 0 0,0 1 0 0 0,0-1 0 0 0,1 1-1 0 0,-1-1 1 0 0,0 1 0 0 0,0-1 0 0 0,0 1-1 0 0,1-1 1 0 0,-1 1 0 0 0,0-1-1 0 0,1 0 1 0 0,-1 1 0 0 0,0-1 0 0 0,1 1-1 0 0,-1-1 1 0 0,0 0 0 0 0,1 1 0 0 0,-1-1-1 0 0,1 0 1 0 0,-1 0 0 0 0,1 1 0 0 0,-1-1-1 0 0,1 0 1 0 0,-1 0 0 0 0,1 1-1 0 0,-1-1 1 0 0,1 0 0 0 0,-1 0 0 0 0,1 0-1 0 0,-1 0 1 0 0,1 0 0 0 0,-1 0 0 0 0,1 0-1 0 0,-1 0 1 0 0,1 0 0 0 0,0 0-15 0 0,111-71 106 0 0,-72 49-384 0 0,1 2-1 0 0,1 1 0 0 0,1 3 0 0 0,38-9 279 0 0,5 2-1295 0 0,-85 23 1255 0 0,-1 0-12 0 0,0 0 39 0 0,0 0 44 0 0,0 0-90 0 0,0 0 5 0 0,18 14-82 0 0,-15 2-902 0 0,-20-1-5208 0 0,5-7 3825 0 0,6-2 838 0 0</inkml:trace>
  <inkml:trace contextRef="#ctx0" brushRef="#br0" timeOffset="1805.178">440 722 1896 0 0,'-10'12'804'0'0,"1"0"0"0"0,1 0-1 0 0,0 1 1 0 0,0 0 0 0 0,2 0-1 0 0,-1 1 1 0 0,2-1 0 0 0,0 1-1 0 0,0 1 1 0 0,1-1 0 0 0,1 1-1 0 0,1-1 1 0 0,0 1 0 0 0,0 5-804 0 0,2-18 16 0 0,-19 56-885 0 0,45-130-289 0 0,7-12 2410 0 0,-31 79-1094 0 0,0 1 0 0 0,0-1 0 0 0,0 1 0 0 0,1-1 0 0 0,-1 1 0 0 0,1 0 0 0 0,0 0 0 0 0,1 0 0 0 0,-1 1 0 0 0,1-1 0 0 0,-1 1 0 0 0,1 0 0 0 0,0 0 0 0 0,4-2-158 0 0,1 0 242 0 0,0 0 1 0 0,0 1 0 0 0,1 1 0 0 0,0-1 0 0 0,-1 1-1 0 0,1 1 1 0 0,0 0 0 0 0,0 0 0 0 0,0 1 0 0 0,1 1-1 0 0,-1-1 1 0 0,3 2-243 0 0,74 32 1192 0 0,-85-31-1243 0 0,1 1 0 0 0,0-1-1 0 0,-1 1 1 0 0,0-1 0 0 0,1 1-1 0 0,-1 0 1 0 0,0 0 0 0 0,-1 0-1 0 0,1 0 1 0 0,0 0 0 0 0,-1 0-1 0 0,1 0 1 0 0,-1 1 0 0 0,0-1-1 0 0,0 0 1 0 0,-1 1 0 0 0,1-1-1 0 0,-1 1 1 0 0,1-1 0 0 0,-1 1-1 0 0,0-1 1 0 0,-1 1 0 0 0,1-1-1 0 0,0 1 1 0 0,-1-1 0 0 0,0 1-1 0 0,0-1 1 0 0,0 0 0 0 0,0 1-1 0 0,-1-1 1 0 0,1 0 0 0 0,-1 0-1 0 0,0 0 1 0 0,1 0 0 0 0,-1 0-1 0 0,-1 0 1 0 0,1-1 0 0 0,0 1-1 0 0,-1-1 1 0 0,1 1 0 0 0,-4 1 51 0 0,1 2-319 0 0,0 0 1 0 0,-1-1 0 0 0,0 0 0 0 0,0 0 0 0 0,0 0 0 0 0,-1-1 0 0 0,1 0 0 0 0,-1 0 0 0 0,0 0 0 0 0,0-1 0 0 0,-1 0 0 0 0,1-1 0 0 0,0 1 0 0 0,-1-2 0 0 0,0 1 0 0 0,1-1 0 0 0,-1 0 0 0 0,0 0 0 0 0,-6-1 318 0 0,12 0 62 0 0,1 0 1 0 0,-1-1-1 0 0,0 1 0 0 0,1-1 1 0 0,-1 1-1 0 0,0-1 0 0 0,1 1 1 0 0,-1-1-1 0 0,1 0 0 0 0,-1 0 1 0 0,1 0-1 0 0,-1 0 1 0 0,1 0-1 0 0,0 0 0 0 0,-1 0 1 0 0,1 0-1 0 0,0 0 0 0 0,0-1 1 0 0,0 1-1 0 0,0 0 0 0 0,0-1 1 0 0,0 1-1 0 0,1-1 0 0 0,-1 1 1 0 0,0-1-1 0 0,1 0 0 0 0,-1 1 1 0 0,1-1-1 0 0,-1 0 1 0 0,1 1-1 0 0,0-1 0 0 0,0 0 1 0 0,0 1-1 0 0,0-1 0 0 0,0 0 1 0 0,0 1-1 0 0,0-1 0 0 0,0 0 1 0 0,1 1-1 0 0,-1-1 0 0 0,1 0 1 0 0,-1 1-1 0 0,1-1 0 0 0,0 1 1 0 0,0-1-1 0 0,-1 1 1 0 0,1-1-1 0 0,0 1 0 0 0,0-1 1 0 0,1 0-63 0 0,-2 3-13 0 0,0 0 0 0 0,-1-1 0 0 0,1 1 1 0 0,0 0-1 0 0,0-1 0 0 0,0 1 1 0 0,0 0-1 0 0,0-1 0 0 0,0 1 1 0 0,0 0-1 0 0,0-1 0 0 0,0 1 1 0 0,0 0-1 0 0,1-1 0 0 0,-1 1 0 0 0,0 0 1 0 0,0-1-1 0 0,1 1 0 0 0,-1-1 1 0 0,0 1-1 0 0,1 0 0 0 0,-1-1 1 0 0,0 1-1 0 0,1-1 0 0 0,-1 1 0 0 0,1-1 1 0 0,-1 1-1 0 0,1-1 0 0 0,-1 1 1 0 0,1-1-1 0 0,-1 0 0 0 0,1 1 1 0 0,0-1-1 0 0,-1 0 0 0 0,1 1 0 0 0,-1-1 1 0 0,1 0-1 0 0,0 0 0 0 0,-1 0 1 0 0,1 0-1 0 0,0 0 0 0 0,-1 1 1 0 0,1-1-1 0 0,0 0 0 0 0,-1 0 0 0 0,1-1 1 0 0,0 1-1 0 0,-1 0 0 0 0,1 0 1 0 0,0 0-1 0 0,-1 0 0 0 0,1 0 1 0 0,0-1-1 0 0,-1 1 0 0 0,1 0 0 0 0,0-1 1 0 0,-1 1-1 0 0,1 0 0 0 0,-1-1 1 0 0,1 1-1 0 0,-1-1 0 0 0,1 1 1 0 0,-1-1-1 0 0,1 1 0 0 0,-1-1 13 0 0,-18 18-2260 0 0,25-28 262 0 0,25-16 1207 0 0,7-7-1 0 0,-22 8-3204 0 0,-15 22 2762 0 0</inkml:trace>
  <inkml:trace contextRef="#ctx0" brushRef="#br0" timeOffset="3015.203">859 440 2616 0 0,'31'-13'7916'0'0,"26"12"-3551"0"0,-33 2-3461 0 0,-14 0-772 0 0,0 0 0 0 0,1 0 0 0 0,-1 1 1 0 0,0 1-1 0 0,0 0 0 0 0,0 0 0 0 0,-1 1 0 0 0,1 0 1 0 0,-1 1-1 0 0,4 2-132 0 0,-5-1 82 0 0,0 1 1 0 0,-1 1-1 0 0,1-1 1 0 0,-1 1-1 0 0,-1 0 0 0 0,0 1 1 0 0,0-1-1 0 0,-1 1 1 0 0,1 0-1 0 0,-2 1 1 0 0,0-1-1 0 0,0 1 0 0 0,-1 0 1 0 0,0 0-1 0 0,0 0 1 0 0,-1 0-1 0 0,0 1 0 0 0,-1-1 1 0 0,-1 1-1 0 0,1-1 1 0 0,-2 1-1 0 0,1-1 1 0 0,-1 0-1 0 0,-1 1 0 0 0,0-1 1 0 0,-1 0-1 0 0,0 0 1 0 0,0 0-1 0 0,-1 1-82 0 0,-1 7-54 0 0,-1-1 0 0 0,0 0 0 0 0,-1 0 0 0 0,-1-1 0 0 0,0 0 0 0 0,-1 0 0 0 0,-1-1 0 0 0,-10 13 54 0 0,17-25-179 0 0,0 0 0 0 0,0 1-1 0 0,-1-1 1 0 0,1 0 0 0 0,-1-1-1 0 0,1 1 1 0 0,-1-1 0 0 0,0 1 0 0 0,0-1-1 0 0,0 0 1 0 0,0-1 0 0 0,0 1-1 0 0,0-1 1 0 0,-1 1 0 0 0,1-1 0 0 0,0-1-1 0 0,-1 1 1 0 0,-1 0 179 0 0,5-1-515 0 0,-11-5-501 0 0,2-6 840 0 0,1-1-1 0 0,1 0 0 0 0,0-1 0 0 0,0 1 1 0 0,2-2-1 0 0,-1 1 0 0 0,2-1 0 0 0,0 0 1 0 0,0 0-1 0 0,2 0 0 0 0,0-1 0 0 0,-1-7 177 0 0,-2-4 154 0 0,0-26 543 0 0,6 51-444 0 0,0 1 52 0 0,0 0-119 0 0,3-11 253 0 0,20-1 226 0 0,-29 59 337 0 0,-23 23-1704 0 0,117-140-1016 0 0,71-59-2126 0 0,-21-22 3926 0 0,-90 116 4029 0 0,-43 38-3600 0 0,5 11-8 0 0,0 0 1 0 0,-1 0-1 0 0,0 1 0 0 0,-1 0 0 0 0,-1 0 0 0 0,-1 1 1 0 0,5 14-504 0 0,-3-10 260 0 0,-2 0-104 0 0,-1 0 1 0 0,-1 1-1 0 0,0-1 1 0 0,-2 1-1 0 0,0 0 1 0 0,-1 0-1 0 0,-2 14-156 0 0,0-20 13 0 0,-1-1 1 0 0,0 1-1 0 0,-1-1 0 0 0,0 0 1 0 0,-2 1-1 0 0,1-2 0 0 0,-2 1 1 0 0,0 0-14 0 0,4-8-42 0 0,0 0 0 0 0,0-1 0 0 0,0 1 0 0 0,-1-1 0 0 0,0 1 0 0 0,0-1 1 0 0,0 0-1 0 0,-1 0 0 0 0,0-1 0 0 0,0 1 0 0 0,0-1 0 0 0,0 0 0 0 0,-1 0 0 0 0,1 0 1 0 0,-1 0-1 0 0,0-1 0 0 0,-1 0 0 0 0,1 0 0 0 0,0 0 0 0 0,-1-1 0 0 0,1 0 0 0 0,-2 1 42 0 0,6-3-348 0 0,-11-4-408 0 0,4-3 604 0 0,1-1 1 0 0,0-1-1 0 0,1 1 1 0 0,0-1 0 0 0,0 0-1 0 0,1-1 1 0 0,0 1-1 0 0,1-1 1 0 0,0 0-1 0 0,0 0 1 0 0,1 0 0 0 0,0-1-1 0 0,1 1 1 0 0,0-1-1 0 0,1 0 1 0 0,0 1 0 0 0,1-1-1 0 0,0 0 1 0 0,1 1-1 0 0,0-2 152 0 0,2-72-82 0 0,-1 79 107 0 0,-1-2 74 0 0,1 1 0 0 0,0 0 0 0 0,0 0 0 0 0,1 0 0 0 0,-1 0 0 0 0,1 0 1 0 0,1 1-1 0 0,-1-1 0 0 0,1 1 0 0 0,0 0 0 0 0,0 0 0 0 0,0 1 0 0 0,1-1 0 0 0,0 0-99 0 0,-3 6 0 0 0,-1-1 0 0 0,0 1 0 0 0,0-1 1 0 0,0 1-1 0 0,1 0 0 0 0,-1 0 0 0 0,0-1 0 0 0,0 1 1 0 0,0 0-1 0 0,0 0 0 0 0,0 0 0 0 0,-1 0 0 0 0,1 0 0 0 0,0 0 1 0 0,0 1-1 0 0,-1-1 0 0 0,1 0 0 0 0,-1 0 0 0 0,1 0 1 0 0,-1 1-1 0 0,1-1 0 0 0,-1 0 0 0 0,0 0 0 0 0,1 1 1 0 0,-1-1-1 0 0,0 0 0 0 0,0 1 0 0 0,0-1 0 0 0,0 0 1 0 0,0 1-1 0 0,0-1 0 0 0,-1 0 0 0 0,1 1 0 0 0,0-1 1 0 0,-1 0-1 0 0,1 1 0 0 0,-1-1 0 0 0,1 0 0 0 0,-1 0 1 0 0,0 0-1 0 0,1 0 0 0 0,-1 0 0 0 0,0 1 0 0 0,1-2-1 0 0,-1 2-46 0 0,0 0 1 0 0,1 0-1 0 0,-1 0 0 0 0,1 0 1 0 0,-1 0-1 0 0,1 0 0 0 0,0 1 1 0 0,0-1-1 0 0,0 0 0 0 0,0 0 0 0 0,0 0 1 0 0,1 0-1 0 0,-1 0 0 0 0,1 0 1 0 0,-1 0-1 0 0,1 0 0 0 0,0 0 1 0 0,-1 0-1 0 0,1 0 0 0 0,0 0 0 0 0,0 0 1 0 0,1 0-1 0 0,-1 0 0 0 0,0-1 1 0 0,1 1-1 0 0,-1-1 0 0 0,1 1 1 0 0,-1-1-1 0 0,1 1 0 0 0,0-1 0 0 0,-1 0 1 0 0,1 0-1 0 0,0 0 0 0 0,0 0 1 0 0,0 0-1 0 0,0 0 0 0 0,0 0 1 0 0,0-1-1 0 0,0 1 0 0 0,0-1 0 0 0,0 1 1 0 0,1-1-1 0 0,-1 0 0 0 0,0 0 1 0 0,0 0-1 0 0,0 0 0 0 0,0 0 1 0 0,2-1 46 0 0,74-16-5022 0 0,-49-3 367 0 0,-20 14 3167 0 0</inkml:trace>
  <inkml:trace contextRef="#ctx0" brushRef="#br0" timeOffset="3418.296">1832 273 2136 0 0,'26'-1'7021'0'0,"-6"15"-5619"0"0,-22-8-1729 0 0,0 0-1 0 0,-1 0 1 0 0,0 0-1 0 0,0 0 1 0 0,0-1-1 0 0,0 1 1 0 0,-1-1 0 0 0,0 0-1 0 0,0 0 1 0 0,-1-1-1 0 0,1 1 1 0 0,-1-1-1 0 0,0 0 1 0 0,0 0 327 0 0,-30 32-2421 0 0,19-14 1069 0 0,-3 0 126 0 0</inkml:trace>
  <inkml:trace contextRef="#ctx0" brushRef="#br0" timeOffset="4023.354">1717 487 1044 0 0,'-5'8'475'0'0,"1"-1"1"0"0,0 0-1 0 0,0 1 0 0 0,1 0 1 0 0,0-1-1 0 0,1 1 0 0 0,-1 1 1 0 0,1-1-1 0 0,1 0 0 0 0,0 0 1 0 0,-1 6-476 0 0,33 32 1910 0 0,16-8-35 0 0,-42-36-1674 0 0,-1 0 0 0 0,0 1 0 0 0,0-1 0 0 0,0 1 0 0 0,-1 0 0 0 0,1 0 0 0 0,-1 0 0 0 0,1 1-1 0 0,-1-1 1 0 0,0 1 0 0 0,0-1 0 0 0,-1 1 0 0 0,1 0 0 0 0,-1 0 0 0 0,0 1 0 0 0,0-1 0 0 0,0 0 0 0 0,-1 1-1 0 0,1-1 1 0 0,-1 1 0 0 0,0-1 0 0 0,0 1 0 0 0,-1-1 0 0 0,1 2-201 0 0,-10 112 1694 0 0,8-74-1377 0 0,1-42-300 0 0,13 4-433 0 0,18-37-717 0 0,-2-1 0 0 0,0-2 0 0 0,-3 0 0 0 0,-1-2 0 0 0,-1-1 0 0 0,-2-1 0 0 0,8-21 1133 0 0,112-282-175 0 0,-66 186 3961 0 0,-76 154-3680 0 0,0 0 0 0 0,-1 1-1 0 0,1-1 1 0 0,0 0 0 0 0,0 1 0 0 0,0-1-1 0 0,0 0 1 0 0,1 0 0 0 0,-1 1-1 0 0,0-1 1 0 0,0 0 0 0 0,0 1-1 0 0,0-1 1 0 0,1 0 0 0 0,-1 1-1 0 0,0-1 1 0 0,1 1 0 0 0,-1-1-1 0 0,0 0 1 0 0,1 1 0 0 0,-1-1-1 0 0,1 1 1 0 0,-1-1 0 0 0,1 1-1 0 0,-1-1 1 0 0,1 1 0 0 0,-1 0-1 0 0,1-1 1 0 0,0 1 0 0 0,-1 0-1 0 0,1-1 1 0 0,-1 1 0 0 0,1 0-1 0 0,0 0 1 0 0,-1-1 0 0 0,1 1-1 0 0,0 0 1 0 0,-1 0 0 0 0,1 0 0 0 0,0 0-1 0 0,0 0 1 0 0,-1 0 0 0 0,1 0-1 0 0,0 0 1 0 0,-1 0 0 0 0,1 0-1 0 0,0 1 1 0 0,-1-1 0 0 0,1 0-1 0 0,0 0 1 0 0,-1 1 0 0 0,1-1-1 0 0,-1 0 1 0 0,1 1 0 0 0,0-1-1 0 0,-1 0 1 0 0,1 1 0 0 0,-1-1-1 0 0,1 1 1 0 0,-1-1 0 0 0,1 1-1 0 0,-1-1 1 0 0,0 1 0 0 0,1 0-1 0 0,-1-1 1 0 0,1 1-106 0 0,-21 48-77 0 0,-106 85-623 0 0,28-48 154 0 0,127-111-865 0 0,-12 13 160 0 0,-12 4-3573 0 0,-9 11-1596 0 0,1-2 4898 0 0</inkml:trace>
  <inkml:trace contextRef="#ctx0" brushRef="#br0" timeOffset="4634.428">2037 266 2440 0 0,'10'0'9772'0'0,"40"13"-5705"0"0,-27 2-3435 0 0,-1 0 0 0 0,0 1 0 0 0,-1 1 0 0 0,-1 1 0 0 0,12 15-632 0 0,24 19 834 0 0,45 6-712 0 0,-92-55-85 0 0,3-11-6356 0 0,-44-6-2753 0 0,21 13 7539 0 0,1 1 77 0 0</inkml:trace>
  <inkml:trace contextRef="#ctx0" brushRef="#br0" timeOffset="5203.992">1978 532 856 0 0,'0'0'285'0'0,"0"1"-1"0"0,0-1 0 0 0,0 1 1 0 0,0-1-1 0 0,0 1 1 0 0,0-1-1 0 0,0 1 1 0 0,0-1-1 0 0,0 1 1 0 0,0-1-1 0 0,0 1 0 0 0,0-1 1 0 0,0 1-1 0 0,0-1 1 0 0,0 0-1 0 0,0 1 1 0 0,-1-1-1 0 0,1 1 1 0 0,0-1-1 0 0,0 1 0 0 0,0-1 1 0 0,-1 0-1 0 0,1 1 1 0 0,0-1-1 0 0,-1 1 1 0 0,1-1-1 0 0,0 0 1 0 0,-1 1-1 0 0,1-1 0 0 0,-1 0 1 0 0,1 0-1 0 0,0 1 1 0 0,-1-1-1 0 0,1 0 1 0 0,-1 0-1 0 0,1 0 1 0 0,-1 1-1 0 0,1-1 0 0 0,-1 0 1 0 0,1 0-1 0 0,-1 0 1 0 0,1 0-1 0 0,0 0 1 0 0,-1 0-1 0 0,1 0 1 0 0,-1 0-1 0 0,1 0 0 0 0,-1 0 1 0 0,1 0-1 0 0,-1 0 1 0 0,1-1-285 0 0,14 9 438 0 0,0-2 0 0 0,0 0-1 0 0,1-1 1 0 0,0-1 0 0 0,0 0 0 0 0,0 0 0 0 0,1-2 0 0 0,-1 0 0 0 0,1-1 0 0 0,-1 0 0 0 0,1-2-1 0 0,0 1 1 0 0,9-3-438 0 0,20 2 604 0 0,-2 1-1490 0 0,-40-2 202 0 0,-3 2 616 0 0,-1 0 0 0 0,1 0 0 0 0,0 0 0 0 0,0 0 0 0 0,0-1 0 0 0,-1 1 0 0 0,1 0 0 0 0,0 0 0 0 0,0 0 0 0 0,0 0 0 0 0,0 0 1 0 0,0-1-1 0 0,-1 1 0 0 0,1 0 0 0 0,0 0 0 0 0,0 0 0 0 0,0 0 0 0 0,0-1 0 0 0,0 1 0 0 0,0 0 0 0 0,0 0 0 0 0,0 0 0 0 0,0-1 68 0 0,-280 120-3835 0 0,169-60 4549 0 0,80-42 2110 0 0,34-16-2398 0 0,128 2 1946 0 0,24-23-1506 0 0,184-22 260 0 0,-251 19-3128 0 0,-90 20-2524 0 0,-14-4 3486 0 0,-127-33-9383 0 0,116 28 8934 0 0,0 0-34 0 0</inkml:trace>
  <inkml:trace contextRef="#ctx0" brushRef="#br0" timeOffset="5470.829">2198 415 1272 0 0,'-10'-10'7015'0'0,"13"18"-2528"0"0,4 8-3972 0 0,14 150 3931 0 0,-16-80-3163 0 0,2 215 339 0 0,-8-193-6869 0 0,7-89 2345 0 0,16-22-6510 0 0,-17-2 7909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24.495"/>
    </inkml:context>
    <inkml:brush xml:id="br0">
      <inkml:brushProperty name="width" value="0.05" units="cm"/>
      <inkml:brushProperty name="height" value="0.05" units="cm"/>
      <inkml:brushProperty name="color" value="#FFFFFF"/>
    </inkml:brush>
  </inkml:definitions>
  <inkml:trace contextRef="#ctx0" brushRef="#br0">145 65 2484 0 0,'-2'-2'1861'0'0,"0"-4"615"0"0,7 4 5442 0 0,138-15-3593 0 0,-56 14-2886 0 0,42-26-370 0 0,-99 23-706 0 0,-29 6-277 0 0,-1 0 40 0 0,13 4 437 0 0,-12-2-549 0 0,0-1-1 0 0,0 1 1 0 0,0 0-1 0 0,0 0 1 0 0,-1 0-1 0 0,1-1 0 0 0,-1 1 1 0 0,1 0-1 0 0,-1 0 1 0 0,1 0-1 0 0,-1 0 1 0 0,0 0-1 0 0,0 0 1 0 0,0 0-1 0 0,0 0 1 0 0,0 0-1 0 0,-1 0 1 0 0,1 0-1 0 0,-1 0 1 0 0,1 0-1 0 0,-1 0 1 0 0,0 0-1 0 0,1 0 1 0 0,-1 0-1 0 0,0-1 1 0 0,-1 2-14 0 0,-69 111 292 0 0,46-83-421 0 0,-3-2 0 0 0,0-1 0 0 0,-1-1 0 0 0,-2-1 0 0 0,-1-2 0 0 0,-18 9 129 0 0,32-20-188 0 0,-77 52-1564 0 0,30-26-2328 0 0,64-39 2606 0 0,1 0-150 0 0,-16-11-5938 0 0,19 2 4431 0 0,1 4 1651 0 0</inkml:trace>
  <inkml:trace contextRef="#ctx0" brushRef="#br0" timeOffset="264.334">334 295 2380 0 0,'57'-3'6784'0'0,"-22"7"-4644"0"0,77 63 1407 0 0,-30 12-686 0 0,-69-68-1536 0 0,-5-2-2676 0 0,-3-6-5217 0 0,-21 5 2867 0 0,2-1 364 0 0,6-4 1693 0 0</inkml:trace>
  <inkml:trace contextRef="#ctx0" brushRef="#br0" timeOffset="825.174">23 647 2252 0 0,'-22'0'10949'0'0,"28"15"-4674"0"0,114-27-1604 0 0,135-20-2508 0 0,-84 3-1701 0 0,-42 17-1666 0 0,-127 12 624 0 0,-2 0-87 0 0,2 3-375 0 0,-2-2 877 0 0,1 0 0 0 0,-1 0 1 0 0,0 0-1 0 0,1-1 0 0 0,-1 1 1 0 0,0 0-1 0 0,0 0 0 0 0,1 0 1 0 0,-1 0-1 0 0,0 0 0 0 0,0 0 0 0 0,0 0 1 0 0,0 0-1 0 0,0 0 0 0 0,-1 0 1 0 0,1 0-1 0 0,0 0 0 0 0,0-1 1 0 0,-1 1-1 0 0,1 0 0 0 0,0 0 1 0 0,-1 0-1 0 0,1 0 0 0 0,-1 0 0 0 0,1-1 1 0 0,-1 1-1 0 0,1 0 0 0 0,-1 0 1 0 0,0-1-1 0 0,1 1 0 0 0,-1 0 1 0 0,0-1-1 0 0,1 1 0 0 0,-1-1 1 0 0,0 1-1 0 0,0-1 0 0 0,0 1 0 0 0,0-1 1 0 0,1 0-1 0 0,-1 1 0 0 0,0-1 1 0 0,0 0-1 0 0,0 0 0 0 0,0 0 1 0 0,0 1-1 0 0,0-1 0 0 0,0 0 0 0 0,0 0 1 0 0,0 0-1 0 0,0-1 165 0 0,-97 25-11102 0 0,77-15 9528 0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22.145"/>
    </inkml:context>
    <inkml:brush xml:id="br0">
      <inkml:brushProperty name="width" value="0.05" units="cm"/>
      <inkml:brushProperty name="height" value="0.05" units="cm"/>
      <inkml:brushProperty name="color" value="#FFFFFF"/>
    </inkml:brush>
  </inkml:definitions>
  <inkml:trace contextRef="#ctx0" brushRef="#br0">200 85 2812 0 0,'0'0'1535'0'0,"0"0"-147"0"0,0 0-123 0 0,0 0 31 0 0,0 0-113 0 0,0 0-88 0 0,0 0-146 0 0,0 0-115 0 0,0-10 594 0 0,29 33 610 0 0,-27-21-2169 0 0,1 0 0 0 0,-1 0 0 0 0,0 1 0 0 0,0-1 0 0 0,0 1 0 0 0,0-1 0 0 0,0 1 0 0 0,-1-1 0 0 0,1 1 0 0 0,-1 0 0 0 0,0 0 0 0 0,1 0 0 0 0,-1 0 0 0 0,-1 0 0 0 0,1 0 0 0 0,0 0 0 0 0,-1 0 0 0 0,1 0 0 0 0,-1 0 0 0 0,0 1 0 0 0,0-1 0 0 0,-1 0 0 0 0,1 0 0 0 0,0 0 0 0 0,-1 0 0 0 0,0 0 0 0 0,0 1 131 0 0,-46 98-9858 0 0,38-87 8326 0 0</inkml:trace>
  <inkml:trace contextRef="#ctx0" brushRef="#br0" timeOffset="452.337">40 366 1724 0 0,'-18'5'7586'0'0,"33"-3"-2627"0"0,7-7-4363 0 0,1 0 0 0 0,-1-2 0 0 0,0-1 0 0 0,-1 0 0 0 0,0-2 0 0 0,0 0 0 0 0,15-11-596 0 0,24-11 643 0 0,43-14 773 0 0,-103 46-1317 0 0,0 0 12 0 0,0 0-8 0 0,2 3-31 0 0,-2 4-50 0 0,0-1 1 0 0,0 0 0 0 0,-1 1 0 0 0,0-1-1 0 0,0 0 1 0 0,0 1 0 0 0,-1-1 0 0 0,1 0 0 0 0,-2 0-1 0 0,1 0 1 0 0,-1-1 0 0 0,0 1 0 0 0,0 0-1 0 0,0-1 1 0 0,-1 0 0 0 0,0 0 0 0 0,-4 4-23 0 0,-11 22 61 0 0,-138 199 76 0 0,137-205-297 0 0,-64 77 84 0 0,23-38-2814 0 0,61-64 2733 0 0,0-1 0 0 0,0 1 0 0 0,0 0 0 0 0,0 0-1 0 0,0-1 1 0 0,0 1 0 0 0,0 0 0 0 0,0 0 0 0 0,0-1 0 0 0,0 1-1 0 0,0 0 1 0 0,0 0 0 0 0,0-1 0 0 0,0 1 0 0 0,0 0-1 0 0,0 0 1 0 0,0-1 0 0 0,0 1 0 0 0,0 0 0 0 0,0 0 0 0 0,-1 0-1 0 0,1-1 1 0 0,0 1 0 0 0,0 0 0 0 0,0 0 0 0 0,0 0-1 0 0,0-1 1 0 0,-1 1 0 0 0,1 0 0 0 0,0 0 0 0 0,0 0 0 0 0,0 0-1 0 0,-1-1 1 0 0,1 1 0 0 0,0 0 0 0 0,0 0 0 0 0,-1 0-1 0 0,1 0 1 0 0,0 0 0 0 0,0 0 0 0 0,-1 0 0 0 0,1 0 0 0 0,0 0-1 0 0,0 0 1 0 0,-1 0 0 0 0,1 0 0 0 0,0 0 0 0 0,0 0-1 0 0,-1 0 1 0 0,1 0 0 0 0,0 0 0 0 0,0 0 0 0 0,-1 0 0 0 0,1 0-1 0 0,0 0 1 0 0,0 1 0 0 0,0-1 0 0 0,-1 0 157 0 0,8-23-5741 0 0,-4 16 4306 0 0</inkml:trace>
  <inkml:trace contextRef="#ctx0" brushRef="#br0" timeOffset="699.439">241 559 1132 0 0,'30'13'5827'0'0,"12"28"-3093"0"0,-33-30-2053 0 0,94 135 4090 0 0,-68-104-4340 0 0,-35-41-1054 0 0,0-1-208 0 0,-8-5-7152 0 0,0-4 5310 0 0,4 4 1451 0 0</inkml:trace>
  <inkml:trace contextRef="#ctx0" brushRef="#br0" timeOffset="1518.562">556 64 2736 0 0,'0'0'1152'0'0,"0"0"-60"0"0,0-3-76 0 0,0-11-127 0 0,3 10-15 0 0,-1 4-742 0 0,0-1 1 0 0,0 1-1 0 0,0-1 1 0 0,0 0-1 0 0,0 0 1 0 0,0 0-1 0 0,0 0 1 0 0,-1 0-1 0 0,1 0 1 0 0,0 0-1 0 0,-1-1 1 0 0,1 1-1 0 0,-1-1 1 0 0,1 1-1 0 0,-1-1 1 0 0,0 1-1 0 0,1-1 0 0 0,-1 0 1 0 0,0 0-1 0 0,0 0 1 0 0,0 1-1 0 0,-1-1 1 0 0,1 0-1 0 0,0 0 1 0 0,-1 0-1 0 0,1 0 1 0 0,-1 0-1 0 0,0-2-132 0 0,11 28 3193 0 0,25 287-506 0 0,-25 19-1507 0 0,-11-189-6277 0 0,0-123 3795 0 0,0-16-515 0 0,-1 0 64 0 0,-3 4 992 0 0,4-7-2607 0 0,5-6 1447 0 0,0 2 540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40.624"/>
    </inkml:context>
    <inkml:brush xml:id="br0">
      <inkml:brushProperty name="width" value="0.05" units="cm"/>
      <inkml:brushProperty name="height" value="0.05" units="cm"/>
      <inkml:brushProperty name="color" value="#FFFFFF"/>
    </inkml:brush>
  </inkml:definitions>
  <inkml:trace contextRef="#ctx0" brushRef="#br0">1 81 1772 0 0,'0'0'1584'0'0,"0"0"-180"0"0,0 0-171 0 0,0 0-88 0 0,0 0-124 0 0,0 0-93 0 0,0 0-135 0 0,0 0-87 0 0,0 0-72 0 0,0 0 11 0 0,5-3-124 0 0,17-6-129 0 0,12 4-5439 0 0,-3-8 436 0 0,-15 6 3011 0 0</inkml:trace>
  <inkml:trace contextRef="#ctx0" brushRef="#br0" timeOffset="279.618">228 0 1736 0 0,'58'1'9878'0'0,"-67"20"-18742"0"0,5-17 7678 0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39.526"/>
    </inkml:context>
    <inkml:brush xml:id="br0">
      <inkml:brushProperty name="width" value="0.05" units="cm"/>
      <inkml:brushProperty name="height" value="0.05" units="cm"/>
      <inkml:brushProperty name="color" value="#FFFFFF"/>
    </inkml:brush>
  </inkml:definitions>
  <inkml:trace contextRef="#ctx0" brushRef="#br0">7 0 1912 0 0,'5'34'8239'0'0,"-10"-13"-6439"0"0,-2 11-8358 0 0,9-32 3501 0 0,2-2 1569 0 0</inkml:trace>
  <inkml:trace contextRef="#ctx0" brushRef="#br0" timeOffset="251.938">127 63 1612 0 0,'7'6'2238'0'0,"25"29"5267"0"0,-37-6-6225 0 0,-98 57-9439 0 0,76-70 6595 0 0,0 2 148 0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34.844"/>
    </inkml:context>
    <inkml:brush xml:id="br0">
      <inkml:brushProperty name="width" value="0.05" units="cm"/>
      <inkml:brushProperty name="height" value="0.05" units="cm"/>
      <inkml:brushProperty name="color" value="#FFFFFF"/>
    </inkml:brush>
  </inkml:definitions>
  <inkml:trace contextRef="#ctx0" brushRef="#br0">111 8 2028 0 0,'9'9'6234'0'0,"0"16"-5005"0"0,22 136 3739 0 0,-27-51-5558 0 0,-18-59-1840 0 0,-3-19-5169 0 0,15-31 5983 0 0</inkml:trace>
  <inkml:trace contextRef="#ctx0" brushRef="#br0" timeOffset="358.133">19 238 2056 0 0,'-18'-26'10403'0'0,"32"10"-6450"0"0,35 1-3038 0 0,0 2-1 0 0,0 3 1 0 0,1 2-1 0 0,0 1 1 0 0,0 3-1 0 0,33 3-914 0 0,60 10-446 0 0,-111-3-929 0 0,-21-6-4192 0 0,-23-23-5491 0 0,7 19 9777 0 0</inkml:trace>
  <inkml:trace contextRef="#ctx0" brushRef="#br0" timeOffset="642.102">511 0 3736 0 0,'5'23'9273'0'0,"-4"17"-5575"0"0,-15 85-4100 0 0,-21-51-1506 0 0,-4-17-2899 0 0,-4-2-1548 0 0,35-50 4936 0 0</inkml:trace>
  <inkml:trace contextRef="#ctx0" brushRef="#br0" timeOffset="957.109">203 412 964 0 0,'17'4'6097'0'0,"6"13"-2769"0"0,2 1-1335 0 0,35 25 126 0 0,-60-42-2374 0 0,0 1 1 0 0,1-1-1 0 0,-1 0 0 0 0,0 0 0 0 0,0 1 0 0 0,0-1 0 0 0,0 0 0 0 0,0 0 0 0 0,0 1 0 0 0,0-1 0 0 0,-1 0 0 0 0,1 0 0 0 0,0 1 1 0 0,-1-1-1 0 0,1 0 0 0 0,-1 0 0 0 0,1 0 0 0 0,-1 0 0 0 0,1 0 0 0 0,-1 1 0 0 0,0-1 0 0 0,0 0 0 0 0,1-1 0 0 0,-1 1 1 0 0,0 0-1 0 0,0 0 0 0 0,0 0 0 0 0,0 0 0 0 0,0-1 0 0 0,0 1 0 0 0,0 0 0 0 0,0-1 0 0 0,-1 1 255 0 0,-12 7-2987 0 0,7-3 1609 0 0</inkml:trace>
  <inkml:trace contextRef="#ctx0" brushRef="#br0" timeOffset="1633.204">127 574 1388 0 0,'-50'5'9906'0'0,"75"-11"-4693"0"0,45 7-2768 0 0,51-1-1254 0 0,-54 17-791 0 0,-65-17-396 0 0,-1 0 0 0 0,0 0 0 0 0,1 1 0 0 0,-1-1-1 0 0,0 0 1 0 0,1 1 0 0 0,-1-1 0 0 0,0 1 0 0 0,1-1 0 0 0,-1 1-1 0 0,0 0 1 0 0,0-1 0 0 0,0 1 0 0 0,1 0 0 0 0,-1 0-1 0 0,0 0 1 0 0,0 0 0 0 0,0 0 0 0 0,0 0 0 0 0,-1 0 0 0 0,1 0-1 0 0,0 0 1 0 0,0 0 0 0 0,-1 1 0 0 0,1-1 0 0 0,0 0 0 0 0,-1 1-1 0 0,0-1 1 0 0,1 0 0 0 0,-1 1 0 0 0,0-1 0 0 0,1 0 0 0 0,-1 1-1 0 0,0-1 1 0 0,0 1 0 0 0,0-1 0 0 0,0 0 0 0 0,0 1 0 0 0,-1-1-1 0 0,1 0 1 0 0,0 1 0 0 0,-1-1 0 0 0,1 0 0 0 0,-1 1 0 0 0,1-1-1 0 0,-1 0 1 0 0,0 1 0 0 0,1-1 0 0 0,-1 0 0 0 0,0 0 0 0 0,0 0-1 0 0,0 0 1 0 0,0 0 0 0 0,0 0 0 0 0,0 0-4 0 0,-9 10-25 0 0,0 0-1 0 0,-1-1 1 0 0,-1 0 0 0 0,1-1 0 0 0,-1 0 0 0 0,-1-1-1 0 0,0-1 1 0 0,0 0 0 0 0,0 0 0 0 0,-1-1-1 0 0,0-1 1 0 0,-5 1 25 0 0,-135 20 742 0 0,136-10-650 0 0,48 1 966 0 0,32 18-389 0 0,2-3-1 0 0,0-3 0 0 0,2-3 0 0 0,1-2 0 0 0,26 3-668 0 0,112-3-3542 0 0,-132-47-615 0 0,106-19-10696 0 0,-152 37 13621 0 0</inkml:trace>
  <inkml:trace contextRef="#ctx0" brushRef="#br0" timeOffset="2451.977">1040 452 1616 0 0,'11'5'11758'0'0,"6"3"-6956"0"0,35 5-2620 0 0,40 2-1115 0 0,325-15 1095 0 0,-357 5-5427 0 0,-75 3-1770 0 0,-36-10-7486 0 0,39 2 10815 0 0</inkml:trace>
  <inkml:trace contextRef="#ctx0" brushRef="#br0" timeOffset="2845.198">1310 260 2156 0 0,'4'-9'5257'0'0,"-4"10"-2614"0"0,2 10-1375 0 0,2 144 1877 0 0,-4 70-2033 0 0,-22-142-2813 0 0,9-50-1631 0 0,-8-5-3569 0 0,15-24 5458 0 0</inkml:trace>
  <inkml:trace contextRef="#ctx0" brushRef="#br0" timeOffset="3208.366">1186 781 2128 0 0,'-15'0'6481'0'0,"7"-1"-1696"0"0,20 3-2298 0 0,45-10 624 0 0,97-7-1251 0 0,-65 15-1317 0 0,-52 0-3204 0 0,-26 15 742 0 0,-41 23-6181 0 0,-39 8 2206 0 0,49-37 4341 0 0</inkml:trace>
  <inkml:trace contextRef="#ctx0" brushRef="#br0" timeOffset="4179.999">147 1133 1676 0 0,'-70'3'15242'0'0,"72"0"-11002"0"0,19-6-3671 0 0,864 3 4113 0 0,-661-11-4412 0 0,-7 11 14 0 0,-100-30-153 0 0,-68 12 9 0 0,5-1-471 0 0,-68 30-3085 0 0,-74 22-3451 0 0,26-31-3044 0 0,8-33 5447 0 0,45 25 3067 0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27.185"/>
    </inkml:context>
    <inkml:brush xml:id="br0">
      <inkml:brushProperty name="width" value="0.05" units="cm"/>
      <inkml:brushProperty name="height" value="0.05" units="cm"/>
      <inkml:brushProperty name="color" value="#FFFFFF"/>
    </inkml:brush>
  </inkml:definitions>
  <inkml:trace contextRef="#ctx0" brushRef="#br0">113 417 1080 0 0,'0'0'1828'0'0,"0"-4"-234"0"0,3-6-1187 0 0,20 4 9547 0 0,-10 6-9149 0 0,111 26 5490 0 0,21-23-3117 0 0,-2-23-1965 0 0,13 1-1193 0 0,-129 9-1988 0 0,-24 8-3659 0 0,-46 23-611 0 0,-20 17 1210 0 0,-15 9 981 0 0,51-35 2841 0 0</inkml:trace>
  <inkml:trace contextRef="#ctx0" brushRef="#br0" timeOffset="263.154">325 473 1480 0 0,'-8'10'5517'0'0,"-1"16"-3609"0"0,7-21-1614 0 0,-104 252 5662 0 0,31-111-6139 0 0,50-118-1960 0 0,24-27 1068 0 0,1-1-403 0 0,2-49-4607 0 0,-1 45 5910 0 0,11-24-1389 0 0,1 2 148 0 0</inkml:trace>
  <inkml:trace contextRef="#ctx0" brushRef="#br0" timeOffset="515.129">297 666 1908 0 0,'43'60'5832'0'0,"-39"-52"-5185"0"0,34 146 3450 0 0,-32-149-9098 0 0,9-29 1337 0 0,-14 22 2706 0 0,3-6-599 0 0</inkml:trace>
  <inkml:trace contextRef="#ctx0" brushRef="#br0" timeOffset="749.031">602 441 1332 0 0,'6'8'6303'0'0,"-7"15"-3968"0"0,1-23-2235 0 0,-70 212 4892 0 0,9-95-5351 0 0,38-90-1217 0 0,23-42-153 0 0,52-67 639 0 0,-12 49 1254 0 0,-2 31 638 0 0,-33 2-730 0 0,-1 0 0 0 0,1 1 1 0 0,-1-1-1 0 0,1 1 1 0 0,-1 0-1 0 0,1 0 0 0 0,-1 1 1 0 0,1-1-1 0 0,-1 1 1 0 0,0 0-1 0 0,0 0 0 0 0,0 0 1 0 0,0 1-1 0 0,0-1 1 0 0,0 1-1 0 0,-1 0 0 0 0,1 0 1 0 0,-1 0-1 0 0,0 1 1 0 0,0-1-1 0 0,0 1 0 0 0,-1 0 1 0 0,1 0-1 0 0,0 1-72 0 0,-2-3-345 0 0,0 1 0 0 0,0-1-1 0 0,0 0 1 0 0,-1 0 0 0 0,1 1 0 0 0,-1-1-1 0 0,1 0 1 0 0,-1 1 0 0 0,0-1 0 0 0,0 0-1 0 0,0 1 1 0 0,0-1 0 0 0,0 1 0 0 0,-1-1-1 0 0,1 0 1 0 0,-1 1 0 0 0,0-1 0 0 0,1 0-1 0 0,-1 0 1 0 0,0 0 0 0 0,0 1 0 0 0,0-1-1 0 0,-1 0 1 0 0,1 0 0 0 0,0 0 0 0 0,-2 0 345 0 0,-17 22-1124 0 0,2-9-271 0 0</inkml:trace>
  <inkml:trace contextRef="#ctx0" brushRef="#br0" timeOffset="1390.178">7 778 1856 0 0,'-7'33'4504'0'0,"8"19"-2655"0"0,0-16-904 0 0,-1 103 338 0 0,14-78-1489 0 0,-5-8-2128 0 0,0-91 122 0 0,14-81 2739 0 0,-13 65 144 0 0,-9 38-202 0 0,1 0 0 0 0,0 0-1 0 0,2 1 1 0 0,-1-1 0 0 0,2 1 0 0 0,0 0 0 0 0,1 0 0 0 0,1 0-1 0 0,0 1 1 0 0,1 0 0 0 0,0 0 0 0 0,1 1 0 0 0,1 0 0 0 0,5-6-469 0 0,2 5 495 0 0,0 1 1 0 0,1 1-1 0 0,1 1 1 0 0,0 0-1 0 0,0 1 1 0 0,1 1-1 0 0,0 1 1 0 0,1 1-1 0 0,0 0 1 0 0,0 2-1 0 0,0 1 1 0 0,1 0-1 0 0,-1 1 1 0 0,1 2-1 0 0,0 0 1 0 0,5 2-496 0 0,116 12 1020 0 0,-129-12-937 0 0,0 2-1 0 0,-1-1 0 0 0,1 2 1 0 0,0 0-1 0 0,-1 0 0 0 0,0 1 1 0 0,0 1-1 0 0,-1 0 0 0 0,1 1 1 0 0,-1 0-1 0 0,-1 1 0 0 0,1 0 1 0 0,-1 1-1 0 0,-1 0 1 0 0,0 1-1 0 0,0 0 0 0 0,-1 0 1 0 0,0 1-1 0 0,-1 1 0 0 0,6 9-82 0 0,-10-15 55 0 0,-1 1 0 0 0,0-1 0 0 0,-1 1 0 0 0,1-1 0 0 0,-1 1 0 0 0,-1 0 0 0 0,1 0 0 0 0,-1 0 0 0 0,0 0 0 0 0,-1 0 1 0 0,0 0-1 0 0,0 0 0 0 0,0 0 0 0 0,-1 0 0 0 0,0 2-55 0 0,-52 142 229 0 0,50-142-314 0 0,-1 1 0 0 0,0 0 0 0 0,0-1-1 0 0,-1 0 1 0 0,-1 0 0 0 0,1 0 0 0 0,-1-1 0 0 0,-1 0 0 0 0,1 0-1 0 0,-1-1 1 0 0,-1 1 0 0 0,1-2 0 0 0,-1 1 0 0 0,-1-1 0 0 0,1 0-1 0 0,-1-1 1 0 0,0 1 0 0 0,-10 2 85 0 0,13-6-261 0 0,-1-1 0 0 0,1 0 0 0 0,-1 0 1 0 0,1-1-1 0 0,-1 0 0 0 0,1 0 0 0 0,-1-1 0 0 0,0 0 0 0 0,1 0 0 0 0,-1 0 0 0 0,1-1 0 0 0,0 0 0 0 0,0 0 1 0 0,-1-1-1 0 0,1 1 0 0 0,1-1 0 0 0,-1-1 0 0 0,-2-1 261 0 0,-15-6-1130 0 0,1 1-626 0 0,0-1 1 0 0,1-2 0 0 0,0 0 0 0 0,1-1-1 0 0,0-1 1 0 0,-3-5 1755 0 0,1-9-3298 0 0,13 17 1830 0 0</inkml:trace>
  <inkml:trace contextRef="#ctx0" brushRef="#br0" timeOffset="1803.186">1199 351 1336 0 0,'0'-3'1533'0'0,"6"-13"11216"0"0,12 17-10450 0 0,-18-1-2301 0 0,275 3 5164 0 0,-246-3-5315 0 0,38 0 429 0 0,-25-2-5055 0 0,-77 24-7581 0 0,21-19 9390 0 0,8-4 1479 0 0</inkml:trace>
  <inkml:trace contextRef="#ctx0" brushRef="#br0" timeOffset="2069.253">1515 351 1896 0 0,'-48'23'9982'0'0,"-14"43"-8604"0"0,39-37-580 0 0,9-13-1162 0 0,-1-1-1 0 0,0 0 1 0 0,-2-1 0 0 0,1 0-1 0 0,-1-1 1 0 0,-1-1 0 0 0,0-1 0 0 0,-1-1-1 0 0,0 0 1 0 0,-18 6 364 0 0,13-12-2694 0 0,22-3 1122 0 0,-6-1-1615 0 0,6 0 1541 0 0</inkml:trace>
  <inkml:trace contextRef="#ctx0" brushRef="#br0" timeOffset="2321.753">1115 599 984 0 0,'2'48'8561'0'0,"3"3"-5933"0"0,2 61-1009 0 0,-5 130 462 0 0,-18-207-3697 0 0,16-35 911 0 0,0-19-5007 0 0,2-57 524 0 0,-2 50 4656 0 0</inkml:trace>
  <inkml:trace contextRef="#ctx0" brushRef="#br0" timeOffset="2573.336">1117 911 2716 0 0,'16'-128'3516'0'0,"-13"115"-3045"0"0,0 0 1 0 0,1 1-1 0 0,1-1 0 0 0,0 1 1 0 0,0 0-1 0 0,1 1 0 0 0,1-1 1 0 0,0 1-1 0 0,1 1 0 0 0,0-1 1 0 0,0 1-1 0 0,1 1 0 0 0,0-1 1 0 0,1 1-1 0 0,0 1 1 0 0,0 0-1 0 0,1 0 0 0 0,0 1 1 0 0,0 1-1 0 0,1 0 0 0 0,0 0 1 0 0,0 1-1 0 0,0 1 0 0 0,1 0 1 0 0,-1 0-1 0 0,1 2 0 0 0,0-1 1 0 0,5 1-472 0 0,116 1 2847 0 0,-35 27-1705 0 0,-93-24-1082 0 0,0 0-1 0 0,-1 1 1 0 0,1 0 0 0 0,-1 0-1 0 0,0 0 1 0 0,0 1 0 0 0,0 0-1 0 0,-1 0 1 0 0,1 0 0 0 0,-1 0-1 0 0,0 1 1 0 0,0 0 0 0 0,0 0-1 0 0,-1 0 1 0 0,0 0 0 0 0,0 0 0 0 0,0 1-1 0 0,0-1 1 0 0,-1 1 0 0 0,0 0-1 0 0,0-1 1 0 0,0 7-60 0 0,13 133-850 0 0,-33-34-682 0 0,-13-18-2249 0 0,1-37-1731 0 0,-6-31-5107 0 0,36-25 9149 0 0</inkml:trace>
  <inkml:trace contextRef="#ctx0" brushRef="#br0" timeOffset="2745.315">1309 704 1988 0 0,'-3'3'8721'0'0,"0"29"-6722"0"0,2-11-1088 0 0,-1 34 599 0 0,-28 102-982 0 0,13-105-1661 0 0,1-22-3101 0 0,13-29-2233 0 0,1-10 5569 0 0,2 9 344 0 0,0-9-981 0 0</inkml:trace>
  <inkml:trace contextRef="#ctx0" brushRef="#br0" timeOffset="3010.514">1298 771 2648 0 0,'8'-4'864'0'0,"-1"1"-1"0"0,0-1 0 0 0,1 1 1 0 0,0 1-1 0 0,-1-1 1 0 0,1 1-1 0 0,0 1 1 0 0,0 0-1 0 0,1 0 0 0 0,-1 0 1 0 0,0 1-1 0 0,0 0 1 0 0,0 1-1 0 0,2 0-863 0 0,9-1 617 0 0,-18 1-728 0 0,0-1-1 0 0,1 1 1 0 0,-1 0-1 0 0,0 0 1 0 0,0 0-1 0 0,0 0 1 0 0,0 0-1 0 0,0 0 1 0 0,0 1-1 0 0,0-1 1 0 0,0 0-1 0 0,-1 0 1 0 0,1 1-1 0 0,0-1 1 0 0,-1 0-1 0 0,1 1 1 0 0,-1-1 0 0 0,1 1-1 0 0,-1-1 1 0 0,0 1-1 0 0,0-1 1 0 0,1 1-1 0 0,-1-1 1 0 0,0 1-1 0 0,0-1 1 0 0,-1 1-1 0 0,1-1 1 0 0,0 0-1 0 0,0 1 1 0 0,-1-1-1 0 0,1 1 1 0 0,-1-1-1 0 0,1 1 1 0 0,-1-1-1 0 0,0 0 1 0 0,1 1-1 0 0,-1-1 1 0 0,0 0-1 0 0,0 0 1 0 0,0 0-1 0 0,0 1 1 0 0,0-1-1 0 0,0 0 1 0 0,-1 0 111 0 0,-4 11-807 0 0,-1 0 1 0 0,0-1 0 0 0,-1 0 0 0 0,-1 0 0 0 0,0-1-1 0 0,0 0 1 0 0,0 0 0 0 0,-2-1 0 0 0,0 0 806 0 0,-10 7-1508 0 0</inkml:trace>
  <inkml:trace contextRef="#ctx0" brushRef="#br0" timeOffset="3262.487">1296 961 1360 0 0,'1'0'162'0'0,"-1"0"-1"0"0,0 0 1 0 0,1 0-1 0 0,-1 1 1 0 0,0-1-1 0 0,1 0 1 0 0,-1 0 0 0 0,0 0-1 0 0,1 0 1 0 0,-1 0-1 0 0,0 1 1 0 0,0-1-1 0 0,1 0 1 0 0,-1 0-1 0 0,0 1 1 0 0,0-1-1 0 0,1 0 1 0 0,-1 0 0 0 0,0 1-1 0 0,0-1 1 0 0,0 0-1 0 0,1 1 1 0 0,-1-1-1 0 0,0 0 1 0 0,0 0-1 0 0,0 1 1 0 0,0-1 0 0 0,0 0-1 0 0,0 1 1 0 0,0-1-1 0 0,0 0 1 0 0,1 1-1 0 0,-1-1 1 0 0,0 1-1 0 0,-1-1 1 0 0,1 0 0 0 0,0 1-1 0 0,0-1 1 0 0,0 0-1 0 0,0 1 1 0 0,0-1-1 0 0,0 0 1 0 0,0 0-1 0 0,0 1 1 0 0,-1-1-1 0 0,1 0 1 0 0,0 1 0 0 0,0-1-1 0 0,0 0 1 0 0,-1 0-1 0 0,1 1 1 0 0,0-1-1 0 0,0 0 1 0 0,-1 0-1 0 0,1 1 1 0 0,0-1-162 0 0,36-10 2063 0 0,-28 7-1690 0 0,107-33 1630 0 0,-100 26-3318 0 0,8-27-9391 0 0,-22 30 9425 0 0</inkml:trace>
  <inkml:trace contextRef="#ctx0" brushRef="#br0" timeOffset="3263.487">1523 621 1160 0 0,'-5'24'8502'0'0,"5"29"-7142"0"0,1-26-269 0 0,-4 1-1233 0 0,-1 1 0 0 0,-2 0 0 0 0,-1-1 0 0 0,-1 0 0 0 0,-1 0-1 0 0,-2-1 1 0 0,-4 7 142 0 0,-79 122-8747 0 0,78-137 7436 0 0</inkml:trace>
  <inkml:trace contextRef="#ctx0" brushRef="#br0" timeOffset="3512.471">1259 1190 1256 0 0,'-12'2'3856'0'0,"0"0"560"0"0,17-4-67 0 0,71-4 946 0 0,-57 6-4489 0 0,154-2 1410 0 0,-72-18-3368 0 0,15-16-6279 0 0,-18 0-2953 0 0,-77 31 8857 0 0</inkml:trace>
  <inkml:trace contextRef="#ctx0" brushRef="#br0" timeOffset="4233.482">2285 1 1240 0 0,'35'9'9635'0'0,"-27"32"-5307"0"0,-24 41-2212 0 0,5-49-1785 0 0,-1-1 1 0 0,-1 0-1 0 0,-2-1 1 0 0,-1 0-1 0 0,-2-1 1 0 0,0-1-1 0 0,-2-1 0 0 0,-1-1 1 0 0,-16 15-332 0 0,15-13-397 0 0,19-24 179 0 0,0-1 0 0 0,0 1-1 0 0,0 0 1 0 0,-1-1 0 0 0,1 0 0 0 0,-1 0-1 0 0,0 0 1 0 0,0 0 0 0 0,-1 0-1 0 0,1-1 1 0 0,-1 0 0 0 0,1 0 0 0 0,-1 0-1 0 0,0 0 1 0 0,0-1 0 0 0,0 0-1 0 0,-1 0 1 0 0,-3 1 218 0 0,9-3-727 0 0,0-8 338 0 0,1 1-1 0 0,0-1 1 0 0,1 1-1 0 0,0 0 1 0 0,0 0-1 0 0,0 0 1 0 0,1 0-1 0 0,0 0 0 0 0,0 1 1 0 0,1-1-1 0 0,0 1 1 0 0,0 0-1 0 0,1 0 1 0 0,2-3 389 0 0,3-3 303 0 0,1 1 0 0 0,1 0 0 0 0,0 0 1 0 0,0 1-1 0 0,1 1 0 0 0,0 0 0 0 0,1 1 0 0 0,0 0 1 0 0,0 1-1 0 0,4-1-303 0 0,146-28 4328 0 0,36 31 7 0 0,-143 26-3065 0 0,-54-18-1190 0 0,0-1 0 0 0,0 0-1 0 0,0 1 1 0 0,0 0 0 0 0,-1 0-1 0 0,1 0 1 0 0,-1 0-1 0 0,0 0 1 0 0,0 0 0 0 0,0 1-1 0 0,0-1 1 0 0,-1 1 0 0 0,0-1-1 0 0,1 1 1 0 0,-1 0-1 0 0,0 0 1 0 0,0 2-80 0 0,-1-4 40 0 0,-2 76 376 0 0,-55 135-2180 0 0,53-199 1187 0 0,-1 0-1 0 0,0 0 1 0 0,-1-1-1 0 0,0 1 1 0 0,-1-1-1 0 0,-1-1 1 0 0,0 0-1 0 0,-1 0 1 0 0,-3 4 577 0 0,9-13-739 0 0,1-1 0 0 0,0 0 0 0 0,-1 1 0 0 0,1-1 0 0 0,-1 0 0 0 0,0 0 0 0 0,0-1 0 0 0,0 1 0 0 0,0-1 0 0 0,0 1 0 0 0,0-1 1 0 0,0 0-1 0 0,0 0 0 0 0,0 0 0 0 0,-1-1 0 0 0,1 1 0 0 0,0-1 0 0 0,-2 1 739 0 0,4-1-1470 0 0,1 0-53 0 0</inkml:trace>
  <inkml:trace contextRef="#ctx0" brushRef="#br0" timeOffset="4639.269">2267 638 2396 0 0,'-8'-8'7468'0'0,"21"3"-3947"0"0,22 1-1001 0 0,-35 4-2404 0 0,54-2 1831 0 0,-53 2-2229 0 0,-1 0-99 0 0,10 1-1011 0 0,-11 2 1213 0 0,1 1 0 0 0,-1-1 0 0 0,0 1 1 0 0,0-1-1 0 0,0 1 0 0 0,-1-1 0 0 0,1 1 0 0 0,-1-1 0 0 0,1 0 1 0 0,-1 0-1 0 0,0 0 0 0 0,-1 0 0 0 0,1 0 0 0 0,0 0 1 0 0,-1-1-1 0 0,0 1 0 0 0,1-1 0 0 0,-1 0 0 0 0,-2 1 179 0 0,1 2-120 0 0,-27 29-268 0 0,-3 0 1591 0 0,34-34-894 0 0,0 0 26 0 0,0 0-1 0 0,0 0 45 0 0,32 7 1095 0 0,80-42-925 0 0,-94 16-2724 0 0,-16 11-6167 0 0,-9 5 5339 0 0,4 2 1585 0 0</inkml:trace>
  <inkml:trace contextRef="#ctx0" brushRef="#br0" timeOffset="5105.19">2280 620 2284 0 0,'-13'4'6229'0'0,"4"15"-3143"0"0,-17 60-8 0 0,9 150 1417 0 0,18-220-4324 0 0,0 1 0 0 0,1-1 1 0 0,1 1-1 0 0,0-1 0 0 0,0 0 0 0 0,0 0 1 0 0,1 0-1 0 0,1-1 0 0 0,-1 1 0 0 0,2-1 1 0 0,-1 0-1 0 0,1 0 0 0 0,0-1 0 0 0,0 0 1 0 0,1 0-1 0 0,0 0 0 0 0,0-1 0 0 0,1 0 1 0 0,0 0-1 0 0,0-1 0 0 0,0 0 0 0 0,1 0 1 0 0,-1-1-1 0 0,1 0 0 0 0,0-1 0 0 0,0 0 1 0 0,1 0-1 0 0,2-1-171 0 0,198 4 3556 0 0,-139-9-2956 0 0,106-51 440 0 0,-169 50-1062 0 0,0 0 1 0 0,0 0-1 0 0,0 0 1 0 0,-1-1-1 0 0,0 0 1 0 0,0-1 0 0 0,0 1-1 0 0,0-1 1 0 0,-1-1-1 0 0,0 1 1 0 0,0-1-1 0 0,-1 0 1 0 0,0 0-1 0 0,0-1 1 0 0,-1 0 0 0 0,0 0-1 0 0,0 0 1 0 0,1-5 21 0 0,-4 12-620 0 0,-4-6-192 0 0,-2-2 298 0 0,0-1 1 0 0,0 1 0 0 0,-1 0 0 0 0,0 0-1 0 0,-1 1 1 0 0,0 0 0 0 0,0 0 0 0 0,-1 0-1 0 0,0 1 1 0 0,-5-4 513 0 0,-20-12-3121 0 0,-18-11-928 0 0,-78-49-5452 0 0,97 67 6398 0 0,23 10 1713 0 0</inkml:trace>
  <inkml:trace contextRef="#ctx0" brushRef="#br0" timeOffset="5811.246">3243 529 1336 0 0,'26'-3'11205'0'0,"11"-2"-8161"0"0,52-7-2019 0 0,134 3 1537 0 0,-222 9-3027 0 0,15 10-1756 0 0,-47 22-7552 0 0,-7-11 6596 0 0,19-12 1625 0 0</inkml:trace>
  <inkml:trace contextRef="#ctx0" brushRef="#br0" timeOffset="6062.697">3357 641 2308 0 0,'19'81'7367'0'0,"0"-66"-8702"0"0,9-16-3464 0 0,-27 1 3390 0 0</inkml:trace>
  <inkml:trace contextRef="#ctx0" brushRef="#br0" timeOffset="6497.769">3586 671 1824 0 0,'-6'17'4967'0'0,"-6"10"-2014"0"0,-7-5-2249 0 0,-1-1 0 0 0,-1-2 0 0 0,-1 0-1 0 0,-1-1 1 0 0,-14 8-704 0 0,3-3 331 0 0,-1-1-1 0 0,-1-2 1 0 0,-1-1-1 0 0,-1-2 1 0 0,0-1-1 0 0,-9 0-330 0 0,-50 0 2688 0 0,95-16-2402 0 0,-24 11 732 0 0,83-14 1641 0 0,66-40-1403 0 0,22 19-345 0 0,131 8 217 0 0,-2-37-1971 0 0,-245 49-1112 0 0,-17 2-1319 0 0,-34 0-828 0 0,-75 0-5666 0 0,25-26 6860 0 0,46 23 1446 0 0</inkml:trace>
  <inkml:trace contextRef="#ctx0" brushRef="#br0" timeOffset="6805.649">3506 355 1844 0 0,'5'-18'4270'0'0,"-1"28"1976"0"0,-2 46-4786 0 0,-3 1 0 0 0,-2 0 0 0 0,-8 39-1460 0 0,-50 228 2244 0 0,46-266-2096 0 0,8-27-569 0 0,-2 0 1 0 0,0 0-1 0 0,-2-1 0 0 0,-2 0 1 0 0,-14 25 420 0 0,7-29-1534 0 0,4-17-2397 0 0,15-9 2173 0 0,1 0 69 0 0,-1-3 31 0 0,-5-23-1514 0 0,8 19 1633 0 0</inkml:trace>
  <inkml:trace contextRef="#ctx0" brushRef="#br0" timeOffset="7055.807">3489 924 904 0 0,'100'42'6406'0'0,"87"73"877"0"0,47-8-2849 0 0,-169-88-5182 0 0,-16-15-5610 0 0,-4-4-1788 0 0,-27 0 6527 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46.922"/>
    </inkml:context>
    <inkml:brush xml:id="br0">
      <inkml:brushProperty name="width" value="0.05" units="cm"/>
      <inkml:brushProperty name="height" value="0.05" units="cm"/>
      <inkml:brushProperty name="color" value="#FFFFFF"/>
    </inkml:brush>
  </inkml:definitions>
  <inkml:trace contextRef="#ctx0" brushRef="#br0">81 211 1024 0 0,'0'0'1966'0'0,"0"0"-281"0"0,0 0-269 0 0,0 0-171 0 0,0 0-58 0 0,0 0-59 0 0,0 0-75 0 0,0 0-41 0 0,0 0-1 0 0,0 0-84 0 0,0 0-52 0 0,0 0-73 0 0,1 4-35 0 0,0-2-679 0 0,0-1 0 0 0,0 1 0 0 0,-1 0 0 0 0,1-1 0 0 0,1 1 0 0 0,-1-1 0 0 0,0 0 0 0 0,0 1 0 0 0,0-1-1 0 0,1 0 1 0 0,-1 0 0 0 0,1 0 0 0 0,-1 0 0 0 0,1 0 0 0 0,-1 0 0 0 0,1 0 0 0 0,-1 0 0 0 0,1-1 0 0 0,0 1 0 0 0,-1-1 0 0 0,1 1 0 0 0,0-1 0 0 0,0 0 0 0 0,0 1-1 0 0,-1-1 1 0 0,1 0 0 0 0,0 0 0 0 0,0 0 0 0 0,-1-1 0 0 0,1 1 0 0 0,0 0-88 0 0,0 0 6 0 0,307 0 4181 0 0,-274 0-4043 0 0,0 0-1 0 0,0 3 1 0 0,0 0 0 0 0,-1 3 0 0 0,13 3-144 0 0,53 14 295 0 0,-95-20-269 0 0,-2 0 7 0 0,-1 0 0 0 0,1 1 1 0 0,-1-1-1 0 0,1 1 0 0 0,-1 0 0 0 0,0-1 1 0 0,-1 1-1 0 0,1 0 0 0 0,-1 0 0 0 0,1 0 1 0 0,-1 0-1 0 0,0 1 0 0 0,-1-1 0 0 0,1 0 1 0 0,-1 0-1 0 0,0 4-33 0 0,-14 110 254 0 0,-71 164 123 0 0,81-268-395 0 0,4-12-11 0 0,0 0 0 0 0,0 1 1 0 0,0-1-1 0 0,-1 0 0 0 0,1 1 0 0 0,-1-1 0 0 0,0 0 1 0 0,0 0-1 0 0,1 1 0 0 0,-1-1 0 0 0,-1 0 1 0 0,1 0-1 0 0,0 0 0 0 0,0 0 0 0 0,-1 0 0 0 0,1-1 1 0 0,-1 1-1 0 0,0 0 0 0 0,1-1 0 0 0,-1 1 1 0 0,0-1-1 0 0,0 1 0 0 0,0-1 0 0 0,0 0 0 0 0,0 0 1 0 0,0 0-1 0 0,-1 0 0 0 0,1 0 0 0 0,0 0 1 0 0,0-1-1 0 0,-1 1 0 0 0,1-1 0 0 0,-1 0 29 0 0,2 0-377 0 0,-2 0-59 0 0,-3 0 174 0 0,-1-1 0 0 0,0-1 1 0 0,1 0-1 0 0,-1 1 0 0 0,1-2 0 0 0,0 1 1 0 0,-1-1-1 0 0,1 0 0 0 0,0 0 1 0 0,1-1-1 0 0,-1 0 0 0 0,-4-3 262 0 0,-14-9-1293 0 0,14 10 345 0 0,1 0-1 0 0,-1-1 1 0 0,1 0 0 0 0,1-1-1 0 0,-1 0 1 0 0,1 0-1 0 0,0-1 1 0 0,1 0 0 0 0,0 0-1 0 0,1-1 1 0 0,0 1 0 0 0,0-2-1 0 0,1 1 1 0 0,0-1-1 0 0,1 1 1 0 0,-1-5 948 0 0,2-3-1579 0 0</inkml:trace>
  <inkml:trace contextRef="#ctx0" brushRef="#br0" timeOffset="284.637">572 18 956 0 0,'10'-17'8001'0'0,"-8"34"-2607"0"0,-15 29-4263 0 0,-3 0 0 0 0,-2-1 0 0 0,-1-1 0 0 0,-3-1 0 0 0,-16 25-1131 0 0,11-19 394 0 0,-26 40-1337 0 0,-3-2 0 0 0,-5-3 1 0 0,-13 11 942 0 0,-25 2-4674 0 0,19-57-2153 0 0,72-39 3698 0 0,8-1 1615 0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48.717"/>
    </inkml:context>
    <inkml:brush xml:id="br0">
      <inkml:brushProperty name="width" value="0.05" units="cm"/>
      <inkml:brushProperty name="height" value="0.05" units="cm"/>
      <inkml:brushProperty name="color" value="#FFFFFF"/>
    </inkml:brush>
  </inkml:definitions>
  <inkml:trace contextRef="#ctx0" brushRef="#br0">104 78 1172 0 0,'0'0'1569'0'0,"-4"0"-203"0"0,-11 0-192 0 0,12 0 42 0 0,-3-5-90 0 0,-34-24 1766 0 0,5 27 6703 0 0,77 6-6521 0 0,55-7-1748 0 0,-3-10-566 0 0,12-3-275 0 0,0 3-1161 0 0,-105 13 191 0 0,-1 0-50 0 0,0 0-61 0 0,0 0-360 0 0,9 10-2885 0 0,-79 44-6420 0 0,-39 21 4403 0 0,86-60 4699 0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49.269"/>
    </inkml:context>
    <inkml:brush xml:id="br0">
      <inkml:brushProperty name="width" value="0.05" units="cm"/>
      <inkml:brushProperty name="height" value="0.05" units="cm"/>
      <inkml:brushProperty name="color" value="#FFFFFF"/>
    </inkml:brush>
  </inkml:definitions>
  <inkml:trace contextRef="#ctx0" brushRef="#br0">32 33 1896 0 0,'-32'14'12793'0'0,"43"-12"-8621"0"0,15-4-2128 0 0,144-3 1253 0 0,-80-17-2689 0 0,40 5 148 0 0,94 15-145 0 0,-159 2-476 0 0,-64 1-130 0 0,0 0 0 0 0,0 0 0 0 0,0 0 0 0 0,-1 0 0 0 0,1 0 0 0 0,0 0 0 0 0,-1 0 0 0 0,1 0 0 0 0,-1 1 0 0 0,1-1 0 0 0,-1 0 0 0 0,0 0 1 0 0,0 1-1 0 0,1-1 0 0 0,-1 0 0 0 0,0 1 0 0 0,0-1 0 0 0,0 0 0 0 0,0 0 0 0 0,0 1 0 0 0,-1-1 0 0 0,1 0 0 0 0,0 1 0 0 0,-1-1 0 0 0,1 0 0 0 0,-1 0 0 0 0,1 0 0 0 0,-1 1 1 0 0,1-1-1 0 0,-1 0 0 0 0,0 0 0 0 0,0 0-5 0 0,-14 33-93 0 0,-2-2 1 0 0,-2 0 0 0 0,0-1-1 0 0,-2 0 1 0 0,-2-2 0 0 0,-24 25 92 0 0,23-26-844 0 0,-2-1 0 0 0,-1-1 0 0 0,-1-2 0 0 0,0 0 1 0 0,-3-2 843 0 0,18-13-1032 0 0,0-1 0 0 0,0-1 0 0 0,-1 0 0 0 0,0 0 0 0 0,-1-2 1 0 0,1 0-1 0 0,-1 0 0 0 0,-6 0 1032 0 0,17-4-385 0 0,0 0 0 0 0,1-1 0 0 0,-1 1 0 0 0,1-1-1 0 0,-1 0 1 0 0,0 1 0 0 0,1-2 0 0 0,-1 1 0 0 0,1 0 0 0 0,-1-1 0 0 0,0 0 0 0 0,1 0 0 0 0,-1 0 0 0 0,1 0 0 0 0,0 0 0 0 0,-1-1-1 0 0,1 1 1 0 0,0-1 0 0 0,0 0 0 0 0,0 0 0 0 0,0 0 0 0 0,0 0 0 0 0,0-1 0 0 0,1 1 0 0 0,-1-1 0 0 0,0-1 385 0 0,-4-3-1278 0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54.892"/>
    </inkml:context>
    <inkml:brush xml:id="br0">
      <inkml:brushProperty name="width" value="0.05" units="cm"/>
      <inkml:brushProperty name="height" value="0.05" units="cm"/>
      <inkml:brushProperty name="color" value="#FFFFFF"/>
    </inkml:brush>
  </inkml:definitions>
  <inkml:trace contextRef="#ctx0" brushRef="#br0">171 47 1204 0 0,'0'0'1426'0'0,"0"0"-256"0"0,0 0-104 0 0,0 0-117 0 0,0 0-95 0 0,0 0 24 0 0,0 0-79 0 0,0 0-76 0 0,0 0-48 0 0,0 0 8 0 0,0 0-68 0 0,0 0 8 0 0,0 0-36 0 0,0 0-126 0 0,0 0-33 0 0,5 6 97 0 0,125 128 2410 0 0,79 82-702 0 0,-180-188-3702 0 0,-29-28 822 0 0,0 0-110 0 0,0 0-121 0 0,-38-13-10572 0 0,31 10 10029 0 0</inkml:trace>
  <inkml:trace contextRef="#ctx0" brushRef="#br0" timeOffset="389.849">558 14 2116 0 0,'12'-9'6530'0'0,"-6"5"-2221"0"0,-13 14-2330 0 0,-82 104 566 0 0,-111 69-1341 0 0,178-165-1903 0 0,0-1-1 0 0,-1-1 1 0 0,-1 0-1 0 0,0-2 1 0 0,-25 10 699 0 0,-54 20-8959 0 0,92-44 5706 0 0,9 0 1691 0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7:56.043"/>
    </inkml:context>
    <inkml:brush xml:id="br0">
      <inkml:brushProperty name="width" value="0.05" units="cm"/>
      <inkml:brushProperty name="height" value="0.05" units="cm"/>
      <inkml:brushProperty name="color" value="#FFFFFF"/>
    </inkml:brush>
  </inkml:definitions>
  <inkml:trace contextRef="#ctx0" brushRef="#br0">276 1 2364 0 0,'0'0'1334'0'0,"0"0"-81"0"0,0 0-52 0 0,0 0-24 0 0,0 0-112 0 0,0 0-59 0 0,0 1-102 0 0,-6 76 2046 0 0,-5-26-2044 0 0,-2-1 1 0 0,-2-1 0 0 0,-3 0-1 0 0,-18 37-906 0 0,-21 37 786 0 0,43-99-768 0 0,8-11-317 0 0,-1 0 0 0 0,-1 0 0 0 0,0-1 0 0 0,0-1 0 0 0,-1 1 0 0 0,-1-1 0 0 0,0-1 0 0 0,0 1 0 0 0,-4 0 299 0 0,-1-10-10550 0 0,16-13 9380 0 0,1 4-223 0 0</inkml:trace>
  <inkml:trace contextRef="#ctx0" brushRef="#br0" timeOffset="520.961">406 42 1280 0 0,'15'-19'8462'0'0,"-8"55"-5743"0"0,-6-17-2362 0 0,0 1 0 0 0,-1-1 0 0 0,-1 0 0 0 0,-1 0 0 0 0,-1 0 0 0 0,-5 18-357 0 0,-6 134 1199 0 0,-1 5 213 0 0,14-175-1389 0 0,1 0 1 0 0,-1 0-1 0 0,1 0 1 0 0,-1 0 0 0 0,1 0-1 0 0,0 0 1 0 0,0 0 0 0 0,0 1-1 0 0,-1-1 1 0 0,1 0 0 0 0,0 0-1 0 0,0 0 1 0 0,1 0-1 0 0,-1 0 1 0 0,0 0 0 0 0,0 1-1 0 0,0-1 1 0 0,1 0 0 0 0,-1 0-1 0 0,1 0 1 0 0,-1 0 0 0 0,0 0-1 0 0,1 0 1 0 0,0 0-1 0 0,-1 0 1 0 0,1 0 0 0 0,0 0-1 0 0,-1-1 1 0 0,1 1 0 0 0,0 0-1 0 0,0 0 1 0 0,0-1 0 0 0,0 1-1 0 0,0 0 1 0 0,0-1-1 0 0,0 1 1 0 0,0-1 0 0 0,0 1-1 0 0,0-1 1 0 0,0 0 0 0 0,0 1-1 0 0,0-1 1 0 0,0 0-1 0 0,0 0 1 0 0,0 0 0 0 0,0 0-1 0 0,1 0 1 0 0,-1 0 0 0 0,0 0-1 0 0,0 0 1 0 0,0 0 0 0 0,0 0-1 0 0,0 0 1 0 0,0-1-1 0 0,0 1 1 0 0,0-1 0 0 0,1 1-1 0 0,-1-1-23 0 0,13-7 32 0 0,-1-1-1 0 0,0-1 1 0 0,-1 0-1 0 0,-1 0 1 0 0,1-1-1 0 0,-1 0 1 0 0,-1-1-1 0 0,4-6-31 0 0,7-7-188 0 0,48-82-3057 0 0,-51 57-6319 0 0,-18 47 6310 0 0,0 3 1865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8:08.302"/>
    </inkml:context>
    <inkml:brush xml:id="br0">
      <inkml:brushProperty name="width" value="0.05" units="cm"/>
      <inkml:brushProperty name="height" value="0.05" units="cm"/>
      <inkml:brushProperty name="color" value="#FFFFFF"/>
    </inkml:brush>
  </inkml:definitions>
  <inkml:trace contextRef="#ctx0" brushRef="#br0">101 462 2352 0 0,'0'0'1192'0'0,"0"0"-33"0"0,0 0-53 0 0,0 0-158 0 0,0 0-44 0 0,0 0-98 0 0,0 0-71 0 0,0 0-110 0 0,0 0-16 0 0,0 0-43 0 0,0 0-24 0 0,0 0-59 0 0,0 0-18 0 0,0 0 131 0 0,0 0 28 0 0,0 0-37 0 0,0 0-127 0 0,3-4-39 0 0,-1 2-335 0 0,-1 0-1 0 0,1 1 1 0 0,0-1-1 0 0,0 0 1 0 0,0 1-1 0 0,0-1 1 0 0,0 1-1 0 0,0 0 1 0 0,1 0-1 0 0,-1 0 1 0 0,0 0-1 0 0,1 0 1 0 0,-1 0-1 0 0,1 1 1 0 0,-1-1-1 0 0,0 1 1 0 0,1-1-1 0 0,-1 1 1 0 0,1 0-1 0 0,0 0 1 0 0,-1 0-1 0 0,1 0 1 0 0,-1 1-1 0 0,2 0-85 0 0,213-1 1076 0 0,-201-35-5595 0 0,-49 0-1925 0 0,1 2 7340 0 0,0 8 2591 0 0,31 55-1276 0 0,-11 132-301 0 0,-36 125-1489 0 0,38-241-1026 0 0,1-6-1754 0 0,7-14-4904 0 0,1-38 4586 0 0,2 4 1387 0 0</inkml:trace>
  <inkml:trace contextRef="#ctx0" brushRef="#br0" timeOffset="283.464">251 592 1576 0 0,'0'-4'632'0'0,"0"4"-487"0"0,-1 0 1 0 0,1 1-1 0 0,0-1 0 0 0,-1 0 1 0 0,1 1-1 0 0,-1-1 1 0 0,0 0-1 0 0,1 0 1 0 0,-1 1-1 0 0,1-1 1 0 0,-1 0-1 0 0,1 0 1 0 0,-1 0-1 0 0,1 0 1 0 0,-1 0-1 0 0,0 0 0 0 0,1 0 1 0 0,-1 0-1 0 0,1 0 1 0 0,-1 0-1 0 0,0 0 1 0 0,1 0-1 0 0,-1 0 1 0 0,1-1-1 0 0,-1 1 1 0 0,1 0-1 0 0,-1 0 0 0 0,1-1 1 0 0,-1 1-1 0 0,1 0 1 0 0,-1 0-1 0 0,1-1 1 0 0,-1 1-1 0 0,1-1 1 0 0,0 1-1 0 0,-1 0 1 0 0,1-1-1 0 0,-1 1 1 0 0,1-1-1 0 0,0 1 0 0 0,-1-1 1 0 0,1 1-1 0 0,0-1 1 0 0,0 1-1 0 0,0-1 1 0 0,-1 0-1 0 0,1 1 1 0 0,0-1-1 0 0,0 1 1 0 0,0-1-1 0 0,0 1 1 0 0,0-1-1 0 0,0 0 0 0 0,0 1 1 0 0,0-1-1 0 0,0 1 1 0 0,0-1-1 0 0,0 1 1 0 0,1-1-1 0 0,-1 0 1 0 0,0 1-1 0 0,0-1 1 0 0,0 1-1 0 0,1-1-145 0 0,-71 83 1896 0 0,-47 53-806 0 0,77-105-3923 0 0,39-30 1489 0 0,-1-13-3500 0 0,15-16 1724 0 0,-1 7 1626 0 0</inkml:trace>
  <inkml:trace contextRef="#ctx0" brushRef="#br0" timeOffset="547.824">212 559 1400 0 0,'11'1'501'0'0,"-1"1"0"0"0,1 0 0 0 0,-1 1 0 0 0,0 0 0 0 0,0 1 0 0 0,0 0 0 0 0,0 0 0 0 0,-1 1 0 0 0,1 1 0 0 0,-1-1 0 0 0,0 1 0 0 0,-1 1 0 0 0,0 0 0 0 0,0 0 0 0 0,3 4-501 0 0,73 59 3030 0 0,-78-62-2893 0 0,5 12-3991 0 0,-11-19 3258 0 0,1 0 95 0 0,-1 0-3332 0 0,-3 0 2391 0 0</inkml:trace>
  <inkml:trace contextRef="#ctx0" brushRef="#br0" timeOffset="1671.61">623 113 904 0 0,'6'-13'7667'0'0,"9"5"-3497"0"0,48 4-804 0 0,-51 4-2316 0 0,39 0 349 0 0,-46 3-1265 0 0,1 1-89 0 0,-5-4-63 0 0,1 1 0 0 0,-1-1 0 0 0,0 1 0 0 0,0-1 0 0 0,0 1 0 0 0,0 0 1 0 0,0 0-1 0 0,0-1 0 0 0,0 1 0 0 0,0 0 0 0 0,0 0 0 0 0,0 0 0 0 0,0 0 0 0 0,0 0 0 0 0,-1 0 1 0 0,1 0-1 0 0,0 0 0 0 0,-1 0 0 0 0,1 1 0 0 0,-1-1 0 0 0,1 0 0 0 0,-1 0 0 0 0,0 0 1 0 0,1 1-1 0 0,-1-1 0 0 0,0 0 0 0 0,0 1 0 0 0,0-1 0 0 0,0 0 0 0 0,0 0 0 0 0,0 1 0 0 0,0-1 1 0 0,0 0-1 0 0,-1 1 0 0 0,1-1 0 0 0,0 0 0 0 0,-1 0 0 0 0,1 0 0 0 0,-1 1 0 0 0,0-1 0 0 0,1 0 1 0 0,-1 0-1 0 0,0 1 18 0 0,-9 7-262 0 0,1 0 0 0 0,-1 0 0 0 0,0-1 0 0 0,-1-1 1 0 0,0 0-1 0 0,0 0 0 0 0,-1-1 0 0 0,0-1 0 0 0,0 0 0 0 0,0 0 1 0 0,0-1-1 0 0,-1-1 0 0 0,0 0 0 0 0,-4 0 262 0 0,-1 2-465 0 0,17-5 381 0 0,1 0 28 0 0,0 0-12 0 0,10-10 75 0 0,-11 10-66 0 0,0 0 0 0 0,0 1 1 0 0,0-1-1 0 0,0 1 0 0 0,0-1 0 0 0,0 1 0 0 0,0-1 1 0 0,0 1-1 0 0,0 0 0 0 0,1-1 0 0 0,-1 1 0 0 0,0 0 1 0 0,0 0-1 0 0,1-1 0 0 0,-1 1 0 0 0,0 0 0 0 0,1 0 1 0 0,-1 0-1 0 0,1 0 0 0 0,-1 0 0 0 0,1 0 1 0 0,0 0-1 0 0,-1 0 0 0 0,1 0 0 0 0,0 0 0 0 0,0 0 1 0 0,-1 0-1 0 0,1 0 0 0 0,0 0 0 0 0,0 1 0 0 0,0-1 1 0 0,0 0-1 0 0,1 0 0 0 0,-1 0 0 0 0,0 0 1 0 0,0 0-1 0 0,1 0 0 0 0,-1 0 0 0 0,0 0 0 0 0,1 0 1 0 0,-1 0-1 0 0,1 0 0 0 0,0 0 0 0 0,-1 0 0 0 0,1-1 1 0 0,0 1-1 0 0,-1 0 0 0 0,1 0 0 0 0,0-1 0 0 0,0 1 1 0 0,0 0-1 0 0,-1-1 0 0 0,1 1 0 0 0,0 0 1 0 0,0-1-1 0 0,0 0 0 0 0,0 1 0 0 0,0-1 0 0 0,0 1 1 0 0,0-1-1 0 0,0 0 0 0 0,0 0 0 0 0,0 0 0 0 0,1 0 1 0 0,-1 0-1 0 0,0 0 0 0 0,0 0 0 0 0,0 0 59 0 0,-52 19-1393 0 0,-23-1 5470 0 0,56-10-2550 0 0,31-5 254 0 0,124-31 183 0 0,17-15-1192 0 0,-98 34-446 0 0,-54 9-272 0 0,8 0 59 0 0,-9 0-115 0 0,0 0 0 0 0,0 0 0 0 0,0 0 0 0 0,0 0 0 0 0,0 0 0 0 0,0 1 0 0 0,0-1 0 0 0,0 0 0 0 0,0 1 0 0 0,0-1 0 0 0,0 1 0 0 0,0-1 0 0 0,-1 1 0 0 0,1-1 0 0 0,0 1-1 0 0,0 0 1 0 0,-1-1 0 0 0,1 1 0 0 0,0 0 0 0 0,-1 0 0 0 0,1 0 0 0 0,0-1 0 0 0,-1 1 0 0 0,1 0 0 0 0,-1 0 0 0 0,0 0 0 0 0,1 0 0 0 0,-1 0 0 0 0,0 0 0 0 0,1 0 0 0 0,-1 0 0 0 0,0 0 0 0 0,0 0 0 0 0,0 0 0 0 0,0 0 0 0 0,0 0 0 0 0,0 0 0 0 0,0 0 0 0 0,0 0 0 0 0,0 0 0 0 0,-1 0 0 0 0,1 0-1 0 0,0 0 1 0 0,-1 0 0 0 0,1-1 0 0 0,0 1 0 0 0,-1 0 0 0 0,1 0 2 0 0,-23 49-1146 0 0,-39 8-2358 0 0,60-57 3300 0 0,0-1 0 0 0,0 1 0 0 0,0-1 0 0 0,0 0 0 0 0,0 1 0 0 0,0-1 0 0 0,0 0 0 0 0,0 0 0 0 0,0-1 0 0 0,0 1 0 0 0,0 0 0 0 0,-1 0 0 0 0,1-1 1 0 0,0 0-1 0 0,0 1 0 0 0,0-1 0 0 0,1 0 0 0 0,-1 0 0 0 0,0 0 0 0 0,0 0 0 0 0,0 0 0 0 0,1 0 0 0 0,-1-1 0 0 0,0 1 0 0 0,1-1 0 0 0,-1 1 0 0 0,1-1 0 0 0,0 1 1 0 0,-1-1-1 0 0,1 0 0 0 0,0 0 204 0 0,-29-38 1079 0 0,26 38-639 0 0,1 2 2118 0 0,6 14-1458 0 0,-3-9-940 0 0,1 1-102 0 0,-1 1 0 0 0,0-1-1 0 0,0 1 1 0 0,0-1-1 0 0,-1 0 1 0 0,0 1-1 0 0,0-1 1 0 0,0 0 0 0 0,-1 1-1 0 0,0-1 1 0 0,0 0-1 0 0,-1 0 1 0 0,0 0 0 0 0,0-1-1 0 0,0 1 1 0 0,-1-1-1 0 0,-2 4-57 0 0,4-10-49 0 0,1 1 1 0 0,0-1-1 0 0,-1 0 0 0 0,1 1 0 0 0,-1-1 0 0 0,1 0 1 0 0,0 0-1 0 0,-1 0 0 0 0,1 0 0 0 0,0 0 0 0 0,0 0 0 0 0,0 0 1 0 0,0-1-1 0 0,0 1 0 0 0,0 0 0 0 0,0 0 0 0 0,0-1 1 0 0,0 1-1 0 0,1-1 0 0 0,-1 1 0 0 0,1-1 0 0 0,-1 1 0 0 0,1-1 1 0 0,-1 1-1 0 0,1-1 0 0 0,0 1 0 0 0,0-2 49 0 0,-1 2-14 0 0,-25-69-401 0 0,-21 123 2032 0 0,43-50-1614 0 0,-3 7-22 0 0,-2 0 0 0 0,1-1 0 0 0,-1 0 0 0 0,-1-1 0 0 0,0 0 0 0 0,0 0 0 0 0,0-1 0 0 0,-1-1 0 0 0,0 1 0 0 0,0-2 0 0 0,-1 1 0 0 0,0-2 0 0 0,-9 3 19 0 0,21-8-242 0 0,-1 0 1 0 0,1 0-1 0 0,0 0 1 0 0,-1 0-1 0 0,1 0 1 0 0,0 0-1 0 0,0 0 1 0 0,0 0-1 0 0,0 0 1 0 0,0 0-1 0 0,0 0 1 0 0,0 0-1 0 0,0 0 1 0 0,0 0-1 0 0,0 0 1 0 0,0 0-1 0 0,1 0 0 0 0,-1 0 1 0 0,0 0-1 0 0,1 0 1 0 0,-1 0-1 0 0,0 1 1 0 0,1-1-1 0 0,0 0 1 0 0,-1 0-1 0 0,1 0 1 0 0,-1 0-1 0 0,1 1 1 0 0,0-1-1 0 0,0 0 1 0 0,-1 1-1 0 0,1-1 1 0 0,0 0-1 0 0,0 1 1 0 0,0-1-1 0 0,0 1 1 0 0,0-1-1 0 0,0 1 1 0 0,0 0-1 0 0,0-1 242 0 0,8-5-1418 0 0,7-2-84 0 0</inkml:trace>
  <inkml:trace contextRef="#ctx0" brushRef="#br0" timeOffset="2201.377">478 541 1016 0 0,'-7'-29'8242'0'0,"5"91"-4637"0"0,-9 27-2824 0 0,-24 80-1542 0 0,40-191-8757 0 0,-3 12 8045 0 0</inkml:trace>
  <inkml:trace contextRef="#ctx0" brushRef="#br0" timeOffset="2985.632">457 617 1612 0 0,'-1'-6'532'0'0,"1"1"0"0"0,0 0 0 0 0,0-1 0 0 0,0 1 0 0 0,1-1 0 0 0,0 1 0 0 0,0 0 1 0 0,0 0-1 0 0,1 0 0 0 0,0 0 0 0 0,0 0 0 0 0,0 0 0 0 0,0 0 0 0 0,1 0 0 0 0,0 1 0 0 0,0-1 0 0 0,0 1 0 0 0,1 0 0 0 0,-1 0 0 0 0,1 0 0 0 0,0 0 0 0 0,0 1 0 0 0,0 0 0 0 0,4-3-532 0 0,9-1 362 0 0,0 0 0 0 0,1 1 0 0 0,0 1 0 0 0,0 1 0 0 0,0 0-1 0 0,0 1 1 0 0,1 2 0 0 0,-1-1 0 0 0,1 2 0 0 0,-1 1 0 0 0,1 0 0 0 0,2 1-362 0 0,40 0 270 0 0,-13 10-46 0 0,-24-3-79 0 0,-23-9-133 0 0,1 1 1 0 0,-1-1 0 0 0,1 0 0 0 0,-1 1 0 0 0,1-1 0 0 0,-1 1 0 0 0,0 0-1 0 0,1-1 1 0 0,-1 1 0 0 0,0 0 0 0 0,0 0 0 0 0,1 0 0 0 0,-1 0 0 0 0,0 0-1 0 0,0 0 1 0 0,0 0 0 0 0,0 0 0 0 0,0 0 0 0 0,0 1 0 0 0,-1-1 0 0 0,1 0-1 0 0,0 0 1 0 0,0 1 0 0 0,-1-1 0 0 0,1 1 0 0 0,-1-1 0 0 0,0 0-1 0 0,1 1-12 0 0,14 151 42 0 0,-15-136-34 0 0,-20 100-57 0 0,-13 23-946 0 0,31-140 854 0 0,1 1 1 0 0,-1-1-1 0 0,1 0 0 0 0,0 0 1 0 0,-1 1-1 0 0,1-1 1 0 0,-1 0-1 0 0,1 0 0 0 0,0 0 1 0 0,-1-1-1 0 0,1 1 1 0 0,-1 0-1 0 0,1 0 1 0 0,0-1-1 0 0,-1 1 0 0 0,1-1 1 0 0,0 1-1 0 0,-1-1 1 0 0,1 0-1 0 0,0 1 0 0 0,0-1 1 0 0,-1 0-1 0 0,1 0 1 0 0,0 0-1 0 0,0 0 1 0 0,0 0-1 0 0,0 0 0 0 0,0 0 1 0 0,0 0-1 0 0,1 0 1 0 0,-1 0-1 0 0,0-1 0 0 0,1 1 1 0 0,-1-1 140 0 0,-1 0 214 0 0,-72-92-2883 0 0,55 67 2254 0 0,1-1 0 0 0,1-1 0 0 0,2-1-1 0 0,1 0 1 0 0,1 0 0 0 0,-2-15 415 0 0,-4-1 3867 0 0,19 45-3434 0 0,0 1-22 0 0,-31 16 772 0 0,-40 47-204 0 0,58-55-723 0 0,6-3-1308 0 0,18-14 78 0 0,-1 0 861 0 0,2 2 0 0 0,-1-1 0 0 0,1 2-1 0 0,0-1 1 0 0,0 2 0 0 0,1 0 0 0 0,0 0 0 0 0,0 1 0 0 0,0 0 0 0 0,0 2 0 0 0,1-1 0 0 0,-1 2 0 0 0,1-1 0 0 0,-1 2 0 0 0,9 0 113 0 0,-16 3 130 0 0,-1 1-319 0 0,26 25 1012 0 0,-25 0-3142 0 0,-21-24-5027 0 0,11-3 6026 0 0</inkml:trace>
  <inkml:trace contextRef="#ctx0" brushRef="#br0" timeOffset="3348.801">589 742 1212 0 0,'-33'25'6761'0'0,"33"-28"-6650"0"0,1 0 0 0 0,-1 1 0 0 0,1-1 0 0 0,0 0 0 0 0,0 1 0 0 0,0-1 0 0 0,0 1 1 0 0,0-1-1 0 0,1 1 0 0 0,-1 0 0 0 0,1-1 0 0 0,-1 1 0 0 0,1 0 0 0 0,0 0 0 0 0,0 0 0 0 0,0 0 0 0 0,0 1 1 0 0,0-1-1 0 0,1 0 0 0 0,-1 1 0 0 0,0 0 0 0 0,1-1-111 0 0,80-1 3028 0 0,-78 5-2838 0 0,36 21 811 0 0,-41-21-987 0 0,1 0 0 0 0,-1 0 0 0 0,0 0 0 0 0,0 0-1 0 0,0 0 1 0 0,0 0 0 0 0,-1 0 0 0 0,1 0 0 0 0,0-1 0 0 0,-1 1 0 0 0,1 0 0 0 0,-1 0-1 0 0,0 0 1 0 0,0 0 0 0 0,0 0 0 0 0,0-1 0 0 0,0 1 0 0 0,0 0 0 0 0,0-1 0 0 0,0 1-1 0 0,-1-1 1 0 0,1 1 0 0 0,-1-1 0 0 0,1 0 0 0 0,-1 0 0 0 0,1 1 0 0 0,-1-1 0 0 0,0 0-1 0 0,1 0 1 0 0,-1-1 0 0 0,0 1 0 0 0,0 0 0 0 0,0-1 0 0 0,0 1 0 0 0,0-1 0 0 0,0 1-1 0 0,0-1-13 0 0,-54 12-2026 0 0,55-12 981 0 0,-29-21-6639 0 0,29 17 6196 0 0,2-1-14 0 0</inkml:trace>
  <inkml:trace contextRef="#ctx0" brushRef="#br0" timeOffset="4102.879">1259 364 2556 0 0,'8'-25'8430'0'0,"22"21"-4459"0"0,31 8-352 0 0,-57-1-3595 0 0,19 62 162 0 0,-7 29-279 0 0,-3 0-1 0 0,-5 0 1 0 0,-4 5 93 0 0,-33-26-102 0 0,28-71 14 0 0,1 1 0 0 0,-1-1-1 0 0,1 0 1 0 0,-1 0 0 0 0,0 0 0 0 0,0 0-1 0 0,1 0 1 0 0,-2 0 0 0 0,1 0-1 0 0,0 0 1 0 0,0 0 0 0 0,-1 0-1 0 0,1-1 1 0 0,-1 1 0 0 0,1 0-1 0 0,-1-1 1 0 0,0 0 0 0 0,1 1 0 0 0,-1-1-1 0 0,0 0 1 0 0,0 0 0 0 0,0 0-1 0 0,0 0 1 0 0,0 0 0 0 0,0 0-1 0 0,0 0 1 0 0,-1-1 88 0 0,2 0-469 0 0,1 0 25 0 0,-5-6 91 0 0,-87-102-936 0 0,-17-8 2039 0 0,71 88 3423 0 0,38 26-4049 0 0,1 1 0 0 0,1-1 0 0 0,-1 1 0 0 0,0 0 1 0 0,0 0-1 0 0,0 0 0 0 0,1 0 0 0 0,-1 0 0 0 0,0 0 1 0 0,1 0-1 0 0,-1 0 0 0 0,1 0 0 0 0,-1 1 0 0 0,1-1 0 0 0,-1 1 1 0 0,1-1-1 0 0,0 1 0 0 0,-1-1 0 0 0,1 1 0 0 0,0 0 1 0 0,-1 0-1 0 0,1 0 0 0 0,0 0 0 0 0,-1 0 0 0 0,1 0 0 0 0,0 0 1 0 0,-1 1-1 0 0,1-1 0 0 0,1 1-124 0 0,6-2 395 0 0,251-28 1925 0 0,-186 18-2598 0 0,-5 0-5159 0 0,-33 8-930 0 0,2 2-3351 0 0,-14 1 8354 0 0</inkml:trace>
  <inkml:trace contextRef="#ctx0" brushRef="#br0" timeOffset="4667.95">1917 91 1880 0 0,'11'-27'7565'0'0,"-12"47"-1032"0"0,-5 0-6171 0 0,-1-1 1 0 0,-2 0-1 0 0,1-1 0 0 0,-2 0 0 0 0,-1 0 0 0 0,0-1 1 0 0,-1 0-1 0 0,0-1 0 0 0,-6 4-362 0 0,-12 19 354 0 0,-110 107-1454 0 0,140-146 1037 0 0,1 0 0 0 0,-1 0 0 0 0,0 0-1 0 0,1-1 1 0 0,-1 1 0 0 0,1 0-1 0 0,-1 0 1 0 0,1 0 0 0 0,-1-1 0 0 0,1 1-1 0 0,-1 0 1 0 0,0-1 0 0 0,1 1 0 0 0,-1 0-1 0 0,0-1 1 0 0,1 1 0 0 0,-1 0-1 0 0,0-1 1 0 0,1 1 0 0 0,-1 0 0 0 0,0-1-1 0 0,0 1 1 0 0,1-1 0 0 0,-1 1-1 0 0,0-1 1 0 0,0 1 0 0 0,0-1 0 0 0,0 1-1 0 0,0-1 1 0 0,1 1 0 0 0,-1-1 0 0 0,0 1-1 0 0,0-1 1 0 0,0 1 0 0 0,-1-1-1 0 0,1 1 1 0 0,0-1 0 0 0,0 1 0 0 0,0 0-1 0 0,0-1 1 0 0,0 1 0 0 0,0-1 0 0 0,-1 1-1 0 0,1-1 1 0 0,0 1 0 0 0,0-1-1 0 0,-1 1 1 0 0,1 0 0 0 0,0-1 0 0 0,-1 1-1 0 0,1 0 1 0 0,0-1 0 0 0,-1 1 0 0 0,1 0-1 0 0,0-1 1 0 0,-1 1 0 0 0,1 0-1 0 0,-1 0 1 0 0,1-1 0 0 0,-1 1 0 0 0,1 0-1 0 0,-1 0 64 0 0,4-2-37 0 0,0 1-1 0 0,0-1 1 0 0,0 1 0 0 0,0 0-1 0 0,0 0 1 0 0,0 0-1 0 0,0 0 1 0 0,0 0-1 0 0,0 1 1 0 0,1-1-1 0 0,-1 1 1 0 0,0 0-1 0 0,0 0 1 0 0,1 0-1 0 0,-1 1 1 0 0,0-1 0 0 0,0 1-1 0 0,0 0 1 0 0,1 0-1 0 0,-1 0 1 0 0,0 0-1 0 0,0 0 1 0 0,0 1-1 0 0,-1-1 1 0 0,1 1-1 0 0,0 0 1 0 0,0-1 0 0 0,-1 2-1 0 0,1-1 1 0 0,1 2 37 0 0,59 80 1162 0 0,-29 61-48 0 0,-33-143-1253 0 0,-1 12-1893 0 0,4-20-4630 0 0,12-51 2785 0 0,-15 54 3732 0 0,6-30-1254 0 0</inkml:trace>
  <inkml:trace contextRef="#ctx0" brushRef="#br0" timeOffset="5444.657">2028 76 1148 0 0,'4'-3'635'0'0,"0"0"-1"0"0,0 0 1 0 0,1 0 0 0 0,-1 1-1 0 0,1-1 1 0 0,-1 1 0 0 0,1 0-1 0 0,0 1 1 0 0,-1-1 0 0 0,1 1-1 0 0,0 0 1 0 0,0 0 0 0 0,0 0-1 0 0,0 1 1 0 0,1 0 0 0 0,-1 0-1 0 0,0 0 1 0 0,3 1-635 0 0,-7-1 730 0 0,24 3 1402 0 0,-23-2-2112 0 0,-1-1-39 0 0,0 1-1 0 0,0-1 1 0 0,0 1-1 0 0,1-1 1 0 0,-1 1-1 0 0,0 0 1 0 0,0 0-1 0 0,0-1 1 0 0,0 1 0 0 0,0 0-1 0 0,0 0 1 0 0,0 0-1 0 0,0 0 1 0 0,-1 0-1 0 0,1 1 1 0 0,0-1-1 0 0,0 0 1 0 0,-1 0 0 0 0,1 0-1 0 0,-1 1 1 0 0,1-1-1 0 0,-1 0 1 0 0,0 0-1 0 0,0 1 1 0 0,1-1-1 0 0,-1 0 1 0 0,0 1 0 0 0,0-1-1 0 0,0 0 1 0 0,0 1-1 0 0,0-1 1 0 0,-1 0-1 0 0,1 1 1 0 0,0-1 0 0 0,-1 0-1 0 0,1 1 1 0 0,0-1-1 0 0,-1 0 1 0 0,0 0-1 0 0,1 0 1 0 0,-1 1-1 0 0,0-1 1 0 0,0 1 19 0 0,-104 103-3650 0 0,75-78 5090 0 0,66-21 33 0 0,-34-5-1466 0 0,-1 0 0 0 0,1-1 0 0 0,0 1 0 0 0,-1 1 0 0 0,1-1 0 0 0,0 0 0 0 0,-1 0 0 0 0,0 0 0 0 0,1 1 1 0 0,-1-1-1 0 0,0 1 0 0 0,0-1 0 0 0,1 1 0 0 0,-1 0 0 0 0,0-1 0 0 0,-1 1 0 0 0,1 0 0 0 0,0 0 0 0 0,0 0 1 0 0,-1-1-1 0 0,1 1 0 0 0,-1 0 0 0 0,0 0 0 0 0,1 0 0 0 0,-1 0 0 0 0,0 0 0 0 0,0 0 0 0 0,0 0 0 0 0,-1 0 0 0 0,1 0 1 0 0,0 0-1 0 0,-1-1 0 0 0,1 1 0 0 0,-1 0 0 0 0,1 0 0 0 0,-1 0 0 0 0,0 0 0 0 0,-1 0-7 0 0,1 7-318 0 0,0-8 143 0 0,2 3 133 0 0,0-1 0 0 0,0 1 0 0 0,0-1 0 0 0,0 0 0 0 0,0 1 0 0 0,1-1 0 0 0,-1 0 0 0 0,1 0 0 0 0,0 0 0 0 0,0 0 0 0 0,0 0 0 0 0,1 0 0 0 0,-1 0 0 0 0,1-1 0 0 0,-1 0 0 0 0,1 1 0 0 0,0-1 0 0 0,0 0 0 0 0,0 0 0 0 0,0 0 0 0 0,0-1 0 0 0,0 1 0 0 0,1-1-1 0 0,0 1 43 0 0,0-1-40 0 0,-3-1 32 0 0,0 0 1 0 0,0 0-1 0 0,0 0 0 0 0,0 0 1 0 0,-1 0-1 0 0,1 0 0 0 0,0 0 1 0 0,0 1-1 0 0,0-1 1 0 0,0 0-1 0 0,0 1 0 0 0,-1-1 1 0 0,1 0-1 0 0,0 1 1 0 0,0-1-1 0 0,-1 1 0 0 0,1-1 1 0 0,0 1-1 0 0,-1 0 1 0 0,1-1-1 0 0,0 1 0 0 0,-1-1 1 0 0,1 1-1 0 0,-1 0 1 0 0,1 0-1 0 0,-1-1 0 0 0,1 1 1 0 0,-1 0-1 0 0,0 0 1 0 0,1 0-1 0 0,-1 0 0 0 0,0-1 1 0 0,0 1-1 0 0,1 0 0 0 0,-1 0 1 0 0,0 0-1 0 0,0 0 1 0 0,0 0-1 0 0,0 0 0 0 0,0 0 1 0 0,0-1-1 0 0,-1 1 1 0 0,1 0-1 0 0,0 0 0 0 0,0 0 1 0 0,-1 0-1 0 0,1 0 1 0 0,0-1-1 0 0,-1 1 0 0 0,1 0 1 0 0,-1 0 7 0 0,-104 142 378 0 0,104-142-345 0 0,0 1 0 0 0,0-1 0 0 0,1 1 0 0 0,-1-1 0 0 0,1 1 0 0 0,-1-1 0 0 0,1 1 0 0 0,0 0 0 0 0,0-1-1 0 0,0 1 1 0 0,-1-1 0 0 0,2 1 0 0 0,-1 0 0 0 0,0-1 0 0 0,0 1 0 0 0,0-1 0 0 0,1 1 0 0 0,-1 0 0 0 0,1-1-1 0 0,-1 1 1 0 0,1-1 0 0 0,0 0 0 0 0,-1 1 0 0 0,1-1 0 0 0,0 1 0 0 0,0-1 0 0 0,0 0 0 0 0,0 0 0 0 0,0 1-1 0 0,0-1 1 0 0,1 0 0 0 0,-1 0 0 0 0,0 0 0 0 0,0 0 0 0 0,1 0 0 0 0,-1-1 0 0 0,1 1 0 0 0,-1 0-1 0 0,1-1 1 0 0,-1 1 0 0 0,1-1 0 0 0,-1 1 0 0 0,1-1 0 0 0,1 0-33 0 0,-3 1-58 0 0,1-1 0 0 0,0 0 0 0 0,-1 0 0 0 0,1 1 0 0 0,0-1 0 0 0,-1 0 0 0 0,1 1 0 0 0,-1-1 1 0 0,1 1-1 0 0,0-1 0 0 0,-1 1 0 0 0,1-1 0 0 0,-1 1 0 0 0,0-1 0 0 0,1 1 0 0 0,-1 0 0 0 0,1-1 0 0 0,-1 1 0 0 0,0-1 0 0 0,1 1 0 0 0,-1 0 0 0 0,0-1 0 0 0,0 1 0 0 0,0 0 1 0 0,1 0-1 0 0,-1-1 0 0 0,0 1 0 0 0,0 0 0 0 0,0-1 0 0 0,0 1 0 0 0,0 0 0 0 0,0 0 0 0 0,0-1 0 0 0,-1 1 0 0 0,1 0 0 0 0,0-1 0 0 0,0 1 0 0 0,0 0 0 0 0,-1-1 0 0 0,1 1 1 0 0,0 0-1 0 0,-1-1 0 0 0,1 1 0 0 0,-1-1 0 0 0,1 1 0 0 0,-1 0 0 0 0,1-1 0 0 0,-1 1 0 0 0,1-1 0 0 0,-1 0 0 0 0,1 1 0 0 0,-1-1 0 0 0,1 1 0 0 0,-1-1 0 0 0,0 0 0 0 0,1 1 1 0 0,-1-1-1 0 0,0 0 0 0 0,1 0 0 0 0,-1 0 0 0 0,0 1 0 0 0,0-1 0 0 0,1 0 0 0 0,-1 0 0 0 0,0 0 0 0 0,1 0 0 0 0,-1 0 0 0 0,0 0 0 0 0,0 0 0 0 0,0-1 58 0 0,-2 4-32 0 0,-149 102-2541 0 0,63-49 3042 0 0,79-51 210 0 0,4-2-584 0 0,6 0-3311 0 0,0 0 1014 0 0,0-3 836 0 0</inkml:trace>
  <inkml:trace contextRef="#ctx0" brushRef="#br0" timeOffset="6069.148">1722 888 1652 0 0,'-7'12'5931'0'0,"2"13"-3588"0"0,6-24-2378 0 0,1 0 1 0 0,0 0 0 0 0,-1-1 0 0 0,1 1 0 0 0,-1 0 0 0 0,1-1 0 0 0,0 1 0 0 0,-1-1 0 0 0,1 0 0 0 0,0 0-1 0 0,0 1 1 0 0,-1-1 0 0 0,1 0 0 0 0,0 0 0 0 0,-1-1 0 0 0,1 1 0 0 0,0 0 0 0 0,0-1 0 0 0,-1 1-1 0 0,1-1 1 0 0,-1 1 0 0 0,1-1 0 0 0,0 0 0 0 0,-1 1 0 0 0,1-1 0 0 0,-1 0 0 0 0,1 0 0 0 0,-1 0-1 0 0,0 0 1 0 0,0-1 0 0 0,1 1 0 0 0,-1 0 0 0 0,0 0 0 0 0,0-1 0 0 0,0 1 0 0 0,0-1 0 0 0,0 1 0 0 0,0-1-1 0 0,-1 1 1 0 0,1-1 0 0 0,0-1 34 0 0,11-8-162 0 0,67-37 351 0 0,11 26 3383 0 0,3 20-849 0 0,-43-24-3925 0 0,47-6 712 0 0,-97 31 642 0 0,28 1 862 0 0,55 0-274 0 0,-26 29-1266 0 0,7 42-1567 0 0,-50-32-7322 0 0,-14-36 7846 0 0</inkml:trace>
  <inkml:trace contextRef="#ctx0" brushRef="#br0" timeOffset="6889.198">2723 120 1100 0 0,'-2'12'7533'0'0,"13"21"-4532"0"0,47 96 644 0 0,-56-127-3754 0 0,0 0 0 0 0,1-1 0 0 0,-1 1 0 0 0,1 0 0 0 0,0-1 0 0 0,-1 1 0 0 0,1-1 0 0 0,0 0 0 0 0,0 0 0 0 0,0 0 0 0 0,0 0 0 0 0,0-1 0 0 0,0 1 0 0 0,0-1 0 0 0,0 0 0 0 0,0 0 0 0 0,0 0 0 0 0,0 0-1 0 0,0 0 1 0 0,0-1 0 0 0,0 1 0 0 0,0-1 0 0 0,0 0 0 0 0,0 0 0 0 0,0 0 0 0 0,0 0 0 0 0,0 0 0 0 0,-1-1 0 0 0,1 1 0 0 0,-1-1 0 0 0,1 0 0 0 0,-1 0 0 0 0,1 0 0 0 0,-1 0 0 0 0,0 0 0 0 0,0 0 109 0 0,67-42-1087 0 0,-68 44 1428 0 0,-1 0 25 0 0,0 0 97 0 0,0 0 35 0 0,0 0-19 0 0,0 0-453 0 0,1 0 0 0 0,-1 0-1 0 0,1 0 1 0 0,-1 0-1 0 0,1 0 1 0 0,-1 0-1 0 0,1 0 1 0 0,-1 0-1 0 0,1 0 1 0 0,-1 0-1 0 0,0 1 1 0 0,1-1-1 0 0,-1 0 1 0 0,1 0-1 0 0,-1 1 1 0 0,1-1-1 0 0,-1 0 1 0 0,0 1-1 0 0,1-1 1 0 0,-1 0-1 0 0,0 1 1 0 0,1-1-1 0 0,-1 1 1 0 0,0-1-1 0 0,0 0 1 0 0,1 1 0 0 0,-1-1-1 0 0,0 1 1 0 0,0-1-1 0 0,0 1 1 0 0,1-1-1 0 0,-1 1 1 0 0,0-1-1 0 0,0 1 1 0 0,0-1-1 0 0,0 1 1 0 0,0-1-1 0 0,0 1 1 0 0,0-1-1 0 0,0 1 1 0 0,0-1-1 0 0,0 1 1 0 0,-1-1-1 0 0,1 1 1 0 0,0-1-1 0 0,0 1 1 0 0,0-1-1 0 0,-1 0 1 0 0,1 1 0 0 0,0-1-1 0 0,0 1 1 0 0,-1-1-1 0 0,1 0 1 0 0,0 1-1 0 0,-1-1 1 0 0,1 1-1 0 0,0-1 1 0 0,-1 0-1 0 0,1 0 1 0 0,-1 1-1 0 0,1-1 1 0 0,-1 0-1 0 0,1 0 1 0 0,0 1-1 0 0,-1-1 1 0 0,1 0-1 0 0,-1 0 1 0 0,1 0-1 0 0,-1 0-25 0 0,-30 29 458 0 0,-153 89 659 0 0,-73 14-267 0 0,224-115-629 0 0,33-16-200 0 0,0-1 119 0 0,50-1 429 0 0,88-19 22 0 0,140-32-821 0 0,-206 48-4466 0 0,-70 4 4367 0 0,-1-1 1 0 0,1 1 0 0 0,0-1-1 0 0,-1 1 1 0 0,1-1-1 0 0,-1 0 1 0 0,0 0 0 0 0,1 0-1 0 0,-1 1 1 0 0,1-1-1 0 0,-1 0 1 0 0,0-1 0 0 0,0 1-1 0 0,0 0 1 0 0,0 0-1 0 0,0 0 1 0 0,0-1 0 0 0,0 1-1 0 0,0-1 1 0 0,0 1-1 0 0,0-1 1 0 0,-1 1-1 0 0,1-1 1 0 0,-1 1 0 0 0,1-1-1 0 0,-1 1 1 0 0,1-1-1 0 0,-1 0 1 0 0,0 1 0 0 0,0-2 328 0 0,-2-2-1356 0 0</inkml:trace>
  <inkml:trace contextRef="#ctx0" brushRef="#br0" timeOffset="7141.232">2882 87 1128 0 0,'-9'-10'7502'0'0,"6"46"-4529"0"0,3-28-3068 0 0,-4 551 6607 0 0,-17-391-6344 0 0,7-48-3575 0 0,1-148-6920 0 0,11 1 8975 0 0,-1-1-206 0 0</inkml:trace>
  <inkml:trace contextRef="#ctx0" brushRef="#br0" timeOffset="7379.258">2781 587 908 0 0,'-23'3'5076'0'0,"-9"28"-3397"0"0,23-20-1159 0 0,-93 90 2462 0 0,76-69-1718 0 0,26-32-1125 0 0,0 0-1 0 0,3 0-31 0 0,160-44 288 0 0,26-16-1822 0 0,-163 51-666 0 0,-2-1-4884 0 0,-18 7 5234 0 0</inkml:trace>
  <inkml:trace contextRef="#ctx0" brushRef="#br0" timeOffset="7658.295">3250 6 1544 0 0,'1'-6'9583'0'0,"-3"26"-6718"0"0,1 11-3958 0 0,-25 11-8494 0 0,19-36 7959 0 0</inkml:trace>
  <inkml:trace contextRef="#ctx0" brushRef="#br0" timeOffset="7877.339">3075 182 2364 0 0,'-7'9'7347'0'0,"29"-8"-3389"0"0,76-16-1183 0 0,43-13-465 0 0,-50 21-3862 0 0,-90 7 842 0 0,-15 14-8803 0 0,-22-1 4980 0 0,12-7 3083 0 0</inkml:trace>
  <inkml:trace contextRef="#ctx0" brushRef="#br0" timeOffset="8126.344">3102 212 1792 0 0,'-32'80'5036'0'0,"9"50"-1723"0"0,11-50-1571 0 0,-44 287 1743 0 0,33-281-5269 0 0,21-78 1962 0 0,6 6-10409 0 0,0-18 8764 0 0</inkml:trace>
  <inkml:trace contextRef="#ctx0" brushRef="#br0" timeOffset="8387.412">3133 354 976 0 0,'27'-43'9746'0'0,"19"22"-5044"0"0,67 17-1954 0 0,-75 5-1371 0 0,42 15-379 0 0,-68-9-869 0 0,-11-7-162 0 0,1 0 0 0 0,-1 1 1 0 0,0-1-1 0 0,0 0 0 0 0,0 1 1 0 0,0-1-1 0 0,0 0 0 0 0,0 1 1 0 0,0-1-1 0 0,0 1 0 0 0,-1 0 1 0 0,1-1-1 0 0,0 1 0 0 0,0 0 1 0 0,0 0-1 0 0,0-1 0 0 0,-1 1 1 0 0,1 0-1 0 0,0 0 0 0 0,-1 0 1 0 0,1 0-1 0 0,-1 0 0 0 0,1 0 1 0 0,-1 0-1 0 0,0 0 0 0 0,1 0 1 0 0,-1 0-1 0 0,0 0 0 0 0,1 0 1 0 0,-1 0-1 0 0,0 0 0 0 0,0 0 1 0 0,0 0-1 0 0,0 0 0 0 0,0 1 1 0 0,0-1-1 0 0,-1 0 0 0 0,1 0 1 0 0,0 0-1 0 0,0 0 0 0 0,-1 0 1 0 0,1 0-1 0 0,-1 0 0 0 0,1 0 1 0 0,-1 0-1 0 0,1 0 0 0 0,-1 0 1 0 0,0 0-1 0 0,1-1 0 0 0,-1 1 1 0 0,0 0-1 0 0,0 0 33 0 0,-65 82-4333 0 0,-58 22-6630 0 0,106-93 9398 0 0</inkml:trace>
  <inkml:trace contextRef="#ctx0" brushRef="#br0" timeOffset="8761.186">3113 484 1580 0 0,'-1'-1'177'0'0,"0"0"-1"0"0,1 0 1 0 0,-1 0-1 0 0,0 0 1 0 0,1 0-1 0 0,-1 0 0 0 0,0 0 1 0 0,1 0-1 0 0,0 0 1 0 0,-1 0-1 0 0,1-1 1 0 0,0 1-1 0 0,-1 0 1 0 0,1 0-1 0 0,0 0 1 0 0,0 0-1 0 0,0-1 1 0 0,0 1-1 0 0,0 0 1 0 0,0 0-1 0 0,0 0 1 0 0,1-1-1 0 0,-1 1 0 0 0,0 0 1 0 0,1 0-1 0 0,-1 0 1 0 0,1 0-1 0 0,-1 0 1 0 0,1 0-1 0 0,-1 0 1 0 0,1 0-1 0 0,0 0 1 0 0,0 0-1 0 0,-1 0 1 0 0,1 0-1 0 0,0 0 1 0 0,0 0-1 0 0,0 1 1 0 0,0-1-1 0 0,0 0 0 0 0,0 1 1 0 0,0-1-1 0 0,0 0 1 0 0,0 1-1 0 0,0 0 1 0 0,0-1-1 0 0,1 1 1 0 0,-1 0-1 0 0,0-1 1 0 0,0 1-1 0 0,0 0 1 0 0,1 0-1 0 0,-1 0 1 0 0,0 0-1 0 0,0 0 1 0 0,0 0-1 0 0,1 0 1 0 0,-1 1-1 0 0,0-1 0 0 0,1 1-176 0 0,103 12 2985 0 0,-43-13-3326 0 0,-60 0 125 0 0,-2 0-68 0 0,8 2-451 0 0,-120 108 791 0 0,83-59 1240 0 0,29-49-1020 0 0,0-2 2 0 0,2 1-210 0 0,1 1 0 0 0,-1-1-1 0 0,1 1 1 0 0,0-1-1 0 0,-1 0 1 0 0,1 0 0 0 0,0 0-1 0 0,0-1 1 0 0,0 1-1 0 0,0-1 1 0 0,0 1 0 0 0,0-1-1 0 0,0 0 1 0 0,0 0-1 0 0,0 0 1 0 0,0-1 0 0 0,0 1-1 0 0,0-1 1 0 0,0 1-1 0 0,0-1 1 0 0,0 0 0 0 0,-1 0-1 0 0,1-1 1 0 0,0 1-1 0 0,-1 0 1 0 0,1-1 0 0 0,-1 0-1 0 0,1 1 1 0 0,-1-1-1 0 0,1 0 1 0 0,-1 0-68 0 0,10-4 137 0 0,68-41-244 0 0,-35-3-1614 0 0,-33 8-3565 0 0,-12 41 3644 0 0,0 1-109 0 0,-3-12-1571 0 0,-9-3 1765 0 0,4 8 135 0 0</inkml:trace>
  <inkml:trace contextRef="#ctx0" brushRef="#br0" timeOffset="9354.998">3244 184 2256 0 0,'-6'103'6792'0'0,"-17"53"-5058"0"0,14-103-1012 0 0,-45 209-1151 0 0,42-169 1098 0 0,12-92-483 0 0,0 37 1565 0 0,0-36-1564 0 0,0-2 27 0 0,0 0 55 0 0,-2 7 414 0 0,7-16-185 0 0,-2-2-310 0 0,1 1 1 0 0,0 0-1 0 0,1 0 0 0 0,0 1 1 0 0,0-1-1 0 0,1 1 0 0 0,0 0 1 0 0,0 1-1 0 0,1-1 0 0 0,0 1 1 0 0,1 1-1 0 0,0-1 0 0 0,0 1 1 0 0,1 0-1 0 0,-1 1 0 0 0,1 0 1 0 0,1 1-1 0 0,-1 0 0 0 0,1 0 0 0 0,0 1 1 0 0,0 0-1 0 0,2 0-188 0 0,-7 4 78 0 0,0 0-1 0 0,-1 0 1 0 0,1 0 0 0 0,-1 0-1 0 0,1 1 1 0 0,0 0-1 0 0,-1 0 1 0 0,1 0 0 0 0,-1 1-1 0 0,0-1 1 0 0,1 1-1 0 0,-1 0 1 0 0,0 0 0 0 0,0 0-1 0 0,0 1 1 0 0,1 1-78 0 0,1-1 134 0 0,0 0 3 0 0,-1 0 1 0 0,0 0-1 0 0,1 1 0 0 0,-2 0 0 0 0,1-1 0 0 0,0 2 0 0 0,-1-1 0 0 0,0 0 1 0 0,0 1-1 0 0,0 0 0 0 0,0 0 0 0 0,-1 0 0 0 0,0 0 0 0 0,0 1 0 0 0,0-1 1 0 0,-1 1-1 0 0,1 0 0 0 0,-1 0 0 0 0,-1 0 0 0 0,1 0-137 0 0,-2-4 266 0 0,-3 3-33 0 0,-3 4-263 0 0,0-1 0 0 0,0 1 0 0 0,-1-1 0 0 0,0-1 0 0 0,0 1-1 0 0,-1-1 1 0 0,0 0 0 0 0,0-1 0 0 0,-1 0 0 0 0,1 0 0 0 0,-1-1 0 0 0,-1 0 0 0 0,1-1 0 0 0,-1 0 0 0 0,0 0 0 0 0,0-1 0 0 0,0 0 0 0 0,0-1 0 0 0,0 0 0 0 0,-7 0 30 0 0,-34-6-2160 0 0,-5-40-1052 0 0,49 34 2096 0 0,1 0-1 0 0,-1 0 0 0 0,1-1 1 0 0,1 1-1 0 0,0-1 0 0 0,1 0 1 0 0,0-1-1 0 0,0 1 0 0 0,1-1 1 0 0,1 0-1 0 0,0 0 0 0 0,1 0 1 0 0,0 0-1 0 0,1-3 1117 0 0,0-3-1431 0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8:18.578"/>
    </inkml:context>
    <inkml:brush xml:id="br0">
      <inkml:brushProperty name="width" value="0.05" units="cm"/>
      <inkml:brushProperty name="height" value="0.05" units="cm"/>
      <inkml:brushProperty name="color" value="#FFFFFF"/>
    </inkml:brush>
    <inkml:context xml:id="ctx1">
      <inkml:inkSource xml:id="inkSrc14">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1" timeString="2023-03-28T16:28:24.151"/>
    </inkml:context>
  </inkml:definitions>
  <inkml:trace contextRef="#ctx0" brushRef="#br0">342 111 1732 0 0,'0'0'1788'0'0,"0"0"-249"0"0,0 0-228 0 0,0 0-152 0 0,0 0-87 0 0,0 0-137 0 0,-1-2-91 0 0,-2 2-734 0 0,0 0 0 0 0,-1 1 0 0 0,1-1-1 0 0,0 1 1 0 0,0 0 0 0 0,0 0 0 0 0,0 0 0 0 0,0 0-1 0 0,1 0 1 0 0,-1 0 0 0 0,0 1 0 0 0,0 0-1 0 0,1-1 1 0 0,-1 1 0 0 0,1 0 0 0 0,0 0 0 0 0,-1 0-1 0 0,1 1 1 0 0,0-1 0 0 0,0 1 0 0 0,-1 1-110 0 0,-15 11 441 0 0,-236 155 3567 0 0,248-167-3940 0 0,6-2-59 0 0,1-1-1 0 0,-1 0 1 0 0,1 0 0 0 0,-1 0 0 0 0,1 1 0 0 0,-1-1 0 0 0,1 0 0 0 0,-1 1 0 0 0,1-1-1 0 0,-1 0 1 0 0,1 1 0 0 0,-1-1 0 0 0,0 0 0 0 0,1 1 0 0 0,-1-1 0 0 0,0 1 0 0 0,1-1-1 0 0,-1 1 1 0 0,0-1 0 0 0,0 0 0 0 0,1 1 0 0 0,-1-1 0 0 0,0 1 0 0 0,0-1 0 0 0,0 1-1 0 0,0 0 1 0 0,0-1 0 0 0,0 1 0 0 0,0-1 0 0 0,0 1 0 0 0,0-1 0 0 0,0 1 0 0 0,0-1-1 0 0,0 1 1 0 0,0-1 0 0 0,0 1 0 0 0,0-1 0 0 0,0 1 0 0 0,-1-1 0 0 0,1 1 0 0 0,0-1 0 0 0,0 1-1 0 0,-1-1 1 0 0,1 1 0 0 0,0-1 0 0 0,-1 1 0 0 0,1-1 0 0 0,0 0 0 0 0,-1 1 0 0 0,1-1-1 0 0,-1 0 1 0 0,1 1 0 0 0,-1-1 0 0 0,1 0 0 0 0,-1 0 0 0 0,1 1 0 0 0,0-1 0 0 0,-1 0-1 0 0,1 0 1 0 0,-1 0 0 0 0,0 0 0 0 0,1 1 0 0 0,-1-1 0 0 0,1 0 0 0 0,-1 0-9 0 0,70 22-154 0 0,-55-16 186 0 0,0 0-1 0 0,-1 1 0 0 0,0 1 1 0 0,0 0-1 0 0,0 0 1 0 0,-2 1-1 0 0,1 1 0 0 0,-1 0 1 0 0,0 0-1 0 0,-1 2 1 0 0,0-1-1 0 0,7 12-31 0 0,-14-13-40 0 0,1 11-7474 0 0,-4-19 5739 0 0,0-2 107 0 0,0 3 70 0 0,2 7-4 0 0,-1-8 104 0 0</inkml:trace>
  <inkml:trace contextRef="#ctx0" brushRef="#br0" timeOffset="362.037">532 170 2392 0 0,'5'4'9843'0'0,"-41"33"-6596"0"0,-55 30-715 0 0,-50 52-235 0 0,140-116-2267 0 0,1-1 0 0 0,-1 1 0 0 0,1 0 0 0 0,0 0 1 0 0,0 0-1 0 0,0 0 0 0 0,0 0 0 0 0,0 0 0 0 0,1 0 0 0 0,-1 0 0 0 0,1 0 0 0 0,0 0 0 0 0,0 0 0 0 0,0 0 0 0 0,0 0 0 0 0,1-1 0 0 0,-1 1 0 0 0,1-1 0 0 0,-1 1 0 0 0,1-1 1 0 0,0 1-1 0 0,0-1 0 0 0,0 0 0 0 0,0 0 0 0 0,1 0 0 0 0,-1 0 0 0 0,0 0 0 0 0,1-1 0 0 0,0 1 0 0 0,-1-1 0 0 0,1 1 0 0 0,0-1 0 0 0,0 0-30 0 0,95 46-1439 0 0,-53-29-7450 0 0,-15 1 638 0 0,-11-13 6647 0 0</inkml:trace>
  <inkml:trace contextRef="#ctx0" brushRef="#br0" timeOffset="1592.149">956 74 1360 0 0,'0'0'1799'0'0,"0"0"-244"0"0,0 0-138 0 0,0 0-147 0 0,0 0-118 0 0,3 0 27 0 0,12-17 817 0 0,-15 14-1140 0 0,0 3-27 0 0,0 0-83 0 0,0 0-98 0 0,0 0-66 0 0,0 0-91 0 0,0 0-48 0 0,-2-7-40 0 0,-7-17-49 0 0,-28 18 754 0 0,25 9-1010 0 0,0 1 0 0 0,0 0-1 0 0,1 0 1 0 0,0 1-1 0 0,0 0 1 0 0,0 1 0 0 0,0 1-1 0 0,1-1 1 0 0,0 2-1 0 0,0-1 1 0 0,1 1 0 0 0,0 1-1 0 0,-6 7-97 0 0,1-2 67 0 0,0 1-1 0 0,1 0 1 0 0,1 1-1 0 0,1 0 0 0 0,0 1 1 0 0,1 0-1 0 0,1 1 1 0 0,0 0-1 0 0,2 0 1 0 0,0 1-1 0 0,1 0 1 0 0,1 0-1 0 0,-3 18-66 0 0,7-23 38 0 0,-1 0-1 0 0,2 0 1 0 0,0 0 0 0 0,1 0-1 0 0,0 0 1 0 0,1 0-1 0 0,0 0 1 0 0,4 8-38 0 0,-3-12 7 0 0,0-1 1 0 0,1 0 0 0 0,1 0-1 0 0,0 0 1 0 0,0 0-1 0 0,0-1 1 0 0,1 0-1 0 0,0 0 1 0 0,1-1 0 0 0,0 0-1 0 0,0 0 1 0 0,0 0-1 0 0,1-1 1 0 0,0 0-1 0 0,0 0 1 0 0,1-1-1 0 0,-1 0 1 0 0,1-1 0 0 0,0 0-1 0 0,1 0 1 0 0,-1-1-1 0 0,1 0 1 0 0,-1 0-1 0 0,1-1 1 0 0,0-1 0 0 0,5 1-8 0 0,49-5-445 0 0,-50-1 100 0 0,-1-1 0 0 0,0 0 0 0 0,0 0 1 0 0,-1-2-1 0 0,1 1 0 0 0,-1-2 0 0 0,-1 1 0 0 0,1-2 0 0 0,-1 0 1 0 0,0-1 344 0 0,61-55-7154 0 0,-42 40 2965 0 0,-16 12 1044 0 0,-8 11 1675 0 0</inkml:trace>
  <inkml:trace contextRef="#ctx0" brushRef="#br0" timeOffset="1924.221">1316 61 1824 0 0,'-5'19'8952'0'0,"-12"17"-7639"0"0,10-23-331 0 0,-165 331 4589 0 0,130-248-6939 0 0,52-131-4148 0 0,62-123-2448 0 0,-57 122 6394 0 0</inkml:trace>
  <inkml:trace contextRef="#ctx0" brushRef="#br0" timeOffset="2174.256">1286 95 1924 0 0,'0'-1'142'0'0,"0"0"0"0"0,1 0 1 0 0,-1 0-1 0 0,0 0 0 0 0,1-1 0 0 0,-1 1 0 0 0,0 0 0 0 0,1 0 0 0 0,0 1 0 0 0,-1-1 1 0 0,1 0-1 0 0,-1 0 0 0 0,1 0 0 0 0,0 0 0 0 0,0 0 0 0 0,0 1 0 0 0,-1-1 0 0 0,1 0 1 0 0,0 1-1 0 0,0-1 0 0 0,0 0 0 0 0,0 1 0 0 0,0-1 0 0 0,0 1 0 0 0,0 0 0 0 0,0-1 1 0 0,0 1-1 0 0,0 0 0 0 0,0 0 0 0 0,1-1 0 0 0,-1 1 0 0 0,0 0 0 0 0,0 0 0 0 0,0 0 1 0 0,0 0-1 0 0,0 1 0 0 0,0-1 0 0 0,0 0 0 0 0,0 0 0 0 0,1 1 0 0 0,-1-1 0 0 0,0 0 1 0 0,0 1-1 0 0,0-1 0 0 0,0 1 0 0 0,-1 0 0 0 0,1-1 0 0 0,0 1 0 0 0,0 0 0 0 0,0-1 1 0 0,0 1-1 0 0,-1 0 0 0 0,1 0 0 0 0,0 0 0 0 0,0 0 0 0 0,-1 0 0 0 0,1 0 0 0 0,-1 0 1 0 0,1 0-143 0 0,15 34 836 0 0,-2 1 1 0 0,-1 0-1 0 0,-2 0 1 0 0,-1 2-1 0 0,-2-1 1 0 0,-2 1-1 0 0,-1 0 1 0 0,-2 0-1 0 0,-1 10-836 0 0,-2 98-2743 0 0,-17-112-1963 0 0,-6-24-3355 0 0,15-11 6621 0 0</inkml:trace>
  <inkml:trace contextRef="#ctx0" brushRef="#br0" timeOffset="2331.269">1177 473 1460 0 0,'-6'-5'871'0'0,"5"5"-672"0"0,0 0-1 0 0,0 0 0 0 0,1 0 1 0 0,-1 0-1 0 0,0 0 1 0 0,0 0-1 0 0,1-1 0 0 0,-1 1 1 0 0,0 0-1 0 0,0 0 0 0 0,1-1 1 0 0,-1 1-1 0 0,0-1 0 0 0,1 1 1 0 0,-1-1-1 0 0,0 1 1 0 0,1-1-1 0 0,-1 1 0 0 0,1-1 1 0 0,-1 1-1 0 0,1-1 0 0 0,-1 1 1 0 0,1-1-1 0 0,-1 0 0 0 0,1 1 1 0 0,-1-1-1 0 0,1 0 1 0 0,0 0-1 0 0,0 1 0 0 0,-1-1 1 0 0,1 0-1 0 0,0 0 0 0 0,0 1 1 0 0,0-1-1 0 0,0 0 1 0 0,0 0-1 0 0,0 0 0 0 0,0 1 1 0 0,0-1-1 0 0,0 0 0 0 0,0 0 1 0 0,0 0-1 0 0,0 1 0 0 0,1-1 1 0 0,-1 0-1 0 0,0 0 1 0 0,1 1-1 0 0,-1-1 0 0 0,0 0 1 0 0,1 1-1 0 0,-1-1 0 0 0,1 0 1 0 0,-1 1-1 0 0,1-1 0 0 0,-1 1 1 0 0,1-1-1 0 0,0 1 1 0 0,-1-1-1 0 0,1 1 0 0 0,0-1 1 0 0,-1 1-1 0 0,1 0 0 0 0,0-1 1 0 0,-1 1-1 0 0,1 0 0 0 0,0-1-198 0 0,114-17 3737 0 0,-71 9-3726 0 0,-3 1-3224 0 0,-29 5 1701 0 0,21-10-9660 0 0,-20-1 9682 0 0</inkml:trace>
  <inkml:trace contextRef="#ctx0" brushRef="#br0" timeOffset="2614.307">1522 220 1240 0 0,'5'-15'8193'0'0,"6"3"-4087"0"0,38-5-996 0 0,-14 12-2125 0 0,52-5 1798 0 0,-27 7-6827 0 0,-58 1 2895 0 0,6-1-233 0 0,-11 10-6050 0 0,-6-4 4468 0 0,3-1 1654 0 0</inkml:trace>
  <inkml:trace contextRef="#ctx0" brushRef="#br0" timeOffset="2874.87">1712 159 1964 0 0,'-37'77'7832'0'0,"22"59"-4247"0"0,14-104-2497 0 0,-5 57 635 0 0,-1 75-1849 0 0,7-156-1348 0 0,6-1-9102 0 0,1-15 9791 0 0,3-8-614 0 0</inkml:trace>
  <inkml:trace contextRef="#ctx0" brushRef="#br0" timeOffset="3441.43">1934 178 1316 0 0,'-1'-28'6327'0'0,"0"37"-1955"0"0,-7 18-2717 0 0,0 5-1079 0 0,-102 313 2636 0 0,110-343-3166 0 0,0 0 1 0 0,0-1-1 0 0,0 1 1 0 0,0 0-1 0 0,0 0 1 0 0,0-1-1 0 0,0 1 1 0 0,0 0-1 0 0,1-1 1 0 0,-1 1-1 0 0,1 0 1 0 0,-1-1-1 0 0,1 1 1 0 0,0-1 0 0 0,0 1-1 0 0,0-1 1 0 0,0 1-1 0 0,0-1 1 0 0,0 1-1 0 0,0-1 1 0 0,0 0-1 0 0,0 0 1 0 0,0 0-1 0 0,1 1 1 0 0,-1-1-1 0 0,1 0 1 0 0,-1-1-1 0 0,1 1 1 0 0,-1 0-1 0 0,1 0 1 0 0,-1-1-1 0 0,1 1 1 0 0,0-1 0 0 0,-1 1-1 0 0,1-1 1 0 0,0 1-1 0 0,-1-1 1 0 0,2 0-47 0 0,74 7 495 0 0,-64-7-360 0 0,120-13 424 0 0,-108 6-882 0 0,27-14-2696 0 0,-52-10-8366 0 0,-1 31 10042 0 0,1 0-75 0 0,0 0 47 0 0</inkml:trace>
  <inkml:trace contextRef="#ctx0" brushRef="#br0" timeOffset="3709.421">1977 210 1336 0 0,'34'-15'6163'0'0,"3"18"-4684"0"0,-36-3-1858 0 0,-1 0-641 0 0,0 0-94 0 0,0 0 79 0 0,2 2-8 0 0,7 7-295 0 0,-7-5-75 0 0</inkml:trace>
  <inkml:trace contextRef="#ctx0" brushRef="#br0" timeOffset="3866.437">1893 384 2164 0 0,'13'15'6837'0'0,"26"-13"-3854"0"0,-31-2-2583 0 0,87-4 2767 0 0,-31-14-2660 0 0,-30 12-1183 0 0,0 0-6692 0 0,-33 6 5723 0 0,-1 0-47 0 0,0 0 26 0 0,0 0-9 0 0</inkml:trace>
  <inkml:trace contextRef="#ctx0" brushRef="#br0" timeOffset="4210.294">2388 186 2380 0 0,'-4'25'8201'0'0,"-7"58"-5559"0"0,-21 72-257 0 0,10-35-426 0 0,22-119-1722 0 0,3 9 127 0 0,1-7-331 0 0,0 0 0 0 0,0 0-1 0 0,1-1 1 0 0,-1 1 0 0 0,1-1-1 0 0,-1 0 1 0 0,1 0 0 0 0,0-1-1 0 0,0 0 1 0 0,-1 0 0 0 0,1 0-1 0 0,0 0 1 0 0,0-1 0 0 0,0 1-1 0 0,0-1 1 0 0,0 0 0 0 0,0-1-1 0 0,3 0-32 0 0,0 1 4 0 0,88-26-140 0 0,15-8-3329 0 0,-89 22-1118 0 0,-1-1-3550 0 0,-20 12 6766 0 0</inkml:trace>
  <inkml:trace contextRef="#ctx0" brushRef="#br0" timeOffset="4573.519">2701 158 1556 0 0,'3'5'5969'0'0,"-2"19"-2070"0"0,-75 301 3667 0 0,73-320-7493 0 0,1 0 0 0 0,0 1 0 0 0,0-1 0 0 0,0 0-1 0 0,1 1 1 0 0,0-1 0 0 0,0 0 0 0 0,0 0-1 0 0,1 0 1 0 0,-1 0 0 0 0,1 0 0 0 0,1 0 0 0 0,-1 0-1 0 0,0 0 1 0 0,1-1 0 0 0,0 1 0 0 0,0-1 0 0 0,3 2-73 0 0,-1-2 18 0 0,0-2 1 0 0,0 1-1 0 0,0 0 1 0 0,1-1-1 0 0,-1 0 1 0 0,1 0 0 0 0,0-1-1 0 0,0 0 1 0 0,-1 0-1 0 0,1 0 1 0 0,0 0-1 0 0,0-1 1 0 0,0 0-1 0 0,0-1 1 0 0,0 1 0 0 0,0-1-1 0 0,-1 0 1 0 0,1 0-1 0 0,0-1 1 0 0,-1 0-1 0 0,1 0 1 0 0,-1 0 0 0 0,1-1-1 0 0,-1 1 1 0 0,0-1-1 0 0,0 0 1 0 0,1-2-19 0 0,1 2-71 0 0,11-5-415 0 0,40-21-1043 0 0,-26-2-5792 0 0,-10 13-880 0 0,-18 13 6979 0 0</inkml:trace>
  <inkml:trace contextRef="#ctx0" brushRef="#br0" timeOffset="5318.602">3068 70 1024 0 0,'12'25'5734'0'0,"-10"22"-2995"0"0,-2-33-2027 0 0,-3 95 2404 0 0,-41 131 454 0 0,44-237-3515 0 0,-1-1 1 0 0,1 1-1 0 0,-1-1 1 0 0,1 1-1 0 0,0 0 1 0 0,0-1-1 0 0,0 1 1 0 0,0-1-1 0 0,0 1 1 0 0,1-1-1 0 0,-1 1 0 0 0,1-1 1 0 0,0 1-1 0 0,-1-1 1 0 0,1 1-1 0 0,0-1 1 0 0,1 0-1 0 0,-1 0 1 0 0,0 1-1 0 0,1-1 1 0 0,-1 0-1 0 0,1 0 1 0 0,-1 0-1 0 0,1 0 1 0 0,0-1-1 0 0,0 1 0 0 0,0 0 1 0 0,0-1-1 0 0,0 1 1 0 0,0-1-1 0 0,1 0 1 0 0,-1 0-1 0 0,0 0 1 0 0,1 0-1 0 0,-1 0 1 0 0,1 0-56 0 0,9 1 81 0 0,0 0 0 0 0,0-1-1 0 0,0 0 1 0 0,0-1 0 0 0,0 0 0 0 0,0-1 0 0 0,0 0 0 0 0,0-1 0 0 0,0 0 0 0 0,-1-1 0 0 0,1-1 0 0 0,-1 1 0 0 0,10-6-81 0 0,-18 8-2 0 0,28-9-66 0 0,-20 8-289 0 0,-1-1-1 0 0,0 0 0 0 0,1-1 1 0 0,-2 0-1 0 0,1-1 0 0 0,0 0 1 0 0,-1 0-1 0 0,0-1 0 0 0,0 0 0 0 0,0-1 358 0 0,2-30-12455 0 0,-11 37 10837 0 0</inkml:trace>
  <inkml:trace contextRef="#ctx1" brushRef="#br0">3248 86 936,'3'-3'1416,"1"-1"-216,-1 2-232,0-1-76,3 3-47,-1-2-53,0 0-244,0 2-20,2-3-176,-2 4-12,2-2-252,-2 1-276,0-1 16,-1 1-704,-1 0-636,-3 0 99,0 0-47,0 0 20</inkml:trace>
  <inkml:trace contextRef="#ctx0" brushRef="#br0" timeOffset="5747.338">3125 308 2260 0 0,'16'7'6658'0'0,"18"-12"-4512"0"0,-30 4-1810 0 0,167 0 4994 0 0,-105 1-4488 0 0,-44 0-4680 0 0,0 0-6117 0 0,-19 3 8591 0 0,11 13-15 0 0</inkml:trace>
  <inkml:trace contextRef="#ctx0" brushRef="#br0" timeOffset="6390.726">3113 0 1544 0 0,'-3'10'9755'0'0,"22"4"-5074"0"0,-11-9-4236 0 0,0-1 1 0 0,0 1-1 0 0,0-2 0 0 0,1 1 0 0 0,0-1 1 0 0,-1 0-1 0 0,1-1 0 0 0,0 0 0 0 0,0-1 1 0 0,3 1-446 0 0,50 1 733 0 0,-22-4-4291 0 0,-15 0-2124 0 0,0 0-3694 0 0,-17 1 7814 0 0</inkml:trace>
  <inkml:trace contextRef="#ctx0" brushRef="#br0" timeOffset="6797.736">3667 23 1312 0 0,'-1'0'5476'0'0,"-4"8"-3081"0"0,-19 95 1652 0 0,-81 213-546 0 0,44-153-2979 0 0,62-190-4519 0 0,65-188-5816 0 0,-54 184 8410 0 0</inkml:trace>
  <inkml:trace contextRef="#ctx0" brushRef="#br0" timeOffset="7141.813">3641 111 1088 0 0,'20'-38'6527'0'0,"-15"32"-4837"0"0,6 10 1795 0 0,-1 26-2538 0 0,-1 2 0 0 0,-1-1 0 0 0,-2 1 0 0 0,-2 0 0 0 0,0 17-947 0 0,6 33 1045 0 0,9 63 454 0 0,9-74-93 0 0,-27-70-1371 0 0,0-1 1 0 0,1 1 0 0 0,-1-1-1 0 0,1 1 1 0 0,-1-1 0 0 0,0 0-1 0 0,1 0 1 0 0,-1 0 0 0 0,0 0-1 0 0,1 0 1 0 0,-1 0 0 0 0,1 0-1 0 0,-1 0 1 0 0,0-1 0 0 0,1 1-1 0 0,-1 0 1 0 0,0-1 0 0 0,1 1-1 0 0,-1-1 1 0 0,0 1 0 0 0,0-1-1 0 0,1 0 1 0 0,-1 0 0 0 0,0 1-1 0 0,0-1 1 0 0,0 0 0 0 0,0 0-1 0 0,0 0 1 0 0,0 0 0 0 0,0 0-1 0 0,0-1 1 0 0,-1 1 0 0 0,1 0 0 0 0,0 0-1 0 0,-1 0 1 0 0,1-2-36 0 0,1 1 79 0 0,56-104 181 0 0,21-138-1440 0 0,-64 183 450 0 0,-12 19-2915 0 0,-3 41 2472 0 0,0 1-707 0 0,-6 14-9947 0 0,7-10 10432 0 0</inkml:trace>
  <inkml:trace contextRef="#ctx0" brushRef="#br0" timeOffset="7453.754">4100 121 1780 0 0,'-10'73'9638'0'0,"-26"33"-6863"0"0,11-37-1255 0 0,-48 104 587 0 0,72-171-1934 0 0,-10 20-1331 0 0,17-29-2504 0 0,70-152-5987 0 0,-66 130 8313 0 0</inkml:trace>
  <inkml:trace contextRef="#ctx0" brushRef="#br0" timeOffset="7702.87">4117 174 1212 0 0,'38'-95'7554'0'0,"-19"97"-2925"0"0,0 34-2884 0 0,-19-36-1729 0 0,51 188 2770 0 0,-30-5-1547 0 0,-17-120-2672 0 0,-4-61 755 0 0,0-2-143 0 0,-17 25-7744 0 0,8-28 4312 0 0,4 0 3006 0 0</inkml:trace>
  <inkml:trace contextRef="#ctx0" brushRef="#br0" timeOffset="7923.913">4076 396 2700 0 0,'-1'0'170'0'0,"1"0"0"0"0,-1 0 0 0 0,1 1-1 0 0,-1-1 1 0 0,1 0 0 0 0,0 0 0 0 0,-1 0 0 0 0,1 0-1 0 0,-1 0 1 0 0,1-1 0 0 0,-1 1 0 0 0,1 0-1 0 0,0 0 1 0 0,-1 0 0 0 0,1 0 0 0 0,-1 0 0 0 0,1-1-1 0 0,0 1 1 0 0,-1 0 0 0 0,1 0 0 0 0,0 0 0 0 0,-1-1-1 0 0,1 1 1 0 0,0 0 0 0 0,-1-1 0 0 0,1 1-1 0 0,0 0 1 0 0,0-1 0 0 0,-1 1 0 0 0,1 0 0 0 0,0-1-1 0 0,0 1 1 0 0,0 0 0 0 0,-1-1 0 0 0,1 1 0 0 0,0-1-1 0 0,0 1 1 0 0,0-1 0 0 0,0 1 0 0 0,0 0 0 0 0,0-1-1 0 0,0 1 1 0 0,0-1 0 0 0,0 1 0 0 0,0-1-1 0 0,0 1 1 0 0,0 0 0 0 0,0-1 0 0 0,0 1 0 0 0,0-1-1 0 0,1 1 1 0 0,-1 0 0 0 0,0-1 0 0 0,0 1 0 0 0,0 0-1 0 0,1-1 1 0 0,-1 1 0 0 0,0-1 0 0 0,0 1-1 0 0,1 0-169 0 0,24-12 3662 0 0,14 7-2292 0 0,-37 5-1620 0 0,20 0-3196 0 0,-6 0-124 0 0,6 0-3571 0 0,-12 0 6001 0 0</inkml:trace>
  <inkml:trace contextRef="#ctx0" brushRef="#br0" timeOffset="8532.964">4376 153 3588 0 0,'-13'-22'6317'0'0,"10"30"-649"0"0,96 88-1463 0 0,-4-30-2858 0 0,-27-21-217 0 0,-62-42-1110 0 0,1-1-1 0 0,-1 1 1 0 0,0 0 0 0 0,0-1 0 0 0,0 1 0 0 0,0-1-1 0 0,0 1 1 0 0,-1 0 0 0 0,1-1 0 0 0,-1 1 0 0 0,1-1 0 0 0,-1 1-1 0 0,0-1 1 0 0,0 0 0 0 0,0 1 0 0 0,-1-1 0 0 0,1 0-1 0 0,0 0 1 0 0,-1 0 0 0 0,0 0 0 0 0,1 0 0 0 0,-1 0 0 0 0,0 0-1 0 0,0 0 1 0 0,0-1 0 0 0,0 1 0 0 0,0-1 0 0 0,0 1-1 0 0,-1-1 1 0 0,1 0 0 0 0,0 0 0 0 0,-1 0 0 0 0,0 0-20 0 0,-7 6-329 0 0,1-1 0 0 0,-1 0 0 0 0,-1 0 0 0 0,1-1 0 0 0,-1-1 0 0 0,0 0 0 0 0,0 0 0 0 0,0-1 0 0 0,-1-1 1 0 0,1 0-1 0 0,-1 0 0 0 0,-1-1 329 0 0,12-1-956 0 0,-15-3-2987 0 0,15 2 3671 0 0,0 0 0 0 0,-1 0 0 0 0,1 1 0 0 0,0-1 0 0 0,0 0 0 0 0,0-1 0 0 0,0 1 0 0 0,0 0 0 0 0,0 0 0 0 0,1 0 0 0 0,-1-1 0 0 0,0 1 0 0 0,1 0 0 0 0,-1 0 0 0 0,0-1 1 0 0,1 1-1 0 0,0-1 0 0 0,-1 1 0 0 0,1-1 0 0 0,0 1 0 0 0,0 0 0 0 0,0-1 0 0 0,0 1 0 0 0,0-1 0 0 0,0 1 0 0 0,0-1 0 0 0,0 1 0 0 0,1-1 0 0 0,-1 1 0 0 0,0 0 0 0 0,1-1 0 0 0,-1 1 1 0 0,1-1-1 0 0,0 1 0 0 0,-1 0 0 0 0,1 0 0 0 0,0-1 0 0 0,0 1 0 0 0,0 0 0 0 0,0 0 272 0 0,3-5-1241 0 0</inkml:trace>
  <inkml:trace contextRef="#ctx0" brushRef="#br0" timeOffset="8817.951">4703 133 2296 0 0,'28'31'7158'0'0,"60"63"-339"0"0,9-25-2889 0 0,-110-24-2771 0 0,6-36-1169 0 0,-1 0 1 0 0,0-1-1 0 0,0 0 0 0 0,-1 0 1 0 0,0-1-1 0 0,0 0 0 0 0,-1-1 1 0 0,0 0-1 0 0,-3 1 10 0 0,-4 3-272 0 0,-104 29-3848 0 0,74-29 1393 0 0,-185 22-9137 0 0,205-31 10496 0 0</inkml:trace>
  <inkml:trace contextRef="#ctx0" brushRef="#br0" timeOffset="10266.169">2015 91 1268 0 0,'0'0'878'0'0,"0"0"-135"0"0,0 0-106 0 0,0 0-83 0 0,0 0-66 0 0,0 0-39 0 0,0 0-36 0 0,0 0-24 0 0,0 0-37 0 0,0 0-40 0 0,0 0-9 0 0,-4 0-38 0 0,-8 0-1 0 0,9 0-17 0 0,3 0-42 0 0,0 0 6 0 0,0 0 5 0 0,0 0-63 0 0,0 0 20 0 0,0 0 36 0 0,0 0-61 0 0,0 0-24 0 0,0 0 57 0 0,0 0-40 0 0,0 0 6 0 0,0 0 42 0 0,0 0-18 0 0,0 0 22 0 0,0 0-18 0 0,0 0-2 0 0,0 0 54 0 0,0 0-23 0 0,0 0 27 0 0,0 0-76 0 0,0 0-11 0 0,0 0 24 0 0,0 0 25 0 0,-3 0-69 0 0,-10 0-17 0 0,10 0 13 0 0,3 0-2 0 0,0 0-68 0 0,0 0 10 0 0,0 0 4 0 0,0 0-4 0 0,0 0 22 0 0,0 0 38 0 0,-3 0-47 0 0,-8 0-16 0 0,8 0 10 0 0,3 0-42 0 0,-4 0 8 0 0,-12 2 2 0 0,8 4 1240 0 0,8-6-1107 0 0,34 14 1382 0 0,40 2-382 0 0,53 1-1461 0 0,-116-17-124 0 0,30-20-1214 0 0,-27 6-3921 0 0,-24 32-883 0 0,6-14 5114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8:40.421"/>
    </inkml:context>
    <inkml:brush xml:id="br0">
      <inkml:brushProperty name="width" value="0.05" units="cm"/>
      <inkml:brushProperty name="height" value="0.05" units="cm"/>
      <inkml:brushProperty name="color" value="#FFFFFF"/>
    </inkml:brush>
  </inkml:definitions>
  <inkml:trace contextRef="#ctx0" brushRef="#br0">375 0 2428 0 0,'14'14'11046'0'0,"29"85"-9202"0"0,-45-66-8240 0 0,-24 0 2156 0 0,20-26 3186 0 0,-4 3-358 0 0</inkml:trace>
  <inkml:trace contextRef="#ctx0" brushRef="#br0" timeOffset="284.022">272 202 1948 0 0,'-21'5'11883'0'0,"95"21"-6146"0"0,49-21-2941 0 0,-90-5-2202 0 0,68-38-1237 0 0,-142 45-15075 0 0,5 6 12615 0 0,18-2 1553 0 0</inkml:trace>
  <inkml:trace contextRef="#ctx0" brushRef="#br0" timeOffset="548.135">427 243 2200 0 0,'-47'24'7646'0'0,"-15"33"-5294"0"0,20-18-1605 0 0,-76 41-3304 0 0,98-74-4367 0 0,22-9 5304 0 0</inkml:trace>
  <inkml:trace contextRef="#ctx0" brushRef="#br0" timeOffset="799.158">429 336 2380 0 0,'192'131'14734'0'0,"-170"-114"-13677"0"0,-17-10-5295 0 0,-34 0-5916 0 0,20-5 8627 0 0</inkml:trace>
  <inkml:trace contextRef="#ctx0" brushRef="#br0" timeOffset="1234.16">15 481 1184 0 0,'-9'-6'5026'0'0,"9"6"-4842"0"0,0 0-1 0 0,1 0 1 0 0,-1-1 0 0 0,0 1 0 0 0,0 0 0 0 0,1 0-1 0 0,-1-1 1 0 0,0 1 0 0 0,0 0 0 0 0,1-1 0 0 0,-1 1 0 0 0,0 0-1 0 0,0-1 1 0 0,0 1 0 0 0,0 0 0 0 0,0-1 0 0 0,1 1-1 0 0,-1 0 1 0 0,0-1 0 0 0,0 1 0 0 0,0 0 0 0 0,0-1-1 0 0,0 1 1 0 0,0 0 0 0 0,0-1 0 0 0,0 1 0 0 0,0 0 0 0 0,0-1-1 0 0,-1 1 1 0 0,1 0 0 0 0,0-1 0 0 0,0 1 0 0 0,0 0-1 0 0,0-1 1 0 0,0 1 0 0 0,-1 0 0 0 0,1-1 0 0 0,0 1 0 0 0,0 0-1 0 0,0 0 1 0 0,-1-1 0 0 0,1 1 0 0 0,0 0 0 0 0,-1 0-1 0 0,1-1 1 0 0,0 1 0 0 0,0 0 0 0 0,-1 0 0 0 0,1 0-1 0 0,0 0 1 0 0,-1-1 0 0 0,1 1 0 0 0,0 0 0 0 0,-1 0 0 0 0,1 0-1 0 0,0 0 1 0 0,-1 0 0 0 0,1 0 0 0 0,-1 0 0 0 0,1 0-1 0 0,0 0 1 0 0,-1 0-184 0 0,32 7 2592 0 0,-16-4-2153 0 0,1 1 29 0 0,0-1 0 0 0,1 0 0 0 0,-1-1 0 0 0,1-1 0 0 0,-1-1 1 0 0,1 0-1 0 0,-1-1 0 0 0,4-1-468 0 0,107-23 1027 0 0,175 7 56 0 0,-252 18-3345 0 0,-50 0 2165 0 0,-1 0 1 0 0,1 0 0 0 0,0 1 0 0 0,0-1 0 0 0,0 0 0 0 0,0 0 0 0 0,0 0 0 0 0,0 1 0 0 0,0-1 0 0 0,-1 0 0 0 0,1 0-1 0 0,0 1 1 0 0,0-1 0 0 0,0 0 0 0 0,0 0 0 0 0,0 1 0 0 0,0-1 0 0 0,0 0 0 0 0,0 0 0 0 0,1 1 0 0 0,-1-1 0 0 0,0 0 0 0 0,0 0-1 0 0,0 1 1 0 0,0-1 0 0 0,0 0 0 0 0,0 0 0 0 0,0 1 0 0 0,0-1 0 0 0,1 0 0 0 0,-1 0 0 0 0,0 0 0 0 0,0 1 0 0 0,0-1-1 0 0,0 0 1 0 0,1 0 0 0 0,-1 0 0 0 0,0 0 0 0 0,0 0 0 0 0,1 1 0 0 0,-1-1 0 0 0,0 0 0 0 0,0 0 0 0 0,0 0 0 0 0,1 0-1 0 0,-1 0 1 0 0,0 0 0 0 0,0 0 0 0 0,1 0 0 0 0,-1 0 96 0 0,-44 9-11222 0 0,-30 7 6630 0 0,50-7 3197 0 0</inkml:trace>
  <inkml:trace contextRef="#ctx0" brushRef="#br0" timeOffset="1478.856">345 461 1460 0 0,'-5'17'6667'0'0,"6"14"-3160"0"0,0-12-1925 0 0,-4 62-2214 0 0,1-78 511 0 0,-12 26-2496 0 0,3-12-3568 0 0,8-14 4776 0 0</inkml:trace>
  <inkml:trace contextRef="#ctx0" brushRef="#br0" timeOffset="1899.206">144 697 2768 0 0,'-8'-4'12156'0'0,"29"-4"-9288"0"0,155-22 1150 0 0,17 6-2027 0 0,-141 24-1195 0 0,-48 4-775 0 0,-3-2-74 0 0,1 0-1 0 0,-1 0 1 0 0,0 0-1 0 0,0 0 1 0 0,0 0-1 0 0,0 1 0 0 0,0-1 1 0 0,-1 0-1 0 0,1 1 1 0 0,-1-1-1 0 0,0 0 1 0 0,1 1-1 0 0,-1-1 1 0 0,0 0-1 0 0,0 1 0 0 0,-1-1 1 0 0,1 1-1 0 0,0-1 1 0 0,-1 0-1 0 0,1 1 1 0 0,-1-1-1 0 0,0 0 1 0 0,0 0-1 0 0,0 1 0 0 0,0-1 54 0 0,-75 88-5323 0 0,67-81 3947 0 0,0 0-1 0 0,0 0 1 0 0,-1-1 0 0 0,0 0 0 0 0,-1-1 0 0 0,1 0 0 0 0,-1-1 0 0 0,-1 0 0 0 0,-8 3 1376 0 0,7-3-1498 0 0,3-2-107 0 0</inkml:trace>
  <inkml:trace contextRef="#ctx0" brushRef="#br0" timeOffset="2182.245">157 844 2144 0 0,'4'-1'4803'0'0,"11"1"-1984"0"0,5 0-862 0 0,59-7 1241 0 0,84-48-349 0 0,-142 53-4818 0 0,-32 7-6540 0 0,-23 8 4129 0 0,14-5 2972 0 0</inkml:trace>
  <inkml:trace contextRef="#ctx0" brushRef="#br0" timeOffset="2526.336">193 856 2160 0 0,'-16'36'8635'0'0,"-7"69"-1420"0"0,60-57-5560 0 0,-31-45-1441 0 0,0 0 0 0 0,0 0 1 0 0,0 0-1 0 0,0-1 0 0 0,1 1 0 0 0,-1-1 0 0 0,1-1 0 0 0,-1 0 1 0 0,1 0-1 0 0,0 0 0 0 0,-1 0 0 0 0,1-1 0 0 0,0 0 0 0 0,0-1 1 0 0,3 0-215 0 0,10 1 394 0 0,92-30 604 0 0,-45 15-385 0 0,87-21-2065 0 0,-150 34 1256 0 0,2 5-12642 0 0,-12 1 5816 0 0,4-3 5643 0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8:36.899"/>
    </inkml:context>
    <inkml:brush xml:id="br0">
      <inkml:brushProperty name="width" value="0.05" units="cm"/>
      <inkml:brushProperty name="height" value="0.05" units="cm"/>
      <inkml:brushProperty name="color" value="#FFFFFF"/>
    </inkml:brush>
  </inkml:definitions>
  <inkml:trace contextRef="#ctx0" brushRef="#br0">23 151 908 0 0,'0'0'180'0'0,"0"0"-116"0"0,0 0-380 0 0</inkml:trace>
  <inkml:trace contextRef="#ctx0" brushRef="#br0" timeOffset="615.021">4 131 2212 0 0,'0'0'1482'0'0,"0"0"-192"0"0,0 0-131 0 0,0 0 1 0 0,0 0-84 0 0,0 0-99 0 0,0 0 9 0 0,0 0 2 0 0,0 0-124 0 0,0 0-97 0 0,0 0-27 0 0,0 0-118 0 0,0 0-110 0 0,0 0-37 0 0,0 0-78 0 0,0 0 27 0 0,0 0 6 0 0,0 0 12 0 0,0 0 6 0 0,0 0-12 0 0,0 0-7 0 0,1-4 8 0 0,0 3-395 0 0,-1 0 1 0 0,0 0-1 0 0,1 0 0 0 0,-1 0 1 0 0,1 0-1 0 0,-1 0 0 0 0,1 0 0 0 0,-1 0 1 0 0,1 0-1 0 0,0 0 0 0 0,-1 1 1 0 0,1-1-1 0 0,0 0 0 0 0,-1 1 1 0 0,1-1-1 0 0,0 0 0 0 0,0 1 0 0 0,0-1 1 0 0,0 1-1 0 0,0-1 0 0 0,0 1 1 0 0,0-1-1 0 0,0 1 0 0 0,0 0 1 0 0,0 0-1 0 0,0-1 0 0 0,0 1 0 0 0,0 0 1 0 0,0 0-1 0 0,0 0 0 0 0,0 0 1 0 0,0 0-1 0 0,0 0 0 0 0,0 0 1 0 0,0 1-1 0 0,0-1 0 0 0,0 0 0 0 0,0 0 1 0 0,0 1-43 0 0,14-1 252 0 0,277 0 1070 0 0,-291 0-1714 0 0,-1 0-44 0 0,3-1-320 0 0,-35 7-12562 0 0,-10 8 9032 0 0,22-6 2833 0 0</inkml:trace>
  <inkml:trace contextRef="#ctx0" brushRef="#br0" timeOffset="1021.064">60 154 1824 0 0,'-9'11'5768'0'0,"5"20"-2249"0"0,3-19-2686 0 0,-17 118 2210 0 0,-10 9-694 0 0,28-116-625 0 0,81-10-230 0 0,5-16-1033 0 0,19-30-270 0 0,-78 30-802 0 0,-26 3 145 0 0,-1 0-103 0 0,0 0 365 0 0,-1 0 0 0 0,1 0 0 0 0,0-1 0 0 0,0 1 0 0 0,0 0 0 0 0,0-1 0 0 0,0 1 0 0 0,-1 0 0 0 0,1-1 0 0 0,0 1 0 0 0,0 0 0 0 0,0-1 0 0 0,0 1 0 0 0,0 0 0 0 0,0-1 0 0 0,0 1-1 0 0,0 0 1 0 0,0-1 0 0 0,0 1 0 0 0,0 0 0 0 0,0-1 0 0 0,0 1 0 0 0,1-1 0 0 0,-1 1 0 0 0,0 0 0 0 0,0 0 0 0 0,0-1 0 0 0,0 1 0 0 0,1 0 0 0 0,-1-1 0 0 0,0 1 0 0 0,0 0 0 0 0,0 0 0 0 0,1-1-1 0 0,-1 1 1 0 0,0 0 0 0 0,1 0 0 0 0,-1-1 0 0 0,0 1 0 0 0,0 0 0 0 0,1 0 0 0 0,-1 0 0 0 0,0 0 0 0 0,1 0 0 0 0,-1 0 0 0 0,0-1 0 0 0,1 1 0 0 0,-1 0 0 0 0,0 0 0 0 0,1 0 0 0 0,-1 0-1 0 0,1 0 1 0 0,-1 0 0 0 0,0 0 0 0 0,1 0 0 0 0,-1 0 0 0 0,0 1 0 0 0,1-1 0 0 0,-1 0 0 0 0,0 0 0 0 0,1 0 0 0 0,-1 0 0 0 0,0 0 0 0 0,0 1 0 0 0,1-1 0 0 0,-1 0 0 0 0,0 0 0 0 0,1 0 0 0 0,-1 1-1 0 0,0-1 205 0 0,-12-1-2673 0 0,3 1 1158 0 0</inkml:trace>
  <inkml:trace contextRef="#ctx0" brushRef="#br0" timeOffset="1288.101">68 311 1192 0 0,'11'-13'9398'0'0,"27"11"-6324"0"0,-25 3-1808 0 0,57-4 880 0 0,-24-11-2186 0 0,-38 13 345 0 0,18-1-12934 0 0,-18 2 10986 0 0,-6 0 130 0 0</inkml:trace>
  <inkml:trace contextRef="#ctx0" brushRef="#br0" timeOffset="1621.139">461 2 2244 0 0,'7'-1'7139'0'0,"0"32"-3866"0"0,-4 176 336 0 0,-34-7-2591 0 0,5-45-3006 0 0,28-165-5960 0 0,6-27 4178 0 0,-2 19 2301 0 0</inkml:trace>
  <inkml:trace contextRef="#ctx0" brushRef="#br0" timeOffset="1869.831">509 331 2508 0 0,'1'-3'516'0'0,"0"-1"-1"0"0,0 1 1 0 0,0-1-1 0 0,1 1 1 0 0,0 0-1 0 0,0-1 1 0 0,0 1-1 0 0,0 0 1 0 0,0 0 0 0 0,0 1-1 0 0,1-1 1 0 0,0 0-1 0 0,-1 1 1 0 0,1 0-1 0 0,0-1 1 0 0,0 1-1 0 0,0 0 1 0 0,0 0-1 0 0,1 1 1 0 0,-1-1-1 0 0,1 1 1 0 0,-1 0-1 0 0,1 0 1 0 0,-1 0-1 0 0,1 0 1 0 0,-1 0 0 0 0,3 1-516 0 0,-5-1 538 0 0,44 1 1814 0 0,-40 0-2363 0 0,8 1-2155 0 0,-20 19-8460 0 0,-29 13 6541 0 0,22-18 2815 0 0</inkml:trace>
  <inkml:trace contextRef="#ctx0" brushRef="#br0" timeOffset="2263.285">88 605 1896 0 0,'0'-1'237'0'0,"0"1"0"0"0,1 0 1 0 0,-1 0-1 0 0,0 0 0 0 0,0 0 0 0 0,1 0 0 0 0,-1 0 0 0 0,0 0 0 0 0,0-1 0 0 0,1 1 1 0 0,-1 0-1 0 0,0 0 0 0 0,0 0 0 0 0,0 0 0 0 0,1-1 0 0 0,-1 1 0 0 0,0 0 0 0 0,0 0 1 0 0,0-1-1 0 0,0 1 0 0 0,0 0 0 0 0,1 0 0 0 0,-1-1 0 0 0,0 1 0 0 0,0 0 0 0 0,0 0 1 0 0,0-1-1 0 0,0 1 0 0 0,0 0 0 0 0,0-1 0 0 0,0 1 0 0 0,0 0 0 0 0,0 0 0 0 0,0-1 1 0 0,0 1-1 0 0,0 0 0 0 0,0 0 0 0 0,0-1 0 0 0,0 1 0 0 0,0 0 0 0 0,-1-1 0 0 0,1 1 1 0 0,0 0-1 0 0,0 0 0 0 0,0 0 0 0 0,0-1 0 0 0,0 1 0 0 0,-1 0 0 0 0,1 0 1 0 0,0-1-1 0 0,0 1 0 0 0,0 0 0 0 0,-1 0 0 0 0,1 0 0 0 0,0 0-237 0 0,17 0 1265 0 0,119-3 2530 0 0,21-19-1991 0 0,-49 22-704 0 0,-106 0-1145 0 0,-2 0-63 0 0,14 6-339 0 0,-14-4 313 0 0,0-1 0 0 0,0 1 0 0 0,0 0 0 0 0,0 0 0 0 0,0 0-1 0 0,0 0 1 0 0,-1 0 0 0 0,1 0 0 0 0,-1 0 0 0 0,0-1 0 0 0,1 1 0 0 0,-1 0 0 0 0,0 0 0 0 0,0-1 0 0 0,0 1-1 0 0,0-1 1 0 0,-1 1 0 0 0,1-1 0 0 0,0 1 0 0 0,0-1 0 0 0,-1 0 0 0 0,1 1 0 0 0,-1-1 0 0 0,0 0 134 0 0,0 1-132 0 0,1-1 70 0 0,-17 21-3084 0 0,-1-1 0 0 0,-1-1 0 0 0,-1 0 0 0 0,-1-2 0 0 0,-16 11 3146 0 0,29-24-1548 0 0</inkml:trace>
  <inkml:trace contextRef="#ctx0" brushRef="#br0" timeOffset="2529.259">127 725 1792 0 0,'10'-1'7889'0'0,"22"-2"-5538"0"0,-10 0-884 0 0,27 0 130 0 0,15-10-684 0 0,-28 4-3157 0 0,-35 9 775 0 0,-1 0-277 0 0,0 0 40 0 0,-1 2-2415 0 0,-3 3 2192 0 0,0-1 527 0 0</inkml:trace>
  <inkml:trace contextRef="#ctx0" brushRef="#br0" timeOffset="2874.82">153 740 2244 0 0,'-20'15'6480'0'0,"4"27"-3496"0"0,12-27-2390 0 0,-16 83 5399 0 0,23-93-5488 0 0,5 2-290 0 0,1-1-1 0 0,-1 0 1 0 0,1 0-1 0 0,0-1 1 0 0,0 0-1 0 0,0-1 1 0 0,1 1-1 0 0,0-2 0 0 0,0 0 1 0 0,0 0-1 0 0,0-1 1 0 0,0 0-1 0 0,0 0 1 0 0,1-1-1 0 0,-1-1 1 0 0,1 0-1 0 0,-1 0 1 0 0,0-1-1 0 0,6-1-214 0 0,-16 2 5 0 0,101-25 586 0 0,51-13-2097 0 0,-137 30-267 0 0,2-8-5429 0 0,7-5-2129 0 0,-17 17 7700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8:44.120"/>
    </inkml:context>
    <inkml:brush xml:id="br0">
      <inkml:brushProperty name="width" value="0.05" units="cm"/>
      <inkml:brushProperty name="height" value="0.05" units="cm"/>
      <inkml:brushProperty name="color" value="#FFFFFF"/>
    </inkml:brush>
  </inkml:definitions>
  <inkml:trace contextRef="#ctx0" brushRef="#br0">211 248 1504 0 0,'0'0'1716'0'0,"0"0"-222"0"0,0-3-184 0 0,-7-9 5960 0 0,-3 19-2966 0 0,1 1-5689 0 0,-134 130 3946 0 0,101-98-2277 0 0,42-39-374 0 0,0-1 7 0 0,3 3 56 0 0,10 9 48 0 0,1-1-1 0 0,0 0 1 0 0,1-1-1 0 0,0-1 1 0 0,0 0-1 0 0,1-1 1 0 0,1-1-1 0 0,13 5-20 0 0,27 14-84 0 0,52 36-3989 0 0,-98-52-509 0 0,-8-6-2816 0 0,-3-4 5873 0 0</inkml:trace>
  <inkml:trace contextRef="#ctx0" brushRef="#br0" timeOffset="292.57">551 270 2412 0 0,'-4'0'5165'0'0,"-9"9"-3172"0"0,9-5-1011 0 0,-23 15 508 0 0,6-4-747 0 0,0 1 0 0 0,0 0 0 0 0,2 1 0 0 0,0 2-1 0 0,1 0 1 0 0,1 0 0 0 0,-1 4-743 0 0,-6 22 1184 0 0,24-43-976 0 0,0 9 106 0 0,25 22-182 0 0,47 8-853 0 0,-46-35-2714 0 0,2-2-4631 0 0,-11-2 3730 0 0,-12-1 2954 0 0</inkml:trace>
  <inkml:trace contextRef="#ctx0" brushRef="#br0" timeOffset="688.641">706 392 2000 0 0,'0'-15'9460'0'0,"20"12"-5157"0"0,-3 2-3437 0 0,126-19 2156 0 0,-44-11-4524 0 0,-87 17-1081 0 0,-7 5-3060 0 0,-4 8 4018 0 0,-1 1 54 0 0,0-8-1785 0 0,0 6 1697 0 0</inkml:trace>
  <inkml:trace contextRef="#ctx0" brushRef="#br0" timeOffset="985.66">912 153 936 0 0,'-1'0'129'0'0,"1"0"0"0"0,0 0 0 0 0,0 1 0 0 0,0-1 0 0 0,-1 0 0 0 0,1 0 0 0 0,0 0 0 0 0,-1 1 1 0 0,1-1-1 0 0,0 0 0 0 0,0 0 0 0 0,-1 0 0 0 0,1 0 0 0 0,0 0 0 0 0,-1 0 0 0 0,1 0 0 0 0,0 0 0 0 0,-1 0 0 0 0,1 0 0 0 0,0 0 0 0 0,0 0 0 0 0,-1 0 0 0 0,1 0 0 0 0,0 0 0 0 0,-1 0 0 0 0,1 0 0 0 0,0 0 0 0 0,-1 0 1 0 0,1 0-1 0 0,0 0 0 0 0,0-1 0 0 0,-1 1 0 0 0,1 0 0 0 0,0 0 0 0 0,-1 0 0 0 0,1-1 0 0 0,0 1 0 0 0,0 0 0 0 0,0 0 0 0 0,-1 0 0 0 0,1-1 0 0 0,0 1 0 0 0,0 0 0 0 0,0-1 0 0 0,0 1 0 0 0,-1 0 0 0 0,1 0 0 0 0,0-1 1 0 0,0 1-1 0 0,0 0 0 0 0,0-1 0 0 0,0 1 0 0 0,0 0 0 0 0,0-1 0 0 0,0 1 0 0 0,0 0 0 0 0,0-1 0 0 0,0 1 0 0 0,0 0 0 0 0,0 0 0 0 0,0-1-129 0 0,-5 30 2664 0 0,4-22-2695 0 0,-7 23 795 0 0,-1 1 0 0 0,-1-2 0 0 0,-1 1 0 0 0,-2-2 1 0 0,-7 12-765 0 0,0 3 359 0 0,8-19-762 0 0,0-1 0 0 0,-2 0 1 0 0,0-1-1 0 0,-2-1 0 0 0,0 0 1 0 0,-12 10 402 0 0,27-30-76 0 0,-33 28-2752 0 0,7-19-2842 0 0,27-10 4329 0 0,0 0 15 0 0</inkml:trace>
  <inkml:trace contextRef="#ctx0" brushRef="#br0" timeOffset="1268.708">823 469 1872 0 0,'28'13'1812'0'0,"-11"-6"-698"0"0,0 1 0 0 0,0 0 0 0 0,0 1 0 0 0,-1 1-1 0 0,-1 1 1 0 0,1 0 0 0 0,8 10-1114 0 0,40 29 2706 0 0,-16-31-4349 0 0,-46-19 61 0 0,30 0-6575 0 0,-23 0 6536 0 0</inkml:trace>
  <inkml:trace contextRef="#ctx0" brushRef="#br0" timeOffset="1423.72">1568 135 1792 0 0,'-4'7'5104'0'0,"1"15"-2159"0"0,2-13-2104 0 0,-39 206 4430 0 0,35-197-5413 0 0,-1-1-1 0 0,-1-1 0 0 0,0 1 0 0 0,-2-1 0 0 0,1 0 0 0 0,-2-1 1 0 0,0 0-1 0 0,-1 0 143 0 0,11-15-200 0 0,-1 0 1 0 0,1 1-1 0 0,0-1 1 0 0,0 1-1 0 0,0-1 0 0 0,-1 1 1 0 0,1-1-1 0 0,0 1 1 0 0,-1-1-1 0 0,1 0 1 0 0,0 1-1 0 0,-1-1 1 0 0,1 0-1 0 0,0 1 1 0 0,-1-1-1 0 0,1 0 0 0 0,-1 1 1 0 0,1-1-1 0 0,-1 0 1 0 0,1 0-1 0 0,-1 0 1 0 0,1 1-1 0 0,0-1 1 0 0,-1 0-1 0 0,1 0 1 0 0,-1 0-1 0 0,1 0 1 0 0,-1 0-1 0 0,1 0 0 0 0,-1 0 1 0 0,1 0-1 0 0,-1 0 1 0 0,1 0-1 0 0,-1 0 1 0 0,1 0-1 0 0,-1 0 1 0 0,1-1-1 0 0,-1 1 1 0 0,1 0-1 0 0,-1 0 1 0 0,1 0-1 0 0,-1-1 0 0 0,1 1 1 0 0,-1 0-1 0 0,1 0 1 0 0,0-1-1 0 0,-1 1 1 0 0,1-1-1 0 0,0 1 1 0 0,-1 0-1 0 0,1-1 1 0 0,0 1-1 0 0,-1-1 0 0 0,1 1 200 0 0,-5-10-141 0 0,5 10 307 0 0,-2-12-1582 0 0,3 3-108 0 0</inkml:trace>
  <inkml:trace contextRef="#ctx0" brushRef="#br0" timeOffset="1614.719">1425 293 1152 0 0,'15'-23'6940'0'0,"11"14"-5510"0"0,-33 25-8402 0 0,4-13 5658 0 0</inkml:trace>
  <inkml:trace contextRef="#ctx0" brushRef="#br0" timeOffset="1866.789">1377 376 1312 0 0,'29'13'8749'0'0,"66"-67"-9115"0"0,-65 37-5531 0 0,-25 16 4303 0 0</inkml:trace>
  <inkml:trace contextRef="#ctx0" brushRef="#br0" timeOffset="2024.879">1647 198 1228 0 0,'14'-1'6592'0'0,"-4"33"-3297"0"0,-13 119 480 0 0,3-146-3743 0 0,0 0 1 0 0,1 0-1 0 0,-1 0 0 0 0,1 0 1 0 0,0 0-1 0 0,0 0 0 0 0,1 0 1 0 0,0 0-1 0 0,0-1 1 0 0,0 1-1 0 0,0-1 0 0 0,1 1 1 0 0,-1-1-1 0 0,1 0 0 0 0,0 0 1 0 0,1 0-1 0 0,-1-1 0 0 0,1 1 1 0 0,-1-1-1 0 0,1 1 0 0 0,0-1 1 0 0,0 0-1 0 0,1-1 0 0 0,-1 1 1 0 0,0-1-1 0 0,1 0 0 0 0,0 0 1 0 0,-1 0-1 0 0,6 0-32 0 0,-9-2-141 0 0,19-3-1350 0 0,3-19-1072 0 0,-3-7-5758 0 0,-17 23 6833 0 0</inkml:trace>
  <inkml:trace contextRef="#ctx0" brushRef="#br0" timeOffset="2262.508">1818 223 948 0 0,'-22'4'8797'0'0,"-8"27"-6125"0"0,22-22-1952 0 0,7-8-689 0 0,0 0 0 0 0,0-1-1 0 0,0 1 1 0 0,1 0 0 0 0,-1 0-1 0 0,0 0 1 0 0,0 0 0 0 0,1 1-1 0 0,-1-1 1 0 0,1 0-1 0 0,-1 0 1 0 0,1 0 0 0 0,-1 0-1 0 0,1 1 1 0 0,0-1 0 0 0,-1 0-1 0 0,1 0 1 0 0,0 1 0 0 0,0-1-1 0 0,0 0 1 0 0,0 1 0 0 0,0-1-1 0 0,0 0 1 0 0,0 0 0 0 0,1 1-1 0 0,-1-1 1 0 0,0 0 0 0 0,1 0-1 0 0,-1 1 1 0 0,1-1 0 0 0,-1 0-1 0 0,1 0 1 0 0,0 0 0 0 0,-1 0-1 0 0,1 0 1 0 0,0 0 0 0 0,0 0-1 0 0,0 0 1 0 0,0 0 0 0 0,0 0-1 0 0,0 0 1 0 0,0-1 0 0 0,0 1-31 0 0,25 15-509 0 0,1-6-3684 0 0,-21-8 2173 0 0,-5 0-2488 0 0,-1-2 2934 0 0</inkml:trace>
  <inkml:trace contextRef="#ctx0" brushRef="#br0" timeOffset="2573.785">1314 130 1720 0 0,'-4'-13'3650'0'0,"4"25"-1067"0"0,-5 7-2470 0 0,4 3-4213 0 0,1-14 2478 0 0</inkml:trace>
  <inkml:trace contextRef="#ctx0" brushRef="#br0" timeOffset="3126.817">1312 372 1688 0 0,'-8'47'4616'0'0,"30"-6"-4000"0"0,-14-9-929 0 0,-8-31 165 0 0,0-1 30 0 0,0 0 104 0 0,-3 25 1660 0 0,-40 28 3448 0 0,43-53-4997 0 0,-1 1 0 0 0,1-1 0 0 0,-1 1 0 0 0,1 0 0 0 0,-1-1 0 0 0,1 1 0 0 0,0 0 0 0 0,-1-1 0 0 0,1 1 0 0 0,0 0 0 0 0,-1 0 0 0 0,1-1 0 0 0,0 1 0 0 0,0 0 0 0 0,0 0 0 0 0,0-1 0 0 0,0 1 0 0 0,0 0 0 0 0,0 0 0 0 0,0-1 0 0 0,0 1 0 0 0,0 0 0 0 0,0 0 0 0 0,0 0 0 0 0,1-1 0 0 0,-1 1 0 0 0,0 0 0 0 0,1-1 0 0 0,-1 1 0 0 0,0 0 0 0 0,1-1 0 0 0,-1 1 0 0 0,1 0 0 0 0,-1-1 0 0 0,1 1 0 0 0,-1-1 0 0 0,1 1 0 0 0,-1-1 0 0 0,1 1 0 0 0,0-1 0 0 0,-1 1 0 0 0,1-1 0 0 0,0 1 0 0 0,-1-1 0 0 0,1 0 0 0 0,0 0 0 0 0,-1 1 0 0 0,1-1 0 0 0,0 0 0 0 0,0 0 0 0 0,-1 0 0 0 0,1 0 0 0 0,0 0 0 0 0,0 0-1 0 0,0 0 1 0 0,-1 0 0 0 0,1 0 0 0 0,0 0 0 0 0,0 0 0 0 0,-1 0 0 0 0,1 0 0 0 0,0-1-97 0 0,350 38 3179 0 0,-333-35-4273 0 0,0-2 0 0 0,-1 1 0 0 0,1-2 0 0 0,0-1 0 0 0,0 0 0 0 0,-1-1 0 0 0,11-3 1094 0 0,12 1-5388 0 0,-10 5 3307 0 0,47-23-1978 0 0,-50 19 2790 0 0</inkml:trace>
  <inkml:trace contextRef="#ctx0" brushRef="#br0" timeOffset="3775">2203 44 2524 0 0,'-3'52'6623'0'0,"-1"2"-4520"0"0,-8 83 62 0 0,-16 104 541 0 0,7-69-3372 0 0,22-193-6337 0 0,4-15 4033 0 0,6-22 84 0 0,-6 25 1502 0 0</inkml:trace>
  <inkml:trace contextRef="#ctx0" brushRef="#br0" timeOffset="4316.496">2206 199 2136 0 0,'6'-17'2175'0'0,"-6"13"-1789"0"0,1-1 0 0 0,-1 1 0 0 0,1-1 0 0 0,0 1 0 0 0,1-1 0 0 0,-1 1 0 0 0,1 0 0 0 0,0-1 0 0 0,0 1 0 0 0,0 0 0 0 0,0 0 0 0 0,1 1 0 0 0,-1-1 0 0 0,1 0 0 0 0,0 1 0 0 0,1-1 0 0 0,-1 1-1 0 0,0 0 1 0 0,1 0 0 0 0,0 1 0 0 0,0-1 0 0 0,-1 1 0 0 0,2 0 0 0 0,-1 0 0 0 0,0 0 0 0 0,0 0 0 0 0,0 1 0 0 0,1-1 0 0 0,2 1-386 0 0,100-1 2965 0 0,-40 31-2094 0 0,-61-25-819 0 0,-1 0 0 0 0,0 0 0 0 0,1 1 0 0 0,-1 0 0 0 0,-1 0 0 0 0,1 0 0 0 0,-1 1 0 0 0,0 0 0 0 0,0-1 0 0 0,-1 2 0 0 0,0-1 1 0 0,0 0-1 0 0,0 0 0 0 0,-1 1 0 0 0,1 0 0 0 0,-2-1 0 0 0,1 1 0 0 0,-1 0 0 0 0,0 0 0 0 0,0 0 0 0 0,-1 0 0 0 0,0 0 0 0 0,0 0-52 0 0,3 222-269 0 0,-27-117-2161 0 0,23-113 2371 0 0,1 1 0 0 0,0-1 0 0 0,0 1 0 0 0,0 0 0 0 0,-1-1 0 0 0,1 1 0 0 0,0 0 0 0 0,-1 0 0 0 0,1-1-1 0 0,0 1 1 0 0,-1 0 0 0 0,1-1 0 0 0,0 1 0 0 0,-1 0 0 0 0,1 0 0 0 0,-1 0 0 0 0,1 0 0 0 0,0-1 0 0 0,-1 1 0 0 0,1 0-1 0 0,-1 0 1 0 0,1 0 0 0 0,-1 0 0 0 0,1 0 0 0 0,0 0 0 0 0,-1 0 0 0 0,1 0 0 0 0,-1 0 0 0 0,1 0 0 0 0,-1 0 0 0 0,1 1 0 0 0,0-1-1 0 0,-1 0 1 0 0,1 0 0 0 0,-1 0 0 0 0,1 0 0 0 0,0 1 0 0 0,-1-1 0 0 0,1 0 0 0 0,0 0 0 0 0,-1 1 0 0 0,1-1 0 0 0,0 0 0 0 0,-1 1-1 0 0,1-1 1 0 0,0 0 0 0 0,0 1 0 0 0,-1-1 0 0 0,1 0 0 0 0,0 1 0 0 0,0-1 0 0 0,0 0 0 0 0,0 1 0 0 0,-1-1 0 0 0,1 1-1 0 0,0-1 1 0 0,0 1 0 0 0,0-1 0 0 0,0 0 0 0 0,0 1 0 0 0,0-1 0 0 0,0 1 0 0 0,0-1 0 0 0,0 1 0 0 0,0-1 0 0 0,0 0 0 0 0,0 1-1 0 0,1 0 60 0 0,-19-32-1948 0 0,-69-178 2795 0 0,52 132 2185 0 0,2 142-2880 0 0,48-45-317 0 0,-12-19-7 0 0,-1 0 1 0 0,1 0-1 0 0,0 0 1 0 0,0 0-1 0 0,0-1 0 0 0,-1 0 1 0 0,1 1-1 0 0,0-1 1 0 0,0 0-1 0 0,0 0 0 0 0,0 0 1 0 0,0-1-1 0 0,0 1 1 0 0,-1-1-1 0 0,1 0 0 0 0,0 0 1 0 0,0 0-1 0 0,-1 0 1 0 0,1 0-1 0 0,-1 0 0 0 0,1-1 1 0 0,-1 1-1 0 0,1-1 1 0 0,-1 0-1 0 0,0 1 0 0 0,0-1 1 0 0,1-1 171 0 0,14-7-2499 0 0,22-10-2454 0 0,-25 12 3416 0 0</inkml:trace>
  <inkml:trace contextRef="#ctx0" brushRef="#br0" timeOffset="4585.918">2658 31 1360 0 0,'2'-4'3713'0'0,"6"10"3040"0"0,0 5-5160 0 0,8 10-1973 0 0,8-17-7156 0 0,-6-10 4495 0 0,2-9 1575 0 0</inkml:trace>
  <inkml:trace contextRef="#ctx0" brushRef="#br0" timeOffset="5180.841">2836 1 1160 0 0,'11'10'5851'0'0,"-20"20"-2518"0"0,-48 52-1339 0 0,50-74-2041 0 0,-1-1 0 0 0,0 0 0 0 0,0 0 0 0 0,-1-1 0 0 0,0 0 0 0 0,0 0-1 0 0,0-1 1 0 0,-1 0 0 0 0,1 0 0 0 0,-1-1 0 0 0,0-1 0 0 0,-1 0 0 0 0,1 0-1 0 0,-10 1 48 0 0,-16-1-620 0 0,34-3 775 0 0,2 0 11 0 0,-13 28 612 0 0,14 96 439 0 0,57-194 721 0 0,-54 66-1759 0 0,0 1-1 0 0,0 0 1 0 0,1 0-1 0 0,-1 0 1 0 0,1 0-1 0 0,-1 0 1 0 0,1 1-1 0 0,0 0 1 0 0,0 0-1 0 0,0 1 1 0 0,0-1 0 0 0,0 1-1 0 0,0 0 1 0 0,2 0-179 0 0,-5 1 239 0 0,28 3 540 0 0,-25 0-861 0 0,-2-2 48 0 0,0 0-1 0 0,0 0 1 0 0,0 0 0 0 0,0 0 0 0 0,0 0-1 0 0,-1 1 1 0 0,1-1 0 0 0,-1 1-1 0 0,1 0 1 0 0,-1-1 0 0 0,1 1 0 0 0,-1 1-1 0 0,0-1 1 0 0,0 0 0 0 0,0 0-1 0 0,0 1 1 0 0,0-1 0 0 0,-1 1 0 0 0,1 0-1 0 0,-1-1 1 0 0,0 1 0 0 0,1 0-1 0 0,-1 0 1 0 0,-1 0 0 0 0,1 0-1 0 0,0 0 1 0 0,-1 0 0 0 0,1 0 0 0 0,-1 1 34 0 0,-1-3-582 0 0,-13 18-551 0 0,7-11 804 0 0,-1 0-1 0 0,1 0 1 0 0,-1-1-1 0 0,-1 0 1 0 0,1 0-1 0 0,-1-1 1 0 0,0 0-1 0 0,-1 0 1 0 0,1-1 0 0 0,-5 1 329 0 0,-6-4 876 0 0,30-14 388 0 0,41-15-2032 0 0,-59 29-10201 0 0,4 0 9577 0 0</inkml:trace>
  <inkml:trace contextRef="#ctx0" brushRef="#br0" timeOffset="5680.972">2643 450 2280 0 0,'-11'14'6845'0'0,"0"23"-4279"0"0,6-21-1880 0 0,-49 118 1534 0 0,52-128-2164 0 0,-1 3-1190 0 0,7-15-555 0 0,70-108-3109 0 0,-5 52 6650 0 0,-68 61-1646 0 0,1 1-1 0 0,0 0 0 0 0,0 0 1 0 0,0-1-1 0 0,-1 1 0 0 0,1 0 1 0 0,0 0-1 0 0,0 0 0 0 0,0 1 1 0 0,-1-1-1 0 0,1 0 0 0 0,0 1 1 0 0,0-1-1 0 0,-1 1 0 0 0,1 0 1 0 0,0-1-1 0 0,-1 1 0 0 0,1 0 1 0 0,-1 0-1 0 0,1 0 1 0 0,-1 0-1 0 0,1 0 0 0 0,-1 1 1 0 0,0-1-1 0 0,1 0 0 0 0,-1 1 1 0 0,0-1-1 0 0,0 0 0 0 0,0 1 1 0 0,0 0-1 0 0,0-1 0 0 0,0 1 1 0 0,-1-1-1 0 0,1 1 0 0 0,-1 0 1 0 0,1 0-1 0 0,-1-1 1 0 0,1 1-1 0 0,-1 0 0 0 0,0 0 1 0 0,0 0-1 0 0,0 1-205 0 0,23 153 3772 0 0,-22-149-3687 0 0,1 0 0 0 0,0 0 0 0 0,1 0 1 0 0,-1-1-1 0 0,1 1 0 0 0,1-1 0 0 0,-1 1 1 0 0,1-1-1 0 0,0 0 0 0 0,1 0 1 0 0,-1-1-1 0 0,1 1 0 0 0,1-1 0 0 0,-1 0 1 0 0,0 0-1 0 0,1-1 0 0 0,0 0 0 0 0,0 0 1 0 0,1 0-1 0 0,-1 0 0 0 0,1-1 0 0 0,-1-1 1 0 0,1 1-1 0 0,0-1 0 0 0,0 0 1 0 0,0 0-1 0 0,5 0-85 0 0,-7-3-153 0 0,-1 0 1 0 0,1 0-1 0 0,0 0 1 0 0,-1-1-1 0 0,1 0 1 0 0,-1 0 0 0 0,1 0-1 0 0,-1 0 1 0 0,0 0-1 0 0,0-1 1 0 0,0 0-1 0 0,0 0 1 0 0,-1 0-1 0 0,1 0 1 0 0,-1-1-1 0 0,0 0 153 0 0,12-33-6610 0 0,-15 36 4615 0 0,-3-14-1959 0 0,-48-73-2436 0 0,38 65 5164 0 0</inkml:trace>
  <inkml:trace contextRef="#ctx0" brushRef="#br0" timeOffset="6493.265">3321 10 1172 0 0,'0'0'2133'0'0,"0"0"-202"0"0,0 0-289 0 0,0 0-121 0 0,0 0-39 0 0,0 0-90 0 0,0 0-115 0 0,5 1-69 0 0,-4-1-1156 0 0,0 1 1 0 0,0-1-1 0 0,0 1 1 0 0,0-1-1 0 0,0 1 1 0 0,-1-1-1 0 0,1 1 1 0 0,0 0-1 0 0,0-1 0 0 0,0 1 1 0 0,-1 0-1 0 0,1 0 1 0 0,0 0-1 0 0,-1 0 1 0 0,1-1-1 0 0,0 1 1 0 0,-1 0-1 0 0,1 0 1 0 0,-1 0-1 0 0,0 0 0 0 0,1 0 1 0 0,-1 0-1 0 0,0 0 1 0 0,0 0-1 0 0,1 0 1 0 0,-1 1-1 0 0,0-1 1 0 0,0 0-1 0 0,0 0 1 0 0,0 0-1 0 0,0 0 0 0 0,-1 0 1 0 0,1 0-1 0 0,0 0 1 0 0,0 0-1 0 0,-1 0 1 0 0,1 0-1 0 0,-1 0 1 0 0,1 0-1 0 0,-1 0 0 0 0,1 0 1 0 0,-1 0-1 0 0,1 0 1 0 0,-1 0-1 0 0,0-1 1 0 0,0 1-1 0 0,1 0 1 0 0,-1 0-1 0 0,0-1 1 0 0,-1 1-53 0 0,-2 10 317 0 0,-179 366 4468 0 0,89-210-8897 0 0,90-162 3676 0 0,3-3-4272 0 0,12-14-1557 0 0,-2 4 5407 0 0,9-4-572 0 0,0-5-168 0 0</inkml:trace>
  <inkml:trace contextRef="#ctx0" brushRef="#br0" timeOffset="7288.518">3737 223 2552 0 0,'8'-17'5378'0'0,"2"-8"1783"0"0,-30 4-3323 0 0,14 20-3708 0 0,0 0 1 0 0,-1 0-1 0 0,1 1 1 0 0,0 0-1 0 0,0 0 0 0 0,0 0 1 0 0,-1 1-1 0 0,1 0 0 0 0,0 0 1 0 0,0 1-1 0 0,0 0 0 0 0,0 0 1 0 0,1 0-1 0 0,-6 3-130 0 0,5-3 47 0 0,-12 4 77 0 0,1 1 1 0 0,1 1 0 0 0,-1 0-1 0 0,1 1 1 0 0,1 1 0 0 0,0 0-1 0 0,0 1 1 0 0,1 0 0 0 0,-6 7-125 0 0,8-7 43 0 0,0 0 0 0 0,1 1 0 0 0,0 0 0 0 0,1 1 0 0 0,1 0 0 0 0,0 1 1 0 0,1 0-1 0 0,0 0 0 0 0,1 1 0 0 0,0-1 0 0 0,2 2 0 0 0,0-1 0 0 0,0 1 0 0 0,1-1 1 0 0,1 1-1 0 0,-1 15-43 0 0,5-25 0 0 0,0-1 1 0 0,0 0-1 0 0,1 1 1 0 0,0-1 0 0 0,0 0-1 0 0,0 0 1 0 0,0 0-1 0 0,1-1 1 0 0,0 1 0 0 0,0 0-1 0 0,0-1 1 0 0,0 0-1 0 0,1 0 1 0 0,0 0-1 0 0,-1 0 1 0 0,2 0 0 0 0,-1-1-1 0 0,0 0 1 0 0,1 0-1 0 0,-1 0 1 0 0,1 0 0 0 0,0-1-1 0 0,0 0 1 0 0,0 0-1 0 0,0 0 1 0 0,0 0 0 0 0,1-1-1 0 0,-1 0 1 0 0,0 0-1 0 0,1-1 1 0 0,-1 1-1 0 0,1-1 0 0 0,1 0-169 0 0,0 0-1 0 0,-1 0 0 0 0,1 0 0 0 0,0-1 1 0 0,0 0-1 0 0,-1-1 0 0 0,1 1 0 0 0,-1-1 1 0 0,1-1-1 0 0,-1 1 0 0 0,0-1 1 0 0,0 0-1 0 0,3-3 170 0 0,21-24-4017 0 0,-20-13-3997 0 0,-46-13 8718 0 0,14 29 1747 0 0,6 13 334 0 0,15 14-2203 0 0,25-3 3238 0 0,122 1 337 0 0,-143 2-4123 0 0,-1 0 0 0 0,1 1 0 0 0,0-1 0 0 0,-1 1 0 0 0,1-1 0 0 0,0 1 0 0 0,-1 0 0 0 0,1 0 0 0 0,-1 0 0 0 0,1 0 1 0 0,-1 1-1 0 0,0-1 0 0 0,1 1 0 0 0,-1-1 0 0 0,0 1 0 0 0,0 0 0 0 0,0 0 0 0 0,0 0 0 0 0,-1 0 0 0 0,1 0 0 0 0,0 0 0 0 0,-1 0 0 0 0,0 1 0 0 0,1-1 1 0 0,-1 1-1 0 0,0-1 0 0 0,0 1 0 0 0,0-1 0 0 0,-1 1 0 0 0,1-1 0 0 0,0 4-34 0 0,6 93-4210 0 0,-7-83 1679 0 0,-1-7-1459 0 0,-1 5-5263 0 0,7-15 7444 0 0,0-4 501 0 0</inkml:trace>
  <inkml:trace contextRef="#ctx0" brushRef="#br0" timeOffset="8111.412">3952 219 1120 0 0,'23'-43'11032'0'0,"-14"86"-7807"0"0,-22 112-406 0 0,-27 6-1511 0 0,39-160-1580 0 0,1-1-195 0 0,0 0-46 0 0,0 0 418 0 0,0 0 1 0 0,-1 0 0 0 0,1-1-1 0 0,0 1 1 0 0,0 0 0 0 0,-1 0 0 0 0,1-1-1 0 0,0 1 1 0 0,-1 0 0 0 0,1 0-1 0 0,0 0 1 0 0,-1 0 0 0 0,1-1-1 0 0,0 1 1 0 0,-1 0 0 0 0,1 0 0 0 0,0 0-1 0 0,-1 0 1 0 0,1 0 0 0 0,0 0-1 0 0,-1 0 1 0 0,1 0 0 0 0,0 0-1 0 0,-1 0 1 0 0,1 0 0 0 0,-1 0 0 0 0,1 0-1 0 0,0 0 1 0 0,-1 1 0 0 0,1-1-1 0 0,0 0 1 0 0,-1 0 0 0 0,1 0-1 0 0,0 0 1 0 0,0 1 0 0 0,-1-1 0 0 0,1 0-1 0 0,0 0 1 0 0,-1 1 0 0 0,1-1-1 0 0,0 0 95 0 0,15-120-3660 0 0,-4 83 3500 0 0,-7 21 375 0 0,0 1-1 0 0,1-1 1 0 0,0 1-1 0 0,1 0 1 0 0,1 0-1 0 0,0 1 1 0 0,1 0-1 0 0,1 0 1 0 0,0 1-1 0 0,0 0 1 0 0,6-4-215 0 0,-6 8 265 0 0,-7 6-82 0 0,0 1 1 0 0,1-1-1 0 0,-1 1 0 0 0,1-1 0 0 0,-1 1 1 0 0,1 0-1 0 0,0 0 0 0 0,0 0 1 0 0,0 0-1 0 0,0 1 0 0 0,1-1 1 0 0,-1 1-1 0 0,0 0 0 0 0,0 0 1 0 0,1 0-1 0 0,-1 0 0 0 0,1 1 1 0 0,0-1-184 0 0,-3 1 404 0 0,11 3 622 0 0,-9-1-939 0 0,0 0 1 0 0,-1 1 0 0 0,1 0-1 0 0,-1-1 1 0 0,1 1-1 0 0,-1 0 1 0 0,0 0 0 0 0,0 0-1 0 0,0 0 1 0 0,0 0 0 0 0,-1 1-1 0 0,1-1 1 0 0,-1 0 0 0 0,0 1-1 0 0,0-1 1 0 0,0 1 0 0 0,-1 0-1 0 0,1-1 1 0 0,-1 1-1 0 0,0 3-87 0 0,0 1-87 0 0,-1-1-1 0 0,0 1 0 0 0,0 0 0 0 0,-1 0 0 0 0,0-1 0 0 0,0 1 1 0 0,-1-1-1 0 0,0 0 0 0 0,-1 0 0 0 0,1 0 0 0 0,-1 0 0 0 0,0 0 1 0 0,-1-1-1 0 0,0 0 0 0 0,0 0 0 0 0,0 0 0 0 0,-1 0 0 0 0,0-1 1 0 0,0 0 87 0 0,-55 27-1036 0 0,60-32 1027 0 0,1 0 156 0 0,-2 12 680 0 0,98 65 1497 0 0,-74-63-2127 0 0,8 7-1074 0 0,-17-1-3623 0 0,3-10-6523 0 0,-16-10 9397 0 0</inkml:trace>
  <inkml:trace contextRef="#ctx0" brushRef="#br0" timeOffset="8489.364">4281 213 1508 0 0,'2'13'10558'0'0,"3"34"-6370"0"0,-19 67-1464 0 0,-15 15-102 0 0,31-125-2598 0 0,0 0-1 0 0,0 0 1 0 0,1-1 0 0 0,-1 1-1 0 0,1-1 1 0 0,0 1 0 0 0,0-1 0 0 0,1 0-1 0 0,-1 0 1 0 0,0 0 0 0 0,1-1-1 0 0,0 1 1 0 0,0-1 0 0 0,0 0-1 0 0,0 0 1 0 0,0 0 0 0 0,0-1-1 0 0,0 1 1 0 0,0-1 0 0 0,1 0 0 0 0,-1 0-1 0 0,1-1 1 0 0,-1 1 0 0 0,1-1-1 0 0,-1 0 1 0 0,2 0-24 0 0,78-3-1977 0 0,-45-26-1062 0 0,-19-19-9415 0 0,-19 41 10948 0 0,1 0 14 0 0</inkml:trace>
  <inkml:trace contextRef="#ctx0" brushRef="#br0" timeOffset="8740.771">4342 183 1964 0 0,'21'-20'8823'0'0,"17"11"-7341"0"0,-20 6-2262 0 0,-16 3 195 0 0,-2 0-522 0 0,0 0-153 0 0,0 0-302 0 0,7 10-1676 0 0,-9-5 1717 0 0</inkml:trace>
  <inkml:trace contextRef="#ctx0" brushRef="#br0" timeOffset="8896.943">4342 264 1380 0 0,'1'0'190'0'0,"0"0"0"0"0,0 0 0 0 0,-1 0 0 0 0,1 1 0 0 0,0-1 0 0 0,0 0 0 0 0,0 0 0 0 0,-1 1 0 0 0,1-1 0 0 0,0 1 0 0 0,-1-1 0 0 0,1 0 0 0 0,0 1 0 0 0,-1-1 0 0 0,1 1 0 0 0,-1 0 0 0 0,1-1 0 0 0,0 1 0 0 0,-1-1 0 0 0,0 1 0 0 0,1 0 1 0 0,-1-1-1 0 0,1 1 0 0 0,-1 0 0 0 0,0 0 0 0 0,1-1 0 0 0,-1 1 0 0 0,0 0 0 0 0,0 0 0 0 0,0 0 0 0 0,1-1 0 0 0,-1 1 0 0 0,0 0 0 0 0,0 0 0 0 0,0 0 0 0 0,0-1 0 0 0,-1 1 0 0 0,1 0 0 0 0,0 0 0 0 0,0 0 0 0 0,0-1 0 0 0,-1 1 0 0 0,1 0 0 0 0,0 0 0 0 0,-1-1 0 0 0,1 1 0 0 0,0 0 0 0 0,-1-1 0 0 0,1 1 0 0 0,-1 0 0 0 0,1-1 0 0 0,-1 1 0 0 0,0-1 0 0 0,1 1 0 0 0,-1-1 0 0 0,0 1 0 0 0,1-1 0 0 0,-1 1 0 0 0,0-1 0 0 0,1 0 0 0 0,-1 1 0 0 0,0-1 0 0 0,0 0 0 0 0,1 0 0 0 0,-1 1 0 0 0,0-1 0 0 0,0 0 0 0 0,0 0-190 0 0,80 13 2960 0 0,-44-13-4209 0 0,18 0-11457 0 0,-43 0 11336 0 0</inkml:trace>
  <inkml:trace contextRef="#ctx0" brushRef="#br0" timeOffset="9568.636">4744 120 1844 0 0,'-3'15'10982'0'0,"-18"69"-8172"0"0,-63 113 322 0 0,2-55-2344 0 0,122-216-4574 0 0,98-217-964 0 0,-116 253 7239 0 0,-22 37-1854 0 0,0 1-23 0 0,18 16 772 0 0,2 22-87 0 0,3 19-346 0 0,-2 1 0 0 0,-3 2 0 0 0,-3-1 1 0 0,-2 4-952 0 0,7 23 184 0 0,-16-44-2226 0 0,-4-41 1215 0 0,0-1-106 0 0,0 0-74 0 0,0 0-117 0 0,-2 1-603 0 0,1 0 1478 0 0,0-1 1 0 0,0 0-1 0 0,0 0 0 0 0,0 1 0 0 0,-1-1 1 0 0,1 0-1 0 0,0 0 0 0 0,0 0 1 0 0,0 0-1 0 0,0 0 0 0 0,0-1 0 0 0,0 1 1 0 0,-1 0-1 0 0,1 0 0 0 0,0-1 1 0 0,0 1-1 0 0,0-1 0 0 0,0 1 1 0 0,0-1-1 0 0,0 1 0 0 0,0-1 0 0 0,0 0 1 0 0,1 1-1 0 0,-1-1 0 0 0,0 0 1 0 0,0 0-1 0 0,0 1 0 0 0,1-1 0 0 0,-1 0 1 0 0,0 0-1 0 0,1 0 0 0 0,-1 0 1 0 0,1 0-1 0 0,-1 0 0 0 0,1 0 1 0 0,-1 0-1 0 0,1 0 0 0 0,0-1 0 0 0,0 1 1 0 0,-1 0-1 0 0,1 0 249 0 0,-10-18-1437 0 0</inkml:trace>
  <inkml:trace contextRef="#ctx0" brushRef="#br0" timeOffset="9853.659">4739 434 1148 0 0,'-37'-22'11925'0'0,"37"22"-10963"0"0,25 2 3728 0 0,-12-3-3989 0 0,42 1-567 0 0,-24-1-5121 0 0,15-22-937 0 0,-11 5-238 0 0,-27 12 4579 0 0</inkml:trace>
  <inkml:trace contextRef="#ctx0" brushRef="#br0" timeOffset="10135.409">5055 262 2664 0 0,'-4'-8'3817'0'0,"3"-4"6401"0"0,18 11-7804 0 0,-13 1-2486 0 0,88 2 3702 0 0,-47-1-4242 0 0,-1-1-3469 0 0,-42 0 3032 0 0,-2 0-412 0 0,8-7-1661 0 0,-10-3-4271 0 0,-1 9 5946 0 0,0-2-31 0 0</inkml:trace>
  <inkml:trace contextRef="#ctx0" brushRef="#br0" timeOffset="10416.726">5237 214 1964 0 0,'-20'17'6681'0'0,"6"37"-4603"0"0,11-39-927 0 0,-28 217 5234 0 0,12-51-4841 0 0,17-172-762 0 0,2-2-3959 0 0,-2-11-9805 0 0,2 3 12727 0 0,-2-6-1338 0 0,2-2 31 0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8:55.542"/>
    </inkml:context>
    <inkml:brush xml:id="br0">
      <inkml:brushProperty name="width" value="0.05" units="cm"/>
      <inkml:brushProperty name="height" value="0.05" units="cm"/>
      <inkml:brushProperty name="color" value="#FFFFFF"/>
    </inkml:brush>
  </inkml:definitions>
  <inkml:trace contextRef="#ctx0" brushRef="#br0">88 68 1424 0 0,'0'0'1654'0'0,"0"0"-83"0"0,0-3-195 0 0,0-10-127 0 0,0 10 53 0 0,0 3-65 0 0,0 0-78 0 0,3 0-104 0 0,21 6 4817 0 0,-17 2-6038 0 0,-24 79 1956 0 0,10-69-1563 0 0,-68 212 1863 0 0,53-140-1239 0 0,22-90-711 0 0,0 0-10 0 0,3 4-8 0 0,-1-1-89 0 0,0-1 0 0 0,1 1 0 0 0,0-1 1 0 0,0 0-1 0 0,-1 0 0 0 0,2 0 0 0 0,-1 0 1 0 0,0 0-1 0 0,0-1 0 0 0,0 1 0 0 0,1-1 0 0 0,-1 0 1 0 0,1 0-1 0 0,-1 0 0 0 0,1 0 0 0 0,-1-1 1 0 0,1 0-1 0 0,1 1-33 0 0,15 1-87 0 0,0-1 0 0 0,0-1 0 0 0,-1-1-1 0 0,1 0 1 0 0,0-2 0 0 0,-1 0 0 0 0,1-1 0 0 0,13-6 87 0 0,-13 6-547 0 0,22-8-1556 0 0,-28-5-2692 0 0,-24-4-8120 0 0,0 14 11279 0 0</inkml:trace>
  <inkml:trace contextRef="#ctx0" brushRef="#br0" timeOffset="282.272">110 160 1932 0 0,'39'-32'9500'0'0,"12"22"-9045"0"0,-50 10-1058 0 0,-1 0-525 0 0,0 0-378 0 0,0 0-9 0 0,11 10-2806 0 0,-15-7 2991 0 0</inkml:trace>
  <inkml:trace contextRef="#ctx0" brushRef="#br0" timeOffset="549.898">91 279 1372 0 0,'0'1'193'0'0,"-1"-1"0"0"0,1 0 1 0 0,-1 1-1 0 0,1-1 0 0 0,-1 1 0 0 0,1 0 0 0 0,-1-1 0 0 0,1 1 0 0 0,0-1 0 0 0,-1 1 1 0 0,1 0-1 0 0,0-1 0 0 0,-1 1 0 0 0,1-1 0 0 0,0 1 0 0 0,0 0 0 0 0,-1 0 0 0 0,1-1 1 0 0,0 1-1 0 0,0 0 0 0 0,0-1 0 0 0,0 1 0 0 0,0 0 0 0 0,0 0 0 0 0,0-1 0 0 0,0 1 1 0 0,1 0-1 0 0,-1-1 0 0 0,0 1 0 0 0,0 0 0 0 0,0-1 0 0 0,1 1 0 0 0,-1 0 0 0 0,0-1 1 0 0,1 1-1 0 0,-1-1 0 0 0,1 1 0 0 0,-1 0 0 0 0,1-1 0 0 0,-1 1 0 0 0,1-1 0 0 0,-1 1 1 0 0,1-1-1 0 0,-1 0 0 0 0,1 1 0 0 0,-1-1 0 0 0,1 1 0 0 0,0-1 0 0 0,-1 0 0 0 0,1 0 1 0 0,0 1-1 0 0,-1-1 0 0 0,1 0 0 0 0,0 0 0 0 0,0 0 0 0 0,-1 0 0 0 0,1 0 0 0 0,0 0 1 0 0,-1 0-1 0 0,1 0 0 0 0,0 0-193 0 0,55 3 3290 0 0,-47-4-2752 0 0,59 1 449 0 0,-23 0-4238 0 0,-17-9-4038 0 0,1 9 2433 0 0,-19 0 3228 0 0</inkml:trace>
  <inkml:trace contextRef="#ctx0" brushRef="#br0" timeOffset="1016.121">741 128 1984 0 0,'17'-49'12594'0'0,"-17"47"-12383"0"0,-1 0 0 0 0,1 0 0 0 0,0 0 0 0 0,-1-1 0 0 0,0 1 1 0 0,1 0-1 0 0,-1 0 0 0 0,0 0 0 0 0,0 0 0 0 0,0 0 0 0 0,0 0 0 0 0,0 1 0 0 0,-1-1 0 0 0,1 0 0 0 0,-1 1 0 0 0,1-1 0 0 0,-1 0 0 0 0,1 1 0 0 0,-1 0 0 0 0,0-1 0 0 0,0 1 0 0 0,0 0 0 0 0,-1-1-211 0 0,-85-11 1503 0 0,13 43-1015 0 0,63-24-423 0 0,0 1 0 0 0,0 0 0 0 0,1 1 0 0 0,0 0 0 0 0,0 1 0 0 0,0 0 0 0 0,1 0 1 0 0,1 1-1 0 0,-7 8-65 0 0,14-14-6 0 0,0 0 1 0 0,1 0 0 0 0,-1 0-1 0 0,1 1 1 0 0,-1-1-1 0 0,1 0 1 0 0,1 0 0 0 0,-1 1-1 0 0,0-1 1 0 0,1 0-1 0 0,0 1 1 0 0,0-1 0 0 0,1 1-1 0 0,-1-1 1 0 0,1 0 0 0 0,0 1-1 0 0,0-1 1 0 0,0 0-1 0 0,0 0 1 0 0,1 0 0 0 0,0 0-1 0 0,0 0 1 0 0,0 0 0 0 0,0 0-1 0 0,1 0 1 0 0,-1-1-1 0 0,1 1 1 0 0,0-1 0 0 0,0 0 5 0 0,78 66-191 0 0,-13-18 80 0 0,-24 7 579 0 0,-44-57-334 0 0,0-1-37 0 0,0 2-9 0 0,-3 10-11 0 0,-1-6-126 0 0,-1 0 0 0 0,0 0 0 0 0,0 0 0 0 0,0 0 0 0 0,-1-1 0 0 0,1 0 0 0 0,-1 0 0 0 0,-1-1 0 0 0,1 0 0 0 0,-1 0 0 0 0,1 0-1 0 0,-1 0 1 0 0,0-1 0 0 0,-1-1 0 0 0,1 1 0 0 0,0-1 0 0 0,-1 0 0 0 0,1-1 0 0 0,-1 0 0 0 0,0 0 0 0 0,1 0 0 0 0,-1-1 0 0 0,0 0 49 0 0,3-1-208 0 0,0 0 1 0 0,0 0 0 0 0,0-1-1 0 0,0 1 1 0 0,0-1-1 0 0,0 0 1 0 0,0 0 0 0 0,1-1-1 0 0,-1 0 1 0 0,1 1 0 0 0,-1-1-1 0 0,1-1 1 0 0,0 1 0 0 0,0-1-1 0 0,0 0 208 0 0,3 3-337 0 0,0 1-1 0 0,0-1 0 0 0,1 0 0 0 0,-1 0 1 0 0,0 0-1 0 0,0 0 0 0 0,0 0 1 0 0,1 0-1 0 0,-1 0 0 0 0,0 0 0 0 0,1 0 1 0 0,-1 0-1 0 0,1 0 0 0 0,0 0 1 0 0,-1-1-1 0 0,1 1 0 0 0,0 0 0 0 0,0 0 1 0 0,-1 0-1 0 0,1-1 0 0 0,0 1 1 0 0,0 0-1 0 0,0 0 0 0 0,0 0 0 0 0,1-1 1 0 0,-1 1-1 0 0,0 0 0 0 0,0 0 1 0 0,1 0-1 0 0,-1-1 0 0 0,1 1 0 0 0,-1 0 1 0 0,1 0-1 0 0,0 0 0 0 0,-1 0 1 0 0,1 0-1 0 0,0 0 0 0 0,0 0 0 0 0,-1 0 1 0 0,2 0 337 0 0,14-14-1512 0 0,5 1 32 0 0</inkml:trace>
  <inkml:trace contextRef="#ctx0" brushRef="#br0" timeOffset="1578.178">1063 49 888 0 0,'3'-8'2429'0'0,"2"-23"6100"0"0,-27 29-5655 0 0,11 7-2502 0 0,1 0 1 0 0,0 0-1 0 0,0 1 0 0 0,0 0 0 0 0,1 1 1 0 0,0 0-1 0 0,0 1 0 0 0,1 0 0 0 0,-4 4-372 0 0,-53 42 1285 0 0,53-45-1149 0 0,1 0 0 0 0,1 1-1 0 0,0 1 1 0 0,1 0 0 0 0,0 0 0 0 0,0 1-1 0 0,1 0 1 0 0,1 0 0 0 0,0 1 0 0 0,0 0-1 0 0,2 0 1 0 0,-1 1 0 0 0,2-1 0 0 0,0 1 0 0 0,0 0-1 0 0,1 6-135 0 0,5 0 232 0 0,-1-15-212 0 0,1 0 0 0 0,1 1 0 0 0,-1-1 0 0 0,1 0 0 0 0,-1 0 0 0 0,1 0 0 0 0,1-1 0 0 0,-1 1 0 0 0,1-1 1 0 0,0 0-1 0 0,0 0 0 0 0,0 0 0 0 0,0 0 0 0 0,1-1 0 0 0,0 1 0 0 0,-1-1 0 0 0,1 0 0 0 0,0-1 0 0 0,1 1 1 0 0,-1-1-1 0 0,0 0 0 0 0,4 1-20 0 0,85 6-1084 0 0,-44-26-82 0 0,-24 2 88 0 0,59-58-9852 0 0,-64 55 6504 0 0,-12 14 3001 0 0</inkml:trace>
  <inkml:trace contextRef="#ctx0" brushRef="#br0" timeOffset="2047.167">1302 45 1976 0 0,'0'0'179'0'0,"-1"0"0"0"0,1 0-1 0 0,0 0 1 0 0,-1 1 0 0 0,1-1 0 0 0,0 0-1 0 0,-1 0 1 0 0,1 0 0 0 0,0 0-1 0 0,-1 0 1 0 0,1 0 0 0 0,-1 0 0 0 0,1 0-1 0 0,0 0 1 0 0,-1 0 0 0 0,1 0-1 0 0,0 0 1 0 0,-1 0 0 0 0,1-1 0 0 0,0 1-1 0 0,-1 0 1 0 0,1 0 0 0 0,0 0 0 0 0,-1 0-1 0 0,1-1 1 0 0,0 1 0 0 0,-1 0-1 0 0,1 0 1 0 0,0-1 0 0 0,0 1 0 0 0,-1 0-1 0 0,1 0 1 0 0,0-1 0 0 0,0 1 0 0 0,-1 0-1 0 0,1-1 1 0 0,0 1 0 0 0,0 0-1 0 0,0-1 1 0 0,0 1 0 0 0,0 0 0 0 0,-1-1-1 0 0,1 1 1 0 0,0-1 0 0 0,0 1 0 0 0,0 0-1 0 0,0-1 1 0 0,0 1 0 0 0,0 0-1 0 0,0-1 1 0 0,0 1 0 0 0,0-1 0 0 0,1 1-1 0 0,-1 0 1 0 0,0-1 0 0 0,0 1-1 0 0,0 0-178 0 0,-19 32 2247 0 0,15-25-1963 0 0,-167 335 3968 0 0,140-282-4324 0 0,24-46-5775 0 0,91-174-4456 0 0,-69 130 8711 0 0</inkml:trace>
  <inkml:trace contextRef="#ctx0" brushRef="#br0" timeOffset="2313.247">1246 139 848 0 0,'7'-11'777'0'0,"-4"5"-340"0"0,0 1 0 0 0,0 0-1 0 0,0-1 1 0 0,1 1 0 0 0,0 1-1 0 0,0-1 1 0 0,1 0 0 0 0,-1 1-1 0 0,1 0 1 0 0,0 0 0 0 0,0 1-1 0 0,0-1 1 0 0,1 1 0 0 0,-1 0-1 0 0,4-1-436 0 0,-6 4 129 0 0,0 0-1 0 0,0 0 1 0 0,0 0-1 0 0,0 0 1 0 0,0 1-1 0 0,0-1 1 0 0,0 1-1 0 0,0 0 1 0 0,0 0-1 0 0,0 0 0 0 0,0 0 1 0 0,-1 0-1 0 0,1 1 1 0 0,0-1-1 0 0,-1 1 1 0 0,1 0-1 0 0,-1-1 1 0 0,0 1-1 0 0,1 1 1 0 0,-1-1-1 0 0,0 0 1 0 0,0 0-1 0 0,0 1 1 0 0,-1 0-130 0 0,10 7 534 0 0,-1 3-149 0 0,0-1 1 0 0,-1 2-1 0 0,0 0 0 0 0,-1 0 1 0 0,-1 0-1 0 0,0 1 0 0 0,-1 0 1 0 0,-1 0-1 0 0,0 1 0 0 0,1 5-384 0 0,0 1 407 0 0,4 96 575 0 0,-11-79-3016 0 0,-19-8-1848 0 0,-1-32-4110 0 0,16-3 6549 0 0</inkml:trace>
  <inkml:trace contextRef="#ctx0" brushRef="#br0" timeOffset="2580.333">1295 330 856 0 0,'-43'-41'8794'0'0,"66"32"-2991"0"0,-21 9-5578 0 0,170-23 964 0 0,-111 15-9524 0 0,-12-12 3512 0 0,-39 14 3346 0 0</inkml:trace>
  <inkml:trace contextRef="#ctx0" brushRef="#br0" timeOffset="2847.355">1732 105 1380 0 0,'4'3'5865'0'0,"-1"21"-2980"0"0,-3-20-2011 0 0,1 223 5053 0 0,-22-105-5306 0 0,3-70-4077 0 0,16-59-4050 0 0,3-12 3372 0 0,2 9 2778 0 0</inkml:trace>
  <inkml:trace contextRef="#ctx0" brushRef="#br0" timeOffset="3082.384">1766 28 1416 0 0,'13'-27'9807'0'0,"16"30"-5023"0"0,29 33-2485 0 0,-45-25-1978 0 0,-8-8-184 0 0,0 0-1 0 0,0 1 1 0 0,-1 0-1 0 0,1 0 1 0 0,-1 0 0 0 0,0 1-1 0 0,0-1 1 0 0,0 1-1 0 0,-1 0 1 0 0,1 0 0 0 0,-1 0-1 0 0,-1 1 1 0 0,1-1-1 0 0,-1 1 1 0 0,2 4-137 0 0,-4-9 169 0 0,0 10 237 0 0,-1-7-416 0 0,-1 0-1 0 0,1-1 1 0 0,-1 1-1 0 0,0-1 1 0 0,0 0-1 0 0,-1 1 1 0 0,1-1-1 0 0,-1 0 1 0 0,0 0-1 0 0,1-1 1 0 0,-1 1-1 0 0,-1 0 1 0 0,1-1-1 0 0,0 0 1 0 0,0 0-1 0 0,-1 0 1 0 0,-1 1 10 0 0,-7 5-210 0 0,5-2-129 0 0,-2 0-1 0 0,1-1 1 0 0,-1 0 0 0 0,1-1 0 0 0,-1 1 0 0 0,0-2 0 0 0,-1 1 0 0 0,1-1 0 0 0,-1-1 0 0 0,0 1 0 0 0,0-2 339 0 0,7 0-914 0 0,-10-4-3921 0 0,-4-14 1318 0 0,19 6-916 0 0,1 9 3159 0 0</inkml:trace>
  <inkml:trace contextRef="#ctx0" brushRef="#br0" timeOffset="3588.479">2159 56 1672 0 0,'-3'4'6017'0'0,"-1"17"-3643"0"0,2-10-1309 0 0,0-1-711 0 0,-4 26 825 0 0,-3 1 0 0 0,0-1 0 0 0,-3-1-1 0 0,-1 0 1 0 0,-2 2-1179 0 0,-32 76 1719 0 0,39-77-936 0 0,8-36-608 0 0,0 0 53 0 0,0 0-9 0 0,4 2-38 0 0,90 9 721 0 0,10-36-1017 0 0,-58 18-432 0 0,3 1-4399 0 0,-35-14-8513 0 0,-15 16 11947 0 0</inkml:trace>
  <inkml:trace contextRef="#ctx0" brushRef="#br0" timeOffset="3849.004">2186 91 1016 0 0,'46'-14'8828'0'0,"-18"9"-7359"0"0,-28 4-1616 0 0,1 1-1 0 0,-1 0 1 0 0,1 0-1 0 0,-1 0 1 0 0,0 0-1 0 0,1 0 1 0 0,-1 0-1 0 0,1-1 1 0 0,-1 1-1 0 0,1 0 1 0 0,-1 0 0 0 0,0 1-1 0 0,1-1 1 0 0,-1 0-1 0 0,1 0 1 0 0,-1 0-1 0 0,1 0 1 0 0,-1 0-1 0 0,0 0 1 0 0,1 0-1 0 0,-1 1 1 0 0,1-1 0 0 0,-1 0-1 0 0,0 0 1 0 0,1 1-1 0 0,-1-1 1 0 0,0 0-1 0 0,1 1 1 0 0,-1-1-1 0 0,0 0 1 0 0,1 1-1 0 0,-1-1 1 0 0,0 0 0 0 0,0 1-1 0 0,1-1 1 0 0,-1 0-1 0 0,0 1 1 0 0,0-1-1 0 0,0 1 1 0 0,0-1-1 0 0,0 1 1 0 0,1-1-1 0 0,-1 0 1 0 0,0 1 0 0 0,0-1-1 0 0,0 1 1 0 0,0-1-1 0 0,0 1 1 0 0,0-1-1 0 0,-1 0 1 0 0,1 1-1 0 0,0-1 1 0 0,0 1-1 0 0,0-1 1 0 0,0 1 147 0 0,-2 2-1267 0 0</inkml:trace>
  <inkml:trace contextRef="#ctx0" brushRef="#br0" timeOffset="4023.39">2094 253 2420 0 0,'4'14'6723'0'0,"27"0"-1791"0"0,27-12-841 0 0,0-2-3459 0 0,-9-1-2200 0 0,-40-3-13 0 0,4-1-5519 0 0,4 5 1051 0 0,-15 0 4689 0 0</inkml:trace>
  <inkml:trace contextRef="#ctx0" brushRef="#br0" timeOffset="4591.527">2472 101 2308 0 0,'1'6'8157'0'0,"2"6"-4747"0"0,47 27 1127 0 0,-16-17-3723 0 0,-26-15-667 0 0,-2-4 28 0 0,-1 0 0 0 0,0 1 0 0 0,0 0 0 0 0,0 0 0 0 0,0 0 0 0 0,-1 1 0 0 0,0 0 0 0 0,0 0 0 0 0,0 0 1 0 0,0 0-1 0 0,-1 0 0 0 0,0 1 0 0 0,0-1 0 0 0,0 1 0 0 0,-1 0 0 0 0,0 0 0 0 0,0 0 0 0 0,0 0 0 0 0,-1 1 0 0 0,0-1-175 0 0,-1-5 155 0 0,-59 78-425 0 0,40-65-972 0 0,-34 21-147 0 0,33-28-3926 0 0,0-5-5018 0 0,20-3 9020 0 0,-1-5 66 0 0</inkml:trace>
  <inkml:trace contextRef="#ctx0" brushRef="#br0" timeOffset="4932.395">2809 178 1552 0 0,'36'9'9260'0'0,"14"14"-4647"0"0,14 3-2190 0 0,-13 1 656 0 0,-52-14-1815 0 0,-7-2-1418 0 0,-1-1 0 0 0,0 0 1 0 0,-1-1-1 0 0,0 0 1 0 0,-1 0-1 0 0,1-1 0 0 0,-2 0 1 0 0,1-1-1 0 0,-1 0 1 0 0,-7 2 153 0 0,-136 53-6050 0 0,-9-13-3094 0 0,105-26 6191 0 0,35-13 1381 0 0</inkml:trace>
  <inkml:trace contextRef="#ctx0" brushRef="#br0" timeOffset="6055.459">244 69 928 0 0,'0'0'1062'0'0,"0"0"-105"0"0,0 0-98 0 0,0 0-99 0 0,0 0-18 0 0,0 0-21 0 0,0 0-81 0 0,0 0-55 0 0,0 0-80 0 0,0 0-28 0 0,0 0-14 0 0,0 0-44 0 0,0 0-39 0 0,0 0-21 0 0,0 0-56 0 0,0 0 2 0 0,0 0-20 0 0,-3 0-12 0 0,-10 0-78 0 0,10 0 1 0 0,3 0 15 0 0,-4 4-55 0 0,-23 22 233 0 0,-21-10 2908 0 0,47-16-3135 0 0,1 0-9 0 0,0 0-38 0 0,0 0 12 0 0,0 0-32 0 0,0 0-57 0 0,-10 1 176 0 0,-3 5 948 0 0,75-18 1317 0 0,76-19-3499 0 0,-129 33-8805 0 0,-16 13 3887 0 0,3-11 4569 0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05.483"/>
    </inkml:context>
    <inkml:brush xml:id="br0">
      <inkml:brushProperty name="width" value="0.05" units="cm"/>
      <inkml:brushProperty name="height" value="0.05" units="cm"/>
      <inkml:brushProperty name="color" value="#FFFFFF"/>
    </inkml:brush>
  </inkml:definitions>
  <inkml:trace contextRef="#ctx0" brushRef="#br0">4 74 2176 0 0,'0'0'1706'0'0,"3"0"-220"0"0,36 15 8691 0 0,-20 21-6758 0 0,-14 64-3699 0 0,-6-69 1756 0 0,-2 74-441 0 0,-19 28-597 0 0,-6-18-2753 0 0,27-116 1935 0 0,0 0-1 0 0,0 1 1 0 0,0-1 0 0 0,0 0-1 0 0,0 0 1 0 0,0 0 0 0 0,0 0 0 0 0,0 0-1 0 0,0 0 1 0 0,1 0 0 0 0,-1 0 0 0 0,0-1-1 0 0,1 1 1 0 0,-1 0 0 0 0,1 0 0 0 0,-1 0-1 0 0,1-1 1 0 0,0 1 0 0 0,-1 0 0 0 0,1-1-1 0 0,0 1 1 0 0,0 0 0 0 0,0-1 0 0 0,0 1-1 0 0,0 0 1 0 0,0-1 0 0 0,0 1 0 0 0,1 0-1 0 0,-1 0 1 0 0,0-1 0 0 0,1 1 0 0 0,-1 0-1 0 0,1-1 381 0 0,1-39-2958 0 0,-2 19 1575 0 0</inkml:trace>
  <inkml:trace contextRef="#ctx0" brushRef="#br0" timeOffset="251.063">64 31 2324 0 0,'19'-26'10820'0'0,"41"21"-7966"0"0,-46 6-2286 0 0,158-2 2732 0 0,-92 2-4607 0 0,-78-1 603 0 0,5 24-4423 0 0,-35 10-1116 0 0,-22 7 2378 0 0,27-28 2437 0 0</inkml:trace>
  <inkml:trace contextRef="#ctx0" brushRef="#br0" timeOffset="455.345">140 196 2268 0 0,'-10'6'1467'0'0,"11"-6"-1247"0"0,-1 0 0 0 0,1 1 0 0 0,-1-1 0 0 0,1 0 0 0 0,-1 0 0 0 0,1 1 0 0 0,-1-1 0 0 0,1 0-1 0 0,-1 0 1 0 0,1 1 0 0 0,-1-1 0 0 0,1 1 0 0 0,-1-1 0 0 0,0 0 0 0 0,1 1 0 0 0,-1-1-1 0 0,0 1 1 0 0,1-1 0 0 0,-1 1 0 0 0,0-1 0 0 0,1 1 0 0 0,-1-1 0 0 0,0 1 0 0 0,0 0 0 0 0,0-1-1 0 0,0 1 1 0 0,0-1 0 0 0,1 1 0 0 0,-1-1 0 0 0,0 1 0 0 0,0 0 0 0 0,0-1 0 0 0,0 1 0 0 0,-1-1-1 0 0,1 1 1 0 0,0 0 0 0 0,0-1 0 0 0,0 1 0 0 0,0-1 0 0 0,-1 1 0 0 0,1-1 0 0 0,0 1-1 0 0,0-1 1 0 0,-1 1 0 0 0,1-1 0 0 0,0 1 0 0 0,-1-1 0 0 0,1 1 0 0 0,-1-1 0 0 0,1 0 0 0 0,-1 1-1 0 0,1-1 1 0 0,0 0 0 0 0,-1 1 0 0 0,0-1 0 0 0,1 0 0 0 0,-1 1-220 0 0,36 6 929 0 0,0-1-1 0 0,0-2 1 0 0,0-1 0 0 0,1-2 0 0 0,-1-1-1 0 0,11-3-928 0 0,31 2-3920 0 0,-43 1-3695 0 0,18 0 311 0 0,-34 0 5842 0 0</inkml:trace>
  <inkml:trace contextRef="#ctx0" brushRef="#br0" timeOffset="894.799">787 49 1780 0 0,'0'2'7418'0'0,"0"6"-3322"0"0,-7 62-839 0 0,-91 253 937 0 0,68-233-2676 0 0,33-88-1402 0 0,87 1 323 0 0,58-20-378 0 0,-81 17-87 0 0,39 0-3710 0 0,-105 0 2678 0 0,-1 0-625 0 0,0 0-41 0 0,0 0 139 0 0,0 0 42 0 0,0 0-219 0 0,10-3-1259 0 0,-7-8 115 0 0,-6 5 1647 0 0,0-2 19 0 0</inkml:trace>
  <inkml:trace contextRef="#ctx0" brushRef="#br0" timeOffset="1146.159">834 23 1272 0 0,'26'-11'7401'0'0,"15"8"-2910"0"0,-40 3-3887 0 0,31 0-995 0 0,-17 3-5173 0 0,-1 20 1223 0 0,-16-17 2937 0 0</inkml:trace>
  <inkml:trace contextRef="#ctx0" brushRef="#br0" timeOffset="1335.85">797 241 1416 0 0,'7'34'9628'0'0,"25"-14"-5560"0"0,44-7-208 0 0,6-13-781 0 0,-55 0-4256 0 0,-1 0-3279 0 0,-24 0 2497 0 0,15-1-9594 0 0,-7-3 10227 0 0</inkml:trace>
  <inkml:trace contextRef="#ctx0" brushRef="#br0" timeOffset="1732.185">1507 60 2292 0 0,'-7'3'9148'0'0,"-3"29"-7831"0"0,7-23-230 0 0,-70 175 3576 0 0,50-136-4240 0 0,-2-1 0 0 0,-3-1 0 0 0,-1-2 0 0 0,-13 15-423 0 0,41-59-61 0 0,1 1 0 0 0,0-1 0 0 0,0 1 0 0 0,0-1 1 0 0,0 1-1 0 0,0-1 0 0 0,-1 1 0 0 0,1-1 1 0 0,0 1-1 0 0,0-1 0 0 0,-1 1 0 0 0,1-1 1 0 0,-1 1-1 0 0,1-1 0 0 0,0 0 0 0 0,-1 1 0 0 0,1-1 1 0 0,-1 1-1 0 0,1-1 0 0 0,0 0 0 0 0,-1 0 1 0 0,1 1-1 0 0,-1-1 0 0 0,1 0 0 0 0,-1 0 1 0 0,0 1-1 0 0,1-1 0 0 0,-1 0 0 0 0,1 0 0 0 0,-1 0 1 0 0,1 0-1 0 0,-1 0 0 0 0,1 0 0 0 0,-1 0 1 0 0,1 0-1 0 0,-1 0 0 0 0,0 0 0 0 0,1 0 1 0 0,-1 0-1 0 0,1-1 0 0 0,-1 1 0 0 0,1 0 1 0 0,-1 0-1 0 0,1 0 0 0 0,-1-1 0 0 0,1 1 0 0 0,-1 0 1 0 0,1-1-1 0 0,-1 1 0 0 0,1 0 0 0 0,0-1 1 0 0,-1 1-1 0 0,1-1 61 0 0,-3-32-2507 0 0,8 6 844 0 0,1 0-1 0 0,1 1 1 0 0,2-1-1 0 0,0 2 1 0 0,2-1-1 0 0,1 1 1 0 0,6-9 1663 0 0,0 5-1495 0 0</inkml:trace>
  <inkml:trace contextRef="#ctx0" brushRef="#br0" timeOffset="2168.038">1407 113 2000 0 0,'4'-5'693'0'0,"-4"4"-462"0"0,0-1 1 0 0,0 1 0 0 0,1 0-1 0 0,-1-1 1 0 0,1 1 0 0 0,-1 0 0 0 0,1-1-1 0 0,0 1 1 0 0,0 0 0 0 0,-1 0-1 0 0,1 0 1 0 0,0-1 0 0 0,0 1 0 0 0,0 0-1 0 0,0 0 1 0 0,0 0 0 0 0,0 1-1 0 0,0-1 1 0 0,1 0 0 0 0,-1 0-1 0 0,0 1 1 0 0,0-1 0 0 0,1 0 0 0 0,-1 1-1 0 0,0-1 1 0 0,1 1 0 0 0,-1 0-1 0 0,0-1 1 0 0,1 1 0 0 0,-1 0-1 0 0,1 0 1 0 0,-1 0 0 0 0,1 0 0 0 0,-1 0-1 0 0,0 0 1 0 0,1 0 0 0 0,-1 1-1 0 0,1-1 1 0 0,-1 1 0 0 0,0-1-1 0 0,2 1-231 0 0,12 16 722 0 0,-1 1 0 0 0,0 0 0 0 0,-1 1 0 0 0,-2 1 0 0 0,0 0 0 0 0,0 0-1 0 0,-2 1 1 0 0,-1 1 0 0 0,0-1 0 0 0,-2 1 0 0 0,0 1-722 0 0,13 35 1023 0 0,29 85 1476 0 0,-47-143-2489 0 0,-1 0-1 0 0,1 0 1 0 0,-1 1 0 0 0,1-1-1 0 0,0 0 1 0 0,-1 0 0 0 0,1 1-1 0 0,-1-1 1 0 0,1 0 0 0 0,-1 0-1 0 0,1 0 1 0 0,0 0 0 0 0,-1 0-1 0 0,1 0 1 0 0,-1 0 0 0 0,1 0-1 0 0,0 0 1 0 0,-1 0 0 0 0,1 0-1 0 0,-1 0 1 0 0,1-1 0 0 0,0 1-1 0 0,-1 0 1 0 0,1 0 0 0 0,-1-1-1 0 0,1 1 1 0 0,-1 0 0 0 0,1-1-1 0 0,-1 1 1 0 0,1 0 0 0 0,-1-1-1 0 0,1 1 1 0 0,-1-1 0 0 0,0 1-1 0 0,1-1 1 0 0,-1 1 0 0 0,0-1-1 0 0,1 1 1 0 0,-1-1 0 0 0,0 1-1 0 0,0-1 1 0 0,1 1 0 0 0,-1-1-1 0 0,0 0 1 0 0,0 1 0 0 0,0-1-1 0 0,0 1 1 0 0,0-1 0 0 0,0 0-1 0 0,0 1 1 0 0,0-1 0 0 0,0 1-10 0 0,1-2-9 0 0,106-285-1302 0 0,-61 180 989 0 0,-21 84 1223 0 0,-23 27-675 0 0,8 14-65 0 0,0 0 0 0 0,-2 1 0 0 0,0 0 0 0 0,-1 1 0 0 0,-2 0 0 0 0,1 0 0 0 0,-2 0 0 0 0,-1 0 0 0 0,1 18-161 0 0,1-1 162 0 0,40 198 718 0 0,-26-185-2896 0 0,-19-49 1415 0 0,0-1-470 0 0,6-26-6254 0 0,-3-24-4856 0 0,-3 34 10745 0 0</inkml:trace>
  <inkml:trace contextRef="#ctx0" brushRef="#br0" timeOffset="2537.326">2362 50 1856 0 0,'-3'-10'8121'0'0,"-4"20"-4689"0"0,-5 20-1804 0 0,12-29-1506 0 0,-22 49 805 0 0,-2 0 1 0 0,-2-2 0 0 0,-2-1 0 0 0,-3-1-1 0 0,-1-1 1 0 0,-9 5-928 0 0,-1 5-1515 0 0,42-54 677 0 0,0-1-134 0 0,-2-2-59 0 0,1-6 269 0 0,0 0 0 0 0,1 0 0 0 0,0 0 0 0 0,0 1 1 0 0,1-1-1 0 0,0 0 0 0 0,0 0 0 0 0,0 1 0 0 0,1-1 0 0 0,1 0 0 0 0,-1 1 0 0 0,1 0 1 0 0,3-6 761 0 0,24-48-3127 0 0,-13 31 1685 0 0</inkml:trace>
  <inkml:trace contextRef="#ctx0" brushRef="#br0" timeOffset="2804.308">2355 72 2384 0 0,'10'3'528'0'0,"0"0"0"0"0,0 0 1 0 0,0 1-1 0 0,0 0 0 0 0,-1 1 0 0 0,1 0 0 0 0,-1 0 0 0 0,-1 1 0 0 0,1 0 0 0 0,-1 1 0 0 0,0 0 0 0 0,0 0 1 0 0,-1 1-1 0 0,0 0 0 0 0,0 0 0 0 0,-1 0 0 0 0,0 1 0 0 0,0 0 0 0 0,-1 0 0 0 0,-1 1 0 0 0,1 0 1 0 0,-1-1-1 0 0,-1 3-528 0 0,62 198 4357 0 0,-56-96-5652 0 0,-9-101 274 0 0,-17 18-3268 0 0,-2-28-4483 0 0,13-7 7353 0 0</inkml:trace>
  <inkml:trace contextRef="#ctx0" brushRef="#br0" timeOffset="3053.936">2341 380 1696 0 0,'-28'-10'10024'0'0,"22"3"-10151"0"0,3 4 1385 0 0,3 3-82 0 0,0 0-73 0 0,0 0-96 0 0,0 0-122 0 0,66-20 1723 0 0,-46 20-2297 0 0,72 0 849 0 0,-33 0-6146 0 0,-53-4 2960 0 0,69-45-9760 0 0,-65 42 10419 0 0</inkml:trace>
  <inkml:trace contextRef="#ctx0" brushRef="#br0" timeOffset="3398.988">2947 88 1844 0 0,'-17'12'8460'0'0,"8"28"-6016"0"0,7-29-1905 0 0,-84 386 5335 0 0,85-396-5867 0 0,0 0 21 0 0,0 0-1 0 0,0 0 1 0 0,1 0 0 0 0,-1 0 0 0 0,0 1-1 0 0,0-1 1 0 0,1 0 0 0 0,-1 1-1 0 0,0-1 1 0 0,1 1 0 0 0,-1-1 0 0 0,1 0-1 0 0,0 1 1 0 0,0-1 0 0 0,-1 1-1 0 0,1-1 1 0 0,0 1 0 0 0,0-1-1 0 0,0 1 1 0 0,1-1 0 0 0,-1 1 0 0 0,0-1-1 0 0,0 1 1 0 0,1-1 0 0 0,-1 1-1 0 0,1-1 1 0 0,-1 0 0 0 0,1 1 0 0 0,0-1-1 0 0,0 0 1 0 0,-1 1 0 0 0,1-1-1 0 0,0 0 1 0 0,0 0 0 0 0,0 0 0 0 0,0 0-1 0 0,0 0 1 0 0,1 0 0 0 0,-1 0-1 0 0,0 0 1 0 0,0 0 0 0 0,1-1-1 0 0,-1 1 1 0 0,0 0 0 0 0,1-1 0 0 0,-1 1-1 0 0,1-1 1 0 0,-1 0 0 0 0,0 1-1 0 0,1-1 1 0 0,-1 0 0 0 0,1 0 0 0 0,0 0-28 0 0,211-45 905 0 0,-122 39-330 0 0,-50 6-2862 0 0,-5 1-4693 0 0,17-40 1527 0 0,-18-4 1014 0 0,-24 23 3093 0 0</inkml:trace>
  <inkml:trace contextRef="#ctx0" brushRef="#br0" timeOffset="3821.753">3407 50 1160 0 0,'2'1'8332'0'0,"1"10"-4253"0"0,0 36-555 0 0,-6 114 294 0 0,-40 52-1467 0 0,37-143-1245 0 0,9-64-975 0 0,9 1-116 0 0,1 0 1 0 0,0 0-1 0 0,0-1 0 0 0,0-1 1 0 0,0 0-1 0 0,1-1 1 0 0,0 0-1 0 0,0-1 0 0 0,0 0 1 0 0,0-2-1 0 0,1 1 1 0 0,-1-2-1 0 0,0 0 0 0 0,1-1 1 0 0,-1 0-1 0 0,3-1-15 0 0,23 1-601 0 0,49-21-498 0 0,-34-8-3611 0 0,-44 12-653 0 0,-8-5-4604 0 0,-3 13 8740 0 0</inkml:trace>
  <inkml:trace contextRef="#ctx0" brushRef="#br0" timeOffset="4090.373">3554 117 1036 0 0,'11'-41'8609'0'0,"29"27"-3881"0"0,-21 14-3940 0 0,-43 7-12906 0 0,20-8 10759 0 0</inkml:trace>
  <inkml:trace contextRef="#ctx0" brushRef="#br0" timeOffset="4666.55">3475 63 2104 0 0,'-4'3'4809'0'0,"-3"7"4106"0"0,25 4-4227 0 0,84-5-1346 0 0,18-9-2308 0 0,-69 0-2983 0 0,-52 0 1880 0 0,1 0 1 0 0,0 0 0 0 0,-1 0 0 0 0,1 0-1 0 0,0 0 1 0 0,-1 0 0 0 0,1 0 0 0 0,0 0-1 0 0,-1 0 1 0 0,1 0 0 0 0,0 0-1 0 0,-1 1 1 0 0,1-1 0 0 0,0 0 0 0 0,0 0-1 0 0,-1 0 1 0 0,1 1 0 0 0,0-1-1 0 0,0 0 1 0 0,-1 0 0 0 0,1 1 0 0 0,0-1-1 0 0,0 0 1 0 0,0 0 0 0 0,-1 1-1 0 0,1-1 1 0 0,0 0 0 0 0,0 1 0 0 0,0-1-1 0 0,0 0 1 0 0,0 1 0 0 0,0-1-1 0 0,0 0 1 0 0,0 1 0 0 0,0-1 0 0 0,0 0-1 0 0,0 1 1 0 0,0-1 0 0 0,0 0-1 0 0,0 1 1 0 0,0-1 0 0 0,0 0 0 0 0,0 1-1 0 0,0-1 1 0 0,0 0 0 0 0,0 1-1 0 0,0-1 1 0 0,1 0 0 0 0,-1 0 0 0 0,0 1-1 0 0,0-1 1 0 0,0 0 0 0 0,1 0-1 0 0,-1 1 1 0 0,0-1 0 0 0,0 0 0 0 0,1 0-1 0 0,-1 1 1 0 0,0-1 0 0 0,0 0 0 0 0,1 0-1 0 0,-1 0 1 0 0,0 0 0 0 0,1 0-1 0 0,-1 1 69 0 0,-134 49-15143 0 0,123-46 13614 0 0</inkml:trace>
  <inkml:trace contextRef="#ctx0" brushRef="#br0" timeOffset="5008.405">3453 225 1096 0 0,'-38'24'13350'0'0,"52"-7"-6298"0"0,40-12-4090 0 0,-53-5-2850 0 0,159 0 1659 0 0,-89 0-5985 0 0,-64-13-1548 0 0,-27 25-1756 0 0,-15 4 4672 0 0,12-6 619 0 0,11-3 913 0 0,-1-2 32 0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15.636"/>
    </inkml:context>
    <inkml:brush xml:id="br0">
      <inkml:brushProperty name="width" value="0.05" units="cm"/>
      <inkml:brushProperty name="height" value="0.05" units="cm"/>
      <inkml:brushProperty name="color" value="#FFFFFF"/>
    </inkml:brush>
  </inkml:definitions>
  <inkml:trace contextRef="#ctx0" brushRef="#br0">114 0 1920 0 0,'0'0'1469'0'0,"0"0"-78"0"0,0 0-34 0 0,0 0-87 0 0,-6 2-201 0 0,4-2-972 0 0,1 0 0 0 0,0 0 0 0 0,-1 1 0 0 0,1-1 0 0 0,0 1 0 0 0,-1-1 1 0 0,1 1-1 0 0,0-1 0 0 0,-1 1 0 0 0,1 0 0 0 0,0-1 0 0 0,0 1 0 0 0,0 0 0 0 0,0 0 0 0 0,0 0 0 0 0,0 0 0 0 0,0 0 0 0 0,0 0 0 0 0,0 0 0 0 0,0 0 0 0 0,0 0 0 0 0,1 1 0 0 0,-1-1 1 0 0,0 0-1 0 0,1 1 0 0 0,-1-1 0 0 0,1 0 0 0 0,0 1 0 0 0,-1-1 0 0 0,1 0 0 0 0,0 1 0 0 0,0-1 0 0 0,0 1 0 0 0,0-1 0 0 0,0 0 0 0 0,0 1 0 0 0,0-1 0 0 0,0 1 0 0 0,1-1 0 0 0,-1 0-97 0 0,-11 159 3284 0 0,-27 134-290 0 0,29-220-3936 0 0,12-122-13928 0 0,-2 36 13318 0 0</inkml:trace>
  <inkml:trace contextRef="#ctx0" brushRef="#br0" timeOffset="389.81">93 97 2176 0 0,'0'-20'11168'0'0,"12"15"-7206"0"0,81 18-161 0 0,-8-1-2834 0 0,130-5 377 0 0,-174-7-2601 0 0,-27-3-291 0 0,-21 9-5828 0 0,-23 13 1817 0 0,-12 13 2288 0 0,26-20 1656 0 0,-4 5 39 0 0</inkml:trace>
  <inkml:trace contextRef="#ctx0" brushRef="#br0" timeOffset="884.872">6 534 2268 0 0,'-5'4'10855'0'0,"52"-7"-3198"0"0,-28 0-6333 0 0,214 3 2296 0 0,-203 0-3393 0 0,0 2 1 0 0,0 1 0 0 0,0 2 0 0 0,0 0-1 0 0,16 7-227 0 0,-34-9-87 0 0,43 13 401 0 0,-22 0-3375 0 0,-32-17-12697 0 0,1-2 9404 0 0,3-8 8681 0 0,-5 10-4233 0 0,0-7 593 0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17.557"/>
    </inkml:context>
    <inkml:brush xml:id="br0">
      <inkml:brushProperty name="width" value="0.05" units="cm"/>
      <inkml:brushProperty name="height" value="0.05" units="cm"/>
      <inkml:brushProperty name="color" value="#FFFFFF"/>
    </inkml:brush>
  </inkml:definitions>
  <inkml:trace contextRef="#ctx0" brushRef="#br0">46 79 1460 0 0,'1'-15'2683'0'0,"0"23"3208"0"0,1 13-1011 0 0,-2-11-6603 0 0,-19 180 3930 0 0,1-4-1226 0 0,12-162-993 0 0,-1 12-3316 0 0,11-53-4756 0 0,-1 5 6260 0 0,-1 2 549 0 0</inkml:trace>
  <inkml:trace contextRef="#ctx0" brushRef="#br0" timeOffset="499.624">46 37 2380 0 0,'0'-1'409'0'0,"0"-1"-1"0"0,0 1 1 0 0,0 0-1 0 0,1-1 0 0 0,-1 1 1 0 0,0-1-1 0 0,0 1 1 0 0,1-1-1 0 0,-1 1 1 0 0,1 0-1 0 0,-1-1 1 0 0,1 1-1 0 0,0 0 1 0 0,-1 0-1 0 0,1-1 0 0 0,0 1 1 0 0,0 0-1 0 0,0 0 1 0 0,0 0-1 0 0,0 0 1 0 0,0 0-1 0 0,0 0 1 0 0,0 0-1 0 0,0 1 1 0 0,0-1-1 0 0,1 0 0 0 0,-1 0 1 0 0,0 1-1 0 0,1-1 1 0 0,-1 1-1 0 0,0-1 1 0 0,2 1-409 0 0,50-1 4698 0 0,-30 2-4314 0 0,83 12 1171 0 0,82 10 213 0 0,-62-22-888 0 0,-121 2-874 0 0,-1 0 0 0 0,1 0 0 0 0,-1 0 1 0 0,0 1-1 0 0,0 0 0 0 0,0 0 0 0 0,-1 0 0 0 0,0 0 0 0 0,1 1 0 0 0,-2-1 0 0 0,1 1 0 0 0,0 0 0 0 0,-1 0 0 0 0,0 0 0 0 0,0 0 0 0 0,0 0 0 0 0,-1 0 0 0 0,0 1 0 0 0,0-1 0 0 0,0 0 0 0 0,-1 1 1 0 0,1 3-7 0 0,-1-7 8 0 0,8 194-388 0 0,-33-66-1287 0 0,10-64-1193 0 0,7-45-335 0 0,-4-4-3357 0 0,4-14-278 0 0,8-3 5180 0 0</inkml:trace>
  <inkml:trace contextRef="#ctx0" brushRef="#br0" timeOffset="890.641">77 483 2656 0 0,'-28'-2'11226'0'0,"41"3"-4154"0"0,189 0-3236 0 0,-66 21-3144 0 0,-37-22-3111 0 0,-68 14-2375 0 0,-17-2-5722 0 0,-14-12 9941 0 0,0 1 156 0 0,1-1-3207 0 0,3-2 2081 0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21.966"/>
    </inkml:context>
    <inkml:brush xml:id="br0">
      <inkml:brushProperty name="width" value="0.05" units="cm"/>
      <inkml:brushProperty name="height" value="0.05" units="cm"/>
      <inkml:brushProperty name="color" value="#FFFFFF"/>
    </inkml:brush>
  </inkml:definitions>
  <inkml:trace contextRef="#ctx0" brushRef="#br0">35 77 1216 0 0,'0'0'1315'0'0,"0"0"-106"0"0,0 0-115 0 0,0 0-75 0 0,0 0-35 0 0,0 0-84 0 0,0 0-49 0 0,0 0-35 0 0,0 0-110 0 0,0 0-50 0 0,0 0-12 0 0,0 0-30 0 0,0 0-24 0 0,0 0-50 0 0,0 0-23 0 0,0 0-7 0 0,0 0-62 0 0,-1 6 320 0 0,-1 229 2049 0 0,-12-125-2377 0 0,5-33-2943 0 0,0-86-6009 0 0,12-20 4000 0 0,0 8 2941 0 0</inkml:trace>
  <inkml:trace contextRef="#ctx0" brushRef="#br0" timeOffset="428.06">61 37 1120 0 0,'-1'-1'333'0'0,"1"0"0"0"0,0 1-1 0 0,-1-1 1 0 0,1 0 0 0 0,0 0 0 0 0,-1 0-1 0 0,1 0 1 0 0,0 0 0 0 0,0 1 0 0 0,0-1 0 0 0,0 0-1 0 0,0 0 1 0 0,0 0 0 0 0,0 0 0 0 0,0 0-1 0 0,0 0 1 0 0,0 1 0 0 0,0-1 0 0 0,1 0-1 0 0,-1 0 1 0 0,0 0 0 0 0,1 0 0 0 0,-1 1 0 0 0,0-1-1 0 0,1 0 1 0 0,-1 0 0 0 0,1 1 0 0 0,-1-1-1 0 0,1 0 1 0 0,0 1 0 0 0,-1-1 0 0 0,1 0-1 0 0,0 1 1 0 0,-1-1 0 0 0,1 1 0 0 0,0-1-1 0 0,0 1 1 0 0,-1 0 0 0 0,1-1 0 0 0,0 1 0 0 0,0 0-1 0 0,0-1 1 0 0,0 1 0 0 0,-1 0 0 0 0,1 0-1 0 0,0 0 1 0 0,0 0 0 0 0,1 0-333 0 0,74-2 4949 0 0,45 0-3756 0 0,27 1-500 0 0,-49 4-4218 0 0,-93 15-1722 0 0,-25 16-2815 0 0,-9 9 3916 0 0,21-33 2786 0 0</inkml:trace>
  <inkml:trace contextRef="#ctx0" brushRef="#br0" timeOffset="1442.168">326 462 2356 0 0,'-4'-9'7430'0'0,"2"-1"-3715"0"0,10-21-1571 0 0,-5 19-1808 0 0,-4 20-8 0 0,-6-17-78 0 0,28 17 469 0 0,-21-7-683 0 0,1 1 0 0 0,0-1-1 0 0,0 1 1 0 0,-1-1 0 0 0,1 1 0 0 0,-1 0-1 0 0,0 0 1 0 0,1-1 0 0 0,-1 1-1 0 0,0 0 1 0 0,0-1 0 0 0,0 1 0 0 0,0 0-1 0 0,0 0 1 0 0,0-1 0 0 0,-1 1-1 0 0,1 0 1 0 0,-1 0 0 0 0,1-1-1 0 0,-1 1 1 0 0,1-1 0 0 0,-1 1 0 0 0,0 0-1 0 0,0-1 1 0 0,0 1 0 0 0,0-1-1 0 0,0 0 1 0 0,0 1 0 0 0,0-1 0 0 0,0 0-1 0 0,-1 0 1 0 0,0 1-36 0 0,0-3 9 0 0,0 0 0 0 0,0 0 0 0 0,0 0-1 0 0,0-1 1 0 0,0 1 0 0 0,0-1 0 0 0,0 0 0 0 0,1 1 0 0 0,-1-1-1 0 0,1 0 1 0 0,-1 0 0 0 0,1 0 0 0 0,0 0 0 0 0,0 0 0 0 0,0 0 0 0 0,0 0-1 0 0,0 0 1 0 0,0-1 0 0 0,0 1 0 0 0,1 0 0 0 0,-1 0 0 0 0,1-1-1 0 0,0-1-8 0 0,-1 2-20 0 0,1 2 22 0 0,1 1-1 0 0,0-1 0 0 0,-1 1 0 0 0,1-1 0 0 0,0 0 0 0 0,-1 1 0 0 0,1-1 0 0 0,0 0 1 0 0,0 1-1 0 0,0-1 0 0 0,-1 0 0 0 0,1 0 0 0 0,0 0 0 0 0,0 0 0 0 0,0 0 1 0 0,-1 0-1 0 0,1 0 0 0 0,0 0 0 0 0,0 0 0 0 0,0 0 0 0 0,-1 0 0 0 0,1 0 1 0 0,0-1-1 0 0,0 1 0 0 0,-1 0 0 0 0,1-1 0 0 0,0 1 0 0 0,0 0 0 0 0,-1-1 1 0 0,1 1-1 0 0,0-1 0 0 0,-1 1 0 0 0,1-1 0 0 0,-1 1 0 0 0,1-1 0 0 0,-1 0 0 0 0,1 1 1 0 0,-1-1-1 0 0,1 0 0 0 0,-1 1 0 0 0,1-1 0 0 0,-1 0 0 0 0,0 0 0 0 0,1 1 1 0 0,-1-1-1 0 0,0 0 0 0 0,0 0 0 0 0,0 1 0 0 0,0-1 0 0 0,1 0 0 0 0,-1 0 1 0 0,0 0-1 0 0,0 1 0 0 0,-1-1 0 0 0,1 0 0 0 0,0 0 0 0 0,0 0 0 0 0,0 1 1 0 0,0-1-1 0 0,-1 0 0 0 0,1 0 0 0 0,0 1 0 0 0,-1-1 0 0 0,1 0 0 0 0,-1 0-1 0 0,11 41 595 0 0,-51-51-429 0 0,47 3-2138 0 0,-6 10-8902 0 0,-1-2 7717 0 0,0 0 1629 0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25.288"/>
    </inkml:context>
    <inkml:brush xml:id="br0">
      <inkml:brushProperty name="width" value="0.05" units="cm"/>
      <inkml:brushProperty name="height" value="0.05" units="cm"/>
      <inkml:brushProperty name="color" value="#FFFFFF"/>
    </inkml:brush>
  </inkml:definitions>
  <inkml:trace contextRef="#ctx0" brushRef="#br0">64 0 1616 0 0,'0'0'1215'0'0,"-3"0"-139"0"0,-23 16 6345 0 0,23 2-6989 0 0,3 210 3585 0 0,-9-146-3328 0 0,-5 8-187 0 0,12-71 170 0 0,1-18-625 0 0,0 0 0 0 0,1 0 0 0 0,-1 0 0 0 0,0 0 0 0 0,1 1 0 0 0,-1-1 0 0 0,1 0 0 0 0,0 0 0 0 0,-1 1 0 0 0,1-1 0 0 0,0 0 0 0 0,0 1 0 0 0,0-1 0 0 0,0 0 0 0 0,0 1 0 0 0,0-1 0 0 0,0 0 0 0 0,0 1 0 0 0,1-1 0 0 0,-1 0 0 0 0,0 0 0 0 0,1 1 0 0 0,-1-1 0 0 0,1 0 0 0 0,-1 0 0 0 0,1 0 0 0 0,0 1 0 0 0,0-1 0 0 0,-1 0 0 0 0,1 0 0 0 0,0 0 0 0 0,0 0 0 0 0,0 0 0 0 0,0-1 0 0 0,0 1 0 0 0,0 0 0 0 0,0 0 0 0 0,0-1 0 0 0,1 1 0 0 0,-1 0 0 0 0,0-1 0 0 0,0 1 0 0 0,0-1 0 0 0,1 0 0 0 0,-1 1 0 0 0,0-1 0 0 0,1 0 0 0 0,-1 0 0 0 0,0 0 0 0 0,1 0-47 0 0,258-4 2349 0 0,-114 4-1613 0 0,-145 0-726 0 0,15 2-66 0 0,-6 6 20 0 0,-9-8 26 0 0,-1 0 14 0 0,11 0 62 0 0,19 12 853 0 0,-19-38-272 0 0,-1-20-436 0 0,-10 45-249 0 0,0-24-84 0 0,-13-137-1771 0 0,-3 34-5165 0 0,16 127 5122 0 0,0 1-61 0 0,3-14-3398 0 0,15 0 2291 0 0,-15 13 1609 0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35.389"/>
    </inkml:context>
    <inkml:brush xml:id="br0">
      <inkml:brushProperty name="width" value="0.05" units="cm"/>
      <inkml:brushProperty name="height" value="0.05" units="cm"/>
      <inkml:brushProperty name="color" value="#FFFFFF"/>
    </inkml:brush>
  </inkml:definitions>
  <inkml:trace contextRef="#ctx0" brushRef="#br0">0 1 2260 0 0,'6'2'9341'0'0,"17"16"-5056"0"0,13 8-3135 0 0,106 43 2175 0 0,-139-68-3229 0 0,0-1 0 0 0,0 1 0 0 0,-1 0 0 0 0,1 0 0 0 0,0 0 0 0 0,-1 0 0 0 0,1 0 0 0 0,0 1 0 0 0,-1-1 0 0 0,1 1 0 0 0,-1 0 0 0 0,0 0 0 0 0,0 0 0 0 0,1 0 0 0 0,-1 0 1 0 0,-1 0-1 0 0,1 0 0 0 0,0 1 0 0 0,0-1 0 0 0,-1 1 0 0 0,0-1 0 0 0,1 1 0 0 0,-1-1 0 0 0,0 1 0 0 0,0 2-96 0 0,-1-4 209 0 0,-3 4-81 0 0,-1 2-152 0 0,-1 0 0 0 0,-1 0 0 0 0,1-1 1 0 0,-1 1-1 0 0,0-1 0 0 0,0-1 0 0 0,-1 1 0 0 0,0-1 1 0 0,0 0-1 0 0,0-1 0 0 0,0 1 0 0 0,-1-1 0 0 0,0-1 1 0 0,0 1-1 0 0,0-2 0 0 0,-5 2 24 0 0,-66 5-4199 0 0,63-23 1436 0 0,15-12-4460 0 0,25-11 3995 0 0,-10 21 1768 0 0,1 0-77 0 0</inkml:trace>
  <inkml:trace contextRef="#ctx0" brushRef="#br0" timeOffset="267.112">384 1 1924 0 0,'177'126'17220'0'0,"-158"-101"-14499"0"0,-19-24-2431 0 0,0 1-80 0 0,-3 6-297 0 0,0 0 1 0 0,-1-1-1 0 0,0 0 1 0 0,0 0-1 0 0,0 0 1 0 0,-1 0-1 0 0,0-1 1 0 0,-1 1-1 0 0,0-1 1 0 0,1-1-1 0 0,-2 1 1 0 0,1-1 0 0 0,-1 0-1 0 0,0 0 1 0 0,0-1-1 0 0,0 0 1 0 0,-6 2 86 0 0,-16 14-1697 0 0,-2-2 0 0 0,0-1 1 0 0,0-1-1 0 0,-2-1 0 0 0,0-2 0 0 0,-1-2 1 0 0,0-1-1 0 0,0-1 0 0 0,-1-2 1 0 0,-19 0 1696 0 0,28-6-1588 0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30.501"/>
    </inkml:context>
    <inkml:brush xml:id="br0">
      <inkml:brushProperty name="width" value="0.05" units="cm"/>
      <inkml:brushProperty name="height" value="0.05" units="cm"/>
      <inkml:brushProperty name="color" value="#FFFFFF"/>
    </inkml:brush>
  </inkml:definitions>
  <inkml:trace contextRef="#ctx0" brushRef="#br0">191 5 1616 0 0,'12'-4'10356'0'0,"-15"22"-6306"0"0,-44 71-835 0 0,33-68-2698 0 0,0-1 0 0 0,-2 0 0 0 0,0-2 1 0 0,-2 1-1 0 0,-17 13-517 0 0,18-16 349 0 0,-6 8 659 0 0,23-23-899 0 0,0-1 76 0 0,50 3 337 0 0,142-12 56 0 0,-42 8-408 0 0,-65 24-12 0 0,-58-11-59 0 0,-23-11-86 0 0,0 0 1 0 0,0 0-1 0 0,0 0 0 0 0,0 1 1 0 0,-1 0-1 0 0,1-1 1 0 0,-1 1-1 0 0,1 1 0 0 0,-1-1 1 0 0,0 0-1 0 0,0 1 1 0 0,0 0-1 0 0,0 0 0 0 0,0 0 1 0 0,0 0-1 0 0,-1 0 1 0 0,0 0-1 0 0,1 1 0 0 0,-1-1 1 0 0,-1 1-1 0 0,1-1 0 0 0,0 1 1 0 0,-1 0-1 0 0,0 0 1 0 0,0 0-14 0 0,-14 67-119 0 0,4-51-13 0 0,4-8-203 0 0,-1 0 0 0 0,0 0 1 0 0,-1-1-1 0 0,-1 1 0 0 0,0-2 0 0 0,0 1 0 0 0,-1-1 1 0 0,0 0-1 0 0,-1-1 0 0 0,-1 1 335 0 0,6-5-712 0 0,-1-1 1 0 0,0 0-1 0 0,1-1 0 0 0,-1 1 1 0 0,0-1-1 0 0,-1 0 0 0 0,1 0 1 0 0,-1-1-1 0 0,1 0 0 0 0,-1 0 1 0 0,0-1-1 0 0,-4 1 712 0 0,-18-6-7714 0 0,1-16 4893 0 0,27 18 2771 0 0,-15-12-1378 0 0</inkml:trace>
  <inkml:trace contextRef="#ctx0" brushRef="#br0" timeOffset="252.028">70 421 1380 0 0,'18'9'8531'0'0,"6"-4"-4079"0"0,61-3-2412 0 0,-58-2-780 0 0,43-18-1613 0 0,-28-8-6532 0 0,-33 19 4017 0 0,-4-3-1694 0 0,-5 7 3167 0 0</inkml:trace>
  <inkml:trace contextRef="#ctx0" brushRef="#br0" timeOffset="471.037">222 191 2104 0 0,'36'-25'10667'0'0,"39"12"-8193"0"0,-54 10-1142 0 0,132 1 1883 0 0,-135 11-3990 0 0,-1 1-2544 0 0,-5-8-1857 0 0,2 0-2199 0 0,-1-5 7302 0 0,21-13-1481 0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28.308"/>
    </inkml:context>
    <inkml:brush xml:id="br0">
      <inkml:brushProperty name="width" value="0.05" units="cm"/>
      <inkml:brushProperty name="height" value="0.05" units="cm"/>
      <inkml:brushProperty name="color" value="#FFFFFF"/>
    </inkml:brush>
  </inkml:definitions>
  <inkml:trace contextRef="#ctx0" brushRef="#br0">132 85 1172 0 0,'13'-17'10272'0'0,"29"11"-6864"0"0,-31 6-2635 0 0,216-21 4717 0 0,-88-6-3641 0 0,-115 17-2341 0 0,-18 6-503 0 0,-15 8 83 0 0,-28 51-467 0 0,-5 63 792 0 0,24 4-36 0 0,-4-40-476 0 0,7-50-2944 0 0,-2-24-5945 0 0,14-10 8398 0 0</inkml:trace>
  <inkml:trace contextRef="#ctx0" brushRef="#br0" timeOffset="211.292">205 263 1984 0 0,'-8'-5'2169'0'0,"2"-3"3431"0"0,16-5-7348 0 0,-9 12-3685 0 0,-1 1 4033 0 0</inkml:trace>
  <inkml:trace contextRef="#ctx0" brushRef="#br0" timeOffset="693.343">153 233 840 0 0,'5'-5'7008'0'0,"7"1"-4012"0"0,3-3-1302 0 0,52-29 485 0 0,-65 36-2001 0 0,28 0 286 0 0,-28 0-455 0 0,0 0-1 0 0,-1 0 1 0 0,1 0-1 0 0,0 1 1 0 0,0-1-1 0 0,-1 1 1 0 0,1-1-1 0 0,0 1 1 0 0,0 0-1 0 0,-1-1 1 0 0,1 1-1 0 0,-1 0 1 0 0,1 0-1 0 0,-1 0 1 0 0,1 1-1 0 0,-1-1 1 0 0,0 0-1 0 0,1 0 0 0 0,-1 1 1 0 0,0-1-1 0 0,0 1 1 0 0,0-1-1 0 0,0 1 1 0 0,0-1-1 0 0,0 1 1 0 0,-1 0-1 0 0,1-1 1 0 0,0 1-1 0 0,-1 0 1 0 0,1 0-1 0 0,-1-1 1 0 0,0 1-1 0 0,0 0 1 0 0,0 0-1 0 0,1 0 1 0 0,-2-1-1 0 0,1 1 1 0 0,0 0-1 0 0,0 0 0 0 0,-1 0 1 0 0,1-1-1 0 0,-1 2-8 0 0,-58 40 640 0 0,120-50 202 0 0,-61 7-1051 0 0,1 0-1 0 0,0-1 1 0 0,-1 1 0 0 0,1 0 0 0 0,0 0 0 0 0,-1 1-1 0 0,1-1 1 0 0,-1 0 0 0 0,1 0 0 0 0,0 0 0 0 0,-1 0-1 0 0,1 0 1 0 0,-1 1 0 0 0,1-1 0 0 0,-1 0 0 0 0,1 1-1 0 0,-1-1 1 0 0,1 0 0 0 0,-1 1 0 0 0,1-1 0 0 0,-1 0-1 0 0,1 1 1 0 0,-1-1 0 0 0,1 1 0 0 0,-1-1-1 0 0,0 1 1 0 0,1-1 0 0 0,-1 1 0 0 0,0-1 0 0 0,0 1-1 0 0,1-1 1 0 0,-1 1 0 0 0,0 0 0 0 0,0-1 0 0 0,0 1-1 0 0,0-1 1 0 0,1 1 0 0 0,-1 0 0 0 0,0-1 0 0 0,0 1-1 0 0,0 0 1 0 0,-1-1 0 0 0,1 1 0 0 0,0-1-1 0 0,0 1 1 0 0,0 0 0 0 0,0-1 0 0 0,0 1 0 0 0,-1-1-1 0 0,1 1 1 0 0,0-1 0 0 0,0 1 0 0 0,-1-1 0 0 0,1 1-1 0 0,-1-1 1 0 0,1 1 0 0 0,0-1 0 0 0,-1 1 0 0 0,1-1-1 0 0,-1 1 1 0 0,1-1 0 0 0,-1 0 0 0 0,1 1-1 0 0,-1-1 1 0 0,1 0 0 0 0,-1 0 0 0 0,1 1 0 0 0,-1-1-1 0 0,0 0 1 0 0,0 0 209 0 0,-4 4-1432 0 0</inkml:trace>
  <inkml:trace contextRef="#ctx0" brushRef="#br0" timeOffset="1224.444">52 379 1520 0 0,'-51'5'11239'0'0,"74"11"-5755"0"0,145-2-1600 0 0,-20-32-2806 0 0,164 18-2246 0 0,-310 0 774 0 0,14-12-6308 0 0,-64 13 3503 0 0,16 2 3274 0 0,28-2 14 0 0,1 1 0 0 0,0-1 0 0 0,0 1 0 0 0,0 0 0 0 0,0 0-1 0 0,0 0 1 0 0,1 0 0 0 0,-1 0 0 0 0,0 1 0 0 0,1-1 0 0 0,0 1 0 0 0,0-1 0 0 0,-1 1-1 0 0,1 0 1 0 0,1 0 0 0 0,-1 0 0 0 0,0 0 0 0 0,1 0 0 0 0,0 1-89 0 0,-46 230 3464 0 0,47-225-3752 0 0,-1 0 1 0 0,-1 1 0 0 0,0-1-1 0 0,0 0 1 0 0,-1 0 0 0 0,0-1-1 0 0,0 1 1 0 0,-1-1 0 0 0,0 1-1 0 0,0-1 1 0 0,-1 0 0 0 0,-1-1-1 0 0,1 1 1 0 0,-1-1 0 0 0,0 0-1 0 0,-5 4 288 0 0,8-10-242 0 0,0 0-1 0 0,1 0 0 0 0,-1 0 0 0 0,0 0 1 0 0,0-1-1 0 0,0 1 0 0 0,1-1 0 0 0,-1 0 1 0 0,0 0-1 0 0,0 0 0 0 0,0 0 0 0 0,0-1 1 0 0,0 1-1 0 0,1-1 0 0 0,-1 0 0 0 0,0 1 1 0 0,0-1-1 0 0,1 0 0 0 0,-1-1 0 0 0,1 1 1 0 0,-1 0-1 0 0,1-1 0 0 0,-1 0 0 0 0,0 0 243 0 0,-1 0 96 0 0,-66-61-2848 0 0,56 47 2402 0 0</inkml:trace>
  <inkml:trace contextRef="#ctx0" brushRef="#br0" timeOffset="1566.409">231 689 3636 0 0,'-66'-45'7513'0'0,"65"44"-7390"0"0,0 0-1 0 0,0 0 1 0 0,0 0-1 0 0,0 0 1 0 0,1 0 0 0 0,-1 0-1 0 0,1 0 1 0 0,-1-1-1 0 0,1 1 1 0 0,-1 0 0 0 0,1 0-1 0 0,-1-1 1 0 0,1 1 0 0 0,0 0-1 0 0,0 0 1 0 0,0-1-1 0 0,0 1 1 0 0,0 0 0 0 0,0-1-1 0 0,0 1 1 0 0,0 0-1 0 0,0-1 1 0 0,1 1 0 0 0,-1 0-1 0 0,0 0 1 0 0,1-1-1 0 0,-1 1 1 0 0,1 0 0 0 0,0 0-1 0 0,-1 0 1 0 0,1 0-1 0 0,0 0 1 0 0,0-1 0 0 0,-1 2-1 0 0,1-1 1 0 0,0 0 0 0 0,0 0-1 0 0,0 0 1 0 0,0 0-1 0 0,1 0 1 0 0,-1 1 0 0 0,0-1-1 0 0,0 0 1 0 0,0 1-1 0 0,0-1 1 0 0,1 1 0 0 0,-1 0-1 0 0,1-1-122 0 0,41 2 478 0 0,-42-1-398 0 0,32 0 522 0 0,-33 0-577 0 0,1 0 0 0 0,0 0 0 0 0,0 0 0 0 0,0 0 0 0 0,0 0 0 0 0,0 0 0 0 0,-1 1 0 0 0,1-1 0 0 0,0 0 0 0 0,0 1-1 0 0,0-1 1 0 0,-1 1 0 0 0,1-1 0 0 0,0 1 0 0 0,0-1 0 0 0,-1 1 0 0 0,1-1 0 0 0,-1 1 0 0 0,1 0 0 0 0,0-1 0 0 0,-1 1 0 0 0,1 0-1 0 0,-1-1 1 0 0,1 1 0 0 0,-1 0 0 0 0,0 0 0 0 0,1 0 0 0 0,-1-1 0 0 0,0 1 0 0 0,0 0 0 0 0,1 0 0 0 0,-1 0 0 0 0,0 0 0 0 0,0 0-1 0 0,0 0 1 0 0,0-1 0 0 0,0 1 0 0 0,0 0 0 0 0,0 0 0 0 0,0 0 0 0 0,-1 0 0 0 0,1 0 0 0 0,0-1 0 0 0,0 1 0 0 0,-1 0 0 0 0,1 0-1 0 0,-1 0 1 0 0,1-1 0 0 0,-1 1 0 0 0,1 0 0 0 0,-1 0 0 0 0,1-1 0 0 0,-1 1 0 0 0,1 0 0 0 0,-1-1 0 0 0,0 1 0 0 0,1-1 0 0 0,-1 1-1 0 0,0-1 1 0 0,0 1 0 0 0,1-1 0 0 0,-2 1-25 0 0,-19 16 439 0 0,20-16-668 0 0,1 0 0 0 0,-1 0 1 0 0,0-1-1 0 0,0 1 0 0 0,0 0 0 0 0,0 0 1 0 0,0-1-1 0 0,0 1 0 0 0,0 0 0 0 0,0-1 1 0 0,0 1-1 0 0,0-1 0 0 0,0 0 0 0 0,-1 1 1 0 0,1-1-1 0 0,0 0 0 0 0,0 1 0 0 0,0-1 1 0 0,-1 0-1 0 0,1 0 0 0 0,0 0 0 0 0,0 0 1 0 0,0 0-1 0 0,-1-1 0 0 0,1 1 0 0 0,0 0 1 0 0,0 0-1 0 0,0-1 0 0 0,0 1 0 0 0,-1-1 1 0 0,1 1-1 0 0,0-1 0 0 0,0 1 1 0 0,0-1-1 0 0,0 0 0 0 0,0 0 0 0 0,0 1 1 0 0,0-1-1 0 0,1 0 0 0 0,-1 0 0 0 0,0 0 1 0 0,0 0-1 0 0,1 0 0 0 0,-1 0 0 0 0,0-1 229 0 0,15-35-4819 0 0,-3 18 3250 0 0,1-1 137 0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27.336"/>
    </inkml:context>
    <inkml:brush xml:id="br0">
      <inkml:brushProperty name="width" value="0.05" units="cm"/>
      <inkml:brushProperty name="height" value="0.05" units="cm"/>
      <inkml:brushProperty name="color" value="#FFFFFF"/>
    </inkml:brush>
  </inkml:definitions>
  <inkml:trace contextRef="#ctx0" brushRef="#br0">540 116 1416 0 0,'0'0'1744'0'0,"0"0"-182"0"0,0 0-143 0 0,0 0-134 0 0,0 0-19 0 0,-3 0-106 0 0,-4-1 281 0 0,2-5 8258 0 0,12 0-10454 0 0,21 11 1697 0 0,116-3 2905 0 0,-54-20-3388 0 0,10 6 80 0 0,-35-6-417 0 0,-34 14-32 0 0,-31 4-60 0 0,0 0 31 0 0,15 22 62 0 0,-31 103-92 0 0,9 39 97 0 0,41-52-138 0 0,-34-109 16 0 0,1 0 1 0 0,0-1-1 0 0,0 1 0 0 0,0-1 0 0 0,1 1 1 0 0,-1-1-1 0 0,0 0 0 0 0,1 1 0 0 0,0-1 1 0 0,-1 0-1 0 0,1 0 0 0 0,0 0 0 0 0,0 0 1 0 0,0 0-1 0 0,0-1 0 0 0,1 1 0 0 0,-1-1 1 0 0,0 1-1 0 0,1-1 0 0 0,-1 0 0 0 0,1 0 1 0 0,-1 0-1 0 0,1 0 0 0 0,0 0 0 0 0,-1 0 1 0 0,1-1-1 0 0,0 1 0 0 0,-1-1 0 0 0,2 0-6 0 0,-2 0-69 0 0,7 0-351 0 0,47-35-1508 0 0,-29 6-2021 0 0,-20 3-4865 0 0,-7 25 6921 0 0,0 1 87 0 0,0-12-2817 0 0,0 4 3353 0 0</inkml:trace>
  <inkml:trace contextRef="#ctx0" brushRef="#br0" timeOffset="377.512">1208 179 1664 0 0,'-4'-7'9217'0'0,"-15"18"-5682"0"0,-20 20-2062 0 0,-47 33 2548 0 0,86-62-3981 0 0,-1 0-1 0 0,0 0 0 0 0,1 0 0 0 0,0 0 0 0 0,-1 0 0 0 0,1 0 0 0 0,0 0 0 0 0,0 0 0 0 0,0 1 0 0 0,1-1 0 0 0,-1 0 0 0 0,0 0 0 0 0,1 0 0 0 0,-1 0 1 0 0,1 0-1 0 0,0 0 0 0 0,-1 0 0 0 0,1 0 0 0 0,0 0 0 0 0,0-1 0 0 0,1 1 0 0 0,-1 0 0 0 0,0-1 0 0 0,0 1 0 0 0,1 0 0 0 0,-1-1 0 0 0,1 0 0 0 0,0 1 0 0 0,-1-1 1 0 0,1 0-1 0 0,0 0 0 0 0,0 0 0 0 0,0 0 0 0 0,-1 0 0 0 0,1 0 0 0 0,0 0 0 0 0,0-1 0 0 0,0 1 0 0 0,1-1 0 0 0,-1 1-39 0 0,8 4 171 0 0,40 12-550 0 0,-16-11-3015 0 0,-33-5 2111 0 0,-1-1-648 0 0,10 0-3979 0 0,20 0-225 0 0,-14 0 4527 0 0</inkml:trace>
  <inkml:trace contextRef="#ctx0" brushRef="#br0" timeOffset="9368.615">525 24 1436 0 0,'0'0'1447'0'0,"0"0"-109"0"0,0 0-62 0 0,0 0-64 0 0,0 0-112 0 0,0 0-30 0 0,0 0-103 0 0,0 0-142 0 0,11 0 419 0 0,-50 51 300 0 0,-116 82 1166 0 0,115-105-2117 0 0,39-28-552 0 0,1 0-42 0 0,0 0 1 0 0,0 0 8 0 0,0 0 4 0 0,6 5 28 0 0,52 27-24 0 0,2-13-233 0 0,13 3-3658 0 0,-63-14-5511 0 0,-10-8 7878 0 0</inkml:trace>
  <inkml:trace contextRef="#ctx0" brushRef="#br0" timeOffset="9820.05">221 1 1228 0 0,'-10'6'9787'0'0,"-37"55"-8581"0"0,-51 46 478 0 0,76-88-1411 0 0,18-18-221 0 0,1 1 1 0 0,0 0 0 0 0,0 0-1 0 0,1 1 1 0 0,-1-1 0 0 0,0 0-1 0 0,1 1 1 0 0,-1 0 0 0 0,1 0-1 0 0,0-1 1 0 0,0 1 0 0 0,0 1 0 0 0,0-1-1 0 0,1 0 1 0 0,-1 0 0 0 0,1 1-1 0 0,0-1 1 0 0,0 0 0 0 0,-1 4-53 0 0,16 9 126 0 0,-3-8-70 0 0,1 0-1 0 0,-1-1 1 0 0,1 0 0 0 0,0 0 0 0 0,1-1 0 0 0,0-1 0 0 0,0 0 0 0 0,0-1 0 0 0,0-1-1 0 0,8 2-55 0 0,1 0 48 0 0,69 19-1639 0 0,-65-10 637 0 0,33 29-8145 0 0,-50-34 7626 0 0,4 4-73 0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46.855"/>
    </inkml:context>
    <inkml:brush xml:id="br0">
      <inkml:brushProperty name="width" value="0.05" units="cm"/>
      <inkml:brushProperty name="height" value="0.05" units="cm"/>
      <inkml:brushProperty name="color" value="#FFFFFF"/>
    </inkml:brush>
  </inkml:definitions>
  <inkml:trace contextRef="#ctx0" brushRef="#br0">59 132 836 0 0,'-1'-17'7609'0'0,"-1"27"-3328"0"0,-3 34-1801 0 0,4-40-2504 0 0,-31 296 3239 0 0,15-192-3164 0 0,16-95-3341 0 0,2-12-3299 0 0,13-63 1714 0 0,-7 35 3237 0 0</inkml:trace>
  <inkml:trace contextRef="#ctx0" brushRef="#br0" timeOffset="386.037">94 29 1304 0 0,'0'-2'356'0'0,"0"1"1"0"0,1-1-1 0 0,-1 1 0 0 0,1 0 1 0 0,-1-1-1 0 0,1 1 0 0 0,0 0 1 0 0,-1-1-1 0 0,1 1 0 0 0,0 0 1 0 0,0 0-1 0 0,0 0 0 0 0,0-1 1 0 0,0 1-1 0 0,0 0 0 0 0,0 0 1 0 0,0 1-1 0 0,1-1 0 0 0,-1 0 1 0 0,0 0-1 0 0,1 1 0 0 0,-1-1 1 0 0,0 0-1 0 0,1 1 0 0 0,-1-1 1 0 0,1 1-1 0 0,-1 0 0 0 0,0 0 0 0 0,1-1 1 0 0,-1 1-1 0 0,1 0 0 0 0,-1 0 1 0 0,1 0-1 0 0,-1 0 0 0 0,1 1 1 0 0,-1-1-1 0 0,1 0 0 0 0,-1 1 1 0 0,1-1-357 0 0,14 5 587 0 0,-1-1 0 0 0,0 2 0 0 0,0 0 0 0 0,-1 1 0 0 0,1 0 0 0 0,-2 2 1 0 0,1-1-1 0 0,-1 1 0 0 0,0 1 0 0 0,8 9-587 0 0,-17-16 122 0 0,-2 0-1 0 0,1 0 1 0 0,0 0 0 0 0,0 1 0 0 0,-1-1-1 0 0,0 1 1 0 0,1-1 0 0 0,-1 1-1 0 0,-1 0 1 0 0,1-1 0 0 0,-1 1 0 0 0,1 0-1 0 0,-1 0 1 0 0,0 0 0 0 0,0 1-1 0 0,-1 0-121 0 0,1-3 182 0 0,-6 20-52 0 0,-3-8-98 0 0,-2 0 1 0 0,0-1-1 0 0,-1 0 0 0 0,0-1 1 0 0,-1 0-1 0 0,0-1 1 0 0,-1 0-1 0 0,0-1 0 0 0,0 0 1 0 0,-1-1-1 0 0,-1-1 1 0 0,-8 5-33 0 0,-52 35 114 0 0,74-48-97 0 0,0 1 0 0 0,0 0 0 0 0,0 0 0 0 0,0 0 0 0 0,0 0 1 0 0,0 0-1 0 0,1 0 0 0 0,-1 0 0 0 0,0 0 0 0 0,1 0 1 0 0,-1 0-1 0 0,1 1 0 0 0,-1-1 0 0 0,1 0 0 0 0,-1 0 0 0 0,1 1 1 0 0,0-1-1 0 0,0 0 0 0 0,-1 0 0 0 0,1 1 0 0 0,0-1 1 0 0,0 0-1 0 0,1 1 0 0 0,-1-1 0 0 0,0 0 0 0 0,0 0 1 0 0,0 1-1 0 0,1-1 0 0 0,-1 0 0 0 0,1 0 0 0 0,-1 1 0 0 0,1-1 1 0 0,-1 0-1 0 0,1 0 0 0 0,0 0 0 0 0,0 0 0 0 0,-1 0 1 0 0,1 0-1 0 0,0 0 0 0 0,0 0 0 0 0,0 0 0 0 0,0 0 1 0 0,1 0-18 0 0,48 39 434 0 0,-49-39-436 0 0,107 39 174 0 0,-54-26-2196 0 0,-36-5-3720 0 0,-8-4-477 0 0,-9-5 4347 0 0,-1 0 160 0 0,0 0 143 0 0,7 0-1455 0 0,-6 0 1551 0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43.507"/>
    </inkml:context>
    <inkml:brush xml:id="br0">
      <inkml:brushProperty name="width" value="0.05" units="cm"/>
      <inkml:brushProperty name="height" value="0.05" units="cm"/>
      <inkml:brushProperty name="color" value="#FFFFFF"/>
    </inkml:brush>
  </inkml:definitions>
  <inkml:trace contextRef="#ctx0" brushRef="#br0">362 24 1944 0 0,'0'0'1817'0'0,"3"0"-258"0"0,46 2 4715 0 0,-30-16 645 0 0,-53 4-4542 0 0,12 9-2183 0 0,1 1 0 0 0,-1 1-1 0 0,0 0 1 0 0,0 2 0 0 0,1 0 0 0 0,0 2 0 0 0,-19 6-194 0 0,19-6 106 0 0,14-4-78 0 0,-1 0 1 0 0,1 1-1 0 0,-1 0 0 0 0,1 0 0 0 0,0 0 1 0 0,0 1-1 0 0,0 0 0 0 0,0 1 0 0 0,1-1 1 0 0,-1 1-1 0 0,1 1 0 0 0,0-1 0 0 0,0 1 1 0 0,1 0-1 0 0,-5 5-28 0 0,8-6 5 0 0,1-1 0 0 0,-1 1 1 0 0,1 0-1 0 0,0 0 0 0 0,0 0 1 0 0,1 0-1 0 0,-1 0 1 0 0,1 0-1 0 0,0 0 0 0 0,0 0 1 0 0,0 0-1 0 0,1 0 0 0 0,-1 0 1 0 0,1 0-1 0 0,0-1 0 0 0,0 1 1 0 0,0 0-1 0 0,1 0 0 0 0,-1 0 1 0 0,1-1-1 0 0,0 1 0 0 0,0-1 1 0 0,0 0-1 0 0,1 1 0 0 0,0-1-5 0 0,71 77 20 0 0,63 2 23 0 0,-109-68-6 0 0,-24-13-12 0 0,0 0 1 0 0,-1 0-1 0 0,1 1 1 0 0,0-1-1 0 0,0 1 1 0 0,-1 0 0 0 0,1 0-1 0 0,-1 0 1 0 0,0 1-1 0 0,1-1 1 0 0,-1 1-1 0 0,0-1 1 0 0,0 1-1 0 0,-1 0 1 0 0,1 1 0 0 0,-1-1-1 0 0,1 0 1 0 0,-1 1-1 0 0,0-1 1 0 0,0 1-1 0 0,-1-1 1 0 0,1 1 0 0 0,-1 1-26 0 0,-1-4 98 0 0,-4 14 256 0 0,0-9-336 0 0,-1-1 0 0 0,-1 1-1 0 0,1-1 1 0 0,-1 0 0 0 0,0-1 0 0 0,0 1-1 0 0,-1-1 1 0 0,1 0 0 0 0,-1-1 0 0 0,0 0-1 0 0,0 0 1 0 0,0 0 0 0 0,0-1 0 0 0,0 0-1 0 0,-2 0-17 0 0,-131 3-1042 0 0,46-22-761 0 0,49-6-1929 0 0,34-4-3722 0 0,54-36 707 0 0,-21 47 5289 0 0</inkml:trace>
  <inkml:trace contextRef="#ctx0" brushRef="#br0" timeOffset="434.074">680 47 2132 0 0,'-33'44'9066'0'0,"7"45"-6816"0"0,21-68-1361 0 0,3-14-733 0 0,-3 10 235 0 0,1 0-1 0 0,1 0 1 0 0,0 0-1 0 0,1 0 1 0 0,1 1-1 0 0,0-1 1 0 0,1 1-1 0 0,1-1 1 0 0,3 13-391 0 0,-1-20 86 0 0,0 0 1 0 0,1-1-1 0 0,0 1 1 0 0,0-1-1 0 0,1 1 1 0 0,0-1-1 0 0,1-1 1 0 0,0 1-1 0 0,0-1 1 0 0,1 0-1 0 0,0-1 1 0 0,1 1-1 0 0,0-1 1 0 0,0-1-1 0 0,0 0 1 0 0,1 1-87 0 0,-3-4 35 0 0,0-1 0 0 0,1 1 0 0 0,0-1 0 0 0,-1 0 1 0 0,1 0-1 0 0,0-1 0 0 0,0 0 0 0 0,0 0 0 0 0,0-1 0 0 0,0 1 1 0 0,0-2-1 0 0,0 1 0 0 0,0-1 0 0 0,0 0 0 0 0,-1 0 1 0 0,1-1-37 0 0,10-5-32 0 0,-1-1-1 0 0,0-1 0 0 0,-1 0 0 0 0,0-1 0 0 0,0-1 1 0 0,-1 0-1 0 0,-1-1 0 0 0,0 0 0 0 0,0-1 0 0 0,-1-1 0 0 0,-1 0 1 0 0,0 0-1 0 0,-1-1 0 0 0,-1 0 0 0 0,7-17 34 0 0,-13 28-95 0 0,42-100-2027 0 0,-33 29-2484 0 0,-36-11-2439 0 0,16 58 4110 0 0,5 15 1391 0 0</inkml:trace>
  <inkml:trace contextRef="#ctx0" brushRef="#br0" timeOffset="841.865">1345 22 2408 0 0,'-4'49'6025'0'0,"-10"24"-3579"0"0,3-23-1012 0 0,-63 222 2206 0 0,53-245-6989 0 0,20-27 2073 0 0,1 0 34 0 0,-7-44-2956 0 0,8 4 1320 0 0,-1 19 1468 0 0</inkml:trace>
  <inkml:trace contextRef="#ctx0" brushRef="#br0" timeOffset="1215.149">1295 166 1452 0 0,'10'-17'1089'0'0,"-3"3"39"0"0,1 0 0 0 0,1 1-1 0 0,0-1 1 0 0,1 2 0 0 0,1-1-1 0 0,0 1 1 0 0,12-9-1128 0 0,16 14 4353 0 0,-34 9-4180 0 0,0 0 0 0 0,1 1 0 0 0,-1 0 0 0 0,0 0 0 0 0,0 0 0 0 0,-1 1 0 0 0,1-1 0 0 0,-1 1 0 0 0,1 0 0 0 0,-1 1 0 0 0,0-1 0 0 0,-1 1 0 0 0,1-1 0 0 0,-1 1 0 0 0,0 0 0 0 0,0 2-173 0 0,-1 0 47 0 0,0-1 1 0 0,-1 1-1 0 0,0 1 1 0 0,0-1 0 0 0,0 0-1 0 0,-1 0 1 0 0,-1 0 0 0 0,1 0-1 0 0,-1 0 1 0 0,0 0-1 0 0,0 0 1 0 0,-1 0 0 0 0,0 0-1 0 0,0-1 1 0 0,-1 1-1 0 0,0 0 1 0 0,-2 2-48 0 0,1 1-17 0 0,-1-1 1 0 0,1 0-1 0 0,-2 0 1 0 0,1-1-1 0 0,-1 0 0 0 0,0 0 1 0 0,-1 0-1 0 0,0-1 0 0 0,0 1 1 0 0,-1-2-1 0 0,0 1 1 0 0,0-1-1 0 0,0 0 0 0 0,-1-1 1 0 0,0 0-1 0 0,0-1 1 0 0,0 1-1 0 0,-1-2 0 0 0,0 1 1 0 0,1-1-1 0 0,-1-1 0 0 0,0 0 1 0 0,0 0-1 0 0,0-1 1 0 0,-6 0 16 0 0,16-1 176 0 0,0 0 72 0 0,-3-2 42 0 0,3 1-272 0 0,1 1 0 0 0,-1 0 0 0 0,0 0 1 0 0,0 0-1 0 0,1 0 0 0 0,-1 0 0 0 0,0-1 1 0 0,0 1-1 0 0,0 0 0 0 0,1 0 0 0 0,-1 0 0 0 0,0 0 1 0 0,0-1-1 0 0,0 1 0 0 0,1 0 0 0 0,-1 0 1 0 0,0-1-1 0 0,0 1 0 0 0,0 0 0 0 0,0 0 1 0 0,0-1-1 0 0,0 1 0 0 0,0 0 0 0 0,0 0 0 0 0,1-1 1 0 0,-1 1-1 0 0,0 0 0 0 0,0-1 0 0 0,0 1 1 0 0,0 0-1 0 0,0 0 0 0 0,0-1 0 0 0,-1 1 1 0 0,1 0-1 0 0,0-1 0 0 0,0 1 0 0 0,0 0 0 0 0,0 0 1 0 0,0-1-1 0 0,0 1 0 0 0,0 0 0 0 0,-1 0 1 0 0,1-1-1 0 0,0 1 0 0 0,0 0 0 0 0,0 0 1 0 0,0 0-1 0 0,-1-1 0 0 0,1 1 0 0 0,0 0 0 0 0,0 0-18 0 0,32 9 763 0 0,-31-8-768 0 0,202 95 1932 0 0,-183-88-2154 0 0,6 4-859 0 0,-9-2-7348 0 0,-15-9 7148 0 0,-1-3-6277 0 0,4-7 6029 0 0</inkml:trace>
  <inkml:trace contextRef="#ctx0" brushRef="#br0" timeOffset="1684.917">1762 101 1324 0 0,'2'19'6684'0'0,"0"2"-4161"0"0,1 7-1269 0 0,-16 154 3541 0 0,-2-64-3429 0 0,14-46-4233 0 0,1-72 2748 0 0,0 0 0 0 0,0-1 0 0 0,0 1 0 0 0,-1-1 0 0 0,1 1 0 0 0,0 0-1 0 0,0 0 1 0 0,0-1 0 0 0,-1 1 0 0 0,1 0 0 0 0,0-1 0 0 0,0 1 0 0 0,-1 0-1 0 0,1 0 1 0 0,0-1 0 0 0,-1 1 0 0 0,1 0 0 0 0,0 0 0 0 0,-1 0 0 0 0,1 0-1 0 0,0-1 1 0 0,-1 1 0 0 0,1 0 0 0 0,-1 0 0 0 0,1 0 0 0 0,0 0 0 0 0,-1 0-1 0 0,1 0 1 0 0,0 0 0 0 0,-1 0 0 0 0,1 0 0 0 0,-1 0 0 0 0,1 0 0 0 0,0 0-1 0 0,-1 0 1 0 0,1 0 0 0 0,0 0 0 0 0,-1 1 0 0 0,1-1 0 0 0,0 0 0 0 0,-1 0-1 0 0,1 0 1 0 0,0 1 0 0 0,-1-1 0 0 0,1 0 0 0 0,0 0 0 0 0,-1 1 0 0 0,1-1-1 0 0,0 0 1 0 0,0 0 0 0 0,0 1 0 0 0,-1-1 0 0 0,1 0 0 0 0,0 1 0 0 0,0-1-1 0 0,0 0 1 0 0,0 1 0 0 0,-1-1 0 0 0,1 0 0 0 0,0 1 0 0 0,0-1 0 0 0,0 1 0 0 0,0-1-1 0 0,0 0 1 0 0,0 1 0 0 0,0-1 0 0 0,0 0 0 0 0,0 1 0 0 0,0 0 119 0 0,5-28-4593 0 0,-2 3 3243 0 0</inkml:trace>
  <inkml:trace contextRef="#ctx0" brushRef="#br0" timeOffset="1934.879">1778 156 2224 0 0,'3'-3'555'0'0,"1"0"-1"0"0,0 0 1 0 0,0 0-1 0 0,1 1 0 0 0,-1-1 1 0 0,0 1-1 0 0,1 0 1 0 0,-1 0-1 0 0,1 0 1 0 0,0 1-1 0 0,0 0 1 0 0,-1 0-1 0 0,1 0 1 0 0,0 0-1 0 0,1 1-554 0 0,82 0 4346 0 0,-49 1-3834 0 0,34 17-728 0 0,-60-14-937 0 0,-10 20-9471 0 0,-6-19 9194 0 0</inkml:trace>
  <inkml:trace contextRef="#ctx0" brushRef="#br0" timeOffset="2089.263">1857 333 2224 0 0,'-1'0'185'0'0,"1"1"0"0"0,-1-1 0 0 0,1 1 0 0 0,-1-1-1 0 0,1 1 1 0 0,0-1 0 0 0,-1 1 0 0 0,1-1 0 0 0,0 1 0 0 0,-1 0-1 0 0,1-1 1 0 0,0 1 0 0 0,0-1 0 0 0,-1 1 0 0 0,1 0 0 0 0,0-1 0 0 0,0 1-1 0 0,0 0 1 0 0,0-1 0 0 0,0 1 0 0 0,0 0 0 0 0,0-1 0 0 0,0 1-1 0 0,0-1 1 0 0,1 1 0 0 0,-1 0 0 0 0,0-1 0 0 0,0 1 0 0 0,0 0-1 0 0,1-1 1 0 0,-1 1 0 0 0,0-1 0 0 0,1 1 0 0 0,-1-1 0 0 0,0 1 0 0 0,1-1-1 0 0,-1 1 1 0 0,1-1 0 0 0,-1 1 0 0 0,1-1 0 0 0,-1 1 0 0 0,1-1-1 0 0,-1 0 1 0 0,1 1 0 0 0,0-1 0 0 0,-1 0 0 0 0,1 0 0 0 0,-1 1 0 0 0,1-1-1 0 0,0 0 1 0 0,-1 0 0 0 0,1 0 0 0 0,0 0 0 0 0,-1 0 0 0 0,1 0-185 0 0,40 9 2526 0 0,-37-9-2294 0 0,120 6 4016 0 0,-71-8-4891 0 0,-16 1-2926 0 0,-1 1-3665 0 0,-11 12 2841 0 0,-18-10 3047 0 0</inkml:trace>
  <inkml:trace contextRef="#ctx0" brushRef="#br0" timeOffset="2530.064">2475 160 2768 0 0,'-16'20'7038'0'0,"4"25"-5430"0"0,10-37-878 0 0,-50 228 5406 0 0,46-220-5763 0 0,4-12-253 0 0,1 0 0 0 0,-1-1-1 0 0,1 1 1 0 0,-1 0 0 0 0,1-1 0 0 0,1 1 0 0 0,-1 0 0 0 0,0 0 0 0 0,1 0-1 0 0,0 0 1 0 0,0 0 0 0 0,0 0 0 0 0,0 0 0 0 0,1 0 0 0 0,-1-1 0 0 0,2 5-120 0 0,4 0 77 0 0,1 0 1 0 0,0-1 0 0 0,0 0 0 0 0,1 0 0 0 0,0 0 0 0 0,0-1-1 0 0,1 0 1 0 0,-1-1 0 0 0,1 0 0 0 0,0 0 0 0 0,1-1 0 0 0,-1 0-1 0 0,1 0 1 0 0,0-1 0 0 0,0-1 0 0 0,0 0 0 0 0,0 0 0 0 0,0-1-1 0 0,0 0 1 0 0,0-1 0 0 0,1 0 0 0 0,3-1-78 0 0,24 6 22 0 0,-30-4-219 0 0,0 0 1 0 0,1-1-1 0 0,-1 1 1 0 0,0-2-1 0 0,1 1 0 0 0,-1-1 1 0 0,0 0-1 0 0,0-1 1 0 0,1 0-1 0 0,-1 0 1 0 0,-1-1-1 0 0,9-3 197 0 0,23-24-7255 0 0,-27 3-2010 0 0,-12 19 7683 0 0</inkml:trace>
  <inkml:trace contextRef="#ctx0" brushRef="#br0" timeOffset="2762.277">2463 150 1924 0 0,'31'-2'7230'0'0,"18"4"-3398"0"0,3 1-2992 0 0,-42-6-2673 0 0,-2 5-6021 0 0,-14 8 6845 0 0,-4 3-249 0 0</inkml:trace>
  <inkml:trace contextRef="#ctx0" brushRef="#br0" timeOffset="2964.663">2453 345 2356 0 0,'-3'19'7807'0'0,"31"3"-3580"0"0,-24-19-3965 0 0,8 3 410 0 0,1 0 0 0 0,0 0 0 0 0,0-1 1 0 0,0-1-1 0 0,0 0 0 0 0,1-1 0 0 0,0 0 0 0 0,-1-1 0 0 0,1-1 0 0 0,14 0-672 0 0,43 0-4220 0 0,-41-2-1199 0 0,-28 1 3433 0 0,7 0-4168 0 0,-9 0 4820 0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32.649"/>
    </inkml:context>
    <inkml:brush xml:id="br0">
      <inkml:brushProperty name="width" value="0.05" units="cm"/>
      <inkml:brushProperty name="height" value="0.05" units="cm"/>
      <inkml:brushProperty name="color" value="#FFFFFF"/>
    </inkml:brush>
  </inkml:definitions>
  <inkml:trace contextRef="#ctx0" brushRef="#br0">1214 1 2104 0 0,'12'2'8130'0'0,"-12"15"-4863"0"0,-12 18-1701 0 0,-6 3-894 0 0,-2-2 0 0 0,-2 0 0 0 0,-1-1 0 0 0,-2-2 0 0 0,-2 0 0 0 0,-10 9-672 0 0,-33 41-435 0 0,20-44-3004 0 0,55-57 1381 0 0,0 12 1839 0 0,94-91-1905 0 0,-97 97 2194 0 0,0-1 1 0 0,1 1 0 0 0,-1 0-1 0 0,0 0 1 0 0,1 0 0 0 0,-1 1-1 0 0,0-1 1 0 0,1 1 0 0 0,-1-1-1 0 0,0 1 1 0 0,1 0-1 0 0,-1-1 1 0 0,0 1 0 0 0,0 0-1 0 0,0 0 1 0 0,0 1 0 0 0,0-1-1 0 0,0 0 1 0 0,0 1 0 0 0,0-1-1 0 0,-1 1 1 0 0,1 0 0 0 0,-1 0-1 0 0,1-1 1 0 0,-1 1 0 0 0,1 0-1 0 0,-1 0 1 0 0,0 0 0 0 0,0 0-1 0 0,0 1 1 0 0,0-1 0 0 0,0 0-1 0 0,-1 0 1 0 0,1 1-71 0 0,8 19 516 0 0,-1 1 1 0 0,0-1-1 0 0,-2 1 0 0 0,-1 1 1 0 0,-1-1-1 0 0,0 1 0 0 0,-2 0 1 0 0,-1 0-1 0 0,-1 5-516 0 0,1-2 381 0 0,1 121-345 0 0,-4-138-6070 0 0,1-33 647 0 0,12-24 2360 0 0,-2 22 1505 0 0</inkml:trace>
  <inkml:trace contextRef="#ctx0" brushRef="#br0" timeOffset="393.049">1307 218 1332 0 0,'30'-12'9445'0'0,"23"13"-4928"0"0,-20 2-2845 0 0,100-3 1735 0 0,-53-20-2221 0 0,-79 20-1153 0 0,-1 0-86 0 0,24 1-1165 0 0,-27 5 483 0 0,-1 0 0 0 0,0 0 0 0 0,0 0 0 0 0,0-1 0 0 0,-1 1 0 0 0,0-1 1 0 0,0 0-1 0 0,0-1 0 0 0,-1 1 0 0 0,1-1 0 0 0,-1 0 0 0 0,-2 1 735 0 0,-27 10-1385 0 0,35-15 1312 0 0,0 0-35 0 0,0 0-52 0 0,0 0 63 0 0,0 0 20 0 0,0 0-40 0 0,0 0-70 0 0,-11 2-192 0 0,-1 0-4850 0 0,11-2 3687 0 0</inkml:trace>
  <inkml:trace contextRef="#ctx0" brushRef="#br0" timeOffset="801.084">1612 227 1004 0 0,'7'-5'8609'0'0,"-13"16"-6158"0"0,-86 93-192 0 0,33-61-3450 0 0,13-32-7291 0 0,45-11 6946 0 0,1 0 74 0 0</inkml:trace>
  <inkml:trace contextRef="#ctx0" brushRef="#br0" timeOffset="1133.888">1276 407 2324 0 0,'2'-1'6469'0'0,"8"-1"-3447"0"0,24-4-1376 0 0,145-19 2418 0 0,-101 20-4970 0 0,-76 5 150 0 0,3 3-6453 0 0,-24 4 2166 0 0,12-5 3608 0 0</inkml:trace>
  <inkml:trace contextRef="#ctx0" brushRef="#br0" timeOffset="1591.11">1441 387 1312 0 0,'-35'4'8205'0'0,"3"17"-5334"0"0,27-18-2853 0 0,-56 44 2156 0 0,23-12-920 0 0,38-36-1228 0 0,1 1 0 0 0,-1 0-1 0 0,1 0 1 0 0,-1 0 0 0 0,0 0 0 0 0,1 0 0 0 0,-1 0-1 0 0,1 0 1 0 0,-1 0 0 0 0,0 1 0 0 0,1-1 0 0 0,-1 0-1 0 0,1 0 1 0 0,-1 0 0 0 0,0 0 0 0 0,1 0-1 0 0,-1 1 1 0 0,0-1 0 0 0,1 0 0 0 0,-1 0 0 0 0,0 1-1 0 0,1-1 1 0 0,-1 0 0 0 0,0 0 0 0 0,0 1-1 0 0,1-1 1 0 0,-1 0 0 0 0,0 1 0 0 0,0-1 0 0 0,1 0-1 0 0,-1 1 1 0 0,0-1 0 0 0,0 1 0 0 0,0-1 0 0 0,0 0-1 0 0,0 1 1 0 0,0-1 0 0 0,0 1 0 0 0,0-1-1 0 0,0 0 1 0 0,0 1 0 0 0,0-1 0 0 0,0 1 0 0 0,0-1-1 0 0,0 0 1 0 0,0 1 0 0 0,0-1 0 0 0,0 1-1 0 0,0-1 1 0 0,0 0 0 0 0,0 1 0 0 0,-1-1 0 0 0,1 0-1 0 0,0 1 1 0 0,0-1 0 0 0,-1 1-26 0 0,38-5 231 0 0,-36 4-199 0 0,100-21 379 0 0,77-6 273 0 0,-80 30-389 0 0,-32 22-336 0 0,-21-13 252 0 0,-45-11-205 0 0,0 0 1 0 0,1 1-1 0 0,-1-1 0 0 0,0 0 1 0 0,0 1-1 0 0,0-1 0 0 0,0 0 1 0 0,0 0-1 0 0,0 1 0 0 0,0-1 1 0 0,0 0-1 0 0,-1 1 0 0 0,1-1 1 0 0,0 0-1 0 0,-1 0 0 0 0,1 1 1 0 0,-1-1-1 0 0,0 0 0 0 0,1 0 1 0 0,-1 0-1 0 0,0 0 0 0 0,1 0 1 0 0,-1 0-1 0 0,0 0 0 0 0,0 0 1 0 0,0 0-1 0 0,0 0 0 0 0,0 0 1 0 0,0-1-1 0 0,0 1 0 0 0,0 0 1 0 0,-1 0-7 0 0,1-1 4 0 0,-83 63-1945 0 0,19-43-4608 0 0,63-20 4792 0 0,-8-3-1575 0 0,-10-18 361 0 0,9 7 1545 0 0</inkml:trace>
  <inkml:trace contextRef="#ctx0" brushRef="#br0" timeOffset="1904.213">1461 58 1956 0 0,'-3'13'3816'0'0,"3"11"-2625"0"0,0-16-743 0 0,2 145 4969 0 0,-3 153-947 0 0,-12-208-4313 0 0,6-74-2261 0 0,10-39-5220 0 0,9-32 2572 0 0,-7 18 3237 0 0</inkml:trace>
  <inkml:trace contextRef="#ctx0" brushRef="#br0" timeOffset="2172.856">1608 96 2108 0 0,'14'-14'6077'0'0,"-2"40"-2556"0"0,-1 68-449 0 0,-4 1 0 0 0,-5 66-3072 0 0,-19-15 750 0 0,-6 5-1607 0 0,21-138 915 0 0,2-2-3716 0 0,10-18-7767 0 0,-7 0 10175 0 0</inkml:trace>
  <inkml:trace contextRef="#ctx0" brushRef="#br0" timeOffset="-1051.967">448 174 1120 0 0,'1'39'8694'0'0,"0"0"-5564"0"0,1 38-823 0 0,-2 218 3108 0 0,-12-177-4033 0 0,9-90-737 0 0,-16-34-1604 0 0,-63-107-4123 0 0,37 62 852 0 0,-6 6-4232 0 0,44 40 7004 0 0,0-1 12 0 0</inkml:trace>
  <inkml:trace contextRef="#ctx0" brushRef="#br0" timeOffset="-800.095">158 488 1868 0 0,'-19'3'7152'0'0,"-10"28"-2993"0"0,16-15-2948 0 0,13-10-3704 0 0,20-11-38 0 0,27-11-433 0 0,-46 15 2957 0 0,62-23-3130 0 0,-31 12 1587 0 0</inkml:trace>
  <inkml:trace contextRef="#ctx0" brushRef="#br0" timeOffset="-644.114">599 447 2588 0 0,'113'52'14315'0'0,"-105"-39"-16249"0"0,-9-9-2415 0 0,1 3-3695 0 0,0-7 6576 0 0</inkml:trace>
  <inkml:trace contextRef="#ctx0" brushRef="#br0" timeOffset="5679.675">260 849 2252 0 0,'0'0'1230'0'0,"-3"0"-64"0"0,-18 1 9994 0 0,16 3-6856 0 0,25 11-3643 0 0,-16-14-592 0 0,-1 0 0 0 0,1 0 0 0 0,0-1 1 0 0,-1 1-1 0 0,1-1 0 0 0,0 1 0 0 0,0-1 1 0 0,-1 0-1 0 0,1-1 0 0 0,0 1 0 0 0,-1-1 1 0 0,1 0-1 0 0,0 1 0 0 0,-1-2 0 0 0,1 1 1 0 0,-1 0-1 0 0,2-1-69 0 0,7-2 138 0 0,148-4 2035 0 0,1 32-1118 0 0,67 7-397 0 0,192 26 173 0 0,-204-30-279 0 0,-71-8-113 0 0,-128-13-1311 0 0,-46-4-1755 0 0,-59-21-2108 0 0,-11-1-1051 0 0,32 14-834 0 0,-29 35 2035 0 0,69-20 3230 0 0</inkml:trace>
  <inkml:trace contextRef="#ctx0" brushRef="#br0" timeOffset="6367.727">411 1117 1148 0 0,'-9'-19'12621'0'0,"20"19"-9672"0"0,85 11 1330 0 0,259-5-185 0 0,7 7-2615 0 0,-293-6-1238 0 0,-25-4-85 0 0,0 2 1 0 0,0 2-1 0 0,-1 1 0 0 0,0 3 0 0 0,37 14-156 0 0,-70-21-203 0 0,23 9 693 0 0,-12-10-3300 0 0,-12-18 957 0 0,-9 14 1524 0 0,-1 0 1 0 0,1-1-1 0 0,0 1 0 0 0,0 0 1 0 0,-1 0-1 0 0,1-1 0 0 0,0 1 1 0 0,-1 0-1 0 0,0 0 0 0 0,1 0 0 0 0,-1 0 1 0 0,1 0-1 0 0,-1 0 0 0 0,0 0 1 0 0,0 0-1 0 0,0 0 0 0 0,0 0 1 0 0,0 0-1 0 0,1 0 0 0 0,-1 1 0 0 0,-1-1 1 0 0,1 0-1 0 0,0 1 0 0 0,0-1 1 0 0,0 1-1 0 0,0-1 0 0 0,0 1 1 0 0,-1-1-1 0 0,1 1 0 0 0,0 0 1 0 0,0 0-1 0 0,0-1 0 0 0,-1 1 0 0 0,1 0 1 0 0,-1 0 328 0 0,-163-10-9458 0 0,144 10 8064 0 0</inkml:trace>
  <inkml:trace contextRef="#ctx0" brushRef="#br0" timeOffset="20611.278">55 1213 860 0 0,'7'3'1892'0'0,"12"6"-308"0"0,-5 5-191 0 0,-6-8-353 0 0,3 1-152 0 0,-1 1 36 0 0,-2-3-132 0 0,-1-2-204 0 0,0 2-300 0 0,-4-3-268 0 0,-1 0-256 0 0,-2 1 24 0 0,0 3 20 0 0,0-3-1512 0 0,0-3 68 0 0,0 0 75 0 0,0 0 73 0 0,-17 22 16 0 0</inkml:trace>
  <inkml:trace contextRef="#ctx0" brushRef="#br0" timeOffset="20893.505">17 1478 1496 0 0,'0'11'1524'0'0,"-1"-1"-248"0"0,1-3-180 0 0,3 0-187 0 0,1-2 31 0 0,-1 0-252 0 0,0 1-100 0 0,1-3-220 0 0,-1 2-252 0 0,-1-1-224 0 0,-1-2 8 0 0,3 2-1244 0 0,0 2 88 0 0,-3-2-417 0 0,1 1 249 0 0,-2 2-48 0 0</inkml:trace>
  <inkml:trace contextRef="#ctx0" brushRef="#br0" timeOffset="21139.518">0 1806 1792 0 0,'3'-2'3580'0'0,"16"-9"-521"0"0,99-113 1398 0 0,-19-17-6102 0 0,-29 37-5718 0 0,-57 84 5839 0 0</inkml:trace>
  <inkml:trace contextRef="#ctx0" brushRef="#br0" timeOffset="21140.518">419 1174 1088 0 0,'11'1'10370'0'0,"15"28"-7504"0"0,-17-19-3107 0 0,14 20 408 0 0,-21-19-3727 0 0,-5 0-3540 0 0,-10 3 5526 0 0</inkml:trace>
  <inkml:trace contextRef="#ctx0" brushRef="#br0" timeOffset="22103.536">367 1305 1036 0 0,'-19'-1'6438'0'0,"33"-8"-1290"0"0,178-18 101 0 0,-190 27-5204 0 0,0 0 1 0 0,0-1-1 0 0,0 1 1 0 0,0 0-1 0 0,0 0 1 0 0,0 0-1 0 0,0 0 1 0 0,0 1-1 0 0,0-1 1 0 0,0 0-1 0 0,-1 1 1 0 0,1 0-1 0 0,0-1 0 0 0,0 1 1 0 0,0 0-1 0 0,0 0 1 0 0,-1 0-1 0 0,1 0 1 0 0,0 0-1 0 0,-1 0 1 0 0,1 0-1 0 0,-1 1 1 0 0,1-1-1 0 0,-1 1 1 0 0,0-1-1 0 0,0 1-45 0 0,-9 28-1109 0 0,2-23 751 0 0,-1 0 1 0 0,-1 0 0 0 0,1-1 0 0 0,-1 0 0 0 0,0-1-1 0 0,-1 0 1 0 0,1 0 0 0 0,-1 0 0 0 0,0-1 0 0 0,0-1-1 0 0,-7 3 358 0 0,6-2-377 0 0,-96 14-3639 0 0,104-18 4057 0 0,-9 0 986 0 0,11 0-975 0 0,1 0 0 0 0,-1-1 0 0 0,1 1 0 0 0,-1 0 0 0 0,1 0-1 0 0,-1 0 1 0 0,1 0 0 0 0,-1 0 0 0 0,1 0 0 0 0,-1-1 0 0 0,0 1 0 0 0,1 0 0 0 0,-1 0 0 0 0,1-1 0 0 0,-1 1 0 0 0,1 0 0 0 0,-1-1-1 0 0,0 1 1 0 0,1-1 0 0 0,-1 1 0 0 0,0 0 0 0 0,1-1 0 0 0,-1 1 0 0 0,0-1 0 0 0,0 1 0 0 0,1-1 0 0 0,-1 1 0 0 0,0 0 0 0 0,0-1-1 0 0,0 1 1 0 0,0-1 0 0 0,0 1 0 0 0,0-1 0 0 0,0 1 0 0 0,0-1 0 0 0,0 0 0 0 0,0 1 0 0 0,0-1 0 0 0,0 1 0 0 0,0-1 0 0 0,0 1-1 0 0,0-1 1 0 0,0 1 0 0 0,0 0 0 0 0,-1-1 0 0 0,1 1 0 0 0,0-1 0 0 0,0 1 0 0 0,-1-1 0 0 0,1 1 0 0 0,0-1 0 0 0,-1 1 0 0 0,1-1-52 0 0,47-5-172 0 0,-46 5-285 0 0,-25 25-3696 0 0,-30 21 4882 0 0,72-52 1447 0 0,18-37-2947 0 0,-75 68-1841 0 0,30-17 2588 0 0,5-6 148 0 0,1 1 0 0 0,0-1 0 0 0,1 1 0 0 0,-1 0 0 0 0,0 0 0 0 0,0 1 0 0 0,1-1-1 0 0,-1 0 1 0 0,1 1 0 0 0,0 0 0 0 0,0-1 0 0 0,0 1 0 0 0,0 0 0 0 0,0 0-1 0 0,1 0 1 0 0,-1 0 0 0 0,1 1 0 0 0,0-1 0 0 0,-1 2-124 0 0,-4 234 5280 0 0,27-160-4486 0 0,-21-78-762 0 0,0 0 0 0 0,1 1 0 0 0,-1-1-1 0 0,1 1 1 0 0,-1-1 0 0 0,1 0 0 0 0,-1 1 0 0 0,1-1 0 0 0,0 0 0 0 0,-1 1 0 0 0,1-1 0 0 0,0 0-1 0 0,0 0 1 0 0,0 0 0 0 0,0 0 0 0 0,0 0 0 0 0,0 0 0 0 0,0 0 0 0 0,0 0 0 0 0,1 0 0 0 0,-1-1-1 0 0,0 1 1 0 0,0 0 0 0 0,1-1 0 0 0,-1 1 0 0 0,1-1 0 0 0,-1 1 0 0 0,0-1 0 0 0,1 0 0 0 0,-1 1-1 0 0,1-1 1 0 0,-1 0 0 0 0,1 0 0 0 0,-1 0 0 0 0,1 0 0 0 0,-1-1 0 0 0,0 1 0 0 0,1 0 0 0 0,-1 0-1 0 0,1-1 1 0 0,-1 1 0 0 0,0-1 0 0 0,1 1 0 0 0,-1-1 0 0 0,0 0 0 0 0,1 0 0 0 0,0 0-32 0 0,20-15-327 0 0,-1-1 1 0 0,-1-1 0 0 0,0-1-1 0 0,-1-1 1 0 0,-2 0-1 0 0,0-2 1 0 0,-1 1 0 0 0,2-7 326 0 0,41-51-5573 0 0,-28 26 1705 0 0,-34 42 7831 0 0,-30 19-2449 0 0,-99 72 1548 0 0,85-38-415 0 0,46-40-2177 0 0,1-2 10 0 0,3 3-6 0 0,56 32 1293 0 0,57-18-1153 0 0,-78-15-4532 0 0,1-1-5919 0 0,20-21 5205 0 0,-46 18 3252 0 0</inkml:trace>
  <inkml:trace contextRef="#ctx0" brushRef="#br0" timeOffset="22876.591">1185 1248 916 0 0,'3'10'9509'0'0,"-33"34"-6997"0"0,-6-7-1589 0 0,-2-2 0 0 0,-1-1-1 0 0,-2-2 1 0 0,0-2 0 0 0,-7 1-923 0 0,-20 12 948 0 0,114-44-14 0 0,286-65-827 0 0,-322 64-928 0 0,-11 2-5189 0 0,-11 4 111 0 0,3 1 5276 0 0,-31 18-2376 0 0,17-12 1459 0 0</inkml:trace>
  <inkml:trace contextRef="#ctx0" brushRef="#br0" timeOffset="23159.641">835 1658 1164 0 0,'-21'6'5698'0'0,"31"-5"237"0"0,127-27-2052 0 0,193 16-544 0 0,-285-24-5294 0 0,-37-5-5811 0 0,-21 11 1074 0 0,3 10 5230 0 0</inkml:trace>
  <inkml:trace contextRef="#ctx0" brushRef="#br0" timeOffset="23442.67">1196 1392 2136 0 0,'-9'9'8140'0'0,"14"33"-5945"0"0,-4-37-1695 0 0,63 336 6241 0 0,-62-235-4833 0 0,-3-103-1871 0 0,0 0 0 0 0,1 0 0 0 0,-1 0 0 0 0,-1-1 0 0 0,1 1 0 0 0,0 0 1 0 0,-1 0-1 0 0,1-1 0 0 0,-1 1 0 0 0,0-1 0 0 0,0 0 0 0 0,0 1 0 0 0,0-1 0 0 0,0 0 0 0 0,0 0 0 0 0,-1 0 0 0 0,1-1 0 0 0,-1 1 1 0 0,1 0-1 0 0,-1-1 0 0 0,0 0 0 0 0,1 1 0 0 0,-1-1 0 0 0,0 0 0 0 0,0-1 0 0 0,0 1 0 0 0,0 0 0 0 0,0-1 0 0 0,0 0 0 0 0,0 1 0 0 0,0-1 1 0 0,0 0-1 0 0,0-1 0 0 0,-2 1-37 0 0,-6-1-210 0 0,0 0 0 0 0,-1 0 1 0 0,1-1-1 0 0,0-1 1 0 0,0 0-1 0 0,0 0 0 0 0,1-1 1 0 0,-1 0-1 0 0,1-1 0 0 0,-3-2 210 0 0,-47-19-2978 0 0,-121-33-7070 0 0,115 59 6899 0 0,19 14 1710 0 0,8-1 101 0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51.999"/>
    </inkml:context>
    <inkml:brush xml:id="br0">
      <inkml:brushProperty name="width" value="0.05" units="cm"/>
      <inkml:brushProperty name="height" value="0.05" units="cm"/>
      <inkml:brushProperty name="color" value="#FFFFFF"/>
    </inkml:brush>
  </inkml:definitions>
  <inkml:trace contextRef="#ctx0" brushRef="#br0">32 208 1088 0 0,'4'2'10520'0'0,"4"5"-6279"0"0,13 30-5397 0 0,-21 35-10725 0 0,0-71 11941 0 0,0 17-1436 0 0</inkml:trace>
  <inkml:trace contextRef="#ctx0" brushRef="#br0" timeOffset="248.497">0 476 1832 0 0,'6'11'8201'0'0,"8"-19"-6159"0"0,55-55-146 0 0,-15-15-4141 0 0,-19 27-6818 0 0,-30 46 7668 0 0</inkml:trace>
  <inkml:trace contextRef="#ctx0" brushRef="#br0" timeOffset="572.535">203 238 1528 0 0,'6'-1'6471'0'0,"5"27"-2277"0"0,-10-13-2878 0 0,4 22 13 0 0,3-5-3751 0 0,29-70 3720 0 0,-27 32-920 0 0,0 0 0 0 0,0 1 0 0 0,1 0 0 0 0,0 1 0 0 0,0 0 0 0 0,1 0 0 0 0,-1 2 0 0 0,1-1 0 0 0,0 1 0 0 0,1 1 0 0 0,-1 0 0 0 0,11 0-378 0 0,140-17 3588 0 0,-163 20-3573 0 0,1 0 0 0 0,0 0 0 0 0,0 0 0 0 0,-1 0 0 0 0,1 0 0 0 0,0 0-1 0 0,-1 0 1 0 0,1 0 0 0 0,0 0 0 0 0,0 0 0 0 0,-1 0 0 0 0,1 0 0 0 0,0 1 0 0 0,-1-1 0 0 0,1 0 0 0 0,0 1 0 0 0,-1-1 0 0 0,1 0 0 0 0,0 1 0 0 0,-1-1-1 0 0,1 1 1 0 0,-1-1 0 0 0,1 1 0 0 0,-1-1 0 0 0,1 1 0 0 0,-1 0 0 0 0,1-1 0 0 0,-1 1 0 0 0,1-1 0 0 0,-1 1 0 0 0,0 0 0 0 0,0-1 0 0 0,1 1 0 0 0,-1 0-1 0 0,0 0 1 0 0,0-1 0 0 0,0 1 0 0 0,1 0 0 0 0,-1 0 0 0 0,0-1 0 0 0,0 1 0 0 0,0 0 0 0 0,0-1 0 0 0,-1 1 0 0 0,1 0 0 0 0,0 0 0 0 0,0-1 0 0 0,0 1-1 0 0,-1 0 1 0 0,1-1 0 0 0,0 1 0 0 0,-1 0 0 0 0,1-1 0 0 0,0 1-15 0 0,-26 38-322 0 0,17-30 12 0 0,-1-1 1 0 0,0 0-1 0 0,-1-1 0 0 0,0 0 1 0 0,0 0-1 0 0,0-1 0 0 0,-1-1 1 0 0,0 1-1 0 0,-4-1 310 0 0,-73 10-4846 0 0,85-16 4289 0 0,0 0 1 0 0,0 0 0 0 0,0 0 0 0 0,0 0-1 0 0,0-1 1 0 0,0 0 0 0 0,0 0 0 0 0,1 0 0 0 0,-1 0-1 0 0,1 0 1 0 0,-1-1 0 0 0,1 1 0 0 0,0-1-1 0 0,0 0 1 0 0,0 0 0 0 0,0 0 0 0 0,0-1-1 0 0,1 1 1 0 0,0-1 0 0 0,0 1 0 0 0,-1-1 556 0 0,0-5-1524 0 0</inkml:trace>
  <inkml:trace contextRef="#ctx0" brushRef="#br0" timeOffset="809.054">400 1 1944 0 0,'14'20'8625'0'0,"10"122"-2882"0"0,-16 79-1934 0 0,-11-50-4220 0 0,-2-147-175 0 0,-5 21-1070 0 0,8-12-6741 0 0,2-31 6681 0 0,0-2 108 0 0,2 2 81 0 0,11 9 114 0 0,-6-7 22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48.268"/>
    </inkml:context>
    <inkml:brush xml:id="br0">
      <inkml:brushProperty name="width" value="0.05" units="cm"/>
      <inkml:brushProperty name="height" value="0.05" units="cm"/>
      <inkml:brushProperty name="color" value="#FFFFFF"/>
    </inkml:brush>
  </inkml:definitions>
  <inkml:trace contextRef="#ctx0" brushRef="#br0">64 97 1972 0 0,'0'-28'9163'0'0,"0"21"-9625"0"0,0 3 1101 0 0,0 4-39 0 0,0 0 65 0 0,0 0 71 0 0,0 0-20 0 0,0 0-43 0 0,0 0-48 0 0,0 0 43 0 0,0 0-33 0 0,0 0-41 0 0,-13 19 417 0 0,11 80 588 0 0,-11 74-638 0 0,-16 75-2784 0 0,22-233-2670 0 0,9-41-1365 0 0,21-51 944 0 0,-17 47 3423 0 0</inkml:trace>
  <inkml:trace contextRef="#ctx0" brushRef="#br0" timeOffset="376.794">92 112 2392 0 0,'10'-39'10872'0'0,"9"31"-8811"0"0,46-2-509 0 0,0 2-1 0 0,1 4 1 0 0,-1 3-1 0 0,13 3-1551 0 0,1-2 663 0 0,56 28 42 0 0,-38 20-281 0 0,-90-41-398 0 0,-1 0 0 0 0,0 0 0 0 0,-1 1 0 0 0,0-1 1 0 0,0 1-1 0 0,-1 0 0 0 0,0 1 0 0 0,0-1 0 0 0,-1 1 0 0 0,0 0 1 0 0,-1 0-1 0 0,1 0 0 0 0,-1 6-26 0 0,8 178-1061 0 0,-34-79-2249 0 0,11-87 44 0 0,-11-14-4535 0 0,23-13 6055 0 0,-1 0 153 0 0,-9 0 91 0 0,0 0 30 0 0</inkml:trace>
  <inkml:trace contextRef="#ctx0" brushRef="#br0" timeOffset="685.843">366 142 1196 0 0,'0'-15'4391'0'0,"-1"8"73"0"0,-10 21-2045 0 0,3-2-1937 0 0,-18 31 306 0 0,-3-2 0 0 0,-1-1 1 0 0,-1-2-1 0 0,-9 6-788 0 0,9-32-3358 0 0,30-15 2111 0 0,10-90-6763 0 0,-5 73 6496 0 0</inkml:trace>
  <inkml:trace contextRef="#ctx0" brushRef="#br0" timeOffset="939.911">214 109 2184 0 0,'12'-4'6886'0'0,"-5"12"-6492"0"0,158 206 5181 0 0,-146-194-5672 0 0,7 6-977 0 0,-7-13-5156 0 0,-16-12 5243 0 0,-2-1-2566 0 0,-1 0 2131 0 0</inkml:trace>
  <inkml:trace contextRef="#ctx0" brushRef="#br0" timeOffset="1095.879">640 138 2000 0 0,'-4'12'5691'0'0,"-8"9"-3280"0"0,7-11-1731 0 0,3-8-569 0 0,-6 15 371 0 0,-1 1-1 0 0,-1-1 0 0 0,0-1 1 0 0,-1 0-1 0 0,-1 0 1 0 0,-1-1-1 0 0,0-1 1 0 0,-1 0-1 0 0,-1-1 0 0 0,0-1 1 0 0,-5 4-482 0 0,18-15-243 0 0,1-1 1 0 0,-1 1-1 0 0,0 0 0 0 0,0-1 1 0 0,0 1-1 0 0,1-1 1 0 0,-1 0-1 0 0,0 1 1 0 0,0-1-1 0 0,0 0 0 0 0,0 0 1 0 0,1 0-1 0 0,-1 0 1 0 0,0-1-1 0 0,0 1 0 0 0,0 0 1 0 0,0-1-1 0 0,1 0 1 0 0,-1 1-1 0 0,0-1 1 0 0,1 0-1 0 0,-1 0 0 0 0,0 0 1 0 0,1 0-1 0 0,-1 0 1 0 0,1 0-1 0 0,-1 0 0 0 0,1 0 1 0 0,0-1-1 0 0,-1 1 1 0 0,1 0-1 0 0,0-1 0 0 0,0 1 1 0 0,0-1-1 0 0,0 0 1 0 0,0 1-1 0 0,1-1 1 0 0,-1 0-1 0 0,0 1 0 0 0,1-1 1 0 0,-1 0-1 0 0,1 0 1 0 0,0 0-1 0 0,-1 0 0 0 0,1 1 1 0 0,0-1-1 0 0,0 0 1 0 0,0 0-1 0 0,1 0 1 0 0,-1 0-1 0 0,0 1 0 0 0,1-1 243 0 0,-1-8-1410 0 0</inkml:trace>
  <inkml:trace contextRef="#ctx0" brushRef="#br0" timeOffset="1253.898">480 192 2392 0 0,'96'62'6660'0'0,"-57"-32"-5631"0"0,47 31 150 0 0,-24-35-9449 0 0,-54-26 6916 0 0</inkml:trace>
  <inkml:trace contextRef="#ctx0" brushRef="#br0" timeOffset="1712.291">1154 82 1532 0 0,'12'-10'8802'0'0,"-13"37"-5562"0"0,-7-7-2863 0 0,0 0 0 0 0,-1-1 1 0 0,-1 0-1 0 0,-1 0 0 0 0,0-1 0 0 0,-2 0 0 0 0,0-1 1 0 0,-6 5-378 0 0,-10 10 700 0 0,28-32-736 0 0,16-15-128 0 0,39-6-192 0 0,-53 21 299 0 0,-1 0-44 0 0,6 34-817 0 0,-50 82-2658 0 0,37-102 2393 0 0,-3 9-1125 0 0,7-9-3153 0 0,3-14 4357 0 0</inkml:trace>
  <inkml:trace contextRef="#ctx0" brushRef="#br0" timeOffset="1965.009">975 673 2412 0 0,'10'-12'4548'0'0,"12"-2"-3215"0"0,-11 8-491 0 0,120-99 3868 0 0,-59 45-6119 0 0,-2-2-4885 0 0,-34 37 3306 0 0,-19 10 1534 0 0</inkml:trace>
  <inkml:trace contextRef="#ctx0" brushRef="#br0" timeOffset="2449.03">1529 1 1368 0 0,'-3'5'8540'0'0,"-3"6"-3921"0"0,-40 55-1632 0 0,32-47-2789 0 0,0-2 1 0 0,-1 0 0 0 0,-1-1 0 0 0,-1 0 0 0 0,0-1-1 0 0,-13 8-198 0 0,20-17-192 0 0,3 1-74 0 0,-1-2 1 0 0,0 1-1 0 0,0-1 1 0 0,0-1-1 0 0,0 1 1 0 0,-1-1-1 0 0,0-1 1 0 0,0 1-1 0 0,0-2 1 0 0,0 1-1 0 0,0-1 0 0 0,-1 0 266 0 0,-7-17-1350 0 0,17 13 1228 0 0,0 0 0 0 0,-1-1 1 0 0,1 1-1 0 0,0 0 1 0 0,0-1-1 0 0,1 1 0 0 0,-1 0 1 0 0,0-1-1 0 0,1 1 1 0 0,-1 0-1 0 0,1-1 0 0 0,0 1 1 0 0,0 0-1 0 0,0 0 1 0 0,0 0-1 0 0,0 0 0 0 0,0 0 1 0 0,1 0-1 0 0,-1 0 1 0 0,0 0-1 0 0,1 0 0 0 0,0 1 1 0 0,-1-1-1 0 0,1 1 1 0 0,0-1-1 0 0,0 1 122 0 0,2-3-208 0 0,87-76-1134 0 0,-83 75 1519 0 0,1 0 0 0 0,0 1 1 0 0,0 1-1 0 0,0-1 0 0 0,0 1 0 0 0,1 1 0 0 0,-1 0 0 0 0,1 0 0 0 0,0 1 1 0 0,-1 0-1 0 0,7 1-177 0 0,83 4 2426 0 0,-6 35 308 0 0,-91-37-2668 0 0,0-1 0 0 0,-1 1 1 0 0,1-1-1 0 0,-1 1 0 0 0,0 0 1 0 0,1-1-1 0 0,-1 1 0 0 0,0 0 1 0 0,0 0-1 0 0,0 0 0 0 0,0 0 1 0 0,-1 0-1 0 0,1 0 1 0 0,0 0-1 0 0,-1 0 0 0 0,0 1 1 0 0,1-1-1 0 0,-1 0 0 0 0,0 0 1 0 0,0 0-1 0 0,0 1 0 0 0,0-1 1 0 0,-1 0-1 0 0,1 0 0 0 0,0 0 1 0 0,-1 0-1 0 0,0 0 1 0 0,1 0-1 0 0,-1 0 0 0 0,0 0 1 0 0,0 0-1 0 0,0 0 0 0 0,0 0 1 0 0,-1 0-1 0 0,1 0 0 0 0,0-1 1 0 0,-1 1-1 0 0,1-1 0 0 0,-1 1 1 0 0,0-1-1 0 0,0 1-66 0 0,2-2-3 0 0,-97 88-460 0 0,88-82 332 0 0,-2 1-173 0 0,-1 0 0 0 0,0-2 0 0 0,0 1 0 0 0,0-2 0 0 0,-1 1 0 0 0,1-2 0 0 0,-1 0-1 0 0,0 0 1 0 0,0-1 0 0 0,0-1 0 0 0,-4 0 304 0 0,-52 2-6771 0 0,51-17 3796 0 0,14 7 1411 0 0,2 1 62 0 0</inkml:trace>
  <inkml:trace contextRef="#ctx0" brushRef="#br0" timeOffset="2702.107">1395 272 1880 0 0,'160'50'10050'0'0,"-101"-30"-7014"0"0,4 3-3480 0 0,-59-12-10636 0 0,-7-6 11225 0 0,-12 10-1556 0 0</inkml:trace>
  <inkml:trace contextRef="#ctx0" brushRef="#br0" timeOffset="3153.111">1462 514 2724 0 0,'-46'3'15690'0'0,"46"-3"-15437"0"0,0 0-50 0 0,2 11 1312 0 0,37-61-805 0 0,-35 46-627 0 0,1-1 0 0 0,1 1 0 0 0,-1 0 0 0 0,0 0-1 0 0,1 1 1 0 0,0-1 0 0 0,0 1 0 0 0,0 1 0 0 0,0-1 0 0 0,0 1-1 0 0,0 0 1 0 0,1 0 0 0 0,-1 1 0 0 0,1 0 0 0 0,-1 0 0 0 0,1 1-1 0 0,1-1-82 0 0,-3 3 28 0 0,0-1-1 0 0,0 1 1 0 0,0 0-1 0 0,0 0 1 0 0,-1 0-1 0 0,1 0 1 0 0,0 1-1 0 0,-1 0 1 0 0,0 0-1 0 0,0 0 0 0 0,0 1 1 0 0,0-1-1 0 0,0 1 1 0 0,-1 0-1 0 0,1 1-27 0 0,11 10 151 0 0,-12-12-56 0 0,0 0 0 0 0,0 0 0 0 0,0 0 1 0 0,0 0-1 0 0,-1 1 0 0 0,1 0 0 0 0,-1-1 0 0 0,0 1 0 0 0,0 0 0 0 0,0 0 0 0 0,-1 0 0 0 0,1 0 1 0 0,-1 0-1 0 0,0 0 0 0 0,0 1 0 0 0,-1-1 0 0 0,1 0 0 0 0,-1 0 0 0 0,0 1 0 0 0,0 3-95 0 0,-2-4 9 0 0,0 0-1 0 0,0 0 0 0 0,0-1 0 0 0,-1 1 0 0 0,1-1 1 0 0,-1 1-1 0 0,0-1 0 0 0,0 0 0 0 0,0 0 1 0 0,0 0-1 0 0,-1-1 0 0 0,1 1 0 0 0,-1-1 1 0 0,0 0-1 0 0,1 0 0 0 0,-1 0 0 0 0,0 0 0 0 0,0-1 1 0 0,0 1-1 0 0,-1-1 0 0 0,1 0 0 0 0,0 0 1 0 0,-3 0-9 0 0,2 0-150 0 0,1-1 0 0 0,-1 1 1 0 0,1-1-1 0 0,-1 1 0 0 0,0-1 0 0 0,1-1 1 0 0,-1 1-1 0 0,1-1 0 0 0,-1 1 1 0 0,1-1-1 0 0,-1-1 0 0 0,1 1 1 0 0,0-1-1 0 0,-1 1 0 0 0,1-1 1 0 0,0 0-1 0 0,0-1 0 0 0,0 1 0 0 0,1-1 1 0 0,-1 0-1 0 0,0 0 0 0 0,1 0 1 0 0,-1 0 149 0 0,1 0-252 0 0,-56-56-6209 0 0,41 7-4431 0 0,18 41 9254 0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0:05.321"/>
    </inkml:context>
    <inkml:brush xml:id="br0">
      <inkml:brushProperty name="width" value="0.05" units="cm"/>
      <inkml:brushProperty name="height" value="0.05" units="cm"/>
      <inkml:brushProperty name="color" value="#FFFFFF"/>
    </inkml:brush>
  </inkml:definitions>
  <inkml:trace contextRef="#ctx0" brushRef="#br0">61 28 2200 0 0,'-9'-8'15359'0'0,"4"8"-14045"0"0,3 0-2814 0 0,-1 0 1579 0 0,3 0-18 0 0,0 0-55 0 0,0 0-33 0 0,0 0-47 0 0,-6-3-23 0 0,-22-13-78 0 0,21 15 121 0 0,7 1 216 0 0,4 5-5328 0 0,1 11-3922 0 0,-2-12 7560 0 0</inkml:trace>
  <inkml:trace contextRef="#ctx0" brushRef="#br0" timeOffset="481.073">199 42 1148 0 0,'18'-7'11372'0'0,"-8"5"-6427"0"0,-7-7-3780 0 0,-2 9-1182 0 0,-1 0 0 0 0,0 0-1 0 0,0 0 1 0 0,0 0 0 0 0,1 0-1 0 0,-1 0 1 0 0,0 0 0 0 0,0 0-1 0 0,1 0 1 0 0,-1 0 0 0 0,0 0-1 0 0,1 0 1 0 0,-1 0 0 0 0,0 0-1 0 0,0 0 1 0 0,1 0 0 0 0,-1 0-1 0 0,0 0 1 0 0,0 0 0 0 0,1 0-1 0 0,-1 0 1 0 0,0 0 0 0 0,0 0-1 0 0,0 0 1 0 0,1-1 0 0 0,-1 1 17 0 0,4 9-1071 0 0,-11-3-6615 0 0,-5 4 1111 0 0,10-5 5027 0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0:02.203"/>
    </inkml:context>
    <inkml:brush xml:id="br0">
      <inkml:brushProperty name="width" value="0.05" units="cm"/>
      <inkml:brushProperty name="height" value="0.05" units="cm"/>
      <inkml:brushProperty name="color" value="#FFFFFF"/>
    </inkml:brush>
  </inkml:definitions>
  <inkml:trace contextRef="#ctx0" brushRef="#br0">6 0 948 0 0,'-5'18'5247'0'0,"7"16"-3352"0"0,-1-24-1195 0 0,41 279 6190 0 0,-38-266-6503 0 0,-3-8-7 0 0,1-1 0 0 0,1 0 0 0 0,1 0 0 0 0,0 0 0 0 0,0 0 0 0 0,2 0 0 0 0,0-1-1 0 0,0 0 1 0 0,6 9-380 0 0,-11-22 48 0 0,0 1 0 0 0,1-1 0 0 0,-1 1 0 0 0,0-1 0 0 0,0 1 0 0 0,1-1 0 0 0,-1 0 0 0 0,0 1 0 0 0,1-1 0 0 0,-1 0 0 0 0,0 0 0 0 0,0 0 0 0 0,1 0 0 0 0,-1 0 0 0 0,0-1 0 0 0,1 1 0 0 0,-1 0-1 0 0,0 0 1 0 0,1-1 0 0 0,-1 1 0 0 0,0-1 0 0 0,0 1 0 0 0,0-1 0 0 0,0 0 0 0 0,1 1 0 0 0,-1-1 0 0 0,0 0 0 0 0,0 0 0 0 0,0 0 0 0 0,0 0 0 0 0,-1 0 0 0 0,1 0 0 0 0,0 0 0 0 0,0 0 0 0 0,0 0-1 0 0,-1 0 1 0 0,1 0 0 0 0,-1 0 0 0 0,1-1 0 0 0,-1 1-48 0 0,3-2 138 0 0,32-38 89 0 0,-3-2 0 0 0,-1-1 0 0 0,-2-1 0 0 0,15-34-227 0 0,-7-22-4870 0 0,-37 100 3241 0 0,-2-22-9043 0 0,-11 11 7790 0 0,9 10 1393 0 0</inkml:trace>
  <inkml:trace contextRef="#ctx0" brushRef="#br0" timeOffset="666.704">489 136 2028 0 0,'2'4'7892'0'0,"2"22"-4611"0"0,-3-3-2689 0 0,-1 1-1 0 0,-1-1 1 0 0,-1 1-1 0 0,-1-1 1 0 0,-1 0-1 0 0,-1 0 1 0 0,-6 18-592 0 0,-32 96 1220 0 0,26-98-426 0 0,17-39-663 0 0,0 0-29 0 0,40 11 552 0 0,23-13-149 0 0,145-43 156 0 0,-192 43-669 0 0,-1-2-1 0 0,1 0 1 0 0,-1 0-1 0 0,0-2 1 0 0,-1 0-1 0 0,1 0 1 0 0,13-9 8 0 0,-4-2-3554 0 0,-30 5-5644 0 0,-34-3 5310 0 0,23 13 2324 0 0,4-2 62 0 0</inkml:trace>
  <inkml:trace contextRef="#ctx0" brushRef="#br0" timeOffset="917.576">555 84 1368 0 0,'27'-6'4434'0'0,"8"-2"-1998"0"0,-10-9-5096 0 0,-18 14 382 0 0,-5 2 1002 0 0</inkml:trace>
  <inkml:trace contextRef="#ctx0" brushRef="#br0" timeOffset="1731.685">540 113 1360 0 0,'-2'0'3254'0'0,"-2"1"210"0"0,7-1 7209 0 0,101-1-7532 0 0,12-25-2094 0 0,-58 14-2842 0 0,-90 31-9360 0 0,5 14 6720 0 0,23-28 3978 0 0,-10 9-1066 0 0,-3-2 121 0 0</inkml:trace>
  <inkml:trace contextRef="#ctx0" brushRef="#br0" timeOffset="2102.665">543 252 1520 0 0,'-2'4'2133'0'0,"-5"11"4498"0"0,25-2-1413 0 0,71-17-792 0 0,17-11-2784 0 0,-72 15-2230 0 0,-19 0-4337 0 0,-8-1-94 0 0,-18 3 843 0 0,-8 4 1006 0 0,-7 1 1610 0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29:59.571"/>
    </inkml:context>
    <inkml:brush xml:id="br0">
      <inkml:brushProperty name="width" value="0.05" units="cm"/>
      <inkml:brushProperty name="height" value="0.05" units="cm"/>
      <inkml:brushProperty name="color" value="#FFFFFF"/>
    </inkml:brush>
  </inkml:definitions>
  <inkml:trace contextRef="#ctx0" brushRef="#br0">203 6 1228 0 0,'0'-3'1932'0'0,"-3"0"8137"0"0,-3 13-5093 0 0,-25 55-5271 0 0,16-33 1467 0 0,-94 236 81 0 0,71-147-3876 0 0,38-156-6834 0 0,19-46 4796 0 0,-14 51 3239 0 0</inkml:trace>
  <inkml:trace contextRef="#ctx0" brushRef="#br0" timeOffset="358.962">129 37 836 0 0,'1'-1'168'0'0,"-1"0"-1"0"0,1 1 1 0 0,-1-1 0 0 0,0 0-1 0 0,1 1 1 0 0,-1-1 0 0 0,1 1-1 0 0,-1-1 1 0 0,1 1 0 0 0,0-1-1 0 0,-1 1 1 0 0,1-1 0 0 0,0 1-1 0 0,-1-1 1 0 0,1 1 0 0 0,0 0-1 0 0,-1-1 1 0 0,1 1 0 0 0,0 0-1 0 0,0 0 1 0 0,-1 0 0 0 0,1-1-1 0 0,0 1 1 0 0,0 0 0 0 0,-1 0-1 0 0,1 0 1 0 0,0 0 0 0 0,0 0 0 0 0,0 0-1 0 0,-1 1 1 0 0,1-1 0 0 0,0 0-1 0 0,0 0 1 0 0,-1 1 0 0 0,1-1-1 0 0,0 0 1 0 0,-1 1 0 0 0,1-1-1 0 0,0 0 1 0 0,-1 1 0 0 0,1-1-1 0 0,0 1 1 0 0,-1-1 0 0 0,1 1-1 0 0,-1-1 1 0 0,1 1 0 0 0,-1 0-1 0 0,1-1 1 0 0,-1 1 0 0 0,0 0-1 0 0,1-1 1 0 0,-1 1 0 0 0,0 0-1 0 0,1-1 1 0 0,-1 1 0 0 0,0 0-1 0 0,0 0 1 0 0,0-1 0 0 0,0 1-1 0 0,0 0 1 0 0,0 0 0 0 0,0 0-168 0 0,6 6-137 0 0,88 174 4975 0 0,-62-119-3697 0 0,-2 1 0 0 0,-3 1 0 0 0,1 14-1141 0 0,-2-28 2265 0 0,-17-71-1901 0 0,46-182 388 0 0,-22 80-1209 0 0,-18 39-3936 0 0,-14 72 2634 0 0,5-17-7765 0 0,-5 27 6334 0 0,-1 2 1660 0 0</inkml:trace>
  <inkml:trace contextRef="#ctx0" brushRef="#br0" timeOffset="776.06">855 35 2672 0 0,'5'18'9206'0'0,"-20"21"-5895"0"0,11-30-2784 0 0,-19 39 476 0 0,-2-1-1 0 0,-2-1 1 0 0,-3-1-1 0 0,-1-2 1 0 0,-11 9-1003 0 0,-5 8-518 0 0,47-61 390 0 0,-1 1-1 0 0,1-1 0 0 0,0 1 1 0 0,0-1-1 0 0,0 1 0 0 0,0 0 1 0 0,0-1-1 0 0,0 1 1 0 0,-1-1-1 0 0,1 1 0 0 0,0-1 1 0 0,0 1-1 0 0,-1 0 1 0 0,1-1-1 0 0,0 1 0 0 0,-1 0 1 0 0,1-1-1 0 0,0 1 0 0 0,-1 0 1 0 0,1-1-1 0 0,0 1 1 0 0,-1 0-1 0 0,1-1 0 0 0,-1 1 1 0 0,1 0-1 0 0,-1 0 1 0 0,1 0-1 0 0,-1 0 0 0 0,1-1 1 0 0,0 1-1 0 0,-1 0 0 0 0,1 0 1 0 0,-1 0-1 0 0,1 0 1 0 0,-1 0-1 0 0,1 0 0 0 0,-1 0 1 0 0,1 0-1 0 0,-1 0 1 0 0,1 1-1 0 0,-1-1 0 0 0,1 0 1 0 0,-1 0-1 0 0,1 0 0 0 0,0 0 1 0 0,-1 1-1 0 0,1-1 1 0 0,-1 0-1 0 0,1 0 0 0 0,0 1 1 0 0,-1-1-1 0 0,1 0 1 0 0,-1 1 128 0 0,8-34-4770 0 0,23-39 14 0 0,-15 47 3171 0 0</inkml:trace>
  <inkml:trace contextRef="#ctx0" brushRef="#br0" timeOffset="1057.639">824 28 876 0 0,'34'0'6773'0'0,"5"47"-4017"0"0,-17-5-1861 0 0,-3 2-1 0 0,-1 1 1 0 0,-2 0-1 0 0,-3 1 1 0 0,-1 1-1 0 0,-2 0 1 0 0,0 18-895 0 0,0-10 573 0 0,7 57-1431 0 0,-17-110 141 0 0,-1 5-1180 0 0,-8-14-4890 0 0,-3-7 3602 0 0,-1-2 1593 0 0</inkml:trace>
  <inkml:trace contextRef="#ctx0" brushRef="#br0" timeOffset="1245.11">750 399 1676 0 0,'-5'-4'2516'0'0,"6"4"-2318"0"0,-1 0 0 0 0,0 0 1 0 0,1 0-1 0 0,-1-1 0 0 0,0 1 1 0 0,1 0-1 0 0,-1 0 0 0 0,0-1 0 0 0,1 1 1 0 0,-1 0-1 0 0,0 0 0 0 0,1-1 0 0 0,-1 1 1 0 0,0 0-1 0 0,1-1 0 0 0,-1 1 0 0 0,0 0 1 0 0,0-1-1 0 0,0 1 0 0 0,1-1 0 0 0,-1 1 1 0 0,0 0-1 0 0,0-1 0 0 0,0 1 0 0 0,0-1 1 0 0,0 1-1 0 0,0 0 0 0 0,0-1 0 0 0,0 1 1 0 0,0-1-1 0 0,0 1 0 0 0,0 0 0 0 0,0-1 1 0 0,0 1-1 0 0,0-1 0 0 0,0 1 0 0 0,0 0 1 0 0,-1-1-1 0 0,1 1 0 0 0,0-1 1 0 0,0 1-1 0 0,0 0 0 0 0,-1-1 0 0 0,1 1 1 0 0,0 0-1 0 0,0-1 0 0 0,-1 1 0 0 0,1 0 1 0 0,0-1-1 0 0,-1 1 0 0 0,1 0 0 0 0,-1 0-198 0 0,100 1 4040 0 0,-3 0-6946 0 0,-64-16-3665 0 0,-15 12 752 0 0,-11 3 4454 0 0</inkml:trace>
  <inkml:trace contextRef="#ctx0" brushRef="#br0" timeOffset="1755.159">1219 91 916 0 0,'6'0'9324'0'0,"28"9"-5554"0"0,118 21 122 0 0,-29-17-2728 0 0,-122-13-1656 0 0,-1 0-147 0 0,0 0-153 0 0,0 0-162 0 0,-7 2-8289 0 0,-13 5 4828 0 0,13-4 2992 0 0</inkml:trace>
  <inkml:trace contextRef="#ctx0" brushRef="#br0" timeOffset="2018.251">1409 175 1100 0 0,'-26'52'5191'0'0,"1"33"-2819"0"0,14-44-1702 0 0,-13 63-3058 0 0,11-51-1763 0 0,9-40 2681 0 0</inkml:trace>
  <inkml:trace contextRef="#ctx0" brushRef="#br0" timeOffset="2285.227">1202 604 2428 0 0,'12'0'10144'0'0,"59"-8"-6499"0"0,137-6-452 0 0,-179 14-5910 0 0,-11 0-3223 0 0,9-13 768 0 0,-13 11 2233 0 0,-6 0 1537 0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0:12.975"/>
    </inkml:context>
    <inkml:brush xml:id="br0">
      <inkml:brushProperty name="width" value="0.05" units="cm"/>
      <inkml:brushProperty name="height" value="0.05" units="cm"/>
      <inkml:brushProperty name="color" value="#FFFFFF"/>
    </inkml:brush>
  </inkml:definitions>
  <inkml:trace contextRef="#ctx0" brushRef="#br0">0 20 2380 0 0,'0'0'1532'0'0,"0"0"-34"0"0,0 0-165 0 0,0 0-175 0 0,0 0-101 0 0,0 0 50 0 0,0 0-41 0 0,4 0-81 0 0,72-1 1916 0 0,88 13-585 0 0,-149-12-2874 0 0,7-15-589 0 0,-4 0-3535 0 0,-19 17-1353 0 0,-4 5 4525 0 0,5-6 683 0 0,-4 3-859 0 0</inkml:trace>
  <inkml:trace contextRef="#ctx0" brushRef="#br0" timeOffset="264.665">200 36 1016 0 0,'-14'18'7583'0'0,"10"28"-4858"0"0,4-34-2149 0 0,-18 149 2131 0 0,13-66-4613 0 0,5-69-3840 0 0,0-24 4144 0 0,2 0-46 0 0,5 8 23 0 0</inkml:trace>
  <inkml:trace contextRef="#ctx0" brushRef="#br0" timeOffset="609.954">409 115 2128 0 0,'-16'25'6840'0'0,"-2"46"-2882"0"0,16-65-3808 0 0,1 0 1 0 0,0 0-1 0 0,1 0 1 0 0,-1 0-1 0 0,1 0 1 0 0,1 0-1 0 0,-1 0 0 0 0,1 0 1 0 0,0 0-1 0 0,0 0 1 0 0,0 0-1 0 0,1 0 1 0 0,0 0-1 0 0,0-1 1 0 0,1 1-1 0 0,0 0 1 0 0,0-1-1 0 0,0 0 0 0 0,0 0 1 0 0,1 0-1 0 0,0 0 1 0 0,0-1-1 0 0,0 1 1 0 0,1-1-1 0 0,-1 0 1 0 0,1 0-1 0 0,0-1 0 0 0,0 0 1 0 0,2 1-151 0 0,-4-3 26 0 0,1 0 0 0 0,-1-1 0 0 0,1 0 1 0 0,0 0-1 0 0,-1 0 0 0 0,1 0 0 0 0,-1 0 0 0 0,1-1 1 0 0,-1 0-1 0 0,1 0 0 0 0,-1 0 0 0 0,1 0 0 0 0,-1 0 1 0 0,0-1-1 0 0,1 1 0 0 0,-1-1 0 0 0,0 0 0 0 0,0 0 0 0 0,0 0 1 0 0,0 0-1 0 0,-1-1 0 0 0,1 1 0 0 0,-1-1 0 0 0,1 1 1 0 0,-1-1-1 0 0,2-2-26 0 0,44-84-227 0 0,-47 85 252 0 0,0 1-1 0 0,0-1 1 0 0,0 0 0 0 0,0 1-1 0 0,0-1 1 0 0,-1 0-1 0 0,0 0 1 0 0,0 1 0 0 0,0-1-1 0 0,0 0 1 0 0,0 0 0 0 0,-1 1-1 0 0,0-1 1 0 0,1 0 0 0 0,-1 1-1 0 0,-1-1 1 0 0,1 0-1 0 0,-1 1 1 0 0,1 0 0 0 0,-1-1-1 0 0,0 1 1 0 0,0 0 0 0 0,0 0-1 0 0,-1 0 1 0 0,1 0 0 0 0,-1 0-1 0 0,1 1 1 0 0,-1-1-1 0 0,0 1 1 0 0,0 0 0 0 0,0-1-1 0 0,0 1 1 0 0,-1 1 0 0 0,1-1-1 0 0,-1 0 1 0 0,1 1 0 0 0,-1 0-1 0 0,1 0 1 0 0,-1 0-1 0 0,0 0 1 0 0,1 0 0 0 0,-1 1-1 0 0,0 0 1 0 0,-1 0-25 0 0,-64 34-2267 0 0,70-34 2055 0 0,0 0 1 0 0,-1 0 0 0 0,1 0 0 0 0,-1 0-1 0 0,1 0 1 0 0,-1 0 0 0 0,1 0 0 0 0,-1 0 0 0 0,1 0-1 0 0,0 0 1 0 0,-1 0 0 0 0,1 0 0 0 0,-1 0 0 0 0,1 0-1 0 0,-1 0 1 0 0,1 1 0 0 0,-1-1 0 0 0,1 0 0 0 0,-1 0-1 0 0,1 1 1 0 0,-1-1 0 0 0,1 0 0 0 0,-1 1 0 0 0,1-1-1 0 0,-1 0 1 0 0,1 1 0 0 0,-1-1 0 0 0,0 1 0 0 0,1-1-1 0 0,-1 1 1 0 0,0-1 0 0 0,1 1 0 0 0,-1-1-1 0 0,0 1 1 0 0,0-1 0 0 0,0 1 0 0 0,1-1 0 0 0,-1 1-1 0 0,0-1 1 0 0,0 1 0 0 0,0 0 0 0 0,0-1 0 0 0,0 1-1 0 0,0-1 1 0 0,0 1 0 0 0,0-1 0 0 0,0 1 0 0 0,0 0-1 0 0,0-1 1 0 0,-1 1 0 0 0,1-1 0 0 0,0 1 0 0 0,0-1-1 0 0,0 1 1 0 0,-1-1 0 0 0,1 1 0 0 0,0-1 0 0 0,-1 1-1 0 0,1-1 1 0 0,0 1 0 0 0,-1-1 0 0 0,1 0-1 0 0,-1 1 1 0 0,1-1 211 0 0,9 1-1430 0 0</inkml:trace>
  <inkml:trace contextRef="#ctx0" brushRef="#br0" timeOffset="967.985">732 143 2928 0 0,'7'19'7464'0'0,"-16"16"-4552"0"0,6-27-2498 0 0,-17 175 4723 0 0,20-181-5110 0 0,0 1 0 0 0,0-1 0 0 0,0 0 0 0 0,1 1-1 0 0,-1-1 1 0 0,1 1 0 0 0,-1-1 0 0 0,1 0 0 0 0,0 1 0 0 0,0-1 0 0 0,0 0 0 0 0,0 0 0 0 0,1 0-1 0 0,-1 0 1 0 0,1 0 0 0 0,-1 0 0 0 0,1 0 0 0 0,-1-1 0 0 0,1 1 0 0 0,0 0 0 0 0,0-1 0 0 0,0 1-1 0 0,0-1 1 0 0,0 0 0 0 0,0 0 0 0 0,0 0 0 0 0,1 0 0 0 0,-1 0 0 0 0,0 0 0 0 0,1 0 0 0 0,-1-1-1 0 0,0 1 1 0 0,1-1 0 0 0,-1 0 0 0 0,1 0 0 0 0,-1 0 0 0 0,1 0 0 0 0,-1 0 0 0 0,0 0-1 0 0,1-1 1 0 0,-1 1 0 0 0,1-1 0 0 0,-1 0-27 0 0,6-3 6 0 0,-1 0 0 0 0,0-1-1 0 0,0-1 1 0 0,0 1 0 0 0,0-1-1 0 0,-1 0 1 0 0,0 0 0 0 0,-1-1 0 0 0,1 0-1 0 0,-1 0 1 0 0,0 0 0 0 0,-1-1-1 0 0,0 0 1 0 0,1-1-6 0 0,9-16-1 0 0,-10 18 82 0 0,0 0-1 0 0,0 1 1 0 0,0-2 0 0 0,-1 1-1 0 0,0 0 1 0 0,-1-1 0 0 0,0 1-1 0 0,0-1 1 0 0,0 0 0 0 0,-1 1-1 0 0,0-1 1 0 0,-1-1-81 0 0,-1 5-34 0 0,-1 0-1 0 0,1 0 1 0 0,-1 1 0 0 0,0-1 0 0 0,0 1 0 0 0,-1 0-1 0 0,1-1 1 0 0,-1 1 0 0 0,1 0 0 0 0,-1 0-1 0 0,0 1 1 0 0,0-1 0 0 0,-1 1 0 0 0,1-1 0 0 0,0 1-1 0 0,-1 0 1 0 0,1 0 0 0 0,-1 0 0 0 0,0 1-1 0 0,0-1 1 0 0,1 1 0 0 0,-1 0 0 0 0,0 0 0 0 0,0 1-1 0 0,0-1 1 0 0,0 1 0 0 0,-2 0 34 0 0,-40-6-10319 0 0,44 6 8497 0 0,2 0 89 0 0,-13-9-1591 0 0,13 5 1880 0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0:09.669"/>
    </inkml:context>
    <inkml:brush xml:id="br0">
      <inkml:brushProperty name="width" value="0.05" units="cm"/>
      <inkml:brushProperty name="height" value="0.05" units="cm"/>
      <inkml:brushProperty name="color" value="#FFFFFF"/>
    </inkml:brush>
  </inkml:definitions>
  <inkml:trace contextRef="#ctx0" brushRef="#br0">0 3 1756 0 0,'1'4'4972'0'0,"2"14"-2293"0"0,32 52 1564 0 0,17-11-4078 0 0,-37-54-2366 0 0,-8-3-5794 0 0,-7-2 6428 0 0</inkml:trace>
  <inkml:trace contextRef="#ctx0" brushRef="#br0" timeOffset="364.13">272 6 1920 0 0,'4'-5'6931'0'0,"-11"13"-3588"0"0,-103 83 772 0 0,23-35-4446 0 0,89-45-1727 0 0,17 5 2903 0 0,4 113 1233 0 0,-21-43-4299 0 0,-2-82 2004 0 0,0-2-907 0 0,0-2-424 0 0,0 0-46 0 0,0 0-114 0 0,2 2 47 0 0,8 8-1448 0 0,-10-15 1624 0 0</inkml:trace>
  <inkml:trace contextRef="#ctx0" brushRef="#br0" timeOffset="832.195">306 122 2172 0 0,'-25'27'8248'0'0,"19"38"-4998"0"0,6-59-2737 0 0,0 1-410 0 0,1 0 1 0 0,0 0 0 0 0,0 0-1 0 0,0-1 1 0 0,1 1 0 0 0,0 0 0 0 0,1-1-1 0 0,-1 1 1 0 0,1-1 0 0 0,0 0-1 0 0,1 0 1 0 0,0 0 0 0 0,0 0-104 0 0,-1-3 26 0 0,1-1 0 0 0,-1 0-1 0 0,1 0 1 0 0,0 0 0 0 0,-1 0 0 0 0,1-1 0 0 0,0 1 0 0 0,0-1 0 0 0,0 0 0 0 0,0 0 0 0 0,0-1 0 0 0,0 1 0 0 0,1-1-1 0 0,-1 0 1 0 0,0 0 0 0 0,0 0 0 0 0,0 0 0 0 0,0-1 0 0 0,0 0 0 0 0,0 0 0 0 0,0 0 0 0 0,0 0 0 0 0,0-1-1 0 0,0 1 1 0 0,0-1 0 0 0,-1 0 0 0 0,1 0 0 0 0,0 0 0 0 0,-1-1 0 0 0,0 1 0 0 0,0-1 0 0 0,0 0 0 0 0,0 0 0 0 0,2-2-26 0 0,3-2 43 0 0,-1-1 0 0 0,0 1 0 0 0,-1-1 0 0 0,0 0 0 0 0,0-1 0 0 0,0 0 0 0 0,-1 1 0 0 0,0-2 0 0 0,-1 1 0 0 0,0 0 0 0 0,-1-1 0 0 0,0 0 0 0 0,0 0 0 0 0,-1 0 0 0 0,0 0 0 0 0,-1 0 0 0 0,0-2-43 0 0,-2 7 71 0 0,0 0 0 0 0,0 0 0 0 0,0 0-1 0 0,-1 0 1 0 0,0 0 0 0 0,0 1 0 0 0,0-1 0 0 0,-1 0 0 0 0,1 1 0 0 0,-1-1 0 0 0,0 1 0 0 0,-1 0 0 0 0,1 0-1 0 0,-1 0 1 0 0,0 0-71 0 0,-45-13 320 0 0,47 17-342 0 0,-23 3-1892 0 0,2 15 477 0 0,17-9-4686 0 0,16-7 69 0 0,-4-4 4618 0 0</inkml:trace>
  <inkml:trace contextRef="#ctx0" brushRef="#br0" timeOffset="1173.668">562 21 2408 0 0,'14'8'7148'0'0,"-9"30"-3564"0"0,-4-30-2926 0 0,0 144 3190 0 0,25-91-3175 0 0,-25-58-630 0 0,1 0-1 0 0,0-1 1 0 0,0 1 0 0 0,0 0-1 0 0,1-1 1 0 0,-1 0-1 0 0,1 1 1 0 0,-1-1 0 0 0,1 0-1 0 0,0 0 1 0 0,0 0 0 0 0,-1-1-1 0 0,1 1 1 0 0,1-1 0 0 0,-1 1-1 0 0,0-1 1 0 0,0 0-1 0 0,0 0 1 0 0,1-1-43 0 0,-3 0 51 0 0,1 0-42 0 0,4-2-14 0 0,0-1 0 0 0,0 0 0 0 0,0 0 1 0 0,-1-1-1 0 0,0 0 0 0 0,0 0 0 0 0,0 0 0 0 0,0 0 0 0 0,-1-1 0 0 0,1 0 0 0 0,-1 0 0 0 0,0 0 1 0 0,-1 0-1 0 0,1-1 0 0 0,-1 1 0 0 0,0-1 0 0 0,0 0 0 0 0,-1 0 5 0 0,6-8-113 0 0,18-69-1910 0 0,-24 24-6977 0 0,-2 46 5351 0 0,0 12 2017 0 0,0 1-56 0 0</inkml:trace>
  <inkml:trace contextRef="#ctx0" brushRef="#br0" timeOffset="1486.166">857 52 1792 0 0,'11'21'6774'0'0,"-11"20"-4792"0"0,-1-38-1728 0 0,-2 66 2438 0 0,-34 60-1082 0 0,17-95-3003 0 0,20-68-7483 0 0,6 16 7315 0 0,-3-1 43 0 0</inkml:trace>
  <inkml:trace contextRef="#ctx0" brushRef="#br0" timeOffset="1752.216">896 82 1964 0 0,'15'3'7540'0'0,"0"38"-4818"0"0,-14-39-2538 0 0,39 176 4636 0 0,-18-89-2182 0 0,-21-89-2610 0 0,-1 1 0 0 0,1-1-1 0 0,-1 0 1 0 0,1 0 0 0 0,-1 1-1 0 0,1-1 1 0 0,-1 0 0 0 0,1 0-1 0 0,-1 1 1 0 0,1-1 0 0 0,0 0-1 0 0,-1 0 1 0 0,1 0 0 0 0,-1 0-1 0 0,1 0 1 0 0,0 0 0 0 0,-1 0-1 0 0,1 0 1 0 0,-1 0 0 0 0,1 0-1 0 0,-1 0 1 0 0,1-1 0 0 0,0 1-1 0 0,-1 0 1 0 0,1 0-1 0 0,-1 0 1 0 0,1-1 0 0 0,-1 1-1 0 0,1 0 1 0 0,-1-1 0 0 0,1 1-1 0 0,-1 0 1 0 0,1-1 0 0 0,-1 1-1 0 0,0-1 1 0 0,1 1 0 0 0,-1-1-1 0 0,0 1 1 0 0,1-1 0 0 0,-1 1-1 0 0,0-1 1 0 0,1 1 0 0 0,-1-1-1 0 0,0 1 1 0 0,0-1 0 0 0,0 0-28 0 0,1 0-65 0 0,25-57-745 0 0,-6-40-3446 0 0,-19 31-8002 0 0,-1 55 10722 0 0</inkml:trace>
  <inkml:trace contextRef="#ctx0" brushRef="#br0" timeOffset="2471.276">1411 39 1860 0 0,'-26'-18'8593'0'0,"-26"40"-5416"0"0,46-18-2939 0 0,-9 5 6 0 0,1 1 1 0 0,0 0-1 0 0,0 1 1 0 0,1 1-1 0 0,1 0 1 0 0,0 1-1 0 0,1 0 1 0 0,0 1-1 0 0,1 0 1 0 0,0 0-1 0 0,1 1 1 0 0,1 1-1 0 0,0-1 0 0 0,2 1 1 0 0,-4 11-245 0 0,8-22 18 0 0,1 0 0 0 0,0 1 1 0 0,1-1-1 0 0,-1 1 0 0 0,1-1 0 0 0,0 0 0 0 0,0 1 1 0 0,1-1-1 0 0,0 0 0 0 0,0 1 0 0 0,0-1 0 0 0,0 0 1 0 0,1 0-1 0 0,0 0 0 0 0,0 0 0 0 0,0 0 0 0 0,1 0 1 0 0,-1 0-1 0 0,1-1 0 0 0,0 1 0 0 0,1-1 0 0 0,-1 0 1 0 0,1 0-1 0 0,0 0 0 0 0,0-1 0 0 0,0 1 0 0 0,3 1-18 0 0,-5-3-92 0 0,1-1 0 0 0,0 1 0 0 0,-1-1 0 0 0,1 0-1 0 0,0 0 1 0 0,0 0 0 0 0,0 0 0 0 0,-1-1 0 0 0,1 1-1 0 0,0-1 1 0 0,0 1 0 0 0,0-1 0 0 0,0 0 0 0 0,0 0-1 0 0,0-1 1 0 0,0 1 0 0 0,0-1 0 0 0,0 1 0 0 0,0-1 0 0 0,0 0-1 0 0,-1 0 1 0 0,1 0 0 0 0,0 0 0 0 0,-1-1 0 0 0,1 1-1 0 0,-1-1 1 0 0,1 1 0 0 0,-1-1 0 0 0,0 0 0 0 0,1 0-1 0 0,-1 0 1 0 0,0 0 0 0 0,0-1 0 0 0,-1 1 0 0 0,1-1 0 0 0,0 1-1 0 0,0-3 93 0 0,8-30-3170 0 0,-11 33 2729 0 0,-1-23-22 0 0,-28-23 3995 0 0,35 41 203 0 0,14 2-3777 0 0,-16 4 492 0 0,135-17 2245 0 0,-135 19-2659 0 0,0 0 1 0 0,0-1-1 0 0,-1 1 1 0 0,1 1-1 0 0,0-1 1 0 0,-1 0-1 0 0,1 1 1 0 0,-1-1-1 0 0,1 1 1 0 0,-1 0-1 0 0,0 0 1 0 0,0 0-1 0 0,0 0 1 0 0,0 0 0 0 0,0 0-1 0 0,0 1 1 0 0,-1-1-1 0 0,1 1 1 0 0,-1-1-1 0 0,1 1 1 0 0,-1-1-1 0 0,0 1 1 0 0,0 0-1 0 0,0 0 1 0 0,-1-1-1 0 0,1 1 1 0 0,-1 0-1 0 0,1 0 1 0 0,-1 0 0 0 0,0 0-1 0 0,0 0 1 0 0,0 0-1 0 0,-1-1 1 0 0,1 2-37 0 0,0 9 371 0 0,-2 31-13850 0 0,-6-32 10058 0 0,6-14 311 0 0,2 1 1532 0 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0:07.360"/>
    </inkml:context>
    <inkml:brush xml:id="br0">
      <inkml:brushProperty name="width" value="0.05" units="cm"/>
      <inkml:brushProperty name="height" value="0.05" units="cm"/>
      <inkml:brushProperty name="color" value="#FFFFFF"/>
    </inkml:brush>
  </inkml:definitions>
  <inkml:trace contextRef="#ctx0" brushRef="#br0">0 43 2408 0 0,'0'0'1414'0'0,"0"0"-142"0"0,4 0-81 0 0,8 0-157 0 0,-9 0-106 0 0,-3 0-116 0 0,4 3-141 0 0,25 45-10 0 0,-28-45-533 0 0,3-1-7905 0 0,-2-5 6427 0 0</inkml:trace>
  <inkml:trace contextRef="#ctx0" brushRef="#br0" timeOffset="282.044">204 6 2468 0 0,'0'0'194'0'0,"1"-1"0"0"0,-1 1 0 0 0,0 0-1 0 0,1-1 1 0 0,-1 1 0 0 0,1-1 0 0 0,-1 1 0 0 0,1 0-1 0 0,0-1 1 0 0,-1 1 0 0 0,1 0 0 0 0,-1-1 0 0 0,1 1-1 0 0,-1 0 1 0 0,1 0 0 0 0,0 0 0 0 0,-1 0 0 0 0,1 0-1 0 0,0 0 1 0 0,-1 0 0 0 0,1 0 0 0 0,-1 0 0 0 0,1 0-1 0 0,0 0 1 0 0,-1 0 0 0 0,1 0 0 0 0,0 0 0 0 0,-1 0-1 0 0,1 1 1 0 0,-1-1 0 0 0,1 0 0 0 0,0 0 0 0 0,-1 1-1 0 0,1-1 1 0 0,-1 0 0 0 0,1 1 0 0 0,-1-1 0 0 0,1 1-1 0 0,-1-1 1 0 0,1 1 0 0 0,-1-1 0 0 0,0 1 0 0 0,1-1-1 0 0,-1 1 1 0 0,0-1 0 0 0,1 1 0 0 0,-1-1 0 0 0,0 1-194 0 0,2 15-257 0 0,-2 0-3444 0 0,-1-7-1186 0 0,1-6 3285 0 0</inkml:trace>
  <inkml:trace contextRef="#ctx0" brushRef="#br0" timeOffset="914.134">389 99 1480 0 0,'42'13'10856'0'0,"9"-5"-5237"0"0,34-3-4686 0 0,-2-4-5929 0 0,-71-1 3896 0 0,1-2-4202 0 0,-13 2 4495 0 0,-7 2-2961 0 0,3-2 2257 0 0</inkml:trace>
  <inkml:trace contextRef="#ctx0" brushRef="#br0" timeOffset="1165.12">592 153 1956 0 0,'-10'16'5369'0'0,"3"22"-2793"0"0,4-20-2143 0 0,-27 192 1409 0 0,26-167-3167 0 0,4-41 45 0 0,0 3-794 0 0,0 2-1988 0 0,0-7 2643 0 0</inkml:trace>
  <inkml:trace contextRef="#ctx0" brushRef="#br0" timeOffset="1522.322">772 222 1240 0 0,'-8'12'6478'0'0,"-1"16"-3585"0"0,7 54 1580 0 0,3-76-4426 0 0,0-1 0 0 0,1 1 0 0 0,-1-1 0 0 0,1 1 0 0 0,1-1 1 0 0,-1 0-1 0 0,0 0 0 0 0,1 0 0 0 0,0 0 0 0 0,1 0 0 0 0,-1-1 0 0 0,1 1 0 0 0,0-1 0 0 0,0 0 0 0 0,0 0 0 0 0,0 0 1 0 0,1-1-1 0 0,-1 0 0 0 0,1 1 0 0 0,0-2 0 0 0,0 1 0 0 0,0 0 0 0 0,0-1 0 0 0,1 0 0 0 0,-1 0 0 0 0,1-1 0 0 0,-1 0 0 0 0,1 0 1 0 0,0 0-1 0 0,-1 0 0 0 0,1-1 0 0 0,0 0-47 0 0,-1-1 27 0 0,-1-1 0 0 0,1 0 0 0 0,-1 0 1 0 0,1 0-1 0 0,-1 0 0 0 0,0-1 0 0 0,1 1 0 0 0,-1-1 1 0 0,-1 0-1 0 0,1-1 0 0 0,0 1 0 0 0,-1-1 1 0 0,0 1-1 0 0,0-1 0 0 0,0 0 0 0 0,0 0 0 0 0,0-1 1 0 0,-1 1-1 0 0,0 0 0 0 0,0-1 0 0 0,0 1 0 0 0,0-1 1 0 0,-1 0-1 0 0,0 0 0 0 0,0 0 0 0 0,0 1 0 0 0,0-1 1 0 0,-1 0-1 0 0,0 0 0 0 0,0 0 0 0 0,0-1-27 0 0,-2 0 75 0 0,0 0 0 0 0,1 0 0 0 0,-2 1 0 0 0,1-1 0 0 0,-1 0 0 0 0,0 1 0 0 0,0-1 0 0 0,-1 1 0 0 0,1 0 0 0 0,-1 0 0 0 0,0 0 0 0 0,0 1-1 0 0,-1 0 1 0 0,0-1 0 0 0,-4-2-75 0 0,-44-3-2657 0 0,46 14 1759 0 0,2 0 671 0 0,-24 19-2653 0 0,22 12-5714 0 0,9-30 7204 0 0</inkml:trace>
  <inkml:trace contextRef="#ctx0" brushRef="#br0" timeOffset="1915.149">1103 292 2324 0 0,'-1'16'6686'0'0,"-3"0"-4267"0"0,-2 17-709 0 0,6-24-1478 0 0,1 1 0 0 0,0-1-1 0 0,0 0 1 0 0,1 0 0 0 0,1 0-1 0 0,-1 0 1 0 0,1 0 0 0 0,1-1-1 0 0,0 1 1 0 0,0-1 0 0 0,0 0-1 0 0,1 0 1 0 0,0 0 0 0 0,1-1-1 0 0,1 2-231 0 0,-6-7 37 0 0,0-1 1 0 0,1 0-1 0 0,-1 1 0 0 0,0-1 0 0 0,0 0 1 0 0,0 0-1 0 0,1 0 0 0 0,-1 0 0 0 0,1 0 1 0 0,-1 0-1 0 0,1 0 0 0 0,-1 0 1 0 0,1 0-1 0 0,-1-1 0 0 0,1 1 0 0 0,0-1 1 0 0,-1 1-1 0 0,1-1 0 0 0,0 0 0 0 0,-1 0 1 0 0,1 1-1 0 0,0-1 0 0 0,-1 0 0 0 0,1-1 1 0 0,0 1-1 0 0,0 0 0 0 0,-1 0 0 0 0,1-1 1 0 0,0 1-1 0 0,-1-1 0 0 0,1 1 0 0 0,-1-1 1 0 0,1 0-1 0 0,-1 0 0 0 0,1 0 0 0 0,-1 0 1 0 0,1 0-1 0 0,-1 0 0 0 0,0 0 0 0 0,1 0 1 0 0,-1 0-1 0 0,0-1 0 0 0,0 1 0 0 0,0 0 1 0 0,0-1-1 0 0,0 1 0 0 0,0-2-37 0 0,38-76 1330 0 0,-40 72-1395 0 0,-1 0 0 0 0,0 0-1 0 0,-1 1 1 0 0,1-1 0 0 0,-1 1 0 0 0,-1-1 0 0 0,1 1-1 0 0,-1 0 1 0 0,0 0 0 0 0,0 1 0 0 0,-1-1-1 0 0,0 1 1 0 0,0 0 0 0 0,0 0 0 0 0,0 1-1 0 0,-1-1 1 0 0,0 1 0 0 0,0 0 0 0 0,0 1 0 0 0,0-1-1 0 0,-1 1 1 0 0,1 1 0 0 0,-1-1 0 0 0,-3 0 65 0 0,1-2 5 0 0,3 1-4210 0 0,13 3-7249 0 0,-3 3 9866 0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0:25.228"/>
    </inkml:context>
    <inkml:brush xml:id="br0">
      <inkml:brushProperty name="width" value="0.05" units="cm"/>
      <inkml:brushProperty name="height" value="0.05" units="cm"/>
      <inkml:brushProperty name="color" value="#FFFFFF"/>
    </inkml:brush>
  </inkml:definitions>
  <inkml:trace contextRef="#ctx0" brushRef="#br0">4551 654 2224 0 0,'0'0'1428'0'0,"0"0"-56"0"0,0 0-145 0 0,0 0-61 0 0,0 0-162 0 0,0 0-97 0 0,0 0 29 0 0,0 0-66 0 0,0 0-136 0 0,0 0-24 0 0,0 0 24 0 0,0 0-27 0 0,0 0-13 0 0,0 0-32 0 0,0 0-25 0 0,0 0-23 0 0,5-4-13 0 0,53-21 975 0 0,166-24 739 0 0,-80 45-1625 0 0,-41-12-2898 0 0,-80 43-728 0 0,-21-10-1073 0 0,-15-2-1683 0 0,6-7 4256 0 0,-16 15-1587 0 0,8-10 1387 0 0</inkml:trace>
  <inkml:trace contextRef="#ctx0" brushRef="#br0" timeOffset="-5485.937">2292 85 2188 0 0,'0'-4'1442'0'0,"-10"-64"6592"0"0,6 66-7904 0 0,-1 0-1 0 0,1 1 0 0 0,0 0 1 0 0,0 0-1 0 0,0 0 0 0 0,-1 0 1 0 0,1 1-1 0 0,0-1 0 0 0,-1 1 0 0 0,1 0 1 0 0,-1 0-1 0 0,1 1 0 0 0,0 0 1 0 0,-1-1-1 0 0,1 1 0 0 0,0 1 1 0 0,0-1-1 0 0,0 1 0 0 0,0-1 0 0 0,0 1 1 0 0,0 0-1 0 0,0 1 0 0 0,1-1 1 0 0,-1 1-1 0 0,1-1 0 0 0,-1 1 1 0 0,0 1-130 0 0,1-2 43 0 0,-1 1 7 0 0,-5 2 64 0 0,0 0 1 0 0,1 1-1 0 0,0 0 0 0 0,0 0 0 0 0,0 0 0 0 0,1 1 0 0 0,0 0 1 0 0,0 1-1 0 0,1 0 0 0 0,-5 8-114 0 0,10-15 50 0 0,2 4-26 0 0,0 1 0 0 0,0-1 0 0 0,0 0 1 0 0,1 1-1 0 0,0-1 0 0 0,0 0 0 0 0,0 0 0 0 0,0 0 1 0 0,1 0-1 0 0,0-1 0 0 0,0 1 0 0 0,1-1 0 0 0,2 4-24 0 0,5 6 63 0 0,72 79 257 0 0,-58-32 633 0 0,-27-57-1030 0 0,1-1-1 0 0,-2 1 1 0 0,1-1-1 0 0,0 0 1 0 0,-1 0-1 0 0,1 0 1 0 0,-1 0 0 0 0,0 0-1 0 0,0 0 1 0 0,0-1-1 0 0,-1 1 1 0 0,1-1-1 0 0,0 0 1 0 0,-1 0-1 0 0,0 0 1 0 0,1 0 0 0 0,-1-1-1 0 0,0 0 1 0 0,0 0-1 0 0,0 0 1 0 0,0 0-1 0 0,0 0 1 0 0,0-1 0 0 0,0 1-1 0 0,0-1 1 0 0,0 0-1 0 0,0-1 1 0 0,0 1-1 0 0,0-1 78 0 0,-24-16-2289 0 0,27 15 1825 0 0,1 0 0 0 0,-1 0 0 0 0,1 0 0 0 0,-1 0-1 0 0,1-1 1 0 0,0 1 0 0 0,-1 0 0 0 0,1 0 0 0 0,0 0-1 0 0,1 0 1 0 0,-1 0 0 0 0,0-1 0 0 0,1 1-1 0 0,-1 0 1 0 0,1 0 0 0 0,-1 0 0 0 0,1 0 0 0 0,0 0-1 0 0,0 0 1 0 0,0 0 0 0 0,0 1 0 0 0,0-1 0 0 0,1 0 464 0 0,3-5-1508 0 0</inkml:trace>
  <inkml:trace contextRef="#ctx0" brushRef="#br0" timeOffset="-5112.63">2334 201 1204 0 0,'-14'21'11455'0'0,"-2"58"-7240"0"0,16-74-4153 0 0,0 0 0 0 0,1-1 1 0 0,-1 1-1 0 0,1 0 0 0 0,0 0 1 0 0,0-1-1 0 0,0 1 0 0 0,1-1 1 0 0,0 1-1 0 0,0-1 1 0 0,0 0-1 0 0,0 1 0 0 0,1-1 1 0 0,-1 0-1 0 0,1 0 0 0 0,0-1 1 0 0,0 1-1 0 0,1-1 0 0 0,-1 1 1 0 0,1-1-1 0 0,0 0 0 0 0,0-1 1 0 0,0 1-1 0 0,0 0 1 0 0,0-1-1 0 0,0 0 0 0 0,1 0 1 0 0,-1-1-1 0 0,1 1 0 0 0,-1-1 1 0 0,1 0-1 0 0,2 1-62 0 0,-1-4 17 0 0,-1 0-1 0 0,0-1 1 0 0,1 0 0 0 0,-1 1 0 0 0,0-2-1 0 0,-1 1 1 0 0,1 0 0 0 0,-1-1-1 0 0,1 0 1 0 0,-1 0 0 0 0,0 0-1 0 0,0-1 1 0 0,-1 0 0 0 0,0 1 0 0 0,1-1-1 0 0,-2 0 1 0 0,1 0 0 0 0,0-1-1 0 0,0-2-16 0 0,5-54 20 0 0,-8 60-15 0 0,-3-11-124 0 0,2 10 83 0 0,-1-1 0 0 0,0 1 0 0 0,1 0 0 0 0,-2 0 0 0 0,1 0 0 0 0,0 0 0 0 0,0 0 0 0 0,-1 1 0 0 0,0-1 0 0 0,0 0 0 0 0,1 1 0 0 0,-1 0 0 0 0,0 0 0 0 0,-1 0 0 0 0,1 0 0 0 0,0 0 0 0 0,-1 1 0 0 0,1 0 0 0 0,-1-1 0 0 0,-2 1 36 0 0,-32-4-6477 0 0,18 21 2332 0 0,19-4-146 0 0,2-7 2832 0 0</inkml:trace>
  <inkml:trace contextRef="#ctx0" brushRef="#br0" timeOffset="-4474.54">2660 184 1588 0 0,'-6'41'9767'0'0,"-14"32"-6575"0"0,-4 17-1781 0 0,13-55-491 0 0,9-29-1089 0 0,9-25-934 0 0,65-156-1440 0 0,-38 129 3712 0 0,-33 45-884 0 0,-1 1 136 0 0,0 0 24 0 0,9 4 493 0 0,45 112 2315 0 0,-45-116-2863 0 0,98-135-1126 0 0,-106 135 749 0 0,0-1-1 0 0,0 0 1 0 0,-1 1 0 0 0,1-1 0 0 0,0 1 0 0 0,0-1 0 0 0,0 1-1 0 0,0 0 1 0 0,0-1 0 0 0,0 1 0 0 0,0 0 0 0 0,0-1 0 0 0,0 1-1 0 0,0 0 1 0 0,0 0 0 0 0,0 0 0 0 0,-1 0 0 0 0,1 0 0 0 0,0 0-1 0 0,0 0 1 0 0,0 0 0 0 0,0 0 0 0 0,0 1 0 0 0,0-1 0 0 0,0 0-1 0 0,0 1 1 0 0,0-1 0 0 0,0 0 0 0 0,0 1 0 0 0,0-1 0 0 0,-1 1-1 0 0,1 0 1 0 0,0-1 0 0 0,0 1 0 0 0,-1 0 0 0 0,1-1 0 0 0,0 1-1 0 0,-1 0 1 0 0,1 0 0 0 0,0-1 0 0 0,-1 1 0 0 0,0 0 0 0 0,1 0-1 0 0,-1 0 1 0 0,1 0 0 0 0,-1 0 0 0 0,0 0 0 0 0,0 0 0 0 0,1 0-13 0 0,20 51 254 0 0,-21-52-251 0 0,29 103-1461 0 0,-29-102 604 0 0,0 12-3213 0 0,0-3 1545 0 0,0-1-5003 0 0,0-9 5885 0 0</inkml:trace>
  <inkml:trace contextRef="#ctx0" brushRef="#br0" timeOffset="-4159.523">3072 135 2092 0 0,'-3'8'8458'0'0,"-5"19"-5898"0"0,-20 190 3413 0 0,30-212-5897 0 0,0 0 0 0 0,0 0-1 0 0,1 0 1 0 0,0 0 0 0 0,0-1 0 0 0,0 0-1 0 0,0 1 1 0 0,1-1 0 0 0,-1 0 0 0 0,1 0-1 0 0,0-1 1 0 0,1 1 0 0 0,-1-1 0 0 0,1 0-1 0 0,-1 0 1 0 0,5 1-76 0 0,23 6 219 0 0,-30-10-239 0 0,19 0-497 0 0,19-25-4019 0 0,-20-23-7713 0 0,-19 41 10769 0 0</inkml:trace>
  <inkml:trace contextRef="#ctx0" brushRef="#br0" timeOffset="-3906.705">3085 136 1148 0 0,'0'-3'1965'0'0,"0"-9"-374"0"0,0 9-198 0 0,0 3-127 0 0,0 0-200 0 0,2-4-140 0 0,-1 3-900 0 0,0-1 0 0 0,0 1 0 0 0,-1 0-1 0 0,1 0 1 0 0,0 0 0 0 0,0-1 0 0 0,0 1 0 0 0,0 0 0 0 0,0 0 0 0 0,0 0 0 0 0,1 1 0 0 0,-1-1 0 0 0,0 0 0 0 0,0 0-1 0 0,1 1 1 0 0,-1-1 0 0 0,0 0 0 0 0,1 1 0 0 0,-1 0 0 0 0,1-1 0 0 0,-1 1 0 0 0,1 0 0 0 0,-1 0 0 0 0,1-1 0 0 0,-1 1 0 0 0,0 0-1 0 0,1 0 1 0 0,-1 1 0 0 0,1-1 0 0 0,-1 0 0 0 0,1 0 0 0 0,-1 1 0 0 0,1-1 0 0 0,-1 1 0 0 0,0-1 0 0 0,1 2-26 0 0,-1-2-1405 0 0,-1 0-129 0 0,0 0 23 0 0,0 0 75 0 0,2 2 42 0 0,6 8-58 0 0</inkml:trace>
  <inkml:trace contextRef="#ctx0" brushRef="#br0" timeOffset="-3735.64">3088 192 2008 0 0,'-3'11'3114'0'0,"3"-10"-2870"0"0,-1 0-1 0 0,1 0 1 0 0,-1 0-1 0 0,1 0 1 0 0,-1 0-1 0 0,1 0 0 0 0,0 1 1 0 0,0-1-1 0 0,-1 0 1 0 0,1 0-1 0 0,0 0 0 0 0,0 0 1 0 0,0 0-1 0 0,0 1 1 0 0,0-1-1 0 0,1 0 1 0 0,-1 0-1 0 0,0 0 0 0 0,0 0 1 0 0,1 0-1 0 0,-1 0 1 0 0,1 1-1 0 0,-1-1 0 0 0,1 0 1 0 0,-1 0-1 0 0,1-1 1 0 0,0 1-1 0 0,-1 0 1 0 0,1 0-1 0 0,0 0 0 0 0,0 0 1 0 0,-1 0-1 0 0,1-1 1 0 0,0 1-1 0 0,0 0 0 0 0,0-1 1 0 0,0 1-1 0 0,0-1 1 0 0,0 1-1 0 0,0-1 1 0 0,1 1-1 0 0,-1-1 0 0 0,0 0 1 0 0,0 0-244 0 0,32 12 576 0 0,-11-10-5055 0 0,-21-2 2617 0 0,-1 0 55 0 0,17 0-2903 0 0,-16 0 3331 0 0</inkml:trace>
  <inkml:trace contextRef="#ctx0" brushRef="#br0" timeOffset="-3107.916">3275 87 1484 0 0,'-4'-5'12621'0'0,"33"7"-8828"0"0,68-14-1166 0 0,-14-11-1169 0 0,-47 15-3878 0 0,-36 7 1718 0 0,-24 2-3381 0 0,21-1 4115 0 0,0 1 0 0 0,0-1 1 0 0,-1 1-1 0 0,1 0 0 0 0,0 0 0 0 0,0 0 1 0 0,0 0-1 0 0,0 1 0 0 0,0-1 0 0 0,1 1 1 0 0,-1 0-1 0 0,0 0 0 0 0,1 0 0 0 0,-1 0 0 0 0,1 0 1 0 0,0 0-1 0 0,-1 1 0 0 0,1-1 0 0 0,0 1 1 0 0,1-1-1 0 0,-1 1 0 0 0,0 0 0 0 0,1 0 0 0 0,-1 0 1 0 0,1 0-1 0 0,0 0 0 0 0,0 0 0 0 0,0 0 1 0 0,1 0-1 0 0,-1 4-32 0 0,-33 235 1773 0 0,30-184-3126 0 0,1-41-3 0 0,-1 4-4914 0 0,13-24 1401 0 0,-6 1 3423 0 0</inkml:trace>
  <inkml:trace contextRef="#ctx0" brushRef="#br0" timeOffset="-2513.304">3559 93 1648 0 0,'7'-15'10699'0'0,"10"11"-5640"0"0,-9 2-4891 0 0,45-2 2074 0 0,-19 4-4620 0 0,-20 0-472 0 0,-28 10-309 0 0,-12 41 4256 0 0,-35 122 30 0 0,17-75-2070 0 0,44-98 982 0 0,1 0-1 0 0,-1 0 1 0 0,0 0 0 0 0,0-1-1 0 0,0 1 1 0 0,1 0 0 0 0,-1 0-1 0 0,0 0 1 0 0,0 0 0 0 0,1-1-1 0 0,-1 1 1 0 0,0 0 0 0 0,0 0-1 0 0,1 0 1 0 0,-1 0 0 0 0,0 0-1 0 0,1 0 1 0 0,-1 0 0 0 0,0 0-1 0 0,0 0 1 0 0,1 0 0 0 0,-1 0 0 0 0,0 0-1 0 0,1 0 1 0 0,-1 0 0 0 0,0 0-1 0 0,0 0 1 0 0,1 0 0 0 0,-1 0-1 0 0,0 1 1 0 0,1-1 0 0 0,-1 0-1 0 0,0 0 1 0 0,0 0 0 0 0,0 0-1 0 0,1 1 1 0 0,-1-1 0 0 0,0 0-1 0 0,0 0 1 0 0,0 0 0 0 0,1 1-1 0 0,-1-1 1 0 0,0 0 0 0 0,0 0 0 0 0,0 1-1 0 0,0-1 1 0 0,0 0 0 0 0,1 0-1 0 0,-1 1 1 0 0,0-1 0 0 0,0 0-1 0 0,0 1 1 0 0,0-1 0 0 0,0 0-1 0 0,0 0-38 0 0,70-29 1257 0 0,6-4-3691 0 0,-20 19-7554 0 0,-49 12 8480 0 0</inkml:trace>
  <inkml:trace contextRef="#ctx0" brushRef="#br0" timeOffset="-1918.309">3905 107 1392 0 0,'-7'6'9585'0'0,"-5"26"-7885"0"0,10-25-968 0 0,-61 145 2981 0 0,46-119-4080 0 0,17-33-7 0 0,7-25-1535 0 0,69-154-1981 0 0,-52 139 6471 0 0,-21 43-2121 0 0,64 142 3887 0 0,-66-144-4343 0 0,0-1 1 0 0,0 0-1 0 0,0 1 1 0 0,-1-1-1 0 0,1 0 1 0 0,0 0-1 0 0,0 1 1 0 0,0-1-1 0 0,0 0 1 0 0,-1 0-1 0 0,1 0 1 0 0,0 0-1 0 0,0 0 1 0 0,0 0-1 0 0,0-1 1 0 0,-1 1-1 0 0,1 0 1 0 0,0 0-1 0 0,0 0 1 0 0,0-1-1 0 0,-1 1 1 0 0,1-1-1 0 0,0 1 1 0 0,0 0-1 0 0,-1-1 0 0 0,1 1 1 0 0,0-1-1 0 0,-1 1 1 0 0,1-1-1 0 0,0 0 1 0 0,-1 1-1 0 0,1-1 1 0 0,-1 0-1 0 0,1 1 1 0 0,-1-1-1 0 0,0 0 1 0 0,1 0-1 0 0,-1 1 1 0 0,0-1-1 0 0,1 0 1 0 0,-1 0-1 0 0,0 0 1 0 0,0 0-1 0 0,0 1 1 0 0,1-1-1 0 0,-1 0-4 0 0,66-127-1451 0 0,-65 127 1465 0 0,-1 1 0 0 0,1 0 0 0 0,0-1 0 0 0,0 1 0 0 0,-1 0 0 0 0,1 0 0 0 0,0 0 0 0 0,0-1 0 0 0,0 1 0 0 0,-1 0 0 0 0,1 0 0 0 0,0 0 0 0 0,0 0 0 0 0,0 0 0 0 0,-1 1 0 0 0,1-1 0 0 0,0 0 0 0 0,0 0 0 0 0,0 0 0 0 0,-1 1 0 0 0,1-1 0 0 0,0 0 1 0 0,0 1-1 0 0,-1-1 0 0 0,1 1 0 0 0,0-1 0 0 0,-1 1 0 0 0,1-1 0 0 0,-1 1 0 0 0,1-1 0 0 0,-1 1 0 0 0,1-1 0 0 0,-1 1 0 0 0,1 0 0 0 0,-1-1 0 0 0,1 1 0 0 0,-1 0 0 0 0,0 0 0 0 0,1-1 0 0 0,-1 1 0 0 0,0 0 0 0 0,0 0 0 0 0,1-1 0 0 0,-1 1 0 0 0,0 0 0 0 0,0 0 0 0 0,0 0 0 0 0,0 0-14 0 0,17 94-50 0 0,-17-93-518 0 0,-1 21-4091 0 0,3-6-4558 0 0,0-2 7761 0 0</inkml:trace>
  <inkml:trace contextRef="#ctx0" brushRef="#br0" timeOffset="-1621.822">4202 142 1908 0 0,'9'23'6747'0'0,"-8"21"-2538"0"0,-2-27-2312 0 0,1 159 2392 0 0,0-174-4287 0 0,1 0 1 0 0,-1 0 0 0 0,1 0 0 0 0,-1 0-1 0 0,1 0 1 0 0,0 0 0 0 0,0 0 0 0 0,-1-1-1 0 0,1 1 1 0 0,1 0 0 0 0,-1 0 0 0 0,0-1-1 0 0,0 1 1 0 0,1-1 0 0 0,-1 1-1 0 0,1-1 1 0 0,-1 0 0 0 0,1 1 0 0 0,-1-1-1 0 0,1 0 1 0 0,0 0 0 0 0,0 0 0 0 0,0 0-1 0 0,0-1 1 0 0,-1 1 0 0 0,1 0 0 0 0,0-1-1 0 0,0 1 1 0 0,0-1 0 0 0,0 0 0 0 0,0 0-1 0 0,0 0 1 0 0,0 0 0 0 0,0 0-1 0 0,0 0 1 0 0,0 0 0 0 0,0-1 0 0 0,0 1-1 0 0,0 0 1 0 0,2-2-3 0 0,-2 2-385 0 0,1-2-55 0 0,33-33-3327 0 0,-10-12-7231 0 0,-25 40 9429 0 0</inkml:trace>
  <inkml:trace contextRef="#ctx0" brushRef="#br0" timeOffset="-1371.164">4231 72 2428 0 0,'4'0'6498'0'0,"5"0"-3477"0"0,17 0-2264 0 0,-22 12-10559 0 0,-6-8 8368 0 0</inkml:trace>
  <inkml:trace contextRef="#ctx0" brushRef="#br0" timeOffset="-1119.533">4237 151 1160 0 0,'12'34'10442'0'0,"-10"-32"-10313"0"0,0 0-1 0 0,-1 0 1 0 0,1 0-1 0 0,0-1 1 0 0,0 1-1 0 0,0 0 0 0 0,0-1 1 0 0,1 0-1 0 0,-1 1 1 0 0,0-1-1 0 0,1 0 1 0 0,-1 0-1 0 0,1 0 1 0 0,-1 0-1 0 0,1-1 1 0 0,-1 1-1 0 0,1-1 1 0 0,-1 1-1 0 0,1-1 1 0 0,0 0-1 0 0,0 0-128 0 0,22-2-10590 0 0,-17 2 9140 0 0</inkml:trace>
  <inkml:trace contextRef="#ctx0" brushRef="#br0" timeOffset="-821.123">4531 120 1976 0 0,'10'-12'8980'0'0,"-17"12"-2504"0"0,-34 31-4644 0 0,37-28-1675 0 0,0 1-1 0 0,0 0 0 0 0,0 0 0 0 0,0 1 0 0 0,0-1 0 0 0,1 1 0 0 0,0 0 0 0 0,0 0 0 0 0,0 0 0 0 0,1 0 0 0 0,-1 0 1 0 0,1 1-1 0 0,0-1 0 0 0,1 1 0 0 0,-1-1 0 0 0,1 1 0 0 0,0 3-156 0 0,4-3 91 0 0,93 105 452 0 0,-96-109-601 0 0,1 0 0 0 0,-1-1-1 0 0,0 1 1 0 0,1 0 0 0 0,-1 0 0 0 0,0 0-1 0 0,0 0 1 0 0,-1 0 0 0 0,1 0 0 0 0,0 0-1 0 0,-1 0 1 0 0,1-1 0 0 0,-1 1 0 0 0,1 0-1 0 0,-1 0 1 0 0,0-1 0 0 0,0 1 0 0 0,0 0-1 0 0,0-1 1 0 0,0 1 0 0 0,0 0 0 0 0,0-1-1 0 0,0 0 1 0 0,-1 1 0 0 0,1-1 0 0 0,-1 0-1 0 0,1 0 1 0 0,-1 1 0 0 0,1-1 0 0 0,-1 0-1 0 0,0-1 1 0 0,1 1 0 0 0,-1 0 0 0 0,0 0-1 0 0,0-1 1 0 0,-1 1 58 0 0,-89 28-7046 0 0,26-24-2717 0 0,52-5 8209 0 0</inkml:trace>
  <inkml:trace contextRef="#ctx0" brushRef="#br0" timeOffset="12281.381">176 71 1944 0 0,'0'0'1192'0'0,"0"0"-30"0"0,0 0-54 0 0,0 0-60 0 0,0 0-74 0 0,0 0-105 0 0,0 0-56 0 0,4 0 7 0 0,11-8 6599 0 0,-15-1-7913 0 0,0 6 829 0 0,0 3 27 0 0,0 0-14 0 0,0 0-42 0 0,2-6-67 0 0,7-18-15 0 0,-9 22-185 0 0,0 1 0 0 0,-1 0 0 0 0,1 0 0 0 0,-1 0-1 0 0,1 0 1 0 0,-1 0 0 0 0,0 0 0 0 0,1 0 0 0 0,-1 0 0 0 0,0 0 0 0 0,0 0 0 0 0,0 1 0 0 0,0-1-1 0 0,1 0 1 0 0,-1 0 0 0 0,0 1 0 0 0,0-1 0 0 0,0 1 0 0 0,-1-1 0 0 0,1 1 0 0 0,0-1-1 0 0,0 1 1 0 0,0-1 0 0 0,0 1 0 0 0,0 0 0 0 0,0 0 0 0 0,-1 0 0 0 0,1-1 0 0 0,0 1-1 0 0,0 0 1 0 0,0 1 0 0 0,-1-1 0 0 0,1 0 0 0 0,0 0-39 0 0,0 0 23 0 0,-42 3 434 0 0,41-2-452 0 0,1 0-1 0 0,-1 0 0 0 0,1 0 1 0 0,-1 0-1 0 0,1 0 0 0 0,0 0 1 0 0,-1 0-1 0 0,1 1 1 0 0,0-1-1 0 0,0 0 0 0 0,0 1 1 0 0,0-1-1 0 0,0 1 0 0 0,0 0 1 0 0,0-1-1 0 0,0 1 1 0 0,1 0-1 0 0,-1-1 0 0 0,1 1 1 0 0,-1 0-1 0 0,1 0 0 0 0,-1-1 1 0 0,1 1-1 0 0,0 0 1 0 0,0 0-1 0 0,0 0 0 0 0,0-1 1 0 0,1 1-1 0 0,-1 0 0 0 0,0 0 1 0 0,1 0-1 0 0,-1-1 1 0 0,1 1-1 0 0,0 1-4 0 0,77 128 79 0 0,-74-96-59 0 0,-4-34 28 0 0,-3 20 91 0 0,-2-17-165 0 0,0 0 0 0 0,-1 0 0 0 0,1 0 0 0 0,-1-1 1 0 0,0 0-1 0 0,0 0 0 0 0,0 0 0 0 0,0-1 0 0 0,0 0 0 0 0,-1 0 0 0 0,1-1 1 0 0,-1 0-1 0 0,1 0 0 0 0,-1 0 0 0 0,1-1 0 0 0,-1 0 0 0 0,0 0 0 0 0,1 0 1 0 0,-1-1-1 0 0,1 0 0 0 0,-2-1 26 0 0,-21 1-2064 0 0,24-2 1153 0 0,-13-14-1732 0 0,30 1-8074 0 0,-12 15 10620 0 0,5-1-1482 0 0</inkml:trace>
  <inkml:trace contextRef="#ctx0" brushRef="#br0" timeOffset="12885.434">329 143 2296 0 0,'-10'-13'9906'0'0,"41"9"-5397"0"0,1 0-3276 0 0,-31 4-1007 0 0,31-1 376 0 0,-27-1-654 0 0,27-10-1274 0 0,-20-3-4198 0 0,-26 1 885 0 0,-19 33 5823 0 0,-27 161 1401 0 0,46-148-3146 0 0,-34 63-7286 0 0,43-87 6363 0 0</inkml:trace>
  <inkml:trace contextRef="#ctx0" brushRef="#br0" timeOffset="13107.462">244 439 1920 0 0,'-1'1'10662'0'0,"41"-2"-5909"0"0,151-45-952 0 0,-157 42-14159 0 0,16 3 3313 0 0,-32 1 5648 0 0</inkml:trace>
  <inkml:trace contextRef="#ctx0" brushRef="#br0" timeOffset="14095.567">582 43 2320 0 0,'-11'20'5339'0'0,"2"18"-3534"0"0,4-12-587 0 0,-51 157 2472 0 0,51-169-4801 0 0,7-24-1122 0 0,43-98 373 0 0,-12 30 3700 0 0,-32 78-1752 0 0,0 0 0 0 0,1 0-1 0 0,-1 0 1 0 0,0 0 0 0 0,0 0 0 0 0,0 1-1 0 0,0-1 1 0 0,0 0 0 0 0,0 0-1 0 0,0 1 1 0 0,0-1 0 0 0,0 0-1 0 0,0 1 1 0 0,0-1 0 0 0,0 1-1 0 0,0-1 1 0 0,-1 1 0 0 0,1 0 0 0 0,0-1-1 0 0,0 1 1 0 0,0 0 0 0 0,-1 0-1 0 0,1 0 1 0 0,0-1 0 0 0,-1 1-1 0 0,1 0 1 0 0,-1 0 0 0 0,1 0-1 0 0,-1 0 1 0 0,1 0 0 0 0,-1 0 0 0 0,0 0-1 0 0,1 0 1 0 0,-1 0 0 0 0,0 0-1 0 0,0 1-87 0 0,50 130 4343 0 0,-28-143-3740 0 0,-19 8-619 0 0,60-123-96 0 0,-46 79-44 0 0,-4 34 499 0 0,-12 13-203 0 0,1 3 53 0 0,78 202 2049 0 0,-69-167-1911 0 0,2 4-392 0 0,1-20-3950 0 0,-14-22 2347 0 0,2 2 1906 0 0,-2-2-4325 0 0,0 1-5676 0 0,0-1 8363 0 0</inkml:trace>
  <inkml:trace contextRef="#ctx0" brushRef="#br0" timeOffset="14504.609">1003 167 2284 0 0,'9'-24'8506'0'0,"-18"55"-4970"0"0,-66 137-548 0 0,37-86-2468 0 0,32-68-1734 0 0,11-20-2081 0 0,9-25-2793 0 0,-7 14 2699 0 0,-3 8 1729 0 0</inkml:trace>
  <inkml:trace contextRef="#ctx0" brushRef="#br0" timeOffset="15082.894">999 51 1248 0 0,'9'-4'8444'0'0,"6"5"-4405"0"0,38 14-1891 0 0,-49-13-1437 0 0,96 55 1041 0 0,-99-56-1713 0 0,0 0 0 0 0,0 0 0 0 0,0 1 1 0 0,0-1-1 0 0,0 0 0 0 0,0 1 1 0 0,-1-1-1 0 0,1 1 0 0 0,0-1 0 0 0,-1 1 1 0 0,0-1-1 0 0,1 1 0 0 0,-1-1 0 0 0,0 1 1 0 0,0-1-1 0 0,1 1 0 0 0,-1-1 1 0 0,-1 1-1 0 0,1 0 0 0 0,0-1 0 0 0,0 1 1 0 0,0-1-1 0 0,-1 1 0 0 0,1-1 0 0 0,-1 1 1 0 0,1-1-1 0 0,-1 1 0 0 0,0-1 0 0 0,0 0 1 0 0,1 1-1 0 0,-1-1 0 0 0,0 0 1 0 0,0 1-1 0 0,0-1 0 0 0,0 0 0 0 0,-1 0 1 0 0,1 0-1 0 0,0 0-39 0 0,-55 38-622 0 0,-22-16-4703 0 0,64-16-2005 0 0,11-5 3115 0 0,3-2 2777 0 0</inkml:trace>
  <inkml:trace contextRef="#ctx0" brushRef="#br0" timeOffset="15741.536">1302 104 1672 0 0,'-15'41'7009'0'0,"-37"132"-3133"0"0,23-76-1255 0 0,29-95-2465 0 0,-1 0-1 0 0,1-1 1 0 0,0 1-1 0 0,0 0 1 0 0,0-1 0 0 0,0 1-1 0 0,0 0 1 0 0,0 0 0 0 0,1-1-1 0 0,-1 1 1 0 0,0 0-1 0 0,1-1 1 0 0,0 1 0 0 0,-1 0-1 0 0,1-1 1 0 0,0 1-1 0 0,0-1 1 0 0,0 1 0 0 0,0-1-1 0 0,0 1 1 0 0,0-1-1 0 0,0 0 1 0 0,0 0 0 0 0,0 1-1 0 0,1-1 1 0 0,-1 0-1 0 0,1 0-155 0 0,75 7 1477 0 0,-52-9-1149 0 0,60-19-634 0 0,-55 16-2636 0 0,-28 4 1895 0 0,-2 0 35 0 0,0 0-138 0 0,0 0-832 0 0,8-1-2029 0 0,-4-1 790 0 0,17-13 284 0 0,-18 12 1461 0 0</inkml:trace>
  <inkml:trace contextRef="#ctx0" brushRef="#br0" timeOffset="16182.809">1516 160 1892 0 0,'1'0'9152'0'0,"1"23"-6103"0"0,-74 248 1730 0 0,72-269-4757 0 0,-1 0-1 0 0,1-1 0 0 0,0 1 0 0 0,0 0 0 0 0,0-1 0 0 0,0 1 1 0 0,0 0-1 0 0,0-1 0 0 0,0 1 0 0 0,0 0 0 0 0,1-1 0 0 0,-1 1 1 0 0,1 0-1 0 0,-1-1 0 0 0,1 1 0 0 0,0-1 0 0 0,-1 1 1 0 0,1-1-1 0 0,0 1 0 0 0,0-1 0 0 0,0 0 0 0 0,0 1 0 0 0,0-1 1 0 0,1 0-1 0 0,-1 0 0 0 0,0 0 0 0 0,1 0 0 0 0,-1 0 0 0 0,0 0 1 0 0,1 0-1 0 0,-1 0 0 0 0,1 0 0 0 0,-1-1 0 0 0,1 1 0 0 0,0-1 1 0 0,-1 1-1 0 0,1-1 0 0 0,-1 0 0 0 0,1 1 0 0 0,1-1-21 0 0,81 5 15 0 0,-67-6-204 0 0,34-18-1078 0 0,-23 9-2486 0 0,-16-2-7423 0 0,-12 10 9551 0 0</inkml:trace>
  <inkml:trace contextRef="#ctx0" brushRef="#br0" timeOffset="16654.861">1517 149 1508 0 0,'-1'3'4345'0'0,"9"4"2526"0"0,54-2-564 0 0,-20-5-6630 0 0,-13 0-5000 0 0,-17 20-1735 0 0,-19-12 4067 0 0,4-4 1563 0 0</inkml:trace>
  <inkml:trace contextRef="#ctx0" brushRef="#br0" timeOffset="16905.413">1491 346 1184 0 0,'13'-2'10243'0'0,"22"3"-6519"0"0,-14-1-1597 0 0,45 0-1290 0 0,-43 0-5322 0 0,2 0-5439 0 0,-16 0 8434 0 0</inkml:trace>
  <inkml:trace contextRef="#ctx0" brushRef="#br0" timeOffset="17220.924">1891 457 1696 0 0,'0'-4'1596'0'0,"0"4"-316"0"0,2-1-59 0 0,-2-1-177 0 0,0 1-160 0 0,-2 2 0 0 0,1 2-204 0 0,-2 4-240 0 0,-4-3-236 0 0,-11 16-364 0 0,2 0 20 0 0,-7 4-1492 0 0,1 1 100 0 0,0 1-113 0 0,1 7 249 0 0,-5-5-292 0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0:52.436"/>
    </inkml:context>
    <inkml:brush xml:id="br0">
      <inkml:brushProperty name="width" value="0.05" units="cm"/>
      <inkml:brushProperty name="height" value="0.05" units="cm"/>
      <inkml:brushProperty name="color" value="#FFFFFF"/>
    </inkml:brush>
  </inkml:definitions>
  <inkml:trace contextRef="#ctx0" brushRef="#br0">38 1 1336 0 0,'4'7'9430'0'0,"7"-1"-4874"0"0,30 3-2737 0 0,-37-8-1191 0 0,217 8 3965 0 0,-149-10-6698 0 0,-71 1 1025 0 0,5-8-1418 0 0,-6 8 2326 0 0,-1 0-1 0 0,1 0 1 0 0,0 0-1 0 0,0 0 1 0 0,-1 0 0 0 0,1 0-1 0 0,0 0 1 0 0,0 0-1 0 0,-1 0 1 0 0,1 0 0 0 0,0 0-1 0 0,0 0 1 0 0,-1 0-1 0 0,1 0 1 0 0,0 0 0 0 0,0 0-1 0 0,-1-1 1 0 0,1 1-1 0 0,0 0 1 0 0,0 0 0 0 0,-1 0-1 0 0,1 0 1 0 0,0 0-1 0 0,0-1 1 0 0,0 1 0 0 0,-1 0-1 0 0,1 0 1 0 0,0 0-1 0 0,0-1 1 0 0,0 1 0 0 0,0 0-1 0 0,0 0 1 0 0,-1-1-1 0 0,1 1 1 0 0,0 0 0 0 0,0 0-1 0 0,0-1 1 0 0,0 1-1 0 0,0 0 1 0 0,0 0 0 0 0,0-1-1 0 0,0 1 1 0 0,0 0-1 0 0,0 0 1 0 0,0-1 0 0 0,0 1-1 0 0,0 0 173 0 0,-31 5-6054 0 0,21-4 4680 0 0</inkml:trace>
  <inkml:trace contextRef="#ctx0" brushRef="#br0" timeOffset="700.444">117 27 2116 0 0,'-13'15'8367'0'0,"5"25"-5247"0"0,5-25-2520 0 0,-40 174 3081 0 0,31-159-2775 0 0,12-29-722 0 0,0-1 8 0 0,0 0 26 0 0,16 26 1213 0 0,38-36-738 0 0,1 2 0 0 0,0 3 0 0 0,0 2 0 0 0,28 4-693 0 0,-63 12 79 0 0,-4-2 49 0 0,18 31-24 0 0,-27 165 52 0 0,-21-147-7 0 0,14-58-153 0 0,0 0 0 0 0,0 0 0 0 0,0 1 0 0 0,0-1-1 0 0,-1 0 1 0 0,1 0 0 0 0,-1 0 0 0 0,1 0 0 0 0,-1 0 0 0 0,0-1 0 0 0,0 1 0 0 0,0 0 0 0 0,0 0 0 0 0,0 0 0 0 0,0-1 0 0 0,0 1 0 0 0,0 0-1 0 0,-1-1 1 0 0,1 1 0 0 0,-1-1 0 0 0,1 0 0 0 0,-1 1 0 0 0,0-1 0 0 0,1 0 0 0 0,-1 0 0 0 0,0 0 0 0 0,0 0 0 0 0,0 0 0 0 0,0 0-1 0 0,0-1 1 0 0,0 1 0 0 0,0-1 0 0 0,0 1 0 0 0,0-1 0 0 0,0 0 0 0 0,0 0 0 0 0,0 0 0 0 0,0 0 0 0 0,0 0 0 0 0,0 0 0 0 0,0-1 0 0 0,-1 1 4 0 0,-129-3-4567 0 0,7-25-3514 0 0,42 20-266 0 0,63 8 6886 0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0:51.321"/>
    </inkml:context>
    <inkml:brush xml:id="br0">
      <inkml:brushProperty name="width" value="0.05" units="cm"/>
      <inkml:brushProperty name="height" value="0.05" units="cm"/>
      <inkml:brushProperty name="color" value="#FFFFFF"/>
    </inkml:brush>
  </inkml:definitions>
  <inkml:trace contextRef="#ctx0" brushRef="#br0">33 0 2524 0 0,'5'15'9401'0'0,"8"-2"-4151"0"0,88 22-1671 0 0,-99-35-3326 0 0,144 13 1987 0 0,-98 17-1916 0 0,-45-26-305 0 0,0 1-1 0 0,-1 0 0 0 0,1-1 1 0 0,-1 1-1 0 0,0 0 0 0 0,0 0 1 0 0,-1 0-1 0 0,1 0 0 0 0,-1 0 1 0 0,0 0-1 0 0,-1 1 0 0 0,1-1 1 0 0,-1 5-19 0 0,0-6 8 0 0,6 222-923 0 0,-22-130-323 0 0,10-40-421 0 0,-9-20-2666 0 0,-10-35-7608 0 0,22-3 10425 0 0</inkml:trace>
  <inkml:trace contextRef="#ctx0" brushRef="#br0" timeOffset="282.124">69 344 2352 0 0,'-10'-9'7806'0'0,"23"5"-4308"0"0,23 2-1403 0 0,72 2 147 0 0,-45-18-3077 0 0,-65 22-5961 0 0,-6 4 3330 0 0,-24 22 250 0 0,13-16 1604 0 0</inkml:trace>
  <inkml:trace contextRef="#ctx0" brushRef="#br0" timeOffset="519.64">1 536 2644 0 0,'0'22'10608'0'0,"16"-19"-8808"0"0,147 6 3830 0 0,-52-9-4975 0 0,-40-1-3941 0 0,-69 1 2156 0 0,19 0-11936 0 0,-13 0 11547 0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0:49.845"/>
    </inkml:context>
    <inkml:brush xml:id="br0">
      <inkml:brushProperty name="width" value="0.05" units="cm"/>
      <inkml:brushProperty name="height" value="0.05" units="cm"/>
      <inkml:brushProperty name="color" value="#FFFFFF"/>
    </inkml:brush>
  </inkml:definitions>
  <inkml:trace contextRef="#ctx0" brushRef="#br0">63 11 1712 0 0,'0'0'1773'0'0,"0"0"-288"0"0,0 0-176 0 0,0 0 29 0 0,0 0-110 0 0,0 0-111 0 0,0 0-66 0 0,0 0-101 0 0,0 0-147 0 0,0 0-71 0 0,0 0-1 0 0,0 0-37 0 0,0 0-64 0 0,0 0-67 0 0,0 0 12 0 0,0 0-47 0 0,0 0-10 0 0,0 0-19 0 0,0 0-64 0 0,0 0 11 0 0,0 0-17 0 0,0 0 16 0 0,0 0-10 0 0,0 0 17 0 0,0 0-27 0 0,0 0-39 0 0,0 0-73 0 0,0 0-38 0 0,2-2-15 0 0,32-6 780 0 0,-24 9-765 0 0,141 18 483 0 0,-121-17-672 0 0,-29-1-73 0 0,21-1-176 0 0,-20 0 125 0 0,0 0 1 0 0,0 0 0 0 0,0 1 0 0 0,0-1 0 0 0,0 1 0 0 0,0 0-1 0 0,0 0 1 0 0,0-1 0 0 0,0 1 0 0 0,-1 0 0 0 0,1 1 0 0 0,0-1-1 0 0,0 0 1 0 0,-1 0 0 0 0,1 1 0 0 0,-1-1 0 0 0,1 1 0 0 0,-1-1-1 0 0,0 1 1 0 0,0 0 0 0 0,0-1 0 0 0,0 1 0 0 0,0 0-1 0 0,0 0 1 0 0,0 0 0 0 0,0 0 0 0 0,-1 0 0 0 0,1 0 0 0 0,-1 0-1 0 0,1 0 1 0 0,-1 0 0 0 0,0 0 0 0 0,0 0 0 0 0,0 0 0 0 0,0 0-1 0 0,0 0 1 0 0,0 0 0 0 0,-1 1 0 0 0,1-1 0 0 0,-1 0 0 0 0,1 0-1 0 0,-1-1 1 0 0,0 1 0 0 0,0 2 37 0 0,-41 144-4685 0 0,29-114 1582 0 0,0-1-8355 0 0,13-31 9898 0 0</inkml:trace>
  <inkml:trace contextRef="#ctx0" brushRef="#br0" timeOffset="364.924">48 292 964 0 0,'-6'0'2554'0'0,"-12"1"4780"0"0,28 3-2871 0 0,135 4-507 0 0,-107-8-5381 0 0,-36 0 617 0 0,-2 0-153 0 0,2-1-157 0 0,4-3-3954 0 0,-23 10-2091 0 0,10-3 5695 0 0</inkml:trace>
  <inkml:trace contextRef="#ctx0" brushRef="#br0" timeOffset="783.987">36 305 2064 0 0,'-6'10'8271'0'0,"4"21"-6427"0"0,1-17-794 0 0,-26 129 2597 0 0,27-141-3421 0 0,0-2 33 0 0,0 0-6 0 0,0 0-48 0 0,3 22 1247 0 0,3-19-1263 0 0,1 0-1 0 0,0-1 1 0 0,-1 0 0 0 0,1 0-1 0 0,0 0 1 0 0,0-1 0 0 0,0 0-1 0 0,0 0 1 0 0,1-1-1 0 0,-1 1 1 0 0,0-2 0 0 0,0 1-1 0 0,7-2-188 0 0,16 1 200 0 0,157 9 688 0 0,-138 3-771 0 0,-20-6-3865 0 0,-27-4 4490 0 0,-1 1-6593 0 0,0-3-2789 0 0,-2-2 6947 0 0,1-3 299 0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0:54.231"/>
    </inkml:context>
    <inkml:brush xml:id="br0">
      <inkml:brushProperty name="width" value="0.05" units="cm"/>
      <inkml:brushProperty name="height" value="0.05" units="cm"/>
      <inkml:brushProperty name="color" value="#FFFFFF"/>
    </inkml:brush>
  </inkml:definitions>
  <inkml:trace contextRef="#ctx0" brushRef="#br0">1 36 928 0 0,'0'0'1951'0'0,"0"0"-260"0"0,0 0-329 0 0,0 0-160 0 0,0 0 35 0 0,0 0-16 0 0,0 0-53 0 0,0 0-66 0 0,0 0-115 0 0,0 0-99 0 0,0 0-69 0 0,0 0-33 0 0,0 0-73 0 0,0 0-60 0 0,0 0-39 0 0,0 0-21 0 0,0 0-23 0 0,0 0-41 0 0,3-11 392 0 0,31 12 505 0 0,81-1 66 0 0,-36-18-859 0 0,-21 11 133 0 0,-55 10-671 0 0,24 66 368 0 0,-2 278 88 0 0,-21-255-1136 0 0,-3-55-3044 0 0,-1-35 2505 0 0,0 6-1370 0 0,-1-3-2477 0 0,0-4 5009 0 0,1-1-373 0 0,0 0 0 0 0,0 0 0 0 0,-1-1 0 0 0,1 1 0 0 0,0 0 0 0 0,0 0 0 0 0,0 0 0 0 0,0 0-1 0 0,-1 0 1 0 0,1 0 0 0 0,0 0 0 0 0,0 0 0 0 0,0 0 0 0 0,-1 0 0 0 0,1 0 0 0 0,0 0 0 0 0,0 0 0 0 0,0 0 0 0 0,0 0-1 0 0,-1 0 1 0 0,1 0 0 0 0,0 0 0 0 0,0 0 0 0 0,0 0 0 0 0,-1 0 0 0 0,1 0 0 0 0,0 1 335 0 0,0-5-957 0 0,0-2-487 0 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0:55.245"/>
    </inkml:context>
    <inkml:brush xml:id="br0">
      <inkml:brushProperty name="width" value="0.05" units="cm"/>
      <inkml:brushProperty name="height" value="0.05" units="cm"/>
      <inkml:brushProperty name="color" value="#FFFFFF"/>
    </inkml:brush>
  </inkml:definitions>
  <inkml:trace contextRef="#ctx0" brushRef="#br0">0 0 2024 0 0,'0'0'1214'0'0,"0"0"-119"0"0,0 0-61 0 0,0 0-128 0 0,0 0-36 0 0,0 0-88 0 0,0 0-51 0 0,0 0-69 0 0,0 0 6 0 0,0 0 81 0 0,0 0-16 0 0,0 0-67 0 0,0 0-29 0 0,0 0 27 0 0,0 0-26 0 0,2 9 492 0 0,11 281 2578 0 0,-14-204-4875 0 0,-3-71-3399 0 0,5-28-1744 0 0,2 0 3076 0 0,-3 4 1688 0 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0:55.620"/>
    </inkml:context>
    <inkml:brush xml:id="br0">
      <inkml:brushProperty name="width" value="0.05" units="cm"/>
      <inkml:brushProperty name="height" value="0.05" units="cm"/>
      <inkml:brushProperty name="color" value="#FFFFFF"/>
    </inkml:brush>
  </inkml:definitions>
  <inkml:trace contextRef="#ctx0" brushRef="#br0">1 1 1428 0 0,'19'15'9441'0'0,"-15"40"-5611"0"0,-4-48-3362 0 0,10 112 1561 0 0,-10-61-2263 0 0,0 70 2245 0 0,0-86-5928 0 0,0-1-4781 0 0,0-39 7091 0 0,0-1 88 0 0,0 8 123 0 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00.030"/>
    </inkml:context>
    <inkml:brush xml:id="br0">
      <inkml:brushProperty name="width" value="0.05" units="cm"/>
      <inkml:brushProperty name="height" value="0.05" units="cm"/>
      <inkml:brushProperty name="color" value="#FFFFFF"/>
    </inkml:brush>
  </inkml:definitions>
  <inkml:trace contextRef="#ctx0" brushRef="#br0">463 27 1920 0 0,'0'-3'1444'0'0,"14"-13"1048"0"0,-12 16-1350 0 0,-2 0-63 0 0,0 0-195 0 0,0 0-71 0 0,0 0 112 0 0,0 0 3 0 0,0 0-32 0 0,0 0-32 0 0,0 0-84 0 0,0 0-37 0 0,0 0-9 0 0,0 0-93 0 0,0 0-75 0 0,0 0-36 0 0,0 0-65 0 0,0 0-64 0 0,0 0-36 0 0,0 0-7 0 0,0 0-45 0 0,0 0-16 0 0,-3-7 194 0 0,-83 48 204 0 0,-136 29-670 0 0,161-51-2226 0 0,15 2-1056 0 0,46-21 3129 0 0,0 0-28 0 0,0 0 12 0 0,0 0 40 0 0,32 7 1137 0 0,-28-4-954 0 0,-1 0 1 0 0,1 1-1 0 0,0 0 1 0 0,-1 0-1 0 0,0 0 0 0 0,0 0 1 0 0,0 1-1 0 0,-1-1 0 0 0,1 1 1 0 0,-1-1-1 0 0,0 1 0 0 0,0 0 1 0 0,-1 0-1 0 0,1 0 1 0 0,-1 0-1 0 0,0 0 0 0 0,-1 0 1 0 0,1 0-1 0 0,-1 0 0 0 0,0 1 1 0 0,0-1-1 0 0,-1 0 0 0 0,1 0 1 0 0,-2 4-80 0 0,2 1 133 0 0,-2 18-86 0 0,-1-1-1 0 0,-1 1 1 0 0,-2-1 0 0 0,0 0-1 0 0,-2 0 1 0 0,-1-1-1 0 0,-6 11-46 0 0,-21 29-1139 0 0,0-34-3380 0 0,27-36-3872 0 0,10-2 7154 0 0,2 1-159 0 0</inkml:trace>
  <inkml:trace contextRef="#ctx0" brushRef="#br0" timeOffset="310.689">172 282 896 0 0,'32'-15'9312'0'0,"26"12"-5279"0"0,-44 3-3313 0 0,104-12 1404 0 0,24-24-622 0 0,-129 32-838 0 0,-8 3-4955 0 0,-15 12-7091 0 0,7-8 9780 0 0</inkml:trace>
  <inkml:trace contextRef="#ctx0" brushRef="#br0" timeOffset="564.109">477 181 1112 0 0,'-16'-6'9883'0'0,"-6"37"-7413"0"0,19-28-2226 0 0,-19 35 733 0 0,-80 109-814 0 0,41-106-2515 0 0,31-35-7240 0 0,30-6 7955 0 0</inkml:trace>
  <inkml:trace contextRef="#ctx0" brushRef="#br0" timeOffset="750.093">206 427 860 0 0,'8'22'5012'0'0,"0"16"-1858"0"0,-5-24-2030 0 0,2 25 395 0 0,-3-13-6521 0 0,-4-30 1879 0 0,4 1 2411 0 0</inkml:trace>
  <inkml:trace contextRef="#ctx0" brushRef="#br0" timeOffset="960.118">233 546 2508 0 0,'0'-1'59'0'0,"1"-2"326"0"0,0 0-1 0 0,0-1 1 0 0,0 1-1 0 0,0 0 0 0 0,0 0 1 0 0,0 0-1 0 0,1 0 1 0 0,0 1-1 0 0,0-1 1 0 0,-1 0-1 0 0,2 1 0 0 0,-1-1 1 0 0,0 1-1 0 0,0 0 1 0 0,1-1-1 0 0,-1 1 1 0 0,1 0-1 0 0,0 1 0 0 0,-1-1 1 0 0,1 0-1 0 0,3 0-384 0 0,124-43 5138 0 0,25 28-1059 0 0,-153 18-4111 0 0,1 0 1 0 0,-1 1-1 0 0,0-1 0 0 0,0 1 0 0 0,0-1 0 0 0,0 1 1 0 0,0-1-1 0 0,0 1 0 0 0,0 0 0 0 0,-1 0 1 0 0,1 0-1 0 0,-1 0 0 0 0,1 0 0 0 0,-1 1 0 0 0,0-1 1 0 0,0 0-1 0 0,0 0 0 0 0,0 1 0 0 0,0-1 0 0 0,0 1 1 0 0,-1-1-1 0 0,1 1 0 0 0,-1-1 0 0 0,0 1 0 0 0,1-1 1 0 0,-1 1-1 0 0,-1-1 0 0 0,1 1 0 0 0,0 0 1 0 0,0-1-1 0 0,-1 1 0 0 0,0-1 0 0 0,1 1 0 0 0,-1-1 1 0 0,0 0-1 0 0,0 1 0 0 0,-2 1 32 0 0,-36 68-4003 0 0,-2-29-4268 0 0,26-37 5176 0 0,8-5 1607 0 0</inkml:trace>
  <inkml:trace contextRef="#ctx0" brushRef="#br0" timeOffset="1295.156">428 551 2188 0 0,'-3'5'5339'0'0,"-6"8"-3310"0"0,3-2-1217 0 0,-2 6-514 0 0,-1 0 0 0 0,0-1 0 0 0,-2 0 0 0 0,1 0 0 0 0,-2-2 0 0 0,0 1 0 0 0,-5 2-298 0 0,18-17-83 0 0,0-1 0 0 0,-1 1-1 0 0,1-1 1 0 0,0 1 0 0 0,-1-1-1 0 0,1 1 1 0 0,0-1 0 0 0,-1 0-1 0 0,1 1 1 0 0,-1-1 0 0 0,1 0-1 0 0,-1 0 1 0 0,0 1 0 0 0,1-1-1 0 0,-1 0 1 0 0,0 0-1 0 0,1 0 1 0 0,-1 1 0 0 0,0-1-1 0 0,0 0 1 0 0,0 0 0 0 0,0 0-1 0 0,0 0 1 0 0,0 0 0 0 0,0 0-1 0 0,0 1 1 0 0,0-1 0 0 0,0 0-1 0 0,0 0 1 0 0,0 0 0 0 0,-1 0-1 0 0,1 1 1 0 0,0-1 0 0 0,-1 0-1 0 0,1 0 1 0 0,0 0-1 0 0,-1 1 1 0 0,1-1 0 0 0,-1 0-1 0 0,0 1 1 0 0,1-1 0 0 0,-1 0-1 0 0,1 1 1 0 0,-1-1 0 0 0,0 1-1 0 0,1-1 1 0 0,-1 1 0 0 0,0-1-1 0 0,0 1 1 0 0,0 0 0 0 0,1-1-1 0 0,-1 1 1 0 0,0 0-1 0 0,0-1 1 0 0,0 1 0 0 0,0 0-1 0 0,1 0 1 0 0,-1 0 0 0 0,0 0-1 0 0,-1 0 84 0 0,104-16 1559 0 0,-91 16-1263 0 0,80 30 1615 0 0,-86-29-753 0 0,1 0-3333 0 0,6 1-4697 0 0,-11-2 5566 0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04.071"/>
    </inkml:context>
    <inkml:brush xml:id="br0">
      <inkml:brushProperty name="width" value="0.05" units="cm"/>
      <inkml:brushProperty name="height" value="0.05" units="cm"/>
      <inkml:brushProperty name="color" value="#FFFFFF"/>
    </inkml:brush>
  </inkml:definitions>
  <inkml:trace contextRef="#ctx0" brushRef="#br0">1 0 1160 0 0,'0'0'1374'0'0,"0"0"-123"0"0,0 0-2 0 0,0 0-90 0 0,0 0-162 0 0,0 0-103 0 0,0 0-10 0 0,0 0-33 0 0,3 0-92 0 0,94 1 4721 0 0,5 0-4868 0 0,-101-1-1049 0 0,11 0-8805 0 0,-28 19 6021 0 0,1-5 1723 0 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04.324"/>
    </inkml:context>
    <inkml:brush xml:id="br0">
      <inkml:brushProperty name="width" value="0.05" units="cm"/>
      <inkml:brushProperty name="height" value="0.05" units="cm"/>
      <inkml:brushProperty name="color" value="#FFFFFF"/>
    </inkml:brush>
  </inkml:definitions>
  <inkml:trace contextRef="#ctx0" brushRef="#br0">1 1 1372 0 0,'6'4'9486'0'0,"31"3"-6300"0"0,113-7 2138 0 0,-85 0-5803 0 0,-20 0-4443 0 0,1 0-5599 0 0,-45 0 9195 0 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08.954"/>
    </inkml:context>
    <inkml:brush xml:id="br0">
      <inkml:brushProperty name="width" value="0.05" units="cm"/>
      <inkml:brushProperty name="height" value="0.05" units="cm"/>
      <inkml:brushProperty name="color" value="#FFFFFF"/>
    </inkml:brush>
  </inkml:definitions>
  <inkml:trace contextRef="#ctx0" brushRef="#br0">53 0 2704 0 0,'0'0'1701'0'0,"0"0"-270"0"0,0 0-154 0 0,0 0-145 0 0,0 0-183 0 0,0 0-129 0 0,0 0-83 0 0,0 0-92 0 0,0 0-243 0 0,0 0-193 0 0,0 0-200 0 0,0 0-177 0 0,-11 17-4611 0 0,-23 17 404 0 0,27-29 2829 0 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14.649"/>
    </inkml:context>
    <inkml:brush xml:id="br0">
      <inkml:brushProperty name="width" value="0.05" units="cm"/>
      <inkml:brushProperty name="height" value="0.05" units="cm"/>
      <inkml:brushProperty name="color" value="#FFFFFF"/>
    </inkml:brush>
  </inkml:definitions>
  <inkml:trace contextRef="#ctx0" brushRef="#br0">1 3 2216 0 0,'30'-2'7844'0'0,"20"15"-4987"0"0,-44-11-2523 0 0,36 14 1397 0 0,40 5-1502 0 0,-84-20-6960 0 0,-16 5 1410 0 0,11-2 3834 0 0</inkml:trace>
  <inkml:trace contextRef="#ctx0" brushRef="#br0" timeOffset="253.238">16 141 2324 0 0,'9'13'11022'0'0,"33"-12"-7908"0"0,-28-2-1816 0 0,104-9 825 0 0,-22-1-1764 0 0,-66 10-5346 0 0,1 0-6843 0 0,-23 1 10303 0 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11.699"/>
    </inkml:context>
    <inkml:brush xml:id="br0">
      <inkml:brushProperty name="width" value="0.05" units="cm"/>
      <inkml:brushProperty name="height" value="0.05" units="cm"/>
      <inkml:brushProperty name="color" value="#FFFFFF"/>
    </inkml:brush>
  </inkml:definitions>
  <inkml:trace contextRef="#ctx0" brushRef="#br0">102 59 2068 0 0,'8'39'6827'0'0,"31"7"-5136"0"0,-37-45-1784 0 0,1 0 0 0 0,-1 0 0 0 0,1 0 0 0 0,-1-1 0 0 0,1 1 0 0 0,-1-1 0 0 0,1 0 0 0 0,0 0 0 0 0,-1 0 0 0 0,1 0 0 0 0,0 0 0 0 0,-1 0 0 0 0,1-1 0 0 0,-1 1 0 0 0,1-1-1 0 0,-1 0 1 0 0,1 0 0 0 0,-1 0 0 0 0,1 0 0 0 0,-1 0 0 0 0,0-1 0 0 0,1 1 0 0 0,-1-1 0 0 0,0 1 0 0 0,0-1 0 0 0,1 0 93 0 0,57-39-4287 0 0,-48 31 3727 0 0</inkml:trace>
  <inkml:trace contextRef="#ctx0" brushRef="#br0" timeOffset="294.06">317 54 4284 0 0,'23'-12'4220'0'0,"-36"25"-352"0"0,-287 198-1335 0 0,279-190-2021 0 0,46-14-414 0 0,65-11 98 0 0,4-15-94 0 0,-4-20-768 0 0,-53-14-2972 0 0,-27 17-4573 0 0,-10 36 6785 0 0</inkml:trace>
  <inkml:trace contextRef="#ctx0" brushRef="#br0" timeOffset="542.255">244 1 1280 0 0,'2'104'7097'0'0,"-2"56"-3486"0"0,-23-63-2897 0 0,9-54-2700 0 0,7 0-5692 0 0,7-43 6192 0 0</inkml:trace>
  <inkml:trace contextRef="#ctx0" brushRef="#br0" timeOffset="811.998">213 361 1372 0 0,'-10'2'6811'0'0,"-16"18"-4105"0"0,-49 5-3984 0 0,63-24-747 0 0,7-1-2315 0 0,5 0 3026 0 0</inkml:trace>
  <inkml:trace contextRef="#ctx0" brushRef="#br0" timeOffset="982.173">97 354 1576 0 0,'3'-1'336'0'0,"0"-1"0"0"0,-1 1 1 0 0,1-1-1 0 0,0 1 0 0 0,0 0 0 0 0,0 0 0 0 0,0 0 0 0 0,0 1 1 0 0,1-1-1 0 0,-1 1 0 0 0,0-1 0 0 0,0 1 0 0 0,0 0 0 0 0,0 0 1 0 0,1 1-1 0 0,-1-1 0 0 0,0 1 0 0 0,0-1 0 0 0,0 1 0 0 0,0 0 0 0 0,2 1-336 0 0,-4-2 545 0 0,153 49 4230 0 0,-129-32-3691 0 0,-44-1-5841 0 0,-14-5-1827 0 0,15-4 4974 0 0</inkml:trace>
  <inkml:trace contextRef="#ctx0" brushRef="#br0" timeOffset="1342.185">169 467 1356 0 0,'-4'13'7437'0'0,"-13"21"-5850"0"0,11-21-1427 0 0,-2-1 1 0 0,0 0 0 0 0,0 0 0 0 0,-1-1 0 0 0,0 0-1 0 0,-1 0 1 0 0,0-1 0 0 0,-1-1 0 0 0,0 0 0 0 0,-1 0-1 0 0,0-1-160 0 0,0 11 875 0 0,151 58 244 0 0,-2 9-371 0 0,-168-106-12453 0 0,13 7 10168 0 0</inkml:trace>
  <inkml:trace contextRef="#ctx0" brushRef="#br0" timeOffset="1640.217">1 570 2104 0 0,'0'-9'6277'0'0,"20"7"-3326"0"0,20 5-1425 0 0,-39-3-1465 0 0,55 4 1500 0 0,45 27 479 0 0,-100-31-2002 0 0,0-1 0 0 0,0 1 0 0 0,-1 0 1 0 0,1 0-1 0 0,0 0 0 0 0,0 0 1 0 0,-1 0-1 0 0,1 0 0 0 0,0 0 0 0 0,0 0 1 0 0,-1 0-1 0 0,1 1 0 0 0,0-1 1 0 0,-1 0-1 0 0,1 0 0 0 0,0 1 0 0 0,-1-1 1 0 0,1 0-1 0 0,0 1 0 0 0,-1-1 1 0 0,1 1-1 0 0,-1-1 0 0 0,1 1 0 0 0,0-1 1 0 0,-1 1-1 0 0,1-1 0 0 0,-1 1 1 0 0,0-1-1 0 0,1 1 0 0 0,-1 0 0 0 0,1-1 1 0 0,-1 1-1 0 0,0 0 0 0 0,0-1 1 0 0,1 1-1 0 0,-1 0 0 0 0,0-1 1 0 0,0 1-1 0 0,0 0 0 0 0,0 0 0 0 0,0-1 1 0 0,0 1-1 0 0,0 0 0 0 0,0 0 1 0 0,0-1-1 0 0,0 1 0 0 0,0 0 0 0 0,0 0 1 0 0,0-1-1 0 0,-1 1 0 0 0,1 0 1 0 0,0-1-1 0 0,-1 1 0 0 0,1 0 0 0 0,0-1 1 0 0,-1 1-1 0 0,1-1 0 0 0,-1 1 1 0 0,1 0-1 0 0,-1-1 0 0 0,1 1 0 0 0,-1-1 1 0 0,0 1-39 0 0,-40 29 153 0 0,40-30-167 0 0,-90 32-3717 0 0,91-32 2964 0 0,0 0-369 0 0,0 0-307 0 0,-1-1 1189 0 0,0 0-1 0 0,0-1 1 0 0,0 1 0 0 0,1 0 0 0 0,-1-1-1 0 0,0 1 1 0 0,1 0 0 0 0,-1-1 0 0 0,1 1-1 0 0,0-1 1 0 0,-1 1 0 0 0,1-1 0 0 0,0 1-1 0 0,0-1 1 0 0,0 1 0 0 0,0-1 0 0 0,0 1 0 0 0,1-1-1 0 0,-1 1 1 0 0,0-1 0 0 0,1 1 0 0 0,-1-1-1 0 0,1 1 1 0 0,-1 0 0 0 0,1-1 0 0 0,0 1-1 0 0,-1 0 1 0 0,1-1 0 0 0,0 1 0 0 0,0 0-1 0 0,0 0 1 0 0,0 0 0 0 0,1-1 254 0 0,0-2-226 0 0,8-15-1452 0 0</inkml:trace>
  <inkml:trace contextRef="#ctx0" brushRef="#br0" timeOffset="2119.712">586 7 916 0 0,'5'-6'1021'0'0,"-5"7"-626"0"0,0-1 1 0 0,0 0 0 0 0,0 0-1 0 0,0 1 1 0 0,1-1-1 0 0,-1 0 1 0 0,0 0-1 0 0,0 0 1 0 0,1 1-1 0 0,-1-1 1 0 0,0 0-1 0 0,0 0 1 0 0,1 0-1 0 0,-1 0 1 0 0,0 0-1 0 0,0 0 1 0 0,1 0-1 0 0,-1 1 1 0 0,0-1-1 0 0,0 0 1 0 0,1 0-1 0 0,-1 0 1 0 0,0 0-1 0 0,1 0 1 0 0,-1 0-1 0 0,0 0 1 0 0,1 0-1 0 0,-1-1 1 0 0,0 1-1 0 0,0 0 1 0 0,1 0-396 0 0,-134 291 5862 0 0,133-289-5848 0 0,-1 0 1 0 0,1 0-1 0 0,0 0 0 0 0,0 0 1 0 0,0-1-1 0 0,0 1 0 0 0,0 0 1 0 0,1 0-1 0 0,-1 0 0 0 0,0 0 1 0 0,1 0-1 0 0,0 0 0 0 0,-1 0 1 0 0,1 0-1 0 0,0-1 0 0 0,0 1 1 0 0,0 0-1 0 0,0 0 0 0 0,0-1 1 0 0,0 1-1 0 0,1-1 0 0 0,-1 1 1 0 0,0-1-1 0 0,1 0 0 0 0,-1 1 1 0 0,1-1-1 0 0,0 0 0 0 0,-1 0 1 0 0,1 0-1 0 0,0 0 0 0 0,0 0 1 0 0,0-1-1 0 0,-1 1 0 0 0,1 0 1 0 0,0-1-1 0 0,0 0 0 0 0,0 1 1 0 0,0-1-1 0 0,0 0 0 0 0,0 0 1 0 0,0 0-1 0 0,0 0 0 0 0,0 0 1 0 0,0 0-1 0 0,0-1 0 0 0,0 1 1 0 0,0-1-1 0 0,0 0-14 0 0,36 9 53 0 0,-32-5-57 0 0,-2-2 17 0 0,0 0 1 0 0,1 0-1 0 0,-1 0 1 0 0,0 1-1 0 0,-1 0 1 0 0,1 0-1 0 0,0 0 1 0 0,0 0-1 0 0,-1 0 1 0 0,1 1-1 0 0,-1 0 1 0 0,0-1-1 0 0,0 1 1 0 0,0 1-1 0 0,0-1 1 0 0,0 0-1 0 0,-1 1 1 0 0,1-1-1 0 0,-1 1 1 0 0,0 0-1 0 0,0 0 1 0 0,0 0-1 0 0,-1 0 1 0 0,1 0-1 0 0,-1 0 1 0 0,0 3-14 0 0,-1 4 3 0 0,-1 1-1 0 0,-1 0 1 0 0,0-1 0 0 0,-1 1 0 0 0,0-1 0 0 0,0 0-1 0 0,-1 0 1 0 0,-1 0 0 0 0,0-1 0 0 0,0 1-1 0 0,-1-1 1 0 0,0 0 0 0 0,-1-1 0 0 0,0 1 0 0 0,-1-2-1 0 0,0 1 1 0 0,0-1 0 0 0,-1 0 0 0 0,0 0-1 0 0,0-1 1 0 0,-1-1 0 0 0,1 1 0 0 0,-2-1 0 0 0,0-1-3 0 0,-3 1-534 0 0,0 0 1 0 0,0-1-1 0 0,-1-1 1 0 0,0-1-1 0 0,0 0 1 0 0,0 0-1 0 0,-1-2 1 0 0,-5 0 533 0 0,-29-23-3065 0 0,24-7-2125 0 0,14-3 236 0 0,11 20 3364 0 0</inkml:trace>
  <inkml:trace contextRef="#ctx0" brushRef="#br0" timeOffset="2372.138">346 484 2136 0 0,'112'78'8033'0'0,"-59"-34"-5238"0"0,-7-7-896 0 0,-36-27-1559 0 0,1-1 0 0 0,0 0 0 0 0,0 0 1 0 0,1-1-1 0 0,1-1 0 0 0,-1 0 0 0 0,1 0 0 0 0,0-1 1 0 0,0-1-1 0 0,1 0 0 0 0,14 2-340 0 0,-19-5 407 0 0,23-3-6336 0 0,-17-6 5142 0 0,42-13-6974 0 0,-56 20 6316 0 0,-1 0 87 0 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09.991"/>
    </inkml:context>
    <inkml:brush xml:id="br0">
      <inkml:brushProperty name="width" value="0.05" units="cm"/>
      <inkml:brushProperty name="height" value="0.05" units="cm"/>
      <inkml:brushProperty name="color" value="#FFFFFF"/>
    </inkml:brush>
  </inkml:definitions>
  <inkml:trace contextRef="#ctx0" brushRef="#br0">376 1 2580 0 0,'0'0'1681'0'0,"0"0"-194"0"0,0 0-91 0 0,0 0-133 0 0,0 0-145 0 0,0 0-43 0 0,0 0-59 0 0,0 0-67 0 0,0 0-155 0 0,2 2-74 0 0,-2-1-669 0 0,1-1 0 0 0,-1 1 0 0 0,0 0 0 0 0,1 0 0 0 0,-1 0 0 0 0,0 0 0 0 0,0 0 0 0 0,1 0 0 0 0,-1 0 0 0 0,0 0-1 0 0,0-1 1 0 0,0 1 0 0 0,0 0 0 0 0,0 0 0 0 0,0 0 0 0 0,-1 0 0 0 0,1 0 0 0 0,0 0 0 0 0,0 0 0 0 0,-1 0 0 0 0,1 0 0 0 0,0-1 0 0 0,-1 1 0 0 0,1 0-1 0 0,-1 0 1 0 0,1 0 0 0 0,-1-1 0 0 0,0 1 0 0 0,1 0 0 0 0,-1-1 0 0 0,1 1 0 0 0,-1 0 0 0 0,0-1 0 0 0,0 1 0 0 0,1-1 0 0 0,-1 1 0 0 0,0-1 0 0 0,0 0-1 0 0,0 1 1 0 0,0-1 0 0 0,0 0 0 0 0,0 1-51 0 0,-5 4 43 0 0,-268 171 1620 0 0,191-144-5822 0 0,83-37 1258 0 0,14-1 2773 0 0,-10 10 286 0 0,0 0 1 0 0,0 0-1 0 0,0 0 0 0 0,-1 1 0 0 0,0 0 0 0 0,1 0 1 0 0,-2 0-1 0 0,1 0 0 0 0,-1 0 0 0 0,1 0 0 0 0,-1 1 0 0 0,-1-1 1 0 0,1 1-1 0 0,-1-1 0 0 0,0 1 0 0 0,0 0 0 0 0,-1 0 1 0 0,0 0-159 0 0,5 17 345 0 0,2 125 1164 0 0,-36-25-1478 0 0,8-88-2431 0 0,1-17-6877 0 0,20-18 7825 0 0</inkml:trace>
  <inkml:trace contextRef="#ctx0" brushRef="#br0" timeOffset="303.032">119 326 2024 0 0,'42'-32'8335'0'0,"43"16"-4838"0"0,-58 12-2473 0 0,46-10 197 0 0,2 0 34 0 0,-8 1-4177 0 0,-67 12-7580 0 0,-3 2 9719 0 0,0 0-858 0 0</inkml:trace>
  <inkml:trace contextRef="#ctx0" brushRef="#br0" timeOffset="570.584">405 144 2344 0 0,'-15'9'5828'0'0,"-4"23"-4527"0"0,13-21-730 0 0,-60 82 131 0 0,9-44-3429 0 0,27-30-1684 0 0,24-15 2811 0 0</inkml:trace>
  <inkml:trace contextRef="#ctx0" brushRef="#br0" timeOffset="838.108">187 340 1048 0 0,'8'41'5522'0'0,"-9"29"-3155"0"0,0-31-1388 0 0,1 5-1100 0 0,0-42-524 0 0,0 11-3240 0 0,2-4 1260 0 0,-1-10 1373 0 0</inkml:trace>
  <inkml:trace contextRef="#ctx0" brushRef="#br0" timeOffset="1087.1">216 430 888 0 0,'44'-36'7405'0'0,"-29"31"-6562"0"0,1 1-1 0 0,-1 1 1 0 0,1 0 0 0 0,0 1 0 0 0,0 1-1 0 0,0 0 1 0 0,13 2-843 0 0,-20-1 293 0 0,59 13 2150 0 0,-66-11-2407 0 0,0-1-43 0 0,0 0 1 0 0,-1 0-1 0 0,1 0 0 0 0,-1 0 1 0 0,1 0-1 0 0,-1 0 1 0 0,1 0-1 0 0,-1 1 0 0 0,0-1 1 0 0,0 0-1 0 0,1 1 1 0 0,-1-1-1 0 0,0 1 0 0 0,0 0 1 0 0,-1-1-1 0 0,1 1 0 0 0,0 0 1 0 0,-1-1-1 0 0,1 1 1 0 0,0 0-1 0 0,-1 0 0 0 0,0 0 1 0 0,0-1-1 0 0,1 1 1 0 0,-1 0-1 0 0,0 0 0 0 0,0 0 1 0 0,-1 0-1 0 0,1-1 0 0 0,0 1 1 0 0,-1 1 6 0 0,-76 95-12358 0 0,72-93 10905 0 0,-4-2 37 0 0</inkml:trace>
  <inkml:trace contextRef="#ctx0" brushRef="#br0" timeOffset="1259.101">331 494 1460 0 0,'-6'6'4744'0'0,"-5"10"-2713"0"0,-34 78 507 0 0,1-44-4534 0 0,27-43-2865 0 0,15-7 3313 0 0</inkml:trace>
  <inkml:trace contextRef="#ctx0" brushRef="#br0" timeOffset="1426.167">264 593 1900 0 0,'83'43'5093'0'0,"60"66"-296"0"0,-98-83-6017 0 0,-44-26-134 0 0,-1 0-259 0 0,13 0-3070 0 0,-5 0 3247 0 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15.563"/>
    </inkml:context>
    <inkml:brush xml:id="br0">
      <inkml:brushProperty name="width" value="0.05" units="cm"/>
      <inkml:brushProperty name="height" value="0.05" units="cm"/>
      <inkml:brushProperty name="color" value="#FFFFFF"/>
    </inkml:brush>
  </inkml:definitions>
  <inkml:trace contextRef="#ctx0" brushRef="#br0">5 114 2144 0 0,'0'0'198'0'0,"0"0"-1"0"0,1 0 1 0 0,-1 1 0 0 0,0-1-1 0 0,0 0 1 0 0,1 0 0 0 0,-1 0-1 0 0,0 1 1 0 0,0-1-1 0 0,0 0 1 0 0,0 0 0 0 0,1 1-1 0 0,-1-1 1 0 0,0 0 0 0 0,0 1-1 0 0,0-1 1 0 0,0 0-1 0 0,0 0 1 0 0,0 1 0 0 0,0-1-1 0 0,0 0 1 0 0,0 1-1 0 0,0-1 1 0 0,0 0 0 0 0,0 1-1 0 0,0-1 1 0 0,0 0 0 0 0,0 0-1 0 0,0 1 1 0 0,0-1-1 0 0,0 0 1 0 0,0 1 0 0 0,-1-1-1 0 0,1 0 1 0 0,0 0 0 0 0,0 1-1 0 0,0-1 1 0 0,0 0-1 0 0,-1 0 1 0 0,1 1 0 0 0,0-1-1 0 0,0 0 1 0 0,0 0 0 0 0,-1 0-1 0 0,1 1 1 0 0,0-1-1 0 0,0 0 1 0 0,-1 0 0 0 0,1 0-1 0 0,0 0 1 0 0,-1 0-1 0 0,1 0 1 0 0,0 1 0 0 0,0-1-1 0 0,-1 0 1 0 0,1 0 0 0 0,0 0-1 0 0,-1 0 1 0 0,1 0-1 0 0,0 0-197 0 0,32 1 3377 0 0,273-5 1666 0 0,-289 4-6269 0 0,6 4-12573 0 0,-34 7 11074 0 0,3-5 1200 0 0,-8 5-21 0 0</inkml:trace>
  <inkml:trace contextRef="#ctx0" brushRef="#br0" timeOffset="282.019">130 250 1820 0 0,'0'6'5797'0'0,"29"2"-2524"0"0,52-6 371 0 0,-25-2-4003 0 0,-33-12-587 0 0,-14 1-2488 0 0,-11 4-3012 0 0,1 2 4957 0 0</inkml:trace>
  <inkml:trace contextRef="#ctx0" brushRef="#br0" timeOffset="564.063">263 1 2292 0 0,'2'10'4534'0'0,"1"17"-3054"0"0,-3-23-1066 0 0,0 134 4138 0 0,-1-126-4561 0 0,0 0 0 0 0,-1 0 1 0 0,-1-1-1 0 0,0 1 0 0 0,0-1 0 0 0,-1 0 1 0 0,-1 0-1 0 0,0 0 0 0 0,-6 10 9 0 0,8-15-88 0 0,-36 57-2440 0 0,-14-10-4941 0 0,46-48 5881 0 0</inkml:trace>
  <inkml:trace contextRef="#ctx0" brushRef="#br0" timeOffset="812.083">47 399 2156 0 0,'-15'-9'9773'0'0,"48"12"-5819"0"0,-11-1-3580 0 0,225-3 3075 0 0,-190 2-4856 0 0,-45-14-1190 0 0,-17 11-3840 0 0,-22 16-108 0 0,11-4 4973 0 0</inkml:trace>
  <inkml:trace contextRef="#ctx0" brushRef="#br0" timeOffset="1395.178">232 425 1624 0 0,'-22'5'5676'0'0,"-8"19"-3460"0"0,10-8-1674 0 0,-84 50 2159 0 0,186-17-1389 0 0,-76-43-1208 0 0,0 0 0 0 0,-1 0-1 0 0,1 0 1 0 0,-1 1 0 0 0,-1 0 0 0 0,1 0 0 0 0,-1 0 0 0 0,-1 1 0 0 0,1-1 0 0 0,-1 1 0 0 0,0 0 0 0 0,-1 0 0 0 0,0 0 0 0 0,0 0 0 0 0,0 7-104 0 0,5 15 216 0 0,17 64-85 0 0,-23-92-134 0 0,-1 0-1 0 0,1 0 1 0 0,-1-1 0 0 0,1 1-1 0 0,-1 0 1 0 0,0 0-1 0 0,1 0 1 0 0,-1 0-1 0 0,0 0 1 0 0,-1 0-1 0 0,1 0 1 0 0,0 0-1 0 0,0 0 1 0 0,-1 0-1 0 0,1 0 1 0 0,-1 0-1 0 0,0 0 1 0 0,0-1-1 0 0,1 1 1 0 0,-1 0-1 0 0,0 0 1 0 0,0-1-1 0 0,-1 1 1 0 0,1-1-1 0 0,0 1 1 0 0,-1-1-1 0 0,1 1 1 0 0,0-1-1 0 0,-1 0 1 0 0,0 0-1 0 0,1 1 1 0 0,-1-1-1 0 0,0-1 1 0 0,1 1-1 0 0,-1 0 1 0 0,0 0-1 0 0,0 0 1 0 0,0-1-1 0 0,0 1 1 0 0,0-1-1 0 0,0 0 1 0 0,0 1-1 0 0,0-1 4 0 0,-75-32 404 0 0,26-7 1296 0 0,51 39-1662 0 0,-1 0 0 0 0,1 1 0 0 0,-1-1 1 0 0,1 0-1 0 0,-1 0 0 0 0,1-1 0 0 0,-1 1 0 0 0,1 0 0 0 0,-1 0 0 0 0,1 0 1 0 0,-1 0-1 0 0,1 0 0 0 0,-1 0 0 0 0,1-1 0 0 0,-1 1 0 0 0,1 0 1 0 0,-1 0-1 0 0,1-1 0 0 0,0 1 0 0 0,-1 0 0 0 0,1-1 0 0 0,-1 1 0 0 0,1 0 1 0 0,0-1-1 0 0,-1 1 0 0 0,1-1 0 0 0,0 1 0 0 0,0-1 0 0 0,-1 1 1 0 0,1-1-1 0 0,0 1 0 0 0,0 0 0 0 0,-1-1 0 0 0,1 1 0 0 0,0-1 0 0 0,0 1 1 0 0,0-1-1 0 0,0 0 0 0 0,0 1 0 0 0,0-1 0 0 0,0 1 0 0 0,0-1 0 0 0,0 1 1 0 0,0-1-1 0 0,0 1 0 0 0,0-1 0 0 0,1 1 0 0 0,-1-1 0 0 0,0 1 1 0 0,0-1-1 0 0,0 1 0 0 0,1-1 0 0 0,-1 1 0 0 0,0 0 0 0 0,1-1 0 0 0,-1 1 1 0 0,0-1-1 0 0,1 1 0 0 0,-1 0 0 0 0,0-1 0 0 0,1 1 0 0 0,-1 0 1 0 0,1-1-1 0 0,-1 1-38 0 0,36-11 1477 0 0,-31 10-1576 0 0,221-58 1976 0 0,-175 27-5441 0 0,-24 1-4892 0 0,-2 12 164 0 0,-20 15 6792 0 0</inkml:trace>
  <inkml:trace contextRef="#ctx0" brushRef="#br0" timeOffset="1929.101">643 110 2016 0 0,'40'34'6342'0'0,"-3"6"-3662"0"0,17 16-2195 0 0,-53-56-1128 0 0,-1 0-413 0 0,27-3-4908 0 0,0-14 4444 0 0</inkml:trace>
  <inkml:trace contextRef="#ctx0" brushRef="#br0" timeOffset="2244.489">908 136 1492 0 0,'-10'5'5903'0'0,"-11"11"-4393"0"0,1 0-907 0 0,-85 49 1591 0 0,-27 19-613 0 0,101-65-1211 0 0,-21 12 848 0 0,86-25-160 0 0,222-79 585 0 0,-203 64-1445 0 0,24-8-3034 0 0,-77 17 2764 0 0,5-5-2147 0 0,-8 0-7648 0 0,-12-4 8255 0 0</inkml:trace>
  <inkml:trace contextRef="#ctx0" brushRef="#br0" timeOffset="2496.918">834 31 1832 0 0,'1'3'3466'0'0,"0"14"-1337"0"0,0 224 5200 0 0,-2-124-6403 0 0,1-5-3880 0 0,0-111 1896 0 0,0-1-284 0 0,-3 10-1728 0 0,-14 0-9 0 0,15-12 1648 0 0,2-1-153 0 0</inkml:trace>
  <inkml:trace contextRef="#ctx0" brushRef="#br0" timeOffset="2790.315">810 441 1008 0 0,'-23'-17'6206'0'0,"-9"24"-3804"0"0,-105 83-520 0 0,206-148-3328 0 0,-59 50 1453 0 0,1 1-1 0 0,0 0 0 0 0,0 1 1 0 0,0 0-1 0 0,1 1 1 0 0,0 0-1 0 0,0 1 0 0 0,1 0 1 0 0,-1 1-1 0 0,1 0 1 0 0,-1 1-1 0 0,10 0-6 0 0,50 14 1616 0 0,-57-3-1373 0 0,8 8-1115 0 0,-30-5-6712 0 0,2-9 6028 0 0</inkml:trace>
  <inkml:trace contextRef="#ctx0" brushRef="#br0" timeOffset="3118.157">832 471 944 0 0,'-34'24'7672'0'0,"-15"20"-6059"0"0,20-17-695 0 0,16-16-697 0 0,9-9-138 0 0,1 0 0 0 0,0 0-1 0 0,0 1 1 0 0,0-1-1 0 0,0 1 1 0 0,1 0 0 0 0,-1 0-1 0 0,1 0 1 0 0,-1 0-1 0 0,1 0 1 0 0,0 0 0 0 0,0 1-1 0 0,0-1 1 0 0,1 1-1 0 0,-1-1 1 0 0,1 1 0 0 0,0 0-1 0 0,-1 3-82 0 0,2-6 156 0 0,0-1-50 0 0,5 12 109 0 0,8-1-141 0 0,0 0-1 0 0,0-2 1 0 0,1 0-1 0 0,0 0 1 0 0,1-1 0 0 0,0-1-1 0 0,0 0 1 0 0,1-1-1 0 0,-1-1 1 0 0,15 3-74 0 0,23 10 205 0 0,-7-3-507 0 0,-84-22-9916 0 0,28 4 8821 0 0</inkml:trace>
  <inkml:trace contextRef="#ctx0" brushRef="#br0" timeOffset="3434.378">641 618 1768 0 0,'1'0'162'0'0,"0"0"0"0"0,0 1 0 0 0,0-1 0 0 0,0 0 0 0 0,0 0 0 0 0,0 1 0 0 0,0-1 0 0 0,0 0 0 0 0,0 0 0 0 0,0 0 0 0 0,0 0 0 0 0,0 0 0 0 0,0 0 0 0 0,0-1 0 0 0,-1 1 0 0 0,1 0 0 0 0,0 0 0 0 0,0-1 0 0 0,0 1 0 0 0,0-1 0 0 0,0 1 0 0 0,0-1 0 0 0,0 1 0 0 0,-1-1 0 0 0,1 1 0 0 0,0-1-1 0 0,0 1 1 0 0,-1-1 0 0 0,1 0 0 0 0,0 0 0 0 0,-1 1 0 0 0,1-1 0 0 0,-1 0 0 0 0,1 0 0 0 0,-1 0 0 0 0,1 0 0 0 0,-1 0 0 0 0,0 1 0 0 0,1-1 0 0 0,-1 0 0 0 0,0 0 0 0 0,0 0 0 0 0,0 0 0 0 0,0 0 0 0 0,1 0 0 0 0,-1 0 0 0 0,-1 0 0 0 0,1 0 0 0 0,0 0 0 0 0,0 0 0 0 0,0 0 0 0 0,0 0 0 0 0,-1 0 0 0 0,1 0 0 0 0,0 0 0 0 0,-1 0 0 0 0,1 1 0 0 0,-1-1 0 0 0,1 0 0 0 0,-1 0 0 0 0,1 0 0 0 0,-1 1 0 0 0,0-1 0 0 0,1 0 0 0 0,-1 0-1 0 0,0 1-161 0 0,160-4 6579 0 0,-157 4-6519 0 0,-1 0-1 0 0,1 0 0 0 0,-1 0 1 0 0,1 1-1 0 0,-1-1 1 0 0,1 0-1 0 0,-1 1 1 0 0,0-1-1 0 0,1 1 1 0 0,-1 0-1 0 0,0 0 1 0 0,1-1-1 0 0,-1 1 1 0 0,0 0-1 0 0,0 0 1 0 0,0 0-1 0 0,0 0 0 0 0,0 0 1 0 0,0 0-1 0 0,0 1 1 0 0,0-1-1 0 0,0 0 1 0 0,-1 0-1 0 0,1 1 1 0 0,0-1-1 0 0,-1 0 1 0 0,1 1-1 0 0,-1-1 1 0 0,1 1-1 0 0,-1-1 1 0 0,0 1-1 0 0,0-1 0 0 0,0 1 1 0 0,1-1-1 0 0,-1 1 1 0 0,-1-1-1 0 0,1 0 1 0 0,0 1-1 0 0,0-1 1 0 0,0 1-1 0 0,-1-1 1 0 0,1 1-1 0 0,-1-1 1 0 0,1 0-1 0 0,-1 1 1 0 0,0-1-1 0 0,0 1-59 0 0,-76 79-279 0 0,31-46-2024 0 0,45-35 1523 0 0,1 0-55 0 0,-1-1 715 0 0,0 0-75 0 0,0 0 0 0 0,0 0 0 0 0,0 1-1 0 0,0-1 1 0 0,0 0 0 0 0,0 0 0 0 0,0 0 0 0 0,0 0 0 0 0,0 0 0 0 0,0-1 0 0 0,1 1 0 0 0,-1 0-1 0 0,0 0 1 0 0,1 0 0 0 0,-1-1 0 0 0,1 1 0 0 0,-1 0 0 0 0,1-1 0 0 0,0 1 0 0 0,0 0 0 0 0,0-1 0 0 0,-1 1-1 0 0,1 0 1 0 0,0-1 0 0 0,1 1 0 0 0,-1-1 0 0 0,0 1 0 0 0,0 0 0 0 0,0-1 0 0 0,1 1 0 0 0,-1 0 0 0 0,1 0-1 0 0,-1-1 1 0 0,1 1 0 0 0,0 0 0 0 0,-1 0 0 0 0,1 0 0 0 0,1-1 195 0 0,47-100-6355 0 0,-31 74 4805 0 0</inkml:trace>
  <inkml:trace contextRef="#ctx0" brushRef="#br0" timeOffset="3868.429">1142 105 2188 0 0,'3'-3'1033'0'0,"16"-5"7542"0"0,-34 48-5121 0 0,-47 69-1164 0 0,-16 44-311 0 0,77-151-1956 0 0,1-1 0 0 0,-1 1-1 0 0,0 0 1 0 0,1 0 0 0 0,0 0-1 0 0,-1 0 1 0 0,1 0 0 0 0,0 0 0 0 0,0 0-1 0 0,0 0 1 0 0,0 0 0 0 0,0 0-1 0 0,1 0 1 0 0,-1-1 0 0 0,0 1 0 0 0,1 0-1 0 0,0 0 1 0 0,-1 0 0 0 0,1 0-1 0 0,0-1 1 0 0,0 1 0 0 0,0 0 0 0 0,0 0-1 0 0,0-1 1 0 0,0 1 0 0 0,1-1-1 0 0,-1 0 1 0 0,0 1 0 0 0,1-1 0 0 0,-1 0-1 0 0,1 1 1 0 0,0-1 0 0 0,-1 0-1 0 0,1 0 1 0 0,0-1 0 0 0,-1 1 0 0 0,1 0-1 0 0,0 0 1 0 0,0-1 0 0 0,0 1-1 0 0,0-1 1 0 0,1 0-23 0 0,156 4 520 0 0,-127 8-470 0 0,-29-9-35 0 0,0 1 0 0 0,0-1 1 0 0,0 1-1 0 0,0-1 1 0 0,-1 1-1 0 0,1 0 1 0 0,-1 0-1 0 0,0 1 0 0 0,-1-1 1 0 0,1 0-1 0 0,-1 0 1 0 0,1 1-1 0 0,-1-1 0 0 0,0 1 1 0 0,-1 0-1 0 0,1-1 1 0 0,-1 1-1 0 0,0-1 1 0 0,0 1-1 0 0,-1 0 0 0 0,1-1 1 0 0,-1 1-1 0 0,0-1 1 0 0,0 1-1 0 0,-1-1 0 0 0,1 0 1 0 0,-1 1-1 0 0,0-1 1 0 0,0 0-1 0 0,0 0 1 0 0,-1 0-1 0 0,-2 3-15 0 0,-5 9-88 0 0,0 0 1 0 0,-2-1-1 0 0,0 0 1 0 0,-1 0-1 0 0,0-2 0 0 0,-1 0 1 0 0,-1 0-1 0 0,0-1 0 0 0,0-1 1 0 0,-10 5 87 0 0,15-10-397 0 0,0-1 1 0 0,-1 0 0 0 0,1-1-1 0 0,-1 0 1 0 0,0-1-1 0 0,0 0 1 0 0,0-1-1 0 0,0 0 1 0 0,-1-1-1 0 0,-5 1 397 0 0,2-1-1173 0 0,9-3 129 0 0,-24-29-2576 0 0,19-20-4319 0 0,11 41 6492 0 0</inkml:trace>
  <inkml:trace contextRef="#ctx0" brushRef="#br0" timeOffset="4152.286">957 603 1732 0 0,'65'-23'5539'0'0,"-57"24"-5163"0"0,0 0 0 0 0,-1 0-1 0 0,1 1 1 0 0,0 0 0 0 0,-1 0 0 0 0,1 1-1 0 0,-1 0 1 0 0,0 0 0 0 0,1 1-1 0 0,-2 0 1 0 0,1 0 0 0 0,1 2-376 0 0,6 3 786 0 0,168 106 3732 0 0,-159-102-7097 0 0,-22-13 1600 0 0,-1 0-862 0 0,0 0-116 0 0,0 0 166 0 0,0 0 200 0 0,1-2 83 0 0,6-9-1 0 0,-5 5 88 0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06.739"/>
    </inkml:context>
    <inkml:brush xml:id="br0">
      <inkml:brushProperty name="width" value="0.05" units="cm"/>
      <inkml:brushProperty name="height" value="0.05" units="cm"/>
      <inkml:brushProperty name="color" value="#FFFFFF"/>
    </inkml:brush>
  </inkml:definitions>
  <inkml:trace contextRef="#ctx0" brushRef="#br0">1001 275 1792 0 0,'12'-5'6998'0'0,"18"-1"-3852"0"0,160-44 1374 0 0,-218 69-13078 0 0,-30 29 3790 0 0,37-28 3282 0 0</inkml:trace>
  <inkml:trace contextRef="#ctx0" brushRef="#br0" timeOffset="250.03">976 448 1280 0 0,'15'-10'5241'0'0,"15"-1"-2751"0"0,-6 2-1569 0 0,43-25 1247 0 0,-27 16-1358 0 0,11-4-286 0 0,-28-1-6735 0 0,-22 21 2952 0 0,-1 2 1855 0 0,0 0-200 0 0</inkml:trace>
  <inkml:trace contextRef="#ctx0" brushRef="#br0" timeOffset="423.259">1148 137 1700 0 0,'5'191'6828'0'0,"-5"-166"-6575"0"0,1 1-366 0 0,-1 0 0 0 0,-1 0 0 0 0,-1 0 0 0 0,-2-1 0 0 0,0 1 1 0 0,-2-1-1 0 0,-2 4 113 0 0,-25 43-4865 0 0,25-64 3767 0 0</inkml:trace>
  <inkml:trace contextRef="#ctx0" brushRef="#br0" timeOffset="658.749">950 563 2724 0 0,'7'3'5997'0'0,"17"6"-3754"0"0,108-2 2258 0 0,-27-43-3441 0 0,-92 33-968 0 0,14-4-761 0 0,-15-2-2827 0 0,-17 7-2910 0 0,-4 6 3485 0 0,7-3 2660 0 0,-6 2-1151 0 0</inkml:trace>
  <inkml:trace contextRef="#ctx0" brushRef="#br0" timeOffset="1394.187">1167 538 1048 0 0,'-10'-4'5356'0'0,"-12"11"-3043"0"0,-48 67 12 0 0,22-16-1339 0 0,113-66-752 0 0,-64 8-178 0 0,-1 0-16 0 0,34 44 663 0 0,0 100 117 0 0,-34-67-567 0 0,0-76-253 0 0,1 0 0 0 0,-1 1 0 0 0,0-1 0 0 0,-1 0 0 0 0,1 1 0 0 0,0-1 0 0 0,0 0 0 0 0,-1 1 0 0 0,1-1 0 0 0,0 0 0 0 0,-1 0 0 0 0,1 0-1 0 0,-1 1 1 0 0,0-1 0 0 0,1 0 0 0 0,-1 0 0 0 0,0 0 0 0 0,0 0 0 0 0,0 0 0 0 0,0 0 0 0 0,0 0 0 0 0,0 0 0 0 0,0 0 0 0 0,0-1 0 0 0,0 1 0 0 0,0 0 0 0 0,0-1 0 0 0,0 1 0 0 0,0-1 0 0 0,-1 1 0 0 0,1-1 0 0 0,0 1 0 0 0,-1-1 0 0 0,1 0 0 0 0,0 0 0 0 0,0 1 0 0 0,-2-1 0 0 0,-36-29 1192 0 0,35 27-832 0 0,0 1 1 0 0,0-1-1 0 0,1 0 1 0 0,-1-1-1 0 0,1 1 1 0 0,0 0-1 0 0,-1-1 1 0 0,1 0-1 0 0,0 0 1 0 0,1 0-1 0 0,-1 0 1 0 0,0 0-1 0 0,1-1 1 0 0,0 1-1 0 0,0-1 1 0 0,-1 0-361 0 0,6 1 251 0 0,6-4-93 0 0,-1 1 1 0 0,1 0-1 0 0,0 1 0 0 0,0-1 1 0 0,1 2-1 0 0,-1 0 1 0 0,1 0-1 0 0,0 0 0 0 0,0 1 1 0 0,1 1-1 0 0,-1 0 0 0 0,0 0 1 0 0,1 1-1 0 0,0 0 0 0 0,-1 1 1 0 0,1 0-1 0 0,1 1-158 0 0,20-1-73 0 0,43 0 689 0 0,-27 0-4873 0 0,-46 0 3038 0 0,-2 0-132 0 0,0 0-812 0 0,0 0 1745 0 0,0 0 1 0 0,0 1-1 0 0,0-1 0 0 0,0 0 1 0 0,0 0-1 0 0,0 0 1 0 0,0 0-1 0 0,0 1 0 0 0,0-1 1 0 0,0 0-1 0 0,0 0 1 0 0,1 0-1 0 0,-1 0 0 0 0,0 0 1 0 0,0 0-1 0 0,0 1 1 0 0,0-1-1 0 0,0 0 0 0 0,0 0 1 0 0,1 0-1 0 0,-1 0 1 0 0,0 0-1 0 0,0 0 0 0 0,0 0 1 0 0,0 0-1 0 0,1 1 418 0 0,-5-2-1405 0 0,1 2 79 0 0</inkml:trace>
  <inkml:trace contextRef="#ctx0" brushRef="#br0" timeOffset="-1728.195">36 412 2920 0 0,'1'-2'8120'0'0,"8"0"-3484"0"0,62 0-1135 0 0,-69 2-3226 0 0,109-3 1486 0 0,22-37-1920 0 0,-119 32-2316 0 0,-32-14-10895 0 0,10 16 10621 0 0,1 0 1337 0 0</inkml:trace>
  <inkml:trace contextRef="#ctx0" brushRef="#br0" timeOffset="-1458.162">232 212 2156 0 0,'-2'13'6229'0'0,"6"19"-5191"0"0,-4-31-765 0 0,2 80 1665 0 0,9 86-116 0 0,-24 3-1045 0 0,-8-32-1563 0 0,10-111-174 0 0,-1-16-4273 0 0,11-17 608 0 0,-1 0 2960 0 0</inkml:trace>
  <inkml:trace contextRef="#ctx0" brushRef="#br0" timeOffset="-1194.142">207 561 1676 0 0,'-7'-1'6796'0'0,"-20"27"-5154"0"0,8 1-788 0 0,12-17-755 0 0,0 0-1 0 0,0 0 0 0 0,-1 0 1 0 0,-1-1-1 0 0,1 0 1 0 0,-1-1-1 0 0,-1 0 0 0 0,1 0 1 0 0,-10 4-99 0 0,5-19-8097 0 0,14 0 7957 0 0,0 7 193 0 0,1-9-1635 0 0</inkml:trace>
  <inkml:trace contextRef="#ctx0" brushRef="#br0" timeOffset="-927.262">276 553 1368 0 0,'124'57'9584'0'0,"-121"-56"-8574"0"0,9 4-2237 0 0,7-8-6128 0 0,-6-13 5907 0 0</inkml:trace>
  <inkml:trace contextRef="#ctx0" brushRef="#br0" timeOffset="-660.053">537 194 2232 0 0,'6'6'5447'0'0,"-3"16"-2766"0"0,-3-19-2189 0 0,7 404 7215 0 0,-9-247-7371 0 0,2-102-3148 0 0,-10-58-2069 0 0,10-25-237 0 0,-1-12 1952 0 0,0 21 1548 0 0</inkml:trace>
  <inkml:trace contextRef="#ctx0" brushRef="#br0" timeOffset="-391.309">558 541 1112 0 0,'0'-1'279'0'0,"0"0"1"0"0,0 0-1 0 0,0 0 0 0 0,0 0 0 0 0,0 0 0 0 0,0 0 1 0 0,0 0-1 0 0,0 0 0 0 0,0-1 0 0 0,1 1 0 0 0,-1 0 1 0 0,0 0-1 0 0,1 0 0 0 0,-1 0 0 0 0,1 0 0 0 0,-1 0 1 0 0,1 0-1 0 0,0 1 0 0 0,-1-1 0 0 0,1 0 0 0 0,0 0 1 0 0,-1 0-1 0 0,1 0 0 0 0,0 1 0 0 0,0-1 0 0 0,0 0 1 0 0,0 1-1 0 0,0-1 0 0 0,0 1 0 0 0,0-1 0 0 0,0 1 1 0 0,0-1-1 0 0,0 1 0 0 0,0 0 0 0 0,0 0 0 0 0,0-1 1 0 0,0 1-1 0 0,0 0 0 0 0,0 0 0 0 0,0 0 0 0 0,1 0 1 0 0,-1 0-1 0 0,0 0 0 0 0,0 1 0 0 0,0-1 0 0 0,1 0-279 0 0,19 8 2571 0 0,66 11 292 0 0,-82-19-3918 0 0,-10 8-8889 0 0,4-7 9628 0 0,-9 13-5482 0 0,7-11 4550 0 0</inkml:trace>
  <inkml:trace contextRef="#ctx0" brushRef="#br0" timeOffset="15133.671">18 21 1036 0 0,'-1'0'100'0'0,"0"0"1"0"0,1 0-1 0 0,-1 0 0 0 0,1 0 0 0 0,-1 0 1 0 0,1 0-1 0 0,-1 0 0 0 0,1 0 1 0 0,-1 0-1 0 0,1 0 0 0 0,-1 0 0 0 0,0 0 1 0 0,1 0-1 0 0,-1 0 0 0 0,1 0 1 0 0,-1 0-1 0 0,1-1 0 0 0,-1 1 0 0 0,1 0 1 0 0,-1 0-1 0 0,1-1 0 0 0,-1 1 1 0 0,1 0-1 0 0,0-1 0 0 0,-1 1 0 0 0,1 0 1 0 0,-1-1-1 0 0,1 1 0 0 0,0-1 1 0 0,-1 1-1 0 0,1 0 0 0 0,0-1 0 0 0,0 1 1 0 0,-1-1-1 0 0,1 1 0 0 0,0-1 0 0 0,0 1 1 0 0,0-1-1 0 0,-1 0 0 0 0,1 1 1 0 0,0-1-1 0 0,0 1 0 0 0,0-1 0 0 0,0 1 1 0 0,0-1-1 0 0,0 1 0 0 0,0-1 1 0 0,0 1-1 0 0,1-2-100 0 0,-1 1-83 0 0,0-3 1320 0 0,0 4-126 0 0,0 0-80 0 0,0 0 77 0 0,0 0 0 0 0,0 0-50 0 0,0 0-54 0 0,0 0-86 0 0,0 8 870 0 0,83 77 1519 0 0,258 284 3234 0 0,-53-72-4182 0 0,-173-201-2967 0 0,-129-114-4114 0 0,-149-49-7414 0 0,79 38 8374 0 0,5-1 403 0 0,41 13 1761 0 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02.265"/>
    </inkml:context>
    <inkml:brush xml:id="br0">
      <inkml:brushProperty name="width" value="0.05" units="cm"/>
      <inkml:brushProperty name="height" value="0.05" units="cm"/>
      <inkml:brushProperty name="color" value="#FFFFFF"/>
    </inkml:brush>
  </inkml:definitions>
  <inkml:trace contextRef="#ctx0" brushRef="#br0">49 318 2468 0 0,'0'0'1402'0'0,"0"0"-79"0"0,0 0-45 0 0,0 0-219 0 0,0 0-44 0 0,0 0-43 0 0,0 0-89 0 0,0 0-53 0 0,0 0 87 0 0,0 0-21 0 0,0 0-58 0 0,0 0-25 0 0,0 0-7 0 0,0 0-28 0 0,1-3-43 0 0,-1 2-679 0 0,0 0-1 0 0,1 0 1 0 0,-1 0-1 0 0,0 0 1 0 0,0 1 0 0 0,0-1-1 0 0,1 0 1 0 0,-1 0-1 0 0,1 1 1 0 0,-1-1 0 0 0,0 0-1 0 0,1 1 1 0 0,-1-1 0 0 0,1 0-1 0 0,0 1 1 0 0,-1-1-1 0 0,1 0 1 0 0,-1 1 0 0 0,1-1-1 0 0,0 1 1 0 0,-1 0 0 0 0,1-1-1 0 0,0 1 1 0 0,0-1-1 0 0,0 1 1 0 0,-1 0 0 0 0,1 0-1 0 0,0-1 1 0 0,0 1 0 0 0,0 0-1 0 0,-1 0 1 0 0,1 0-1 0 0,0 0 1 0 0,0 0 0 0 0,0 0-1 0 0,0 0 1 0 0,-1 0 0 0 0,1 0-1 0 0,0 0 1 0 0,0 1-1 0 0,0-1 1 0 0,-1 0 0 0 0,1 0-1 0 0,0 1-55 0 0,17 0 727 0 0,156-1 2430 0 0,-99 0-5515 0 0,-70-22-4520 0 0,-36 0-4187 0 0,26 18 9566 0 0</inkml:trace>
  <inkml:trace contextRef="#ctx0" brushRef="#br0" timeOffset="264.053">251 177 1760 0 0,'-5'0'4420'0'0,"2"22"-1447"0"0,8 245 3146 0 0,-7-151-5088 0 0,-17 32-607 0 0,20-139-602 0 0,-1 0-1 0 0,-1-1 1 0 0,0 1 0 0 0,0 0 0 0 0,0 0-1 0 0,-1-1 1 0 0,0 1 0 0 0,-1-1 0 0 0,0 1-1 0 0,0-1 1 0 0,-2 2 178 0 0,4-9-203 0 0,0-1-1 0 0,1 0 1 0 0,-1 1 0 0 0,0-1 0 0 0,0 1-1 0 0,1-1 1 0 0,-1 0 0 0 0,0 0-1 0 0,0 1 1 0 0,0-1 0 0 0,1 0-1 0 0,-1 0 1 0 0,0 0 0 0 0,0 0 0 0 0,0 0-1 0 0,0 0 1 0 0,1 0 0 0 0,-1 0-1 0 0,0 0 1 0 0,0-1 0 0 0,0 1 0 0 0,0 0-1 0 0,1 0 1 0 0,-1-1 0 0 0,0 1-1 0 0,0-1 1 0 0,1 1 0 0 0,-1 0-1 0 0,0-1 1 0 0,1 1 0 0 0,-1-1 0 0 0,0 0-1 0 0,1 1 1 0 0,-1-1 0 0 0,1 1-1 0 0,-1-1 1 0 0,1 0 0 0 0,-1 0-1 0 0,1 1 1 0 0,-1-1 0 0 0,1 0 0 0 0,0 0-1 0 0,0 1 1 0 0,-1-1 0 0 0,1 0-1 0 0,0 0 1 0 0,0 0 0 0 0,0 0 0 0 0,0 1-1 0 0,0-1 1 0 0,0 0 0 0 0,0 0-1 0 0,0 0 1 0 0,0 0 0 0 0,0 1-1 0 0,0-1 1 0 0,1 0 0 0 0,-1 0 0 0 0,0 0 203 0 0,1-10-1492 0 0</inkml:trace>
  <inkml:trace contextRef="#ctx0" brushRef="#br0" timeOffset="545.054">177 485 1428 0 0,'-15'5'7097'0'0,"-12"31"-5996"0"0,23-30-564 0 0,-70 96 2093 0 0,74-103-2710 0 0,0 1 1 0 0,0-1-1 0 0,1 1 0 0 0,-1 0 0 0 0,0-1 1 0 0,0 1-1 0 0,0-1 0 0 0,-1 1 0 0 0,1 0 0 0 0,0-1 1 0 0,0 1-1 0 0,0 0 0 0 0,0-1 0 0 0,0 1 1 0 0,0-1-1 0 0,0 1 0 0 0,-1 0 0 0 0,1-1 0 0 0,0 1 1 0 0,0 0-1 0 0,-1 0 0 0 0,1-1 0 0 0,0 1 1 0 0,0 0-1 0 0,-1-1 0 0 0,1 1 0 0 0,0 0 0 0 0,-1 0 1 0 0,1 0 79 0 0,24-27-482 0 0,-21 21 439 0 0,0 1 0 0 0,1-1 1 0 0,0 1-1 0 0,0 0 0 0 0,0 0 0 0 0,1 0 0 0 0,-1 1 1 0 0,1-1-1 0 0,1 1 0 0 0,-1 0 0 0 0,0 1 0 0 0,1-1 0 0 0,0 1 1 0 0,0 0-1 0 0,0 1 0 0 0,0-1 0 0 0,0 1 0 0 0,0 0 1 0 0,1 1-1 0 0,-1 0 0 0 0,1 0 0 0 0,-1 0 0 0 0,1 1 1 0 0,-1-1-1 0 0,1 2 0 0 0,-1-1 0 0 0,2 1 43 0 0,126 60 3722 0 0,-117-75-13496 0 0,-16 10 8376 0 0</inkml:trace>
  <inkml:trace contextRef="#ctx0" brushRef="#br0" timeOffset="877.88">477 123 1452 0 0,'0'1'191'0'0,"0"-1"-1"0"0,0 0 1 0 0,0 0-1 0 0,1 0 1 0 0,-1 1-1 0 0,0-1 1 0 0,0 0-1 0 0,0 0 1 0 0,0 0-1 0 0,1 0 1 0 0,-1 0-1 0 0,0 1 1 0 0,0-1-1 0 0,0 0 1 0 0,1 0-1 0 0,-1 0 1 0 0,0 0-1 0 0,0 0 1 0 0,0 0-1 0 0,1 0 1 0 0,-1 0-1 0 0,0 0 0 0 0,0 0 1 0 0,1 0-1 0 0,-1 0 1 0 0,0 0-1 0 0,0 0 1 0 0,0 0-1 0 0,1 0 1 0 0,-1 0-1 0 0,0 0 1 0 0,0 0-1 0 0,1 0 1 0 0,-1 0-1 0 0,0 0 1 0 0,0 0-1 0 0,0 0 1 0 0,1 0-1 0 0,-1 0 1 0 0,0-1-1 0 0,0 1 1 0 0,0 0-1 0 0,1 0 1 0 0,-1 0-1 0 0,0 0 1 0 0,0-1-1 0 0,0 1 1 0 0,0 0-191 0 0,5 28 2632 0 0,-2 374 3168 0 0,-20-226-6612 0 0,15-163 1205 0 0,1-5-3390 0 0,4-22-5168 0 0,7-30 3546 0 0,-7 19 3059 0 0</inkml:trace>
  <inkml:trace contextRef="#ctx0" brushRef="#br0" timeOffset="1130.158">538 464 2716 0 0,'38'-7'11677'0'0,"6"25"-7717"0"0,-20-7-5479 0 0,-5 24-12172 0 0,-16-30 12280 0 0</inkml:trace>
  <inkml:trace contextRef="#ctx0" brushRef="#br0" timeOffset="18777.802">1 137 948 0 0,'3'-3'1322'0'0,"9"-10"-125"0"0,-10 9-161 0 0,-2 4-73 0 0,0 0-66 0 0,0 0 5 0 0,0 0-117 0 0,0 0-45 0 0,16-44 4081 0 0,-15 42-4612 0 0,-1 0 0 0 0,1 1 0 0 0,-1-1 0 0 0,0 0 0 0 0,0 1 0 0 0,0-1 0 0 0,1 0 0 0 0,-2 0 0 0 0,1 1 0 0 0,0-1 0 0 0,0 0 0 0 0,0 1 0 0 0,-1-1 0 0 0,1 0 0 0 0,-1 1 0 0 0,0-1 0 0 0,1 0-1 0 0,-1 1 1 0 0,0-1 0 0 0,0 1 0 0 0,0-1 0 0 0,0 1 0 0 0,0 0 0 0 0,0-1 0 0 0,-1 0-209 0 0,-2-4 640 0 0,-11-17 1302 0 0,14 23-1788 0 0,1 0-32 0 0,0 0-17 0 0,0 0 46 0 0,0 0 7 0 0,0 0-38 0 0,53 45 1804 0 0,163 250-160 0 0,-134-188-1175 0 0,5-3-1 0 0,23 15-588 0 0,-71-76 106 0 0,0-3-1225 0 0,-63-59-10590 0 0,-31-33 3000 0 0,46 38 5808 0 0,5 8 1293 0 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33.848"/>
    </inkml:context>
    <inkml:brush xml:id="br0">
      <inkml:brushProperty name="width" value="0.05" units="cm"/>
      <inkml:brushProperty name="height" value="0.05" units="cm"/>
      <inkml:brushProperty name="color" value="#FFFFFF"/>
    </inkml:brush>
  </inkml:definitions>
  <inkml:trace contextRef="#ctx0" brushRef="#br0">1 39 1748 0 0,'0'0'370'0'0,"0"-1"-1"0"0,0 1 1 0 0,0 0-1 0 0,1 0 1 0 0,-1 0 0 0 0,0-1-1 0 0,0 1 1 0 0,0 0-1 0 0,0 0 1 0 0,0-1-1 0 0,0 1 1 0 0,0 0-1 0 0,0 0 1 0 0,1-1 0 0 0,-1 1-1 0 0,0 0 1 0 0,0 0-1 0 0,0-1 1 0 0,0 1-1 0 0,0 0 1 0 0,0 0 0 0 0,0-1-1 0 0,-1 1 1 0 0,1 0-1 0 0,0 0 1 0 0,0-1-1 0 0,0 1 1 0 0,0 0-1 0 0,0 0 1 0 0,0 0 0 0 0,0-1-1 0 0,0 1 1 0 0,-1 0-1 0 0,1 0-369 0 0,70-5 4499 0 0,94-17-2228 0 0,-135 19-3401 0 0,-11 2-3790 0 0,-18 8-825 0 0,-6 7 2027 0 0,1-4 2108 0 0,-9 11 146 0 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34.177"/>
    </inkml:context>
    <inkml:brush xml:id="br0">
      <inkml:brushProperty name="width" value="0.05" units="cm"/>
      <inkml:brushProperty name="height" value="0.05" units="cm"/>
      <inkml:brushProperty name="color" value="#FFFFFF"/>
    </inkml:brush>
  </inkml:definitions>
  <inkml:trace contextRef="#ctx0" brushRef="#br0">21 0 1856 0 0,'-3'0'1874'0'0,"-7"0"-947"0"0,7 0 3408 0 0,-1 0 4447 0 0,4 6-7965 0 0,0 0-713 0 0,0-5-39 0 0,0 0 1 0 0,0 0-1 0 0,0 0 0 0 0,0 0 1 0 0,0-1-1 0 0,0 1 0 0 0,0 0 1 0 0,0 0-1 0 0,0 0 0 0 0,0 0 1 0 0,1 0-1 0 0,-1 0 0 0 0,0 0 1 0 0,1 0-1 0 0,-1 0 0 0 0,1-1 1 0 0,-1 1-1 0 0,1 0 0 0 0,-1 0 0 0 0,1 0 1 0 0,0-1-1 0 0,-1 1 0 0 0,1 0 1 0 0,0-1-1 0 0,-1 1 0 0 0,1-1 1 0 0,0 1-1 0 0,0 0 0 0 0,0-1 1 0 0,-1 0-1 0 0,1 1 0 0 0,0-1 1 0 0,0 0-1 0 0,0 1 0 0 0,0-1 1 0 0,0 0-1 0 0,0 0 0 0 0,0 0 1 0 0,0 0-1 0 0,0 0 0 0 0,0 0 1 0 0,0 0-1 0 0,0 0 0 0 0,0 0 1 0 0,0 0-1 0 0,-1 0 0 0 0,1-1 1 0 0,0 1-1 0 0,0 0 0 0 0,0-1 1 0 0,0 1-66 0 0,358 0 4729 0 0,-289 5-3903 0 0,-36-2-2444 0 0,2-2-7394 0 0,-35-1 6864 0 0,5 3-2447 0 0,-5-2 1637 0 0,-7 2 1300 0 0,-1-1-21 0 0,1-1 513 0 0,-1 0-226 0 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33.083"/>
    </inkml:context>
    <inkml:brush xml:id="br0">
      <inkml:brushProperty name="width" value="0.05" units="cm"/>
      <inkml:brushProperty name="height" value="0.05" units="cm"/>
      <inkml:brushProperty name="color" value="#FFFFFF"/>
    </inkml:brush>
  </inkml:definitions>
  <inkml:trace contextRef="#ctx0" brushRef="#br0">262 0 1792 0 0,'-4'59'8735'0'0,"-8"-1"-3956"0"0,3-28-4392 0 0,-1 0 1 0 0,-2-1-1 0 0,-2 0 1 0 0,0-1-1 0 0,-2-1 0 0 0,0 0 1 0 0,-19 22-388 0 0,28-40-274 0 0,1 0 0 0 0,-1 0 0 0 0,-1 0 0 0 0,1-1 0 0 0,-1 0 1 0 0,-1-1-1 0 0,0 0 0 0 0,0 0 0 0 0,0 0 0 0 0,-1-1 0 0 0,-1 0 274 0 0,-1-8-6291 0 0,5-29 357 0 0,10 23 4486 0 0</inkml:trace>
  <inkml:trace contextRef="#ctx0" brushRef="#br0" timeOffset="280.392">170 297 1196 0 0,'12'13'951'0'0,"-2"0"1"0"0,1 0-1 0 0,-2 1 0 0 0,0 1 1 0 0,0-1-1 0 0,-1 1 0 0 0,-1 1 1 0 0,-1 0-1 0 0,0 0 0 0 0,-1 0 0 0 0,-1 0 1 0 0,0 1-1 0 0,-1 0 0 0 0,-1 0 1 0 0,0 1-952 0 0,3 75 60 0 0,-4-2-4435 0 0,-2-49 389 0 0,-13-30 657 0 0,12-12 1761 0 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30.734"/>
    </inkml:context>
    <inkml:brush xml:id="br0">
      <inkml:brushProperty name="width" value="0.05" units="cm"/>
      <inkml:brushProperty name="height" value="0.05" units="cm"/>
      <inkml:brushProperty name="color" value="#FFFFFF"/>
    </inkml:brush>
  </inkml:definitions>
  <inkml:trace contextRef="#ctx0" brushRef="#br0">77 305 2336 0 0,'0'0'1248'0'0,"0"0"-59"0"0,0 0-185 0 0,0 0-136 0 0,0 0-64 0 0,0 0-124 0 0,0 0-77 0 0,0 0-25 0 0,0 0-43 0 0,0 0-31 0 0,0 0-75 0 0,0 0-1 0 0,0 0 19 0 0,0 0 22 0 0,0 0-47 0 0,0 0-54 0 0,0 0-25 0 0,0 0 13 0 0,0 0-11 0 0,0 0-29 0 0,0 0-32 0 0,0 0 1 0 0,0 0 95 0 0,0 0-9 0 0,0 0-27 0 0,0 0 7 0 0,0 0-13 0 0,0 0-94 0 0,0 0-47 0 0,0 0 66 0 0,0 0-60 0 0,0 0-39 0 0,0 0-34 0 0,0 0 2 0 0,0 0-10 0 0,0 0-11 0 0,0 0-20 0 0,0 0-16 0 0,0 0 50 0 0,0 0-55 0 0,0 0 4 0 0,0 0 38 0 0,-3 0-43 0 0,-10 0 6 0 0,10 0 15 0 0,3 0 45 0 0,0 0 6 0 0,0 0-38 0 0,0 0-11 0 0,0 0-31 0 0,0 0-14 0 0,0 0 44 0 0,0 0-7 0 0,0 0-32 0 0,0 0 21 0 0,0 0 35 0 0,0 0-6 0 0,0 0 27 0 0,0 0-19 0 0,0 0 1 0 0,0 0 13 0 0,0 0 12 0 0,0 0-34 0 0,0 0 18 0 0,0 0-8 0 0,0 0-22 0 0,0 0 34 0 0,0 0-32 0 0,0 0 0 0 0,0 0 27 0 0,0 0-20 0 0,0 0-4 0 0,0 0-18 0 0,0 0 9 0 0,0 0 11 0 0,0 0-42 0 0,0 0 21 0 0,0 0 10 0 0,0 0-1 0 0,0 0 12 0 0,0 0-13 0 0,0 0-11 0 0,0 0-1 0 0,0 0-15 0 0,0 0 17 0 0,0 0 1 0 0,0 0 2 0 0,0 0-44 0 0,0 0-12 0 0,0 0 23 0 0,0 0-17 0 0,0 0-6 0 0,0 0 26 0 0,0 0 4 0 0,0 0 27 0 0,0 0 32 0 0,0 0 2 0 0,0 0-43 0 0,0 0 1 0 0,0 0 31 0 0,2-4 36 0 0,-1 3-117 0 0,1-1 1 0 0,-1 1-1 0 0,1-1 1 0 0,-1 1 0 0 0,1 0-1 0 0,0-1 1 0 0,0 1-1 0 0,0 0 1 0 0,-1 0 0 0 0,1 0-1 0 0,0 0 1 0 0,0 1 0 0 0,0-1-1 0 0,1 1 1 0 0,-1-1-1 0 0,0 1 1 0 0,0-1 0 0 0,0 1-1 0 0,0 0 1 0 0,0 0-1 0 0,0 0 1 0 0,1 0 0 0 0,-1 1-1 0 0,0-1 1 0 0,0 1-1 0 0,0-1-20 0 0,12 0 139 0 0,324 0 756 0 0,-235-15-2340 0 0,-99 15 1031 0 0,-3 0 290 0 0,0 0 1 0 0,0 1 0 0 0,0-1 0 0 0,0 0-1 0 0,0 0 1 0 0,0 0 0 0 0,0 0-1 0 0,0 0 1 0 0,-1 0 0 0 0,1 0 0 0 0,0 0-1 0 0,0 0 1 0 0,0 0 0 0 0,0-1-1 0 0,0 1 1 0 0,0 0 0 0 0,0-1 0 0 0,0 1-1 0 0,0 0 1 0 0,-1-1 0 0 0,1 1 0 0 0,0-1-1 0 0,0 0 1 0 0,0 1 0 0 0,-1-1-1 0 0,1 1 1 0 0,0-1 0 0 0,-1 0 0 0 0,1 0-1 0 0,-1 1 1 0 0,1-1 0 0 0,-1 0-1 0 0,1 0 1 0 0,-1 0 0 0 0,1 0 0 0 0,-1 0-1 0 0,0 1 1 0 0,0-1 0 0 0,1-1 123 0 0,-36-12-10896 0 0,-7-11 6054 0 0,24 16 3226 0 0</inkml:trace>
  <inkml:trace contextRef="#ctx0" brushRef="#br0" timeOffset="340.764">347 6 948 0 0,'4'-5'7572'0'0,"6"28"-3738"0"0,2 241 908 0 0,-12-195-3827 0 0,-14 115-8 0 0,-3-22-1188 0 0,-6-95-1394 0 0,22-67 1399 0 0,0-1 1 0 0,0 1 0 0 0,0-1 0 0 0,0 1 0 0 0,0-1 0 0 0,0 0-1 0 0,1 1 1 0 0,-1-1 0 0 0,0 0 0 0 0,0 0 0 0 0,0 0 0 0 0,1 0-1 0 0,-1 0 1 0 0,0 1 0 0 0,1-1 0 0 0,-1 0 0 0 0,1 0-1 0 0,-1 0 1 0 0,1-1 0 0 0,0 1 0 0 0,-1 0 0 0 0,1 0 0 0 0,0 0-1 0 0,0 0 1 0 0,-1 0 0 0 0,1 0 0 0 0,0 0 0 0 0,0-1 0 0 0,0 1-1 0 0,1 0 1 0 0,-1 0 0 0 0,0 0 0 0 0,0 0 0 0 0,1 0 0 0 0,-1 0-1 0 0,0 0 1 0 0,1 0 0 0 0,-1 0 0 0 0,1-1 275 0 0,1-34-3022 0 0,-2 17 1402 0 0</inkml:trace>
  <inkml:trace contextRef="#ctx0" brushRef="#br0" timeOffset="590.74">352 414 1312 0 0,'2'-6'1379'0'0,"-1"5"-1223"0"0,-1 0 1 0 0,1 1-1 0 0,0-1 1 0 0,-1 1-1 0 0,1-1 1 0 0,0 0-1 0 0,-1 0 0 0 0,1 1 1 0 0,-1-1-1 0 0,1 0 1 0 0,-1 0-1 0 0,0 1 1 0 0,1-1-1 0 0,-1 0 1 0 0,0 0-1 0 0,1 0 1 0 0,-1 0-1 0 0,0 0 1 0 0,0 0-1 0 0,0 0 1 0 0,0 1-1 0 0,0-1 1 0 0,0 0-1 0 0,0 0 1 0 0,0 0-1 0 0,0 0 1 0 0,0 0-1 0 0,-1 0 1 0 0,1 0-1 0 0,0 1 1 0 0,0-1-1 0 0,-1 0 1 0 0,1 0-1 0 0,-1 0 1 0 0,1 0-1 0 0,-1 1 1 0 0,1-1-1 0 0,-1 0 1 0 0,0 1-1 0 0,1-1 1 0 0,-1 0-1 0 0,0 1 1 0 0,1-1-1 0 0,-1 1 0 0 0,0-1 1 0 0,0 1-1 0 0,1-1 1 0 0,-1 1-1 0 0,0 0 1 0 0,0-1-1 0 0,0 1 1 0 0,0 0-1 0 0,0 0 1 0 0,1-1-1 0 0,-1 1 1 0 0,0 0-1 0 0,0 0 1 0 0,0 0-1 0 0,0 0 1 0 0,0 0-1 0 0,0 0 1 0 0,0 1-1 0 0,0-1 1 0 0,0 0-1 0 0,1 0 1 0 0,-1 1-1 0 0,0-1-156 0 0,-262 193 1270 0 0,245-181-1924 0 0,-11 7-495 0 0,9-11-2564 0 0,20-7 2114 0 0,0-1-24 0 0,-3-12-1506 0 0,4 3 1611 0 0</inkml:trace>
  <inkml:trace contextRef="#ctx0" brushRef="#br0" timeOffset="778.08">369 397 2292 0 0,'36'23'2364'0'0,"-1"0"0"0"0,-1 3 0 0 0,-2 0 0 0 0,11 14-2364 0 0,-16-16 1081 0 0,69 49 1872 0 0,-21-31-3599 0 0,-73-42-141 0 0,13 1-1193 0 0,-5-6-1294 0 0,51-45-3329 0 0,-45 36 5047 0 0</inkml:trace>
  <inkml:trace contextRef="#ctx0" brushRef="#br0" timeOffset="1220.136">913 325 2272 0 0,'3'9'6438'0'0,"-2"6"-3465"0"0,0 45-2057 0 0,-1-51-168 0 0,0 156 1385 0 0,-21-48-2704 0 0,15-98 844 0 0,0-7-3415 0 0,0-29-5450 0 0,6 7 7080 0 0</inkml:trace>
  <inkml:trace contextRef="#ctx0" brushRef="#br0" timeOffset="1576.168">963 308 924 0 0,'27'-33'10527'0'0,"17"19"-7011"0"0,196 10 191 0 0,-179 23-3220 0 0,-54-18-435 0 0,1 1 0 0 0,0 0 1 0 0,-1 0-1 0 0,1 0 0 0 0,-1 1 0 0 0,0 0 0 0 0,0 0 1 0 0,0 1-1 0 0,0 0 0 0 0,-1 0 0 0 0,1 1 0 0 0,-1 0 1 0 0,0 0-1 0 0,-1 0 0 0 0,1 1 0 0 0,-1 0 0 0 0,0 0 1 0 0,0 0-1 0 0,-1 1 0 0 0,0-1 0 0 0,0 1 0 0 0,0 0 1 0 0,-1 0-1 0 0,0 0 0 0 0,0 2-52 0 0,1 9-256 0 0,-1 1-1 0 0,0-1 1 0 0,-1 1 0 0 0,-1 0 0 0 0,-1 0-1 0 0,-1-1 1 0 0,0 1 0 0 0,-1 0 0 0 0,-1-1-1 0 0,-1 1 1 0 0,-1-1 0 0 0,-5 12 256 0 0,-6 5-3544 0 0,2-15-723 0 0,4-9 366 0 0,6-9 2638 0 0,2-1 550 0 0,-1-1-340 0 0,2 0-465 0 0</inkml:trace>
  <inkml:trace contextRef="#ctx0" brushRef="#br0" timeOffset="1862.251">1033 644 1856 0 0,'-12'2'3880'0'0,"6"2"3426"0"0,17 3-5349 0 0,1-1-1446 0 0,2 0-1 0 0,-1-1 0 0 0,1-1 0 0 0,-1 0 0 0 0,1 0 1 0 0,0-2-1 0 0,0 0 0 0 0,12 0-510 0 0,124 0 1481 0 0,-92-2-8593 0 0,-30-18-234 0 0,-19 15 4144 0 0,-5 0 1704 0 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37.107"/>
    </inkml:context>
    <inkml:brush xml:id="br0">
      <inkml:brushProperty name="width" value="0.05" units="cm"/>
      <inkml:brushProperty name="height" value="0.05" units="cm"/>
      <inkml:brushProperty name="color" value="#FFFFFF"/>
    </inkml:brush>
  </inkml:definitions>
  <inkml:trace contextRef="#ctx0" brushRef="#br0">286 7 1616 0 0,'12'-7'7719'0'0,"-13"25"-4579"0"0,-13 25-1653 0 0,-69 114 1165 0 0,-84 50-2459 0 0,167-206-378 0 0,0 0 1 0 0,-1-1 0 0 0,1 1-1 0 0,-1 0 1 0 0,1-1-1 0 0,-1 1 1 0 0,1-1 0 0 0,-1 1-1 0 0,1-1 1 0 0,-1 1-1 0 0,1-1 1 0 0,-1 1 0 0 0,0-1-1 0 0,1 1 1 0 0,-1-1-1 0 0,0 0 1 0 0,1 1-1 0 0,-1-1 1 0 0,0 0 0 0 0,1 0-1 0 0,-1 0 1 0 0,0 0-1 0 0,0 1 1 0 0,1-1 0 0 0,-1 0-1 0 0,0 0 1 0 0,0 0-1 0 0,1 0 1 0 0,-1 0 0 0 0,0-1-1 0 0,0 1 1 0 0,1 0-1 0 0,-1 0 1 0 0,0 0-1 0 0,0-1 1 0 0,1 1 0 0 0,-1 0-1 0 0,0-1 1 0 0,1 1-1 0 0,-1-1 1 0 0,1 1 0 0 0,-1-1-1 0 0,0 1 1 0 0,1-1-1 0 0,-1 1 1 0 0,1-1 0 0 0,-1 1-1 0 0,1-1 1 0 0,0 0-1 0 0,-1 1 1 0 0,1-1-1 0 0,0 1 1 0 0,-1-1 0 0 0,1 0-1 0 0,0 0 1 0 0,0 1-1 0 0,-1-2 185 0 0,4-11-510 0 0,15-26-2611 0 0,-7 25 1705 0 0</inkml:trace>
  <inkml:trace contextRef="#ctx0" brushRef="#br0" timeOffset="249.474">192 291 2028 0 0,'7'8'669'0'0,"0"0"0"0"0,-1 0-1 0 0,0 1 1 0 0,0 0 0 0 0,-1 0 0 0 0,0 1-1 0 0,-1-1 1 0 0,0 1 0 0 0,0 0-1 0 0,-1 0 1 0 0,0 3-669 0 0,16 97 3467 0 0,-42-1-2780 0 0,5-51-1418 0 0,9-43-688 0 0,9-15 1285 0 0,0 1 0 0 0,0-1 0 0 0,-1 0 0 0 0,1 1 0 0 0,0-1 0 0 0,-1 0 0 0 0,1 0-1 0 0,0 1 1 0 0,0-1 0 0 0,-1 0 0 0 0,1 0 0 0 0,0 0 0 0 0,-1 0 0 0 0,1 1 0 0 0,0-1 0 0 0,-1 0-1 0 0,1 0 1 0 0,-1 0 0 0 0,1 0 0 0 0,0 0 0 0 0,-1 0 0 0 0,1 0 0 0 0,0 0 0 0 0,-1 0 0 0 0,1 0 0 0 0,0 0-1 0 0,-1 0 1 0 0,1 0 0 0 0,-1 0 0 0 0,1 0 0 0 0,0-1 0 0 0,-1 1 0 0 0,1 0 0 0 0,0 0 0 0 0,-1 0-1 0 0,1 0 1 0 0,0-1 0 0 0,0 1 0 0 0,-1 0 0 0 0,1 0 0 0 0,0-1 0 0 0,0 1 0 0 0,-1 0 0 0 0,1 0 0 0 0,0-1-1 0 0,0 1 1 0 0,0 0 0 0 0,-1-1 0 0 0,1 1 0 0 0,0 0 0 0 0,0-1 0 0 0,0 1 0 0 0,0-1 0 0 0,0 1 0 0 0,0 0-1 0 0,0-1 1 0 0,0 1 0 0 0,0 0 0 0 0,0-1 0 0 0,0 1 0 0 0,0 0 0 0 0,0-1 0 0 0,0 1 0 0 0,0-1 134 0 0,-2-4-1338 0 0</inkml:trace>
  <inkml:trace contextRef="#ctx0" brushRef="#br0" timeOffset="452.504">464 244 1016 0 0,'20'-6'7654'0'0,"17"14"-3426"0"0,-27-5-3737 0 0,139 30 4039 0 0,-50-24-5863 0 0,-97-9 422 0 0,-2 0-153 0 0,9-7-4105 0 0,-22 16-41 0 0,-3 8 3645 0 0,-2 0 58 0 0</inkml:trace>
  <inkml:trace contextRef="#ctx0" brushRef="#br0" timeOffset="748.544">362 615 2516 0 0,'2'6'9846'0'0,"29"-5"-6110"0"0,64-14-314 0 0,114 8 1612 0 0,-67 5-3616 0 0,-49 0-3350 0 0,-91 0 779 0 0,5 0-1025 0 0,-5 0-1222 0 0,0 1-3762 0 0,4 1 6354 0 0,-4-1-856 0 0,-2-1-2486 0 0,-1-3 2633 0 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35.326"/>
    </inkml:context>
    <inkml:brush xml:id="br0">
      <inkml:brushProperty name="width" value="0.05" units="cm"/>
      <inkml:brushProperty name="height" value="0.05" units="cm"/>
      <inkml:brushProperty name="color" value="#FFFFFF"/>
    </inkml:brush>
  </inkml:definitions>
  <inkml:trace contextRef="#ctx0" brushRef="#br0">58 228 1748 0 0,'-3'0'1574'0'0,"-37"-6"7480"0"0,26 0-9030 0 0,14 5 93 0 0,0 1 0 0 0,1 0 0 0 0,-1 0 0 0 0,0 0 0 0 0,0 0 0 0 0,0 0 0 0 0,1 0 0 0 0,-1-1 0 0 0,0 1 0 0 0,0 0 0 0 0,0 0 0 0 0,1 0 0 0 0,-1 0 0 0 0,0-1 0 0 0,0 1-1 0 0,0 0 1 0 0,0 0 0 0 0,0 0 0 0 0,0-1 0 0 0,1 1 0 0 0,-1 0 0 0 0,0 0 0 0 0,0-1 0 0 0,0 1 0 0 0,0 0 0 0 0,0 0 0 0 0,0-1 0 0 0,0 1 0 0 0,0 0 0 0 0,0 0-1 0 0,0-1 1 0 0,0 1 0 0 0,0 0 0 0 0,0 0 0 0 0,0-1 0 0 0,0 1 0 0 0,-1 0 0 0 0,1 0 0 0 0,0 0 0 0 0,0-1 0 0 0,0 1 0 0 0,0 0 0 0 0,0 0 0 0 0,0 0 0 0 0,-1-1 0 0 0,1 1-1 0 0,0 0 1 0 0,0 0 0 0 0,0 0 0 0 0,-1 0 0 0 0,1-1 0 0 0,0 1 0 0 0,0 0 0 0 0,0 0 0 0 0,-1 0 0 0 0,1 0-117 0 0,29 1 1114 0 0,-21-1-843 0 0,370-1 3727 0 0,-278-25-6146 0 0,-86 15-252 0 0,-37-9-11814 0 0,8 19 11181 0 0,5 1 1356 0 0</inkml:trace>
  <inkml:trace contextRef="#ctx0" brushRef="#br0" timeOffset="270.01">337 2 896 0 0,'1'-2'7420'0'0,"2"12"-4048"0"0,7 33-1723 0 0,6 186 1997 0 0,-17-131-6446 0 0,1-23-4694 0 0,0-73 5925 0 0,0-2-46 0 0,0 0 134 0 0</inkml:trace>
  <inkml:trace contextRef="#ctx0" brushRef="#br0" timeOffset="520.039">345 331 1404 0 0,'0'-1'192'0'0,"0"0"0"0"0,0 0 0 0 0,0 0 0 0 0,0 0 0 0 0,0 0 0 0 0,0 0 0 0 0,0 0 0 0 0,-1 0 0 0 0,1 1 0 0 0,0-1 0 0 0,-1 0 0 0 0,1 0 0 0 0,-1 0-1 0 0,1 1 1 0 0,-1-1 0 0 0,1 0 0 0 0,-1 0 0 0 0,1 1 0 0 0,-1-1 0 0 0,0 1 0 0 0,1-1 0 0 0,-1 0 0 0 0,0 1 0 0 0,0-1 0 0 0,0 1 0 0 0,1 0 0 0 0,-1-1 0 0 0,0 1 0 0 0,0 0 0 0 0,0-1 0 0 0,0 1 0 0 0,1 0 0 0 0,-1 0 0 0 0,0 0 0 0 0,0 0-1 0 0,0 0 1 0 0,0 0 0 0 0,0 0 0 0 0,0 0 0 0 0,0 0 0 0 0,0 0 0 0 0,0 0 0 0 0,1 0 0 0 0,-1 1 0 0 0,0-1 0 0 0,0 0 0 0 0,0 1 0 0 0,0-1 0 0 0,1 1 0 0 0,-1-1 0 0 0,0 1 0 0 0,0-1 0 0 0,1 1-192 0 0,-145 81 3870 0 0,74-36-3722 0 0,32-33-1444 0 0,21-11-5487 0 0,11-18 3664 0 0,9 7 1610 0 0,6-7 88 0 0</inkml:trace>
  <inkml:trace contextRef="#ctx0" brushRef="#br0" timeOffset="680.077">356 287 2408 0 0,'126'50'6984'0'0,"39"43"-1032"0"0,-101-62-5005 0 0,-64-31-1487 0 0,0 0-206 0 0,-7 1-7745 0 0,-14 4 5081 0 0,1 1 1966 0 0</inkml:trace>
  <inkml:trace contextRef="#ctx0" brushRef="#br0" timeOffset="903.839">255 605 1664 0 0,'-12'15'5529'0'0,"3"2"-3748"0"0,-8 10-3403 0 0,13-24 178 0 0,3-3-1965 0 0,1 0 1814 0 0</inkml:trace>
  <inkml:trace contextRef="#ctx0" brushRef="#br0" timeOffset="1217.14">216 632 2188 0 0,'7'-25'6670'0'0,"11"3"-3306"0"0,61-27-1032 0 0,-69 44-1538 0 0,2-1-408 0 0,0 1-1 0 0,0 1 0 0 0,0 0 1 0 0,0 0-1 0 0,1 1 1 0 0,-1 1-1 0 0,1 0 1 0 0,0 1-1 0 0,-1 0 0 0 0,8 1-385 0 0,-14 1 95 0 0,1 0-1 0 0,-1 1 1 0 0,0 0 0 0 0,0 0-1 0 0,0 0 1 0 0,0 1-1 0 0,0 0 1 0 0,0 0-1 0 0,-1 0 1 0 0,0 1-1 0 0,1 0 1 0 0,-1 0-1 0 0,3 3-94 0 0,40 51 1392 0 0,-48-55-1339 0 0,1 0 0 0 0,-1 0 0 0 0,0 0 1 0 0,0 0-1 0 0,0 0 0 0 0,-1 0 0 0 0,1 0 0 0 0,-1 0 1 0 0,1 0-1 0 0,-1 0 0 0 0,0 0 0 0 0,0 0 0 0 0,-1 0 1 0 0,1-1-1 0 0,0 1 0 0 0,-1 0 0 0 0,0-1 1 0 0,1 1-1 0 0,-1-1 0 0 0,0 0 0 0 0,-1 1 0 0 0,1-1 1 0 0,0 0-1 0 0,0 0 0 0 0,-1-1 0 0 0,1 1 0 0 0,-2 0-53 0 0,-3 4-47 0 0,1-1 0 0 0,-2 1-1 0 0,1-2 1 0 0,0 1 0 0 0,-1-1-1 0 0,0 0 1 0 0,0 0 0 0 0,0-1-1 0 0,-1 0 1 0 0,1-1 0 0 0,-1 0-1 0 0,1 0 1 0 0,-1-1 0 0 0,0 0-1 0 0,0-1 1 0 0,1 1 0 0 0,-6-2 47 0 0,5-1-375 0 0,0 0 0 0 0,1-1 1 0 0,-1 0-1 0 0,1 0 0 0 0,0-1 1 0 0,0 0-1 0 0,0-1 0 0 0,1 1 0 0 0,-1-2 1 0 0,1 1-1 0 0,0-1 0 0 0,0 0 1 0 0,-4-6 374 0 0,-21-51-8998 0 0,31 38 4100 0 0,1 14 3338 0 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38.554"/>
    </inkml:context>
    <inkml:brush xml:id="br0">
      <inkml:brushProperty name="width" value="0.05" units="cm"/>
      <inkml:brushProperty name="height" value="0.05" units="cm"/>
      <inkml:brushProperty name="color" value="#FFFFFF"/>
    </inkml:brush>
  </inkml:definitions>
  <inkml:trace contextRef="#ctx0" brushRef="#br0">241 2 2204 0 0,'-21'-2'8122'0'0,"4"21"-7358"0"0,0 0 0 0 0,1 1 0 0 0,1 0 0 0 0,1 1 0 0 0,1 1 0 0 0,-3 8-764 0 0,-3 2 568 0 0,3 0-290 0 0,2 1-1 0 0,1 0 1 0 0,1 1-1 0 0,2 0 1 0 0,2 1-1 0 0,1 0 1 0 0,1 0-1 0 0,2 0 1 0 0,2 1-1 0 0,1-1 1 0 0,2 14-278 0 0,-1-38 14 0 0,1 0-1 0 0,0 0 1 0 0,0-1-1 0 0,1 1 1 0 0,0-1-1 0 0,1 1 1 0 0,0-1-1 0 0,1 0 1 0 0,0 0-1 0 0,4 8-13 0 0,-5-10-9 0 0,1 1-97 0 0,1 0-1 0 0,-1 0 1 0 0,1-1 0 0 0,1 1-1 0 0,0-1 1 0 0,0 0 0 0 0,1-1-1 0 0,0 0 1 0 0,0 0 0 0 0,0 0-1 0 0,1-1 1 0 0,0 0 0 0 0,0 0-1 0 0,1-1 1 0 0,0 0 0 0 0,0 0-1 0 0,0-1 1 0 0,0-1 0 0 0,0 1-1 0 0,1-1 1 0 0,0-1 0 0 0,0 0-1 0 0,-1 0 1 0 0,5-1 106 0 0,54-4-3483 0 0,73-80-6423 0 0,-125 72 8394 0 0</inkml:trace>
  <inkml:trace contextRef="#ctx0" brushRef="#br0" timeOffset="455.819">616 63 988 0 0,'-21'-13'9308'0'0,"35"4"-3013"0"0,211-4-1511 0 0,-75 12-6870 0 0,-149 1 1197 0 0,-1 0-70 0 0,7-5-5242 0 0,-43 11-1731 0 0,28-3 6428 0 0</inkml:trace>
  <inkml:trace contextRef="#ctx0" brushRef="#br0" timeOffset="708.878">859 38 1544 0 0,'-14'24'4581'0'0,"8"26"-2283"0"0,4-25-1503 0 0,-5 36 595 0 0,-24 93-1229 0 0,4-123-7443 0 0,23-27 5715 0 0</inkml:trace>
  <inkml:trace contextRef="#ctx0" brushRef="#br0" timeOffset="894.872">607 299 1884 0 0,'-5'1'912'0'0,"1"5"-144"0"0,-3-4-172 0 0,3 3-76 0 0,-2-1-164 0 0,3 1-180 0 0,-3 0-4 0 0,2 1-476 0 0,0-4-312 0 0,-1 2-580 0 0,2-2 32 0 0</inkml:trace>
  <inkml:trace contextRef="#ctx0" brushRef="#br0" timeOffset="1224.911">468 242 1648 0 0,'-1'-22'8075'0'0,"14"2"-4432"0"0,52-23-1629 0 0,-47 36-1667 0 0,0 2 1 0 0,1 0-1 0 0,-1 0 0 0 0,1 2 0 0 0,0 0 0 0 0,0 2 1 0 0,0 0-1 0 0,0 1 0 0 0,11 1-347 0 0,-3-1 263 0 0,112 20 471 0 0,-2 0 275 0 0,-42 0-521 0 0,-94 10-1997 0 0,-7-19 973 0 0,-1 0 1 0 0,0-1 0 0 0,-1 0-1 0 0,0 0 1 0 0,-1-1 0 0 0,1 0-1 0 0,-2 0 1 0 0,1-1 0 0 0,-4 2 535 0 0,-99 62-10257 0 0,99-66 8603 0 0,-1-2-7 0 0</inkml:trace>
  <inkml:trace contextRef="#ctx0" brushRef="#br0" timeOffset="1495.981">930 176 968 0 0,'16'2'8815'0'0,"-9"11"-5522"0"0,-8 5-4598 0 0,-9-4-3810 0 0,2-8 1859 0 0,6-4 1680 0 0</inkml:trace>
  <inkml:trace contextRef="#ctx0" brushRef="#br0" timeOffset="1651.798">913 249 1088 0 0,'1'16'5137'0'0,"-2"5"-956"0"0,-11-12-8725 0 0,3-6 1496 0 0,5-1 1622 0 0</inkml:trace>
  <inkml:trace contextRef="#ctx0" brushRef="#br0" timeOffset="1899.021">657 195 1832 0 0,'-6'-12'6180'0'0,"4"11"-4244"0"0,-6 2-4879 0 0,4 5-1038 0 0,1-4 2621 0 0</inkml:trace>
  <inkml:trace contextRef="#ctx0" brushRef="#br0" timeOffset="2056.009">607 219 840 0 0,'1'17'6460'0'0,"4"-2"-4798"0"0,-3-8-2373 0 0,-2 7-4171 0 0,-3-11 3221 0 0</inkml:trace>
  <inkml:trace contextRef="#ctx0" brushRef="#br0" timeOffset="2625.032">506 153 948 0 0,'3'20'8211'0'0,"9"27"-6422"0"0,-2-8-1254 0 0,-9-18-4217 0 0,-2-13-70 0 0,1 1 2083 0 0</inkml:trace>
  <inkml:trace contextRef="#ctx0" brushRef="#br0" timeOffset="4105.249">517 446 2128 0 0,'0'0'1210'0'0,"0"0"-120"0"0,0 0-157 0 0,0 0-118 0 0,0 0-22 0 0,0 0-61 0 0,0 0-95 0 0,0 0-86 0 0,-5-1-24 0 0,3 1-521 0 0,2 0 17 0 0,-1 0-1 0 0,1-1 0 0 0,-1 1 0 0 0,1 0 0 0 0,-1 0 1 0 0,1-1-1 0 0,-1 1 0 0 0,0 0 0 0 0,1 0 1 0 0,-1 0-1 0 0,1 0 0 0 0,-1 0 0 0 0,0 0 0 0 0,1 0 1 0 0,-1 0-1 0 0,1 0 0 0 0,-1 0 0 0 0,0 0 1 0 0,1 0-1 0 0,-1 1 0 0 0,1-1 0 0 0,-1 0 0 0 0,1 0 1 0 0,-1 1-1 0 0,0-1 0 0 0,1 0 0 0 0,-1 1 0 0 0,1-1 1 0 0,0 0-1 0 0,-1 1 0 0 0,1-1 0 0 0,-1 1 1 0 0,1-1-1 0 0,0 0 0 0 0,-1 1 0 0 0,1-1 0 0 0,0 1 1 0 0,-1 0-1 0 0,1-1 0 0 0,0 1 0 0 0,0-1 1 0 0,-1 1-1 0 0,1-1 0 0 0,0 1 0 0 0,0 0 0 0 0,0-1 1 0 0,0 1-1 0 0,0-1 0 0 0,0 1 0 0 0,0 0 0 0 0,0-1 1 0 0,0 1-1 0 0,0-1 0 0 0,0 1 0 0 0,0-1 1 0 0,1 1-1 0 0,-1 0 0 0 0,0-1 0 0 0,0 1 0 0 0,0-1 1 0 0,1 1-1 0 0,-1-1 0 0 0,0 1 0 0 0,1-1-22 0 0,3-8-554 0 0,-2 4 715 0 0,0 0 1 0 0,1 0-1 0 0,0 0 1 0 0,-1 1 0 0 0,1-1-1 0 0,0 1 1 0 0,1-1-1 0 0,-1 1 1 0 0,1 0 0 0 0,-1 1-1 0 0,1-1 1 0 0,0 1-1 0 0,0-1 1 0 0,0 1 0 0 0,0 0-1 0 0,1 0 1 0 0,-1 1-1 0 0,1 0 1 0 0,-1-1-162 0 0,-2 2 263 0 0,0 0-27 0 0,79 0 1678 0 0,-80 0-1910 0 0,0 0 1 0 0,-1 0 0 0 0,1 0 0 0 0,0 0-1 0 0,-1 0 1 0 0,1 0 0 0 0,0 0-1 0 0,0 0 1 0 0,-1 1 0 0 0,1-1-1 0 0,-1 0 1 0 0,1 0 0 0 0,0 1 0 0 0,-1-1-1 0 0,1 0 1 0 0,0 1 0 0 0,-1-1-1 0 0,1 1 1 0 0,-1-1 0 0 0,1 1-1 0 0,-1-1 1 0 0,1 1 0 0 0,-1-1 0 0 0,0 1-1 0 0,1-1 1 0 0,-1 1 0 0 0,1 0-1 0 0,-1-1 1 0 0,0 1 0 0 0,0 0-1 0 0,1-1 1 0 0,-1 1 0 0 0,0 0-1 0 0,0-1 1 0 0,0 1 0 0 0,0 0 0 0 0,0-1-1 0 0,0 1 1 0 0,0 0 0 0 0,0 0-1 0 0,0-1 1 0 0,0 1 0 0 0,0 0-1 0 0,0-1 1 0 0,-1 1 0 0 0,1 0 0 0 0,0-1-1 0 0,0 1 1 0 0,-1 0 0 0 0,1-1-1 0 0,0 1 1 0 0,-1-1 0 0 0,1 1-1 0 0,-1-1 1 0 0,1 1 0 0 0,-1-1 0 0 0,1 1-1 0 0,-1-1 1 0 0,1 1 0 0 0,-1-1-1 0 0,1 1 1 0 0,-1-1-5 0 0,-31 39-65 0 0,31-38 62 0 0,-78 73-1706 0 0,38-56-1843 0 0,41-18 2940 0 0,0 0-41 0 0,0 0 94 0 0,11-21-826 0 0,-10 20 1479 0 0,0 0 0 0 0,0 1 0 0 0,0 0 0 0 0,0-1 1 0 0,0 1-1 0 0,0 0 0 0 0,0-1 0 0 0,0 1 0 0 0,0 0 0 0 0,0 0 0 0 0,0 0 0 0 0,0 0 0 0 0,0 0 0 0 0,0 0 0 0 0,0 0 0 0 0,0 0 0 0 0,0 1 0 0 0,0-1 0 0 0,0 0 0 0 0,0 0 0 0 0,0 1 1 0 0,0-1-1 0 0,0 1 0 0 0,0-1 0 0 0,0 1 0 0 0,0-1 0 0 0,0 1 0 0 0,-1 0 0 0 0,1-1 0 0 0,0 1 0 0 0,0 0 0 0 0,-1 0 0 0 0,1 0 0 0 0,0-1 0 0 0,-1 2-94 0 0,9 56 2460 0 0,-9-56-2306 0 0,-10 60 172 0 0,1-20-2323 0 0,9-41 1602 0 0,0-1-66 0 0,23-5-1591 0 0,17-30 3070 0 0,-4 6 954 0 0,33 7 80 0 0,-68 22-1950 0 0,-1 0-42 0 0,11 1-386 0 0,-3 0-505 0 0,-15 1-1953 0 0,-12 3-3666 0 0,11-3 4820 0 0</inkml:trace>
  <inkml:trace contextRef="#ctx0" brushRef="#br0" timeOffset="4467.261">441 687 2324 0 0,'0'12'3005'0'0,"-8"43"1483"0"0,8-54-4422 0 0,-1 1 0 0 0,0-1 0 0 0,1 1-1 0 0,-1 0 1 0 0,1-1 0 0 0,0 1 0 0 0,-1-1 0 0 0,1 1 0 0 0,0 0 0 0 0,0-1 0 0 0,0 1-1 0 0,0 0 1 0 0,1-1 0 0 0,-1 1 0 0 0,0-1 0 0 0,1 1 0 0 0,-1 0 0 0 0,1-1 0 0 0,-1 1-1 0 0,1-1 1 0 0,0 1 0 0 0,-1-1 0 0 0,1 0 0 0 0,0 1 0 0 0,0-1 0 0 0,0 0 0 0 0,0 1-1 0 0,0-1 1 0 0,1 0 0 0 0,-1 0 0 0 0,0 0 0 0 0,1 0 0 0 0,-1 0 0 0 0,0 0 0 0 0,1 0-1 0 0,0-1-65 0 0,131-23 2020 0 0,-109 15-1867 0 0,76-12-905 0 0,-60 16-3953 0 0,-9 2-1103 0 0,-23 1 4280 0 0</inkml:trace>
  <inkml:trace contextRef="#ctx0" brushRef="#br0" timeOffset="5079.371">1062 329 2396 0 0,'-9'25'6613'0'0,"-19"14"-5174"0"0,18-27-442 0 0,-12 16-556 0 0,-1-2-1 0 0,-1-1 1 0 0,-1 0 0 0 0,-2-2 0 0 0,0-1-1 0 0,-1-1 1 0 0,-9 3-441 0 0,37-24-57 0 0,1-1 0 0 0,-1 1 0 0 0,1-1 0 0 0,-1 1-1 0 0,0-1 1 0 0,1 0 0 0 0,-1 1 0 0 0,0-1 0 0 0,1 1 0 0 0,-1-1 0 0 0,0 0 0 0 0,0 1 0 0 0,0-1 0 0 0,0 0-1 0 0,1 1 1 0 0,-1-1 0 0 0,0 0 0 0 0,0 0 0 0 0,0 1 0 0 0,0-1 0 0 0,-1 0 0 0 0,1 1 0 0 0,0-1-1 0 0,0 0 1 0 0,0 1 0 0 0,-1-1 0 0 0,1 0 0 0 0,0 1 0 0 0,0-1 0 0 0,-1 1 0 0 0,1-1 0 0 0,-1 0 0 0 0,1 1-1 0 0,-1-1 1 0 0,1 1 0 0 0,0-1 0 0 0,-1 1 0 0 0,0 0 0 0 0,1-1 0 0 0,-1 1 0 0 0,1-1 0 0 0,-1 1-1 0 0,1 0 1 0 0,-1-1 0 0 0,0 1 0 0 0,1 0 0 0 0,-1 0 0 0 0,0 0 0 0 0,1-1 0 0 0,-1 1 0 0 0,0 0 0 0 0,0 0-1 0 0,1 0 1 0 0,-1 0 0 0 0,0 0 0 0 0,1 0 0 0 0,-1 0 0 0 0,0 1 0 0 0,1-1 0 0 0,-1 0 0 0 0,0 0-1 0 0,1 0 1 0 0,-1 1 57 0 0,27-29-597 0 0,-15 14 394 0 0,2 0 0 0 0,0 1 0 0 0,0 1 0 0 0,1 0 0 0 0,1 1 0 0 0,0 0-1 0 0,4-1 204 0 0,-11 9 172 0 0,-1 0-1 0 0,1 1 1 0 0,0-1-1 0 0,0 1 0 0 0,0 1 1 0 0,-1 0-1 0 0,2 0 1 0 0,-1 0-1 0 0,0 1 0 0 0,0 0 1 0 0,0 1-1 0 0,0 0 1 0 0,0 0-1 0 0,0 1 0 0 0,-1 0 1 0 0,1 0-1 0 0,6 3-171 0 0,96 21 3231 0 0,-109-24-3169 0 0,-1-1 1 0 0,1 1-1 0 0,-1-1 1 0 0,1 1-1 0 0,-1-1 0 0 0,0 1 1 0 0,0 0-1 0 0,0-1 1 0 0,0 1-1 0 0,0-1 0 0 0,0 1 1 0 0,0-1-1 0 0,0 1 0 0 0,-1 0 1 0 0,1-1-1 0 0,-1 1 1 0 0,1-1-1 0 0,-1 1 0 0 0,1-1 1 0 0,-1 1-1 0 0,0-1 1 0 0,0 0-1 0 0,0 1 0 0 0,0-1 1 0 0,0 0-1 0 0,0 0 1 0 0,0 0-1 0 0,0 1 0 0 0,0-1 1 0 0,0 0-1 0 0,-1-1 0 0 0,1 1 1 0 0,0 0-1 0 0,-1 0 1 0 0,0 0-63 0 0,1 1 38 0 0,-149 121 448 0 0,136-114-855 0 0,-1 0 0 0 0,0 0 0 0 0,-1-1 0 0 0,0-1 0 0 0,0-1 0 0 0,-1 0 0 0 0,-6 1 369 0 0,21-7-64 0 0,-42 9-2111 0 0,42-8 1031 0 0,-21-4-6001 0 0,14-12 5676 0 0,5 5 75 0 0</inkml:trace>
  <inkml:trace contextRef="#ctx0" brushRef="#br0" timeOffset="5300.272">838 569 1240 0 0,'62'5'6217'0'0,"29"42"-3158"0"0,-48-22-1509 0 0,60 35 1957 0 0,-77-48-2545 0 0,28 8-2746 0 0,-59-17-6828 0 0,-4 4 8746 0 0,8-6-1101 0 0,-9 5-700 0 0,-4 6 96 0 0</inkml:trace>
  <inkml:trace contextRef="#ctx0" brushRef="#br0" timeOffset="5761.429">944 812 2216 0 0,'-1'0'272'0'0,"0"0"0"0"0,1 0 0 0 0,-1 0 0 0 0,0 0 0 0 0,0 0 0 0 0,0 0 0 0 0,0 1 0 0 0,1-1 0 0 0,-1 0 0 0 0,0 0 0 0 0,0 0 0 0 0,0 1 0 0 0,1-1 0 0 0,-1 1 0 0 0,0-1 0 0 0,0 0 0 0 0,1 1 0 0 0,-1-1 0 0 0,0 1 0 0 0,1 0 0 0 0,-1-1 0 0 0,1 1 0 0 0,-1-1 0 0 0,1 1 0 0 0,-1 0 0 0 0,1-1 0 0 0,-1 1 0 0 0,1 0 0 0 0,-1 0 0 0 0,1-1 0 0 0,0 1 0 0 0,0 0 0 0 0,-1 0 0 0 0,1 0 0 0 0,0 0 1 0 0,0-1-1 0 0,0 1 0 0 0,0 0 0 0 0,0 0 0 0 0,0 0-272 0 0,-3 4 2074 0 0,50-28-601 0 0,-36 17-1297 0 0,0 1 0 0 0,1-1 0 0 0,-1 2 1 0 0,1 0-1 0 0,0 0 0 0 0,0 1 0 0 0,0 0 0 0 0,1 1 0 0 0,-1 1 0 0 0,9 0-176 0 0,-20 0 58 0 0,1 1 0 0 0,0 0 0 0 0,0 0 0 0 0,0 0 0 0 0,-1 0 0 0 0,1 0 0 0 0,0 1 1 0 0,0-1-1 0 0,-1 0 0 0 0,1 1 0 0 0,0 0 0 0 0,-1-1 0 0 0,1 1 0 0 0,0 0 0 0 0,-1 0 0 0 0,1-1 0 0 0,-1 1 0 0 0,0 0 0 0 0,1 1 0 0 0,-1-1 0 0 0,0 0 0 0 0,1 0 1 0 0,-1 1-1 0 0,0-1 0 0 0,0 0 0 0 0,0 1 0 0 0,0-1 0 0 0,0 1 0 0 0,0 0 0 0 0,-1-1 0 0 0,1 1 0 0 0,-1-1 0 0 0,1 1 0 0 0,-1 0 0 0 0,1 0 0 0 0,-1-1 0 0 0,0 1 0 0 0,0 0 1 0 0,0 0-1 0 0,0-1 0 0 0,0 1 0 0 0,0 0 0 0 0,0 0 0 0 0,-1-1 0 0 0,1 1 0 0 0,0 0 0 0 0,-1 0 0 0 0,0-1 0 0 0,1 1 0 0 0,-1-1 0 0 0,0 1 0 0 0,0-1 0 0 0,0 1 1 0 0,0-1-1 0 0,0 1 0 0 0,0-1-58 0 0,-47 49 342 0 0,37-45-260 0 0,9-3-169 0 0,1-1-1 0 0,-1 0 0 0 0,0 0 0 0 0,0 0 1 0 0,0 0-1 0 0,0 0 0 0 0,0 0 0 0 0,0-1 1 0 0,0 1-1 0 0,0-1 0 0 0,0 1 1 0 0,0-1-1 0 0,0 0 0 0 0,0 0 0 0 0,0 0 1 0 0,0 0-1 0 0,0 0 0 0 0,-1 0 0 0 0,1 0 1 0 0,0-1-1 0 0,0 1 0 0 0,0-1 1 0 0,0 0-1 0 0,-1 0 88 0 0,-58-60-4082 0 0,41 3-7446 0 0,22 43 9890 0 0,11-13-22 0 0</inkml:trace>
  <inkml:trace contextRef="#ctx0" brushRef="#br0" timeOffset="6217.568">1534 138 2484 0 0,'0'0'190'0'0,"0"-1"0"0"0,1 0-1 0 0,-1 1 1 0 0,0-1 0 0 0,1 1-1 0 0,-1-1 1 0 0,1 1 0 0 0,-1-1-1 0 0,0 1 1 0 0,1 0 0 0 0,-1-1 0 0 0,1 1-1 0 0,-1-1 1 0 0,1 1 0 0 0,-1 0-1 0 0,1 0 1 0 0,0-1 0 0 0,-1 1-1 0 0,1 0 1 0 0,-1 0 0 0 0,1-1-1 0 0,0 1 1 0 0,-1 0 0 0 0,1 0-1 0 0,-1 0 1 0 0,1 0 0 0 0,0 0 0 0 0,-1 0-1 0 0,1 0 1 0 0,0 0 0 0 0,-1 0-1 0 0,1 1 1 0 0,-1-1 0 0 0,1 0-1 0 0,-1 0 1 0 0,1 0 0 0 0,0 1-1 0 0,-1-1 1 0 0,1 0 0 0 0,-1 1 0 0 0,1-1-1 0 0,-1 0 1 0 0,1 1 0 0 0,-1-1-1 0 0,1 1 1 0 0,-1-1-190 0 0,22 23 2391 0 0,-8-4-1789 0 0,-2 1 1 0 0,0 1 0 0 0,-1 0-1 0 0,-1 0 1 0 0,-1 1 0 0 0,-1 0-1 0 0,-1 1 1 0 0,-1 0 0 0 0,-1 0-1 0 0,-1 0 1 0 0,-1 1 0 0 0,-1-1-1 0 0,-1 20-602 0 0,-26 66 659 0 0,19-94-595 0 0,-70 114-997 0 0,54-104-339 0 0,-1-2 1 0 0,-1 0-1 0 0,-2-1 0 0 0,0-2 0 0 0,-1 0 0 0 0,0-2 0 0 0,-25 11 1272 0 0,8-5-2085 0 0,0-2-1 0 0,-2-2 0 0 0,0-2 1 0 0,-9 1 2085 0 0,12-9-1524 0 0,2-2-28 0 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54.237"/>
    </inkml:context>
    <inkml:brush xml:id="br0">
      <inkml:brushProperty name="width" value="0.05" units="cm"/>
      <inkml:brushProperty name="height" value="0.05" units="cm"/>
      <inkml:brushProperty name="color" value="#FFFFFF"/>
    </inkml:brush>
  </inkml:definitions>
  <inkml:trace contextRef="#ctx0" brushRef="#br0">4 28 2492 0 0,'-4'-18'11904'0'0,"13"29"-10135"0"0,27 34 231 0 0,139 183 2296 0 0,-60-116-2502 0 0,-88-93-761 0 0,-26-19-833 0 0,-1 0-63 0 0,13-3 185 0 0,106-132 162 0 0,-44 43-216 0 0,64-63-1797 0 0,-123 139-162 0 0,-3 3-2494 0 0,-5 4-4037 0 0,-7 7 3955 0 0,-2 3 365 0 0,0 0 2483 0 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52.588"/>
    </inkml:context>
    <inkml:brush xml:id="br0">
      <inkml:brushProperty name="width" value="0.05" units="cm"/>
      <inkml:brushProperty name="height" value="0.05" units="cm"/>
      <inkml:brushProperty name="color" value="#FFFFFF"/>
    </inkml:brush>
  </inkml:definitions>
  <inkml:trace contextRef="#ctx0" brushRef="#br0">43 73 1128 0 0,'-8'-14'10246'0'0,"10"47"-7925"0"0,-2-32-2639 0 0,1 194 2976 0 0,-22-49-1891 0 0,11-107-4987 0 0,4-67-2390 0 0,5 5 3650 0 0,1 7 1512 0 0</inkml:trace>
  <inkml:trace contextRef="#ctx0" brushRef="#br0" timeOffset="408.36">38 69 2512 0 0,'15'-42'10527'0'0,"24"21"-5976"0"0,63 15-3104 0 0,-75 7-549 0 0,321-1 1518 0 0,-343 4-2416 0 0,27 50 98 0 0,-22 131-906 0 0,-31-89-586 0 0,-9-21-3157 0 0,-2-30-6803 0 0,28-42 9842 0 0,-2 0-50 0 0</inkml:trace>
  <inkml:trace contextRef="#ctx0" brushRef="#br0" timeOffset="787.401">74 483 1392 0 0,'-26'1'12557'0'0,"66"6"-7028"0"0,235-2-1005 0 0,-148-5-6229 0 0,-126 0 663 0 0,10-1-3372 0 0,7 1-8105 0 0,-18 2 11057 0 0,2 3-42 0 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49.593"/>
    </inkml:context>
    <inkml:brush xml:id="br0">
      <inkml:brushProperty name="width" value="0.05" units="cm"/>
      <inkml:brushProperty name="height" value="0.05" units="cm"/>
      <inkml:brushProperty name="color" value="#FFFFFF"/>
    </inkml:brush>
  </inkml:definitions>
  <inkml:trace contextRef="#ctx0" brushRef="#br0">58 67 1556 0 0,'0'0'1571'0'0,"0"0"-193"0"0,0-3-144 0 0,1-11 9542 0 0,2 29-8335 0 0,0 30-1973 0 0,-3 15 723 0 0,0-58-1074 0 0,0-2-154 0 0,-10-22 58 0 0,10 22-1535 0 0,-2-7 4141 0 0,2 5-7822 0 0,1 1-8048 0 0,-1 1 11744 0 0</inkml:trace>
  <inkml:trace contextRef="#ctx0" brushRef="#br0" timeOffset="1248.129">54 120 1008 0 0,'0'0'877'0'0,"0"0"-57"0"0,0 0-147 0 0,0 0-129 0 0,0 0 48 0 0,0 0-28 0 0,0 0-99 0 0,0 0-33 0 0,0 0-25 0 0,0 0-16 0 0,0 0-12 0 0,0 0-49 0 0,0 0 5 0 0,0 0 29 0 0,0 0-82 0 0,0 0-6 0 0,0 0 37 0 0,0 0-16 0 0,0 0-40 0 0,0 0-16 0 0,0 0 11 0 0,0 0 21 0 0,0 0-11 0 0,0 0 8 0 0,0 0 24 0 0,0 0-13 0 0,0 0 14 0 0,0 0-63 0 0,0 0 10 0 0,0 0 36 0 0,0 0 3 0 0,0 0-15 0 0,0 0 75 0 0,0 0-15 0 0,0 0 9 0 0,0 0 15 0 0,0 0 110 0 0,0 0-19 0 0,0 0-8 0 0,0 0 3 0 0,0 0-21 0 0,0 0-2 0 0,0 0-2 0 0,0 0-33 0 0,0 0-26 0 0,0 0-52 0 0,0 0 7 0 0,0 0-4 0 0,0 0-1 0 0,0 0-7 0 0,0 0-19 0 0,0 0-32 0 0,0 0-14 0 0,0 0 15 0 0,0 0-32 0 0,0 0-29 0 0,0 0 14 0 0,0 0 1 0 0,0 0-46 0 0,0 0 8 0 0,0 0-10 0 0,0 0-9 0 0,0 0 14 0 0,0 0 44 0 0,0 0-19 0 0,0 0 30 0 0,0 0-35 0 0,0 0 17 0 0,0 0 9 0 0,3-5 14 0 0,43-25 689 0 0,73 8-241 0 0,11-9-135 0 0,-15 9-243 0 0,22 13-182 0 0,-135 9-112 0 0,-2 0-56 0 0,0 0 26 0 0,37 0-123 0 0,-30 72 402 0 0,-18 92-259 0 0,-20 125-420 0 0,22-189-439 0 0,9-100 790 0 0,0 1 0 0 0,0-1 0 0 0,1 0 0 0 0,-1 1 0 0 0,0-1-1 0 0,-1 0 1 0 0,1 1 0 0 0,0-1 0 0 0,0 0 0 0 0,0 1 0 0 0,0-1 0 0 0,0 1 0 0 0,0-1 0 0 0,0 0 0 0 0,0 1 0 0 0,-1-1 0 0 0,1 0 0 0 0,0 0-1 0 0,0 1 1 0 0,0-1 0 0 0,-1 0 0 0 0,1 1 0 0 0,0-1 0 0 0,0 0 0 0 0,-1 0 0 0 0,1 1 0 0 0,0-1 0 0 0,-1 0 0 0 0,1 0 0 0 0,0 0 0 0 0,-1 0-1 0 0,1 1 1 0 0,0-1 0 0 0,-1 0 0 0 0,1 0 0 0 0,0 0 0 0 0,-1 0 0 0 0,1 0 0 0 0,-1 0 0 0 0,1 0 0 0 0,0 0 0 0 0,-1 0 0 0 0,1 0 0 0 0,0 0-1 0 0,-1 0 1 0 0,1 0 0 0 0,0 0 0 0 0,-1 0 0 0 0,1-1 0 0 0,0 1 0 0 0,-1 0 0 0 0,1 0 0 0 0,0 0 0 0 0,-1 0 0 0 0,1-1 0 0 0,0 1 0 0 0,-1 0-1 0 0,1 0 1 0 0,0-1 0 0 0,0 1 0 0 0,-1 0 0 0 0,1 0 0 0 0,0-1 87 0 0,0 0-1044 0 0,-23-20-5207 0 0,-11 5-2523 0 0,25 14 7202 0 0</inkml:trace>
  <inkml:trace contextRef="#ctx0" brushRef="#br0" timeOffset="1828.204">29 723 2080 0 0,'-27'4'8749'0'0,"27"-4"-8579"0"0,0 0 0 0 0,0 0 0 0 0,1-1 0 0 0,-1 1 0 0 0,0 0 0 0 0,0 0 0 0 0,0 0 0 0 0,0 0 1 0 0,0-1-1 0 0,0 1 0 0 0,0 0 0 0 0,0 0 0 0 0,0 0 0 0 0,1-1 0 0 0,-1 1 0 0 0,0 0 0 0 0,0 0 0 0 0,0 0 0 0 0,0-1 0 0 0,0 1 0 0 0,0 0 0 0 0,0 0 0 0 0,0 0 0 0 0,-1-1 0 0 0,1 1 1 0 0,0 0-1 0 0,0 0 0 0 0,0 0 0 0 0,0-1 0 0 0,0 1 0 0 0,0 0 0 0 0,0 0 0 0 0,0 0 0 0 0,0 0 0 0 0,-1-1 0 0 0,1 1 0 0 0,0 0 0 0 0,0 0 0 0 0,0 0 0 0 0,0 0 0 0 0,0 0 0 0 0,-1-1 1 0 0,1 1-1 0 0,0 0 0 0 0,0 0 0 0 0,0 0-170 0 0,103-13 3058 0 0,204 2-1201 0 0,-193-12-1779 0 0,-114 23-194 0 0,0 0 0 0 0,0 0 0 0 0,-1 0 0 0 0,1-1 0 0 0,0 1 0 0 0,0 0 0 0 0,0 0 0 0 0,0-1 0 0 0,-1 1 0 0 0,1 0 0 0 0,0-1 0 0 0,0 1 1 0 0,0 0-1 0 0,0 0 0 0 0,0-1 0 0 0,0 1 0 0 0,0 0 0 0 0,0-1 0 0 0,0 1 0 0 0,0 0 0 0 0,0 0 0 0 0,0-1 0 0 0,0 1 0 0 0,0 0 0 0 0,0-1 0 0 0,0 1 0 0 0,0 0 0 0 0,0-1 0 0 0,0 1 0 0 0,0 0 1 0 0,0 0-1 0 0,1-1 0 0 0,-1 1 0 0 0,0 0 0 0 0,0 0 0 0 0,0-1 0 0 0,0 1 0 0 0,1 0 0 0 0,-1 0 0 0 0,0-1 0 0 0,0 1 0 0 0,1 0 0 0 0,-1 0 0 0 0,0 0 0 0 0,0 0 0 0 0,1-1 0 0 0,-1 1 0 0 0,0 0 0 0 0,1 0 116 0 0,-31-4-8220 0 0,-2 7 1533 0 0,24-3 5235 0 0</inkml:trace>
  <inkml:trace contextRef="#ctx0" brushRef="#br0" timeOffset="2474.698">200 381 1164 0 0,'3'-28'6224'0'0,"0"36"-2313"0"0,-5 59-732 0 0,16-90-2282 0 0,-15 22-1400 0 0,-2-6-3378 0 0,0 0-4332 0 0,3 5 6751 0 0</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57.866"/>
    </inkml:context>
    <inkml:brush xml:id="br0">
      <inkml:brushProperty name="width" value="0.05" units="cm"/>
      <inkml:brushProperty name="height" value="0.05" units="cm"/>
      <inkml:brushProperty name="color" value="#FFFFFF"/>
    </inkml:brush>
  </inkml:definitions>
  <inkml:trace contextRef="#ctx0" brushRef="#br0">168 69 2160 0 0,'0'0'1647'0'0,"0"0"-167"0"0,0 0 68 0 0,0 0-11 0 0,0 0-111 0 0,2 3-124 0 0,0 2-1121 0 0,-1-1 0 0 0,0 0 0 0 0,0 1 0 0 0,0-1 0 0 0,0 1 0 0 0,-1 0 0 0 0,0-1 0 0 0,0 1 0 0 0,0-1 1 0 0,-1 1-1 0 0,1-1 0 0 0,-1 1 0 0 0,0-1 0 0 0,-1 1 0 0 0,1-1 0 0 0,-1 1 0 0 0,1-1 0 0 0,-1 0 0 0 0,-1 1-181 0 0,-6 23 791 0 0,-117 334 4805 0 0,98-290-5916 0 0,28-71-178 0 0,0-1-136 0 0,31-141-3766 0 0,41-63 968 0 0,-9 66 2649 0 0,-13 50 3577 0 0,-50 87-2446 0 0,15-18 1029 0 0,-2 20 2308 0 0,3 25-3106 0 0,-2 0 0 0 0,-1 1-1 0 0,-1 1 1 0 0,-1 0 0 0 0,-2 1 0 0 0,4 16-579 0 0,11 32 820 0 0,52 138 1025 0 0,-76-215-1834 0 0,1-1 0 0 0,-1 1 1 0 0,0-1-1 0 0,0 1 0 0 0,1-1 1 0 0,-1 1-1 0 0,0 0 0 0 0,0-1 1 0 0,1 1-1 0 0,-1 0 0 0 0,1-1 1 0 0,-1 1-1 0 0,0 0 0 0 0,1 0 1 0 0,-1-1-1 0 0,1 1 1 0 0,-1 0-1 0 0,0 0 0 0 0,1-1 1 0 0,-1 1-1 0 0,1 0 0 0 0,-1 0 1 0 0,1 0-1 0 0,-1 0 0 0 0,1 0 1 0 0,-1 0-1 0 0,1 0 0 0 0,-1 0 1 0 0,1 0-1 0 0,-1 0 0 0 0,1 0 1 0 0,-1 0-1 0 0,1 0 0 0 0,-1 0 1 0 0,0 1-1 0 0,1-1 0 0 0,-1 0 1 0 0,1 0-1 0 0,-1 0 0 0 0,1 1 1 0 0,-1-1-1 0 0,0 0 0 0 0,1 1 1 0 0,-1-1-1 0 0,1 0 1 0 0,-1 1-1 0 0,0-1 0 0 0,0 0 1 0 0,1 1-1 0 0,-1-1 0 0 0,0 1 1 0 0,0-1-1 0 0,1 0 0 0 0,-1 1 1 0 0,0-1-1 0 0,0 1 0 0 0,0-1 1 0 0,0 1-1 0 0,1-1-11 0 0,-1-1-25 0 0,12-21-20 0 0,-1-1-1 0 0,-1 0 1 0 0,-2 0 0 0 0,0-1-1 0 0,-1 0 1 0 0,2-19 45 0 0,15-50-242 0 0,55-139-250 0 0,-60 203 336 0 0,-19 29 224 0 0,0 0 40 0 0,0 0-18 0 0,3 4 39 0 0,5 10-48 0 0,-2 0-1 0 0,0 1 1 0 0,0-1-1 0 0,-2 2 1 0 0,0-1 0 0 0,0 0-1 0 0,-2 1 1 0 0,0 0 0 0 0,0-1-1 0 0,-2 1 1 0 0,0 9-81 0 0,3 18 62 0 0,22 390 1038 0 0,-21-394-1376 0 0,-4-22-2242 0 0,-7-28-7324 0 0,2-11 4113 0 0,10-4 844 0 0,-1 18 3291 0 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2:03.596"/>
    </inkml:context>
    <inkml:brush xml:id="br0">
      <inkml:brushProperty name="width" value="0.05" units="cm"/>
      <inkml:brushProperty name="height" value="0.05" units="cm"/>
      <inkml:brushProperty name="color" value="#FFFFFF"/>
    </inkml:brush>
  </inkml:definitions>
  <inkml:trace contextRef="#ctx0" brushRef="#br0">54 114 1896 0 0,'8'-17'5440'0'0,"-4"26"-2044"0"0,-2 30-1285 0 0,-2-37-2189 0 0,-19 169 2532 0 0,-5 10-866 0 0,9-30-1616 0 0,6-105-998 0 0,68-258-5079 0 0,-29 87 5385 0 0,-6-9 3333 0 0,-16 98 2866 0 0,-6 32-4983 0 0,53-30 1408 0 0,-32 29-1474 0 0,0 0-1 0 0,0 1 1 0 0,0 2-1 0 0,0 0 1 0 0,0 2-1 0 0,20 1-429 0 0,-3 0 330 0 0,246-1 1150 0 0,-186 25-1237 0 0,-95-24-228 0 0,0 0 0 0 0,0 1 0 0 0,0 0 1 0 0,-1 0-1 0 0,1 0 0 0 0,0 1 1 0 0,-1-1-1 0 0,0 1 0 0 0,1 0 1 0 0,-1 0-1 0 0,0 1 0 0 0,-1-1 1 0 0,1 1-1 0 0,-1 0 0 0 0,1 0 1 0 0,-1 0-1 0 0,0 0 0 0 0,-1 1 0 0 0,1-1 1 0 0,-1 1-1 0 0,0 0 0 0 0,0-1 1 0 0,0 1-1 0 0,-1 0 0 0 0,1 0 1 0 0,-1 0-1 0 0,0 1 0 0 0,-1-1 1 0 0,1 0-1 0 0,-1 5-15 0 0,-2 81 221 0 0,-63 81-555 0 0,60-160-50 0 0,-1 0-1 0 0,-1-1 1 0 0,0 0-1 0 0,0 0 0 0 0,-1 0 1 0 0,-1-1-1 0 0,0 0 1 0 0,0-1-1 0 0,-1 1 1 0 0,0-2-1 0 0,0 0 1 0 0,-1 0-1 0 0,-4 2 385 0 0,9-9-495 0 0,0 0 0 0 0,0 0 0 0 0,0-1 0 0 0,-1 0 0 0 0,1 0 0 0 0,0 0 0 0 0,0-1 0 0 0,-1 0 0 0 0,1 0 0 0 0,0 0 0 0 0,0-1 0 0 0,0 0 0 0 0,0 0 0 0 0,1-1 0 0 0,-1 0 0 0 0,0 1 0 0 0,1-2 0 0 0,0 1 0 0 0,0-1 0 0 0,0 0 0 0 0,0 0 0 0 0,0 0 0 0 0,1-1 0 0 0,0 1 0 0 0,0-1 0 0 0,0 0 0 0 0,1 0 0 0 0,-4-6 495 0 0,-9-11-1659 0 0,0-2 5 0 0</inkml:trace>
  <inkml:trace contextRef="#ctx0" brushRef="#br0" timeOffset="251.281">350 272 2092 0 0,'-12'-10'11568'0'0,"0"36"-7444"0"0,6-10-3877 0 0,-113 160 2797 0 0,30-78-3707 0 0,74-89-563 0 0,15-8 474 0 0,-11-5-1023 0 0,-2-76-3730 0 0,13 67 4074 0 0,34-99-5133 0 0,-29 85 5105 0 0</inkml:trace>
  <inkml:trace contextRef="#ctx0" brushRef="#br0" timeOffset="408.616">163 269 1196 0 0,'1'-1'183'0'0,"-1"0"1"0"0,1 0-1 0 0,-1 0 0 0 0,1 0 0 0 0,0 0 1 0 0,-1 0-1 0 0,1 0 0 0 0,0 1 0 0 0,0-1 1 0 0,0 0-1 0 0,0 1 0 0 0,-1-1 0 0 0,1 0 1 0 0,0 1-1 0 0,0-1 0 0 0,0 1 0 0 0,0-1 1 0 0,0 1-1 0 0,0 0 0 0 0,0-1 0 0 0,1 1 1 0 0,-1 0-1 0 0,0 0 0 0 0,0 0 0 0 0,0 0 1 0 0,0 0-1 0 0,0 0 0 0 0,0 0 0 0 0,0 0 1 0 0,0 0-1 0 0,1 1 0 0 0,-1-1 0 0 0,0 0 1 0 0,0 1-1 0 0,0-1 0 0 0,0 1 0 0 0,0-1 1 0 0,0 1-1 0 0,-1-1 0 0 0,1 1 0 0 0,0 0 1 0 0,0-1-1 0 0,0 1 0 0 0,0 0 0 0 0,-1 0 1 0 0,1-1-1 0 0,0 2-183 0 0,87 137 6821 0 0,-31-43-4319 0 0,-39-76-6649 0 0,-17-20 2709 0 0,-1 0-471 0 0,4-5 25 0 0,69-81-4308 0 0,-57 62 4890 0 0</inkml:trace>
  <inkml:trace contextRef="#ctx0" brushRef="#br0" timeOffset="619.125">628 225 3268 0 0,'5'15'8213'0'0,"-17"17"-5830"0"0,9-26-1911 0 0,-11 20 313 0 0,0-2 1 0 0,-2 0-1 0 0,-1 0 0 0 0,0-1 0 0 0,-2-2 1 0 0,-11 10-786 0 0,-65 43 233 0 0,40-47-2242 0 0,54-27 1129 0 0,1 0-69 0 0,-4-4-377 0 0,2 1 961 0 0,0 0 0 0 0,0 0 0 0 0,1-1 0 0 0,-1 1 0 0 0,0-1 0 0 0,1 1-1 0 0,0-1 1 0 0,0 0 0 0 0,0 1 0 0 0,1-1 0 0 0,-1 0 0 0 0,1 0 0 0 0,0 1 0 0 0,0-1 0 0 0,0 0 0 0 0,0 0 0 0 0,1 0 0 0 0,-1 1 0 0 0,1-1 0 0 0,0 0 0 0 0,0 1 0 0 0,0-1 0 0 0,1 0 365 0 0,21-59-2976 0 0,-11 33 1415 0 0</inkml:trace>
  <inkml:trace contextRef="#ctx0" brushRef="#br0" timeOffset="784.096">408 274 1228 0 0,'0'-2'236'0'0,"1"0"1"0"0,0 1-1 0 0,0-1 0 0 0,1 1 1 0 0,-1-1-1 0 0,0 1 0 0 0,0-1 1 0 0,1 1-1 0 0,-1 0 0 0 0,1-1 1 0 0,-1 1-1 0 0,1 0 0 0 0,0 0 0 0 0,-1 0 1 0 0,1 0-1 0 0,0 0 0 0 0,0 1 1 0 0,0-1-1 0 0,-1 1 0 0 0,1-1 1 0 0,0 1-1 0 0,0-1 0 0 0,0 1 1 0 0,0 0-1 0 0,0 0 0 0 0,0 0 0 0 0,0 0 1 0 0,0 0-1 0 0,0 1 0 0 0,0-1 1 0 0,0 1-1 0 0,0-1 0 0 0,-1 1 1 0 0,1-1-1 0 0,0 1 0 0 0,0 0 1 0 0,-1 0-237 0 0,24 18 1441 0 0,-1 1 0 0 0,-1 1 0 0 0,-2 1 0 0 0,0 1 1 0 0,16 22-1442 0 0,58 61 2220 0 0,-86-98-2232 0 0,27 23-1866 0 0,-6-22-3185 0 0,-28-9 3186 0 0,25 0-6081 0 0,-25 0 6408 0 0</inkml:trace>
  <inkml:trace contextRef="#ctx0" brushRef="#br0" timeOffset="1437.169">1179 50 1128 0 0,'21'-6'9544'0'0,"-24"24"-6127"0"0,-16 11-2780 0 0,-1-1 0 0 0,-2-1 0 0 0,-1 0 0 0 0,0-2 0 0 0,-7 3-637 0 0,12-9 250 0 0,3-7-264 0 0,7-5-538 0 0,23-9 163 0 0,58-7 191 0 0,-72 10 173 0 0,1 0-1 0 0,-1 0 1 0 0,0 0-1 0 0,0 0 1 0 0,0 0-1 0 0,0 1 1 0 0,0-1-1 0 0,0 0 1 0 0,-1 1-1 0 0,1-1 1 0 0,0 0-1 0 0,-1 1 1 0 0,1-1-1 0 0,-1 1 1 0 0,1-1-1 0 0,-1 1 1 0 0,0-1-1 0 0,0 1 1 0 0,1-1-1 0 0,-1 1 1 0 0,0 0-1 0 0,-1-1 1 0 0,1 1-1 0 0,0-1 1 0 0,0 1-1 0 0,-1-1 1 0 0,1 1-1 0 0,0-1 1 0 0,-1 1-1 0 0,0-1 1 0 0,1 1-1 0 0,-1-1 1 0 0,0 0-1 0 0,0 1 1 0 0,1-1-1 0 0,-1 0 1 0 0,0 0-1 0 0,-1 0 1 0 0,1 1 25 0 0,-32 71-2656 0 0,31-36-3130 0 0,2-30 3107 0 0,0-5 1093 0 0,0-2-48 0 0</inkml:trace>
  <inkml:trace contextRef="#ctx0" brushRef="#br0" timeOffset="2139.276">1119 47 1896 0 0,'22'-47'11624'0'0,"-18"63"-7407"0"0,-2 28-3540 0 0,-2 608 3439 0 0,0-650-4069 0 0,-3 1-26 0 0,0 0 15 0 0,3-3-46 0 0,0-1-1 0 0,0 1 1 0 0,0-1-1 0 0,0 1 1 0 0,1 0-1 0 0,-1-1 1 0 0,0 1-1 0 0,0-1 1 0 0,0 1-1 0 0,0 0 1 0 0,0-1-1 0 0,0 1 1 0 0,0-1-1 0 0,0 1 1 0 0,-1 0-1 0 0,1-1 1 0 0,0 1-1 0 0,0 0 1 0 0,0-1 0 0 0,0 1-1 0 0,0-1 1 0 0,-1 1-1 0 0,1 0 1 0 0,0-1-1 0 0,0 1 1 0 0,-1 0-1 0 0,1-1 1 0 0,0 1-1 0 0,0 0 1 0 0,-1 0-1 0 0,1-1 1 0 0,0 1-1 0 0,-1 0 1 0 0,1 0-1 0 0,0 0 1 0 0,-1-1-1 0 0,1 1 1 0 0,-1 0-1 0 0,1 0 1 0 0,0 0 0 0 0,-1 0-1 0 0,1 0 1 0 0,-1 0-1 0 0,1 0 1 0 0,0 0-1 0 0,-1 0 1 0 0,1 0-1 0 0,-1 0 1 0 0,1 0-1 0 0,0 0 1 0 0,-1 0-1 0 0,1 0 1 0 0,-1 0-1 0 0,1 0 1 0 0,0 0-1 0 0,-1 1 1 0 0,1-1-1 0 0,0 0 1 0 0,-1 0-1 0 0,1 0 1 0 0,0 1 0 0 0,-1-1-1 0 0,1 0 1 0 0,0 1-1 0 0,0-1 1 0 0,-1 0-1 0 0,1 0 1 0 0,0 1-1 0 0,0-1 1 0 0,-1 1 10 0 0,-102-265-7669 0 0,76 188 2529 0 0,11 24-1356 0 0,14 44 5096 0 0</inkml:trace>
  <inkml:trace contextRef="#ctx0" brushRef="#br0" timeOffset="2420.29">973 278 848 0 0,'-1'-2'291'0'0,"0"1"0"0"0,1-1 0 0 0,-1 0-1 0 0,1 1 1 0 0,0-1 0 0 0,0 0 0 0 0,0 1 0 0 0,0-1 0 0 0,0 0 0 0 0,0 1-1 0 0,0-1 1 0 0,0 0 0 0 0,0 1 0 0 0,1-1 0 0 0,-1 1 0 0 0,1-1 0 0 0,-1 0-1 0 0,1 1 1 0 0,0-1 0 0 0,0 1 0 0 0,-1 0 0 0 0,1-1 0 0 0,0 1 0 0 0,0-1-1 0 0,0 1 1 0 0,1 0 0 0 0,-1 0 0 0 0,0 0 0 0 0,0 0 0 0 0,1 0-1 0 0,-1 0 1 0 0,1 0 0 0 0,-1 0 0 0 0,0 0 0 0 0,1 1 0 0 0,0-1 0 0 0,-1 0-1 0 0,1 1 1 0 0,-1 0 0 0 0,1-1 0 0 0,0 1 0 0 0,0 0-291 0 0,146 37 5862 0 0,-144-36-4589 0 0,6 1-2486 0 0,4-9-7277 0 0,-31 10 1519 0 0,11 1 5498 0 0</inkml:trace>
  <inkml:trace contextRef="#ctx0" brushRef="#br0" timeOffset="2609.31">943 437 2088 0 0,'-1'0'90'0'0,"-17"20"6900"0"0,36-9-949 0 0,83-30-2399 0 0,59-38-1412 0 0,-101 36-2446 0 0,-19 10-5382 0 0,-33 10 2380 0 0,-5 1-5895 0 0,-2 0 7533 0 0</inkml:trace>
  <inkml:trace contextRef="#ctx0" brushRef="#br0" timeOffset="2982.35">1326 223 2352 0 0,'-2'-9'7607'0'0,"2"5"-2268"0"0,15 4-3363 0 0,95 0 1560 0 0,-11-23-2763 0 0,-28 7-839 0 0,-53 7-1098 0 0,-20-8-4887 0 0,-41-14-4667 0 0,26 20 10184 0 0,2 1-928 0 0</inkml:trace>
  <inkml:trace contextRef="#ctx0" brushRef="#br0" timeOffset="3233.629">1511 47 1372 0 0,'0'0'98'0'0,"0"-1"0"0"0,0 1 0 0 0,0-1 0 0 0,0 1 0 0 0,-1-1 0 0 0,1 1 0 0 0,0-1 0 0 0,0 1 1 0 0,-1 0-1 0 0,1-1 0 0 0,0 1 0 0 0,-1-1 0 0 0,1 1 0 0 0,0 0 0 0 0,-1-1 0 0 0,1 1 0 0 0,0 0 0 0 0,-1 0 0 0 0,1-1 0 0 0,-1 1 0 0 0,1 0 0 0 0,0 0 0 0 0,-1-1 0 0 0,1 1 0 0 0,-1 0 0 0 0,1 0 0 0 0,-1 0 0 0 0,1 0 0 0 0,-1 0 0 0 0,1 0 0 0 0,-1 0 0 0 0,1 0 1 0 0,-1 0-1 0 0,1 0 0 0 0,-1 0 0 0 0,1 0 0 0 0,-1 0 0 0 0,1 0 0 0 0,-1 0 0 0 0,1 0 0 0 0,-1 1 0 0 0,1-1 0 0 0,0 0 0 0 0,-1 0 0 0 0,1 1 0 0 0,-1-1 0 0 0,1 0 0 0 0,-1 1 0 0 0,1-1 0 0 0,0 0 0 0 0,-1 1 0 0 0,1-1 0 0 0,0 0 0 0 0,0 1 0 0 0,-1-1 1 0 0,1 1-1 0 0,0-1 0 0 0,0 0 0 0 0,-1 1 0 0 0,1-1 0 0 0,0 1 0 0 0,0-1 0 0 0,0 1 0 0 0,0-1 0 0 0,0 1 0 0 0,0-1 0 0 0,0 1 0 0 0,0 0-98 0 0,-10 39 2442 0 0,9-35-2397 0 0,-40 158 2710 0 0,28-118-2545 0 0,-18 37-2768 0 0,-17-48-5561 0 0,40-32 6489 0 0</inkml:trace>
  <inkml:trace contextRef="#ctx0" brushRef="#br0" timeOffset="3482.891">1261 425 2068 0 0,'18'-5'11254'0'0,"85"-15"-8422"0"0,58 7 1261 0 0,-159 13-3781 0 0,-1 1-282 0 0,0 0-1 0 0,0 0 1 0 0,1-1 0 0 0,-1 1-1 0 0,0 0 1 0 0,0 0-1 0 0,0 0 1 0 0,0 0-1 0 0,-1 0 1 0 0,1 0 0 0 0,0 0-1 0 0,0 1 1 0 0,0-1-1 0 0,-1 0 1 0 0,1 0-1 0 0,-1 1 1 0 0,1-1 0 0 0,-1 0-1 0 0,0 0 1 0 0,1 1-1 0 0,-1-1 1 0 0,0 1-1 0 0,0-1 1 0 0,0 0 0 0 0,0 1-1 0 0,0-1 1 0 0,0 0-1 0 0,0 1 1 0 0,0-1-1 0 0,-1 1 1 0 0,1-1 0 0 0,0 0-1 0 0,-1 1 1 0 0,0-1-1 0 0,1 0 1 0 0,-1 0-1 0 0,1 0 1 0 0,-1 1 0 0 0,0-1-1 0 0,0 0 1 0 0,0 0-1 0 0,0 0 1 0 0,0 0-1 0 0,0 0 1 0 0,0 0-30 0 0,-9 14-85 0 0,-1-1 0 0 0,0 0 1 0 0,-1 0-1 0 0,0-1 0 0 0,-1 0 0 0 0,-1-2 1 0 0,0 1-1 0 0,0-2 0 0 0,-1 0 0 0 0,0 0 0 0 0,-1-1 1 0 0,-8 2 84 0 0,-5 6-606 0 0,-37 6-2983 0 0,61-24 3154 0 0,1-1 0 0 0,0 0 0 0 0,0-1 1 0 0,0 1-1 0 0,0-1 0 0 0,1 1 0 0 0,-1-1 1 0 0,1 0-1 0 0,-1 0 0 0 0,1-1 0 0 0,0 1 1 0 0,0-1-1 0 0,0 1 0 0 0,1-1 0 0 0,0 0 1 0 0,-1 0-1 0 0,1 0 0 0 0,0-1 0 0 0,1 1 1 0 0,-1 0-1 0 0,1-1 0 0 0,0 1 0 0 0,0-1 1 0 0,0 1-1 0 0,1-1 0 0 0,0 1 0 0 0,-1-1 1 0 0,2 0-1 0 0,-1 1 0 0 0,0-1 0 0 0,2-3 435 0 0,-2-3-1384 0 0</inkml:trace>
  <inkml:trace contextRef="#ctx0" brushRef="#br0" timeOffset="3671.429">1227 460 2016 0 0,'2'-2'185'0'0,"0"-1"61"0"0,-1 1 0 0 0,1-1 0 0 0,0 1 0 0 0,0 0 1 0 0,-1 0-1 0 0,1 0 0 0 0,1 0 0 0 0,-1 0 0 0 0,0 0 0 0 0,0 1 0 0 0,1-1 0 0 0,-1 1 0 0 0,1-1 0 0 0,-1 1 1 0 0,1 0-1 0 0,0 0 0 0 0,-1 0 0 0 0,1 0 0 0 0,0 1 0 0 0,0-1 0 0 0,0 1 0 0 0,0 0 0 0 0,-1 0 0 0 0,1 0 1 0 0,0 0-1 0 0,0 0 0 0 0,0 0 0 0 0,0 1 0 0 0,-1-1 0 0 0,1 1 0 0 0,0 0 0 0 0,0 0-246 0 0,21 11 1113 0 0,0 2-1 0 0,0 0 1 0 0,-2 1-1 0 0,0 2 1 0 0,14 13-1113 0 0,55 39 2228 0 0,-75-59-1889 0 0,1 0 0 0 0,1-1 0 0 0,0-1 0 0 0,0 0-1 0 0,0-2 1 0 0,1 0 0 0 0,10 1-339 0 0,83 5-1299 0 0,-46-34-847 0 0,-8-1-6072 0 0,-42 19 3294 0 0,-13 4 3288 0 0</inkml:trace>
  <inkml:trace contextRef="#ctx0" brushRef="#br0" timeOffset="4172.058">1940 302 2408 0 0,'-13'-12'9548'0'0,"25"14"-4108"0"0,146 6-1133 0 0,80-8-3147 0 0,-190-19-2240 0 0,-49 19 976 0 0,1 0 0 0 0,-1 0 0 0 0,1 0 0 0 0,-1-1 0 0 0,1 1 0 0 0,-1 0 0 0 0,1-1 0 0 0,-1 1 0 0 0,1 0 0 0 0,-1-1 0 0 0,1 1 0 0 0,-1-1 1 0 0,1 1-1 0 0,0 0 0 0 0,-1-1 0 0 0,1 1 0 0 0,0-1 0 0 0,-1 1 0 0 0,1-1 0 0 0,0 1 0 0 0,0-1 0 0 0,-1 1 0 0 0,1-1 0 0 0,0 0 0 0 0,0 1 0 0 0,0-1 1 0 0,0 1-1 0 0,0-1 0 0 0,0 0 0 0 0,0 1 0 0 0,0-1 0 0 0,0 1 0 0 0,0-1 0 0 0,0 1 0 0 0,0-1 0 0 0,0 0 0 0 0,1 1 0 0 0,-1-1 0 0 0,0 1 0 0 0,0-1 1 0 0,1 1-1 0 0,-1-1 0 0 0,0 1 0 0 0,1-1 0 0 0,-1 1 0 0 0,0-1 0 0 0,1 1 0 0 0,-1 0 0 0 0,0-1 0 0 0,1 1 0 0 0,-1-1 0 0 0,1 1 0 0 0,-1 0 0 0 0,1 0 0 0 0,-1-1 1 0 0,1 1-1 0 0,0 0 0 0 0,-1 0 0 0 0,1-1 0 0 0,-1 1 0 0 0,1 0 0 0 0,-1 0 0 0 0,1 0 0 0 0,-1 0 0 0 0,1 0 0 0 0,0 0 0 0 0,-1 0 0 0 0,1 0 0 0 0,0 0 105 0 0,-36-24-6697 0 0,-29-4 1784 0 0,46 18 3344 0 0</inkml:trace>
  <inkml:trace contextRef="#ctx0" brushRef="#br0" timeOffset="4450.517">2159 79 1348 0 0,'-3'14'8214'0'0,"7"26"-6155"0"0,-3-33-1354 0 0,30 287 5409 0 0,-26-58-3807 0 0,-18-203-2675 0 0,10-30 88 0 0,1 11-2471 0 0,-15-12-1550 0 0,7-33-1791 0 0,3-7 2935 0 0,2 24 1575 0 0</inkml:trace>
  <inkml:trace contextRef="#ctx0" brushRef="#br0" timeOffset="4718.548">2129 460 860 0 0,'-31'-8'6865'0'0,"-21"31"-4935"0"0,47-20-1583 0 0,-170 101 2948 0 0,157-104-4708 0 0,31-26-127 0 0,85-76-5284 0 0,-74 83 5352 0 0</inkml:trace>
  <inkml:trace contextRef="#ctx0" brushRef="#br0" timeOffset="4985.599">2149 387 1676 0 0,'15'2'790'0'0,"0"1"0"0"0,0 1 1 0 0,0 1-1 0 0,0 0 0 0 0,-1 1 0 0 0,0 0 0 0 0,0 1 0 0 0,-1 1 0 0 0,0 0 0 0 0,0 1 0 0 0,0 0 1 0 0,-2 1-1 0 0,9 9-790 0 0,61 41 3809 0 0,-11-36-959 0 0,-69-24-2788 0 0,-1 0-218 0 0,27-15-2738 0 0,-26 6 637 0 0,-8-14-8599 0 0,5 20 9326 0 0</inkml:trace>
  <inkml:trace contextRef="#ctx0" brushRef="#br0" timeOffset="5141.601">2434 65 2756 0 0,'24'4'8643'0'0,"10"25"-2850"0"0,-14-12-3847 0 0,-20-16-2233 0 0,0 0 1 0 0,0 0-1 0 0,0 0 0 0 0,0 0 1 0 0,-1 0-1 0 0,1 0 1 0 0,0 0-1 0 0,0 0 1 0 0,-1 0-1 0 0,1 0 0 0 0,-1 0 1 0 0,1 0-1 0 0,-1 0 1 0 0,1 0-1 0 0,-1 0 0 0 0,1 0 1 0 0,-1-1-1 0 0,0 1 1 0 0,0 0-1 0 0,1 0 1 0 0,-1-1-1 0 0,0 1 0 0 0,0 0 1 0 0,0-1-1 0 0,0 1 1 0 0,0-1-1 0 0,0 1 1 0 0,0-1-1 0 0,0 0 0 0 0,0 1 1 0 0,0-1-1 0 0,0 0 1 0 0,0 0-1 0 0,0 1 0 0 0,0-1 1 0 0,0 0-1 0 0,0 0 1 0 0,0 0-1 0 0,0 0 1 0 0,0-1-1 0 0,0 1 0 0 0,0 0 1 0 0,0 0-1 0 0,0-1 1 0 0,0 1-1 0 0,0 0 0 0 0,0-1 1 0 0,0 1-1 0 0,0-1 1 0 0,-1 0 286 0 0,-9 3-1675 0 0,2 1 265 0 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2:01.234"/>
    </inkml:context>
    <inkml:brush xml:id="br0">
      <inkml:brushProperty name="width" value="0.05" units="cm"/>
      <inkml:brushProperty name="height" value="0.05" units="cm"/>
      <inkml:brushProperty name="color" value="#FFFFFF"/>
    </inkml:brush>
  </inkml:definitions>
  <inkml:trace contextRef="#ctx0" brushRef="#br0">214 34 1744 0 0,'41'-34'13900'0'0,"-69"78"-10277"0"0,-31 19-3306 0 0,43-46-7 0 0,-94 70 154 0 0,74-66-499 0 0,30-18-87 0 0,23-10 121 0 0,152-52-200 0 0,-169 60 190 0 0,1 0 0 0 0,-1 0 0 0 0,1 1 0 0 0,-1-1 0 0 0,1 0 0 0 0,-1 0 0 0 0,0 0 0 0 0,0 0 0 0 0,0 0 0 0 0,1 1 0 0 0,-1-1 0 0 0,0 0 0 0 0,-1 0 0 0 0,1 0 0 0 0,0 0 0 0 0,0 1 0 0 0,0-1 0 0 0,-1 0 0 0 0,1 0 0 0 0,0 0 0 0 0,-1 0 0 0 0,1 0 0 0 0,-1 0 0 0 0,0 0 0 0 0,1 0 0 0 0,-1 0 0 0 0,0 0 0 0 0,0 0 0 0 0,1 0 0 0 0,-1 0 0 0 0,0-1 0 0 0,0 1 0 0 0,0 0 0 0 0,0 0 0 0 0,0-1 11 0 0,-1 4-18 0 0,-85 121-1364 0 0,86-124 1326 0 0,0 1-1 0 0,0-1 1 0 0,0 1-1 0 0,0 0 1 0 0,0-1-1 0 0,0 1 1 0 0,0 0-1 0 0,1-1 1 0 0,-1 1 0 0 0,0 0-1 0 0,1 0 1 0 0,0 0-1 0 0,-1 0 1 0 0,1 0-1 0 0,0-1 1 0 0,0 1-1 0 0,0 0 1 0 0,0 0-1 0 0,0 0 1 0 0,0 0-1 0 0,1 0 1 0 0,-1 0-1 0 0,1-1 1 0 0,-1 1-1 0 0,1 0 1 0 0,0 0-1 0 0,0-1 1 0 0,-1 1-1 0 0,1 0 1 0 0,0-1-1 0 0,1 1 1 0 0,-1-1-1 0 0,0 1 1 0 0,0-1 0 0 0,1 0-1 0 0,-1 1 1 0 0,1-1-1 0 0,-1 0 1 0 0,1 0-1 0 0,-1 0 1 0 0,1 0-1 0 0,0 0 1 0 0,-1 0-1 0 0,1-1 1 0 0,0 1-1 0 0,0-1 1 0 0,0 1-1 0 0,-1-1 1 0 0,2 1 56 0 0,3 1 1020 0 0,5 8-12393 0 0,-13 0 9137 0 0,-14 20 646 0 0</inkml:trace>
  <inkml:trace contextRef="#ctx0" brushRef="#br0" timeOffset="281.052">32 577 2436 0 0,'1'0'176'0'0,"-1"0"0"0"0,1 0 1 0 0,-1 0-1 0 0,1 0 0 0 0,-1 0 0 0 0,1 0 0 0 0,-1 0 0 0 0,1 0 0 0 0,0 0 0 0 0,-1 0 1 0 0,1 0-1 0 0,-1 0 0 0 0,1 0 0 0 0,-1 0 0 0 0,1 0 0 0 0,-1 1 0 0 0,1-1 0 0 0,-1 0 0 0 0,1 0 1 0 0,-1 1-1 0 0,1-1 0 0 0,-1 0 0 0 0,1 1 0 0 0,-1-1 0 0 0,0 1 0 0 0,1-1 0 0 0,-1 0 1 0 0,1 1-1 0 0,-1-1 0 0 0,0 1 0 0 0,0-1 0 0 0,1 1 0 0 0,-1-1 0 0 0,0 1 0 0 0,0-1 0 0 0,0 1 1 0 0,1-1-1 0 0,-1 1 0 0 0,0 0 0 0 0,0-1 0 0 0,0 1 0 0 0,0-1 0 0 0,0 1 0 0 0,0-1 1 0 0,0 1-1 0 0,0-1 0 0 0,0 1 0 0 0,0 0 0 0 0,-1-1 0 0 0,1 1 0 0 0,0-1 0 0 0,0 1 1 0 0,0-1-1 0 0,-1 1 0 0 0,1-1 0 0 0,0 1 0 0 0,-1-1 0 0 0,1 1 0 0 0,0-1 0 0 0,-1 0 0 0 0,1 1 1 0 0,0-1-1 0 0,-1 1 0 0 0,1-1 0 0 0,-1 0-176 0 0,148-92 3369 0 0,-132 83-3811 0 0,-1-1 0 0 0,1-1 0 0 0,-2-1-1 0 0,1 0 1 0 0,-2 0 0 0 0,1-1 0 0 0,8-13 442 0 0,37-31-6358 0 0,-33 35 1567 0 0,-19 15 3262 0 0</inkml:trace>
  <inkml:trace contextRef="#ctx0" brushRef="#br0" timeOffset="437.543">436 216 1796 0 0,'0'1'218'0'0,"0"-1"0"0"0,1 0 0 0 0,-1 0-1 0 0,0 0 1 0 0,1 1 0 0 0,-1-1 0 0 0,0 0 0 0 0,0 0-1 0 0,1 0 1 0 0,-1 0 0 0 0,0 1 0 0 0,1-1 0 0 0,-1 0-1 0 0,0 0 1 0 0,1 0 0 0 0,-1 0 0 0 0,0 0 0 0 0,1 0-1 0 0,-1 0 1 0 0,0 0 0 0 0,1 0 0 0 0,-1 0 0 0 0,0 0 0 0 0,1 0-1 0 0,-1 0 1 0 0,0-1 0 0 0,1 1 0 0 0,-1 0 0 0 0,0 0-1 0 0,1 0 1 0 0,-1 0 0 0 0,0 0 0 0 0,0-1 0 0 0,1 1-1 0 0,-1 0 1 0 0,0 0 0 0 0,0-1 0 0 0,1 1 0 0 0,-1 0-1 0 0,0 0 1 0 0,0-1 0 0 0,0 1 0 0 0,1 0 0 0 0,-1 0-1 0 0,0-1 1 0 0,0 1-218 0 0,9 36 2452 0 0,-9-34-2416 0 0,7 145 3661 0 0,-28-31-3058 0 0,8-34-2166 0 0,5-64-194 0 0,4-30-3798 0 0,28-82-983 0 0,-18 59 5064 0 0</inkml:trace>
  <inkml:trace contextRef="#ctx0" brushRef="#br0" timeOffset="660.085">509 201 1404 0 0,'9'-23'1362'0'0,"-8"18"-824"0"0,-1 0 0 0 0,1 1 0 0 0,1-1 0 0 0,-1 0 1 0 0,1 1-1 0 0,-1-1 0 0 0,2 1 0 0 0,-1-1 1 0 0,0 1-1 0 0,1 0 0 0 0,-1 0 0 0 0,1 0 1 0 0,1 0-1 0 0,-1 1 0 0 0,0-1 0 0 0,1 1 1 0 0,-1 0-1 0 0,1 0 0 0 0,0 0 0 0 0,0 0 1 0 0,1 1-1 0 0,-1-1 0 0 0,0 1 0 0 0,1 0 1 0 0,-1 1-1 0 0,1-1 0 0 0,0 1 0 0 0,4-1-538 0 0,124 20 3806 0 0,22 36-1350 0 0,-151-49-2479 0 0,-1 0 0 0 0,1 0 0 0 0,-1 0 0 0 0,-1 1 0 0 0,1-1 0 0 0,-1 1 0 0 0,0-1 0 0 0,0 1 0 0 0,0 0 0 0 0,-1 0 0 0 0,0 0 0 0 0,0 0 0 0 0,0 0 0 0 0,-1 0 0 0 0,0 0 0 0 0,0 0 0 0 0,-1 0 0 0 0,0 0 0 0 0,0 0 0 0 0,0 0 0 0 0,-1 0 0 0 0,1 0 0 0 0,-2 0 0 0 0,1-1 0 0 0,0 1 0 0 0,-1-1 0 0 0,0 1 0 0 0,-1-1 0 0 0,1 0 0 0 0,-1 0 23 0 0,-3 10-549 0 0,-1-1 0 0 0,-1 0 0 0 0,0 0 0 0 0,-1-1 0 0 0,0 0-1 0 0,-1 0 1 0 0,0-1 0 0 0,-3 1 549 0 0,-72 35-7015 0 0,53-41 1970 0 0,31-7 3358 0 0,0 0 127 0 0,-8 0 96 0 0</inkml:trace>
  <inkml:trace contextRef="#ctx0" brushRef="#br0" timeOffset="1366.946">639 474 1504 0 0,'-3'-5'665'0'0,"0"0"0"0"0,1 0 0 0 0,-1-1 0 0 0,1 1 0 0 0,0-1 0 0 0,1 0 0 0 0,-1 1 0 0 0,1-1 0 0 0,0 0 0 0 0,0 0 0 0 0,1 0 0 0 0,0 0 0 0 0,0 0 0 0 0,0 0 0 0 0,1-1-665 0 0,-1 5 200 0 0,0-57 5185 0 0,12 44-4641 0 0,-21 52-625 0 0,-40 31-1461 0 0,49-68 1386 0 0,0 0 7 0 0,52 7 1058 0 0,-39-9-943 0 0,-12 2-51 0 0,28 7 949 0 0,-46 24-999 0 0,-14 11-249 0 0,-82 84-1407 0 0,-50-40-1909 0 0,66-43 2881 0 0,25-7 999 0 0,33-22 1344 0 0,38-14-1334 0 0,1 0-45 0 0,0 0 37 0 0,0 0-54 0 0,0 0 14 0 0,-3-17 1190 0 0,20 6-1137 0 0,0 2 0 0 0,0 0 0 0 0,1 1 0 0 0,0 0 1 0 0,1 1-1 0 0,0 2 0 0 0,0 0 0 0 0,0 1 0 0 0,0 0 1 0 0,10 1-396 0 0,-20 2 134 0 0,51-4 797 0 0,27-7-218 0 0,161 12 979 0 0,-73 23-751 0 0,-13 12 125 0 0,-109-19-2001 0 0,-53-15 181 0 0,-64 3-7564 0 0,3 7 4070 0 0,51-8 3568 0 0,-1-1-1 0 0,0 0 1 0 0,-1-1-1 0 0,1-1 1 0 0,0 1 0 0 0,0-2-1 0 0,0 0 1 0 0,0 0 0 0 0,0-1-1 0 0,0 0 1 0 0,0-1-1 0 0,0 0 1 0 0,1 0 0 0 0,-1-1-1 0 0,-5-4 681 0 0,-9-8-1608 0 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59.792"/>
    </inkml:context>
    <inkml:brush xml:id="br0">
      <inkml:brushProperty name="width" value="0.05" units="cm"/>
      <inkml:brushProperty name="height" value="0.05" units="cm"/>
      <inkml:brushProperty name="color" value="#FFFFFF"/>
    </inkml:brush>
  </inkml:definitions>
  <inkml:trace contextRef="#ctx0" brushRef="#br0">347 146 1988 0 0,'2'-2'510'0'0,"0"1"-1"0"0,0 0 0 0 0,0 0 1 0 0,-1-1-1 0 0,1 1 1 0 0,-1-1-1 0 0,1 1 0 0 0,-1-1 1 0 0,1 0-1 0 0,-1 1 0 0 0,0-1 1 0 0,0 0-1 0 0,0 0 1 0 0,0 0-1 0 0,0 0 0 0 0,0 0 1 0 0,-1 0-1 0 0,1 0 1 0 0,-1 0-1 0 0,1 0 0 0 0,-1 0 1 0 0,0-1-1 0 0,0 0-509 0 0,0 0 212 0 0,0 0 0 0 0,-1-1-1 0 0,0 1 1 0 0,1 0 0 0 0,-1 0-1 0 0,0 0 1 0 0,0 0 0 0 0,-1 1-1 0 0,1-1 1 0 0,-1 0 0 0 0,1 0 0 0 0,-1 1-1 0 0,0-1 1 0 0,0 1 0 0 0,0 0-1 0 0,0-1 1 0 0,0 1 0 0 0,-1 0 0 0 0,1 0-1 0 0,-1 0 1 0 0,1 1 0 0 0,-1-1-1 0 0,0 0 1 0 0,-1 1-212 0 0,-7-3 124 0 0,1 1 0 0 0,-1 1-1 0 0,0 0 1 0 0,0 1 0 0 0,0 0 0 0 0,-1 0 0 0 0,1 1-1 0 0,0 1 1 0 0,0 0 0 0 0,0 0 0 0 0,0 1 0 0 0,0 1-1 0 0,0-1 1 0 0,1 2 0 0 0,-1 0 0 0 0,1 0 0 0 0,0 1-1 0 0,0 0 1 0 0,-6 4-124 0 0,9-6 52 0 0,0 0-1 0 0,0 0 0 0 0,1 1 0 0 0,-1 0 1 0 0,1 0-1 0 0,0 0 0 0 0,1 1 1 0 0,-1 0-1 0 0,1 0 0 0 0,-1 0 1 0 0,2 1-1 0 0,-1 0 0 0 0,1 0 1 0 0,-1 0-1 0 0,2 0 0 0 0,-1 1 0 0 0,1-1 1 0 0,0 1-1 0 0,0 0 0 0 0,1 0 1 0 0,0 0-1 0 0,0 1-51 0 0,5-1 4 0 0,0 1 0 0 0,1-1 0 0 0,0 1-1 0 0,0-1 1 0 0,1 0 0 0 0,0-1 0 0 0,0 1 0 0 0,1-1 0 0 0,-1 0 0 0 0,2 0-1 0 0,-1-1 1 0 0,0 0 0 0 0,1 0 0 0 0,0 0 0 0 0,0-1 0 0 0,0 0 0 0 0,1 0 0 0 0,0-1-1 0 0,6 2-3 0 0,173 92-126 0 0,-167-61 747 0 0,-20-34-467 0 0,0-1-23 0 0,-1 2-114 0 0,-1 1 0 0 0,1-1 0 0 0,-1 0 0 0 0,1 0 0 0 0,-1 0 0 0 0,0 0 0 0 0,0 0-1 0 0,0 0 1 0 0,0-1 0 0 0,-1 1 0 0 0,1-1 0 0 0,-1 1 0 0 0,1-1 0 0 0,-1 0 0 0 0,0 0-1 0 0,0 0 1 0 0,-2 1-17 0 0,1-1 29 0 0,-11 9-31 0 0,0-2 0 0 0,0 0 1 0 0,-1-1-1 0 0,-1-1 0 0 0,1 0 1 0 0,-1-1-1 0 0,0-1 0 0 0,0-1 1 0 0,-1 0-1 0 0,-15 1 2 0 0,31-4-123 0 0,0 0 0 0 0,-1-1 0 0 0,1 1 0 0 0,-1-1 0 0 0,1 1 0 0 0,0-1 0 0 0,-1 0 0 0 0,1 0 0 0 0,-1 0 1 0 0,1 0-1 0 0,-1 0 0 0 0,1-1 0 0 0,-1 1 0 0 0,1-1 0 0 0,-1 0 0 0 0,1 0 0 0 0,0 1 0 0 0,-1-1 0 0 0,1-1 0 0 0,0 1 0 0 0,0 0 0 0 0,0-1 0 0 0,0 1 0 0 0,0-1 0 0 0,0 1 0 0 0,0-1 0 0 0,1 0 0 0 0,-1 0 0 0 0,0 0 0 0 0,1 0 0 0 0,0 0 0 0 0,-1 0 0 0 0,1 0 0 0 0,0 0 0 0 0,0-1 0 0 0,0 1 1 0 0,0 0-1 0 0,1-1 0 0 0,-1 1 0 0 0,1-1 0 0 0,-1 1 0 0 0,1-1 123 0 0,7-25-1627 0 0,1 1-1 0 0,2 0 1 0 0,0 0 0 0 0,2 1 0 0 0,1 0 0 0 0,1 1 0 0 0,1 1 0 0 0,1 0 0 0 0,19-21 1627 0 0,-12 18-1634 0 0</inkml:trace>
  <inkml:trace contextRef="#ctx0" brushRef="#br0" timeOffset="405.08">454 23 1312 0 0,'43'12'5710'0'0,"-6"41"-788"0"0,-23 60-155 0 0,-27 17-2475 0 0,-27 19-1843 0 0,40-148-1011 0 0,0-1-142 0 0,0 0 591 0 0,0 0 1 0 0,-1 0 0 0 0,1-1 0 0 0,0 1-1 0 0,0 0 1 0 0,0 0 0 0 0,-1 0 0 0 0,1 0-1 0 0,0 0 1 0 0,0 0 0 0 0,-1 0 0 0 0,1 0 0 0 0,0-1-1 0 0,0 1 1 0 0,0 0 0 0 0,-1 0 0 0 0,1 0-1 0 0,0 0 1 0 0,0 0 0 0 0,-1 0 0 0 0,1 0-1 0 0,0 0 1 0 0,0 1 0 0 0,-1-1 0 0 0,1 0-1 0 0,0 0 1 0 0,0 0 0 0 0,-1 0 0 0 0,1 0-1 0 0,0 0 1 0 0,0 0 0 0 0,0 0 0 0 0,-1 1-1 0 0,1-1 1 0 0,0 0 0 0 0,0 0 0 0 0,0 0-1 0 0,0 0 1 0 0,-1 1 0 0 0,1-1 0 0 0,0 0-1 0 0,0 0 1 0 0,0 1 112 0 0,17-82-5804 0 0,12-28 4912 0 0,-26 100 1375 0 0,0 1-1 0 0,1 0 0 0 0,0 0 1 0 0,1 0-1 0 0,0 0 0 0 0,0 1 1 0 0,1 0-1 0 0,-1 0 1 0 0,2 0-1 0 0,-1 1 0 0 0,1 0 1 0 0,0 0-1 0 0,0 0 0 0 0,0 1 1 0 0,1 0-1 0 0,0 1 0 0 0,8-4-482 0 0,46 4 5459 0 0,-1 3-3973 0 0,79-41-227 0 0,-83 12-3063 0 0,-48-18-15729 0 0,-9 39 16987 0 0</inkml:trace>
  <inkml:trace contextRef="#ctx0" brushRef="#br0" timeOffset="673.114">974 25 4936 0 0,'-3'-3'1155'0'0,"-13"-18"1895"0"0,16 40 3654 0 0,-1 2-5191 0 0,-14 180 2943 0 0,-40 73-5289 0 0,25-179-5989 0 0,28-89 5762 0 0,-7 21-3069 0 0,5-20 2524 0 0,2-3 342 0 0,-4 3-1283 0 0,5-5 1957 0 0,-2 2-310 0 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58.371"/>
    </inkml:context>
    <inkml:brush xml:id="br0">
      <inkml:brushProperty name="width" value="0.05" units="cm"/>
      <inkml:brushProperty name="height" value="0.05" units="cm"/>
      <inkml:brushProperty name="color" value="#FFFFFF"/>
    </inkml:brush>
  </inkml:definitions>
  <inkml:trace contextRef="#ctx0" brushRef="#br0">156 47 1372 0 0,'3'-14'5955'0'0,"-4"28"-1312"0"0,-14 45-1618 0 0,-68 215 2501 0 0,27-111-3805 0 0,55-161-1704 0 0,1-1-1 0 0,-1 0 1 0 0,1 0-1 0 0,-1 1 1 0 0,1-1 0 0 0,0 0-1 0 0,0 0 1 0 0,-1 1 0 0 0,1-1-1 0 0,0 1 1 0 0,0-1-1 0 0,0 0 1 0 0,0 1 0 0 0,0-1-1 0 0,1 0 1 0 0,-1 1-1 0 0,0-1 1 0 0,1 0 0 0 0,-1 0-1 0 0,1 1 1 0 0,-1-1 0 0 0,1 0-1 0 0,0 0 1 0 0,-1 0-1 0 0,1 0 1 0 0,0 1 0 0 0,0-1-1 0 0,0 0 1 0 0,0 0-1 0 0,0-1 1 0 0,0 1 0 0 0,0 0-1 0 0,0 0 1 0 0,0 0 0 0 0,0-1-1 0 0,0 1 1 0 0,0 0-1 0 0,1-1 1 0 0,-1 1 0 0 0,0-1-1 0 0,0 0 1 0 0,1 1-1 0 0,-1-1 1 0 0,0 0 0 0 0,1 0-1 0 0,-1 0 1 0 0,1 0 0 0 0,-1 0-1 0 0,0 0 1 0 0,1 0-1 0 0,-1 0 1 0 0,0-1 0 0 0,0 1-1 0 0,2-1-16 0 0,75-11 125 0 0,-74 11-98 0 0,59-12-359 0 0,1 4 0 0 0,1 2 0 0 0,-1 4-1 0 0,60 3 333 0 0,-74 0-1363 0 0,-34-5 612 0 0,-14-15-4484 0 0,-25-19-2821 0 0,-3 3 4977 0 0,13 17 1521 0 0</inkml:trace>
  <inkml:trace contextRef="#ctx0" brushRef="#br0" timeOffset="253.9">238 11 2480 0 0,'35'-10'7755'0'0,"8"10"-5590"0"0,-19 1-2397 0 0,-1 14-1483 0 0,-22 2-5003 0 0,-6-11 5087 0 0</inkml:trace>
  <inkml:trace contextRef="#ctx0" brushRef="#br0" timeOffset="717.195">120 248 1712 0 0,'-21'24'9166'0'0,"25"-17"-2064"0"0,27-7-4523 0 0,-31 0-2523 0 0,96-14 1819 0 0,78 4 261 0 0,-111 12-3341 0 0,-51-2-2520 0 0,-11 1 3408 0 0,-1-1 0 0 0,1 0 0 0 0,0 0 1 0 0,-1 0-1 0 0,1 0 0 0 0,-1 0 0 0 0,1 0 1 0 0,-1 0-1 0 0,1 0 0 0 0,0 0 0 0 0,-1 0 1 0 0,1 0-1 0 0,-1 0 0 0 0,1-1 1 0 0,0 1-1 0 0,-1 0 0 0 0,1 0 0 0 0,-1 0 1 0 0,1-1-1 0 0,-1 1 0 0 0,1 0 0 0 0,-1-1 1 0 0,1 1-1 0 0,-1-1 0 0 0,0 1 1 0 0,1 0-1 0 0,-1-1 0 0 0,1 1 0 0 0,-1-1 1 0 0,0 1-1 0 0,0-1 0 0 0,1 1 0 0 0,-1-1 1 0 0,0 1-1 0 0,0-1 0 0 0,1 0 1 0 0,-1 1-1 0 0,0-1 0 0 0,0 1 0 0 0,0-1 1 0 0,0 1-1 0 0,0-1 0 0 0,0 0 0 0 0,0 1 1 0 0,0-1-1 0 0,0 1 0 0 0,0-1 0 0 0,0 0 1 0 0,0 1-1 0 0,-1-1 317 0 0,2-6-1422 0 0,0 1-7 0 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1:55.602"/>
    </inkml:context>
    <inkml:brush xml:id="br0">
      <inkml:brushProperty name="width" value="0.05" units="cm"/>
      <inkml:brushProperty name="height" value="0.05" units="cm"/>
      <inkml:brushProperty name="color" value="#FFFFFF"/>
    </inkml:brush>
  </inkml:definitions>
  <inkml:trace contextRef="#ctx0" brushRef="#br0">50 70 976 0 0,'0'0'1319'0'0,"0"0"-26"0"0,0 0-93 0 0,0 0-91 0 0,0 0-167 0 0,0 0-112 0 0,-3 4-50 0 0,-1 4-502 0 0,0 0 1 0 0,1 1-1 0 0,0 0 1 0 0,1-1-1 0 0,0 1 1 0 0,0 0-1 0 0,1 0 1 0 0,0 0 0 0 0,1 0-1 0 0,0 0 1 0 0,0 1-1 0 0,1-1 1 0 0,1 6-279 0 0,-1 21 498 0 0,-3 58 578 0 0,-25 128 226 0 0,29-201-3014 0 0,5-10-6314 0 0,-6-17 6436 0 0,-1-3-12 0 0</inkml:trace>
  <inkml:trace contextRef="#ctx0" brushRef="#br0" timeOffset="693.278">50 129 2200 0 0,'0'-12'2553'0'0,"-1"11"-2293"0"0,1 0 0 0 0,0-1 1 0 0,0 1-1 0 0,0 0 0 0 0,0 0 1 0 0,0 0-1 0 0,0 0 1 0 0,0 0-1 0 0,0 0 0 0 0,0 0 1 0 0,0-1-1 0 0,1 1 0 0 0,-1 0 1 0 0,0 0-1 0 0,1 0 0 0 0,-1 0 1 0 0,1 0-1 0 0,-1 0 0 0 0,1 0 1 0 0,-1 0-1 0 0,1 1 1 0 0,0-1-1 0 0,0 0 0 0 0,-1 0 1 0 0,1 0-1 0 0,0 1 0 0 0,0-1 1 0 0,0 0-1 0 0,0 1 0 0 0,0-1 1 0 0,0 1-1 0 0,0-1 1 0 0,0 1-1 0 0,0-1 0 0 0,0 1 1 0 0,0 0-1 0 0,0-1 0 0 0,0 1 1 0 0,1 0-261 0 0,80-24 3821 0 0,46 0-2202 0 0,112-11-229 0 0,-239 35-1344 0 0,34 3 129 0 0,27 45 146 0 0,-59-44-262 0 0,1 0 0 0 0,-1 0-1 0 0,0 1 1 0 0,0-1 0 0 0,0 1-1 0 0,-1-1 1 0 0,0 1 0 0 0,1 0 0 0 0,-2 0-1 0 0,1 0 1 0 0,-1 1 0 0 0,0-1-1 0 0,0 0 1 0 0,0 0 0 0 0,0 1-1 0 0,-1-1 1 0 0,0 0 0 0 0,-1 1-1 0 0,1-1 1 0 0,-1 2-59 0 0,1 3 25 0 0,0 581 545 0 0,0-589-928 0 0,-2 13-1303 0 0,-9-3 734 0 0,-27-29-12714 0 0,24-2 9310 0 0,9 14 2945 0 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43.519"/>
    </inkml:context>
    <inkml:brush xml:id="br0">
      <inkml:brushProperty name="width" value="0.05" units="cm"/>
      <inkml:brushProperty name="height" value="0.05" units="cm"/>
      <inkml:brushProperty name="color" value="#FFFFFF"/>
    </inkml:brush>
  </inkml:definitions>
  <inkml:trace contextRef="#ctx0" brushRef="#br0">358 6 2356 0 0,'-4'0'1484'0'0,"-26"-3"1411"0"0,28 2-2816 0 0,-1 1 1 0 0,1-1 0 0 0,0 1-1 0 0,-1-1 1 0 0,1 1 0 0 0,-1 0-1 0 0,1 0 1 0 0,-1 0 0 0 0,1 1-1 0 0,0-1 1 0 0,-1 0-1 0 0,1 1 1 0 0,-1 0 0 0 0,1-1-1 0 0,0 1 1 0 0,0 0 0 0 0,-1 0-1 0 0,1 0 1 0 0,0 1 0 0 0,0-1-1 0 0,0 0 1 0 0,0 1-80 0 0,-17 15 833 0 0,1 2 1 0 0,1-1-1 0 0,1 2 1 0 0,1 0-1 0 0,0 1 1 0 0,-6 14-834 0 0,-3 8 771 0 0,3 1 0 0 0,2 1 0 0 0,1 0 0 0 0,-9 42-771 0 0,15-40 279 0 0,3 1 1 0 0,2 0-1 0 0,2 1 1 0 0,1 40-280 0 0,2-42 90 0 0,0 123 72 0 0,25 27-302 0 0,-18-162-53 0 0,1-1 0 0 0,2 0 1 0 0,1 0-1 0 0,2-1 0 0 0,1 0 0 0 0,1-1 0 0 0,2 0 0 0 0,2-1 0 0 0,0-1 0 0 0,2 0 0 0 0,1-2 0 0 0,5 4 193 0 0,-14-20-447 0 0,1 0-1 0 0,0-1 0 0 0,1 0 1 0 0,1 0-1 0 0,-1-2 0 0 0,1 0 0 0 0,13 6 448 0 0,-15-9-872 0 0,1 0-1 0 0,0-2 0 0 0,0 1 0 0 0,0-2 0 0 0,1 0 0 0 0,-1 0 0 0 0,1-1 1 0 0,0-1-1 0 0,10 0 873 0 0,6-1-1638 0 0,2 0-18 0 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44.140"/>
    </inkml:context>
    <inkml:brush xml:id="br0">
      <inkml:brushProperty name="width" value="0.05" units="cm"/>
      <inkml:brushProperty name="height" value="0.05" units="cm"/>
      <inkml:brushProperty name="color" value="#FFFFFF"/>
    </inkml:brush>
  </inkml:definitions>
  <inkml:trace contextRef="#ctx0" brushRef="#br0">45 1 2312 0 0,'-15'9'5778'0'0,"4"27"-2590"0"0,10-32-2771 0 0,-7 51 1120 0 0,2 0 0 0 0,2 0 1 0 0,4 50-1538 0 0,0-67 471 0 0,25 124 351 0 0,-20-134-752 0 0,0 0-1 0 0,2-1 1 0 0,1 0-1 0 0,1 0 1 0 0,1-1 0 0 0,1 0-1 0 0,2 0 1 0 0,0-2-1 0 0,2 0 1 0 0,0 0-1 0 0,2-1 1 0 0,1-1-1 0 0,0-1 1 0 0,2 0 0 0 0,0-2-1 0 0,1 0 1 0 0,1-2-1 0 0,1 0 1 0 0,3 0-70 0 0,-14-11 12 0 0,1-1 1 0 0,0-1-1 0 0,0 0 1 0 0,0-1-1 0 0,1-1 1 0 0,-1 0-1 0 0,1 0 1 0 0,-1-1 0 0 0,1-1-1 0 0,3-1-12 0 0,43-26-125 0 0,-43 13 71 0 0,-2 0 0 0 0,0 0 0 0 0,0-2 0 0 0,-2 1 0 0 0,0-2 0 0 0,-1 0 0 0 0,0-1-1 0 0,-2 0 1 0 0,0 0 0 0 0,-1-1 0 0 0,1-3 54 0 0,22-63-80 0 0,-4-1 0 0 0,-4-2 0 0 0,-4 0-1 0 0,8-78 81 0 0,-26 153-32 0 0,9-144-3209 0 0,-11 156 3057 0 0,0 0 0 0 0,-1-1 1 0 0,1 1-1 0 0,0 0 0 0 0,-1 0 1 0 0,1-1-1 0 0,-1 1 0 0 0,1 0 1 0 0,-1 0-1 0 0,0-1 1 0 0,1 1-1 0 0,-1 0 0 0 0,0 0 1 0 0,0 0-1 0 0,0 0 0 0 0,0 0 1 0 0,0 0-1 0 0,0 0 0 0 0,0 1 1 0 0,0-1-1 0 0,0 0 0 0 0,0 1 1 0 0,-1-1-1 0 0,1 0 0 0 0,0 1 1 0 0,0-1-1 0 0,-1 1 0 0 0,1 0 1 0 0,0-1-1 0 0,-1 1 1 0 0,1 0-1 0 0,0 0 0 0 0,-2 0 184 0 0,-14-6-6064 0 0,14 4 4696 0 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45.073"/>
    </inkml:context>
    <inkml:brush xml:id="br0">
      <inkml:brushProperty name="width" value="0.05" units="cm"/>
      <inkml:brushProperty name="height" value="0.05" units="cm"/>
      <inkml:brushProperty name="color" value="#FFFFFF"/>
    </inkml:brush>
  </inkml:definitions>
  <inkml:trace contextRef="#ctx0" brushRef="#br0">262 1 2968 0 0,'-6'23'6132'0'0,"-15"10"-4088"0"0,12-19-1252 0 0,-116 130 198 0 0,90-109-1976 0 0,-28 12-5770 0 0,61-47 5159 0 0,2 0 46 0 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48.061"/>
    </inkml:context>
    <inkml:brush xml:id="br0">
      <inkml:brushProperty name="width" value="0.05" units="cm"/>
      <inkml:brushProperty name="height" value="0.05" units="cm"/>
      <inkml:brushProperty name="color" value="#FFFFFF"/>
    </inkml:brush>
  </inkml:definitions>
  <inkml:trace contextRef="#ctx0" brushRef="#br0">0 362 1932 0 0,'2'21'4825'0'0,"3"6"-2818"0"0,1 8-877 0 0,20 450 7169 0 0,-25-323-9320 0 0,-1-1-4368 0 0,0-126 3449 0 0,5-76-3717 0 0,-3 25 4873 0 0,-1-8-770 0 0</inkml:trace>
  <inkml:trace contextRef="#ctx0" brushRef="#br0" timeOffset="408.803">104 216 1624 0 0,'26'-42'8222'0'0,"47"11"-4803"0"0,-73 31-3402 0 0,44-10 1392 0 0,0 3-1 0 0,0 1 1 0 0,1 3 0 0 0,41 1-1409 0 0,3 0 1065 0 0,171 1 1104 0 0,-242 1-2086 0 0,0 2 0 0 0,1-1 0 0 0,-1 2 0 0 0,0 1 0 0 0,-1 0 1 0 0,1 1-1 0 0,3 2-83 0 0,-14-4 29 0 0,0 1 1 0 0,0-1-1 0 0,0 1 1 0 0,0 0-1 0 0,-1 1 1 0 0,1 0-1 0 0,-1 0 1 0 0,-1 0-1 0 0,1 1 1 0 0,-1-1-1 0 0,0 1 1 0 0,0 1-1 0 0,0-1 1 0 0,-1 1-1 0 0,0 0 1 0 0,0 0-1 0 0,-1 0 1 0 0,2 4-30 0 0,37 145 280 0 0,-35-117-235 0 0,21 211 57 0 0,-15 215-3955 0 0,-35-324 1064 0 0,15-119 1945 0 0,6-20 478 0 0,0 0 0 0 0,0 0-1 0 0,0 0 1 0 0,-1 0 0 0 0,1 0 0 0 0,0 0-1 0 0,-1-1 1 0 0,1 1 0 0 0,-1 0-1 0 0,0-1 1 0 0,1 1 0 0 0,-1-1 0 0 0,0 0-1 0 0,0 0 1 0 0,0 1 0 0 0,0-1 0 0 0,0 0-1 0 0,0-1 1 0 0,0 1 0 0 0,-1 0-1 0 0,1 0 1 0 0,0-1 0 0 0,0 0 0 0 0,-1 1-1 0 0,1-1 1 0 0,0 0 0 0 0,0 0-1 0 0,-1 0 1 0 0,1 0 0 0 0,0-1 0 0 0,-1 1-1 0 0,1-1 1 0 0,0 1 0 0 0,0-1-1 0 0,0 0 1 0 0,0 0 0 0 0,-2 0 366 0 0,-42-19-1417 0 0</inkml:trace>
  <inkml:trace contextRef="#ctx0" brushRef="#br0" timeOffset="659.097">333 471 2408 0 0,'1'-13'2846'0'0,"-1"12"-2640"0"0,0 0 0 0 0,-1-1 1 0 0,1 1-1 0 0,0-1 0 0 0,0 1 1 0 0,0 0-1 0 0,0-1 0 0 0,0 1 1 0 0,1-1-1 0 0,-1 1 0 0 0,0 0 0 0 0,1-1 1 0 0,-1 1-1 0 0,1 0 0 0 0,-1-1 1 0 0,1 1-1 0 0,0 0 0 0 0,-1 0 1 0 0,1 0-1 0 0,0 0 0 0 0,0-1 1 0 0,0 1-1 0 0,0 0 0 0 0,0 0 1 0 0,0 1-1 0 0,0-1 0 0 0,0 0 0 0 0,0 0 1 0 0,0 0-1 0 0,1 1 0 0 0,-1-1 1 0 0,1 0-207 0 0,15 1-131 0 0,10-3-4284 0 0,-16 1 2234 0 0,3-1 682 0 0,17-13-3 0 0</inkml:trace>
  <inkml:trace contextRef="#ctx0" brushRef="#br0" timeOffset="1392.149">687 275 2160 0 0,'5'4'6089'0'0,"-12"8"-3283"0"0,-29 25-1219 0 0,-166 108 1581 0 0,-29 13-1616 0 0,179-131-784 0 0,78-49-268 0 0,4 1-357 0 0,95-43 269 0 0,-85 52-310 0 0,-12 6-31 0 0,20 0 57 0 0,138 3-1262 0 0,-184 3 610 0 0,-2 0-99 0 0,4 12-410 0 0,-17 5-1401 0 0,-232 106 45 0 0,208-108 2912 0 0,1 2 0 0 0,1 1-1 0 0,0 2 1 0 0,-18 15-523 0 0,14-10 1472 0 0,-10 4 3929 0 0,49-28-5095 0 0,0-1-56 0 0,0 0-32 0 0,0 0-29 0 0,0 0-40 0 0,-4 7 118 0 0,9-4 238 0 0,54-20 110 0 0,-1-4-1 0 0,0-2 1 0 0,39-23-615 0 0,18-7 473 0 0,52 1-35 0 0,4 26-7 0 0,9 11-1428 0 0,-175 18 482 0 0,-4-3 423 0 0,0 1 1 0 0,-1 0-1 0 0,1 0 0 0 0,0 0 1 0 0,0-1-1 0 0,-1 1 0 0 0,1 0 1 0 0,0 0-1 0 0,-1 0 0 0 0,1 0 1 0 0,-1 0-1 0 0,0 0 0 0 0,1 0 1 0 0,-1 0-1 0 0,0 0 0 0 0,1 0 1 0 0,-1 1-1 0 0,0-1 0 0 0,0 0 1 0 0,0 0-1 0 0,0 0 0 0 0,0 0 1 0 0,0 0-1 0 0,0 0 1 0 0,-1 0-1 0 0,1 0 0 0 0,0 0 1 0 0,0 1-1 0 0,-1-1 0 0 0,1 0 1 0 0,-1 0-1 0 0,1 0 0 0 0,-1 0 1 0 0,1-1-1 0 0,-1 1 0 0 0,0 0 1 0 0,0 0-1 0 0,1 0 0 0 0,-1 0 1 0 0,0-1-1 0 0,0 1 0 0 0,0 0 1 0 0,0-1-1 0 0,1 1 0 0 0,-2 0 92 0 0,-7 6-926 0 0,0-1-1 0 0,-1 0 0 0 0,0 0 0 0 0,0-1 0 0 0,-1 0 1 0 0,0-1-1 0 0,1 0 0 0 0,-1 0 0 0 0,-1-1 1 0 0,1-1-1 0 0,0 0 0 0 0,-1 0 0 0 0,1-1 0 0 0,-1-1 1 0 0,-8 0 926 0 0,-46-20-2947 0 0,35 7 1517 0 0</inkml:trace>
  <inkml:trace contextRef="#ctx0" brushRef="#br0" timeOffset="1668.175">612 98 1588 0 0,'8'-18'7682'0'0,"0"42"-3362"0"0,-12 53-2087 0 0,-20 14-1673 0 0,-4-1 0 0 0,-4-1 1 0 0,-4-2-1 0 0,-3-2 0 0 0,-35 53-560 0 0,69-128-40 0 0,-9 16-736 0 0,-1-1 0 0 0,-1 0-1 0 0,-1-1 1 0 0,-1 0 0 0 0,-1-2 0 0 0,-9 8 776 0 0,27-29-1200 0 0,-10-4-1917 0 0,10 2 2872 0 0,0-1 0 0 0,0 1 0 0 0,0-1 0 0 0,0 0 0 0 0,1 0 0 0 0,-1 0 0 0 0,1 0 0 0 0,-1 1-1 0 0,1-1 1 0 0,-1 0 0 0 0,1 0 0 0 0,0 0 0 0 0,0 0 0 0 0,0 0 0 0 0,0 0 0 0 0,1 0 0 0 0,-1 0 0 0 0,0 0 0 0 0,1 0 0 0 0,-1 1-1 0 0,1-1 1 0 0,0 0 0 0 0,-1 0 0 0 0,1 0 0 0 0,0 1 0 0 0,1-2 245 0 0,-1 0-131 0 0,9-21-1508 0 0</inkml:trace>
  <inkml:trace contextRef="#ctx0" brushRef="#br0" timeOffset="1913.207">414 649 1944 0 0,'9'-5'465'0'0,"0"0"1"0"0,0 1-1 0 0,0 0 0 0 0,0 0 1 0 0,0 1-1 0 0,1 0 0 0 0,0 1 1 0 0,0 0-1 0 0,-1 0 0 0 0,1 1 0 0 0,0 0 1 0 0,0 1-1 0 0,0 0 0 0 0,0 1 1 0 0,0 0-1 0 0,5 2-465 0 0,25 12 1170 0 0,-1 2 0 0 0,-1 2 0 0 0,-1 1 0 0 0,-1 2 0 0 0,24 19-1170 0 0,41 30 1791 0 0,-87-60-1515 0 0,9 22-628 0 0,-23-32 3 0 0,0-1-67 0 0,0 0-120 0 0,-3 3-107 0 0,-64 29-3144 0 0,-54-12-4190 0 0,110-20 6859 0 0</inkml:trace>
  <inkml:trace contextRef="#ctx0" brushRef="#br0" timeOffset="2508.27">654 897 2136 0 0,'-92'-47'7318'0'0,"81"38"-3792"0"0,37 10-1471 0 0,-2 1-951 0 0,68-4 431 0 0,-91 2-1534 0 0,1 0-1 0 0,-1 1 1 0 0,0-1-1 0 0,0 0 1 0 0,0 0-1 0 0,0 1 1 0 0,0-1-1 0 0,0 1 1 0 0,0-1-1 0 0,0 1 0 0 0,0-1 1 0 0,0 1-1 0 0,0 0 1 0 0,0-1-1 0 0,0 1 1 0 0,0 0-1 0 0,-1 0 1 0 0,1-1-1 0 0,0 1 1 0 0,-1 0-1 0 0,1 0 1 0 0,0 0-1 0 0,-1 0 1 0 0,1 0-1 0 0,-1 0 1 0 0,1 0-1 0 0,-1 0 0 0 0,0 0 1 0 0,1 1-1 0 0,-1-1 1 0 0,0 0-1 0 0,0 0 1 0 0,0 0-1 0 0,0 0 1 0 0,0 0-1 0 0,0 0 1 0 0,0 1-1 0 0,0-1 1 0 0,0 0-1 0 0,-1 0 1 0 0,1 0-1 0 0,0 0 1 0 0,-1 0-1 0 0,1 0 0 0 0,-1 0 1 0 0,1 0-1 0 0,-24 53-657 0 0,-71 25-1415 0 0,93-78 2003 0 0,0-1-1 0 0,0 0 1 0 0,0 1 0 0 0,0-1 0 0 0,0 0 0 0 0,0 0-1 0 0,-1 0 1 0 0,1-1 0 0 0,0 1 0 0 0,0 0 0 0 0,0-1-1 0 0,0 0 1 0 0,0 1 0 0 0,0-1 0 0 0,0 0 0 0 0,0 0-1 0 0,0 0 1 0 0,0 0 0 0 0,1 0 0 0 0,-1 0 0 0 0,0-1-1 0 0,1 1 1 0 0,-1-1 0 0 0,1 1 0 0 0,-1-1 0 0 0,1 1-1 0 0,0-1 1 0 0,0 0 0 0 0,-1 0 0 0 0,1 0 0 0 0,1 0-1 0 0,-1 0 1 0 0,0 0 0 0 0,0 0 0 0 0,1 0 0 0 0,-1 0-1 0 0,1 0 1 0 0,-1 0 0 0 0,1 0 0 0 0,0 0 0 0 0,0 0-1 0 0,0 0 1 0 0,0-1 0 0 0,0 1 0 0 0,1 0 0 0 0,-1 0-1 0 0,1 0 1 0 0,-1 0 0 0 0,1-1 69 0 0,-1-2-128 0 0,-2-46 1494 0 0,2 49-1069 0 0,-3-3 82 0 0,3 5-346 0 0,0 0-1 0 0,-1 0 1 0 0,1 1-1 0 0,0-1 1 0 0,0 0-1 0 0,0 0 1 0 0,0 0-1 0 0,0 0 1 0 0,0 1-1 0 0,0-1 1 0 0,0 0-1 0 0,-1 0 1 0 0,1 0 0 0 0,0 1-1 0 0,0-1 1 0 0,0 0-1 0 0,0 0 1 0 0,-1 0-1 0 0,1 0 1 0 0,0 0-1 0 0,0 0 1 0 0,0 0-1 0 0,-1 1 1 0 0,1-1-1 0 0,0 0 1 0 0,0 0 0 0 0,0 0-1 0 0,-1 0 1 0 0,1 0-1 0 0,0 0 1 0 0,0 0-1 0 0,-1 0 1 0 0,1 0-1 0 0,0 0 1 0 0,0 0-1 0 0,0 0 1 0 0,-1 0-1 0 0,1 0 1 0 0,0 0-1 0 0,0 0 1 0 0,-1-1-33 0 0,-22 135 2580 0 0,23-128-2509 0 0,1 1 1 0 0,0 0 0 0 0,0-1-1 0 0,1 1 1 0 0,-1-1 0 0 0,1 0-1 0 0,1 0 1 0 0,0 1 0 0 0,-1-1-1 0 0,2-1 1 0 0,-1 1 0 0 0,1 0-1 0 0,0-1 1 0 0,0 0 0 0 0,0 0 0 0 0,1 0-1 0 0,0 0 1 0 0,-1-1 0 0 0,2 0-1 0 0,-1 0 1 0 0,1 0 0 0 0,-1-1-1 0 0,1 1 1 0 0,0-1 0 0 0,0-1-1 0 0,0 1 1 0 0,1-1 0 0 0,-1 0-1 0 0,0-1 1 0 0,1 1 0 0 0,0-1-72 0 0,115-3 1277 0 0,-3-43-600 0 0,-42 4-1990 0 0,-77 41 1147 0 0,0-1 0 0 0,0 1 0 0 0,1 0 1 0 0,-1 0-1 0 0,0-1 0 0 0,0 1 0 0 0,1 0 1 0 0,-1 0-1 0 0,0-1 0 0 0,0 1 0 0 0,0 0 1 0 0,0-1-1 0 0,0 1 0 0 0,1 0 0 0 0,-1-1 1 0 0,0 1-1 0 0,0 0 0 0 0,0-1 0 0 0,0 1 1 0 0,0 0-1 0 0,0-1 0 0 0,0 1 0 0 0,0 0 1 0 0,0-1-1 0 0,0 1 0 0 0,0 0 0 0 0,0-1 1 0 0,-1 1-1 0 0,1 0 0 0 0,0-1 0 0 0,0 1 1 0 0,0 0-1 0 0,0-1 0 0 0,0 1 0 0 0,-1 0 1 0 0,1 0-1 0 0,0-1 0 0 0,0 1 0 0 0,-1 0 1 0 0,1 0-1 0 0,0-1 0 0 0,0 1 1 0 0,-1 0-1 0 0,1 0 0 0 0,0 0 0 0 0,-1 0 1 0 0,1-1-1 0 0,0 1 0 0 0,-1 0 0 0 0,1 0 1 0 0,0 0-1 0 0,-1 0 0 0 0,1 0 0 0 0,0 0 1 0 0,-1 0-1 0 0,1 0 0 0 0,0 0 0 0 0,-1 0 1 0 0,1 0-1 0 0,0 0 0 0 0,-1 0 0 0 0,1 0 1 0 0,0 0-1 0 0,-1 0 166 0 0,-6-2 77 0 0,-53 25-5068 0 0,31-9 3505 0 0,-4 5-121 0 0</inkml:trace>
  <inkml:trace contextRef="#ctx0" brushRef="#br0" timeOffset="2805.747">151 1453 1312 0 0,'-11'3'1764'0'0,"11"-4"-1609"0"0,0 0-1 0 0,1 1 1 0 0,-1-1 0 0 0,0 1-1 0 0,0-1 1 0 0,0 1 0 0 0,0-1-1 0 0,0 1 1 0 0,0-1-1 0 0,0 1 1 0 0,0-1 0 0 0,0 1-1 0 0,-1-1 1 0 0,1 1 0 0 0,0-1-1 0 0,0 1 1 0 0,0-1 0 0 0,0 1-1 0 0,-1-1 1 0 0,1 1 0 0 0,0-1-1 0 0,-1 1 1 0 0,1-1-1 0 0,0 1 1 0 0,-1 0 0 0 0,1-1-1 0 0,0 1 1 0 0,-1-1 0 0 0,1 1-1 0 0,-1 0 1 0 0,1 0 0 0 0,-1-1-1 0 0,1 1 1 0 0,-1 0 0 0 0,1 0-1 0 0,-1-1 1 0 0,1 1-1 0 0,-1 0 1 0 0,1 0 0 0 0,-1 0-1 0 0,1 0 1 0 0,-1 0 0 0 0,1 0-1 0 0,-1 0 1 0 0,1 0 0 0 0,-1 0-1 0 0,1 0 1 0 0,-1 0 0 0 0,0 0-1 0 0,1 0 1 0 0,-1 1-1 0 0,1-1 1 0 0,-1 0 0 0 0,1 0-1 0 0,-1 0 1 0 0,1 1 0 0 0,0-1-1 0 0,-1 0 1 0 0,1 1 0 0 0,-1-1-1 0 0,1 0 1 0 0,0 1 0 0 0,-1-1-1 0 0,1 1-154 0 0,9-11 473 0 0,0 1-1 0 0,1 0 1 0 0,0 0 0 0 0,1 1-1 0 0,0 0 1 0 0,0 1 0 0 0,0 0-1 0 0,1 1 1 0 0,0 1 0 0 0,1 0-1 0 0,9-3-472 0 0,8-3 621 0 0,0 1 0 0 0,1 1 0 0 0,0 2 0 0 0,0 1 0 0 0,22-1-621 0 0,294-12 2570 0 0,-250 22-2586 0 0,27 13-1010 0 0,-53-16-1735 0 0,-46 0-1430 0 0,0 0-4745 0 0,2-25 4724 0 0,-21 19 2731 0 0</inkml:trace>
  <inkml:trace contextRef="#ctx0" brushRef="#br0" timeOffset="3173.936">1542 0 1436 0 0,'49'86'6011'0'0,"4"57"-1539"0"0,-29-74-2930 0 0,-3-8-571 0 0,-2 1 1 0 0,-3 0-1 0 0,-3 1 1 0 0,-3 0-1 0 0,-2 1 1 0 0,-3 0-1 0 0,-3 15-971 0 0,-2-60-12 0 0,-2 0 0 0 0,0-1 0 0 0,0 1 0 0 0,-2-1 0 0 0,-1 1 0 0 0,0-1 0 0 0,-5 10 12 0 0,-5 19-197 0 0,-3-3-775 0 0,-2-1 0 0 0,-1-1 0 0 0,-3 0 0 0 0,-1-2 0 0 0,-1-1 0 0 0,-3-1 0 0 0,-1-1 0 0 0,-27 24 972 0 0,6-5-1969 0 0,-2-1 0 0 0,-2-3 1 0 0,-3-2-1 0 0,-1-3 0 0 0,-64 37 1969 0 0,45-42-1364 0 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45.634"/>
    </inkml:context>
    <inkml:brush xml:id="br0">
      <inkml:brushProperty name="width" value="0.05" units="cm"/>
      <inkml:brushProperty name="height" value="0.05" units="cm"/>
      <inkml:brushProperty name="color" value="#FFFFFF"/>
    </inkml:brush>
  </inkml:definitions>
  <inkml:trace contextRef="#ctx0" brushRef="#br0">51 170 1648 0 0,'0'-3'283'0'0,"-1"0"0"0"0,1 0 0 0 0,0 0 0 0 0,0 0 0 0 0,0 0 0 0 0,1 0 0 0 0,-1 0 0 0 0,1 0 1 0 0,-1 0-1 0 0,1 0 0 0 0,0 0 0 0 0,0 0 0 0 0,0 0 0 0 0,1 1 0 0 0,-1-1 0 0 0,1 0 0 0 0,-1 1 0 0 0,1 0 0 0 0,0-1 0 0 0,0 1 0 0 0,0 0 0 0 0,0 0 0 0 0,0 0 0 0 0,1 0 0 0 0,-1 0 0 0 0,1 0 0 0 0,-1 1 0 0 0,1-1 0 0 0,0 1 0 0 0,-1-1 0 0 0,1 1 0 0 0,0 0 1 0 0,0 1-1 0 0,0-1 0 0 0,0 0 0 0 0,0 1 0 0 0,0-1 0 0 0,0 1 0 0 0,0 0 0 0 0,0 0 0 0 0,0 0 0 0 0,0 1 0 0 0,0-1 0 0 0,2 1-283 0 0,17 18 468 0 0,-1 0 0 0 0,-1 1 0 0 0,-1 1 0 0 0,-1 1 0 0 0,-1 1 1 0 0,-1 0-1 0 0,-1 2 0 0 0,-1-1 0 0 0,-1 2 0 0 0,-1-1 0 0 0,-2 2 0 0 0,7 24-468 0 0,8 11 510 0 0,-4 1 0 0 0,-2 1-1 0 0,-3 1 1 0 0,-2 0 0 0 0,-4 1 0 0 0,-2 0-1 0 0,-2 47-509 0 0,-7-104 21 0 0,1-1 0 0 0,-2 1-1 0 0,1-1 1 0 0,-1 1-1 0 0,0-1 1 0 0,-1 1-1 0 0,0-1 1 0 0,0 0 0 0 0,-1 0-1 0 0,0-1 1 0 0,0 1-1 0 0,-1-1 1 0 0,-1 2-21 0 0,4-6-91 0 0,-1 0 0 0 0,0 1 1 0 0,1-1-1 0 0,-1-1 0 0 0,0 1 1 0 0,0 0-1 0 0,-1-1 0 0 0,1 1 1 0 0,0-1-1 0 0,-1 0 0 0 0,1 0 0 0 0,-1-1 1 0 0,0 1-1 0 0,0-1 0 0 0,0 1 1 0 0,0-1-1 0 0,1 0 0 0 0,-2-1 0 0 0,1 1 1 0 0,0-1-1 0 0,0 0 0 0 0,0 0 1 0 0,0 0-1 0 0,0 0 0 0 0,-1-1 91 0 0,-12-9-817 0 0,-1 0 0 0 0,2-1-1 0 0,0-1 1 0 0,0-1 0 0 0,1 0-1 0 0,0-1 1 0 0,1-1-1 0 0,1 0 1 0 0,1-1 0 0 0,0 0-1 0 0,1-1 1 0 0,0 0 0 0 0,2-1-1 0 0,0 0 1 0 0,1-1 0 0 0,1 0-1 0 0,0 0 1 0 0,2 0 0 0 0,0-1-1 0 0,1 1 1 0 0,1-1 0 0 0,1 0-1 0 0,1-16 818 0 0,0-5-1428 0 0</inkml:trace>
  <inkml:trace contextRef="#ctx0" brushRef="#br0" timeOffset="262.234">413 2 1908 0 0,'1'-1'155'0'0,"-1"1"0"0"0,1 0 1 0 0,0 0-1 0 0,-1 0 0 0 0,1 0 0 0 0,-1 0 0 0 0,1 0 0 0 0,0 0 1 0 0,-1 0-1 0 0,1 0 0 0 0,0 0 0 0 0,-1 0 0 0 0,1 0 0 0 0,0 1 0 0 0,-1-1 1 0 0,1 0-1 0 0,-1 0 0 0 0,1 1 0 0 0,0-1 0 0 0,-1 0 0 0 0,1 1 0 0 0,-1-1 1 0 0,1 1-1 0 0,-1-1 0 0 0,1 1 0 0 0,-1-1 0 0 0,0 1 0 0 0,1-1 1 0 0,-1 1-1 0 0,1-1 0 0 0,-1 1 0 0 0,0-1 0 0 0,0 1 0 0 0,1-1 0 0 0,-1 1 1 0 0,0 0-1 0 0,0-1 0 0 0,0 1 0 0 0,0 0 0 0 0,1-1 0 0 0,-1 1 0 0 0,0 0 1 0 0,0-1-1 0 0,0 1 0 0 0,-1 0 0 0 0,1-1 0 0 0,0 1 0 0 0,0-1 1 0 0,0 1-1 0 0,0 0 0 0 0,0-1 0 0 0,-1 1 0 0 0,1-1 0 0 0,0 1 0 0 0,-1 0 1 0 0,1-1-1 0 0,0 1 0 0 0,-1-1 0 0 0,1 1 0 0 0,-1-1 0 0 0,1 1 0 0 0,-1-1 1 0 0,1 1-1 0 0,-1-1-155 0 0,-22 47 1145 0 0,-1-2 0 0 0,-3-1 0 0 0,-2-1 0 0 0,-1-1 1 0 0,-18 16-1146 0 0,-124 146 306 0 0,100-129-3175 0 0,72-76 2728 0 0,1 1 0 0 0,-1 0-1 0 0,0 0 1 0 0,1 0 0 0 0,-1 0-1 0 0,0 0 1 0 0,0-1-1 0 0,1 1 1 0 0,-1 0 0 0 0,0 0-1 0 0,1-1 1 0 0,-1 1 0 0 0,0 0-1 0 0,0 0 1 0 0,1-1-1 0 0,-1 1 1 0 0,0 0 0 0 0,0-1-1 0 0,0 1 1 0 0,1 0 0 0 0,-1-1-1 0 0,0 1 1 0 0,0 0 0 0 0,0-1-1 0 0,0 1 1 0 0,0 0-1 0 0,0-1 1 0 0,0 1 0 0 0,0 0-1 0 0,0-1 1 0 0,0 1 0 0 0,0 0-1 0 0,0-1 1 0 0,0 1 0 0 0,0-1-1 0 0,0 1 1 0 0,0 0-1 0 0,0-1 1 0 0,0 1 0 0 0,0 0-1 0 0,-1-1 1 0 0,1 1 0 0 0,0 0-1 0 0,0-1 1 0 0,0 1-1 0 0,-1 0 1 0 0,1 0 0 0 0,0-1-1 0 0,0 1 1 0 0,-1 0 0 0 0,1 0-1 0 0,0-1 1 0 0,-1 1 0 0 0,1 0-1 0 0,0 0 1 0 0,-1 0-1 0 0,1 0 1 0 0,0-1 0 0 0,-1 1-1 0 0,1 0 1 0 0,0 0 141 0 0,34-35-3382 0 0,-14 14 1746 0 0</inkml:trace>
  <inkml:trace contextRef="#ctx0" brushRef="#br0" timeOffset="419.034">340 401 976 0 0,'9'54'5819'0'0,"-9"-48"-5612"0"0,-4 19 905 0 0,-10 14-575 0 0,-2-1 1 0 0,-2-1-1 0 0,-1-1 1 0 0,-2 0-1 0 0,-1-1 0 0 0,-2-2 1 0 0,-1 0-1 0 0,-17 15-537 0 0,37-43-252 0 0,-44 38-202 0 0,10-29-4264 0 0,37-18 3113 0 0,-7-12 85 0 0,7 2 48 0 0</inkml:trace>
  <inkml:trace contextRef="#ctx0" brushRef="#br0" timeOffset="654.363">575 219 2568 0 0,'47'-7'7769'0'0,"28"8"-3305"0"0,-29 0-3010 0 0,68-31-384 0 0,-98 26-1234 0 0,30-9-807 0 0,-18-5-3918 0 0,-18 12 1177 0 0,-6 4-541 0 0,-4 2 2649 0 0</inkml:trace>
  <inkml:trace contextRef="#ctx0" brushRef="#br0" timeOffset="907.343">838 2 2396 0 0,'-9'52'7086'0'0,"7"-19"-5918"0"0,-29 184-311 0 0,-17-75-7144 0 0,23-93 3546 0 0,12-29 1466 0 0</inkml:trace>
  <inkml:trace contextRef="#ctx0" brushRef="#br0" timeOffset="1154.791">565 577 2256 0 0,'1'0'145'0'0,"-1"0"0"0"0,0 0 0 0 0,0 0 0 0 0,1 0 0 0 0,-1 0 0 0 0,0-1 0 0 0,0 1 0 0 0,1 0 0 0 0,-1 0 0 0 0,0 0 0 0 0,0 0 0 0 0,0-1 0 0 0,1 1 0 0 0,-1 0-1 0 0,0 0 1 0 0,0 0 0 0 0,0-1 0 0 0,0 1 0 0 0,0 0 0 0 0,1 0 0 0 0,-1-1 0 0 0,0 1 0 0 0,0 0 0 0 0,0 0 0 0 0,0-1 0 0 0,0 1 0 0 0,0 0 0 0 0,0 0 0 0 0,0-1 0 0 0,0 1 0 0 0,0 0 0 0 0,0-1 0 0 0,0 1 0 0 0,0 0 0 0 0,0 0 0 0 0,0-1-1 0 0,0 1 1 0 0,0 0 0 0 0,-1 0 0 0 0,1-1 0 0 0,0 1 0 0 0,0 0 0 0 0,0 0 0 0 0,0-1 0 0 0,0 1 0 0 0,-1 0 0 0 0,1 0 0 0 0,0 0 0 0 0,0-1 0 0 0,0 1 0 0 0,-1 0 0 0 0,1 0 0 0 0,0 0 0 0 0,0 0 0 0 0,-1-1 0 0 0,1 1 0 0 0,0 0-1 0 0,0 0 1 0 0,-1 0 0 0 0,1 0 0 0 0,0 0 0 0 0,0 0 0 0 0,-1 0 0 0 0,1 0 0 0 0,0 0 0 0 0,0 0-145 0 0,31-15 1392 0 0,-14 8-521 0 0,38-20 423 0 0,1 2 1 0 0,1 3-1 0 0,1 3 0 0 0,38-8-1294 0 0,-59 16 89 0 0,-1 0-127 0 0,6 0-146 0 0,-15 5-128 0 0,60-18-4393 0 0,-67 33-7195 0 0,-19-8 12975 0 0,2 1-2731 0 0</inkml:trace>
  <inkml:trace contextRef="#ctx0" brushRef="#br0" timeOffset="1403.316">1094 359 1068 0 0,'-16'3'7161'0'0,"-4"11"-4993"0"0,-75 105 1470 0 0,-52 81-2804 0 0,32-78-2858 0 0,109-117 1511 0 0,-1 1 1 0 0,1-1-1 0 0,-1 0 0 0 0,0 0 0 0 0,-1-1 0 0 0,1 0 0 0 0,-1 0 1 0 0,0-1-1 0 0,0 0 0 0 0,0 0 0 0 0,0-1 0 0 0,0 0 1 0 0,-8 1 512 0 0,14-3-1567 0 0,0 0 65 0 0,-7 0 16 0 0</inkml:trace>
  <inkml:trace contextRef="#ctx0" brushRef="#br0" timeOffset="1573.63">636 755 1532 0 0,'8'5'1167'0'0,"-1"-2"-643"0"0,0 1 0 0 0,0 0 1 0 0,-1 0-1 0 0,0 0 1 0 0,0 1-1 0 0,0 0 0 0 0,0 0 1 0 0,-1 1-1 0 0,0-1 1 0 0,0 1-1 0 0,0 0 0 0 0,-1 1 1 0 0,0-1-1 0 0,0 1 1 0 0,0 0-1 0 0,-1 0-524 0 0,4 18 562 0 0,0 0-1 0 0,-2 1 1 0 0,-1-1-1 0 0,-1 1 1 0 0,-1 0-1 0 0,-2 0 1 0 0,-1 12-562 0 0,1-35-500 0 0,0-3-85 0 0,-1 10-1063 0 0,1-11 1564 0 0,0 1 0 0 0,-1 0-1 0 0,1 0 1 0 0,0 0 0 0 0,0-1-1 0 0,0 1 1 0 0,0 0 0 0 0,0 0-1 0 0,-1 0 1 0 0,1 0 0 0 0,0 0-1 0 0,0-1 1 0 0,0 1 0 0 0,-1 0-1 0 0,1 0 1 0 0,0 0 0 0 0,0 0 0 0 0,0 0-1 0 0,-1 0 1 0 0,1 0 0 0 0,0 0-1 0 0,0 0 1 0 0,-1 0 0 0 0,1 0-1 0 0,0 0 1 0 0,0 0 0 0 0,-1 0-1 0 0,1 0 1 0 0,0 0 0 0 0,0 0-1 0 0,0 0 1 0 0,-1 0 0 0 0,1 0 0 0 0,0 0-1 0 0,0 0 1 0 0,0 0 0 0 0,-1 0-1 0 0,1 1 1 0 0,0-1 0 0 0,0 0-1 0 0,0 0 1 0 0,-1 0 0 0 0,1 0-1 0 0,0 0 1 0 0,0 1 0 0 0,0-1 0 0 0,0 0-1 0 0,0 0 1 0 0,-1 0 84 0 0,-1-30-4574 0 0,2 27 4412 0 0,-1-24-1246 0 0</inkml:trace>
  <inkml:trace contextRef="#ctx0" brushRef="#br0" timeOffset="1744.524">767 831 1468 0 0,'39'-97'4206'0'0,"-35"91"-3847"0"0,0 0-1 0 0,0 0 1 0 0,1 0 0 0 0,-1 0-1 0 0,1 1 1 0 0,0-1 0 0 0,1 1-1 0 0,-1 1 1 0 0,1-1 0 0 0,0 1-1 0 0,0 0 1 0 0,0 0 0 0 0,1 1-1 0 0,-1-1 1 0 0,1 2 0 0 0,0-1-1 0 0,0 1 1 0 0,0 0 0 0 0,0 0-1 0 0,1 1 1 0 0,2-1-359 0 0,84 17 4278 0 0,-92-14-4216 0 0,4 1 65 0 0,0 0-1 0 0,0 1 0 0 0,0-1 0 0 0,-1 1 1 0 0,1 0-1 0 0,-1 0 0 0 0,0 1 0 0 0,0 0 1 0 0,0 0-1 0 0,-1 0 0 0 0,1 0 1 0 0,-1 1-1 0 0,0-1 0 0 0,0 1 0 0 0,0 0 1 0 0,-1 1-1 0 0,0-1 0 0 0,0 0 0 0 0,0 1 1 0 0,-1 0-1 0 0,1 2-126 0 0,1 3-109 0 0,-1 1 0 0 0,-1-1 1 0 0,0 1-1 0 0,0-1 0 0 0,-2 1 1 0 0,1 0-1 0 0,-1-1 0 0 0,-1 1 0 0 0,0 0 1 0 0,0 0-1 0 0,-1-1 0 0 0,-1 1 1 0 0,0-1-1 0 0,-1 0 0 0 0,0 0 0 0 0,-1 1 109 0 0,4-9-89 0 0,-38 83-3585 0 0,36-80 3121 0 0,0-1 0 0 0,-1 0 0 0 0,1-1 0 0 0,-1 1 0 0 0,0 0 0 0 0,0-1 1 0 0,-1 0-1 0 0,1 0 0 0 0,-1 0 0 0 0,0-1 0 0 0,0 0 0 0 0,0 0 0 0 0,0 0 1 0 0,-3 1 552 0 0,-10-1-3225 0 0,7-3 1671 0 0</inkml:trace>
  <inkml:trace contextRef="#ctx0" brushRef="#br0" timeOffset="1990.187">839 895 1996 0 0,'25'-34'6306'0'0,"17"24"-3601"0"0,-41 11-2749 0 0,0 0-1 0 0,0 0 1 0 0,0 0 0 0 0,0 1-1 0 0,0-1 1 0 0,-1 0-1 0 0,1 1 1 0 0,0-1 0 0 0,-1 1-1 0 0,1-1 1 0 0,-1 0 0 0 0,1 1-1 0 0,-1-1 1 0 0,0 1-1 0 0,0-1 1 0 0,1 1 0 0 0,-1 0-1 0 0,0-1 1 0 0,0 1 0 0 0,-1-1-1 0 0,1 1 1 0 0,0-1-1 0 0,0 1 1 0 0,-1-1 0 0 0,1 1-1 0 0,-1-1 1 0 0,0 0 0 0 0,1 1-1 0 0,-1-1 45 0 0,-62 119 441 0 0,53-84 546 0 0,10-34-558 0 0,0-2-18 0 0,0 0 52 0 0,3 3-35 0 0,-1-1-367 0 0,0 0 0 0 0,0 0 0 0 0,1 0 0 0 0,-1-1 0 0 0,1 1 0 0 0,-1-1 0 0 0,1 0 0 0 0,0 0 0 0 0,0 0 0 0 0,-1 0 0 0 0,1 0 0 0 0,0-1 0 0 0,0 1 0 0 0,0-1 0 0 0,0 0 0 0 0,0 0 0 0 0,0 0 0 0 0,-1 0 0 0 0,1 0 0 0 0,0-1 0 0 0,0 1 0 0 0,0-1 1 0 0,0 0-1 0 0,-1 0 0 0 0,1 0 0 0 0,0 0 0 0 0,2-1-61 0 0,155-71-12 0 0,-149 64-956 0 0,6-4-421 0 0,-4 9-7557 0 0,-2 4 7570 0 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44.496"/>
    </inkml:context>
    <inkml:brush xml:id="br0">
      <inkml:brushProperty name="width" value="0.05" units="cm"/>
      <inkml:brushProperty name="height" value="0.05" units="cm"/>
      <inkml:brushProperty name="color" value="#FFFFFF"/>
    </inkml:brush>
  </inkml:definitions>
  <inkml:trace contextRef="#ctx0" brushRef="#br0">2 183 1856 0 0,'-2'50'4637'0'0,"7"85"-143"0"0,10-33-2795 0 0,6 167 1189 0 0,-15-179-2138 0 0,-7 98-122 0 0,-27-64-2895 0 0,21-159-6239 0 0,7-16 5563 0 0,0 24 1419 0 0</inkml:trace>
  <inkml:trace contextRef="#ctx0" brushRef="#br0" timeOffset="326.929">45 37 1496 0 0,'27'-31'7911'0'0,"14"26"-3959"0"0,38 26-1967 0 0,-76-19-1929 0 0,22 6 505 0 0,0 1 0 0 0,-1 2 0 0 0,0 1 1 0 0,-1 0-1 0 0,0 2 0 0 0,-1 1 0 0 0,0 0 0 0 0,-1 2 0 0 0,-1 0 0 0 0,6 9-561 0 0,-23-22 101 0 0,0 0-1 0 0,-1 0 1 0 0,1 0-1 0 0,-1 0 0 0 0,0 0 1 0 0,-1 1-1 0 0,1-1 1 0 0,-1 0-1 0 0,1 1 1 0 0,-1 0-1 0 0,-1-1 1 0 0,1 1-1 0 0,-1 0 0 0 0,1-1 1 0 0,-1 1-1 0 0,-1 0 1 0 0,1-1-1 0 0,-1 1 1 0 0,0-1-1 0 0,0 1 1 0 0,0 0-1 0 0,0-1 0 0 0,-1 0 1 0 0,0 1-1 0 0,0-1 1 0 0,0 0-1 0 0,0 0-100 0 0,-4 7-11 0 0,0 0-1 0 0,-1-1 1 0 0,0 0-1 0 0,0-1 0 0 0,-1 1 1 0 0,0-1-1 0 0,-1-1 1 0 0,0 1-1 0 0,0-2 1 0 0,-3 2 11 0 0,-167 106-4808 0 0,169-110 4194 0 0,3-2-288 0 0,0 0 0 0 0,0 0 0 0 0,1 1 1 0 0,-1 0-1 0 0,1 0 0 0 0,0 0 0 0 0,0 1 0 0 0,0 0 0 0 0,1 0 0 0 0,-1 1 0 0 0,1-1 1 0 0,1 1-1 0 0,-1 0 0 0 0,-1 4 902 0 0,5-9-1477 0 0,6 6 70 0 0,17 24-85 0 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5-02T07:49:35.338"/>
    </inkml:context>
    <inkml:brush xml:id="br0">
      <inkml:brushProperty name="width" value="0.05" units="cm"/>
      <inkml:brushProperty name="height" value="0.05" units="cm"/>
      <inkml:brushProperty name="color" value="#FFFFFF"/>
    </inkml:brush>
  </inkml:definitions>
  <inkml:trace contextRef="#ctx0" brushRef="#br0">1 2 1068 0 0,'0'8'8312'0'0,"0"66"-5780"0"0,0 499-1257 0 0,14-559-2732 0 0,-9-20-1824 0 0,-2-21-2282 0 0,-3 18 4101 0 0</inkml:trace>
  <inkml:trace contextRef="#ctx0" brushRef="#br0" timeOffset="316.2">45 377 1048 0 0,'16'-29'8492'0'0,"35"3"-5962"0"0,-46 25-2254 0 0,69-21 601 0 0,-20 21-2460 0 0,-52 1 1118 0 0,7-3-844 0 0,0-12 135 0 0,-2-6-3864 0 0,-6 15 3420 0 0</inkml:trace>
  <inkml:trace contextRef="#ctx0" brushRef="#br0" timeOffset="680.373">290 39 1568 0 0,'0'-38'6787'0'0,"1"79"-2736"0"0,-1-27-3795 0 0,1 461 2584 0 0,-1-335-4004 0 0,-5-138-4190 0 0,-3-14 1568 0 0,5 8 2298 0 0,1 1 38 0 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5-02T07:49:22.245"/>
    </inkml:context>
    <inkml:brush xml:id="br0">
      <inkml:brushProperty name="width" value="0.05" units="cm"/>
      <inkml:brushProperty name="height" value="0.05" units="cm"/>
    </inkml:brush>
    <inkml:brush xml:id="br1">
      <inkml:brushProperty name="width" value="0.05" units="cm"/>
      <inkml:brushProperty name="height" value="0.05" units="cm"/>
      <inkml:brushProperty name="color" value="#FFFFFF"/>
    </inkml:brush>
  </inkml:definitions>
  <inkml:trace contextRef="#ctx0" brushRef="#br0">24 60 2524 0 0,'1'0'67'0'0,"-1"-1"0"0"0,0 1 0 0 0,0-1 0 0 0,0 0-1 0 0,0 1 1 0 0,0-1 0 0 0,0 1 0 0 0,0-1 0 0 0,0 0 0 0 0,0 1 0 0 0,0-1-1 0 0,0 0 1 0 0,0 1 0 0 0,0-1 0 0 0,-1 1 0 0 0,1-1 0 0 0,0 0-1 0 0,0 1 1 0 0,-1-1 0 0 0,1 1 0 0 0,0-1 0 0 0,-1 1 0 0 0,1-1 0 0 0,-1 1-1 0 0,1-1 1 0 0,0 1 0 0 0,-1-1 0 0 0,1 1 0 0 0,-1 0 0 0 0,1-1-1 0 0,-1 1 1 0 0,0 0 0 0 0,1-1 0 0 0,-1 1 0 0 0,1 0 0 0 0,-1 0 0 0 0,1-1-1 0 0,-1 1 1 0 0,0 0 0 0 0,1 0 0 0 0,-1 0 0 0 0,0 0 0 0 0,1 0-1 0 0,-1 0 1 0 0,0 0 0 0 0,1 0-67 0 0,-4 0 1220 0 0,4 0-124 0 0,0 0 61 0 0,0 0-64 0 0,0 0-114 0 0,0 0-55 0 0,0 0-111 0 0,0 0-97 0 0,0 0-118 0 0,-1-14 915 0 0,0 13-1455 0 0,1 1-1 0 0,0-1 1 0 0,-1 1-1 0 0,1-1 1 0 0,0 1 0 0 0,0-1-1 0 0,-1 0 1 0 0,1 1-1 0 0,0-1 1 0 0,0 1-1 0 0,0-1 1 0 0,0 0 0 0 0,-1 1-1 0 0,1-1 1 0 0,0 1-1 0 0,0-1 1 0 0,0 0 0 0 0,1 1-1 0 0,-1-1 1 0 0,0 0-1 0 0,0 1 1 0 0,0-1 0 0 0,0 1-1 0 0,0-1 1 0 0,1 0-1 0 0,-1 1 1 0 0,0-1 0 0 0,1 1-1 0 0,-1-1 1 0 0,0 1-1 0 0,1-1 1 0 0,-1 1 0 0 0,1-1-1 0 0,-1 1 1 0 0,0 0-1 0 0,1-1 1 0 0,-1 1-1 0 0,1-1 1 0 0,-1 1 0 0 0,1 0-1 0 0,0-1 1 0 0,-1 1-1 0 0,1 0 1 0 0,-1 0 0 0 0,1 0-1 0 0,0-1 1 0 0,-1 1-1 0 0,1 0-57 0 0,219 3 1609 0 0,-119-5-3406 0 0,-100 2 1089 0 0,-1 0-149 0 0,9-3-3444 0 0,-24 12-1075 0 0,1 5 1956 0 0,2 1 1770 0 0</inkml:trace>
  <inkml:trace contextRef="#ctx0" brushRef="#br1" timeOffset="11890.339">193 151 2064 0 0,'0'0'1373'0'0,"0"0"-234"0"0,0 0-42 0 0,0 0-45 0 0,0 0-196 0 0,0 0-88 0 0,0 0-50 0 0,0 0-77 0 0,0 0-115 0 0,0 0 15 0 0,0 0 41 0 0,0 0-27 0 0,0 0-36 0 0,0 0-54 0 0,0 0-90 0 0,0 0 40 0 0,0 0-18 0 0,22 4 1051 0 0,121-3 77 0 0,-46-18-2264 0 0,-64 1-6130 0 0,-47 7 664 0 0,9 7 4798 0 0</inkml:trace>
  <inkml:trace contextRef="#ctx0" brushRef="#br1" timeOffset="12515.188">238 155 840 0 0,'-16'9'7421'0'0,"4"70"-4765"0"0,10 62-1824 0 0,-12-66-368 0 0,10-32 316 0 0,4-41-748 0 0,0-2-8 0 0,0 0 8 0 0,2 3 35 0 0,-1-1-53 0 0,0-1 0 0 0,0 0 0 0 0,0 0 0 0 0,1 1 0 0 0,-1-1 0 0 0,0 0 0 0 0,1 0 0 0 0,-1 0 0 0 0,1 0 0 0 0,-1 0 0 0 0,1-1 0 0 0,0 1 0 0 0,-1 0 0 0 0,1-1 1 0 0,0 1-1 0 0,-1-1 0 0 0,1 0 0 0 0,0 1 0 0 0,0-1 0 0 0,0 0 0 0 0,-1 0 0 0 0,1 0 0 0 0,0 0 0 0 0,0-1 0 0 0,-1 1 0 0 0,1 0 0 0 0,0-1 0 0 0,0 1 0 0 0,-1-1 0 0 0,1 1 0 0 0,1-2-14 0 0,74-11 268 0 0,91-32 84 0 0,-163 44-407 0 0,5-2-2635 0 0,-6-4-3980 0 0,-5 6 5213 0 0,2 1-6 0 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7:19.550"/>
    </inkml:context>
    <inkml:brush xml:id="br0">
      <inkml:brushProperty name="width" value="0.05" units="cm"/>
      <inkml:brushProperty name="height" value="0.05" units="cm"/>
      <inkml:brushProperty name="color" value="#FFFFFF"/>
    </inkml:brush>
  </inkml:definitions>
  <inkml:trace contextRef="#ctx0" brushRef="#br0">14 29 1392 0 0,'0'0'1150'0'0,"0"-5"-124"0"0,0-13-106 0 0,0 13-46 0 0,0 5-76 0 0,0 0 14 0 0,0 0-26 0 0,0 0-21 0 0,0 0-8 0 0,0 0 11 0 0,0 0-2 0 0,0 0-71 0 0,0 0-42 0 0,0 0 73 0 0,0 0 19 0 0,0 0-40 0 0,0 0 20 0 0,0 0-18 0 0,0 0-78 0 0,0 0-23 0 0,0 0-31 0 0,0 0 0 0 0,0 0 4 0 0,0 0-16 0 0,0 0-42 0 0,0 0-85 0 0,0 0-23 0 0,-13 16 797 0 0,109 159 1069 0 0,34 25-1165 0 0,-10-44-596 0 0,30 45-253 0 0,-61-65-380 0 0,-45-63 319 0 0,-44-72-201 0 0,0-1-24 0 0,0 0-40 0 0,0 0 12 0 0,0 0 1 0 0,11 13-401 0 0,-8-23-1729 0 0,-17-47-15376 0 0,5 45 14399 0 0,7 7 1473 0 0</inkml:trace>
  <inkml:trace contextRef="#ctx0" brushRef="#br0" timeOffset="1555.606">1446 34 1316 0 0,'0'0'1118'0'0,"0"0"-128"0"0,0 0-91 0 0,0 0-130 0 0,0 0-51 0 0,0 0-28 0 0,0 0-43 0 0,0 0 17 0 0,0 0-45 0 0,0 0-39 0 0,0 0-43 0 0,0 0 35 0 0,0 0-58 0 0,0 0-1 0 0,0 0-83 0 0,0 0 4 0 0,0 0-43 0 0,0 0-53 0 0,0 0 0 0 0,0 0-61 0 0,0 0-63 0 0,0 0 31 0 0,0 0 15 0 0,0 0-22 0 0,0 0 73 0 0,0 0-43 0 0,0 0-66 0 0,0 0-62 0 0,0 0 70 0 0,0 0-97 0 0,0 0-11 0 0,0 0 110 0 0,0 0 46 0 0,0 0 15 0 0,2 2-31 0 0,-1 6-98 0 0,-1-1 0 0 0,0 0 1 0 0,-1 0-1 0 0,0 0 0 0 0,0 1 1 0 0,-1-1-1 0 0,0 0 0 0 0,-1 0 1 0 0,1-1-1 0 0,-1 1 0 0 0,-1 0 1 0 0,0-1-1 0 0,0 1 0 0 0,0-1 1 0 0,-1 0-1 0 0,0-1 0 0 0,0 1 1 0 0,-2 1-145 0 0,-5 10 105 0 0,-154 208 805 0 0,47-49-598 0 0,-35 38-120 0 0,78-107-323 0 0,-12 18 158 0 0,16-37 2 0 0,68-84-26 0 0,0 2 9 0 0,-2 2-16 0 0,0-3-43 0 0,-96 112-178 0 0,21-16 27 0 0,-21 12-41 0 0,-46 46 328 0 0,59-36 159 0 0,18-10-167 0 0,71-113-379 0 0,0-1 0 0 0,-1 0 0 0 0,1 1 0 0 0,0-1 0 0 0,0 0 0 0 0,0 1 0 0 0,0-1 0 0 0,-1 1 0 0 0,1-1 0 0 0,0 0 0 0 0,-1 1 0 0 0,1-1 0 0 0,0 1-1 0 0,-1-1 1 0 0,1 1 0 0 0,-1-1 0 0 0,1 1 0 0 0,-1-1 0 0 0,1 1 0 0 0,-1 0 0 0 0,0-1 0 0 0,1 1 0 0 0,-1 0 0 0 0,1-1 0 0 0,-1 1 0 0 0,0 0 0 0 0,1-1 0 0 0,-1 1 0 0 0,0 0 0 0 0,0 0 0 0 0,1 0 0 0 0,-1 0 0 0 0,0 0 0 0 0,1 0 0 0 0,-1 0 0 0 0,0 0 0 0 0,0 0 0 0 0,1 0 0 0 0,-1 0 0 0 0,0 0 0 0 0,1 0 0 0 0,-1 0 0 0 0,0 1 0 0 0,0-1 0 0 0,1 0 0 0 0,-1 0 0 0 0,0 1 0 0 0,1-1-1 0 0,-1 0 1 0 0,1 1 0 0 0,-1-1 0 0 0,1 0 0 0 0,-1 1 0 0 0,0-1 0 0 0,1 1 0 0 0,0-1 0 0 0,-1 1 0 0 0,0 0 298 0 0,1-4-634 0 0,-1 0-806 0 0</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7:29.115"/>
    </inkml:context>
    <inkml:brush xml:id="br0">
      <inkml:brushProperty name="width" value="0.05" units="cm"/>
      <inkml:brushProperty name="height" value="0.05" units="cm"/>
      <inkml:brushProperty name="color" value="#FFFFFF"/>
    </inkml:brush>
  </inkml:definitions>
  <inkml:trace contextRef="#ctx0" brushRef="#br0">1 878 916 0 0,'0'0'1182'0'0,"0"0"-168"0"0,0 0-100 0 0,0 0-78 0 0,0 0-49 0 0,0 0 1 0 0,0 0-28 0 0,0 0-66 0 0,0 0-9 0 0,0 0 18 0 0,0 0 59 0 0,0 0-43 0 0,0 0-57 0 0,0 0-14 0 0,0 0-83 0 0,0 0-27 0 0,0 0 103 0 0,0 0-25 0 0,0 0-61 0 0,5-4-37 0 0,15-11-52 0 0,25 30 3920 0 0,106-11-2269 0 0,710-4-2140 0 0,-847-12-403 0 0,18 7-2375 0 0,-26-7 1734 0 0,-17 8-8723 0 0,-3 3 5581 0 0,11 0 2617 0 0,-2-2-68 0 0</inkml:trace>
  <inkml:trace contextRef="#ctx0" brushRef="#br0" timeOffset="1086.005">1139 49 1164 0 0,'27'-49'8889'0'0,"-21"60"-3265"0"0,1 16-6310 0 0,-6-24 1178 0 0,7 63 141 0 0,-8-64-588 0 0,0 32 31 0 0,-13 278 514 0 0,7-15-397 0 0,6-111-9 0 0,0-62 308 0 0,0-107-413 0 0,0-1-108 0 0,0 349 851 0 0,0-204-5487 0 0,-32-153-6643 0 0,29-12 9917 0 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7:31.816"/>
    </inkml:context>
    <inkml:brush xml:id="br0">
      <inkml:brushProperty name="width" value="0.05" units="cm"/>
      <inkml:brushProperty name="height" value="0.05" units="cm"/>
      <inkml:brushProperty name="color" value="#FFFFFF"/>
    </inkml:brush>
  </inkml:definitions>
  <inkml:trace contextRef="#ctx0" brushRef="#br0">1 757 956 0 0,'0'0'994'0'0,"0"0"-145"0"0,0 0-81 0 0,0 0-59 0 0,0 0-74 0 0,0 0-66 0 0,0 0 38 0 0,0 0-6 0 0,0 0 24 0 0,0 0 49 0 0,0 0-84 0 0,0 0-51 0 0,0 0 34 0 0,0 0-36 0 0,0 0-9 0 0,0 0 14 0 0,0 0-108 0 0,0 0 46 0 0,0 0-27 0 0,0 0 19 0 0,0 0-21 0 0,0 0-22 0 0,0 0 37 0 0,0 0-21 0 0,0 0-34 0 0,0 0-65 0 0,0 0-42 0 0,0 0 56 0 0,0 0 49 0 0,0 0-18 0 0,23-9 1100 0 0,233 6 3086 0 0,-188-21-4279 0 0,136 0 91 0 0,-202 23-366 0 0,34 1 32 0 0,450 0 170 0 0,-483 0-232 0 0,41 0 7 0 0,-3 2-1085 0 0,-60-5-9439 0 0,-15-9 1425 0 0,33 9 7389 0 0</inkml:trace>
  <inkml:trace contextRef="#ctx0" brushRef="#br0" timeOffset="995.459">1172 41 1468 0 0,'16'-40'8142'0'0,"-12"53"-2813"0"0,3 51-2912 0 0,-7 198 52 0 0,0-87-1591 0 0,0-69-471 0 0,0-36-138 0 0,0 47 247 0 0,0 55-21 0 0,0 85-185 0 0,-24-152-111 0 0,21 275-567 0 0,3-379 293 0 0,0-1 1 0 0,0 1-1 0 0,0 0 0 0 0,-1-1 1 0 0,1 1-1 0 0,0-1 1 0 0,0 1-1 0 0,0-1 1 0 0,0 1-1 0 0,-1-1 0 0 0,1 1 1 0 0,0-1-1 0 0,0 1 1 0 0,-1-1-1 0 0,1 0 0 0 0,0 1 1 0 0,-1-1-1 0 0,1 1 1 0 0,-1-1-1 0 0,1 0 1 0 0,-1 1-1 0 0,1-1 0 0 0,-1 0 1 0 0,1 1-1 0 0,-1-1 1 0 0,1 0-1 0 0,-1 0 1 0 0,1 1-1 0 0,-1-1 0 0 0,1 0 1 0 0,-1 0-1 0 0,0 0 1 0 0,1 0-1 0 0,-1 0 1 0 0,1 0-1 0 0,-1 0 0 0 0,0 0 1 0 0,1 0-1 0 0,-1 0 1 0 0,1 0-1 0 0,-1 0 0 0 0,0 0 1 0 0,1 0-1 0 0,-1 0 1 0 0,1 0-1 0 0,-1-1 1 0 0,1 1-1 0 0,-1 0 0 0 0,0 0 1 0 0,1-1-1 0 0,-1 1 1 0 0,1 0-1 0 0,-1-1 1 0 0,1 1-1 0 0,0 0 0 0 0,-1-1 1 0 0,1 1-1 0 0,-1 0 1 0 0,1-1-1 0 0,0 1 0 0 0,-1-1 1 0 0,1 1-1 0 0,0-1 75 0 0,-11-56-10863 0 0,25 26 7543 0 0,-14 15 1807 0 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7:35.975"/>
    </inkml:context>
    <inkml:brush xml:id="br0">
      <inkml:brushProperty name="width" value="0.05" units="cm"/>
      <inkml:brushProperty name="height" value="0.05" units="cm"/>
      <inkml:brushProperty name="color" value="#FFFFFF"/>
    </inkml:brush>
  </inkml:definitions>
  <inkml:trace contextRef="#ctx0" brushRef="#br0">4 67 1676 0 0,'0'0'1127'0'0,"0"0"-116"0"0,0 0-153 0 0,0 0-68 0 0,0 0-49 0 0,0 0-53 0 0,0 0 10 0 0,0 0-37 0 0,0 0 42 0 0,0-4-38 0 0,0-14-63 0 0,0 13-104 0 0,0 5-18 0 0,0 0 32 0 0,0 0 14 0 0,0 0-96 0 0,0 0-31 0 0,0 0 86 0 0,0 0 14 0 0,0 0-45 0 0,0 0-9 0 0,0 0-18 0 0,0 0-40 0 0,0 0 43 0 0,0 0-70 0 0,0 0 24 0 0,0 0 48 0 0,0 0 0 0 0,0 0-14 0 0,0 0-42 0 0,0 0-36 0 0,0 0 3 0 0,0 0 48 0 0,-3 12 364 0 0,100 68 922 0 0,258 228 1300 0 0,-296-260-2692 0 0,-26-23-131 0 0,-1 1 0 0 0,-1 2 1 0 0,-2 0-1 0 0,-2 2 1 0 0,23 31-155 0 0,41 36 281 0 0,30 21 33 0 0,-52-60-172 0 0,212 186-51 0 0,-136-88-40 0 0,-70-51 124 0 0,-58-88-889 0 0,-32-28-4041 0 0,-67-40-3877 0 0,-65-31 237 0 0,120 54 7113 0 0,0-6 32 0 0</inkml:trace>
  <inkml:trace contextRef="#ctx0" brushRef="#br0" timeOffset="1211.155">1472 12 2052 0 0,'6'-9'3310'0'0,"-6"7"247"0"0,-7 11 3843 0 0,-277 327-4182 0 0,79-82-2638 0 0,51-82-448 0 0,-39 29-209 0 0,104-106-293 0 0,-7-10-660 0 0,20 11-356 0 0,25-29 602 0 0,-49 87 822 0 0,2-28-121 0 0,81-92-685 0 0,-20 1-1120 0 0,29-32 517 0 0,-13 0-7519 0 0,18-4 7506 0 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7:40.744"/>
    </inkml:context>
    <inkml:brush xml:id="br0">
      <inkml:brushProperty name="width" value="0.05" units="cm"/>
      <inkml:brushProperty name="height" value="0.05" units="cm"/>
      <inkml:brushProperty name="color" value="#FFFFFF"/>
    </inkml:brush>
  </inkml:definitions>
  <inkml:trace contextRef="#ctx0" brushRef="#br0">3 0 2036 0 0,'0'0'1118'0'0,"0"0"-135"0"0,0 0-100 0 0,0 0-46 0 0,0 0-27 0 0,0 0-96 0 0,0 0-71 0 0,0 0-76 0 0,0 0-22 0 0,0 5-15 0 0,0 13-25 0 0,0-14 39 0 0,0-4-71 0 0,0 0-3 0 0,0 0 96 0 0,0 0-8 0 0,0 0-20 0 0,0 0 66 0 0,0 0-127 0 0,0 0 27 0 0,0 0-54 0 0,0 0 52 0 0,0 0-19 0 0,0 0-45 0 0,0 0-13 0 0,0 0-3 0 0,0 0 10 0 0,0 0-54 0 0,0 0-4 0 0,0 0-24 0 0,0 0 18 0 0,0 0 25 0 0,0 0-7 0 0,0 0-35 0 0,0 0-7 0 0,0 0 24 0 0,0 4-10 0 0,0 5-247 0 0,-1-8-65 0 0,1 1-1 0 0,0 0 0 0 0,-1 0 0 0 0,1 0 1 0 0,0 0-1 0 0,0-1 0 0 0,0 1 0 0 0,0 0 1 0 0,0 0-1 0 0,1 0 0 0 0,-1-1 0 0 0,1 1 0 0 0,-1 0 1 0 0,1 0-1 0 0,0-1 0 0 0,-1 1 0 0 0,1 0 1 0 0,0-1-1 0 0,1 1 0 0 0,-1-1 0 0 0,0 1 1 0 0,0-1-1 0 0,1 1 0 0 0,-1-1 0 0 0,1 0 0 0 0,-1 0 1 0 0,1 1-1 0 0,0-1 0 0 0,-1 0 0 0 0,1 0 1 0 0,0-1-1 0 0,0 1 0 0 0,0 0 0 0 0,0 0 1 0 0,0-1-1 0 0,1 1-45 0 0,105 7 1465 0 0,91 11-239 0 0,397-19-569 0 0,-529 18-612 0 0,236-6-431 0 0,-300-12 418 0 0,15 0 18 0 0,12 0 16 0 0,225 0 141 0 0,-253 0-222 0 0,15 0 7 0 0,67 0-26 0 0,-82 0 15 0 0,46 0 61 0 0,17 0-48 0 0,-63 0 20 0 0,-2 0 67 0 0,51 0-76 0 0,16 0-4 0 0,-64 0 47 0 0,-3 0-77 0 0,50-2-428 0 0,-41-3 671 0 0,2-2-2039 0 0,-32-3-3640 0 0,-95 8-10833 0 0,90 2 14704 0 0</inkml:trace>
  <inkml:trace contextRef="#ctx0" brushRef="#br0" timeOffset="968.382">1018 122 1624 0 0,'8'13'8956'0'0,"22"71"-5019"0"0,-30 216-487 0 0,0-98-2426 0 0,0-159-833 0 0,0-19-85 0 0,0 12 52 0 0,0 93 530 0 0,0-91-434 0 0,0 21-61 0 0,0-57-141 0 0,0 44-25 0 0,0 19-869 0 0,0-63 479 0 0,7 9-1455 0 0,-20-42-13146 0 0,10 31 13255 0 0</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7:45.679"/>
    </inkml:context>
    <inkml:brush xml:id="br0">
      <inkml:brushProperty name="width" value="0.05" units="cm"/>
      <inkml:brushProperty name="height" value="0.05" units="cm"/>
      <inkml:brushProperty name="color" value="#FFFFFF"/>
    </inkml:brush>
  </inkml:definitions>
  <inkml:trace contextRef="#ctx0" brushRef="#br0">132 0 1580 0 0,'0'0'1002'0'0,"0"0"10"0"0,0 0-3 0 0,0 0-71 0 0,0 0-107 0 0,-5 0-94 0 0,-15 0-37 0 0,15 0 4 0 0,5 0-57 0 0,0 0 20 0 0,0 0-63 0 0,0 0-46 0 0,-8 5-13 0 0,-40 26 1081 0 0,2-5 6855 0 0,108-14-5438 0 0,217 11-1279 0 0,65-14-916 0 0,-188 20-513 0 0,659-29-1237 0 0,-758 0 809 0 0,-55 0 93 0 0,47 0-136 0 0,3 0 41 0 0,-50 0 88 0 0,-2 0 23 0 0,47 2-1399 0 0,-36 4 943 0 0,-20-5-3556 0 0,-34 4-8306 0 0,23 2 7227 0 0,13-2 3625 0 0</inkml:trace>
  <inkml:trace contextRef="#ctx0" brushRef="#br0" timeOffset="784.314">1101 128 840 0 0,'-3'-4'4344'0'0,"1"16"3665"0"0,16 127-3500 0 0,-15 72-3400 0 0,-1-76-262 0 0,2 443 1411 0 0,0-576-2245 0 0,-2 14-949 0 0,-11-9-1111 0 0,9-40-3925 0 0,3 16 2134 0 0,-4-13-1360 0 0,2 21 3500 0 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7:49.081"/>
    </inkml:context>
    <inkml:brush xml:id="br0">
      <inkml:brushProperty name="width" value="0.05" units="cm"/>
      <inkml:brushProperty name="height" value="0.05" units="cm"/>
      <inkml:brushProperty name="color" value="#FFFFFF"/>
    </inkml:brush>
  </inkml:definitions>
  <inkml:trace contextRef="#ctx0" brushRef="#br0">23 0 1884 0 0,'0'0'1180'0'0,"0"0"-82"0"0,0 0-44 0 0,0 0-107 0 0,0 0 43 0 0,0 0-38 0 0,0 0-64 0 0,0 0-59 0 0,0 0-55 0 0,0 0 36 0 0,0 0-32 0 0,0 0-15 0 0,0 0-7 0 0,0 0-58 0 0,0 0-77 0 0,0 0-12 0 0,0 0-9 0 0,0 0-61 0 0,0 0-27 0 0,0 0-10 0 0,0 0-42 0 0,0 0-30 0 0,0 0-38 0 0,0 0 26 0 0,0 0 32 0 0,0 0-7 0 0,0 0-67 0 0,0 0-6 0 0,0 0-9 0 0,0 0 14 0 0,0 0 20 0 0,-5 2-70 0 0,4-1-295 0 0,0 0 1 0 0,-1 0-1 0 0,1 0 0 0 0,0 0 0 0 0,0 0 0 0 0,-1 0 0 0 0,1 1 0 0 0,0-1 0 0 0,0 0 0 0 0,1 1 0 0 0,-1-1 0 0 0,0 0 0 0 0,0 1 0 0 0,1-1 0 0 0,-1 1 1 0 0,1-1-1 0 0,-1 1 0 0 0,1-1 0 0 0,0 1 0 0 0,0-1 0 0 0,0 1 0 0 0,0-1 0 0 0,0 1 0 0 0,0-1 0 0 0,0 1 0 0 0,1-1 0 0 0,-1 1 0 0 0,0-1 0 0 0,1 1 0 0 0,0-1 1 0 0,-1 1-1 0 0,1-1 0 0 0,0 0 0 0 0,0 1 0 0 0,0-1 0 0 0,0 0 0 0 0,0 0 0 0 0,0 1 0 0 0,0-1 0 0 0,1 1-30 0 0,166 219 2509 0 0,-120-167-2109 0 0,167 167 667 0 0,-44-71-565 0 0,-102-86-483 0 0,82 65 222 0 0,53 38 174 0 0,-65-38-325 0 0,29 21 280 0 0,-91-76-233 0 0,-24-27-471 0 0,-52-47 368 0 0,-1 0 51 0 0,0 0-62 0 0,0 0-4 0 0,2 4-34 0 0,0-2 331 0 0,5 11-1113 0 0,-26-13-5333 0 0,-99-67-4800 0 0,-35-64 3210 0 0,124 86 6264 0 0,7-8-187 0 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7:55.124"/>
    </inkml:context>
    <inkml:brush xml:id="br0">
      <inkml:brushProperty name="width" value="0.05" units="cm"/>
      <inkml:brushProperty name="height" value="0.05" units="cm"/>
      <inkml:brushProperty name="color" value="#FFFFFF"/>
    </inkml:brush>
  </inkml:definitions>
  <inkml:trace contextRef="#ctx0" brushRef="#br0">34 96 1312 0 0,'0'0'1190'0'0,"0"0"-136"0"0,0 0-36 0 0,0 0-85 0 0,0 0-88 0 0,-6 0-24 0 0,-15 0-73 0 0,15 0-32 0 0,6 0-47 0 0,0 0-28 0 0,0 0-44 0 0,0 0-64 0 0,0 0-14 0 0,0 0-117 0 0,0 0-64 0 0,0 0-18 0 0,0 0 54 0 0,0 0 53 0 0,0 0 9 0 0,0 0 108 0 0,0 0-4 0 0,0 0-8 0 0,0 0-14 0 0,0 0-61 0 0,0 0-27 0 0,0 0 25 0 0,0 0-8 0 0,0 0 7 0 0,0 0-10 0 0,0 0-56 0 0,0 0-38 0 0,0 0-11 0 0,0 0-52 0 0,0 0-2 0 0,0 0-13 0 0,0 0-30 0 0,0 0-13 0 0,0 0 2 0 0,0 0 10 0 0,0 0-2 0 0,0 0-31 0 0,0 0-50 0 0,0 0 18 0 0,0 0 8 0 0,0 0 46 0 0,0 0-2 0 0,0 0-5 0 0,0 0-30 0 0,0 0 5 0 0,30-3 376 0 0,466 5 745 0 0,-329-19-1092 0 0,8 6-178 0 0,-114 13-116 0 0,369-2 295 0 0,-421-3-245 0 0,33-16 57 0 0,-40 19-49 0 0,50 0 92 0 0,178 0 324 0 0,-178 32-384 0 0,35-4 44 0 0,-14 10-130 0 0,-78-36-2650 0 0,-62-26-11197 0 0,47 15 13133 0 0,-97-75-5451 0 0,87 55 4724 0 0</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7:58.902"/>
    </inkml:context>
    <inkml:brush xml:id="br0">
      <inkml:brushProperty name="width" value="0.05" units="cm"/>
      <inkml:brushProperty name="height" value="0.05" units="cm"/>
      <inkml:brushProperty name="color" value="#FFFFFF"/>
    </inkml:brush>
  </inkml:definitions>
  <inkml:trace contextRef="#ctx0" brushRef="#br0">378 1 1604 0 0,'0'0'1184'0'0,"0"0"-45"0"0,0 0-122 0 0,0 0-110 0 0,0 0-97 0 0,0 0-5 0 0,0 0 9 0 0,0 0 10 0 0,0 0 12 0 0,0 0-137 0 0,0 0-54 0 0,0 0 109 0 0,0 0-36 0 0,0 0-95 0 0,0 0-109 0 0,0 0 9 0 0,0 0 16 0 0,0 0-65 0 0,0 0-8 0 0,0 0 9 0 0,0 0 31 0 0,0 0-55 0 0,0 0-22 0 0,0 0-31 0 0,0 0-2 0 0,0 0-40 0 0,0 0-22 0 0,0 0-32 0 0,0 0 1 0 0,-6 0-12 0 0,3 0-310 0 0,3 1 46 0 0,1-1 0 0 0,0 0-1 0 0,-1 1 1 0 0,1-1 0 0 0,-1 0 0 0 0,1 1 0 0 0,-1-1 0 0 0,1 1 0 0 0,-1-1-1 0 0,1 1 1 0 0,-1-1 0 0 0,0 1 0 0 0,1-1 0 0 0,-1 1 0 0 0,0-1-1 0 0,1 1 1 0 0,-1-1 0 0 0,0 1 0 0 0,0 0 0 0 0,1-1 0 0 0,-1 1 0 0 0,0-1-1 0 0,0 1 1 0 0,0 0 0 0 0,0-1 0 0 0,0 1 0 0 0,0-1 0 0 0,0 1-1 0 0,0 0 1 0 0,-1-1 0 0 0,1 1 0 0 0,0-1 0 0 0,0 1 0 0 0,-1 0 0 0 0,1-1-1 0 0,0 1 1 0 0,-1-1 0 0 0,1 1 0 0 0,0-1 0 0 0,-1 1 0 0 0,1-1-1 0 0,-1 1 1 0 0,1-1 0 0 0,-1 1 0 0 0,1-1 0 0 0,-1 0 0 0 0,1 1-1 0 0,-1-1 1 0 0,0 0 0 0 0,1 1 0 0 0,-1-1 0 0 0,1 0 0 0 0,-1 0 0 0 0,0 0-1 0 0,0 1 1 0 0,1-1 0 0 0,-1 0 0 0 0,0 0 0 0 0,1 0 0 0 0,-1 0-1 0 0,0 0 1 0 0,0 0-27 0 0,79 117 2086 0 0,96 108-553 0 0,-32-15-806 0 0,-29-87-451 0 0,-45-60-133 0 0,84 102 67 0 0,-42-42-18 0 0,-100-109-221 0 0,5 8 3 0 0,-3-10 27 0 0,-4-7 25 0 0,2 2-11 0 0,-4-1-34 0 0,123 129 92 0 0,-19-12-117 0 0,-61-63-73 0 0,24 32-1153 0 0,-126-122-13016 0 0,-75-10 6487 0 0,90 32 6378 0 0</inkml:trace>
  <inkml:trace contextRef="#ctx0" brushRef="#br0" timeOffset="1062.158">907 787 936 0 0,'-1'-7'7612'0'0,"-6"7"-3980"0"0,-113 131 1579 0 0,37-44-4792 0 0,-42 43-7 0 0,-20 31-95 0 0,19-39 106 0 0,27-32-835 0 0,15-24 378 0 0,36-28 166 0 0,-16 9-718 0 0,65-47 390 0 0,-1 0-1 0 0,0 0 0 0 0,1 0 0 0 0,-1 0 0 0 0,1-1 0 0 0,-1 1 1 0 0,0 0-1 0 0,0 0 0 0 0,1-1 0 0 0,-1 1 0 0 0,0 0 1 0 0,1-1-1 0 0,-1 1 0 0 0,0 0 0 0 0,0-1 0 0 0,0 1 1 0 0,1 0-1 0 0,-1-1 0 0 0,0 1 0 0 0,0 0 0 0 0,0-1 1 0 0,0 1-1 0 0,0 0 0 0 0,0-1 0 0 0,0 1 0 0 0,0 0 0 0 0,0-1 1 0 0,0 1-1 0 0,0-1 0 0 0,0 1 0 0 0,0 0 0 0 0,0-1 1 0 0,0 1-1 0 0,0 0 0 0 0,-1-1 0 0 0,1 1 0 0 0,0 0 1 0 0,0-1-1 0 0,0 1 0 0 0,-1 0 0 0 0,1-1 0 0 0,0 1 1 0 0,0 0-1 0 0,-1 0 0 0 0,1-1 0 0 0,0 1 0 0 0,-1 0 0 0 0,1 0 1 0 0,0 0-1 0 0,-1-1 0 0 0,1 1 0 0 0,-1 0 0 0 0,1 0 1 0 0,0 0-1 0 0,-1 0 0 0 0,1 0 0 0 0,-1-1 0 0 0,1 1 1 0 0,0 0-1 0 0,-1 0 0 0 0,1 0 0 0 0,-1 0 0 0 0,1 0 1 0 0,-1 0 196 0 0,16-8-3049 0 0,-7 1 1519 0 0</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7:48:47.406"/>
    </inkml:context>
    <inkml:brush xml:id="br0">
      <inkml:brushProperty name="width" value="0.05" units="cm"/>
      <inkml:brushProperty name="height" value="0.05" units="cm"/>
      <inkml:brushProperty name="color" value="#FFFFFF"/>
    </inkml:brush>
  </inkml:definitions>
  <inkml:trace contextRef="#ctx0" brushRef="#br0">0 0 1088 0 0,'0'0'1304'0'0,"0"0"-135"0"0,0 0-124 0 0,0 0-66 0 0,0 0-135 0 0,0 0-13 0 0,0 0-53 0 0,0 0-110 0 0,0 0-18 0 0,0 0-62 0 0,0 0-89 0 0,0 0-36 0 0,0 0 17 0 0,0 4-2 0 0,14 36 458 0 0,-5 6 1489 0 0,-9-45-2088 0 0,0 21 458 0 0,8 47 724 0 0,2 9-513 0 0,0 103-14 0 0,-11-118-781 0 0,1 1255 499 0 0,0-1316-687 0 0,0-2-11 0 0,0 11-87 0 0,0 60-38 0 0,-9-49-30 0 0,-3 22 363 0 0,7-86-11333 0 0,3-36 4797 0 0,2 46 4782 0 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2:48.827"/>
    </inkml:context>
    <inkml:brush xml:id="br0">
      <inkml:brushProperty name="width" value="0.05" units="cm"/>
      <inkml:brushProperty name="height" value="0.05" units="cm"/>
      <inkml:brushProperty name="color" value="#FFFFFF"/>
    </inkml:brush>
  </inkml:definitions>
  <inkml:trace contextRef="#ctx0" brushRef="#br0">274 415 1372 0 0,'0'-3'1986'0'0,"14"-14"1173"0"0,-11 17-1749 0 0,-3 0-77 0 0,0 0-133 0 0,0 0-122 0 0,0 0-88 0 0,-8 33 1333 0 0,-95 128 269 0 0,81-127-3119 0 0,-2-1 0 0 0,-1-1 0 0 0,-2-1 1 0 0,0-2-1 0 0,-6 2 527 0 0,13-27-8513 0 0,19-17 8307 0 0,16-35-2897 0 0,-3 22 1532 0 0</inkml:trace>
  <inkml:trace contextRef="#ctx0" brushRef="#br0" timeOffset="249.997">82 597 976 0 0,'7'-10'553'0'0,"1"0"0"0"0,-1 1-1 0 0,2 0 1 0 0,-1 0 0 0 0,1 0-1 0 0,1 1 1 0 0,-1 1 0 0 0,1 0 0 0 0,1 0-1 0 0,-1 1 1 0 0,1 0 0 0 0,0 0-1 0 0,1 2 1 0 0,-1-1 0 0 0,1 2 0 0 0,0-1-1 0 0,0 1 1 0 0,0 1 0 0 0,0 0-1 0 0,0 1 1 0 0,0 1 0 0 0,2-1-553 0 0,70 1 1009 0 0,-74 9-6300 0 0,-30 6-975 0 0,5-5 4714 0 0</inkml:trace>
  <inkml:trace contextRef="#ctx0" brushRef="#br0" timeOffset="418.931">327 523 1392 0 0,'-9'36'8337'0'0,"47"14"-4407"0"0,10-79-9519 0 0,-40 21 4408 0 0,38-35-3299 0 0,-33 25 3115 0 0</inkml:trace>
  <inkml:trace contextRef="#ctx0" brushRef="#br0" timeOffset="654.501">650 223 928 0 0,'0'1'191'0'0,"0"-1"0"0"0,0 1 0 0 0,0-1 0 0 0,0 1 0 0 0,1-1 1 0 0,-1 1-1 0 0,0-1 0 0 0,0 1 0 0 0,0-1 0 0 0,0 1 0 0 0,0-1 0 0 0,1 1 0 0 0,-1-1 0 0 0,0 1 0 0 0,0-1 0 0 0,1 1 0 0 0,-1-1 0 0 0,0 0 0 0 0,1 1 1 0 0,-1-1-1 0 0,0 0 0 0 0,1 1 0 0 0,-1-1 0 0 0,1 0 0 0 0,-1 1 0 0 0,0-1 0 0 0,1 0 0 0 0,-1 0 0 0 0,1 1 0 0 0,-1-1 0 0 0,1 0 0 0 0,-1 0 0 0 0,1 0 1 0 0,-1 0-1 0 0,1 0 0 0 0,-1 0 0 0 0,1 0 0 0 0,-1 0 0 0 0,1 0 0 0 0,-1 0 0 0 0,1 0 0 0 0,-1 0 0 0 0,1 0 0 0 0,-1 0 0 0 0,1 0 0 0 0,-1 0 0 0 0,1-1 1 0 0,-1 1-1 0 0,1 0 0 0 0,-1 0 0 0 0,1 0 0 0 0,-1-1 0 0 0,0 1 0 0 0,1 0 0 0 0,-1-1 0 0 0,1 1 0 0 0,-1 0 0 0 0,0-1 0 0 0,1 1 0 0 0,-1-1 0 0 0,0 1 1 0 0,1-1-192 0 0,-62 150 3513 0 0,-32-17-3638 0 0,78-119-651 0 0,15-23-646 0 0,87-73 512 0 0,-69 72 1047 0 0,0 0 0 0 0,1 1-1 0 0,0 1 1 0 0,0 1 0 0 0,1 0 0 0 0,0 2-1 0 0,1 0 1 0 0,-1 1 0 0 0,1 1 0 0 0,0 2-1 0 0,17-1-136 0 0,0-2 388 0 0,-36 5-511 0 0,14 16-2271 0 0,-83 50-6663 0 0,51-56 7552 0 0</inkml:trace>
  <inkml:trace contextRef="#ctx0" brushRef="#br0" timeOffset="814.579">722 472 1480 0 0,'27'17'7164'0'0,"-13"-15"-6835"0"0,-20 10-6656 0 0,4-8 4821 0 0</inkml:trace>
  <inkml:trace contextRef="#ctx0" brushRef="#br0" timeOffset="1252.545">539 559 1240 0 0,'0'-3'9243'0'0,"-9"15"-6772"0"0,-45 38-570 0 0,18-15-1259 0 0,-1-2-1 0 0,-2-1 1 0 0,-1-2-1 0 0,-2-2-641 0 0,12-9 188 0 0,23-13-338 0 0,-1-1 1 0 0,1 0-1 0 0,-1 0 0 0 0,0-1 0 0 0,0 0 1 0 0,-1-1-1 0 0,1 0 0 0 0,-1 0 0 0 0,1-1 1 0 0,-1 0-1 0 0,0 0 0 0 0,-4-1 150 0 0,11-1-540 0 0,0-2-87 0 0,3-4 309 0 0,-1 0 1 0 0,1 1-1 0 0,0-1 1 0 0,0 0-1 0 0,1 0 1 0 0,0 1-1 0 0,0-1 1 0 0,0 1 0 0 0,1 0-1 0 0,-1-1 1 0 0,1 1-1 0 0,1 0 1 0 0,-1 1-1 0 0,1-1 1 0 0,-1 1-1 0 0,5-4 318 0 0,2-6-909 0 0,78-76-3239 0 0,-76 83 4400 0 0,-1 0-1 0 0,1 0 1 0 0,0 1-1 0 0,0 1 1 0 0,1 0-1 0 0,-1 0 1 0 0,1 1-1 0 0,0 1 1 0 0,0 0-1 0 0,1 1 0 0 0,-1 1 1 0 0,0 0-1 0 0,2 0-251 0 0,0 2 383 0 0,-1 1 0 0 0,1 0 0 0 0,-1 1 0 0 0,1 0 0 0 0,-1 1 0 0 0,0 1 0 0 0,-1 0 0 0 0,1 1 0 0 0,3 2-383 0 0,102 53 2801 0 0,-78-60-3051 0 0,-29 13-1199 0 0,-14-7-3025 0 0,-12 0-394 0 0,7-3 3416 0 0</inkml:trace>
  <inkml:trace contextRef="#ctx0" brushRef="#br0" timeOffset="1503.414">346 868 1720 0 0,'15'-3'5541'0'0,"-2"2"-4052"0"0,158-55 4680 0 0,-121 37-7161 0 0,-62 40-7450 0 0,-16 9 5308 0 0,14-14 1619 0 0</inkml:trace>
  <inkml:trace contextRef="#ctx0" brushRef="#br0" timeOffset="1819.605">397 991 1184 0 0,'-7'12'2905'0'0,"1"-2"2361"0"0,19-21-3174 0 0,64-43-834 0 0,-68 49-1099 0 0,0 0 0 0 0,0 0 0 0 0,0 1 0 0 0,0 0-1 0 0,1 1 1 0 0,0 0 0 0 0,-1 0 0 0 0,1 1 0 0 0,0 1 0 0 0,0 0-1 0 0,0 0 1 0 0,1 0 0 0 0,4 2-159 0 0,-10-1 88 0 0,-1 1 0 0 0,0-1 0 0 0,0 1 0 0 0,1 0 0 0 0,-1 1 0 0 0,0-1 0 0 0,0 1 0 0 0,0-1 1 0 0,0 1-1 0 0,-1 1 0 0 0,1-1 0 0 0,0 0 0 0 0,-1 1 0 0 0,0 0 0 0 0,1 0 0 0 0,-1 0 0 0 0,0 0 0 0 0,-1 0 0 0 0,1 0 0 0 0,0 1 0 0 0,-1 0 0 0 0,0-1 0 0 0,0 1 0 0 0,0 0 0 0 0,0 0 0 0 0,-1 0 1 0 0,1 0-1 0 0,-1 1-88 0 0,-1-4 179 0 0,0-1-50 0 0,-3 12 75 0 0,1-9-261 0 0,0 1-1 0 0,0-1 1 0 0,-1 0 0 0 0,0 1 0 0 0,0-1 0 0 0,0-1 0 0 0,0 1 0 0 0,0 0 0 0 0,0-1 0 0 0,-1 1 0 0 0,1-1 0 0 0,-1 0 0 0 0,1 0 0 0 0,-1-1 0 0 0,0 1 0 0 0,0-1-1 0 0,0 0 1 0 0,0 0 0 0 0,0 0 0 0 0,0 0 0 0 0,0-1 0 0 0,0 1 0 0 0,0-1 0 0 0,-1 0 0 0 0,1-1 0 0 0,0 1 0 0 0,0-1 57 0 0,-56-36-2524 0 0,36-7-2310 0 0,19 15-137 0 0,5 15 3401 0 0</inkml:trace>
  <inkml:trace contextRef="#ctx0" brushRef="#br0" timeOffset="2165.546">1661 0 2560 0 0,'11'6'7677'0'0,"-10"33"-4893"0"0,-21 38-4370 0 0,-53 20-6955 0 0,51-81 7131 0 0</inkml:trace>
  <inkml:trace contextRef="#ctx0" brushRef="#br0" timeOffset="2552.383">1319 331 2104 0 0,'-2'1'341'0'0,"0"-1"0"0"0,1 1 0 0 0,-1 0 0 0 0,0-1 0 0 0,1 1 0 0 0,-1 0 0 0 0,0 0-1 0 0,1 0 1 0 0,-1 0 0 0 0,1 0 0 0 0,-1 0 0 0 0,1 0 0 0 0,0 1 0 0 0,-1-1 0 0 0,1 1 0 0 0,0-1 0 0 0,0 1-1 0 0,0-1 1 0 0,0 1 0 0 0,0-1 0 0 0,1 1 0 0 0,-1 0 0 0 0,0 0 0 0 0,1-1 0 0 0,-1 2-341 0 0,-4 7 487 0 0,33-25-703 0 0,-7 1 445 0 0,0 1 1 0 0,1 1-1 0 0,1 1 1 0 0,0 1-1 0 0,0 2 1 0 0,1 0-1 0 0,0 1 0 0 0,0 1 1 0 0,1 1-1 0 0,0 2 1 0 0,11 0-230 0 0,213-6 3101 0 0,-247 9-3026 0 0,9 14-174 0 0,-11-13 73 0 0,0 1 0 0 0,0-1 0 0 0,0 0 0 0 0,-1 1-1 0 0,1-1 1 0 0,0 0 0 0 0,-1 0 0 0 0,1 0 0 0 0,-1 1 0 0 0,1-1 0 0 0,-1 0 0 0 0,0 0 0 0 0,1 0 0 0 0,-1 0 0 0 0,0 0 0 0 0,0 0 0 0 0,0 0 0 0 0,0 0-1 0 0,0 0 1 0 0,0-1 0 0 0,0 1 0 0 0,0 0 0 0 0,0-1 0 0 0,0 1 0 0 0,0 0 0 0 0,0-1 0 0 0,0 1 0 0 0,-1-1 0 0 0,1 0 0 0 0,-1 1 26 0 0,0 0-44 0 0,-215 88-6141 0 0,135-60 1859 0 0,56-21 2726 0 0,2-3 118 0 0</inkml:trace>
  <inkml:trace contextRef="#ctx0" brushRef="#br0" timeOffset="2913.747">1428 403 1832 0 0,'5'-2'1437'0'0,"20"-2"4921"0"0,-24 24-3320 0 0,-53 32-2099 0 0,-59 25-330 0 0,150-54-237 0 0,129 28 168 0 0,-19-10 169 0 0,-96-26-532 0 0,-69-7-2505 0 0,-123 1-6213 0 0,111-11 6899 0 0,-23-11 26 0 0</inkml:trace>
  <inkml:trace contextRef="#ctx0" brushRef="#br0" timeOffset="3258.798">1164 512 1528 0 0,'-15'-18'5317'0'0,"43"12"-1027"0"0,-16 4-4477 0 0,156-17 5353 0 0,0 8-1 0 0,66 6-5165 0 0,-234 6 6 0 0,1 0-1 0 0,0 0 1 0 0,0 0-1 0 0,-1 0 1 0 0,1 0-1 0 0,-1 0 1 0 0,1 0-1 0 0,-1 0 1 0 0,0 0-1 0 0,1 0 1 0 0,-1 0-1 0 0,0 0 1 0 0,0 0-1 0 0,1 0 1 0 0,-1 1-1 0 0,0-1 1 0 0,0 0-1 0 0,0 0 1 0 0,0 0-1 0 0,-1 0 1 0 0,1 0-1 0 0,0 0 1 0 0,0 0-1 0 0,-1 0 1 0 0,1 0-1 0 0,-1 0 1 0 0,1 0-1 0 0,-1 0 1 0 0,1 0-1 0 0,-1 0 1 0 0,1 0-1 0 0,-1 0 1 0 0,0 0-1 0 0,0 0 1 0 0,1 0-1 0 0,-1-1 1 0 0,-1 2-6 0 0,-87 68-696 0 0,51-47 321 0 0,2-2-387 0 0,0-2 1 0 0,-1-2 0 0 0,-1-1-1 0 0,-38 10 762 0 0,69-23-97 0 0,-234 54-3973 0 0,211-51 3472 0 0,-52 5-7183 0 0,74-11 7473 0 0,6 0 252 0 0</inkml:trace>
  <inkml:trace contextRef="#ctx0" brushRef="#br0" timeOffset="3498.448">1025 759 5541 0 0,'-19'4'2960'0'0,"28"-8"-786"0"0,28-11-1044 0 0,0 2 0 0 0,1 1 0 0 0,0 1-1 0 0,1 3 1 0 0,0 1 0 0 0,1 2-1130 0 0,1-2 577 0 0,54-7 813 0 0,1 4 0 0 0,81 2-1390 0 0,19 8-246 0 0,-194 0-7 0 0,6-2-908 0 0,-9 0 850 0 0,0 1-1 0 0,0-1 0 0 0,0 1 1 0 0,0-1-1 0 0,0 1 1 0 0,0-1-1 0 0,0 1 0 0 0,-1 0 1 0 0,1 0-1 0 0,-1 0 1 0 0,1-1-1 0 0,-1 2 1 0 0,1-1-1 0 0,-1 0 0 0 0,0 0 1 0 0,1 0-1 0 0,-1 1 1 0 0,0-1-1 0 0,0 1 0 0 0,1-1 1 0 0,-1 1-1 0 0,0 0 1 0 0,0-1-1 0 0,0 1 1 0 0,1 0-1 0 0,-1 0 0 0 0,0 1 1 0 0,0-1-1 0 0,0 0 1 0 0,0 1-1 0 0,1-1 1 0 0,-2 1 311 0 0,-2-1-178 0 0,-74-1-6261 0 0,58 1 4983 0 0</inkml:trace>
  <inkml:trace contextRef="#ctx0" brushRef="#br0" timeOffset="3670.819">1596 605 2128 0 0,'-12'66'6237'0'0,"12"37"-3728"0"0,2-47-1461 0 0,-17 21-903 0 0,-5-26-3593 0 0,14-42-1587 0 0,6-10 3519 0 0</inkml:trace>
  <inkml:trace contextRef="#ctx0" brushRef="#br0" timeOffset="3889.852">1522 723 1848 0 0,'-15'-10'6560'0'0,"-12"26"-4602"0"0,20-11-1503 0 0,-235 124 3115 0 0,241-129-3650 0 0,0 0 1 0 0,0 0 0 0 0,0 0 0 0 0,0 0 0 0 0,0 0 0 0 0,0 0 0 0 0,0 0-1 0 0,0-1 1 0 0,0 1 0 0 0,0 0 0 0 0,0-1 0 0 0,0 1 0 0 0,0 0-1 0 0,0-1 1 0 0,1 1 0 0 0,-1-1 0 0 0,0 0 0 0 0,0 1 0 0 0,0-1-1 0 0,1 0 1 0 0,-1 1 0 0 0,0-1 0 0 0,1 0 0 0 0,-1 0 0 0 0,1 1 0 0 0,-1-1-1 0 0,1 0 1 0 0,-1 0 0 0 0,1 0 0 0 0,-1 0 0 0 0,1 0 0 0 0,0 0-1 0 0,0 0 1 0 0,-1 0 0 0 0,1 0 0 0 0,0 0 0 0 0,0 0 0 0 0,0 0-1 0 0,0 0 1 0 0,0 0 0 0 0,0 0 0 0 0,1 0 0 0 0,-1 0 0 0 0,0 0 0 0 0,0 0-1 0 0,1 0 1 0 0,-1 1 0 0 0,0-1 0 0 0,1 0 0 0 0,-1 0 0 0 0,1 0-1 0 0,-1 0 1 0 0,1 0 0 0 0,0 1 0 0 0,-1-1 0 0 0,1 0 0 0 0,0 1-1 0 0,-1-1 1 0 0,1 0 0 0 0,0 1 0 0 0,0-1 0 0 0,0 1 0 0 0,0-1-1 0 0,0 1 1 0 0,-1-1 0 0 0,2 1 79 0 0,6-10-350 0 0,0 1-1 0 0,0 1 0 0 0,1-1 1 0 0,0 2-1 0 0,0-1 0 0 0,1 1 1 0 0,0 0-1 0 0,1 1 0 0 0,-1 1 1 0 0,1-1-1 0 0,0 1 0 0 0,0 1 1 0 0,1 0-1 0 0,0 1 351 0 0,21-5-277 0 0</inkml:trace>
  <inkml:trace contextRef="#ctx0" brushRef="#br0" timeOffset="4158.638">1468 711 4936 0 0,'288'90'5690'0'0,"-101"-25"-2472"0"0,-153-57-3019 0 0,0-2 0 0 0,0-1 0 0 0,1-1 0 0 0,-1-2 0 0 0,29-2-199 0 0,78-39-3059 0 0,16 15-6450 0 0,-131 18 8226 0 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2:54.015"/>
    </inkml:context>
    <inkml:brush xml:id="br0">
      <inkml:brushProperty name="width" value="0.05" units="cm"/>
      <inkml:brushProperty name="height" value="0.05" units="cm"/>
      <inkml:brushProperty name="color" value="#FFFFFF"/>
    </inkml:brush>
  </inkml:definitions>
  <inkml:trace contextRef="#ctx0" brushRef="#br0">602 39 1932 0 0,'0'-17'1520'0'0,"0"14"-210"0"0,3 3-111 0 0,10 0 189 0 0,-10 0 17 0 0,-3 0-69 0 0,0-3-110 0 0,0 2-1114 0 0,0 1-1 0 0,0-1 1 0 0,0 1-1 0 0,0-1 0 0 0,0 0 1 0 0,0 1-1 0 0,0-1 1 0 0,0 1-1 0 0,0-1 1 0 0,0 1-1 0 0,-1-1 0 0 0,1 0 1 0 0,0 1-1 0 0,0-1 1 0 0,0 1-1 0 0,-1-1 1 0 0,1 1-1 0 0,0-1 0 0 0,-1 1 1 0 0,1 0-1 0 0,-1-1 1 0 0,1 1-1 0 0,0-1 1 0 0,-1 1-1 0 0,1 0 0 0 0,-1-1 1 0 0,1 1-1 0 0,-1 0 1 0 0,1-1-1 0 0,-1 1 0 0 0,1 0 1 0 0,-1 0-1 0 0,1 0 1 0 0,-1-1-1 0 0,0 1 1 0 0,1 0-1 0 0,-1 0 0 0 0,1 0 1 0 0,-1 0-1 0 0,1 0 1 0 0,-1 0-1 0 0,0 0 1 0 0,1 0-1 0 0,-1 0 0 0 0,1 0 1 0 0,-1 1-1 0 0,1-1 1 0 0,-1 0-1 0 0,1 0 0 0 0,-1 0 1 0 0,1 1-1 0 0,-1-1 1 0 0,1 0-1 0 0,-1 1 1 0 0,1-1-1 0 0,-1 0 0 0 0,1 1 1 0 0,-1-1-112 0 0,-43 29-164 0 0,25-15 867 0 0,-271 135-899 0 0,116-90-3078 0 0,136-55 1451 0 0,13-4-2754 0 0,22 0 3458 0 0,-2-13-3600 0 0,9 8 3293 0 0</inkml:trace>
  <inkml:trace contextRef="#ctx0" brushRef="#br0" timeOffset="251.838">87 196 1924 0 0,'14'4'845'0'0,"1"0"0"0"0,-1 1 0 0 0,-1 1-1 0 0,1 0 1 0 0,-1 1 0 0 0,0 0 0 0 0,-1 1 0 0 0,1 0-1 0 0,-2 1 1 0 0,3 2-845 0 0,-6-5 152 0 0,1 0-1 0 0,0 0 0 0 0,0-1 0 0 0,1 0 1 0 0,0-1-1 0 0,0 0 0 0 0,0-1 1 0 0,0 0-1 0 0,0 0 0 0 0,4 0-151 0 0,-12-3-409 0 0,33-3-3532 0 0,34-31-676 0 0,-52 22 3151 0 0</inkml:trace>
  <inkml:trace contextRef="#ctx0" brushRef="#br0" timeOffset="502.814">554 214 904 0 0,'22'-11'6035'0'0,"-38"22"-1917"0"0,-276 135-1504 0 0,155-92-1698 0 0,30-22 450 0 0,217-53 267 0 0,159-32-883 0 0,-108 11-2193 0 0,-160 42 1205 0 0,1-1 0 0 0,-1 1-1 0 0,0-1 1 0 0,0 1 0 0 0,0-1 0 0 0,1 1 0 0 0,-1-1 0 0 0,0 1 0 0 0,0-1-1 0 0,0 0 1 0 0,0 0 0 0 0,0 0 0 0 0,0 0 0 0 0,0 1 0 0 0,-1-1-1 0 0,1 0 1 0 0,0 0 0 0 0,0-1 0 0 0,-1 1 0 0 0,1 0 0 0 0,0 0 0 0 0,-1 0-1 0 0,1 0 1 0 0,-1 0 0 0 0,0-1 0 0 0,1 1 0 0 0,-1 0 0 0 0,0 0-1 0 0,0-1 1 0 0,0 1 0 0 0,0 0 0 0 0,0-1 0 0 0,0 1 0 0 0,0 0 0 0 0,0 0-1 0 0,-1-1 1 0 0,1 1 0 0 0,0 0 0 0 0,-1 0 0 0 0,1-1 0 0 0,-1 1-1 0 0,1 0 1 0 0,-1 0 0 0 0,0 0 0 0 0,1 0 0 0 0,-1 0 0 0 0,0 0 0 0 0,0 0-1 0 0,0 0 1 0 0,1 0 0 0 0,-1 0 0 0 0,0 1 0 0 0,0-1 0 0 0,-1 0-1 0 0,1 0 1 0 0,0 1 0 0 0,0-1 0 0 0,-1 1 238 0 0,-4-9 536 0 0,-4-3-1856 0 0,-3-4 184 0 0</inkml:trace>
  <inkml:trace contextRef="#ctx0" brushRef="#br0" timeOffset="769.511">492 176 2724 0 0,'-4'-4'404'0'0,"4"3"-273"0"0,0-1 0 0 0,0 1-1 0 0,-1 0 1 0 0,1 0 0 0 0,0 0-1 0 0,-1 0 1 0 0,1 0-1 0 0,-1 0 1 0 0,0 0 0 0 0,1 0-1 0 0,-1 0 1 0 0,0 0-1 0 0,0 0 1 0 0,1 1 0 0 0,-1-1-1 0 0,0 0 1 0 0,0 0-1 0 0,0 1 1 0 0,0-1 0 0 0,0 0-1 0 0,0 1 1 0 0,0-1 0 0 0,0 1-1 0 0,0 0 1 0 0,0-1-1 0 0,0 1 1 0 0,0 0 0 0 0,-1-1-1 0 0,1 1 1 0 0,0 0-1 0 0,0 0 1 0 0,0 0 0 0 0,0 0-1 0 0,-1 0 1 0 0,1 0 0 0 0,0 1-1 0 0,0-1 1 0 0,0 0-1 0 0,0 0 1 0 0,0 1 0 0 0,0-1-1 0 0,0 1 1 0 0,0-1-1 0 0,0 1 1 0 0,0-1 0 0 0,0 1-1 0 0,0 0 1 0 0,0 0-1 0 0,0-1 1 0 0,0 1 0 0 0,0 0-1 0 0,1 0 1 0 0,-1 0-131 0 0,-19 138 2833 0 0,-8 31-1893 0 0,-21 37-1891 0 0,44-199-3271 0 0,5-27-337 0 0,1 10 3652 0 0,-2-3-38 0 0</inkml:trace>
  <inkml:trace contextRef="#ctx0" brushRef="#br0" timeOffset="1034.404">340 585 1816 0 0,'-16'-105'4117'0'0,"14"104"-4020"0"0,1-1 1 0 0,0 0 0 0 0,-1 1-1 0 0,1-1 1 0 0,-1 1 0 0 0,1-1-1 0 0,-1 1 1 0 0,0 0 0 0 0,0 0 0 0 0,0 0-1 0 0,0 0 1 0 0,1 0 0 0 0,-1 0-1 0 0,0 0 1 0 0,0 1 0 0 0,-1-1 0 0 0,1 1-1 0 0,0-1 1 0 0,0 1 0 0 0,0 0-1 0 0,0 0 1 0 0,0 0 0 0 0,0 0 0 0 0,-1 0-1 0 0,1 0 1 0 0,0 1 0 0 0,0-1-1 0 0,0 1 1 0 0,0-1 0 0 0,0 1-1 0 0,0 0 1 0 0,0 0 0 0 0,0 0 0 0 0,0 0-1 0 0,1 0 1 0 0,-1 0 0 0 0,0 0-1 0 0,0 1 1 0 0,-1 1-98 0 0,0-2-13 0 0,-81 44 1539 0 0,26-12-114 0 0,201-73 264 0 0,-90 21-1564 0 0,1 2 1 0 0,1 2-1 0 0,54-7-112 0 0,-28 19-557 0 0,-81 3 542 0 0,1-1 0 0 0,-1 1-1 0 0,1 0 1 0 0,-1 0 0 0 0,1 0 0 0 0,-1 0 0 0 0,1 0-1 0 0,0 0 1 0 0,-1 1 0 0 0,1-1 0 0 0,-1 0 0 0 0,1 0-1 0 0,-1 0 1 0 0,1 0 0 0 0,-1 1 0 0 0,0-1 0 0 0,1 0-1 0 0,-1 0 1 0 0,1 1 0 0 0,-1-1 0 0 0,1 0 0 0 0,-1 1-1 0 0,0-1 1 0 0,1 1 0 0 0,-1-1 0 0 0,0 0 0 0 0,1 1-1 0 0,-1-1 1 0 0,0 1 0 0 0,1-1 0 0 0,-1 1 0 0 0,0-1-1 0 0,0 1 1 0 0,0-1 0 0 0,0 1 0 0 0,0-1 0 0 0,1 1-1 0 0,-1-1 1 0 0,0 1 0 0 0,0-1 0 0 0,0 1 0 0 0,0-1-1 0 0,0 1 1 0 0,0-1 0 0 0,-1 1 0 0 0,1 0 0 0 0,0-1-1 0 0,0 1 1 0 0,0-1 0 0 0,0 1 0 0 0,-1-1 0 0 0,1 0-1 0 0,0 1 1 0 0,0-1 0 0 0,-1 1 0 0 0,1-1 0 0 0,0 1-1 0 0,-1-1 1 0 0,1 0 0 0 0,-1 1 0 0 0,1-1 0 0 0,0 0-1 0 0,-1 1 16 0 0,-25 27-1276 0 0,-84 24-2177 0 0,29-35-1612 0 0,58-13 3553 0 0</inkml:trace>
  <inkml:trace contextRef="#ctx0" brushRef="#br0" timeOffset="1702.504">265 597 1660 0 0,'-39'66'5425'0'0,"22"36"-1475"0"0,17-103-3948 0 0,0 1 1 0 0,0 0-1 0 0,0 0 1 0 0,1-1-1 0 0,-1 1 1 0 0,0 0-1 0 0,0 0 1 0 0,0-1-1 0 0,1 1 0 0 0,-1 0 1 0 0,0 0-1 0 0,0 0 1 0 0,1-1-1 0 0,-1 1 1 0 0,0 0-1 0 0,0 0 1 0 0,1 0-1 0 0,-1 0 1 0 0,0 0-1 0 0,0 0 0 0 0,1 0 1 0 0,-1-1-1 0 0,0 1 1 0 0,1 0-1 0 0,-1 0 1 0 0,0 0-1 0 0,1 0 1 0 0,-1 0-1 0 0,0 0 0 0 0,0 0 1 0 0,1 0-1 0 0,-1 1 1 0 0,0-1-1 0 0,1 0 1 0 0,-1 0-1 0 0,0 0 1 0 0,0 0-1 0 0,1 0 0 0 0,-1 0 1 0 0,0 0-1 0 0,1 1 1 0 0,-1-1-1 0 0,0 0 1 0 0,0 0-1 0 0,0 0 1 0 0,1 1-1 0 0,-1-1 1 0 0,0 0-1 0 0,0 0 0 0 0,0 1 1 0 0,0-1-3 0 0,18-32 405 0 0,-17 29-364 0 0,4-7 121 0 0,-2 1-13 0 0,1 1 0 0 0,0 0-1 0 0,0 0 1 0 0,1 1 0 0 0,0-1 0 0 0,1 1 0 0 0,-1 0 0 0 0,1 0 0 0 0,1 1 0 0 0,-1-1 0 0 0,1 1 0 0 0,0 1 0 0 0,0 0 0 0 0,4-2-149 0 0,2-1 256 0 0,1 1 0 0 0,0 1 0 0 0,0 0 0 0 0,0 1 0 0 0,1 0 0 0 0,0 1 0 0 0,0 1 0 0 0,0 1 0 0 0,3 0-256 0 0,70-4 969 0 0,-26 33-122 0 0,-46-23-264 0 0,-15-3-590 0 0,1 0 0 0 0,-1 0 0 0 0,0 0 0 0 0,1 0 1 0 0,-1 0-1 0 0,0 0 0 0 0,0 0 0 0 0,0 0 0 0 0,0 1 1 0 0,0-1-1 0 0,0 0 0 0 0,0 1 0 0 0,0-1 0 0 0,-1 1 0 0 0,1-1 1 0 0,0 1-1 0 0,-1-1 0 0 0,1 1 0 0 0,-1 0 0 0 0,0-1 1 0 0,1 1-1 0 0,-1 0 0 0 0,0-1 0 0 0,0 1 0 0 0,0 0 0 0 0,0-1 1 0 0,-1 1-1 0 0,1-1 0 0 0,0 1 0 0 0,-1 0 0 0 0,1-1 1 0 0,-1 1-1 0 0,1-1 0 0 0,-1 1 0 0 0,0-1 0 0 0,0 1 0 0 0,1-1 1 0 0,-1 0-1 0 0,0 1 0 0 0,0-1 0 0 0,0 0 0 0 0,-1 0 1 0 0,1 1-1 0 0,-1-1 7 0 0,-5 7-243 0 0,-1 0 0 0 0,-1 0 0 0 0,1-1 0 0 0,-1 0 0 0 0,0-1 0 0 0,-1 0 0 0 0,0-1 0 0 0,1 1 0 0 0,-8 1 243 0 0,-89 18-1741 0 0,98-24 1624 0 0,1-1-1 0 0,-1 1 1 0 0,0-1 0 0 0,0-1 0 0 0,0 1-1 0 0,0-1 1 0 0,0-1 0 0 0,1 0-1 0 0,-1 0 1 0 0,1 0 0 0 0,-1-1-1 0 0,1 0 1 0 0,0 0 0 0 0,-4-3 117 0 0,12 6 9 0 0,0 0 1 0 0,0 0-1 0 0,0 0 0 0 0,0 0 1 0 0,0-1-1 0 0,0 1 1 0 0,0 0-1 0 0,0 0 0 0 0,0-1 1 0 0,0 1-1 0 0,-1-1 0 0 0,1 1 1 0 0,0-1-1 0 0,0 1 1 0 0,0-1-1 0 0,-1 0 0 0 0,1 1 1 0 0,0-1-1 0 0,-1 0 0 0 0,1 1 1 0 0,-1-1-1 0 0,1 0 1 0 0,-1 0-1 0 0,1 0 0 0 0,-1 0 1 0 0,1 0-1 0 0,-1 1 1 0 0,0-1-1 0 0,1 0 0 0 0,-1 0 1 0 0,0 0-1 0 0,0 0 0 0 0,0 0 1 0 0,0 0-1 0 0,0 0 1 0 0,0 0-1 0 0,0 0 0 0 0,0 0 1 0 0,0 0-1 0 0,0 0 1 0 0,-1 0-1 0 0,1 0 0 0 0,0 0 1 0 0,0 1-1 0 0,-1-1 0 0 0,1 0 1 0 0,-1 0-1 0 0,1 0 1 0 0,-1 0-1 0 0,1 1 0 0 0,-1-1 1 0 0,0 0-1 0 0,1 0 0 0 0,-1 1 1 0 0,0-1-1 0 0,0 1 1 0 0,1-1-1 0 0,-1 0 0 0 0,0 1 1 0 0,0-1-1 0 0,0 1 1 0 0,0 0-1 0 0,1-1 0 0 0,-1 1 1 0 0,0 0-1 0 0,0 0 0 0 0,0-1 1 0 0,0 1-1 0 0,-1 0-9 0 0,47 0 271 0 0,-44 1-299 0 0,1 0 0 0 0,-1 0 0 0 0,0 0 0 0 0,0 0 0 0 0,0 0-1 0 0,0 0 1 0 0,1 0 0 0 0,-1 0 0 0 0,0 0 0 0 0,-1 0 0 0 0,1 0 0 0 0,0 1 0 0 0,0-1 0 0 0,0 0 0 0 0,-1 1 0 0 0,1-1 0 0 0,-1 0 0 0 0,1 1 0 0 0,-1-1-1 0 0,0 1 1 0 0,1-1 0 0 0,-1 1 0 0 0,0-1 0 0 0,0 1 0 0 0,0-1 0 0 0,0 1 0 0 0,0-1 0 0 0,0 1 28 0 0,-23 31-1633 0 0,38-77 940 0 0,-15 44 688 0 0,0 1 1 0 0,0-1 0 0 0,0 1-1 0 0,0-1 1 0 0,0 1 0 0 0,0-1-1 0 0,0 0 1 0 0,0 1 0 0 0,0-1-1 0 0,0 1 1 0 0,0-1 0 0 0,0 1-1 0 0,0-1 1 0 0,1 1 0 0 0,-1-1-1 0 0,0 1 1 0 0,0-1 0 0 0,1 0-1 0 0,-1 1 1 0 0,0-1 0 0 0,0 0-1 0 0,1 1 1 0 0,-1-1 0 0 0,1 0 0 0 0,-1 1-1 0 0,0-1 1 0 0,1 0 0 0 0,-1 0-1 0 0,0 1 1 0 0,1-1 0 0 0,-1 0-1 0 0,1 0 1 0 0,-1 0 0 0 0,1 1-1 0 0,-1-1 1 0 0,1 0 0 0 0,-1 0-1 0 0,1 0 1 0 0,-1 0 0 0 0,0 0-1 0 0,1 0 1 0 0,-1 0 0 0 0,1 0-1 0 0,-1 0 1 0 0,1 0 0 0 0,-1 0-1 0 0,1-1 1 0 0,-1 1 0 0 0,1 0-1 0 0,-1 0 1 0 0,0 0 0 0 0,1 0-1 0 0,-1-1 1 0 0,1 1 0 0 0,-1 0-1 0 0,0-1 1 0 0,1 1 4 0 0,-28 35-5737 0 0,25-35 4931 0 0,1-1 28 0 0</inkml:trace>
  <inkml:trace contextRef="#ctx0" brushRef="#br0" timeOffset="1968.517">375 750 2500 0 0,'-9'18'4100'0'0,"38"-28"-7957"0"0,-14 2 2562 0 0</inkml:trace>
  <inkml:trace contextRef="#ctx0" brushRef="#br0" timeOffset="3214.644">819 137 2240 0 0,'8'-8'8902'0'0,"25"-6"-7243"0"0,-26 11-980 0 0,143-45 2331 0 0,-145 47-2949 0 0,1 1 0 0 0,-1 0 0 0 0,1 0 0 0 0,-1 0 0 0 0,1 1 0 0 0,-1-1 0 0 0,0 2 0 0 0,1-1 0 0 0,-1 0 0 0 0,0 1 1 0 0,0 0-1 0 0,0 0 0 0 0,0 1 0 0 0,0-1 0 0 0,0 1 0 0 0,-1 0 0 0 0,1 0 0 0 0,-1 1 0 0 0,0-1 0 0 0,0 1 1 0 0,0 0-1 0 0,-1 0 0 0 0,1 0 0 0 0,-1 1 0 0 0,0-1 0 0 0,0 1 0 0 0,0 0 0 0 0,-1 0 0 0 0,0 0 0 0 0,0 0 1 0 0,0 0-1 0 0,0 0 0 0 0,-1 1 0 0 0,0-1 0 0 0,0 0 0 0 0,-1 1-61 0 0,11 158 634 0 0,-12-110-507 0 0,-25 90 24 0 0,0 13-862 0 0,5-133-2090 0 0,20-24 2344 0 0,-9-3-352 0 0,-1-6 660 0 0,1-1 0 0 0,1 0 0 0 0,-1 0 0 0 0,2-1 0 0 0,-1 0-1 0 0,2-1 1 0 0,-1 1 0 0 0,-1-6 149 0 0,-18-25-99 0 0,-38-81 684 0 0,57 69 391 0 0,8 53-811 0 0,0 1-50 0 0,0 0-66 0 0,0 0 25 0 0,0 0 2 0 0,0 0 1 0 0,0 0 42 0 0,5-8 60 0 0,-5 8-178 0 0,0 0 0 0 0,0 0 0 0 0,1 1 0 0 0,-1-1 1 0 0,0 0-1 0 0,0 0 0 0 0,0 0 0 0 0,0 0 0 0 0,0 0 1 0 0,1 0-1 0 0,-1 0 0 0 0,0 0 0 0 0,0 0 0 0 0,0 0 1 0 0,0 0-1 0 0,1 1 0 0 0,-1-1 0 0 0,0 0 0 0 0,0 0 1 0 0,0 0-1 0 0,1 0 0 0 0,-1 0 0 0 0,0 0 0 0 0,0 0 1 0 0,0-1-1 0 0,0 1 0 0 0,1 0 0 0 0,-1 0 0 0 0,0 0 0 0 0,0 0-1 0 0,-34 92-1760 0 0,34-91 1723 0 0,0-1 61 0 0,0 0-53 0 0,3 1 14 0 0,50-12-135 0 0,79-105-1440 0 0,-17-23-2009 0 0,-96 104 3811 0 0,-18 32-22 0 0,0 0 0 0 0,0 0-1 0 0,0 0 1 0 0,0 0 0 0 0,1 0 0 0 0,-1 1 0 0 0,1-1 0 0 0,0 1 0 0 0,-1-1 0 0 0,1 1 0 0 0,0-1 0 0 0,1 1 0 0 0,-1 0 0 0 0,0 0 0 0 0,1 0 0 0 0,-1 0 0 0 0,1 1 0 0 0,-1-1-1 0 0,1 1 1 0 0,0-1 0 0 0,0 1 0 0 0,0 0 0 0 0,2-1-190 0 0,-1 3 193 0 0,1-1 1 0 0,0 1-1 0 0,0-1 0 0 0,0 1 0 0 0,0 1 1 0 0,0-1-1 0 0,-1 1 0 0 0,1 0 0 0 0,-1 0 1 0 0,1 0-1 0 0,-1 0 0 0 0,0 1 0 0 0,0 0 1 0 0,0 0-1 0 0,0 0 0 0 0,0 0 0 0 0,-1 1 1 0 0,1-1-1 0 0,1 4-193 0 0,4 1 366 0 0,-2-2-294 0 0,0-1 0 0 0,0 1-1 0 0,-1 1 1 0 0,0-1 0 0 0,-1 1 0 0 0,1 0 0 0 0,-1 0 0 0 0,-1 1-1 0 0,1 0 1 0 0,-1 0 0 0 0,-1 0 0 0 0,3 8-72 0 0,7 132 580 0 0,-35-28-286 0 0,-13 21 4 0 0,36-140-334 0 0,-1-1-1 0 0,0 1 1 0 0,0 0-1 0 0,0-1 1 0 0,0 1-1 0 0,0-1 1 0 0,0 1-1 0 0,-1 0 1 0 0,1-1-1 0 0,0 1 1 0 0,0 0-1 0 0,0-1 1 0 0,-1 1-1 0 0,1 0 1 0 0,0-1-1 0 0,-1 1 1 0 0,1-1-1 0 0,0 1 1 0 0,-1-1-1 0 0,1 1 1 0 0,-1-1-1 0 0,1 1 1 0 0,-1-1-1 0 0,1 1 1 0 0,-1-1-1 0 0,1 0 1 0 0,-1 1-1 0 0,1-1 1 0 0,-1 0-1 0 0,1 1 1 0 0,-1-1-1 0 0,0 0 1 0 0,1 0-1 0 0,-1 0 1 0 0,0 1-1 0 0,1-1 1 0 0,-1 0-1 0 0,1 0 1 0 0,-1 0-1 0 0,0 0 1 0 0,1 0-1 0 0,-1 0 1 0 0,0 0 0 0 0,1 0-1 0 0,-1-1 1 0 0,0 1-1 0 0,1 0 1 0 0,-1 0-1 0 0,0-1 1 0 0,1 1-1 0 0,-1 0 1 0 0,1 0-1 0 0,-1-1 1 0 0,1 1-1 0 0,-1-1 1 0 0,1 1-1 0 0,-1 0 1 0 0,1-1-1 0 0,-1 1 1 0 0,1-1-1 0 0,-1 1 1 0 0,1-1-1 0 0,0 0 1 0 0,-1 1 36 0 0,-22-47-1784 0 0,18 36 1753 0 0,-75-242-1505 0 0,70 207 2138 0 0,10 45-520 0 0,0 1 19 0 0,0 0 6 0 0,2-12 157 0 0,-2 11-253 0 0,1 1-1 0 0,-1-1 1 0 0,1 1-1 0 0,0-1 1 0 0,-1 1-1 0 0,1 0 1 0 0,-1-1-1 0 0,1 1 1 0 0,0 0-1 0 0,-1-1 1 0 0,1 1-1 0 0,0 0 1 0 0,0 0-1 0 0,-1 0 1 0 0,1 0-1 0 0,0 0 1 0 0,-1-1-1 0 0,1 1 1 0 0,0 0-1 0 0,0 1 1 0 0,-1-1-1 0 0,1 0 0 0 0,0 0 1 0 0,-1 0-1 0 0,1 0 1 0 0,0 0-1 0 0,-1 1 1 0 0,1-1-1 0 0,0 0 1 0 0,-1 1-1 0 0,1-1 1 0 0,0 0-1 0 0,-1 1 1 0 0,1-1-1 0 0,-1 1 1 0 0,1-1-1 0 0,-1 1 1 0 0,1-1-1 0 0,-1 1 1 0 0,1 0-1 0 0,-1-1 1 0 0,0 1-1 0 0,1-1 1 0 0,-1 1-1 0 0,0 0 1 0 0,1-1-1 0 0,-1 1 1 0 0,0 0-1 0 0,0-1 1 0 0,0 1-1 0 0,0 0 0 0 0,0 0 1 0 0,1-1-1 0 0,-1 1 1 0 0,0 0-1 0 0,-1-1 1 0 0,1 1-1 0 0,0 0 1 0 0,0 0-1 0 0,0-1 1 0 0,0 1-1 0 0,0 0 1 0 0,-1-1-1 0 0,1 1 1 0 0,-1 0-11 0 0,1 0-55 0 0,0 1 0 0 0,-1-1 0 0 0,1 0 0 0 0,0 0 1 0 0,0 1-1 0 0,-1-1 0 0 0,1 0 0 0 0,0 1 0 0 0,0-1 0 0 0,1 0 1 0 0,-1 0-1 0 0,0 1 0 0 0,0-1 0 0 0,1 0 0 0 0,-1 1 1 0 0,0-1-1 0 0,1 0 0 0 0,-1 0 0 0 0,1 0 0 0 0,0 0 0 0 0,-1 1 1 0 0,1-1-1 0 0,0 0 0 0 0,0 0 0 0 0,0 0 0 0 0,0 0 0 0 0,0-1 1 0 0,0 1-1 0 0,0 0 0 0 0,0 0 0 0 0,0 0 0 0 0,0-1 0 0 0,0 1 1 0 0,0-1-1 0 0,0 1 0 0 0,1-1 0 0 0,-1 1 0 0 0,0-1 0 0 0,0 0 1 0 0,1 1-1 0 0,-1-1 0 0 0,0 0 0 0 0,1 0 0 0 0,-1 0 1 0 0,0 0-1 0 0,1 0 0 0 0,-1 0 0 0 0,0-1 0 0 0,0 1 0 0 0,1 0 1 0 0,-1-1-1 0 0,0 1 0 0 0,0-1 0 0 0,1 1 0 0 0,-1-1 0 0 0,0 1 1 0 0,0-1-1 0 0,0 0 0 0 0,0 0 0 0 0,1 0 55 0 0,89-35-9162 0 0,-80 29 7821 0 0</inkml:trace>
  <inkml:trace contextRef="#ctx0" brushRef="#br0" timeOffset="3573.673">1669 195 1184 0 0,'5'0'1400'0'0,"-2"-3"-204"0"0,1 2-212 0 0,-2 0-103 0 0,1 1-185 0 0,3 0-72 0 0,-5 0-76 0 0,2 2-248 0 0,-1-1-188 0 0,0 2-192 0 0,-2 2 12 0 0,0-2-948 0 0,-2 1 80 0 0,0 1-669 0 0,-1 5 225 0 0,-2-4-32 0 0</inkml:trace>
  <inkml:trace contextRef="#ctx0" brushRef="#br0" timeOffset="4334.76">1565 503 1604 0 0,'1'3'448'0'0,"0"0"0"0"0,0 1 0 0 0,0-1 0 0 0,0 0 0 0 0,1 0 0 0 0,-1 0 0 0 0,1 0 0 0 0,0 0 0 0 0,0 0 0 0 0,0 0 0 0 0,0-1 0 0 0,1 1 0 0 0,-1-1 0 0 0,1 1 0 0 0,-1-1 0 0 0,1 0 0 0 0,0 0 0 0 0,0 0 0 0 0,0 0 0 0 0,0-1 0 0 0,0 1 0 0 0,0-1 0 0 0,1 0-448 0 0,-1 3 104 0 0,0 0-1 0 0,1 0 1 0 0,-2 0 0 0 0,1 0 0 0 0,0 0 0 0 0,-1 1 0 0 0,0-1 0 0 0,0 1 0 0 0,-1-1-1 0 0,1 1 1 0 0,-1 0 0 0 0,0 0 0 0 0,0 0 0 0 0,0 0 0 0 0,-1 0 0 0 0,0 0-1 0 0,0-1 1 0 0,0 1 0 0 0,0 0 0 0 0,-1 0 0 0 0,0 1-104 0 0,1 3 184 0 0,0 89 812 0 0,0-98-1002 0 0,1 1-1 0 0,-1 0 0 0 0,0 0 1 0 0,1 0-1 0 0,-1 0 0 0 0,0-1 1 0 0,1 1-1 0 0,-1 0 0 0 0,1 0 0 0 0,-1 0 1 0 0,1-1-1 0 0,0 1 0 0 0,-1 0 1 0 0,1-1-1 0 0,0 1 0 0 0,-1-1 1 0 0,1 1-1 0 0,0-1 0 0 0,0 1 1 0 0,0-1-1 0 0,-1 0 0 0 0,1 1 1 0 0,0-1-1 0 0,0 0 0 0 0,0 1 0 0 0,0-1 1 0 0,0 0-1 0 0,0 0 0 0 0,0 0 1 0 0,0 0-1 0 0,-1 0 0 0 0,1 0 1 0 0,0 0-1 0 0,0 0 0 0 0,0 0 1 0 0,0-1-1 0 0,0 1 0 0 0,0 0 0 0 0,0 0 1 0 0,-1-1-1 0 0,1 1 0 0 0,0-1 1 0 0,0 1-1 0 0,0-1 0 0 0,-1 1 1 0 0,1-1-1 0 0,0 1 0 0 0,-1-1 1 0 0,1 0-1 0 0,0 1 0 0 0,-1-1 1 0 0,1 0-1 0 0,-1 1 0 0 0,1-1 0 0 0,-1 0 1 0 0,1 0-1 0 0,-1 0 0 0 0,0 0 1 0 0,1 0 6 0 0,23-34-792 0 0,-2-1 0 0 0,-1-1 0 0 0,-2-1 0 0 0,-2-1 0 0 0,-1 0 1 0 0,2-13 791 0 0,103-276 194 0 0,-62 213 2503 0 0,-31 100-93 0 0,-27 15-2197 0 0,-1 0-58 0 0,34 2 1686 0 0,-22 6-1878 0 0,-9-7-108 0 0,-1 0 1 0 0,1 0-1 0 0,-1 0 1 0 0,1 0-1 0 0,-1 0 1 0 0,0 0-1 0 0,0 1 1 0 0,0-1-1 0 0,0 1 1 0 0,0-1-1 0 0,0 1 1 0 0,0 0-1 0 0,0 0 1 0 0,-1 0-1 0 0,1 0 1 0 0,-1 0-1 0 0,1 0 1 0 0,-1 0-1 0 0,0 1 1 0 0,0-1-1 0 0,0 0 1 0 0,0 1-1 0 0,0-1 1 0 0,0 1-1 0 0,-1-1 1 0 0,1 1-1 0 0,-1-1 1 0 0,0 1-1 0 0,0-1 1 0 0,0 1-1 0 0,0 0 1 0 0,0-1-1 0 0,-1 1 1 0 0,1-1-1 0 0,-1 1 1 0 0,1-1-50 0 0,-10 14-75 0 0,0-1 1 0 0,-1-1 0 0 0,0 0 0 0 0,-2 0 0 0 0,1-2 0 0 0,-1 1 0 0 0,-1-1 0 0 0,0-1 0 0 0,-1-1 0 0 0,0 0-1 0 0,-1-1 1 0 0,0 0 0 0 0,0-1 0 0 0,-6 1 74 0 0,9-4-519 0 0,0 0 0 0 0,0-1-1 0 0,-1 0 1 0 0,0-1 0 0 0,1 0-1 0 0,-1-2 1 0 0,0 1 0 0 0,-14-2 519 0 0,23-3-665 0 0,3 2 532 0 0,1-1 1 0 0,-1 1-1 0 0,1-1 1 0 0,-1 1-1 0 0,1-1 0 0 0,0 0 1 0 0,0 1-1 0 0,0-1 1 0 0,0 0-1 0 0,0 0 1 0 0,0 0-1 0 0,0 0 0 0 0,1 0 1 0 0,-1 0-1 0 0,1 0 1 0 0,-1 0-1 0 0,1 0 0 0 0,0 0 1 0 0,0 0-1 0 0,0-1 1 0 0,0 1-1 0 0,0 0 0 0 0,0 0 1 0 0,1 0-1 0 0,-1 0 1 0 0,1 0-1 0 0,-1 0 1 0 0,1 0-1 0 0,1-2 133 0 0,2-4-147 0 0,48-70-537 0 0,-50 76 754 0 0,0 0 0 0 0,1-1 1 0 0,-1 1-1 0 0,0 0 1 0 0,1 0-1 0 0,0 1 0 0 0,-1-1 1 0 0,1 0-1 0 0,0 1 1 0 0,0 0-1 0 0,0-1 0 0 0,0 1 1 0 0,0 0-1 0 0,0 1 1 0 0,0-1-1 0 0,0 0 1 0 0,0 1-1 0 0,1 0 0 0 0,-1 0 1 0 0,0 0-1 0 0,0 0 1 0 0,0 0-1 0 0,1 1 0 0 0,-1-1 1 0 0,0 1-1 0 0,0 0 1 0 0,0 0-1 0 0,2 1-70 0 0,203 125 3608 0 0,-92-77-1757 0 0,-116-50-1914 0 0,0 0 0 0 0,0 1 0 0 0,-1-1 0 0 0,1 0 0 0 0,0 0 0 0 0,-1 0 0 0 0,1 0 0 0 0,0 1 0 0 0,0-1 0 0 0,0 0 0 0 0,-1 0 0 0 0,1 0 0 0 0,0 1 0 0 0,0-1 0 0 0,0 0 0 0 0,-1 1 0 0 0,1-1 0 0 0,0 0 0 0 0,0 0 0 0 0,0 1 0 0 0,0-1 0 0 0,0 0 0 0 0,0 1 0 0 0,0-1 0 0 0,0 0-1 0 0,0 1 1 0 0,-1-1 0 0 0,1 0 0 0 0,1 0 0 0 0,-1 1 0 0 0,0-1 0 0 0,0 0 0 0 0,0 1 0 0 0,0-1 0 0 0,0 0 0 0 0,0 1 0 0 0,0-1 0 0 0,0 0 0 0 0,0 0 0 0 0,1 1 0 0 0,-1-1 0 0 0,0 0 0 0 0,0 1 0 0 0,0-1 0 0 0,1 0 0 0 0,-1 0 0 0 0,0 0 0 0 0,0 1 0 0 0,0-1 0 0 0,1 0 0 0 0,-1 0 0 0 0,0 0 0 0 0,1 0 0 0 0,-1 1 0 0 0,0-1 0 0 0,0 0 0 0 0,1 0 0 0 0,-1 0 0 0 0,0 0-1 0 0,1 0 1 0 0,-1 0 0 0 0,0 0 0 0 0,1 0 63 0 0,-35 10-1856 0 0,25-8 921 0 0,-131 37-6851 0 0,111-29 6316 0 0</inkml:trace>
  <inkml:trace contextRef="#ctx0" brushRef="#br0" timeOffset="4739.827">1898 439 2116 0 0,'-40'14'5543'0'0,"71"-9"-944"0"0,122-8-1915 0 0,-198 53-4255 0 0,-137 75 720 0 0,84-64 1979 0 0,147-60 1784 0 0,437-100-660 0 0,-453 87-5319 0 0,-33 11 2272 0 0,0 1-58 0 0,0 0-383 0 0,0-2-293 0 0,-47-53-6563 0 0,30 37 6584 0 0</inkml:trace>
  <inkml:trace contextRef="#ctx0" brushRef="#br0" timeOffset="4925.386">2119 400 1336 0 0,'-5'-3'471'0'0,"5"1"-297"0"0,-1 1 1 0 0,0 0-1 0 0,0 0 1 0 0,1 0-1 0 0,-1 0 1 0 0,0 0-1 0 0,0 0 0 0 0,0 0 1 0 0,0 0-1 0 0,0 1 1 0 0,0-1-1 0 0,0 0 1 0 0,0 0-1 0 0,-1 1 1 0 0,1-1-1 0 0,0 1 0 0 0,0-1 1 0 0,-1 1-1 0 0,1 0 1 0 0,0-1-1 0 0,0 1 1 0 0,-1 0-1 0 0,1 0 1 0 0,0 0-1 0 0,-1 0 0 0 0,1 0 1 0 0,0 0-1 0 0,-1 0 1 0 0,1 1-1 0 0,0-1 1 0 0,-1 0-1 0 0,1 1 1 0 0,0-1-1 0 0,0 1 0 0 0,0-1 1 0 0,-1 1-1 0 0,1-1 1 0 0,0 1-1 0 0,0 0 1 0 0,0 0-1 0 0,0 0 1 0 0,0 0-175 0 0,4 161 5928 0 0,21-10-4315 0 0,-20-16-1344 0 0,-30-50-3909 0 0,-15 1-6345 0 0,38-81 8450 0 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2:59.551"/>
    </inkml:context>
    <inkml:brush xml:id="br0">
      <inkml:brushProperty name="width" value="0.05" units="cm"/>
      <inkml:brushProperty name="height" value="0.05" units="cm"/>
      <inkml:brushProperty name="color" value="#FFFFFF"/>
    </inkml:brush>
  </inkml:definitions>
  <inkml:trace contextRef="#ctx0" brushRef="#br0">406 127 1960 0 0,'0'13'6590'0'0,"-7"14"-5125"0"0,-11 18-19 0 0,-3-1 0 0 0,-1-1 0 0 0,-2-1 0 0 0,-23 31-1446 0 0,-108 132 891 0 0,115-150-1668 0 0,-25 42-4164 0 0,64-95 4186 0 0,-3 5 382 0 0,3-2-5739 0 0,1-5 4620 0 0</inkml:trace>
  <inkml:trace contextRef="#ctx0" brushRef="#br0" timeOffset="1722.922">868 152 2356 0 0,'0'0'1408'0'0,"0"0"-128"0"0,0 0-121 0 0,0 0-151 0 0,0 0-159 0 0,0 0-100 0 0,0 0-49 0 0,0 0-71 0 0,-9 7 531 0 0,-177 151 1152 0 0,65-84-2278 0 0,120-74-77 0 0,1 1 0 0 0,0-1 0 0 0,-1 1 1 0 0,1-1-1 0 0,-1 1 0 0 0,1-1 0 0 0,-1 0 0 0 0,1 1 0 0 0,-1-1 1 0 0,1 0-1 0 0,-1 1 0 0 0,1-1 0 0 0,-1 0 0 0 0,0 1 0 0 0,1-1 0 0 0,-1 0 1 0 0,1 0-1 0 0,-1 0 0 0 0,0 0 0 0 0,1 0 0 0 0,-1 0 0 0 0,0 0 1 0 0,1 0-1 0 0,-1 0 0 0 0,1 0 0 0 0,-1 0 0 0 0,0 0 0 0 0,1 0 1 0 0,-1 0-1 0 0,0 0 0 0 0,1-1 0 0 0,-1 1 0 0 0,1 0 0 0 0,-1 0 1 0 0,1-1-1 0 0,-1 1 0 0 0,1-1 0 0 0,-1 1 0 0 0,1 0 0 0 0,-1-1 1 0 0,1 1-1 0 0,-1-1 0 0 0,1 1 0 0 0,-1-1 0 0 0,1 1 0 0 0,0-1 1 0 0,-1 1-1 0 0,1-1 0 0 0,0 1 0 0 0,0-1 0 0 0,-1 0 0 0 0,1 1 0 0 0,0-1 43 0 0,12-33-1201 0 0,4 15 1098 0 0,2 0 0 0 0,0 2 0 0 0,1 0 0 0 0,1 1 1 0 0,1 1-1 0 0,0 0 0 0 0,0 2 0 0 0,2 1 0 0 0,0 0 1 0 0,5 0 102 0 0,-6 3 263 0 0,1 2 1 0 0,0 0 0 0 0,0 1-1 0 0,0 2 1 0 0,0 0 0 0 0,1 2-1 0 0,-1 0 1 0 0,15 2-264 0 0,67 31 1313 0 0,-50 1 496 0 0,-54-30-1749 0 0,-1 0-1 0 0,1-1 1 0 0,0 1 0 0 0,-1 0 0 0 0,1 0 0 0 0,-1 0 0 0 0,0 0 0 0 0,0 0 0 0 0,0 0 0 0 0,0 0 0 0 0,0 0 0 0 0,0 0 0 0 0,0 0-1 0 0,0-1 1 0 0,-1 1 0 0 0,1 0 0 0 0,-1 0 0 0 0,0 0 0 0 0,1 0 0 0 0,-1-1 0 0 0,0 1 0 0 0,0 0 0 0 0,0-1 0 0 0,-1 2-60 0 0,0 0-69 0 0,-4 8 106 0 0,-1-1 1 0 0,0 0-1 0 0,-1 0 0 0 0,0-1 0 0 0,0 0 1 0 0,-1 0-1 0 0,-1-1 0 0 0,1 0 0 0 0,-1-1 0 0 0,0 0 1 0 0,-1 0-1 0 0,0-1 0 0 0,-5 2-37 0 0,-57 26-654 0 0,-1-4 0 0 0,-1-2 0 0 0,-46 8 654 0 0,38-19-1750 0 0,47-14-3837 0 0,19-26 1105 0 0,19 17 3039 0 0</inkml:trace>
  <inkml:trace contextRef="#ctx0" brushRef="#br0" timeOffset="1975.247">702 330 1804 0 0,'9'0'525'0'0,"1"0"-1"0"0,-1 1 1 0 0,1 0-1 0 0,-1 0 0 0 0,0 1 1 0 0,0 0-1 0 0,0 1 1 0 0,0 0-1 0 0,0 0 1 0 0,4 3-525 0 0,120 88 3461 0 0,-74-46-1933 0 0,103 53 685 0 0,-154-97-2368 0 0,-8-3-4593 0 0,-6-1 2165 0 0,-5 4-675 0 0,4-1 1791 0 0</inkml:trace>
  <inkml:trace contextRef="#ctx0" brushRef="#br0" timeOffset="2431.497">745 599 1416 0 0,'-22'38'5924'0'0,"-5"26"-3786"0"0,22-50-1916 0 0,-6 20-1824 0 0,18-56-827 0 0,-7 13 2729 0 0,2 1 1 0 0,-1-1-1 0 0,1 0 1 0 0,1 1-1 0 0,0-1 1 0 0,0 1 0 0 0,0 0-1 0 0,1 0 1 0 0,0 0-1 0 0,1 1 1 0 0,0-1 0 0 0,0 1-1 0 0,0 0 1 0 0,1 1-1 0 0,0-1 1 0 0,0 1 0 0 0,1 0-1 0 0,0 1 1 0 0,0-1-1 0 0,0 1 1 0 0,1 1 0 0 0,-1-1-1 0 0,1 1 1 0 0,0 1-1 0 0,0 0 1 0 0,8-3-301 0 0,4 4 480 0 0,107 0 1477 0 0,62 43 31 0 0,-189-41-1988 0 0,1 0-13 0 0,0 0 1 0 0,0 0 0 0 0,0 0-1 0 0,0 0 1 0 0,0 0 0 0 0,0 1 0 0 0,0-1-1 0 0,0 0 1 0 0,0 1 0 0 0,0-1-1 0 0,0 1 1 0 0,0-1 0 0 0,0 1 0 0 0,0 0-1 0 0,-1-1 1 0 0,1 1 0 0 0,0 0-1 0 0,0-1 1 0 0,-1 1 0 0 0,1 0-1 0 0,0 0 1 0 0,-1 0 0 0 0,1 0 0 0 0,-1 0-1 0 0,1 0 1 0 0,-1 0 0 0 0,1 0-1 0 0,-1 0 1 0 0,0 0 0 0 0,0 0 0 0 0,1 0-1 0 0,-1 0 1 0 0,0 0 0 0 0,0 0-1 0 0,0 0 1 0 0,0 0 0 0 0,0 0-1 0 0,0 0 1 0 0,0 0 0 0 0,-1 0 0 0 0,1 0-1 0 0,0 0 1 0 0,-1 0 0 0 0,1 0-1 0 0,0 0 1 0 0,-1 0 0 0 0,1 0 0 0 0,-1 0-1 0 0,0 0 13 0 0,-84 67-3453 0 0,-23-21-3287 0 0,31-26 2329 0 0,54-17 3033 0 0</inkml:trace>
  <inkml:trace contextRef="#ctx0" brushRef="#br0" timeOffset="2683.318">784 713 988 0 0,'39'-37'5519'0'0,"40"14"-2468"0"0,-33 12-1610 0 0,-39 12-8857 0 0,-10-1 6021 0 0</inkml:trace>
  <inkml:trace contextRef="#ctx0" brushRef="#br0" timeOffset="2930.287">885 635 1324 0 0,'-7'7'3957'0'0,"-1"18"-2586"0"0,6-14-837 0 0,-38 69-992 0 0,2-32-2726 0 0,29-40 1924 0 0</inkml:trace>
  <inkml:trace contextRef="#ctx0" brushRef="#br0" timeOffset="2931.287">733 858 1292 0 0,'21'-5'7119'0'0,"26"0"-4721"0"0,-1 0-1877 0 0,114-9 444 0 0,-93 14-4276 0 0,-24 1-1777 0 0,-34-1 3548 0 0</inkml:trace>
  <inkml:trace contextRef="#ctx0" brushRef="#br0" timeOffset="5387.602">901 1 1100 0 0,'-2'3'6862'0'0,"-1"3"-3539"0"0,-24 32-3096 0 0,-114 89-713 0 0,93-90-1060 0 0,-15 23-4258 0 0,56-49 4284 0 0</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02.892"/>
    </inkml:context>
    <inkml:brush xml:id="br0">
      <inkml:brushProperty name="width" value="0.05" units="cm"/>
      <inkml:brushProperty name="height" value="0.05" units="cm"/>
      <inkml:brushProperty name="color" value="#FFFFFF"/>
    </inkml:brush>
  </inkml:definitions>
  <inkml:trace contextRef="#ctx0" brushRef="#br0">129 7 2452 0 0,'53'36'7139'0'0,"4"43"-4706"0"0,-70-39-6915 0 0,-25 9-78 0 0,25-38 3190 0 0</inkml:trace>
  <inkml:trace contextRef="#ctx0" brushRef="#br0" timeOffset="254.018">86 294 1600 0 0,'-1'4'1100'0'0,"1"1"-160"0"0,-2 0-112 0 0,4 0-100 0 0,-1-1-99 0 0,-1 1-37 0 0,2-1-112 0 0,1 0-4 0 0,-1 0-176 0 0,-2 0-132 0 0,2 1-272 0 0,-2-2 12 0 0,0 1-748 0 0,0 3-513 0 0,-2-2 85 0 0,0 2-212 0 0,2-7-60 0 0</inkml:trace>
  <inkml:trace contextRef="#ctx0" brushRef="#br0" timeOffset="426.51">0 682 2448 0 0,'30'-14'5445'0'0,"115"-120"-1828"0"0,-23-27-5941 0 0,-59 57-4068 0 0,-52 85 4970 0 0</inkml:trace>
  <inkml:trace contextRef="#ctx0" brushRef="#br0" timeOffset="598.92">497 12 1096 0 0,'0'0'125'0'0,"0"-1"-1"0"0,0 1 1 0 0,0-1-1 0 0,0 1 1 0 0,0-1-1 0 0,0 1 1 0 0,0 0-1 0 0,0-1 1 0 0,0 1-1 0 0,1-1 1 0 0,-1 1-1 0 0,0-1 1 0 0,0 1-1 0 0,1 0 1 0 0,-1-1-1 0 0,0 1 1 0 0,0-1-1 0 0,1 1 1 0 0,-1 0-1 0 0,0-1 1 0 0,1 1-1 0 0,-1 0 1 0 0,1-1-1 0 0,-1 1 1 0 0,0 0-1 0 0,1 0 1 0 0,-1 0-1 0 0,1-1 1 0 0,-1 1-1 0 0,1 0 1 0 0,-1 0-1 0 0,1 0 1 0 0,-1 0 0 0 0,0 0-1 0 0,1 0 1 0 0,-1 0-1 0 0,1 0 1 0 0,-1 0-1 0 0,1 0 1 0 0,-1 0-1 0 0,1 0 1 0 0,-1 0-1 0 0,1 0 1 0 0,-1 0-1 0 0,1 0 1 0 0,-1 1-1 0 0,1-1 1 0 0,-1 0-1 0 0,0 0 1 0 0,1 1-1 0 0,-1-1 1 0 0,1 0-1 0 0,-1 0 1 0 0,0 1-1 0 0,1-1 1 0 0,-1 0-1 0 0,0 1 1 0 0,1-1-1 0 0,-1 1 1 0 0,0-1-1 0 0,0 0 1 0 0,1 1-1 0 0,-1-1 1 0 0,0 1-1 0 0,0-1-124 0 0,26 24 1622 0 0,-21-19-1596 0 0,0 1 0 0 0,0 0-1 0 0,0 0 1 0 0,-1 0 0 0 0,0 0 0 0 0,0 1 0 0 0,-1-1-1 0 0,1 1 1 0 0,-2 0 0 0 0,1 0 0 0 0,-1 0 0 0 0,0 1-1 0 0,0 1-25 0 0,-2-8-868 0 0,0-1-333 0 0,-2 5-80 0 0,-37 40-3531 0 0,22-33 3428 0 0</inkml:trace>
  <inkml:trace contextRef="#ctx0" brushRef="#br0" timeOffset="756.082">349 241 1540 0 0,'0'6'7213'0'0,"27"-1"-5262"0"0,247 2 2365 0 0,-171-8-6870 0 0,-102 1 2404 0 0,-1 1 0 0 0,1-1 1 0 0,-1 1-1 0 0,1-1 0 0 0,-1 1 0 0 0,0 0 1 0 0,1-1-1 0 0,-1 1 0 0 0,1 0 0 0 0,-1-1 1 0 0,0 1-1 0 0,0 0 0 0 0,0 0 0 0 0,1-1 1 0 0,-1 1-1 0 0,0 0 0 0 0,0 0 0 0 0,0-1 1 0 0,0 1-1 0 0,0 0 0 0 0,0 0 0 0 0,0-1 1 0 0,-1 1-1 0 0,1 0 0 0 0,0 0 0 0 0,0-1 1 0 0,0 1-1 0 0,-1 0 0 0 0,1-1 0 0 0,0 1 1 0 0,-1 0-1 0 0,1-1 0 0 0,-1 1 0 0 0,1-1 1 0 0,-1 1-1 0 0,1 0 0 0 0,-1-1 0 0 0,1 1 1 0 0,-1-1-1 0 0,1 0 0 0 0,-1 1 0 0 0,0-1 1 0 0,1 1-1 0 0,-1-1 0 0 0,0 0 0 0 0,1 1 1 0 0,-1-1-1 0 0,0 0 0 0 0,0 0 0 0 0,1 0 1 0 0,-1 0-1 0 0,0 1 0 0 0,0-1 0 0 0,1 0 1 0 0,-1 0-1 0 0,0 0 0 0 0,0-1 0 0 0,0 1 150 0 0,-20 12-1528 0 0</inkml:trace>
  <inkml:trace contextRef="#ctx0" brushRef="#br0" timeOffset="1025.109">384 400 2200 0 0,'11'-3'4313'0'0,"18"3"-2226"0"0,114-2 1779 0 0,-58-12-2966 0 0,-23 17-3930 0 0,-85 0-4258 0 0,19-5 5844 0 0</inkml:trace>
  <inkml:trace contextRef="#ctx0" brushRef="#br0" timeOffset="1341.178">551 275 2016 0 0,'-10'13'5044'0'0,"7"20"-3850"0"0,2-23-802 0 0,-38 170 2097 0 0,31-165-2785 0 0,0 0-1 0 0,0 0 0 0 0,-2 0 1 0 0,1-1-1 0 0,-2-1 1 0 0,0 0-1 0 0,-1 0 1 0 0,0-1-1 0 0,-1-1 1 0 0,0 0-1 0 0,-4 2 297 0 0,-14 1 332 0 0,30-14-5 0 0,1 0 81 0 0,0 0 26 0 0,-7 0 808 0 0,14-2-5 0 0,143-36 613 0 0,-89 25-1276 0 0,149-19 931 0 0,-165 29-1545 0 0,13-1-4544 0 0,-57 4 2862 0 0,6 1-1705 0 0,-12 3 528 0 0,-2 0 1333 0 0</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08.189"/>
    </inkml:context>
    <inkml:brush xml:id="br0">
      <inkml:brushProperty name="width" value="0.05" units="cm"/>
      <inkml:brushProperty name="height" value="0.05" units="cm"/>
      <inkml:brushProperty name="color" value="#FFFFFF"/>
    </inkml:brush>
  </inkml:definitions>
  <inkml:trace contextRef="#ctx0" brushRef="#br0">0 68 2272 0 0,'0'-5'238'0'0,"6"-43"10454"0"0,5 33-9862 0 0,3 15 3588 0 0,63 131-1936 0 0,62 167-564 0 0,-73-162-624 0 0,-51-132-176 0 0,65-116-650 0 0,62-132 0 0 0,-73 134-1964 0 0,-57 96 730 0 0,-1 0-1617 0 0,-8 2-3329 0 0,-3 12 3592 0 0,-1 3-4356 0 0,2 2 2721 0 0,1-3 2157 0 0</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08.550"/>
    </inkml:context>
    <inkml:brush xml:id="br0">
      <inkml:brushProperty name="width" value="0.05" units="cm"/>
      <inkml:brushProperty name="height" value="0.05" units="cm"/>
      <inkml:brushProperty name="color" value="#FFFFFF"/>
    </inkml:brush>
  </inkml:definitions>
  <inkml:trace contextRef="#ctx0" brushRef="#br0">207 107 836 0 0,'1'-2'152'0'0,"1"3"-292"0"0</inkml:trace>
  <inkml:trace contextRef="#ctx0" brushRef="#br0" timeOffset="801.944">253 75 2496 0 0,'-2'14'7718'0'0,"-4"4"-3793"0"0,-20 47-3255 0 0,13-36 597 0 0,-18 47-308 0 0,-3-2-1 0 0,-3-1 1 0 0,-11 10-959 0 0,-7 7 160 0 0,140-320-8934 0 0,-60 172 6729 0 0,72-137 2308 0 0,-57 141 3683 0 0,-40 54-3290 0 0,0 0-15 0 0,3 3-60 0 0,41 112 1868 0 0,-33-72-1833 0 0,51 188 2339 0 0,-47-183-2094 0 0,-12-49-810 0 0,0-1 0 0 0,-1 1-1 0 0,1-1 1 0 0,0 0 0 0 0,0 0-1 0 0,-1 0 1 0 0,1 0 0 0 0,-1 0 0 0 0,0 0-1 0 0,0-1 1 0 0,0 1 0 0 0,0-1-1 0 0,0 0 1 0 0,0 0 0 0 0,-1 1-1 0 0,1-1 1 0 0,-1 0 0 0 0,0 0 0 0 0,0 0-1 0 0,0 0 1 0 0,0-1 0 0 0,0 1-1 0 0,-1 0 1 0 0,0 0 0 0 0,1-1-51 0 0,117-346 527 0 0,-118 350-514 0 0,0-1-1 0 0,1 0 1 0 0,-1 1-1 0 0,0-1 1 0 0,1 0 0 0 0,-1 1-1 0 0,0-1 1 0 0,1 1-1 0 0,-1-1 1 0 0,1 1 0 0 0,-1-1-1 0 0,1 1 1 0 0,-1-1-1 0 0,1 1 1 0 0,-1-1 0 0 0,1 1-1 0 0,0-1 1 0 0,-1 1-1 0 0,1 0 1 0 0,-1 0 0 0 0,1-1-1 0 0,0 1 1 0 0,0 0-1 0 0,-1 0 1 0 0,1 0-1 0 0,0-1 1 0 0,-1 1 0 0 0,1 0-1 0 0,0 0 1 0 0,-1 0-1 0 0,1 0 1 0 0,0 1 0 0 0,0-1-1 0 0,-1 0 1 0 0,1 0-1 0 0,0 0 1 0 0,-1 0 0 0 0,1 1-1 0 0,0-1 1 0 0,-1 0-1 0 0,1 1 1 0 0,-1-1 0 0 0,1 0-1 0 0,0 1 1 0 0,-1-1-1 0 0,1 1 1 0 0,-1-1-1 0 0,1 1 1 0 0,-1-1 0 0 0,1 1-1 0 0,-1-1 1 0 0,0 1-1 0 0,1 0 1 0 0,-1-1 0 0 0,0 1-1 0 0,1 0 1 0 0,-1-1-1 0 0,0 1 1 0 0,0 0 0 0 0,1-1-1 0 0,-1 1 1 0 0,0 0-1 0 0,0-1 1 0 0,0 1 0 0 0,0 0-1 0 0,0 0 1 0 0,0-1-1 0 0,0 2-12 0 0,2 2-94 0 0,10 18 272 0 0,-1 0 0 0 0,-2 1 0 0 0,0 0 0 0 0,-2 0 0 0 0,0 1-1 0 0,1 10-177 0 0,7 23 272 0 0,47 176 661 0 0,-55-212-1341 0 0,-6-20-2746 0 0,-1-65-12095 0 0,15 29 11454 0 0,-7 21 2335 0 0</inkml:trace>
  <inkml:trace contextRef="#ctx0" brushRef="#br0" timeOffset="1351.158">1028 131 1636 0 0,'-2'-4'750'0'0,"2"4"-430"0"0,0 0 0 0 0,0 1 0 0 0,0-1 0 0 0,-1 0 0 0 0,1 0 0 0 0,0 0 0 0 0,0 0 0 0 0,-1 1 0 0 0,1-1 0 0 0,0 0 0 0 0,-1 0 0 0 0,1 0 0 0 0,0 0 0 0 0,-1 0 0 0 0,1 0 0 0 0,0 0-1 0 0,-1 0 1 0 0,1 0 0 0 0,0 0 0 0 0,0 0 0 0 0,-1 0 0 0 0,1 0 0 0 0,0 0 0 0 0,-1 0 0 0 0,1 0 0 0 0,0 0 0 0 0,-1 0 0 0 0,1 0 0 0 0,0 0 0 0 0,-1-1 0 0 0,1 1 0 0 0,0 0 0 0 0,0 0 0 0 0,-1 0 0 0 0,1 0 0 0 0,0-1 0 0 0,0 1 0 0 0,-1 0-320 0 0,-18 86 2831 0 0,-89 302 2120 0 0,108-387-4910 0 0,1 0 0 0 0,-1 1 1 0 0,0-1-1 0 0,1 0 0 0 0,-1 0 0 0 0,1 0 0 0 0,-1 0 0 0 0,1 0 0 0 0,-1 1 0 0 0,1-1 0 0 0,0 0 0 0 0,0 0 0 0 0,-1-1 0 0 0,1 1 0 0 0,0 0 0 0 0,0 0 0 0 0,0 0 0 0 0,0 0 0 0 0,0-1 0 0 0,0 1 0 0 0,0 0 0 0 0,0-1 0 0 0,0 1 0 0 0,0-1 0 0 0,1 0 0 0 0,-1 1 1 0 0,0-1-1 0 0,0 0 0 0 0,0 1 0 0 0,1-1 0 0 0,-1 0 0 0 0,0 0 0 0 0,0 0 0 0 0,1 0 0 0 0,-1 0 0 0 0,0-1 0 0 0,0 1 0 0 0,1 0 0 0 0,-1 0 0 0 0,0-1 0 0 0,0 1 0 0 0,0-1 0 0 0,0 1 0 0 0,0-1 0 0 0,0 0 0 0 0,1 1 0 0 0,-1-1 0 0 0,0 0-41 0 0,4 0 145 0 0,98-23 426 0 0,376 24-274 0 0,-477 0-399 0 0,-1 0 1 0 0,0-1 0 0 0,1 0 0 0 0,-1 1-1 0 0,0-1 1 0 0,1 0 0 0 0,-1 0 0 0 0,0 0-1 0 0,0 0 1 0 0,0 0 0 0 0,0 0 0 0 0,0 0-1 0 0,0 0 1 0 0,0 0 0 0 0,0 0-1 0 0,0 0 1 0 0,-1-1 0 0 0,1 1 0 0 0,0 0-1 0 0,-1-1 1 0 0,1 1 0 0 0,-1 0 0 0 0,0-1-1 0 0,1 1 1 0 0,-1-1 0 0 0,0 1 0 0 0,0-1-1 0 0,0 1 1 0 0,0-1 0 0 0,0 1 0 0 0,0-1-1 0 0,0 1 1 0 0,0-1 101 0 0,-14-32-7612 0 0,-108-55-3146 0 0,97 75 9212 0 0</inkml:trace>
  <inkml:trace contextRef="#ctx0" brushRef="#br0" timeOffset="1898.218">1146 31 1268 0 0,'6'-24'7869'0'0,"-20"17"-5484"0"0,-26 12 897 0 0,30-1 372 0 0,28-2-1566 0 0,135 3 589 0 0,6-5-3701 0 0,-157 0 229 0 0,6 3-1207 0 0,-8 0 1486 0 0,-1 0 0 0 0,1 0 0 0 0,-1 0 0 0 0,0 0-1 0 0,1 0 1 0 0,-1-1 0 0 0,-1 1 0 0 0,1 0-1 0 0,0 0 1 0 0,-1-1 0 0 0,1 1 0 0 0,-1-1-1 0 0,0 1 1 0 0,0-1 0 0 0,0 0 0 0 0,0 0-1 0 0,0 0 1 0 0,0 0 0 0 0,-1 0 0 0 0,1 0 0 0 0,0 0-1 0 0,-1-1 1 0 0,0 1 0 0 0,1-1 0 0 0,-1 0-1 0 0,0 0 1 0 0,0 0 0 0 0,0 0 0 0 0,-1 0 516 0 0,-18 13-1513 0 0,10-5-58 0 0</inkml:trace>
  <inkml:trace contextRef="#ctx0" brushRef="#br0" timeOffset="2254.277">1033 306 2000 0 0,'-10'8'4848'0'0,"10"-8"-4628"0"0,1 0 1 0 0,-1 1-1 0 0,1-1 0 0 0,-1 0 1 0 0,0 0-1 0 0,1 0 1 0 0,-1 1-1 0 0,0-1 1 0 0,1 0-1 0 0,-1 1 1 0 0,0-1-1 0 0,1 0 0 0 0,-1 1 1 0 0,0-1-1 0 0,0 0 1 0 0,1 1-1 0 0,-1-1 1 0 0,0 1-1 0 0,0-1 0 0 0,0 1 1 0 0,0-1-1 0 0,1 0 1 0 0,-1 1-1 0 0,0-1 1 0 0,0 1-1 0 0,0-1 1 0 0,0 1-1 0 0,0-1 0 0 0,0 1 1 0 0,0-1-1 0 0,0 0 1 0 0,0 1-1 0 0,-1-1 1 0 0,1 1-1 0 0,0-1 0 0 0,0 1 1 0 0,0-1-1 0 0,0 0 1 0 0,-1 1-1 0 0,1-1 1 0 0,0 0-1 0 0,0 1 1 0 0,-1-1-1 0 0,1 1 0 0 0,0-1 1 0 0,0 0-1 0 0,-1 0 1 0 0,1 1-1 0 0,-1-1 1 0 0,1 0-1 0 0,0 0 0 0 0,-1 1 1 0 0,1-1-1 0 0,0 0 1 0 0,-1 0-221 0 0,69-1 4089 0 0,30-19-2329 0 0,-94 19-1677 0 0,191-29 2473 0 0,-173 26-3482 0 0,-21 4 364 0 0,-1 0-87 0 0,0 0-417 0 0,0 0-197 0 0,2 2 69 0 0,-2 0 852 0 0,0 0 1 0 0,0 0-1 0 0,0 0 1 0 0,0 0-1 0 0,0 0 1 0 0,0 0-1 0 0,0 0 1 0 0,-1-1-1 0 0,1 1 1 0 0,-1 0-1 0 0,1 0 0 0 0,-1 0 1 0 0,0 0-1 0 0,1 0 1 0 0,-1 0-1 0 0,0-1 1 0 0,0 1-1 0 0,-1 0 1 0 0,1-1-1 0 0,0 1 1 0 0,-1-1-1 0 0,1 1 0 0 0,0-1 1 0 0,-1 0-1 0 0,0 0 1 0 0,1 0-1 0 0,-1 1 1 0 0,0-2-1 0 0,1 1 1 0 0,-1 0-1 0 0,-1 0 342 0 0,-21 17-2142 0 0,-75 39-4065 0 0,70-45 4660 0 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19.651"/>
    </inkml:context>
    <inkml:brush xml:id="br0">
      <inkml:brushProperty name="width" value="0.05" units="cm"/>
      <inkml:brushProperty name="height" value="0.05" units="cm"/>
      <inkml:brushProperty name="color" value="#FFFFFF"/>
    </inkml:brush>
  </inkml:definitions>
  <inkml:trace contextRef="#ctx0" brushRef="#br0">0 35 996 0 0,'0'-17'2016'0'0,"0"14"-127"0"0,0 3-222 0 0,0 0-188 0 0,0 0-160 0 0,0 0-94 0 0,0 0-121 0 0,0 0-137 0 0,0 0-115 0 0,0 0 9 0 0,0 0-48 0 0,0 0-50 0 0,0 0-63 0 0,0 0-38 0 0,0 0-46 0 0,0 0 2 0 0,6-3-48 0 0,20-8-23 0 0,4 24 317 0 0,83 18 1384 0 0,-36-28-5970 0 0,-76-3 2594 0 0,11 8-3795 0 0,-30 6-1971 0 0,2-2 5544 0 0,0 2-167 0 0,-2 0-5 0 0</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20.228"/>
    </inkml:context>
    <inkml:brush xml:id="br0">
      <inkml:brushProperty name="width" value="0.05" units="cm"/>
      <inkml:brushProperty name="height" value="0.05" units="cm"/>
      <inkml:brushProperty name="color" value="#FFFFFF"/>
    </inkml:brush>
  </inkml:definitions>
  <inkml:trace contextRef="#ctx0" brushRef="#br0">5 11 860 0 0,'-5'1'8352'0'0,"7"-3"-4027"0"0,23-7-992 0 0,173 9 2443 0 0,2-1-4322 0 0,-64 20-763 0 0,-88-6-339 0 0,-39 3-265 0 0,-32 38 19 0 0,7-33-436 0 0,0-2-1 0 0,-2 0 0 0 0,0-1 0 0 0,-1-1 0 0 0,-1-1 1 0 0,0 0-1 0 0,-1-1 0 0 0,-20 9 331 0 0,-56 21-4142 0 0,57-39-805 0 0,25-10-78 0 0,1-8 2894 0 0,12 10 1991 0 0,-4-17-2750 0 0,8 11 1539 0 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22.172"/>
    </inkml:context>
    <inkml:brush xml:id="br0">
      <inkml:brushProperty name="width" value="0.05" units="cm"/>
      <inkml:brushProperty name="height" value="0.05" units="cm"/>
      <inkml:brushProperty name="color" value="#FFFFFF"/>
    </inkml:brush>
  </inkml:definitions>
  <inkml:trace contextRef="#ctx0" brushRef="#br0">11 373 1028 0 0,'0'0'1464'0'0,"0"0"-158"0"0,0 0-106 0 0,0 0-137 0 0,0 0-75 0 0,0 0-119 0 0,0 0-62 0 0,0 0-46 0 0,0 0-58 0 0,0 0-34 0 0,0 0-44 0 0,0 0-58 0 0,0 0-61 0 0,-2 0-39 0 0,-7-2 1409 0 0,20-3 1559 0 0,6-2-3348 0 0,135-98 1657 0 0,-88 55-1157 0 0,-64 50-540 0 0,1-1 0 0 0,-1 1 0 0 0,1 0 1 0 0,-1-1-1 0 0,1 1 0 0 0,-1-1 0 0 0,1 1 0 0 0,-1-1 0 0 0,1 1 0 0 0,-1 0 1 0 0,1-1-1 0 0,-1 1 0 0 0,1 0 0 0 0,0 0 0 0 0,-1 0 0 0 0,1-1 0 0 0,-1 1 1 0 0,1 0-1 0 0,0 0 0 0 0,-1 0 0 0 0,1 0 0 0 0,0 0 0 0 0,-1 0 1 0 0,1 0-1 0 0,0 0 0 0 0,-1 0 0 0 0,1 0 0 0 0,-1 1 0 0 0,1-1 0 0 0,0 0 1 0 0,-1 0-1 0 0,1 1 0 0 0,-1-1 0 0 0,1 0 0 0 0,-1 0 0 0 0,1 1 0 0 0,-1-1 1 0 0,1 1-1 0 0,-1-1 0 0 0,1 1 0 0 0,-1-1 0 0 0,1 1 0 0 0,-1-1 1 0 0,0 1-1 0 0,1-1 0 0 0,-1 1 0 0 0,0-1 0 0 0,1 1-47 0 0,5 8-302 0 0,11 40 715 0 0,2-2-252 0 0,2 0 0 0 0,1-2 0 0 0,3 0 0 0 0,1-2 0 0 0,3-1 0 0 0,24 28-161 0 0,9-6-883 0 0,-41-60-2424 0 0,-19-5 2725 0 0,0 0-1 0 0,-1 0 1 0 0,1 1 0 0 0,-1-1-1 0 0,0 0 1 0 0,1 0 0 0 0,-1 0 0 0 0,0 0-1 0 0,1-1 1 0 0,-1 1 0 0 0,0 0-1 0 0,0 0 1 0 0,0-1 0 0 0,0 1 0 0 0,0-1-1 0 0,0 1 1 0 0,-1-1 0 0 0,1 1-1 0 0,0-1 1 0 0,-1 0 0 0 0,1 1 0 0 0,-1-1-1 0 0,0 0 1 0 0,1 1 0 0 0,-1-1-1 0 0,0 0 1 0 0,0 1 0 0 0,0-1 0 0 0,0-1 582 0 0,-2-4-1464 0 0</inkml:trace>
  <inkml:trace contextRef="#ctx0" brushRef="#br0" timeOffset="404.047">494 6 1280 0 0,'-4'-6'6290'0'0,"8"17"-2624"0"0,1 2-2570 0 0,43 81 2141 0 0,-28-69-5903 0 0,-19-25 1307 0 0,-1 0-63 0 0,0 0-259 0 0,13-21-3140 0 0,-11 16 3309 0 0</inkml:trace>
  <inkml:trace contextRef="#ctx0" brushRef="#br0" timeOffset="665.084">679 1 1636 0 0,'23'5'8849'0'0,"7"31"-4931"0"0,-24-26-3187 0 0,34 52-290 0 0,-38-47-13184 0 0,-2-6 11159 0 0</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23.899"/>
    </inkml:context>
    <inkml:brush xml:id="br0">
      <inkml:brushProperty name="width" value="0.05" units="cm"/>
      <inkml:brushProperty name="height" value="0.05" units="cm"/>
      <inkml:brushProperty name="color" value="#FFFFFF"/>
    </inkml:brush>
  </inkml:definitions>
  <inkml:trace contextRef="#ctx0" brushRef="#br0">78 271 2480 0 0,'0'0'1671'0'0,"0"-4"-259"0"0,0-10-173 0 0,0 11-23 0 0,0 3-65 0 0,0 0-76 0 0,0 0-89 0 0,0 0-98 0 0,0 0-29 0 0,0 0-102 0 0,0 0-62 0 0,0 0-42 0 0,4 2-42 0 0,142 104 2640 0 0,-144-103-3752 0 0,0 1 1 0 0,0 0 0 0 0,0 0-1 0 0,0 0 1 0 0,-1 0 0 0 0,0 0-1 0 0,0 0 1 0 0,0 0 0 0 0,0 0-1 0 0,-1 1 1 0 0,1-1 0 0 0,-1 0-1 0 0,0 1 1 0 0,-1-1 0 0 0,1 0-1 0 0,-1 0 1 0 0,0 0 0 0 0,0 1-1 0 0,0-1 1 0 0,0 0 0 0 0,-1 0-1 0 0,1 0 1 0 0,-1 0 0 0 0,0-1-1 0 0,-2 4 501 0 0,-3 10-590 0 0,-9 28-1947 0 0,8-23 1121 0 0</inkml:trace>
  <inkml:trace contextRef="#ctx0" brushRef="#br0" timeOffset="270.034">4 802 2508 0 0,'0'8'3655'0'0,"-1"-7"-3521"0"0,1-1 0 0 0,0 1 0 0 0,-1-1 0 0 0,1 1 0 0 0,0-1 0 0 0,-1 1 0 0 0,1 0 0 0 0,0-1 0 0 0,0 1 0 0 0,0 0 0 0 0,0-1 0 0 0,0 1 0 0 0,-1-1 0 0 0,1 1 0 0 0,0 0 0 0 0,0-1 0 0 0,1 1 0 0 0,-1 0 0 0 0,0-1 0 0 0,0 1 0 0 0,0-1 0 0 0,0 1 0 0 0,0 0 0 0 0,1-1 0 0 0,-1 1 0 0 0,0-1 0 0 0,1 1 0 0 0,-1-1 0 0 0,0 1 0 0 0,1-1 0 0 0,-1 1 0 0 0,1-1-1 0 0,-1 1 1 0 0,0-1 0 0 0,1 1 0 0 0,-1-1 0 0 0,1 0 0 0 0,0 1 0 0 0,-1-1 0 0 0,1 0 0 0 0,-1 1 0 0 0,1-1 0 0 0,-1 0 0 0 0,1 0 0 0 0,0 0 0 0 0,-1 1 0 0 0,1-1 0 0 0,0 0 0 0 0,-1 0 0 0 0,1 0 0 0 0,-1 0 0 0 0,1 0 0 0 0,0 0 0 0 0,-1 0 0 0 0,1-1 0 0 0,0 1 0 0 0,-1 0 0 0 0,1 0 0 0 0,-1 0 0 0 0,1 0 0 0 0,0-1-134 0 0,19-7 487 0 0,0-2 0 0 0,-1 0 0 0 0,0-1-1 0 0,0-1 1 0 0,-2-1 0 0 0,1-1 0 0 0,-1 0 0 0 0,-1-1 0 0 0,-1 0 0 0 0,9-13-487 0 0,4-1 167 0 0,70-64-3077 0 0,-91 86 1886 0 0,1 0 0 0 0,0 0 0 0 0,0 1 1 0 0,0 0-1 0 0,1 0 0 0 0,0 1 1 0 0,0 0-1 0 0,1 1 0 0 0,-1 0 1 0 0,1 0-1 0 0,0 1 0 0 0,0 0 1 0 0,2 1 1023 0 0,4 1-1506 0 0</inkml:trace>
  <inkml:trace contextRef="#ctx0" brushRef="#br0" timeOffset="711.036">851 136 2080 0 0,'10'3'7149'0'0,"-12"17"-4794"0"0,-11 22-1415 0 0,2-14-402 0 0,-2-1 0 0 0,-1 0 0 0 0,-1-1 0 0 0,-1 0 0 0 0,-2-2-1 0 0,-7 9-537 0 0,-8 11 182 0 0,24-31-284 0 0,0-1 0 0 0,-1 0 0 0 0,0-1 0 0 0,0 1 0 0 0,-1-2 0 0 0,-1 0 0 0 0,0 0 0 0 0,-2 1 102 0 0,-1-2-579 0 0,-17 10 43 0 0,11-13-4370 0 0,13-23 1732 0 0,9-4 430 0 0,8 0 1486 0 0</inkml:trace>
  <inkml:trace contextRef="#ctx0" brushRef="#br0" timeOffset="1055.12">810 267 1832 0 0,'86'25'7305'0'0,"19"2"-1869"0"0,31-25-1039 0 0,-134-1-4344 0 0,1 1 0 0 0,-1 0 0 0 0,0 0 0 0 0,1-1 0 0 0,-1 2 1 0 0,0-1-1 0 0,0 0 0 0 0,0 0 0 0 0,-1 1 0 0 0,1-1 0 0 0,-1 0 0 0 0,1 1 1 0 0,-1 0-1 0 0,0-1 0 0 0,0 1 0 0 0,0 0 0 0 0,0 0 0 0 0,0 0 0 0 0,-1-1 0 0 0,1 1 1 0 0,-1 0-1 0 0,0 0 0 0 0,0 0 0 0 0,0 0 0 0 0,0 0 0 0 0,0 0 0 0 0,-1 0 1 0 0,1 0-1 0 0,-1 0 0 0 0,0-1 0 0 0,0 1 0 0 0,0 0 0 0 0,-1 2-53 0 0,-13 32-180 0 0,-1-1-1 0 0,-2-1 1 0 0,-2 0-1 0 0,-1-1 0 0 0,-1-1 1 0 0,-2-2-1 0 0,-1 0 1 0 0,-2-1-1 0 0,0-2 1 0 0,-2-1-1 0 0,-13 8 181 0 0,-56 28-3715 0 0,51-54-3692 0 0,22-36 3068 0 0,22 19 2995 0 0</inkml:trace>
  <inkml:trace contextRef="#ctx0" brushRef="#br0" timeOffset="1308.158">843 517 1404 0 0,'39'22'8507'0'0,"12"21"-5141"0"0,-37-37-3970 0 0,-9-6-8996 0 0,-5 0 8103 0 0</inkml:trace>
  <inkml:trace contextRef="#ctx0" brushRef="#br0" timeOffset="2297.573">1505 531 2500 0 0,'0'0'1422'0'0,"0"0"-67"0"0,0 0-188 0 0,-3 0-120 0 0,-9 0 25 0 0,9 0-85 0 0,3 0-101 0 0,0 0-97 0 0,0 0-86 0 0,0 0-36 0 0,0 0-4 0 0,0 0-22 0 0,-3 0-16 0 0,-4 0-1107 0 0,7 8 7948 0 0,47-8-6406 0 0,182 12 446 0 0,152 26-861 0 0,-380-38-1185 0 0,8 3-2122 0 0,-11-2 2272 0 0,-47 26-7199 0 0,-31-5 577 0 0,56-22 3990 0 0,8 0 1546 0 0</inkml:trace>
  <inkml:trace contextRef="#ctx0" brushRef="#br0" timeOffset="3125.388">1376 20 1976 0 0,'2'0'8188'0'0,"4"7"-3287"0"0,7 15-2067 0 0,-10-17-3369 0 0,38 70 598 0 0,-38-71 453 0 0,5-2-15169 0 0,-7-4 13339 0 0</inkml:trace>
  <inkml:trace contextRef="#ctx0" brushRef="#br0" timeOffset="3391.307">1505 3 876 0 0,'16'-2'7628'0'0,"7"34"-3355"0"0,-21-29-3727 0 0,24 53 3132 0 0,-22-36-7147 0 0,-2 0-6930 0 0,-2-19 8846 0 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28.473"/>
    </inkml:context>
    <inkml:brush xml:id="br0">
      <inkml:brushProperty name="width" value="0.05" units="cm"/>
      <inkml:brushProperty name="height" value="0.05" units="cm"/>
      <inkml:brushProperty name="color" value="#FFFFFF"/>
    </inkml:brush>
  </inkml:definitions>
  <inkml:trace contextRef="#ctx0" brushRef="#br0">147 87 2144 0 0,'0'0'1602'0'0,"0"-4"-234"0"0,-2-7-563 0 0,-3 12 7949 0 0,-35 55-7671 0 0,-48 183 2162 0 0,76-203-2862 0 0,12-35-320 0 0,0-1-22 0 0,0 0 27 0 0,3 3 30 0 0,49 24-23 0 0,160-18 200 0 0,-102-28-659 0 0,-73 12-1150 0 0,-25 4-1816 0 0,0 0-4015 0 0,-9 0 2700 0 0,-3 2 3107 0 0</inkml:trace>
  <inkml:trace contextRef="#ctx0" brushRef="#br0" timeOffset="328.109">672 29 1172 0 0,'9'-4'8122'0'0,"-10"14"-4951"0"0,-10 20-2387 0 0,10-27-372 0 0,-125 227 2877 0 0,48-100-3042 0 0,72-118-402 0 0,-20 19-1644 0 0,25-31 1177 0 0,1 0-50 0 0,2-14-142 0 0,0 0 1 0 0,1 1 0 0 0,1-1 0 0 0,0 1-1 0 0,0 0 1 0 0,2 0 0 0 0,-1 0-1 0 0,2 1 1 0 0,0-1 813 0 0,6-12-1411 0 0,18-35-1449 0 0,-15 30 1438 0 0</inkml:trace>
  <inkml:trace contextRef="#ctx0" brushRef="#br0" timeOffset="534.648">626 95 1008 0 0,'33'-45'3132'0'0,"2"33"2130"0"0,-31 18-4473 0 0,15 22-201 0 0,-2 0 0 0 0,-1 2 1 0 0,-1 0-1 0 0,-1 1 0 0 0,-2 0 0 0 0,-2 1 0 0 0,0 0 1 0 0,-3 1-1 0 0,4 23-588 0 0,1 38-66 0 0,-12-92-348 0 0,0-2-162 0 0,-13 23-7940 0 0,11-21 8816 0 0,-7 1-3361 0 0,4-3 1429 0 0</inkml:trace>
  <inkml:trace contextRef="#ctx0" brushRef="#br0" timeOffset="738.408">610 297 1756 0 0,'-6'-20'9743'0'0,"36"20"-5111"0"0,-17 0-4346 0 0,50 1 1918 0 0,-20-1-5119 0 0,-6 0-7587 0 0,-35 0 8934 0 0,-2 0 80 0 0</inkml:trace>
  <inkml:trace contextRef="#ctx0" brushRef="#br0" timeOffset="1130.129">995 81 1896 0 0,'2'39'7693'0'0,"3"3"-4022"0"0,18 90-2091 0 0,-17-102-223 0 0,20 76 1944 0 0,-26-106-3256 0 0,0 1 0 0 0,0 0-1 0 0,0 0 1 0 0,0-1 0 0 0,0 1 0 0 0,0 0 0 0 0,1-1 0 0 0,-1 1 0 0 0,0 0 0 0 0,0-1 0 0 0,1 1-1 0 0,-1 0 1 0 0,0-1 0 0 0,1 1 0 0 0,-1-1 0 0 0,1 1 0 0 0,-1-1 0 0 0,1 1 0 0 0,-1-1-1 0 0,1 1 1 0 0,0-1 0 0 0,-1 1 0 0 0,1-1 0 0 0,-1 0 0 0 0,1 1 0 0 0,0-1 0 0 0,-1 0 0 0 0,1 1-1 0 0,0-1 1 0 0,-1 0 0 0 0,1 0 0 0 0,0 0 0 0 0,0 0 0 0 0,-1 0 0 0 0,1 0 0 0 0,0 0-1 0 0,-1 0 1 0 0,1 0 0 0 0,0 0 0 0 0,0 0 0 0 0,-1 0 0 0 0,1 0 0 0 0,0-1 0 0 0,-1 1 0 0 0,1 0-1 0 0,0 0 1 0 0,-1-1 0 0 0,1 1 0 0 0,0-1 0 0 0,-1 1 0 0 0,1 0 0 0 0,-1-1 0 0 0,1 1-1 0 0,0-1-43 0 0,33-31 562 0 0,-32 30-541 0 0,150-175-314 0 0,-138 160-497 0 0,13-21-6798 0 0,-17 24-2673 0 0,-7 14 8881 0 0</inkml:trace>
  <inkml:trace contextRef="#ctx0" brushRef="#br0" timeOffset="1537.45">1450 105 1732 0 0,'1'8'8598'0'0,"0"10"-5481"0"0,-12 42 1216 0 0,-7 26-2856 0 0,-31 107 1217 0 0,47-162-2208 0 0,2-30-324 0 0,4 14 302 0 0,-3-15-461 0 0,1 3 23 0 0,0-1 0 0 0,0 0 0 0 0,0 0 0 0 0,0 0 0 0 0,0 0 0 0 0,1-1 0 0 0,-1 1 0 0 0,1-1 0 0 0,0 1 0 0 0,-1-1 0 0 0,1 0 0 0 0,0 0 0 0 0,-1 0 0 0 0,1 0 0 0 0,0-1 0 0 0,0 1 0 0 0,0-1 0 0 0,0 0 0 0 0,0 0-1 0 0,2 0-25 0 0,123-24 439 0 0,-84 11-444 0 0,82-37-2457 0 0,-114 30-4748 0 0,-12 20 5711 0 0,0 0 9 0 0,0 0-296 0 0,-3-4 63 0 0,-21-30-3118 0 0,15 20 3273 0 0</inkml:trace>
  <inkml:trace contextRef="#ctx0" brushRef="#br0" timeOffset="1788.204">1506 70 2160 0 0,'24'-11'8186'0'0,"-23"11"-8094"0"0,16 3-78 0 0,-12 5-7893 0 0,-5-7 6562 0 0</inkml:trace>
  <inkml:trace contextRef="#ctx0" brushRef="#br0" timeOffset="2412.295">1458 58 1924 0 0,'11'-3'10312'0'0,"25"12"-5238"0"0,-16-3-3026 0 0,134 22 2009 0 0,-133-25-3886 0 0,21-7-4698 0 0,-47 5-413 0 0,-21 8-978 0 0,-26 26 941 0 0,37-22 3585 0 0</inkml:trace>
  <inkml:trace contextRef="#ctx0" brushRef="#br0" timeOffset="2722.326">1442 261 1096 0 0,'-8'3'9310'0'0,"18"1"-4573"0"0,32 3-1518 0 0,-30-5-1967 0 0,66 11 127 0 0,-54-12-1228 0 0,-13-1-1850 0 0,-1 0-4245 0 0,-8 0 3971 0 0,19-3-7252 0 0,-8-13 7838 0 0</inkml:trace>
  <inkml:trace contextRef="#ctx0" brushRef="#br0" timeOffset="3411.928">1896 88 1972 0 0,'-4'7'9290'0'0,"-1"24"-7134"0"0,3-14-1399 0 0,-74 187 2812 0 0,35-129-3017 0 0,35-63-838 0 0,5-19-2409 0 0,48-88-924 0 0,24-45 446 0 0,-20 53 4800 0 0,-22 61 1110 0 0,-29 26-2209 0 0,0 0 101 0 0,4 2-51 0 0,4 8-244 0 0,0 0 0 0 0,-1 1 0 0 0,-1 0 0 0 0,1 0 0 0 0,-2 0 0 0 0,1 1 0 0 0,-2-1 0 0 0,0 1 0 0 0,0 0 0 0 0,1 9-334 0 0,6 12 647 0 0,47 124 2245 0 0,-21-89-1045 0 0,-35-68-1812 0 0,0 0 0 0 0,0 1-1 0 0,1-1 1 0 0,-1 0 0 0 0,0 0-1 0 0,0-1 1 0 0,1 1 0 0 0,-1 0 0 0 0,0-1-1 0 0,0 1 1 0 0,0-1 0 0 0,1 0-1 0 0,-1 1 1 0 0,0-1 0 0 0,0 0 0 0 0,0-1-1 0 0,0 1 1 0 0,-1 0 0 0 0,1 0-1 0 0,0-1 1 0 0,0 1 0 0 0,-1-1 0 0 0,1 1-1 0 0,-1-1 1 0 0,1 0 0 0 0,-1 0-1 0 0,0 0 1 0 0,0 0 0 0 0,0 0-1 0 0,0 0 1 0 0,0 0 0 0 0,0 0-35 0 0,15-24-113 0 0,-1 0 1 0 0,-2-1-1 0 0,0-1 1 0 0,-2 0-1 0 0,-1 0 1 0 0,3-18 112 0 0,-3 12-599 0 0,-3 16-270 0 0,-2 5 809 0 0,-2 5-2856 0 0,-1 0-2661 0 0,-2 0-3870 0 0,2 5 8046 0 0,8-8 18 0 0</inkml:trace>
  <inkml:trace contextRef="#ctx0" brushRef="#br0" timeOffset="3766.442">2478 162 2524 0 0,'6'10'8104'0'0,"-5"22"-5731"0"0,-2-28-1666 0 0,-2 83 2148 0 0,-33 84-448 0 0,15-103-2681 0 0,28-109-4745 0 0,40-128-5472 0 0,-37 142 9077 0 0</inkml:trace>
  <inkml:trace contextRef="#ctx0" brushRef="#br0" timeOffset="4045.359">2514 222 3740 0 0,'8'-23'2403'0'0,"-8"20"-2100"0"0,0 1 1 0 0,0 0 0 0 0,0-1 0 0 0,1 1 0 0 0,-1 0 0 0 0,1-1 0 0 0,0 1-1 0 0,-1 0 1 0 0,1 0 0 0 0,0-1 0 0 0,0 1 0 0 0,1 0 0 0 0,-1 0-1 0 0,0 0 1 0 0,1 1 0 0 0,-1-1 0 0 0,1 0 0 0 0,0 0 0 0 0,-1 1-1 0 0,1-1 1 0 0,0 1 0 0 0,0-1 0 0 0,0 1 0 0 0,0 0 0 0 0,0 0-1 0 0,0 0 1 0 0,1 0 0 0 0,-1 0 0 0 0,0 1 0 0 0,0-1 0 0 0,1 0-1 0 0,1 1-303 0 0,12 6 467 0 0,1 1-1 0 0,-2 1 0 0 0,1 0 0 0 0,-1 1 0 0 0,-1 1 0 0 0,1 0 0 0 0,-2 1 0 0 0,1 1 1 0 0,-2 0-1 0 0,0 1 0 0 0,0 0 0 0 0,-1 0 0 0 0,0 2 0 0 0,-2-1 0 0 0,4 7-466 0 0,-11-18 137 0 0,1 1-33 0 0,-1 0 0 0 0,0 0 1 0 0,0-1-1 0 0,-1 1 0 0 0,1 0 0 0 0,-1 0 0 0 0,0 1 0 0 0,0-1 0 0 0,0 0 1 0 0,-1 0-1 0 0,0 0 0 0 0,1 1 0 0 0,-1-1 0 0 0,-1 0 0 0 0,1 0 0 0 0,-1 1 1 0 0,1-1-1 0 0,-1 0 0 0 0,0 0 0 0 0,-1 0 0 0 0,1 0 0 0 0,-1 0 0 0 0,0 0 1 0 0,0 0-1 0 0,0-1 0 0 0,0 1 0 0 0,-1-1 0 0 0,1 1 0 0 0,-1-1 1 0 0,-1 1-105 0 0,-100 84-431 0 0,25-55-882 0 0,17-20-1004 0 0,22-12-5273 0 0,32-1 4509 0 0,3-3 1173 0 0,-10-27-4301 0 0,15 23 5019 0 0</inkml:trace>
  <inkml:trace contextRef="#ctx0" brushRef="#br0" timeOffset="4510.553">2972 158 1648 0 0,'17'15'11636'0'0,"-15"36"-7582"0"0,-2-40-2935 0 0,-29 134 1614 0 0,-38 48-520 0 0,68-190-2171 0 0,0-1 0 0 0,0 0 0 0 0,0 0 0 0 0,1 0 0 0 0,-1-1 0 0 0,0 1 0 0 0,1 0 0 0 0,-1 0 0 0 0,1-1 0 0 0,0 1 0 0 0,-1-1 0 0 0,1 1 0 0 0,0-1 0 0 0,0 0 0 0 0,0 0 0 0 0,0 1 0 0 0,0-1 0 0 0,0-1 0 0 0,0 1 0 0 0,0 0 0 0 0,1-1 0 0 0,-1 1 0 0 0,0-1 0 0 0,0 1 0 0 0,1-1 0 0 0,-1 0 0 0 0,0 0 0 0 0,1 0 0 0 0,-1 0 0 0 0,0-1 0 0 0,0 1 0 0 0,1 0 0 0 0,-1-1 0 0 0,0 0 0 0 0,2 0-42 0 0,-1 1 17 0 0,191 0 165 0 0,-158-10-656 0 0,16-13-2737 0 0,-51 21 2586 0 0,0 0 0 0 0,0-1 0 0 0,0 1 0 0 0,-1 0 0 0 0,1 0 0 0 0,-1 0 0 0 0,1 0 0 0 0,-1-1 0 0 0,0 1-1 0 0,0 0 1 0 0,0 0 0 0 0,0-1 0 0 0,0 1 0 0 0,0 0 0 0 0,-1 0 0 0 0,1-1 0 0 0,-1 1 0 0 0,0 0 0 0 0,1 0 0 0 0,-1 0 0 0 0,0 0 0 0 0,0 0-1 0 0,0 0 1 0 0,-1 0 0 0 0,1 0 0 0 0,0 0 625 0 0,-5-11-460 0 0,-3-13-1180 0 0,-1 1 5 0 0</inkml:trace>
  <inkml:trace contextRef="#ctx0" brushRef="#br0" timeOffset="4757.446">3102 104 1312 0 0,'17'-10'10529'0'0,"22"26"-8215"0"0,-60 4-14226 0 0,17-19 10517 0 0</inkml:trace>
  <inkml:trace contextRef="#ctx0" brushRef="#br0" timeOffset="5314.611">2975 301 888 0 0,'6'12'11230'0'0,"8"-5"-5415"0"0,47-5-3387 0 0,-45-2-1092 0 0,187 0 1561 0 0,-198-3-2871 0 0,32-18-1349 0 0,-69 11-12480 0 0,3 9 7275 0 0,27 0 4934 0 0</inkml:trace>
  <inkml:trace contextRef="#ctx0" brushRef="#br0" timeOffset="5790.672">3015 88 1592 0 0,'-7'-5'4669'0'0,"-1"-2"4165"0"0,8 7-8308 0 0,0 0 2 0 0,0 0 11 0 0,24 11 4884 0 0,104-11-2088 0 0,-87-13-5781 0 0,-34 12 2618 0 0,13-1-17012 0 0,-13 2 13907 0 0,-5 0 1550 0 0</inkml:trace>
  <inkml:trace contextRef="#ctx0" brushRef="#br0" timeOffset="6308.366">3504 135 1552 0 0,'0'1'187'0'0,"0"0"0"0"0,0 0 0 0 0,0-1 0 0 0,0 1-1 0 0,0 0 1 0 0,0 0 0 0 0,0 0 0 0 0,1-1 0 0 0,-1 1 0 0 0,0 0 0 0 0,0 0 0 0 0,1-1-1 0 0,-1 1 1 0 0,1 0 0 0 0,-1-1 0 0 0,1 1 0 0 0,-1 0 0 0 0,1-1 0 0 0,-1 1 0 0 0,1-1-1 0 0,-1 1 1 0 0,1-1 0 0 0,-1 1 0 0 0,1-1 0 0 0,0 1 0 0 0,0-1 0 0 0,-1 1-1 0 0,1-1 1 0 0,0 0 0 0 0,-1 0 0 0 0,1 1 0 0 0,0-1 0 0 0,0 0 0 0 0,0 0 0 0 0,-1 0-1 0 0,1 0 1 0 0,0 0 0 0 0,0 0 0 0 0,0 0 0 0 0,-1 0 0 0 0,1 0 0 0 0,0 0 0 0 0,0 0-1 0 0,-1 0 1 0 0,1-1 0 0 0,0 1 0 0 0,0 0 0 0 0,-1-1 0 0 0,1 1 0 0 0,0 0-1 0 0,-1-1 1 0 0,1 1 0 0 0,0-1 0 0 0,-1 1 0 0 0,1-1 0 0 0,-1 1 0 0 0,1-1 0 0 0,0 0-1 0 0,-1 1 1 0 0,0-1 0 0 0,1 0-187 0 0,-1 96 3306 0 0,-30 48-1547 0 0,-15 6-441 0 0,45-147-1384 0 0,0-2-326 0 0,0 0-70 0 0,1 8-472 0 0,4-13-265 0 0,44-174-7501 0 0,-25 68 4074 0 0,-16 78 3943 0 0</inkml:trace>
  <inkml:trace contextRef="#ctx0" brushRef="#br0" timeOffset="6839.792">3581 138 3696 0 0,'48'-102'5119'0'0,"-45"99"-4771"0"0,0 0 0 0 0,-1 0-1 0 0,1 0 1 0 0,0 0 0 0 0,1 1 0 0 0,-1 0 0 0 0,0-1 0 0 0,1 1 0 0 0,-1 0-1 0 0,1 1 1 0 0,0-1 0 0 0,-1 1 0 0 0,1-1 0 0 0,0 1 0 0 0,0 0 0 0 0,0 1-1 0 0,0-1 1 0 0,0 1 0 0 0,0 0 0 0 0,0 0 0 0 0,0 0 0 0 0,0 0 0 0 0,0 0-1 0 0,0 1 1 0 0,0 0 0 0 0,0 0 0 0 0,2 1-348 0 0,26 8 693 0 0,-1 1 0 0 0,0 1 0 0 0,-1 2 1 0 0,0 1-1 0 0,0 2-693 0 0,-26-15 58 0 0,0 0 1 0 0,-1 1-1 0 0,0 0 1 0 0,1-1 0 0 0,-1 1-1 0 0,0 0 1 0 0,0 0-1 0 0,-1 1 1 0 0,1-1-1 0 0,-1 0 1 0 0,1 1 0 0 0,-1 0-1 0 0,0-1 1 0 0,-1 1-1 0 0,1 0 1 0 0,-1 0 0 0 0,1 0-1 0 0,-1 0 1 0 0,0 1-1 0 0,-1-1 1 0 0,1 0-1 0 0,-1 0 1 0 0,0 0 0 0 0,0 1-1 0 0,0-1 1 0 0,0 0-1 0 0,-1 0 1 0 0,0 0-1 0 0,-1 4-58 0 0,-4 6-19 0 0,-1 0-1 0 0,0 0 1 0 0,-1-1-1 0 0,-1 0 0 0 0,0-1 1 0 0,0 1-1 0 0,-2-2 1 0 0,1 1-1 0 0,-1-1 0 0 0,-1-1 1 0 0,0 0-1 0 0,-9 5 20 0 0,-8 4-124 0 0,-88 45-331 0 0,54-62 567 0 0,61-2-63 0 0,2 0 38 0 0,-8-4 68 0 0,7 3-137 0 0,0 0-1 0 0,1 0 1 0 0,-1 0 0 0 0,1-1-1 0 0,0 1 1 0 0,-1 0 0 0 0,1 0-1 0 0,0 0 1 0 0,0 0-1 0 0,-1-1 1 0 0,1 1 0 0 0,0 0-1 0 0,0 0 1 0 0,0 0 0 0 0,1-1-1 0 0,-1 1 1 0 0,0 0 0 0 0,0 0-1 0 0,1 0 1 0 0,-1 0-1 0 0,0 0 1 0 0,1-1 0 0 0,-1 1-1 0 0,1 0 1 0 0,0 0 0 0 0,-1 0-1 0 0,1 0 1 0 0,0 0 0 0 0,0 1-1 0 0,-1-1 1 0 0,1 0-1 0 0,0 0 1 0 0,0 0 0 0 0,0 1-1 0 0,0-1 1 0 0,0 0 0 0 0,0 1-1 0 0,0-1 1 0 0,0 1 0 0 0,0-1-1 0 0,1 1 1 0 0,-1 0-1 0 0,0-1 1 0 0,0 1 0 0 0,0 0-1 0 0,0 0 1 0 0,1 0 0 0 0,-1 0-1 0 0,0 0 1 0 0,0 0 0 0 0,0 0-1 0 0,0 0 1 0 0,1 0-18 0 0,6 0 113 0 0,1 1 0 0 0,-1-1 0 0 0,0 2 0 0 0,1-1 0 0 0,-1 1 0 0 0,0 0 0 0 0,0 0 1 0 0,0 1-1 0 0,-1 1 0 0 0,1-1 0 0 0,0 1 0 0 0,-1 0 0 0 0,6 5-113 0 0,140 109 1554 0 0,-72-35-1258 0 0,-70-76-349 0 0,2 3-234 0 0,-10-2-2844 0 0,-30 0-3321 0 0,-19-19-3151 0 0,-22-13 4844 0 0,41 12 3393 0 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45.083"/>
    </inkml:context>
    <inkml:brush xml:id="br0">
      <inkml:brushProperty name="width" value="0.05" units="cm"/>
      <inkml:brushProperty name="height" value="0.05" units="cm"/>
      <inkml:brushProperty name="color" value="#FFFFFF"/>
    </inkml:brush>
  </inkml:definitions>
  <inkml:trace contextRef="#ctx0" brushRef="#br0">15 298 1624 0 0,'0'0'1625'0'0,"0"0"-151"0"0,0-3-197 0 0,0-10-81 0 0,0 9-109 0 0,0 4-102 0 0,0 0 5 0 0,0 0-22 0 0,-4 0-135 0 0,-7-7 5885 0 0,18 1-7095 0 0,16 23 1227 0 0,176 233 2021 0 0,-138-157-2344 0 0,2-18 24 0 0,-63-75-532 0 0,1 1 1 0 0,-1 0-1 0 0,1-1 1 0 0,-1 1-1 0 0,1-1 1 0 0,0 1-1 0 0,-1-1 0 0 0,1 1 1 0 0,0-1-1 0 0,-1 1 1 0 0,1-1-1 0 0,0 0 1 0 0,0 1-1 0 0,-1-1 1 0 0,1 0-1 0 0,0 0 1 0 0,0 1-1 0 0,-1-1 1 0 0,1 0-1 0 0,0 0 1 0 0,0 0-1 0 0,0 0 0 0 0,-1 0 1 0 0,1 0-1 0 0,0 0 1 0 0,0 0-1 0 0,0-1 1 0 0,-1 1-1 0 0,1 0 1 0 0,0 0-1 0 0,0-1 1 0 0,-1 1-1 0 0,1 0 1 0 0,0-1-1 0 0,0 1 0 0 0,-1-1 1 0 0,1 1-1 0 0,0-1 1 0 0,-1 1-1 0 0,1-1 1 0 0,-1 1-1 0 0,1-1 1 0 0,-1 0-1 0 0,1 1 1 0 0,-1-1-1 0 0,1 0 1 0 0,-1 1-1 0 0,0-1 0 0 0,1 0 1 0 0,-1 0-1 0 0,0 1 1 0 0,0-1-1 0 0,1 0 1 0 0,-1 0-1 0 0,0 0 1 0 0,0 1-1 0 0,0-1 1 0 0,0 0-1 0 0,0 0 1 0 0,0 0-1 0 0,0 1 0 0 0,0-1 1 0 0,-1 0-1 0 0,1 0 1 0 0,0 0-1 0 0,0 1 1 0 0,-1-1-20 0 0,5-13-143 0 0,5-26 185 0 0,-1-1 0 0 0,-2 1 0 0 0,-2-2 0 0 0,-2 1 0 0 0,-2-24-42 0 0,3-41 86 0 0,-3-138-201 0 0,0 243 141 0 0,2-27-48 0 0,15 8 63 0 0,-22 20-2290 0 0,-23 58-14555 0 0,24-39 13809 0 0,0 2 1589 0 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47.062"/>
    </inkml:context>
    <inkml:brush xml:id="br0">
      <inkml:brushProperty name="width" value="0.05" units="cm"/>
      <inkml:brushProperty name="height" value="0.05" units="cm"/>
      <inkml:brushProperty name="color" value="#FFFFFF"/>
    </inkml:brush>
  </inkml:definitions>
  <inkml:trace contextRef="#ctx0" brushRef="#br0">21 19 1712 0 0,'-3'0'1530'0'0,"-4"-1"742"0"0,-3-7 13275 0 0,9 4-14156 0 0,2 0-4296 0 0,8 3 3366 0 0,159 40 1798 0 0,-27-15-1210 0 0,251-19-421 0 0,-390-5-1044 0 0,16 2-5017 0 0,-11-1-112 0 0,-33 1-3143 0 0,18-2 7166 0 0</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48.918"/>
    </inkml:context>
    <inkml:brush xml:id="br0">
      <inkml:brushProperty name="width" value="0.05" units="cm"/>
      <inkml:brushProperty name="height" value="0.05" units="cm"/>
      <inkml:brushProperty name="color" value="#FFFFFF"/>
    </inkml:brush>
  </inkml:definitions>
  <inkml:trace contextRef="#ctx0" brushRef="#br0">98 3 2080 0 0,'0'0'1824'0'0,"0"0"-233"0"0,0 0-104 0 0,0 0-56 0 0,0 0-109 0 0,0 0-138 0 0,0 0-161 0 0,0 0-111 0 0,-3 0-77 0 0,0-1-567 0 0,-5 0 166 0 0,6 1 4199 0 0,8 1-4482 0 0,0 1-1 0 0,-1 0 0 0 0,0 0 0 0 0,1 0 0 0 0,-1 1 0 0 0,0 0 1 0 0,0 0-1 0 0,0 0 0 0 0,0 0 0 0 0,-1 1 0 0 0,0 0 0 0 0,1 0 1 0 0,-1 0-1 0 0,0 0 0 0 0,-1 1 0 0 0,1 0 0 0 0,-1-1 0 0 0,0 2-150 0 0,169 151 1641 0 0,-29-35-826 0 0,-98-93-559 0 0,-18 0-49 0 0,-27-29-162 0 0,0 0-58 0 0,0 0-15 0 0,0 0 62 0 0,-14 22-22 0 0,-53 15-46 0 0,-18-10 63 0 0,-74-21-626 0 0,23-43-1214 0 0,58 11-3694 0 0,77 26 4288 0 0,1 0-719 0 0,0 0-59 0 0,-16 20-6093 0 0,17-13 6818 0 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51.963"/>
    </inkml:context>
    <inkml:brush xml:id="br0">
      <inkml:brushProperty name="width" value="0.05" units="cm"/>
      <inkml:brushProperty name="height" value="0.05" units="cm"/>
      <inkml:brushProperty name="color" value="#FFFFFF"/>
    </inkml:brush>
  </inkml:definitions>
  <inkml:trace contextRef="#ctx0" brushRef="#br0">15 19 1856 0 0,'0'0'1339'0'0,"0"0"-126"0"0,0 0-103 0 0,0-3-187 0 0,9-8 4560 0 0,0 23-2112 0 0,-6 3-4036 0 0,-2 174 3143 0 0,-15-138-2236 0 0,11 7 574 0 0,-8-25-160 0 0,10-33-578 0 0,0 1 1 0 0,1-1 0 0 0,-1 1-1 0 0,0-1 1 0 0,1 1 0 0 0,-1 0-1 0 0,1-1 1 0 0,-1 1 0 0 0,1 0-1 0 0,-1 0 1 0 0,1-1 0 0 0,0 1-1 0 0,-1 0 1 0 0,1 0 0 0 0,0 0-1 0 0,0-1 1 0 0,-1 1 0 0 0,1 0-1 0 0,0 0 1 0 0,0 0-1 0 0,0 0 1 0 0,0-1 0 0 0,0 1-1 0 0,0 0 1 0 0,0 0 0 0 0,1 0-1 0 0,-1 0 1 0 0,0-1 0 0 0,0 1-1 0 0,1 0 1 0 0,-1 0 0 0 0,0 0-1 0 0,1-1 1 0 0,-1 1 0 0 0,1 0-1 0 0,-1-1 1 0 0,1 1 0 0 0,-1 0-1 0 0,1-1 1 0 0,-1 1 0 0 0,1 0-1 0 0,0-1 1 0 0,-1 1 0 0 0,1-1-1 0 0,0 1 1 0 0,-1-1 0 0 0,1 0-1 0 0,0 1 1 0 0,0-1-79 0 0,44 7 1615 0 0,-33-6-1262 0 0,-10-1-193 0 0,30 0 509 0 0,223 0 1036 0 0,-165-17-1550 0 0,6 16-1212 0 0,-94 1 820 0 0,9-1-1558 0 0,-67-5-16255 0 0,54 5 16456 0 0,0 1 58 0 0,-9 0 156 0 0</inkml:trace>
  <inkml:trace contextRef="#ctx0" brushRef="#br0" timeOffset="2173.247">745 446 1768 0 0,'0'0'1440'0'0,"0"0"-106"0"0,0 0-95 0 0,0 0-159 0 0,0 0-124 0 0,0 0-88 0 0,0 0-108 0 0,0 0-107 0 0,0 0-55 0 0,0 0-34 0 0,0 0-13 0 0,0 0 98 0 0,0 0-30 0 0,0 0-60 0 0,0 0-14 0 0,0 0 13 0 0,0 0-92 0 0,0 0-44 0 0,0 0-12 0 0,3-2-69 0 0,221-197 2843 0 0,-132 96-2680 0 0,-12 1-307 0 0,-50 63-443 0 0,-30 38 294 0 0,0 1 8 0 0,0 0 16 0 0,-1 20 233 0 0,-1 319 818 0 0,2-112-2595 0 0,0-226 1039 0 0,1 7-1500 0 0,1 8-1675 0 0,-10-18-2638 0 0,3-1 1240 0 0,3 3 3729 0 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57.004"/>
    </inkml:context>
    <inkml:brush xml:id="br0">
      <inkml:brushProperty name="width" value="0.05" units="cm"/>
      <inkml:brushProperty name="height" value="0.05" units="cm"/>
      <inkml:brushProperty name="color" value="#FFFFFF"/>
    </inkml:brush>
  </inkml:definitions>
  <inkml:trace contextRef="#ctx0" brushRef="#br0">19 389 2052 0 0,'0'0'1281'0'0,"0"0"-201"0"0,0 0-105 0 0,0 0-68 0 0,0 0-55 0 0,0 0-72 0 0,0 0-29 0 0,-3 0-86 0 0,-10 0-27 0 0,10 0-56 0 0,3 0-67 0 0,0 0-65 0 0,0 0-2 0 0,0 0 6 0 0,0 0 9 0 0,0 0-32 0 0,0 0-16 0 0,0 0-26 0 0,0 0-76 0 0,0 0-38 0 0,0 0 0 0 0,0 0 95 0 0,0 0 4 0 0,0 0-10 0 0,0 0 10 0 0,0 0 2 0 0,0 0-48 0 0,2-4-13 0 0,115-87 1236 0 0,44-70-293 0 0,-77 64-1060 0 0,-52 66-240 0 0,-23 27 1022 0 0,-9 4-850 0 0,29 35 1960 0 0,64 75-997 0 0,49 51-412 0 0,-22-7-674 0 0,-120-154-234 0 0,-1 0 0 0 0,1 0 0 0 0,0 0-1 0 0,0 0 1 0 0,-1 0 0 0 0,1-1 0 0 0,0 1-1 0 0,0 0 1 0 0,-1 0 0 0 0,1 0 0 0 0,0 0-1 0 0,-1 0 1 0 0,1 0 0 0 0,0 0 0 0 0,0 0 0 0 0,-1 0-1 0 0,1 0 1 0 0,0 0 0 0 0,0 0 0 0 0,-1 0-1 0 0,1 0 1 0 0,0 0 0 0 0,-1 0 0 0 0,1 1-1 0 0,0-1 1 0 0,0 0 0 0 0,0 0 0 0 0,-1 0-1 0 0,1 0 1 0 0,0 0 0 0 0,0 1 0 0 0,-1-1-1 0 0,1 0 1 0 0,0 0 0 0 0,0 0 0 0 0,0 1-1 0 0,0-1 1 0 0,-1 0 0 0 0,1 0 0 0 0,0 0 0 0 0,0 1-1 0 0,0-1 1 0 0,0 0 0 0 0,0 1 0 0 0,0-1-1 0 0,0 0 1 0 0,-1 0 0 0 0,1 1 0 0 0,0-1-1 0 0,0 0 228 0 0,-37-12-8838 0 0,30 9 6957 0 0,-2 0 248 0 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59.805"/>
    </inkml:context>
    <inkml:brush xml:id="br0">
      <inkml:brushProperty name="width" value="0.05" units="cm"/>
      <inkml:brushProperty name="height" value="0.05" units="cm"/>
      <inkml:brushProperty name="color" value="#FFFFFF"/>
    </inkml:brush>
  </inkml:definitions>
  <inkml:trace contextRef="#ctx0" brushRef="#br0">60 185 1808 0 0,'-2'-3'1369'0'0,"-9"-5"6644"0"0,1 27-4602 0 0,9-17-3409 0 0,-8 25 689 0 0,2 0 1 0 0,0 1 0 0 0,2 0 0 0 0,1 0 0 0 0,1 0-1 0 0,2 0 1 0 0,1 24-692 0 0,1-44 85 0 0,0 1-1 0 0,0-1 1 0 0,1 0-1 0 0,0 1 1 0 0,0-1-1 0 0,0 0 1 0 0,1 0-1 0 0,1 0 1 0 0,-1 0-1 0 0,2-1 1 0 0,-1 0-1 0 0,0 0 1 0 0,1 0-1 0 0,1 0 1 0 0,-1 0-1 0 0,1-1 1 0 0,0 0-1 0 0,1-1 1 0 0,-1 1-1 0 0,7 3-84 0 0,-10-7 23 0 0,2 1 13 0 0,-1-1 0 0 0,0 1 0 0 0,1-1 1 0 0,-1 0-1 0 0,1 0 0 0 0,0-1 0 0 0,0 1 0 0 0,-1-1 0 0 0,1 0 0 0 0,0 0 0 0 0,0-1 0 0 0,0 1 0 0 0,0-1 1 0 0,0 0-1 0 0,0-1 0 0 0,0 1 0 0 0,0-1 0 0 0,0 0 0 0 0,3-1-36 0 0,8-7 36 0 0,0-1 0 0 0,-1-1-1 0 0,0-1 1 0 0,-1 0 0 0 0,0 0 0 0 0,-1-1-1 0 0,-1-1 1 0 0,0 0 0 0 0,-1-1 0 0 0,0 0-1 0 0,-1-1 1 0 0,-1 0 0 0 0,-1-1 0 0 0,5-12-36 0 0,-8 18 158 0 0,-1-1 0 0 0,-1 1 0 0 0,0-1 1 0 0,0 1-1 0 0,-1-1 0 0 0,-1 0 0 0 0,0 0 1 0 0,-1 0-1 0 0,0-3-158 0 0,-2 7 55 0 0,0 0 0 0 0,0 0 0 0 0,-1 1 0 0 0,0-1 0 0 0,0 1 0 0 0,-1-1 0 0 0,0 1 0 0 0,-1 0 0 0 0,1 1 0 0 0,-1-1 0 0 0,0 1 0 0 0,-1 0 1 0 0,0 0-1 0 0,-2-2-55 0 0,1 4-58 0 0,1-1 0 0 0,-1 1 0 0 0,0 0 0 0 0,-1 1 0 0 0,1 0 0 0 0,-1 0 0 0 0,1 0 1 0 0,-1 1-1 0 0,0 0 0 0 0,0 1 0 0 0,0 0 0 0 0,0 0 0 0 0,0 0 0 0 0,0 1 0 0 0,0 1 0 0 0,-1-1 58 0 0,2 3-448 0 0,-1-1-1 0 0,1 1 0 0 0,0 0 1 0 0,0 1-1 0 0,0 0 0 0 0,1 0 1 0 0,-1 0-1 0 0,1 1 0 0 0,0 0 0 0 0,0 0 1 0 0,0 1-1 0 0,1 0 0 0 0,-3 3 449 0 0,1-2-1355 0 0,-16 29-11306 0 0,23-36 11272 0 0,0 0-10 0 0</inkml:trace>
  <inkml:trace contextRef="#ctx0" brushRef="#br0" timeOffset="900.107">640 65 2108 0 0,'10'-7'7687'0'0,"19"2"-5275"0"0,-25 5-1764 0 0,110-17 2665 0 0,145-11-1043 0 0,-260 28-2349 0 0,1 0 0 0 0,0-1 0 0 0,-1 1 1 0 0,1 0-1 0 0,-1 0 0 0 0,1 0 1 0 0,0 0-1 0 0,-1 0 0 0 0,1-1 0 0 0,-1 1 1 0 0,1 0-1 0 0,0 0 0 0 0,-1 0 0 0 0,1 0 1 0 0,-1 0-1 0 0,1 0 0 0 0,0 0 1 0 0,-1 0-1 0 0,1 1 0 0 0,-1-1 0 0 0,1 0 1 0 0,0 0-1 0 0,-1 0 0 0 0,1 0 0 0 0,-1 0 1 0 0,1 1-1 0 0,0-1 0 0 0,-1 0 0 0 0,1 0 1 0 0,0 1-1 0 0,-1-1 0 0 0,1 0 1 0 0,0 0-1 0 0,0 1 0 0 0,-1-1 0 0 0,1 0 1 0 0,0 1-1 0 0,0-1 0 0 0,0 0 0 0 0,-1 1 1 0 0,1-1-1 0 0,0 1 0 0 0,0-1 0 0 0,0 0 1 0 0,0 1-1 0 0,0-1 0 0 0,0 1 1 0 0,0-1-1 0 0,0 0 0 0 0,0 1 0 0 0,0-1 1 0 0,0 1-1 0 0,0-1 0 0 0,0 0 0 0 0,0 1 1 0 0,0-1-1 0 0,0 1 0 0 0,0-1 0 0 0,0 0 1 0 0,0 1-1 0 0,1-1 0 0 0,-1 1 1 0 0,0-1-1 0 0,0 0 0 0 0,1 1 0 0 0,-1-1 1 0 0,0 0-1 0 0,0 1 79 0 0,-46 2-2783 0 0,45-3 2726 0 0,-24 3 833 0 0,18 9-587 0 0,1-1 0 0 0,0 1 1 0 0,0 1-1 0 0,1-1 1 0 0,1 1-1 0 0,0 0 1 0 0,1 0-1 0 0,1 0 0 0 0,0 0 1 0 0,0 0-1 0 0,1 1 1 0 0,1-1-1 0 0,0 1 0 0 0,1-1 1 0 0,1 0-190 0 0,-2-12 6 0 0,0 427 7090 0 0,-1-425-7049 0 0,1 0 1 0 0,-1 0-1 0 0,1 0 0 0 0,-1 0 0 0 0,0 0 0 0 0,0-1 0 0 0,0 1 1 0 0,-1 0-1 0 0,1 0 0 0 0,0-1 0 0 0,-1 1 0 0 0,0-1 0 0 0,0 1 0 0 0,0-1 1 0 0,0 0-1 0 0,0 1 0 0 0,0-1 0 0 0,-1 0 0 0 0,1-1 0 0 0,0 1 1 0 0,-1 0-1 0 0,0-1 0 0 0,1 1 0 0 0,-1-1 0 0 0,0 0 0 0 0,0 0 1 0 0,0 0-1 0 0,0 0 0 0 0,0 0 0 0 0,0-1 0 0 0,0 0 0 0 0,0 1 0 0 0,0-1 1 0 0,0 0-1 0 0,0 0 0 0 0,0-1 0 0 0,0 1 0 0 0,0-1 0 0 0,0 1 1 0 0,0-1-1 0 0,-2-1-47 0 0,-27-16-823 0 0,1-1 0 0 0,0-2 0 0 0,2-1 0 0 0,0-1 0 0 0,2-1 0 0 0,-20-23 823 0 0,46 46-83 0 0,-15-23-3292 0 0,10-16-6724 0 0,11 34 8698 0 0,19-22 12 0 0</inkml:trace>
  <inkml:trace contextRef="#ctx0" brushRef="#br0" timeOffset="1278.139">1418 14 2516 0 0,'13'-5'9451'0'0,"-10"17"-5595"0"0,-8 23-2588 0 0,4-34-1127 0 0,-15 54 852 0 0,-3 0 1 0 0,-2-2-1 0 0,-2-1 0 0 0,-15 22-993 0 0,16-29 356 0 0,-79 154-1551 0 0,98-197-2917 0 0,6-29 3338 0 0,76-208-11415 0 0,-66 202 10742 0 0</inkml:trace>
  <inkml:trace contextRef="#ctx0" brushRef="#br0" timeOffset="1513.806">1362 111 1720 0 0,'68'-109'6841'0'0,"-55"107"-3540"0"0,-2 15-2882 0 0,0 1 1 0 0,-1 0-1 0 0,0 1 0 0 0,-1 0 0 0 0,-1 0 0 0 0,0 1 0 0 0,-2-1 0 0 0,1 2 0 0 0,-2-1 0 0 0,0 1 0 0 0,-1 1-419 0 0,7 17 448 0 0,39 163 1570 0 0,-8-21-593 0 0,-41-170-1576 0 0,2 12 286 0 0,-3-12-3744 0 0,-2-5 3316 0 0,0-1 1 0 0,0 0-1 0 0,-1 0 1 0 0,1 0-1 0 0,0 0 1 0 0,-1 0-1 0 0,1-1 1 0 0,0 1-1 0 0,-1-1 1 0 0,1 0-1 0 0,-1 1 1 0 0,1-1-1 0 0,-1 0 1 0 0,1 0-1 0 0,-1-1 1 0 0,1 1-1 0 0,-1 0 1 0 0,1-1-1 0 0,0 0 1 0 0,-1 1-1 0 0,1-1 1 0 0,0 0-1 0 0,-1 0 1 0 0,1 0-1 0 0,0-1 1 0 0,0 1-1 0 0,0 0 1 0 0,0-1-1 0 0,0 1 1 0 0,0-1-1 0 0,0 0 1 0 0,1 0-1 0 0,-1 0 1 0 0,1 0-1 0 0,-2-1 293 0 0,-1-1-194 0 0,-37-25-2743 0 0,21 12 1460 0 0</inkml:trace>
  <inkml:trace contextRef="#ctx0" brushRef="#br0" timeOffset="1733.236">1340 437 2640 0 0,'-22'-19'8003'0'0,"46"11"-1726"0"0,-9 5-5271 0 0,115-33 1458 0 0,-41 18-4515 0 0,-40 1-13954 0 0,-42 15 14559 0 0</inkml:trace>
  <inkml:trace contextRef="#ctx0" brushRef="#br0" timeOffset="2421.271">1896 210 2280 0 0,'-17'-15'10722'0'0,"9"43"-6802"0"0,5-14-4076 0 0,-75 250 3783 0 0,17-79-3885 0 0,77-249-5130 0 0,11-43 3961 0 0,32-77-445 0 0,-22 97 2292 0 0,-7 47 2733 0 0,-29 40-2587 0 0,-1 0-72 0 0,4 3 17 0 0,13 20 39 0 0,-1 0 0 0 0,-1 1 0 0 0,-1 1 0 0 0,-2 0 0 0 0,0 1 0 0 0,-2 0 1 0 0,-1 1-1 0 0,1 6-550 0 0,74 207 2350 0 0,-83-235-2251 0 0,1 1-1 0 0,0 0 0 0 0,0 0 1 0 0,1-1-1 0 0,0 1 0 0 0,-1-1 1 0 0,2 1-1 0 0,-1-1 0 0 0,1 0 1 0 0,0-1-1 0 0,0 1 0 0 0,0-1 1 0 0,0 1-99 0 0,-3-5 137 0 0,22-5 124 0 0,-8-12-235 0 0,-1-1 0 0 0,-1-1-1 0 0,0 0 1 0 0,-2-1 0 0 0,0 0-1 0 0,-2-1 1 0 0,0 0 0 0 0,-1 0-1 0 0,-1-1 1 0 0,-1 0 0 0 0,3-21-26 0 0,4-6-273 0 0,49-171-2444 0 0,-49 158 306 0 0,-11 34-3664 0 0,-26 16-1421 0 0,9 18 4432 0 0,8-1 1633 0 0</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3:58.146"/>
    </inkml:context>
    <inkml:brush xml:id="br0">
      <inkml:brushProperty name="width" value="0.05" units="cm"/>
      <inkml:brushProperty name="height" value="0.05" units="cm"/>
      <inkml:brushProperty name="color" value="#FFFFFF"/>
    </inkml:brush>
  </inkml:definitions>
  <inkml:trace contextRef="#ctx0" brushRef="#br0">19 41 2284 0 0,'-3'0'1564'0'0,"-8"0"-730"0"0,9-2 3170 0 0,1-2 4105 0 0,1-2-8022 0 0,-1 5-50 0 0,1 1 0 0 0,0-1 1 0 0,0 0-1 0 0,0 0 0 0 0,0 0 1 0 0,0 0-1 0 0,0 0 0 0 0,0 0 1 0 0,0 0-1 0 0,0 0 0 0 0,0 0 0 0 0,0 0 1 0 0,0 0-1 0 0,1 0 0 0 0,-1 1 1 0 0,0-1-1 0 0,1 0 0 0 0,-1 0 0 0 0,1 0 1 0 0,-1 0-1 0 0,1 1 0 0 0,-1-1 1 0 0,1 0-1 0 0,0 0 0 0 0,-1 1 0 0 0,1-1 1 0 0,0 1-1 0 0,-1-1 0 0 0,1 0 1 0 0,0 1-1 0 0,0-1 0 0 0,0 1 0 0 0,0 0 1 0 0,-1-1-1 0 0,1 1 0 0 0,0 0 1 0 0,0-1-1 0 0,0 1 0 0 0,0 0 0 0 0,0 0 1 0 0,0 0-1 0 0,0 0 0 0 0,0 0 1 0 0,0 0-1 0 0,0 0 0 0 0,0 0 0 0 0,0 0-37 0 0,221 0 3476 0 0,-83 22-2509 0 0,-33-19-1836 0 0,-96-3-126 0 0,-10 0 863 0 0,0 0-1 0 0,-1 0 1 0 0,1 0 0 0 0,0-1 0 0 0,-1 1 0 0 0,1 0 0 0 0,0-1 0 0 0,0 1 0 0 0,-1 0 0 0 0,1 0 0 0 0,0-1-1 0 0,0 1 1 0 0,-1 0 0 0 0,1-1 0 0 0,0 1 0 0 0,0 0 0 0 0,0-1 0 0 0,0 1 0 0 0,-1-1 0 0 0,1 1 0 0 0,0 0 0 0 0,0-1-1 0 0,0 1 1 0 0,0-1 0 0 0,0 1 0 0 0,0 0 0 0 0,0-1 0 0 0,0 1 0 0 0,0-1 0 0 0,0 1 0 0 0,0 0 0 0 0,1-1 0 0 0,-1 1-1 0 0,0 0 1 0 0,0-1 0 0 0,0 1 0 0 0,0 0 0 0 0,1-1 0 0 0,-1 1 0 0 0,0 0 0 0 0,0-1 0 0 0,1 1 0 0 0,-1 0 0 0 0,0-1-1 0 0,0 1 1 0 0,1 0 0 0 0,-1 0 0 0 0,0-1 0 0 0,1 1 0 0 0,-1 0 132 0 0,-57 6-9661 0 0,24 3 7460 0 0,14-4 639 0 0</inkml:trace>
  <inkml:trace contextRef="#ctx0" brushRef="#br0" timeOffset="234.185">293 18 1212 0 0,'-13'16'7273'0'0,"10"29"-4692"0"0,3-39-2171 0 0,0 331 5000 0 0,-18-238-5718 0 0,13-76 20 0 0,-1 0-5092 0 0,23-23 252 0 0,2-29 1933 0 0,-6 7 1676 0 0</inkml:trace>
  <inkml:trace contextRef="#ctx0" brushRef="#br0" timeOffset="1105.281">629 18 1600 0 0,'15'-8'7951'0'0,"-6"27"-4685"0"0,-4 32-862 0 0,-19 70-974 0 0,-18 27-396 0 0,-4 13-2454 0 0,57-258-4207 0 0,-2-3 1272 0 0,5-41 5327 0 0,-14 102 15 0 0,31-61 5860 0 0,-38 97-6640 0 0,0 1-1 0 0,0 0 1 0 0,0-1 0 0 0,0 1-1 0 0,0 0 1 0 0,0 0-1 0 0,1 1 1 0 0,-1-1-1 0 0,1 1 1 0 0,-1-1-1 0 0,1 1 1 0 0,0 0-1 0 0,-1 1 1 0 0,1-1-1 0 0,0 1 1 0 0,0-1-1 0 0,-1 1 1 0 0,1 0 0 0 0,0 0-1 0 0,0 1 1 0 0,-1-1-1 0 0,1 1 1 0 0,0 0-1 0 0,-1 0 1 0 0,1 0-1 0 0,-1 0 1 0 0,1 1-1 0 0,2 1-206 0 0,91 61 1051 0 0,-92-59-1005 0 0,-1 0 1 0 0,0 1-1 0 0,0 0 0 0 0,0 0 0 0 0,0 0 0 0 0,-1 0 0 0 0,0 1 1 0 0,0-1-1 0 0,-1 1 0 0 0,0 0 0 0 0,0-1 0 0 0,0 1 0 0 0,-1 0 0 0 0,0 0 1 0 0,-1 0-1 0 0,1 0 0 0 0,-1 1 0 0 0,-1-1 0 0 0,1 1-46 0 0,-43 90 161 0 0,39-93-154 0 0,0 0 1 0 0,0-1-1 0 0,-1 1 1 0 0,0-1-1 0 0,0 0 1 0 0,0-1-1 0 0,0 1 1 0 0,0-1-1 0 0,-1 0 1 0 0,1 0-1 0 0,-1 0 1 0 0,0-1-1 0 0,0 0 1 0 0,-3 1-8 0 0,-22 9 18 0 0,-35-5-79 0 0,8-37-14 0 0,69 42 375 0 0,157 160 710 0 0,-143-146-1134 0 0,-4-4-4401 0 0,-17-20 2389 0 0,-1 0-1572 0 0,-2-2-6515 0 0,-1 0 8773 0 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4:05.281"/>
    </inkml:context>
    <inkml:brush xml:id="br0">
      <inkml:brushProperty name="width" value="0.05" units="cm"/>
      <inkml:brushProperty name="height" value="0.05" units="cm"/>
      <inkml:brushProperty name="color" value="#FFFFFF"/>
    </inkml:brush>
  </inkml:definitions>
  <inkml:trace contextRef="#ctx0" brushRef="#br0">89 388 2216 0 0,'0'0'1621'0'0,"0"0"-274"0"0,-3 0-43 0 0,-2 0-1584 0 0,-20-5 14395 0 0,25 4-14100 0 0,2-1 25 0 0,-1 0 0 0 0,0 0 0 0 0,1 0 1 0 0,0 0-1 0 0,0 0 0 0 0,-1 0 0 0 0,1 0 0 0 0,0 0 1 0 0,0 1-1 0 0,1-1 0 0 0,-1 1 0 0 0,0-1 0 0 0,0 1 0 0 0,1 0 1 0 0,-1 0-1 0 0,1 0 0 0 0,-1 0 0 0 0,1 1 0 0 0,-1-1 0 0 0,1 1 1 0 0,0-1-1 0 0,-1 1 0 0 0,2 0-40 0 0,231-29 1471 0 0,-194 23-5254 0 0,-23-7 2144 0 0,-17 12 1318 0 0,-1 0 0 0 0,1 0 0 0 0,-1-1 0 0 0,0 1 0 0 0,1 0 0 0 0,-1 0 0 0 0,0-1 1 0 0,0 1-1 0 0,0 0 0 0 0,0-1 0 0 0,0 1 0 0 0,0 0 0 0 0,0-1 0 0 0,0 1 0 0 0,0 0 0 0 0,-1 0 0 0 0,1-1 0 0 0,0 1 0 0 0,-1 0 1 0 0,1 0-1 0 0,-1-1 0 0 0,0 1 0 0 0,1 0 0 0 0,-1 0 0 0 0,0 0 0 0 0,0 0 0 0 0,1 0 0 0 0,-1 0 0 0 0,0 0 0 0 0,0 0 0 0 0,0 0 0 0 0,0 1 1 0 0,0-1-1 0 0,-1 0 0 0 0,1 1 0 0 0,0-1 0 0 0,0 0 0 0 0,0 1 0 0 0,-1 0 0 0 0,1-1 0 0 0,0 1 0 0 0,-1 0 321 0 0,-2-3-1117 0 0,-3-1-318 0 0</inkml:trace>
  <inkml:trace contextRef="#ctx0" brushRef="#br0" timeOffset="579.05">297 198 1312 0 0,'-29'-26'8316'0'0,"26"64"-4843"0"0,7 326 298 0 0,-30-204-3199 0 0,21-90-2590 0 0,20-163-1538 0 0,0-120 2896 0 0,-19 208 878 0 0,2 3-185 0 0,1 1-4 0 0,0 0 1 0 0,0 0 0 0 0,0 1-1 0 0,1-1 1 0 0,-1 0 0 0 0,0 0-1 0 0,0 1 1 0 0,0-1 0 0 0,0 1-1 0 0,-1-1 1 0 0,1 1 0 0 0,0-1-1 0 0,0 1 1 0 0,0-1 0 0 0,0 1-1 0 0,0 0 1 0 0,-1 0 0 0 0,1 0-1 0 0,0 0 1 0 0,0 0 0 0 0,0 0-1 0 0,-1 0 1 0 0,1 0 0 0 0,0 0-1 0 0,0 0 1 0 0,0 1 0 0 0,0-1-1 0 0,-1 0 1 0 0,1 1-1 0 0,0-1 1 0 0,0 1 0 0 0,-1 0-30 0 0,-198 144 1237 0 0,175-124-2584 0 0,30-51-235 0 0,98-87-2432 0 0,-94 109 4074 0 0,0 0-1 0 0,0 0 1 0 0,1 1 0 0 0,0 0-1 0 0,1 0 1 0 0,-1 1 0 0 0,1 1-1 0 0,0 0 1 0 0,1 0 0 0 0,-1 1-1 0 0,1 1 1 0 0,0 0 0 0 0,0 1-1 0 0,0 0 1 0 0,0 0 0 0 0,0 1-1 0 0,0 1 1 0 0,2 0-60 0 0,-6 1 146 0 0,0 1-1 0 0,-1 0 0 0 0,1 0 1 0 0,-1 0-1 0 0,1 1 1 0 0,-1 0-1 0 0,0 0 1 0 0,0 1-1 0 0,0 0 1 0 0,-1 0-1 0 0,1 1 1 0 0,3 3-146 0 0,-2-2 258 0 0,8 4 125 0 0,0 2 1 0 0,-1-1-1 0 0,-1 2 0 0 0,0 0 0 0 0,-1 1 0 0 0,0 0 0 0 0,0 3-383 0 0,28 24 157 0 0,-33-30-2685 0 0,-3-2-3555 0 0,-3-7 4485 0 0</inkml:trace>
  <inkml:trace contextRef="#ctx0" brushRef="#br0" timeOffset="1015.515">796 101 1356 0 0,'-11'-6'3674'0'0,"6"1"2263"0"0,17 5-2825 0 0,-8 0-3141 0 0,116 5 3221 0 0,-13 10-2264 0 0,-38 1-151 0 0,-68-16-786 0 0,0 1 0 0 0,0-1-1 0 0,0 1 1 0 0,0 0 0 0 0,0 0 0 0 0,0-1-1 0 0,0 1 1 0 0,0 0 0 0 0,0 0 0 0 0,0 0-1 0 0,-1 0 1 0 0,1 0 0 0 0,0 0 0 0 0,-1 0-1 0 0,1 0 1 0 0,0 0 0 0 0,-1 1 0 0 0,0-1 0 0 0,1 0-1 0 0,-1 0 1 0 0,0 0 0 0 0,1 1 0 0 0,-1-1-1 0 0,0 0 1 0 0,0 0 0 0 0,0 1 0 0 0,0-1-1 0 0,0 0 1 0 0,0 1 0 0 0,0-1 0 0 0,-1 0-1 0 0,1 0 1 0 0,0 0 0 0 0,-1 1 0 0 0,1-1-1 0 0,-1 0 1 0 0,1 0 0 0 0,-1 0 0 0 0,0 0-1 0 0,1 0 1 0 0,-1 0 0 0 0,0 0 0 0 0,0 0 0 0 0,0 0-1 0 0,0 0 1 0 0,0 0 0 0 0,0 0 0 0 0,0-1-1 0 0,0 1 1 0 0,-1 0 9 0 0,-102 95-3951 0 0,-86 1-7521 0 0,168-87 9986 0 0</inkml:trace>
  <inkml:trace contextRef="#ctx0" brushRef="#br0" timeOffset="1716.255">748 304 1592 0 0,'3'3'5068'0'0,"-9"15"-2900"0"0,-78 84 1121 0 0,67-88-2510 0 0,28-21 80 0 0,6 1-725 0 0,-1 1 0 0 0,1 0 0 0 0,0 1 1 0 0,0 1-1 0 0,1 0 0 0 0,-1 2 1 0 0,1 0-1 0 0,-1 0 0 0 0,14 3-134 0 0,-30-2 2 0 0,9 1 60 0 0,0 1 0 0 0,0 0 0 0 0,0 1 0 0 0,-1 0 0 0 0,1 0 0 0 0,-1 1 0 0 0,0 0 0 0 0,1 1 0 0 0,-2 0 0 0 0,1 1-1 0 0,6 5-61 0 0,10 5 183 0 0,27 26 444 0 0,-25 10 849 0 0,-27-50-1372 0 0,-3 23 68 0 0,-37 42 34 0 0,-30 11-488 0 0,24-40-718 0 0,44-38 718 0 0,-21-2-1265 0 0,-62-88-1304 0 0,22 21 1975 0 0,35 38 4067 0 0,67 24-1389 0 0,93-24-921 0 0,-57 14-3334 0 0,-66 14 518 0 0,6 0-8612 0 0,-7 3 9348 0 0</inkml:trace>
  <inkml:trace contextRef="#ctx0" brushRef="#br0" timeOffset="2058.465">1412 49 2420 0 0,'17'7'5479'0'0,"4"27"-3606"0"0,-19-30-1621 0 0,-2-4-222 0 0,23 58 925 0 0,-23-56-1208 0 0,0 1 1 0 0,0-1-1 0 0,1 0 0 0 0,-2 0 1 0 0,1 0-1 0 0,0 0 1 0 0,0 0-1 0 0,-1 0 0 0 0,1 0 1 0 0,-1 0-1 0 0,0 0 0 0 0,1 0 1 0 0,-1-1-1 0 0,0 1 0 0 0,0 0 1 0 0,0 0-1 0 0,0 0 0 0 0,-1-1 1 0 0,1 1-1 0 0,0-1 1 0 0,-1 1-1 0 0,1-1 0 0 0,-1 0 1 0 0,1 1-1 0 0,-1-1 0 0 0,0 0 1 0 0,0 0 252 0 0,-7 6-1470 0 0,-8 4-64 0 0</inkml:trace>
  <inkml:trace contextRef="#ctx0" brushRef="#br0" timeOffset="2320.303">1204 235 1804 0 0,'6'-3'5238'0'0,"13"2"-3245"0"0,143 1 2755 0 0,79 0-3592 0 0,-239 0-1567 0 0,6 4-1073 0 0,-13-2-2303 0 0,-26-4-2394 0 0,20 1 4805 0 0</inkml:trace>
  <inkml:trace contextRef="#ctx0" brushRef="#br0" timeOffset="2588.275">1273 207 2116 0 0,'-5'13'656'0'0,"0"1"0"0"0,2-1 0 0 0,-1 1-1 0 0,1 0 1 0 0,1 0 0 0 0,1 0 0 0 0,0 0 0 0 0,1 0 0 0 0,0 2-656 0 0,-4 46 1725 0 0,-5 32-39 0 0,-15 41-9 0 0,-35-25-3239 0 0,40-113-6594 0 0,15-3 8065 0 0,2-3-1435 0 0</inkml:trace>
  <inkml:trace contextRef="#ctx0" brushRef="#br0" timeOffset="2838.367">1160 381 988 0 0,'0'3'1252'0'0,"4"-3"-220"0"0,-1 3-136 0 0,-1-2-84 0 0,1 3-179 0 0,-1-1-49 0 0,-2 2-96 0 0,1-3-192 0 0,1 1-28 0 0,0 0-256 0 0,1-2-44 0 0,-3 1-4 0 0,0 3-952 0 0,-1-2 79 0 0,-1-1-723 0 0,2 3 112 0 0</inkml:trace>
  <inkml:trace contextRef="#ctx0" brushRef="#br0" timeOffset="3041.014">1058 570 936 0 0,'-1'1'158'0'0,"1"0"0"0"0,0-1 0 0 0,0 1 1 0 0,0 0-1 0 0,0 0 0 0 0,0 0 0 0 0,0 0 0 0 0,0 0 0 0 0,1-1 0 0 0,-1 1 0 0 0,0 0 1 0 0,0 0-1 0 0,1 0 0 0 0,-1-1 0 0 0,0 1 0 0 0,1 0 0 0 0,-1 0 0 0 0,1-1 0 0 0,-1 1 1 0 0,1 0-1 0 0,-1-1 0 0 0,1 1 0 0 0,0 0 0 0 0,-1-1 0 0 0,1 1 0 0 0,0-1 0 0 0,-1 1 1 0 0,1-1-1 0 0,0 0 0 0 0,-1 1 0 0 0,1-1 0 0 0,0 0 0 0 0,0 1 0 0 0,0-1 0 0 0,-1 0 1 0 0,1 0-1 0 0,0 0 0 0 0,0 0 0 0 0,0 1 0 0 0,0-1 0 0 0,0 0 0 0 0,-1-1 0 0 0,1 1 1 0 0,0 0-1 0 0,0 0 0 0 0,0 0 0 0 0,0 0 0 0 0,-1-1 0 0 0,1 1 0 0 0,0 0 0 0 0,0-1 1 0 0,-1 1-1 0 0,1-1 0 0 0,0 1 0 0 0,0-1 0 0 0,-1 1 0 0 0,1-1 0 0 0,0 0-158 0 0,1 1 15 0 0,18-4 205 0 0,0 0-1 0 0,0-1 1 0 0,0-1-1 0 0,0-1 0 0 0,-1-1 1 0 0,0-1-1 0 0,-1 0 1 0 0,0-1-1 0 0,0-2 0 0 0,-1 1 1 0 0,9-10-220 0 0,10-9-748 0 0,-10 10-1215 0 0,-4-3-3910 0 0,-19 18 4449 0 0,-2-1-28 0 0</inkml:trace>
  <inkml:trace contextRef="#ctx0" brushRef="#br0" timeOffset="3443.358">1422 315 904 0 0,'15'-5'6349'0'0,"19"14"-3404"0"0,-17-3-1643 0 0,134 11 1839 0 0,-132-18-3899 0 0,-21 3-927 0 0,-10 1 1235 0 0,4 1 438 0 0,-1 0 0 0 0,1 0 0 0 0,0 0 0 0 0,1 1-1 0 0,-1 0 1 0 0,1 0 0 0 0,0 1 0 0 0,0 0-1 0 0,1 0 1 0 0,-1 1 0 0 0,2 0 0 0 0,-1 0 0 0 0,1 0-1 0 0,0 1 1 0 0,-4 6 12 0 0,-17 30 457 0 0,-14 42 464 0 0,18-57-1526 0 0,4-14-2855 0 0,30-36 1801 0 0,-9 20 1807 0 0,1-1 1 0 0,0 1 0 0 0,0-1-1 0 0,0 1 1 0 0,0 0 0 0 0,0 1 0 0 0,0-1-1 0 0,0 1 1 0 0,0-1 0 0 0,0 1-1 0 0,0 0 1 0 0,0 1 0 0 0,1-1-1 0 0,-1 1 1 0 0,0 0 0 0 0,0 0 0 0 0,0 0-1 0 0,-1 0 1 0 0,1 1 0 0 0,0 0-1 0 0,0-1 1 0 0,-1 1 0 0 0,1 1 0 0 0,-1-1-1 0 0,0 0 1 0 0,1 1 0 0 0,-1 0-1 0 0,0 0 1 0 0,-1 0 0 0 0,1 0-1 0 0,1 1-148 0 0,13 33-1318 0 0,-17-36 224 0 0,0-1-405 0 0,0 0-15 0 0,-2 3 113 0 0,-8 11 44 0 0,2-7-112 0 0</inkml:trace>
  <inkml:trace contextRef="#ctx0" brushRef="#br0" timeOffset="3974.919">1253 592 1428 0 0,'-11'26'5274'0'0,"8"18"-1978"0"0,3-43-3061 0 0,0-1-6 0 0,0 0-23 0 0,-2 15 229 0 0,1-6-352 0 0,9-20-31 0 0,2-7 227 0 0,1 0-1 0 0,0 1 1 0 0,2 0 0 0 0,0 0 0 0 0,1 2 0 0 0,0-1 0 0 0,2 2 0 0 0,6-5-279 0 0,41-1 1242 0 0,82 11 791 0 0,-64 33-1283 0 0,-71-21-589 0 0,1 0-1 0 0,-1 1 0 0 0,0 0 1 0 0,0 1-1 0 0,0 0 1 0 0,-1 0-1 0 0,1 1 0 0 0,-1 0 1 0 0,-1 1-1 0 0,1 0 1 0 0,-1 0-1 0 0,0 2-160 0 0,2-1 354 0 0,-9-7-313 0 0,0-1-1 0 0,0 1 0 0 0,0 0 1 0 0,1-1-1 0 0,-1 1 1 0 0,0 0-1 0 0,-1 0 0 0 0,1 0 1 0 0,0 0-1 0 0,0 0 1 0 0,0 0-1 0 0,0 0 0 0 0,-1 0 1 0 0,1 0-1 0 0,-1 1 0 0 0,1-1 1 0 0,-1 0-1 0 0,1 0 1 0 0,-1 1-1 0 0,1-1 0 0 0,-1 0 1 0 0,0 0-1 0 0,0 1 1 0 0,0-1-1 0 0,0 0 0 0 0,0 1 1 0 0,0-1-1 0 0,0 0 0 0 0,0 0 1 0 0,0 1-1 0 0,-1-1 1 0 0,1 0-1 0 0,-1 1 0 0 0,1-1 1 0 0,-1 0-1 0 0,1 0 1 0 0,-1 0-1 0 0,0 1-40 0 0,-8 11-62 0 0,-1 0 1 0 0,0 0-1 0 0,-1-1 1 0 0,0-1-1 0 0,-1 1 1 0 0,-1-2-1 0 0,1 0 1 0 0,-2 0-1 0 0,1-2 1 0 0,-1 1-1 0 0,-11 3 62 0 0,-40-2-4207 0 0,49-11 1524 0 0,12-1 2229 0 0,1 0 1 0 0,0 0-1 0 0,0 0 0 0 0,1-1 0 0 0,-1 0 0 0 0,0 0 1 0 0,1 1-1 0 0,0-1 0 0 0,0-1 0 0 0,0 1 0 0 0,0 0 1 0 0,0 0-1 0 0,0-1 0 0 0,1 1 0 0 0,0-1 0 0 0,0 1 1 0 0,0-1-1 0 0,0 0 0 0 0,0 1 0 0 0,1-1 0 0 0,-1 0 1 0 0,1 0 453 0 0,0 1-1498 0 0</inkml:trace>
  <inkml:trace contextRef="#ctx0" brushRef="#br0" timeOffset="4357.458">2067 102 1556 0 0,'0'-1'4329'0'0,"11"8"282"0"0,70-5-454 0 0,-80-2-4321 0 0,5 1-623 0 0,-7-1 737 0 0,1 0 1 0 0,0 1-1 0 0,0-1 1 0 0,0 0-1 0 0,-1 0 1 0 0,1 1-1 0 0,0-1 1 0 0,0 0-1 0 0,0 1 1 0 0,0-1-1 0 0,0 0 1 0 0,0 0-1 0 0,0 1 1 0 0,-1-1-1 0 0,1 0 1 0 0,0 1-1 0 0,0-1 0 0 0,0 0 1 0 0,0 1-1 0 0,0-1 1 0 0,0 0-1 0 0,0 0 1 0 0,0 1-1 0 0,1-1 1 0 0,-1 0-1 0 0,0 1 1 0 0,0-1-1 0 0,0 0 1 0 0,0 1-1 0 0,0-1 1 0 0,0 0-1 0 0,1 0 1 0 0,-1 1-1 0 0,0-1 1 0 0,0 0-1 0 0,0 0 0 0 0,1 1 1 0 0,-1-1-1 0 0,0 0 1 0 0,0 0-1 0 0,1 0 1 0 0,-1 0-1 0 0,0 1 1 0 0,0-1-1 0 0,1 0 1 0 0,-1 0-1 0 0,0 0 1 0 0,1 0-1 0 0,-1 0 1 0 0,0 0-1 0 0,1 0 1 0 0,-1 0-1 0 0,0 0 0 0 0,0 0 1 0 0,1 0-1 0 0,-1 0 1 0 0,0 0-1 0 0,1 0 1 0 0,-1 0-1 0 0,0 0 50 0 0,-84 55-7661 0 0,64-45 6180 0 0</inkml:trace>
  <inkml:trace contextRef="#ctx0" brushRef="#br0" timeOffset="4624.556">1923 257 1236 0 0,'-7'2'646'0'0,"5"-2"-395"0"0,-1 0-1 0 0,1 1 1 0 0,-1-1-1 0 0,1 1 1 0 0,-1 0 0 0 0,1-1-1 0 0,0 1 1 0 0,-1 0-1 0 0,1 0 1 0 0,0 1-1 0 0,0-1 1 0 0,-1 0-1 0 0,1 1 1 0 0,0 0 0 0 0,1-1-1 0 0,-1 1 1 0 0,0 0-1 0 0,0 0 1 0 0,1 0-1 0 0,-1 0 1 0 0,1 0 0 0 0,0 0-1 0 0,-1 0 1 0 0,1 1-1 0 0,0-1 1 0 0,0 0-1 0 0,0 2-250 0 0,3-2 219 0 0,1 0 0 0 0,-1 0 0 0 0,1 0 0 0 0,-1 0 0 0 0,1 0 0 0 0,0-1 0 0 0,-1 1 0 0 0,1-1-1 0 0,0 0 1 0 0,0 0 0 0 0,0 0 0 0 0,0 0 0 0 0,0 0 0 0 0,0-1 0 0 0,0 1 0 0 0,1-1-1 0 0,-1 0 1 0 0,0 0 0 0 0,0 0 0 0 0,0 0 0 0 0,0-1 0 0 0,0 1 0 0 0,3-2-219 0 0,4 2 295 0 0,98-3 1373 0 0,5-24-961 0 0,-64 13-1572 0 0,-38-2-2715 0 0,-24-7-4403 0 0,7 18 6546 0 0,1 0-2 0 0</inkml:trace>
  <inkml:trace contextRef="#ctx0" brushRef="#br0" timeOffset="4907.514">2104 1 2036 0 0,'9'30'5657'0'0,"-8"-18"-4788"0"0,6 23 15 0 0,-4-24-657 0 0,-1 1 1 0 0,0-1-1 0 0,0 1 0 0 0,-1-1 1 0 0,0 1-1 0 0,-1 0 1 0 0,-1-1-1 0 0,0 1 0 0 0,-1 5-227 0 0,-50 105-957 0 0,46-112 167 0 0,-1 1-1 0 0,0-1 1 0 0,-1-1-1 0 0,0 1 1 0 0,-1-2-1 0 0,0 1 1 0 0,0-1-1 0 0,-1 0 1 0 0,0-1-1 0 0,-1 0 791 0 0,-2-1-1370 0 0</inkml:trace>
  <inkml:trace contextRef="#ctx0" brushRef="#br0" timeOffset="5191.556">1868 426 1528 0 0,'-13'2'8863'0'0,"29"1"-5438"0"0,26 2-1892 0 0,119-18 1421 0 0,-29-4-1445 0 0,-70 14-940 0 0,-46-3-727 0 0,30-6 156 0 0,-16 18-3557 0 0,-55 7-2167 0 0,11-5 4799 0 0,-108 35-5862 0 0,98-35 5325 0 0</inkml:trace>
  <inkml:trace contextRef="#ctx0" brushRef="#br0" timeOffset="5490.153">1983 520 1956 0 0,'4'6'6429'0'0,"-16"36"-2924"0"0,-55 103-988 0 0,29-63-843 0 0,40-80-1651 0 0,-1 0 0 0 0,0 0 0 0 0,1 0 0 0 0,-1-1 0 0 0,1 1 0 0 0,0-1 0 0 0,-1 1 0 0 0,1-1 0 0 0,0 0 0 0 0,0 1 0 0 0,0-1 0 0 0,0 0 0 0 0,0 0 0 0 0,0 0 0 0 0,0-1 0 0 0,1 1 0 0 0,-1 0 0 0 0,0-1 0 0 0,0 1 0 0 0,1-1 0 0 0,-1 0 0 0 0,0 0 0 0 0,1 0-23 0 0,2 1 68 0 0,182 3 1093 0 0,-106-25-872 0 0,-23 19-921 0 0,-57 2 321 0 0,10-3-1897 0 0,-7-10 1120 0 0,-23 3-4755 0 0,7 6 4082 0 0,-23-8-1178 0 0,16 4 1529 0 0</inkml:trace>
  <inkml:trace contextRef="#ctx0" brushRef="#br0" timeOffset="6005.642">1950 545 1672 0 0,'11'-11'6467'0'0,"27"13"-3023"0"0,-20 0-1769 0 0,246-2 3029 0 0,-263 1-4688 0 0,1 0 1 0 0,-1-1-1 0 0,1 1 1 0 0,-1 0-1 0 0,0 0 1 0 0,1 0-1 0 0,-1 0 1 0 0,0 0 0 0 0,0 0-1 0 0,0 0 1 0 0,0 0-1 0 0,0 0 1 0 0,0 0-1 0 0,0 1 1 0 0,0-1-1 0 0,0 0 1 0 0,-1 1-1 0 0,1-1 1 0 0,0 1-1 0 0,-1-1 1 0 0,0 1 0 0 0,1-1-1 0 0,-1 1 1 0 0,0-1-1 0 0,1 1 1 0 0,-1-1-1 0 0,0 1 1 0 0,0 0-1 0 0,0-1 1 0 0,-1 1-1 0 0,1-1 1 0 0,0 1 0 0 0,0-1-1 0 0,-1 1 1 0 0,1-1-1 0 0,-1 1 1 0 0,1-1-1 0 0,-2 2-16 0 0,1 11 88 0 0,-2 56 109 0 0,-48 140-1 0 0,33-137-107 0 0,18-72-107 0 0,0-1 3 0 0,0 0-20 0 0,-24-2-2173 0 0,14-9 1616 0 0,1 0 0 0 0,0-1 0 0 0,1 0 0 0 0,1-1 0 0 0,0 1 1 0 0,0-1-1 0 0,1-1 0 0 0,0-1 592 0 0,-24-46-2425 0 0,-26-80-4729 0 0,49 125 5756 0 0</inkml:trace>
  <inkml:trace contextRef="#ctx0" brushRef="#br0" timeOffset="6177.657">2029 574 896 0 0,'-3'-26'4232'0'0,"20"30"18"0"0,2 11-2808 0 0,-17-14-1455 0 0,-1-1 0 0 0,1 1 0 0 0,0 0 1 0 0,-1 0-1 0 0,0 0 0 0 0,1 0 0 0 0,-1 0 0 0 0,1 0 0 0 0,-1 0 0 0 0,0 0 1 0 0,0 0-1 0 0,0 1 0 0 0,0-1 0 0 0,0 0 0 0 0,0 1 0 0 0,0-1 0 0 0,0 1 1 0 0,0-1-1 0 0,-1 1 0 0 0,1-1 0 0 0,-1 1 0 0 0,1 0 0 0 0,-1-1 1 0 0,0 1-1 0 0,1 0 0 0 0,-1-1 0 0 0,0 1 0 0 0,0 0 0 0 0,0-1 0 0 0,0 1 1 0 0,0 0-1 0 0,-1-1 0 0 0,1 1 0 0 0,-1 0 13 0 0,1-1-718 0 0,0-1-207 0 0,-38 13-5117 0 0,28-12 4772 0 0</inkml:trace>
  <inkml:trace contextRef="#ctx0" brushRef="#br0" timeOffset="6524.696">1923 627 1304 0 0,'-158'-5'11070'0'0,"157"5"-10657"0"0,1 0 50 0 0,-5 9 936 0 0,197-1 2492 0 0,-8 4-2455 0 0,35-12-1231 0 0,-214-4-2736 0 0,-23 0 141 0 0,-92 7-9336 0 0,74 9 10116 0 0</inkml:trace>
  <inkml:trace contextRef="#ctx0" brushRef="#br0" timeOffset="6697.73">2113 658 1760 0 0,'-29'16'2856'0'0,"24"7"1754"0"0,28 19-1991 0 0,-10-24-2140 0 0,-8-4-517 0 0,-19 12-9275 0 0,7-23 7676 0 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4:19.094"/>
    </inkml:context>
    <inkml:brush xml:id="br0">
      <inkml:brushProperty name="width" value="0.05" units="cm"/>
      <inkml:brushProperty name="height" value="0.05" units="cm"/>
      <inkml:brushProperty name="color" value="#FFFFFF"/>
    </inkml:brush>
  </inkml:definitions>
  <inkml:trace contextRef="#ctx0" brushRef="#br0">1 32 1996 0 0,'0'0'1687'0'0,"0"0"-246"0"0,0 0-210 0 0,0 0-159 0 0,0 0-76 0 0,0-3 101 0 0,0-6-554 0 0,0 6 3389 0 0,0-1 4094 0 0,5 1-7864 0 0,17-6 13 0 0,14 30 342 0 0,145 133 386 0 0,-84-61-758 0 0,-4 4 0 0 0,45 65-145 0 0,-54-43 184 0 0,-59-84-472 0 0,-24-34 7 0 0,-15-2-3171 0 0,-42-26-14119 0 0,52 25 16315 0 0</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4:21.362"/>
    </inkml:context>
    <inkml:brush xml:id="br0">
      <inkml:brushProperty name="width" value="0.05" units="cm"/>
      <inkml:brushProperty name="height" value="0.05" units="cm"/>
      <inkml:brushProperty name="color" value="#FFFFFF"/>
    </inkml:brush>
  </inkml:definitions>
  <inkml:trace contextRef="#ctx0" brushRef="#br0">0 40 1896 0 0,'0'0'1540'0'0,"0"0"-159"0"0,0 0-51 0 0,0 0-112 0 0,0-4-20 0 0,0-7 951 0 0,10-11 10304 0 0,7 19-13304 0 0,90 25 2053 0 0,33-13-323 0 0,20-2-79 0 0,-51 2-526 0 0,-41-4-285 0 0,-67-5 17 0 0,-1 0 14 0 0,29 3 60 0 0,-22 128-18 0 0,-7 210-1088 0 0,0-340 633 0 0,0-1-40 0 0,-12 19-6234 0 0,1-22-5214 0 0,15-1 9029 0 0,-4 1 1494 0 0</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4:22.135"/>
    </inkml:context>
    <inkml:brush xml:id="br0">
      <inkml:brushProperty name="width" value="0.05" units="cm"/>
      <inkml:brushProperty name="height" value="0.05" units="cm"/>
      <inkml:brushProperty name="color" value="#FFFFFF"/>
    </inkml:brush>
  </inkml:definitions>
  <inkml:trace contextRef="#ctx0" brushRef="#br0">4 302 1848 0 0,'-1'-3'2057'0'0,"-2"-4"1198"0"0,5 1 6924 0 0,2 3-10023 0 0,0 1 1 0 0,1-1-1 0 0,-1 1 1 0 0,0-1-1 0 0,1 1 1 0 0,0 1-1 0 0,-1-1 1 0 0,1 1-1 0 0,0-1 1 0 0,0 1-1 0 0,0 1 1 0 0,0-1-1 0 0,0 1 1 0 0,4 0-157 0 0,464-7 3979 0 0,-309 8-6098 0 0,-163-1 1538 0 0,4-8-534 0 0,-6 8 1032 0 0,1 0 0 0 0,0 0 0 0 0,-1 0 0 0 0,1 0-1 0 0,0 0 1 0 0,0 0 0 0 0,-1 0 0 0 0,1 0-1 0 0,0 0 1 0 0,-1 0 0 0 0,1 0 0 0 0,0 0 0 0 0,-1 0-1 0 0,1 0 1 0 0,0 0 0 0 0,0 0 0 0 0,-1 0-1 0 0,1 0 1 0 0,0-1 0 0 0,-1 1 0 0 0,1 0-1 0 0,0 0 1 0 0,0 0 0 0 0,-1 0 0 0 0,1-1 0 0 0,0 1-1 0 0,0 0 1 0 0,0 0 0 0 0,-1 0 0 0 0,1-1-1 0 0,0 1 1 0 0,0 0 0 0 0,0-1 0 0 0,0 1-1 0 0,0 0 1 0 0,-1 0 0 0 0,1-1 0 0 0,0 1 0 0 0,0 0-1 0 0,0-1 1 0 0,0 1 0 0 0,0 0 0 0 0,0 0-1 0 0,0-1 1 0 0,0 1 0 0 0,0 0 0 0 0,0-1-1 0 0,0 1 1 0 0,0 0 0 0 0,0-1 0 0 0,0 1 0 0 0,1 0-1 0 0,-1 0 1 0 0,0-1 0 0 0,0 1 0 0 0,0 0-1 0 0,0 0 1 0 0,0-1 0 0 0,1 1 0 0 0,-1 0 83 0 0,-49 4-11566 0 0,48-4 9963 0 0</inkml:trace>
  <inkml:trace contextRef="#ctx0" brushRef="#br0" timeOffset="301.025">432 1 2272 0 0,'-2'9'6547'0'0,"3"263"471"0"0,0-1-5279 0 0,-7-212-2231 0 0,2-31-1393 0 0,2 5-4058 0 0,2-15-370 0 0,0-16 4798 0 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4:29.271"/>
    </inkml:context>
    <inkml:brush xml:id="br0">
      <inkml:brushProperty name="width" value="0.05" units="cm"/>
      <inkml:brushProperty name="height" value="0.05" units="cm"/>
      <inkml:brushProperty name="color" value="#FFFFFF"/>
    </inkml:brush>
  </inkml:definitions>
  <inkml:trace contextRef="#ctx0" brushRef="#br0">9 275 1748 0 0,'-8'-5'4200'0'0,"7"3"2727"0"0,21 3-4563 0 0,193-3 2483 0 0,-44-24-3436 0 0,-146 23-1285 0 0,8 0-236 0 0,-12 5-2779 0 0,-67 14-11217 0 0,40-15 12574 0 0,-4-1-2 0 0</inkml:trace>
  <inkml:trace contextRef="#ctx0" brushRef="#br0" timeOffset="172.898">365 254 1184 0 0,'-35'14'4428'0'0,"20"42"-1979"0"0,11-29-1731 0 0,-7 99 2104 0 0,-9 36-2989 0 0,14-150-721 0 0,1-3-1700 0 0,3-3-2379 0 0,2-11 3520 0 0</inkml:trace>
  <inkml:trace contextRef="#ctx0" brushRef="#br0" timeOffset="360.871">348 429 1508 0 0,'22'10'5325'0'0,"7"13"-2774"0"0,-2-1-165 0 0,65 47 823 0 0,-87-63-6068 0 0,-4-3-6245 0 0,0-4 7528 0 0</inkml:trace>
  <inkml:trace contextRef="#ctx0" brushRef="#br0" timeOffset="880.638">826 285 988 0 0,'6'-4'9725'0'0,"18"3"-6608"0"0,169 5 2824 0 0,-111-6-7940 0 0,-102 6-5136 0 0,-18 0 3772 0 0,36-4 3431 0 0,-2 1 222 0 0,-74 34 2786 0 0,-122 198 776 0 0,91-136-6634 0 0,102-98-2757 0 0,1-20 3074 0 0,8 12 975 0 0</inkml:trace>
  <inkml:trace contextRef="#ctx0" brushRef="#br0" timeOffset="1290.62">815 459 936 0 0,'40'13'6497'0'0,"-13"26"-3450"0"0,-5 53 706 0 0,32-160-4025 0 0,32 11 1312 0 0,-50 50-266 0 0,-35 7-577 0 0,21 3 1133 0 0,-19 0-1245 0 0,-1 0 1 0 0,1 1-1 0 0,-1 0 0 0 0,0-1 0 0 0,0 1 0 0 0,0 0 1 0 0,0 0-1 0 0,-1 0 0 0 0,1 0 0 0 0,-1 0 0 0 0,0 1 1 0 0,-1-1-1 0 0,1 0 0 0 0,-1 1 0 0 0,1-1 0 0 0,-1 0 1 0 0,-1 1-1 0 0,1-1 0 0 0,0 0 0 0 0,-1 0 0 0 0,0 1 1 0 0,0-1-1 0 0,-1 0 0 0 0,1 0 0 0 0,-1 0 0 0 0,1 0 1 0 0,-1 0-1 0 0,-1 0 0 0 0,1-1 0 0 0,0 1 0 0 0,-1-1 1 0 0,0 1-1 0 0,-2 1-85 0 0,-1 5-8 0 0,-1-1-1 0 0,0 1 1 0 0,-1-1 0 0 0,0-1 0 0 0,0 1-1 0 0,-1-1 1 0 0,0-1 0 0 0,0 0-1 0 0,-1 0 1 0 0,-7 3 8 0 0,16-9-88 0 0,0-1 0 0 0,-1 1 0 0 0,1-1 0 0 0,0 0 0 0 0,0 1 0 0 0,-1-1 0 0 0,1 0 0 0 0,0 0-1 0 0,0 0 1 0 0,-1 0 0 0 0,1 0 0 0 0,0 0 0 0 0,0 0 0 0 0,-1 0 0 0 0,1-1 0 0 0,0 1 0 0 0,0 0 0 0 0,-1-1 0 0 0,1 1 0 0 0,0-1-1 0 0,0 1 1 0 0,0-1 0 0 0,0 0 0 0 0,0 1 0 0 0,0-1 0 0 0,0 0 0 0 0,0 0 0 0 0,0 0 0 0 0,0 0 0 0 0,0 0 0 0 0,1 0 0 0 0,-1 0-1 0 0,0 0 1 0 0,1 0 0 0 0,-1 0 0 0 0,0 0 0 0 0,1 0 0 0 0,0 0 0 0 0,-1-1 0 0 0,1 1 0 0 0,-1-1 88 0 0,-9-55-4494 0 0,11 42 3397 0 0,1 0 1 0 0,0 1 0 0 0,1-1-1 0 0,1 1 1 0 0,0-1 0 0 0,1 1-1 0 0,0 0 1 0 0,7-11 1096 0 0,-1 0-1459 0 0</inkml:trace>
  <inkml:trace contextRef="#ctx0" brushRef="#br0" timeOffset="2219.781">1432 51 1652 0 0,'5'11'9283'0'0,"-19"25"-7391"0"0,0-12-1407 0 0,-2 0 0 0 0,0-1 0 0 0,-2 0 1 0 0,-1-2-1 0 0,0 0 0 0 0,-2-1 0 0 0,0-1 0 0 0,-5 3-485 0 0,-2 2 232 0 0,-7 1-1115 0 0,34-25 680 0 0,1 0-16 0 0,3-6 166 0 0,-1-1-1 0 0,1 1 0 0 0,0 0 0 0 0,1 0 1 0 0,0 0-1 0 0,0 0 0 0 0,0 0 0 0 0,1 1 1 0 0,-1 0-1 0 0,1 0 0 0 0,1 0 0 0 0,-1 0 0 0 0,3-1 54 0 0,6-7-53 0 0,-5 5 180 0 0,0 0 0 0 0,1 0 0 0 0,0 1 0 0 0,1 0 0 0 0,-1 1 0 0 0,1 0 0 0 0,0 0 0 0 0,1 1 0 0 0,0 1 0 0 0,-1 0 0 0 0,1 1 0 0 0,1 0 0 0 0,-1 0 0 0 0,0 2 0 0 0,0-1 0 0 0,1 2 0 0 0,7 0-127 0 0,-18-1 26 0 0,-1 1 0 0 0,0-1 0 0 0,0 1 0 0 0,1 0 0 0 0,-1 0 0 0 0,0 0 0 0 0,1 0 0 0 0,-1 0 0 0 0,1 0 0 0 0,-1 0 0 0 0,0 0 0 0 0,1 0 0 0 0,-1 0 0 0 0,0 1 0 0 0,0-1 0 0 0,1 1 0 0 0,-1-1 0 0 0,0 1 1 0 0,0-1-1 0 0,0 1 0 0 0,1 0 0 0 0,-1 0 0 0 0,0-1 0 0 0,0 1 0 0 0,0 0 0 0 0,0 0 0 0 0,0 0 0 0 0,0 0 0 0 0,-1 0 0 0 0,1 0 0 0 0,0 0 0 0 0,0 1 0 0 0,-1-1 0 0 0,1 0 0 0 0,-1 0 0 0 0,1 1 0 0 0,-1-1 0 0 0,0 0 0 0 0,1 0 0 0 0,-1 1 0 0 0,0-1 0 0 0,0 0 0 0 0,0 1 0 0 0,0-1 0 0 0,0 1 0 0 0,0-1 0 0 0,0 0 0 0 0,0 1 0 0 0,-1-1 0 0 0,1 0 0 0 0,0 0 0 0 0,-1 1 0 0 0,1-1 0 0 0,-1 1-26 0 0,-5 8-107 0 0,0 0 0 0 0,0 0 0 0 0,-1 0 0 0 0,-1-1 0 0 0,1 0 0 0 0,-2 0 0 0 0,1-1 0 0 0,-1 0 0 0 0,0-1 0 0 0,-1 1 0 0 0,1-2 0 0 0,-1 0 0 0 0,-6 3 107 0 0,-125 31-2969 0 0,99-32 664 0 0,41-8 1840 0 0,1 0 58 0 0,-23-6 34 0 0,24 12 1749 0 0,0-5-1343 0 0,7 23 559 0 0,-1 0-1 0 0,-1 0 1 0 0,-1 1 0 0 0,-1-1 0 0 0,-2 1 0 0 0,0 0 0 0 0,-2 21-592 0 0,0-45-233 0 0,0-1-33 0 0,10-6-1240 0 0,-4-22 1197 0 0,-3 14 427 0 0,0 1 1 0 0,0-1 0 0 0,1 1-1 0 0,1 0 1 0 0,0 0 0 0 0,1 1-1 0 0,0-1 1 0 0,1 1 0 0 0,5-6-119 0 0,-4 7 202 0 0,-5 7-13 0 0,-1 0-1 0 0,1 0 1 0 0,0 1 0 0 0,0-1-1 0 0,0 1 1 0 0,0-1 0 0 0,1 1-1 0 0,-1 0 1 0 0,1 0-1 0 0,0 0 1 0 0,0 1 0 0 0,0 0-1 0 0,0-1 1 0 0,0 1 0 0 0,0 1-1 0 0,1-1 1 0 0,-1 0 0 0 0,1 1-1 0 0,-1 0 1 0 0,1 0-1 0 0,0 1 1 0 0,-1-1-189 0 0,140 1 2481 0 0,-67 20-1718 0 0,-73-19-723 0 0,-1 0 1 0 0,1 0 0 0 0,-1 0 0 0 0,0 1 0 0 0,1-1-1 0 0,-1 1 1 0 0,0 0 0 0 0,0 0 0 0 0,0 0-1 0 0,0 1 1 0 0,-1-1 0 0 0,1 1 0 0 0,-1-1-1 0 0,1 1 1 0 0,-1 0 0 0 0,0 0 0 0 0,0 0-1 0 0,0 0 1 0 0,0 0 0 0 0,-1 0 0 0 0,0 1-1 0 0,2 2-40 0 0,-3-5-74 0 0,-3 16-354 0 0,-4 0-115 0 0,0 0 0 0 0,-2-1 0 0 0,0 0 0 0 0,-1 0 1 0 0,0-1-1 0 0,-1-1 0 0 0,-7 7 543 0 0,-60 50-7760 0 0,41-61 719 0 0,36-10 5387 0 0,1 0 20 0 0</inkml:trace>
  <inkml:trace contextRef="#ctx0" brushRef="#br0" timeOffset="2613.029">1362 548 1908 0 0,'-6'-13'1167'0'0,"5"13"-970"0"0,0-1 0 0 0,0 0 0 0 0,0 0 0 0 0,0 0 0 0 0,1 1 1 0 0,-1-1-1 0 0,0 0 0 0 0,1 0 0 0 0,-1 0 0 0 0,1 0 0 0 0,-1-1 0 0 0,1 1 0 0 0,-1 0 0 0 0,1 0 1 0 0,0 0-1 0 0,-1 0 0 0 0,1 0 0 0 0,0 0 0 0 0,0-1 0 0 0,0 1 0 0 0,0 0 0 0 0,0 0 0 0 0,0 0 1 0 0,0 0-1 0 0,1-1 0 0 0,-1 1 0 0 0,0 0 0 0 0,1 0 0 0 0,-1 0 0 0 0,1 0 0 0 0,-1 0 1 0 0,1 0-1 0 0,-1 0 0 0 0,1 0 0 0 0,0 0 0 0 0,-1 0 0 0 0,1 0 0 0 0,0 0 0 0 0,0 1 0 0 0,0-1 1 0 0,-1 0-1 0 0,1 0 0 0 0,0 1 0 0 0,0-1 0 0 0,0 1 0 0 0,0-1 0 0 0,0 1 0 0 0,1-1 0 0 0,-1 1 1 0 0,0-1-1 0 0,0 1 0 0 0,0 0 0 0 0,0 0 0 0 0,0 0 0 0 0,1-1 0 0 0,-1 1-197 0 0,72-11 3542 0 0,-72 11-3431 0 0,16-2-969 0 0,-10 2-1183 0 0,-17 9 215 0 0,-54 32-1371 0 0,50-17 5630 0 0,14-24-1979 0 0,0 0 16 0 0,3 2-12 0 0,58 19 1731 0 0,-31-21-3740 0 0,-19 0-100 0 0,4-15-1064 0 0,-17-7-3738 0 0,-1 14 5011 0 0</inkml:trace>
  <inkml:trace contextRef="#ctx0" brushRef="#br0" timeOffset="2860.319">1458 416 1348 0 0,'0'0'176'0'0,"0"1"0"0"0,0-1 0 0 0,0 0 0 0 0,0 1 0 0 0,0-1 0 0 0,0 0 0 0 0,0 1 0 0 0,0-1 0 0 0,0 0 0 0 0,0 1 0 0 0,0-1 0 0 0,0 0 0 0 0,0 0 0 0 0,0 1 0 0 0,0-1 0 0 0,-1 0 0 0 0,1 1 0 0 0,0-1 0 0 0,0 0 0 0 0,0 1 0 0 0,0-1 0 0 0,-1 0 0 0 0,1 0 0 0 0,0 1 0 0 0,0-1 0 0 0,-1 0 0 0 0,1 0 0 0 0,0 0 0 0 0,0 1 0 0 0,-1-1 0 0 0,1 0 0 0 0,0 0 1 0 0,-1 0-1 0 0,1 0 0 0 0,0 0 0 0 0,-1 1 0 0 0,1-1 0 0 0,0 0 0 0 0,0 0 0 0 0,-1 0 0 0 0,1 0 0 0 0,0 0 0 0 0,-1 0 0 0 0,1 0 0 0 0,0 0 0 0 0,-1 0 0 0 0,1 0 0 0 0,-1-1-176 0 0,-1 42 1504 0 0,2-39-1244 0 0,-5 87 2310 0 0,1-6-2954 0 0,3-30-11051 0 0,1-53 10011 0 0</inkml:trace>
  <inkml:trace contextRef="#ctx0" brushRef="#br0" timeOffset="3984.097">2106 16 1256 0 0,'-1'5'5751'0'0,"0"21"-3276"0"0,-15 52-505 0 0,-7-3-2433 0 0,22-74 190 0 0,1-1-95 0 0,0 0-53 0 0,0 0-19 0 0,1 0 336 0 0,-1 0 0 0 0,0-1 0 0 0,0 1 0 0 0,0 0 0 0 0,0 0 0 0 0,0 0 0 0 0,1-1 0 0 0,-1 1 0 0 0,0 0 0 0 0,0 0 0 0 0,0 0 0 0 0,0 0 1 0 0,1-1-1 0 0,-1 1 0 0 0,0 0 0 0 0,0 0 0 0 0,1 0 0 0 0,-1 0 0 0 0,0 0 0 0 0,0 0 0 0 0,0 0 0 0 0,1 0 0 0 0,-1 0 0 0 0,0 0 0 0 0,0 0 0 0 0,1 0 0 0 0,-1 0 0 0 0,0 0 0 0 0,0 0 0 0 0,1 0 0 0 0,-1 0 1 0 0,0 0-1 0 0,0 0 0 0 0,1 0 0 0 0,-1 0 0 0 0,0 0 0 0 0,0 0 0 0 0,1 0 104 0 0,7-35 481 0 0,-7 30-104 0 0,19-61 1721 0 0,-17 59-1856 0 0,1 1 1 0 0,0 0-1 0 0,0 0 1 0 0,0 1-1 0 0,1-1 0 0 0,0 1 1 0 0,0 0-1 0 0,0 0 1 0 0,1 1-1 0 0,-1-1 1 0 0,1 1-1 0 0,0 0 1 0 0,0 1-1 0 0,1 0 0 0 0,-1 0 1 0 0,1 0-1 0 0,-1 1 1 0 0,1-1-1 0 0,0 2 1 0 0,0-1-1 0 0,0 1 0 0 0,0 0 1 0 0,0 0-1 0 0,0 1 1 0 0,0 0-1 0 0,0 0 1 0 0,1 1-243 0 0,101 20 1134 0 0,-37 10 257 0 0,-73 0-2825 0 0,-5-24 1121 0 0,0-1 0 0 0,-1-1 1 0 0,1 1-1 0 0,-1-1 0 0 0,0 0 0 0 0,0-1 0 0 0,-1 1 0 0 0,0-1 0 0 0,1-1 0 0 0,-1 0 0 0 0,0 0 1 0 0,-1 0-1 0 0,1-1 0 0 0,0 0 0 0 0,-1-1 0 0 0,1 0 0 0 0,-1 0 0 0 0,-3-1 313 0 0,-48 3-2516 0 0,55-6 2661 0 0,-31-21 918 0 0,36 23-992 0 0,0 0 0 0 0,0 1 0 0 0,0-1 1 0 0,0 0-1 0 0,0 0 0 0 0,0 0 0 0 0,1 0 1 0 0,-1 0-1 0 0,0 0 0 0 0,0 1 1 0 0,1-1-1 0 0,-1 0 0 0 0,1 0 0 0 0,-1 0 1 0 0,1 1-1 0 0,-1-1 0 0 0,1 0 1 0 0,-1 1-1 0 0,1-1 0 0 0,-1 0 0 0 0,1 1 1 0 0,0-1-1 0 0,0 1 0 0 0,-1-1 0 0 0,1 1 1 0 0,0-1-1 0 0,0 1 0 0 0,0-1 1 0 0,-1 1-1 0 0,1 0 0 0 0,0 0 0 0 0,0-1 1 0 0,0 1-1 0 0,0 0 0 0 0,0 0 1 0 0,-1 0-1 0 0,1 0 0 0 0,0 0 0 0 0,0 0 1 0 0,0 0-1 0 0,0 0 0 0 0,0 0 1 0 0,0 1-1 0 0,0-1-71 0 0,3 0 1 0 0,36-8 387 0 0,-26-7-3432 0 0,-36-9 1319 0 0,-7 61 3922 0 0,-36 45-3319 0 0,19-44-4309 0 0,39-36 4941 0 0</inkml:trace>
  <inkml:trace contextRef="#ctx0" brushRef="#br0" timeOffset="4152.464">2097 228 4168 0 0,'1'0'100'0'0,"-1"1"1"0"0,0-1-1 0 0,0 0 0 0 0,0 0 0 0 0,0 1 0 0 0,0-1 0 0 0,0 0 0 0 0,0 1 0 0 0,0-1 0 0 0,0 0 0 0 0,0 0 0 0 0,0 1 0 0 0,0-1 0 0 0,0 0 0 0 0,-1 0 0 0 0,1 1 1 0 0,0-1-1 0 0,0 0 0 0 0,0 0 0 0 0,0 1 0 0 0,0-1 0 0 0,0 0 0 0 0,-1 0 0 0 0,1 0 0 0 0,0 1 0 0 0,0-1 0 0 0,0 0 0 0 0,-1 0 0 0 0,1 0 0 0 0,0 0 1 0 0,0 0-1 0 0,0 1 0 0 0,-1-1 0 0 0,1 0 0 0 0,0 0 0 0 0,0 0 0 0 0,-1 0 0 0 0,1 0 0 0 0,0 0 0 0 0,0 0 0 0 0,-1 0 0 0 0,1 0-100 0 0,28 7 2117 0 0,36 0-517 0 0,-62-7-1616 0 0,29 0-984 0 0,-31 0 871 0 0,0 0-1 0 0,-1 1 0 0 0,1-1 0 0 0,0 0 0 0 0,0 1 1 0 0,0-1-1 0 0,0 1 0 0 0,0-1 0 0 0,0 0 1 0 0,0 1-1 0 0,0-1 0 0 0,0 0 0 0 0,0 1 1 0 0,0-1-1 0 0,0 1 0 0 0,0-1 0 0 0,0 0 0 0 0,0 1 1 0 0,0-1-1 0 0,0 0 0 0 0,0 1 0 0 0,0-1 1 0 0,0 1-1 0 0,1-1 0 0 0,-1 0 0 0 0,0 1 0 0 0,0-1 1 0 0,0 0-1 0 0,1 0 0 0 0,-1 1 0 0 0,0-1 1 0 0,1 0-1 0 0,-1 0 0 0 0,0 1 0 0 0,0-1 0 0 0,1 0 1 0 0,-1 0-1 0 0,0 0 0 0 0,1 1 0 0 0,-1-1 1 0 0,1 0-1 0 0,-1 0 0 0 0,0 0 0 0 0,1 0 1 0 0,-1 0-1 0 0,0 0 0 0 0,1 0 0 0 0,-1 0 0 0 0,1 0 1 0 0,-1 0-1 0 0,0 0 0 0 0,1 0 0 0 0,-1 0 1 0 0,0 0-1 0 0,1 0 0 0 0,-1 0 0 0 0,1 0 0 0 0,-1 0 1 0 0,1-1 129 0 0,-6 5-1420 0 0</inkml:trace>
  <inkml:trace contextRef="#ctx0" brushRef="#br0" timeOffset="4371.46">2097 300 1504 0 0,'-40'10'6340'0'0,"-12"29"-4743"0"0,16-10-1037 0 0,-92 60 81 0 0,112-79-1077 0 0,-20 11 192 0 0,10-15-5426 0 0,25-10 4240 0 0,-9-12-160 0 0</inkml:trace>
  <inkml:trace contextRef="#ctx0" brushRef="#br0" timeOffset="4606.155">1935 346 1868 0 0,'81'2'4011'0'0,"29"28"-1067"0"0,-64-12-1490 0 0,-6-3-339 0 0,-1 1 0 0 0,-1 3 0 0 0,-1 1 0 0 0,19 14-1115 0 0,-6-8 396 0 0,-72-18-4807 0 0,-60-7-3412 0 0,62-1 6392 0 0</inkml:trace>
  <inkml:trace contextRef="#ctx0" brushRef="#br0" timeOffset="4870.6">1981 461 2028 0 0,'0'53'6980'0'0,"-1"-1"-4693"0"0,0 22-2773 0 0,0-66-81 0 0,3-10-145 0 0,5-7-4 0 0,52-82-5252 0 0,-47 73 5086 0 0</inkml:trace>
  <inkml:trace contextRef="#ctx0" brushRef="#br0" timeOffset="5152.571">2104 468 3240 0 0,'0'-1'89'0'0,"1"0"0"0"0,-1 0 0 0 0,0 0-1 0 0,1 0 1 0 0,-1 0 0 0 0,0 0-1 0 0,1 0 1 0 0,-1 1 0 0 0,1-1 0 0 0,0 0-1 0 0,-1 0 1 0 0,1 1 0 0 0,0-1 0 0 0,-1 0-1 0 0,1 1 1 0 0,0-1 0 0 0,0 0 0 0 0,-1 1-1 0 0,1-1 1 0 0,0 1 0 0 0,0-1 0 0 0,0 1-1 0 0,0 0 1 0 0,0-1 0 0 0,0 1 0 0 0,0 0-1 0 0,0 0 1 0 0,-1 0 0 0 0,1 0 0 0 0,0-1-1 0 0,0 1 1 0 0,0 1 0 0 0,0-1-1 0 0,0 0 1 0 0,0 0 0 0 0,0 0 0 0 0,0 0-1 0 0,0 1 1 0 0,0-1 0 0 0,0 0 0 0 0,0 1-1 0 0,0-1 1 0 0,-1 1 0 0 0,1-1 0 0 0,0 1-1 0 0,0-1 1 0 0,0 1 0 0 0,-1 0 0 0 0,1-1-1 0 0,0 1 1 0 0,-1 0 0 0 0,1-1 0 0 0,0 1-1 0 0,-1 0 1 0 0,1 0-89 0 0,26 49 2285 0 0,-17-28-1901 0 0,-2-1 0 0 0,0 2-1 0 0,-1-1 1 0 0,-1 1 0 0 0,-1 1-1 0 0,-2-1 1 0 0,0 0 0 0 0,-1 16-384 0 0,-15-16-3065 0 0,1-17-741 0 0,9-8 442 0 0,2 0 1795 0 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4:26.840"/>
    </inkml:context>
    <inkml:brush xml:id="br0">
      <inkml:brushProperty name="width" value="0.05" units="cm"/>
      <inkml:brushProperty name="height" value="0.05" units="cm"/>
      <inkml:brushProperty name="color" value="#FFFFFF"/>
    </inkml:brush>
  </inkml:definitions>
  <inkml:trace contextRef="#ctx0" brushRef="#br0">92 37 1004 0 0,'0'0'1820'0'0,"0"0"-294"0"0,0 0-101 0 0,0 0-126 0 0,0 0-184 0 0,0 0-103 0 0,0 0 55 0 0,0 0-69 0 0,0 0-154 0 0,0 0-153 0 0,0 0-23 0 0,0 0 28 0 0,0 0-65 0 0,0 0-70 0 0,0 0-72 0 0,0 0-6 0 0,0-5-25 0 0,0 3-418 0 0,1 0 1 0 0,-1 1-1 0 0,1-1 1 0 0,-1 1-1 0 0,1-1 0 0 0,-1 1 1 0 0,1 0-1 0 0,0-1 1 0 0,0 1-1 0 0,0 0 1 0 0,0-1-1 0 0,0 1 0 0 0,0 0 1 0 0,0 0-1 0 0,0 0 1 0 0,0 0-1 0 0,0 0 1 0 0,1 0-1 0 0,-1 0 0 0 0,0 0 1 0 0,1 0-1 0 0,-1 1 1 0 0,1-1-1 0 0,-1 0 1 0 0,1 1-1 0 0,-1 0 0 0 0,1-1 1 0 0,-1 1-1 0 0,1 0 1 0 0,0 0-1 0 0,-1-1 1 0 0,1 1-1 0 0,-1 1 0 0 0,1-1 1 0 0,-1 0-1 0 0,1 0 1 0 0,0 0-1 0 0,-1 1 1 0 0,1-1-1 0 0,-1 1 0 0 0,1-1 1 0 0,-1 1-1 0 0,0 0 1 0 0,1 0-1 0 0,-1-1 1 0 0,0 1-1 0 0,1 0-40 0 0,153 13 1563 0 0,-124-14-1602 0 0,6 0-845 0 0,-11 0-3294 0 0,-53 12-7391 0 0,20-8 10125 0 0</inkml:trace>
  <inkml:trace contextRef="#ctx0" brushRef="#br0" timeOffset="266.954">326 52 908 0 0,'-33'36'6980'0'0,"32"-35"-6937"0"0,-48 130 1914 0 0,-14-6-6680 0 0,51-107 3250 0 0,-1-2 13 0 0</inkml:trace>
  <inkml:trace contextRef="#ctx0" brushRef="#br0" timeOffset="522.039">27 424 1360 0 0,'-21'-10'5573'0'0,"15"7"343"0"0,27 0-3418 0 0,138 3 171 0 0,76 0-1370 0 0,-134 0-6912 0 0,-91-13 2109 0 0,-15 7-4050 0 0,3 5 6006 0 0</inkml:trace>
  <inkml:trace contextRef="#ctx0" brushRef="#br0" timeOffset="1081.668">627 48 1744 0 0,'-4'49'8277'0'0,"-32"58"-5688"0"0,-6-4-678 0 0,12-41-1011 0 0,23-58-1595 0 0,15-22-214 0 0,73-139-1333 0 0,-48 112 2195 0 0,-32 44 119 0 0,-1 1-31 0 0,0-1 0 0 0,0 0 0 0 0,0 1-1 0 0,1-1 1 0 0,-1 0 0 0 0,0 1 0 0 0,1-1 0 0 0,-1 1-1 0 0,0-1 1 0 0,1 1 0 0 0,-1-1 0 0 0,0 1 0 0 0,1-1-1 0 0,-1 1 1 0 0,1-1 0 0 0,-1 1 0 0 0,1-1 0 0 0,0 1 0 0 0,-1 0-1 0 0,1-1 1 0 0,-1 1 0 0 0,1 0 0 0 0,0-1 0 0 0,-1 1-1 0 0,1 0 1 0 0,-1 0 0 0 0,1 0 0 0 0,0 0 0 0 0,-1 0-1 0 0,1-1 1 0 0,0 1 0 0 0,-1 0 0 0 0,1 0 0 0 0,0 1-1 0 0,-1-1 1 0 0,1 0 0 0 0,0 0 0 0 0,-1 0 0 0 0,1 0-1 0 0,0 1 1 0 0,0-1-41 0 0,59 109 1480 0 0,23 72 1035 0 0,-46-109-1203 0 0,-19-51-367 0 0,-18-21-808 0 0,0 0-18 0 0,10-3 134 0 0,-1-5-267 0 0,0-1 0 0 0,-1 0 0 0 0,-1-1 0 0 0,0 0 0 0 0,0 0-1 0 0,-1 0 1 0 0,0-1 0 0 0,-1 0 0 0 0,0 0 0 0 0,-1-1 0 0 0,0 1 0 0 0,-1-1 0 0 0,2-10 14 0 0,1 3-48 0 0,3-12-1078 0 0,-1-1 0 0 0,-2 0 0 0 0,-1 0 0 0 0,-1 0 0 0 0,-1-22 1126 0 0,-3 52-1229 0 0,0-8-2429 0 0,0 1-2720 0 0,0 9 4938 0 0</inkml:trace>
  <inkml:trace contextRef="#ctx0" brushRef="#br0" timeOffset="1364">1120 123 2016 0 0,'11'77'5356'0'0,"-4"110"797"0"0,-6-107-9211 0 0,-1-79 1756 0 0,-3 1-388 0 0,-15 0-3023 0 0,18-6 3251 0 0</inkml:trace>
  <inkml:trace contextRef="#ctx0" brushRef="#br0" timeOffset="1631.156">1139 194 1228 0 0,'34'-24'6869'0'0,"35"10"-4102"0"0,-46 10-1808 0 0,29-10-719 0 0,-51 14-703 0 0,-1 0-675 0 0,0 0-461 0 0,0 0-23 0 0,1 3-2 0 0,2 16-1311 0 0,-14-6 1513 0 0</inkml:trace>
  <inkml:trace contextRef="#ctx0" brushRef="#br0" timeOffset="1897.081">1187 285 2200 0 0,'-1'1'159'0'0,"1"-1"-1"0"0,0 0 0 0 0,-1 1 1 0 0,1-1-1 0 0,0 1 0 0 0,-1-1 1 0 0,1 0-1 0 0,0 1 1 0 0,-1-1-1 0 0,1 1 0 0 0,0-1 1 0 0,0 1-1 0 0,0-1 1 0 0,-1 1-1 0 0,1-1 0 0 0,0 1 1 0 0,0-1-1 0 0,0 1 0 0 0,0-1 1 0 0,0 1-1 0 0,0-1 1 0 0,0 1-1 0 0,0-1 0 0 0,0 1 1 0 0,0-1-1 0 0,0 1 0 0 0,1-1 1 0 0,-1 1-1 0 0,0-1 1 0 0,0 1-1 0 0,0-1 0 0 0,1 1 1 0 0,-1-1-1 0 0,0 1 1 0 0,0-1-1 0 0,1 0 0 0 0,-1 1 1 0 0,0-1-1 0 0,1 0 0 0 0,-1 1 1 0 0,0-1-1 0 0,1 0 1 0 0,-1 1-1 0 0,1-1 0 0 0,-1 0 1 0 0,1 0-1 0 0,-1 1 1 0 0,1-1-1 0 0,-1 0 0 0 0,1 0 1 0 0,-1 0-1 0 0,1 0 0 0 0,-1 1 1 0 0,1-1-1 0 0,-1 0 1 0 0,1 0-159 0 0,29 4 3616 0 0,91-37-434 0 0,-83 11-6176 0 0,-35 21-3769 0 0,-10 13 2329 0 0,5-10 3419 0 0,0 2-355 0 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4:42.307"/>
    </inkml:context>
    <inkml:brush xml:id="br0">
      <inkml:brushProperty name="width" value="0.05" units="cm"/>
      <inkml:brushProperty name="height" value="0.05" units="cm"/>
      <inkml:brushProperty name="color" value="#FFFFFF"/>
    </inkml:brush>
  </inkml:definitions>
  <inkml:trace contextRef="#ctx0" brushRef="#br0">0 0 2040 0 0,'2'3'1352'0'0,"2"0"-192"0"0,-3 1-119 0 0,1 0-29 0 0,0 2-156 0 0,0 0-224 0 0,-1-2-60 0 0,4 2-140 0 0,-3 1-132 0 0,0-2-148 0 0,-2 0-172 0 0,0 1-324 0 0,0 0 44 0 0,-4-1-960 0 0,4-5-228 0 0,0 0 99 0 0,0 11-103 0 0,-13 6-20 0 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4:41.136"/>
    </inkml:context>
    <inkml:brush xml:id="br0">
      <inkml:brushProperty name="width" value="0.05" units="cm"/>
      <inkml:brushProperty name="height" value="0.05" units="cm"/>
      <inkml:brushProperty name="color" value="#FFFFFF"/>
    </inkml:brush>
  </inkml:definitions>
  <inkml:trace contextRef="#ctx0" brushRef="#br0">203 127 1484 0 0,'0'0'1387'0'0,"0"0"-154"0"0,0 0-141 0 0,0 0-104 0 0,0 0-20 0 0,0 0-149 0 0,0 0-29 0 0,0 0 12 0 0,0 0-56 0 0,0 0-89 0 0,0-5-29 0 0,0 4-587 0 0,0 0-1 0 0,0 0 0 0 0,0 0 0 0 0,0 0 0 0 0,0 0 0 0 0,0 0 0 0 0,1 0 0 0 0,-1 0 1 0 0,0 0-1 0 0,0 0 0 0 0,1 0 0 0 0,-1 0 0 0 0,1 0 0 0 0,-1 0 0 0 0,1 0 0 0 0,-1 0 1 0 0,1 0-1 0 0,-1 1 0 0 0,1-1 0 0 0,0 0 0 0 0,0 0 0 0 0,-1 1 0 0 0,1-1 0 0 0,0 0 1 0 0,0 1-1 0 0,0-1 0 0 0,0 1 0 0 0,0-1 0 0 0,0 1 0 0 0,0-1 0 0 0,0 1 0 0 0,0 0 1 0 0,0-1-1 0 0,0 1 0 0 0,0 0 0 0 0,0 0 0 0 0,0 0 0 0 0,0 0 0 0 0,0 0 0 0 0,0 0 1 0 0,0 0-1 0 0,0 0 0 0 0,0 0 0 0 0,0 0 0 0 0,0 0 0 0 0,0 1 0 0 0,0-1 0 0 0,0 1 1 0 0,1-1-41 0 0,212 0 426 0 0,-194-12-3257 0 0,-29 10-4782 0 0,-5 10 6018 0 0</inkml:trace>
  <inkml:trace contextRef="#ctx0" brushRef="#br0" timeOffset="281.032">9 270 840 0 0,'-8'8'6982'0'0,"27"-8"-2555"0"0,-10 0-4422 0 0,212-2 4938 0 0,-29-18-3354 0 0,-33 4-2615 0 0,-186 16-9483 0 0,-11 8 7130 0 0,3-1 1747 0 0</inkml:trace>
  <inkml:trace contextRef="#ctx0" brushRef="#br0" timeOffset="564.064">371 124 1896 0 0,'2'-7'1294'0'0,"-2"7"-1099"0"0,1 0 0 0 0,-1 1 0 0 0,0-1 0 0 0,0 0 0 0 0,0 0 0 0 0,0 0-1 0 0,0 0 1 0 0,1 0 0 0 0,-1 0 0 0 0,0 0 0 0 0,0 0 0 0 0,0 0 0 0 0,1 1 0 0 0,-1-1 0 0 0,0 0 0 0 0,0 0 0 0 0,0 0 0 0 0,1 0-1 0 0,-1 0 1 0 0,0 0 0 0 0,0 0 0 0 0,0 0 0 0 0,0 0 0 0 0,1 0 0 0 0,-1 0 0 0 0,0-1 0 0 0,0 1 0 0 0,0 0 0 0 0,1 0-1 0 0,-1 0 1 0 0,0 0 0 0 0,0 0 0 0 0,0 0 0 0 0,0 0 0 0 0,1 0 0 0 0,-1-1-195 0 0,-29 59 2756 0 0,7-23-2469 0 0,-1 0 1 0 0,-2-2-1 0 0,-1-1 0 0 0,-1-1 1 0 0,-24 20-288 0 0,14-33-2740 0 0,35-45-1807 0 0,31 1-21 0 0,-12 7 2979 0 0</inkml:trace>
  <inkml:trace contextRef="#ctx0" brushRef="#br0" timeOffset="888.105">309 256 1780 0 0,'2'0'180'0'0,"-1"-1"-1"0"0,0 1 1 0 0,0 0-1 0 0,0 0 1 0 0,1-1-1 0 0,-1 1 1 0 0,0 0-1 0 0,0 0 1 0 0,1 0-1 0 0,-1 0 1 0 0,0 0-1 0 0,0 0 1 0 0,0 1-1 0 0,1-1 1 0 0,-1 0-1 0 0,0 1 1 0 0,0-1-1 0 0,0 1 1 0 0,0-1-1 0 0,1 1 1 0 0,-1-1-1 0 0,0 1 1 0 0,0 0-1 0 0,0-1 1 0 0,0 1-1 0 0,-1 0 1 0 0,1 0-1 0 0,0 0 1 0 0,0 0-1 0 0,0 0 1 0 0,-1 0-1 0 0,1 0 1 0 0,0 0-1 0 0,-1 0 1 0 0,1 0-1 0 0,-1 0 1 0 0,1 1-1 0 0,-1-1 1 0 0,0 0-1 0 0,1 0 1 0 0,-1 0-1 0 0,0 1-179 0 0,8 53 4185 0 0,-8-44-3644 0 0,-1-6-435 0 0,0 0 0 0 0,0 0 0 0 0,0 1 0 0 0,1-1 0 0 0,-1 0 0 0 0,1 0 0 0 0,1 1 0 0 0,-1-1 0 0 0,1 0 0 0 0,0 0 0 0 0,0 0 0 0 0,0 1 0 0 0,1-1 0 0 0,-1-1 0 0 0,1 1 0 0 0,1 0 0 0 0,-1 0 0 0 0,1-1 0 0 0,-1 1 0 0 0,1-1-1 0 0,1 0 1 0 0,-1 0 0 0 0,0 0 0 0 0,1 0 0 0 0,0 0 0 0 0,0-1 0 0 0,0 0 0 0 0,1 0 0 0 0,-1 0 0 0 0,0 0 0 0 0,1-1 0 0 0,0 0 0 0 0,3 2-106 0 0,171 11 1285 0 0,-78-48-820 0 0,-30-7-42 0 0,-49-4-3412 0 0,-22 43 2166 0 0,0-3-62 0 0,-27-95-5469 0 0,11 36-76 0 0,15 52 5056 0 0</inkml:trace>
  <inkml:trace contextRef="#ctx0" brushRef="#br0" timeOffset="1543.389">845 72 1448 0 0,'-29'54'6870'0'0,"64"-69"-5166"0"0,-19 2-1384 0 0,-1 1-1 0 0,2 1 0 0 0,0 0 0 0 0,0 1 1 0 0,1 1-1 0 0,0 0 0 0 0,0 1 1 0 0,1 2-1 0 0,0 0 0 0 0,1 0 1 0 0,10 0-320 0 0,241 2 4855 0 0,-251 20-5387 0 0,-48-1-2801 0 0,-142 43-7862 0 0,146-46 9657 0 0</inkml:trace>
  <inkml:trace contextRef="#ctx0" brushRef="#br0" timeOffset="1965.233">953 112 1652 0 0,'-9'5'7440'0'0,"-13"17"-5403"0"0,5-5-1335 0 0,-16 7-1284 0 0,54-40-908 0 0,166-55 869 0 0,-96 66 3233 0 0,-21 29-1079 0 0,-70-24-1567 0 0,-1 0 1 0 0,1 0-1 0 0,0 0 0 0 0,-1 0 0 0 0,1 0 0 0 0,0 0 1 0 0,-1 1-1 0 0,1-1 0 0 0,0 0 0 0 0,-1 0 0 0 0,1 0 1 0 0,0 1-1 0 0,0-1 0 0 0,-1 0 0 0 0,1 1 0 0 0,0-1 0 0 0,0 0 1 0 0,0 0-1 0 0,-1 1 0 0 0,1-1 0 0 0,0 0 0 0 0,0 1 1 0 0,0-1-1 0 0,0 0 0 0 0,0 1 0 0 0,-1-1 0 0 0,1 1 1 0 0,0-1-1 0 0,0 0 0 0 0,0 1 0 0 0,0-1 0 0 0,0 0 1 0 0,0 1-1 0 0,0-1 0 0 0,1 0 0 0 0,-1 1 0 0 0,0-1 1 0 0,0 1-1 0 0,0-1 0 0 0,0 0 0 0 0,0 1 0 0 0,0-1 0 0 0,1 0 1 0 0,-1 1-1 0 0,0-1 0 0 0,0 0 0 0 0,0 0 0 0 0,1 1 1 0 0,-1-1-1 0 0,0 0 0 0 0,1 0 0 0 0,-1 1 0 0 0,0-1 1 0 0,0 0-1 0 0,1 0 0 0 0,-1 0 0 0 0,0 1 0 0 0,1-1 1 0 0,-1 0-1 0 0,0 0 0 0 0,1 0 0 0 0,-1 0 0 0 0,1 0 34 0 0,-37 14-4056 0 0,32-13 3972 0 0,-49 16-3059 0 0,28-9 1669 0 0</inkml:trace>
  <inkml:trace contextRef="#ctx0" brushRef="#br0" timeOffset="2373.908">882 215 1360 0 0,'-16'7'2950'0'0,"16"-7"-2684"0"0,1 0-1 0 0,-1 1 1 0 0,0-1-1 0 0,0 0 1 0 0,1 0 0 0 0,-1 1-1 0 0,0-1 1 0 0,0 0-1 0 0,1 1 1 0 0,-1-1-1 0 0,0 0 1 0 0,0 1-1 0 0,0-1 1 0 0,1 0 0 0 0,-1 1-1 0 0,0-1 1 0 0,0 0-1 0 0,0 1 1 0 0,0-1-1 0 0,0 1 1 0 0,0-1-1 0 0,0 0 1 0 0,0 1 0 0 0,0-1-1 0 0,0 0 1 0 0,0 1-1 0 0,0-1 1 0 0,0 1-266 0 0,320-2 6344 0 0,-303 1-6147 0 0,62 6 896 0 0,-77-6-1073 0 0,0 1-1 0 0,0 0 1 0 0,-1-1-1 0 0,1 1 1 0 0,0 0 0 0 0,-1 0-1 0 0,1 0 1 0 0,0 0-1 0 0,-1 0 1 0 0,1 0 0 0 0,-1 0-1 0 0,1 1 1 0 0,-1-1-1 0 0,0 1 1 0 0,0-1 0 0 0,0 1-1 0 0,1-1 1 0 0,-1 1-1 0 0,-1-1 1 0 0,1 1 0 0 0,0 0-1 0 0,0 0 1 0 0,-1-1-1 0 0,1 1 1 0 0,-1 0 0 0 0,1 0-1 0 0,-1 0 1 0 0,0 0-1 0 0,0 0 1 0 0,1 0 0 0 0,-2-1-1 0 0,1 1 1 0 0,0 0-1 0 0,0 0 1 0 0,0 0 0 0 0,-1 0-1 0 0,0 0-19 0 0,-1 11-159 0 0,-2-1 0 0 0,1 1 0 0 0,-2-1-1 0 0,0 0 1 0 0,0 0 0 0 0,-1-1 0 0 0,0 0 0 0 0,-1 0 0 0 0,0 0-1 0 0,-1-1 1 0 0,-1 0 0 0 0,-4 5 159 0 0,-24 1-2996 0 0,36-16 2320 0 0,-10-3-994 0 0,3-3 871 0 0,0-1 1 0 0,0 1-1 0 0,0-1 1 0 0,1 0-1 0 0,0-1 1 0 0,1 0-1 0 0,-1 0 1 0 0,2 0-1 0 0,-1-1 1 0 0,1 0-1 0 0,0 0 1 0 0,1 0-1 0 0,-3-9 799 0 0,0 1-1604 0 0</inkml:trace>
  <inkml:trace contextRef="#ctx0" brushRef="#br0" timeOffset="2639.343">1076 151 996 0 0,'7'1'7061'0'0,"-3"33"-3742"0"0,-8-17-2868 0 0,-1-1-1 0 0,-1 1 1 0 0,0-1 0 0 0,-2 0 0 0 0,1 0 0 0 0,-2 0-1 0 0,-5 6-450 0 0,-77 100-536 0 0,88-119 455 0 0,-55 59-2810 0 0,-42 16-5584 0 0,85-69 6815 0 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4:53.955"/>
    </inkml:context>
    <inkml:brush xml:id="br0">
      <inkml:brushProperty name="width" value="0.05" units="cm"/>
      <inkml:brushProperty name="height" value="0.05" units="cm"/>
      <inkml:brushProperty name="color" value="#FFFFFF"/>
    </inkml:brush>
  </inkml:definitions>
  <inkml:trace contextRef="#ctx0" brushRef="#br0">17 0 1696 0 0,'-16'4'5035'0'0,"16"-4"-4672"0"0,0 0-1 0 0,0 0 1 0 0,1 0 0 0 0,-1 1-1 0 0,0-1 1 0 0,0 0-1 0 0,0 0 1 0 0,0 1-1 0 0,0-1 1 0 0,0 0 0 0 0,1 0-1 0 0,-1 1 1 0 0,0-1-1 0 0,0 0 1 0 0,0 0-1 0 0,0 1 1 0 0,0-1 0 0 0,0 0-1 0 0,0 1 1 0 0,0-1-1 0 0,0 0 1 0 0,0 0-1 0 0,0 1 1 0 0,-1-1 0 0 0,1 0-1 0 0,0 1-362 0 0,184 6 4965 0 0,-27-7-3455 0 0,-53 0-5031 0 0,-103 0 2347 0 0,-1 0 66 0 0,0 0-125 0 0,3 1-2280 0 0,9 6 995 0 0,-14 6-3933 0 0,1-10 4788 0 0</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4:52.934"/>
    </inkml:context>
    <inkml:brush xml:id="br0">
      <inkml:brushProperty name="width" value="0.05" units="cm"/>
      <inkml:brushProperty name="height" value="0.05" units="cm"/>
      <inkml:brushProperty name="color" value="#FFFFFF"/>
    </inkml:brush>
  </inkml:definitions>
  <inkml:trace contextRef="#ctx0" brushRef="#br0">60 18 1240 0 0,'-9'-16'8789'0'0,"23"15"-3705"0"0,25 14-2105 0 0,-37-12-3014 0 0,131 5 3231 0 0,113-6-495 0 0,-203 38-2545 0 0,-29 64-62 0 0,-17-2-374 0 0,-51 86-2105 0 0,54-183 2085 0 0,-15 45-1762 0 0,0-23-3058 0 0,7-22 2908 0 0,-1 0-132 0 0,7-2-3602 0 0,2-1 4355 0 0</inkml:trace>
  <inkml:trace contextRef="#ctx0" brushRef="#br0" timeOffset="282.832">114 345 1140 0 0,'-8'-7'3657'0'0,"2"-1"3756"0"0,19 5-5440 0 0,105 2 1647 0 0,-19 2-7160 0 0,-89-4 1385 0 0,-15 9-1253 0 0,3-4 3003 0 0,-52 48-4426 0 0,28-30 3395 0 0</inkml:trace>
  <inkml:trace contextRef="#ctx0" brushRef="#br0" timeOffset="532.843">44 527 1324 0 0,'-44'18'8390'0'0,"57"-21"-4414"0"0,13 3-3042 0 0,-19 0-538 0 0,279-40 2962 0 0,-198 33-7043 0 0,-87 7 2703 0 0,-1 0-923 0 0,21 0-6841 0 0,-11 0 7302 0 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4:51.562"/>
    </inkml:context>
    <inkml:brush xml:id="br0">
      <inkml:brushProperty name="width" value="0.05" units="cm"/>
      <inkml:brushProperty name="height" value="0.05" units="cm"/>
      <inkml:brushProperty name="color" value="#FFFFFF"/>
    </inkml:brush>
  </inkml:definitions>
  <inkml:trace contextRef="#ctx0" brushRef="#br0">546 1 2016 0 0,'3'0'1651'0'0,"-2"0"-1401"0"0,1 0 0 0 0,0 0 0 0 0,-1 0 0 0 0,1 0 0 0 0,-1 0 0 0 0,1 0 0 0 0,-1 0 0 0 0,1 1 0 0 0,-1-1 0 0 0,1 1 0 0 0,-1-1 0 0 0,0 1 0 0 0,1-1 0 0 0,-1 1 0 0 0,1 0 0 0 0,-1 0 0 0 0,0 0 0 0 0,0 0 0 0 0,0 0 0 0 0,1 0 0 0 0,-1 0 0 0 0,0 0 0 0 0,0 0-1 0 0,-1 0 1 0 0,1 1 0 0 0,0-1 0 0 0,0 0 0 0 0,0 1 0 0 0,-1-1 0 0 0,1 1-250 0 0,-7 24 530 0 0,0 0 0 0 0,-2-1-1 0 0,-1 1 1 0 0,-1-2 0 0 0,-2 1-1 0 0,0-2 1 0 0,-1 1 0 0 0,-1-2 0 0 0,-1 0-1 0 0,-1 0 1 0 0,-19 17-530 0 0,-172 182 523 0 0,191-206-944 0 0,0-2 1 0 0,-1 0-1 0 0,0 0 1 0 0,-1-2 0 0 0,0 0-1 0 0,-1-2 1 0 0,0 0 0 0 0,-2 0 420 0 0,-12-1-2391 0 0,19-7-4929 0 0,10-4 5741 0 0,-8-14 128 0 0</inkml:trace>
  <inkml:trace contextRef="#ctx0" brushRef="#br0" timeOffset="344.03">168 253 1268 0 0,'33'-16'8916'0'0,"5"26"-5078"0"0,33 43-2525 0 0,-54-38-440 0 0,30 28-120 0 0,-1 3-1 0 0,-3 2 1 0 0,-2 1 0 0 0,9 18-753 0 0,15 16 181 0 0,-43-52-835 0 0,-14-18-2272 0 0,-10-13-3844 0 0,-9-11 1144 0 0,10 7 4174 0 0</inkml:trace>
  <inkml:trace contextRef="#ctx0" brushRef="#br0" timeOffset="798.095">813 461 2212 0 0,'-3'-4'966'0'0,"-1"-15"11349"0"0,18 21-10646 0 0,165 2 2940 0 0,6-21-4001 0 0,-163 15-1021 0 0,0 1-3160 0 0,-20 1 2535 0 0,13 9-8006 0 0,-13-7 8945 0 0,-4 14-4813 0 0,1-12 3492 0 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5:02.913"/>
    </inkml:context>
    <inkml:brush xml:id="br0">
      <inkml:brushProperty name="width" value="0.05" units="cm"/>
      <inkml:brushProperty name="height" value="0.05" units="cm"/>
      <inkml:brushProperty name="color" value="#FFFFFF"/>
    </inkml:brush>
  </inkml:definitions>
  <inkml:trace contextRef="#ctx0" brushRef="#br0">39 21 2212 0 0,'-39'-21'12916'0'0,"95"53"-8820"0"0,-23-21-3658 0 0,0-3 1 0 0,0 0-1 0 0,1-3 1 0 0,-1 0-1 0 0,33-1-438 0 0,378 34 1873 0 0,-240-12-625 0 0,176 0-1248 0 0,56-25 381 0 0,-301 25-165 0 0,-106-15-122 0 0,16 3-3375 0 0,-49-17-2336 0 0,-13-6 63 0 0,-94 1-2734 0 0,81 8 6648 0 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4:58.492"/>
    </inkml:context>
    <inkml:brush xml:id="br0">
      <inkml:brushProperty name="width" value="0.05" units="cm"/>
      <inkml:brushProperty name="height" value="0.05" units="cm"/>
      <inkml:brushProperty name="color" value="#FFFFFF"/>
    </inkml:brush>
  </inkml:definitions>
  <inkml:trace contextRef="#ctx0" brushRef="#br0">154 78 2064 0 0,'9'-5'7048'0'0,"-10"27"-4127"0"0,-68 161 773 0 0,-14-12-2200 0 0,74-148-1934 0 0,13-29-1466 0 0,82-174-4423 0 0,-39 86 3736 0 0,4-15 3495 0 0,-49 103-533 0 0,0 0-1 0 0,1 0 1 0 0,0 1-1 0 0,0-1 1 0 0,0 1-1 0 0,0-1 1 0 0,1 1-1 0 0,0 0 1 0 0,0 0-1 0 0,0 1 1 0 0,1-1-1 0 0,0 1 1 0 0,4-4-369 0 0,1 13 2079 0 0,0 16-1602 0 0,0 1 0 0 0,-1 0 0 0 0,-1 0-1 0 0,-1 1 1 0 0,-1 0 0 0 0,-1 0 0 0 0,-1 0 0 0 0,-1 1 0 0 0,-1 0 0 0 0,-1 19-477 0 0,17 17 1333 0 0,-13-65-1396 0 0,11-13 20 0 0,-1-1-1 0 0,0 0 1 0 0,-2-2-1 0 0,0 0 0 0 0,-1 0 1 0 0,-1-1-1 0 0,3-10 44 0 0,47-83-318 0 0,-24 67 851 0 0,-37 47-293 0 0,0 1 0 0 0,3 3-31 0 0,6 8-58 0 0,-1 0 0 0 0,-1 0 0 0 0,0 1 0 0 0,0-1 0 0 0,-1 1 1 0 0,-1 1-1 0 0,0-1 0 0 0,-1 1 0 0 0,0 0 0 0 0,-1 0 1 0 0,2 11-152 0 0,9 30 511 0 0,37 135 1170 0 0,-42-135-1845 0 0,-5-74-10770 0 0,11-2 3453 0 0,-9 14 5378 0 0,-2 2 575 0 0</inkml:trace>
  <inkml:trace contextRef="#ctx0" brushRef="#br0" timeOffset="311.477">957 142 2088 0 0,'7'-1'8387'0'0,"-9"19"-5477"0"0,-8 6-2211 0 0,-1 0 1 0 0,-2 0-1 0 0,0-1 1 0 0,-1-1-1 0 0,-1-1 1 0 0,-16 18-700 0 0,0 3 436 0 0,-53 49-398 0 0,52-60-2728 0 0,31-30 1848 0 0,1-1-418 0 0,5-28-4046 0 0,12-9 2637 0 0,-5 13 1038 0 0,-2 1 169 0 0</inkml:trace>
  <inkml:trace contextRef="#ctx0" brushRef="#br0" timeOffset="591.305">924 128 888 0 0,'1'-2'436'0'0,"1"0"0"0"0,0 1-1 0 0,-1-1 1 0 0,1 1 0 0 0,0 0 0 0 0,0-1 0 0 0,0 1-1 0 0,0 0 1 0 0,0 0 0 0 0,0 0 0 0 0,1 1-1 0 0,-1-1 1 0 0,0 0 0 0 0,0 1 0 0 0,0-1 0 0 0,1 1-1 0 0,-1 0 1 0 0,0 0 0 0 0,1 0 0 0 0,-1 0 0 0 0,0 0-1 0 0,0 0 1 0 0,3 1-436 0 0,24 24 2513 0 0,-19-12-2070 0 0,-1 1-1 0 0,-1 0 1 0 0,0 1 0 0 0,-1 0 0 0 0,0 0 0 0 0,-2 0-1 0 0,0 1 1 0 0,1 5-443 0 0,63 160 2630 0 0,-57-145-4534 0 0,-12-35 1222 0 0,0-1-155 0 0,-2 2-68 0 0,-12 5-767 0 0,-28-5-8852 0 0,34-5 8956 0 0</inkml:trace>
  <inkml:trace contextRef="#ctx0" brushRef="#br0" timeOffset="841.165">892 422 2440 0 0,'0'-1'227'0'0,"0"1"-1"0"0,0 0 0 0 0,1 0 1 0 0,-1-1-1 0 0,0 1 0 0 0,0 0 1 0 0,1-1-1 0 0,-1 1 0 0 0,0-1 1 0 0,0 1-1 0 0,0 0 0 0 0,0-1 1 0 0,1 1-1 0 0,-1-1 0 0 0,0 1 1 0 0,0 0-1 0 0,0-1 0 0 0,0 1 1 0 0,0-1-1 0 0,0 1 0 0 0,0 0 1 0 0,0-1-1 0 0,0 1 0 0 0,0-1 1 0 0,0 1-1 0 0,-1 0 0 0 0,1-1 1 0 0,0 1-1 0 0,0-1 0 0 0,0 1 1 0 0,0 0-1 0 0,-1-1 1 0 0,1 1-1 0 0,0 0 0 0 0,0-1 1 0 0,-1 1-1 0 0,1 0 0 0 0,0-1 1 0 0,-1 1-1 0 0,1 0 0 0 0,0 0 1 0 0,-1-1-1 0 0,1 1 0 0 0,0 0 1 0 0,-1 0-1 0 0,1 0 0 0 0,0-1 1 0 0,-1 1-1 0 0,1 0 0 0 0,-1 0 1 0 0,1 0-1 0 0,0 0 0 0 0,-1 0 1 0 0,1 0-1 0 0,-1 0 0 0 0,1 0-226 0 0,85-20 3475 0 0,4 2-2541 0 0,-83 17-1966 0 0,9-1 579 0 0,-12 0-4419 0 0,-1 0-4577 0 0,-2 2 7811 0 0</inkml:trace>
  <inkml:trace contextRef="#ctx0" brushRef="#br0" timeOffset="1278.16">1271 136 904 0 0,'17'38'10662'0'0,"45"89"-5750"0"0,-18-72-3200 0 0,-42-54-1889 0 0,0 0 1 0 0,1-1-1 0 0,-1 0 1 0 0,0 1-1 0 0,0-1 1 0 0,0 0-1 0 0,0 0 1 0 0,0 0-1 0 0,0-1 1 0 0,0 1-1 0 0,1 0 1 0 0,-1-1-1 0 0,0 0 1 0 0,0 1-1 0 0,0-1 1 0 0,0 0-1 0 0,0 0 1 0 0,-1 0-1 0 0,1 0 0 0 0,0 0 1 0 0,0 0-1 0 0,-1-1 1 0 0,1 1-1 0 0,-1-1 1 0 0,1 1-1 0 0,-1-1 1 0 0,1 1-1 0 0,-1-1 1 0 0,0 0-1 0 0,0 0 1 0 0,0 1-1 0 0,0-1 1 0 0,0 0-1 0 0,0-1 177 0 0,10-10-1782 0 0,61-58-5822 0 0,-55 56 6282 0 0</inkml:trace>
  <inkml:trace contextRef="#ctx0" brushRef="#br0" timeOffset="1671.443">1667 136 2240 0 0,'21'-13'8535'0'0,"-26"25"-1817"0"0,-16 6-6439 0 0,0 0-1 0 0,-1-1 1 0 0,-1-2 0 0 0,-1 0-1 0 0,0-1 1 0 0,-1-2 0 0 0,0-1-1 0 0,-14 4-278 0 0,6 0-1298 0 0,41-11-11 0 0,45 30 2365 0 0,-47-11-547 0 0,-2 1-1 0 0,0-1 1 0 0,-2 1 0 0 0,0 0 0 0 0,-2-1-1 0 0,-1 11-508 0 0,1 1 282 0 0,-17 81 141 0 0,16-98-695 0 0,-1 9-886 0 0,-2-14-10044 0 0,16-3 4885 0 0,-9-15 4914 0 0</inkml:trace>
  <inkml:trace contextRef="#ctx0" brushRef="#br0" timeOffset="2369.303">1935 384 1932 0 0,'-11'-22'8345'0'0,"-7"41"-5285"0"0,-25 102-234 0 0,42-115-2758 0 0,-1-1 0 0 0,1 0-1 0 0,1 1 1 0 0,-1-1 0 0 0,1 0-1 0 0,0 1 1 0 0,0-1 0 0 0,1 1-1 0 0,-1-1 1 0 0,1 0-1 0 0,0 1 1 0 0,1-1 0 0 0,-1 0-1 0 0,1 0 1 0 0,0 0 0 0 0,0 0-1 0 0,1 0 1 0 0,-1-1 0 0 0,1 1-1 0 0,0-1 1 0 0,1 1-1 0 0,-1-1 1 0 0,1 0 0 0 0,0 0-1 0 0,-1-1 1 0 0,2 1 0 0 0,-1-1-1 0 0,0 0 1 0 0,1 0-1 0 0,-1 0 1 0 0,1 0 0 0 0,0-1-1 0 0,0 0 1 0 0,4 1-68 0 0,4-4 44 0 0,-1 0 1 0 0,0-1-1 0 0,1-1 0 0 0,-1 0 1 0 0,0 0-1 0 0,-1-1 0 0 0,1-1 1 0 0,-1 0-1 0 0,1-1 0 0 0,-1 0 1 0 0,-1 0-1 0 0,1-1 0 0 0,-1-1 1 0 0,-1 1-1 0 0,1-2 0 0 0,-1 1 0 0 0,-1-1 1 0 0,0-1-1 0 0,0 0 0 0 0,-1 0 1 0 0,3-4-45 0 0,35-82 254 0 0,-44 91-228 0 0,-1 0 0 0 0,0-1 0 0 0,0 1 0 0 0,0 0 0 0 0,-1 0 0 0 0,0-1 0 0 0,0 1 0 0 0,0 0 0 0 0,0 0 0 0 0,-1 0 0 0 0,0 0 1 0 0,0 1-1 0 0,0-1 0 0 0,-1 0 0 0 0,0 1 0 0 0,0-1 0 0 0,0 1 0 0 0,0 0 0 0 0,0 0 0 0 0,-1 0 0 0 0,0 1 0 0 0,0-1 0 0 0,-3-1-26 0 0,-2-2 33 0 0,0 1-1 0 0,-1 0 0 0 0,1 1 1 0 0,-1 0-1 0 0,0 0 0 0 0,-1 1 1 0 0,1 0-1 0 0,-1 1 0 0 0,0 0 1 0 0,0 1-1 0 0,0 0 0 0 0,0 1 1 0 0,0 0-1 0 0,0 1 1 0 0,-4 0-33 0 0,11 1-33 0 0,0 0 1 0 0,-1-1 0 0 0,1 1 0 0 0,0 1 0 0 0,1-1-1 0 0,-1 1 1 0 0,0-1 0 0 0,0 1 0 0 0,1 0 0 0 0,-1 0 0 0 0,1 1-1 0 0,-1-1 1 0 0,1 1 0 0 0,0 0 0 0 0,0 0 0 0 0,0 0 0 0 0,0 0-1 0 0,1 0 1 0 0,-2 2 32 0 0,-7 25-2108 0 0,11-29 1337 0 0,0-1-61 0 0,2 3-73 0 0,18 9-1619 0 0,24-8-6190 0 0,-28-4 7151 0 0,6 0 131 0 0</inkml:trace>
  <inkml:trace contextRef="#ctx0" brushRef="#br0" timeOffset="2942.777">2342 270 2136 0 0,'10'-2'2777'0'0,"-9"2"-2608"0"0,0 0 0 0 0,-1 0 1 0 0,1-1-1 0 0,0 1 0 0 0,-1 0 0 0 0,1 0 0 0 0,0 0 1 0 0,0 0-1 0 0,-1 0 0 0 0,1 0 0 0 0,0 0 0 0 0,0 0 0 0 0,-1 0 1 0 0,1 0-1 0 0,0 0 0 0 0,-1 0 0 0 0,1 1 0 0 0,0-1 0 0 0,0 0 1 0 0,-1 1-1 0 0,1-1 0 0 0,-1 0 0 0 0,1 1 0 0 0,0-1 0 0 0,-1 1 1 0 0,1-1-1 0 0,-1 1 0 0 0,1-1 0 0 0,-1 1 0 0 0,1-1 1 0 0,-1 1-1 0 0,1-1 0 0 0,-1 1 0 0 0,0 0 0 0 0,1-1 0 0 0,-1 1 1 0 0,0 0-1 0 0,1-1 0 0 0,-1 1 0 0 0,0 0 0 0 0,0 0 0 0 0,0-1 1 0 0,0 1-1 0 0,0 0 0 0 0,0 0 0 0 0,0 0-169 0 0,34 179 6086 0 0,-29-94-3445 0 0,19-26-1592 0 0,-22-59-1034 0 0,0-1-1 0 0,-1 0 0 0 0,1 0 0 0 0,0 0 0 0 0,-1 0 1 0 0,1-1-1 0 0,0 1 0 0 0,-1 0 0 0 0,1-1 0 0 0,-1 1 1 0 0,1-1-1 0 0,0 1 0 0 0,-1-1 0 0 0,1 0 0 0 0,-1 0 1 0 0,0 1-1 0 0,1-1 0 0 0,-1 0 0 0 0,0 0 0 0 0,1-1 1 0 0,-1 1-1 0 0,0 0 0 0 0,0 0 0 0 0,0 0 0 0 0,0-1 1 0 0,0 1-1 0 0,0-1 0 0 0,0 1 0 0 0,-1-1 0 0 0,1 1-14 0 0,0 0 4 0 0,109-150-971 0 0,-79 117 814 0 0,-29 37 306 0 0,34 92 1470 0 0,-20-35-916 0 0,-14-55-625 0 0,-1-1 1 0 0,1 0 0 0 0,0 0 0 0 0,0 0 0 0 0,0 0 0 0 0,1 0 0 0 0,-1 0 0 0 0,1 0 0 0 0,0-1 0 0 0,0 1 0 0 0,0-1 0 0 0,1 0 0 0 0,-1 0-1 0 0,1 0 1 0 0,-1 0 0 0 0,2 0-83 0 0,-4-3 118 0 0,1 0 11 0 0,60-40 143 0 0,-40 24-401 0 0,-2-1 0 0 0,0-1 0 0 0,-1 0 1 0 0,-1-2-1 0 0,0 0 0 0 0,-2-1 0 0 0,0-1 0 0 0,-2 0 0 0 0,0-1 0 0 0,-2-1 1 0 0,9-22 128 0 0,-11-11-2627 0 0,-10 55 1737 0 0,-2 0-44 0 0,-4-2 102 0 0,-1 1 0 0 0,1 0-1 0 0,-1 0 1 0 0,1 1 0 0 0,-1-1-1 0 0,0 2 1 0 0,0-1 0 0 0,0 1-1 0 0,0 0 1 0 0,0 0-1 0 0,0 1 1 0 0,0 0 0 0 0,0 0-1 0 0,-1 1 1 0 0,1 0 0 0 0,0 0-1 0 0,0 0 1 0 0,0 1 832 0 0,-69 19-2896 0 0,47-13 1457 0 0</inkml:trace>
  <inkml:trace contextRef="#ctx0" brushRef="#br0" timeOffset="3740.873">209 641 1416 0 0,'-5'4'8917'0'0,"84"12"-4454"0"0,-48-14-3784 0 0,308 15 2960 0 0,113 8-1391 0 0,643 9-12 0 0,-904-19-2142 0 0,-137-5-99 0 0,57 4-2647 0 0,-118-35-963 0 0,1 16 3017 0 0,-1 1 0 0 0,1 0 0 0 0,-1 1 0 0 0,1-1 0 0 0,-1 1 1 0 0,0 1-1 0 0,-1-1 0 0 0,1 1 0 0 0,0 0 0 0 0,-1 1 0 0 0,1 0 1 0 0,-1 0-1 0 0,1 0 0 0 0,-1 1 0 0 0,-3 0 598 0 0,-88 6-4906 0 0,31 20 3456 0 0</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34:37.902"/>
    </inkml:context>
    <inkml:brush xml:id="br0">
      <inkml:brushProperty name="width" value="0.05" units="cm"/>
      <inkml:brushProperty name="height" value="0.05" units="cm"/>
      <inkml:brushProperty name="color" value="#FFFFFF"/>
    </inkml:brush>
  </inkml:definitions>
  <inkml:trace contextRef="#ctx0" brushRef="#br0">1731 437 2536 0 0,'-3'13'8077'0'0,"10"12"-3786"0"0,-1-2-2902 0 0,-9-19-3504 0 0,-11-13-8849 0 0,14 4 9610 0 0</inkml:trace>
  <inkml:trace contextRef="#ctx0" brushRef="#br0" timeOffset="-1936.65">5 168 2148 0 0,'0'0'1448'0'0,"0"0"-196"0"0,0 0-91 0 0,0 0 28 0 0,0 0-85 0 0,0 0-86 0 0,2 0-110 0 0,1 3-641 0 0,-1 1 1 0 0,0-1 0 0 0,0 1 0 0 0,-1-1 0 0 0,1 1 0 0 0,-1-1 0 0 0,0 1 0 0 0,0 0 0 0 0,0 0-1 0 0,0-1 1 0 0,0 1 0 0 0,-1 0 0 0 0,0 0 0 0 0,0 0 0 0 0,0 0 0 0 0,0 0 0 0 0,-1 0-1 0 0,1-1 1 0 0,-1 1 0 0 0,-1 2-268 0 0,2 11 188 0 0,-21 75 713 0 0,25-103-2198 0 0,4-9 1086 0 0,2 1 0 0 0,1 0 0 0 0,0 1 0 0 0,1 0 0 0 0,1 1 0 0 0,11-12 211 0 0,-10 12-46 0 0,-13 15 81 0 0,0 0 1 0 0,1-1-1 0 0,-1 1 1 0 0,1 0-1 0 0,0 0 1 0 0,-1 0-1 0 0,1 0 1 0 0,0 0-1 0 0,0 1 1 0 0,0-1-1 0 0,1 1 1 0 0,-1-1-1 0 0,0 1 1 0 0,1 0-1 0 0,-1 0 1 0 0,0 0-1 0 0,1 0 1 0 0,-1 0-1 0 0,1 0 1 0 0,0 1-1 0 0,0-1-35 0 0,-1 5 180 0 0,15 47 1056 0 0,-16 32-150 0 0,-1-82-1097 0 0,0 0 1 0 0,0-1-1 0 0,1 1 1 0 0,-1-1 0 0 0,0 0-1 0 0,0 1 1 0 0,1-1-1 0 0,-1 1 1 0 0,1-1 0 0 0,-1 1-1 0 0,0-1 1 0 0,1 0 0 0 0,-1 1-1 0 0,1-1 1 0 0,-1 0-1 0 0,1 1 1 0 0,-1-1 0 0 0,1 0-1 0 0,-1 0 1 0 0,1 0-1 0 0,-1 1 1 0 0,1-1 0 0 0,-1 0-1 0 0,1 0 1 0 0,-1 0-1 0 0,1 0 1 0 0,-1 0 0 0 0,1 0-1 0 0,-1 0 1 0 0,1 0 0 0 0,0 0-1 0 0,-1 0 1 0 0,1 0-1 0 0,-1 0 1 0 0,1-1 0 0 0,-1 1-1 0 0,1 0 1 0 0,-1 0-1 0 0,1 0 1 0 0,-1-1 0 0 0,1 1-1 0 0,-1 0 1 0 0,1-1 0 0 0,-1 1-1 0 0,0 0 1 0 0,1-1-1 0 0,-1 1 1 0 0,1-1 0 0 0,-1 1-1 0 0,0-1 11 0 0,112-96-951 0 0,-88 88 819 0 0,-23 9 170 0 0,-1 0 60 0 0,2 0 11 0 0,1 2-77 0 0,0 0 0 0 0,1 0 0 0 0,-1 0 0 0 0,0 1-1 0 0,-1 0 1 0 0,1-1 0 0 0,0 1 0 0 0,-1 0 0 0 0,1 0 0 0 0,-1 0 0 0 0,0 1-1 0 0,0-1 1 0 0,0 0 0 0 0,0 1 0 0 0,-1-1 0 0 0,0 1 0 0 0,1 0 0 0 0,-1 0-1 0 0,0-1 1 0 0,-1 1 0 0 0,1 0 0 0 0,-1 0 0 0 0,0 0 0 0 0,0 0-1 0 0,0-1 1 0 0,0 1 0 0 0,-1 1-32 0 0,4 39 405 0 0,2-16-3396 0 0,13-24-7881 0 0,-10-7 9830 0 0,8-10-384 0 0</inkml:trace>
  <inkml:trace contextRef="#ctx0" brushRef="#br0" timeOffset="-1388.438">688 244 2040 0 0,'3'-1'571'0'0,"-1"1"1"0"0,1 0-1 0 0,0-1 0 0 0,0 0 0 0 0,0 0 1 0 0,-1 0-1 0 0,1 0 0 0 0,0 0 0 0 0,-1 0 0 0 0,1 0 1 0 0,-1-1-1 0 0,0 0 0 0 0,1 1 0 0 0,-1-1 1 0 0,0 0-1 0 0,0 0 0 0 0,0 0 0 0 0,0 0 0 0 0,0 0 1 0 0,-1-1-1 0 0,1 0-571 0 0,-2 2 107 0 0,-1-1-1 0 0,0 0 1 0 0,0 1 0 0 0,0-1 0 0 0,0 1-1 0 0,0-1 1 0 0,0 1 0 0 0,0-1 0 0 0,0 1-1 0 0,0 0 1 0 0,-1 0 0 0 0,1-1 0 0 0,-1 1-1 0 0,1 0 1 0 0,-1 0 0 0 0,1 1 0 0 0,-1-1-1 0 0,0 0 1 0 0,1 0 0 0 0,-1 1-1 0 0,0-1 1 0 0,1 1 0 0 0,-1-1 0 0 0,0 1-1 0 0,0 0 1 0 0,0 0 0 0 0,1 0 0 0 0,-1 0-1 0 0,0 0 1 0 0,0 0 0 0 0,0 0 0 0 0,1 1-1 0 0,-1-1 1 0 0,0 1 0 0 0,0-1 0 0 0,1 1-1 0 0,-1-1 1 0 0,0 1 0 0 0,1 0 0 0 0,-1 0-1 0 0,1 0 1 0 0,-1 0 0 0 0,0 1-107 0 0,-8 2 51 0 0,1 0 0 0 0,0 1 0 0 0,0 0 0 0 0,0 1 0 0 0,0 0 0 0 0,1 0 0 0 0,0 0 0 0 0,1 1 0 0 0,-1 0 1 0 0,1 1-1 0 0,0 0 0 0 0,1 0 0 0 0,0 0 0 0 0,1 1 0 0 0,-1 0 0 0 0,1 0 0 0 0,1 0 0 0 0,0 1 0 0 0,0-1 0 0 0,1 1 0 0 0,-1 6-51 0 0,4-14 4 0 0,15 32-30 0 0,-12-33 34 0 0,-1 0-1 0 0,1 0 1 0 0,0-1-1 0 0,-1 1 1 0 0,1-1-1 0 0,0 0 0 0 0,0 0 1 0 0,-1 0-1 0 0,1 0 1 0 0,0 0-1 0 0,0-1 1 0 0,-1 1-1 0 0,1-1 1 0 0,0 0-1 0 0,-1 1 0 0 0,1-1 1 0 0,0-1-1 0 0,-1 1 1 0 0,0 0-1 0 0,1-1 1 0 0,1 0-8 0 0,1-1 5 0 0,9-4 1 0 0,-1-2 1 0 0,0 1-1 0 0,-1-2 1 0 0,0 1-1 0 0,0-2 1 0 0,-1 0-1 0 0,8-10-6 0 0,5-4-105 0 0,29-28-31 0 0,-52 53 140 0 0,-1-1-1 0 0,0 1 0 0 0,0-1 1 0 0,0 1-1 0 0,0-1 0 0 0,1 1 0 0 0,-1-1 1 0 0,0 1-1 0 0,0-1 0 0 0,1 1 1 0 0,-1 0-1 0 0,0-1 0 0 0,1 1 0 0 0,-1 0 1 0 0,0-1-1 0 0,1 1 0 0 0,-1 0 1 0 0,1-1-1 0 0,-1 1 0 0 0,1 0 0 0 0,-1 0 1 0 0,1-1-1 0 0,-1 1 0 0 0,0 0 1 0 0,1 0-1 0 0,-1 0 0 0 0,1 0 1 0 0,-1 0-1 0 0,1 0 0 0 0,-1-1 0 0 0,1 1 1 0 0,0 0-1 0 0,-1 1 0 0 0,1-1 1 0 0,-1 0-1 0 0,1 0 0 0 0,-1 0 0 0 0,1 0 1 0 0,-1 0-1 0 0,0 0 0 0 0,1 1 1 0 0,-1-1-1 0 0,1 0 0 0 0,-1 0 0 0 0,1 1 1 0 0,-1-1-1 0 0,1 0 0 0 0,-1 1 1 0 0,0-1-1 0 0,1 0 0 0 0,-1 1 0 0 0,0-1 1 0 0,1 0-1 0 0,-1 1 0 0 0,0-1 1 0 0,0 1-1 0 0,1-1 0 0 0,-1 1 0 0 0,0-1 1 0 0,0 1-1 0 0,0-1 0 0 0,0 1 1 0 0,0-1-1 0 0,1 1 0 0 0,-1-1 0 0 0,0 1 1 0 0,0 0-4 0 0,8 46 329 0 0,-6-34-230 0 0,30 86 389 0 0,-4-68-3366 0 0,-28-31 2075 0 0,0 0-76 0 0,13-2-3194 0 0,16-44-4947 0 0,-25 38 7626 0 0</inkml:trace>
  <inkml:trace contextRef="#ctx0" brushRef="#br0" timeOffset="-1045.198">1071 112 964 0 0,'1'-6'10633'0'0,"-2"20"-6705"0"0,-10 23-2200 0 0,-45 210 1380 0 0,56-246-3179 0 0,-1 1 0 0 0,1 0 0 0 0,-1-1 0 0 0,1 1-1 0 0,0 0 1 0 0,0-1 0 0 0,-1 1 0 0 0,1 0 0 0 0,0 0 0 0 0,1-1-1 0 0,-1 1 1 0 0,0 0 0 0 0,0 0 0 0 0,1-1 0 0 0,-1 1-1 0 0,1 0 1 0 0,-1-1 0 0 0,1 1 0 0 0,0-1 0 0 0,0 1 0 0 0,0-1-1 0 0,0 1 1 0 0,0-1 0 0 0,0 1 0 0 0,0-1 0 0 0,0 0 0 0 0,0 0-1 0 0,1 1 1 0 0,-1-1 0 0 0,0 0 0 0 0,1 0 0 0 0,-1 0 0 0 0,1 0-1 0 0,-1-1 1 0 0,1 1 0 0 0,0 0 0 0 0,-1-1 0 0 0,1 1 0 0 0,0-1-1 0 0,-1 0 1 0 0,1 1 0 0 0,0-1 0 0 0,0 0 0 0 0,-1 0 0 0 0,1 0-1 0 0,0 0 1 0 0,-1 0 0 0 0,1 0 0 0 0,0-1 0 0 0,0 1 0 0 0,0-1 71 0 0,0-1-559 0 0,1 0 1 0 0,-1 0-1 0 0,0 0 1 0 0,0 0-1 0 0,1 0 1 0 0,-1-1 0 0 0,-1 1-1 0 0,1-1 1 0 0,0 0-1 0 0,-1 1 1 0 0,1-1 0 0 0,-1 0-1 0 0,0 0 1 0 0,0 0-1 0 0,0 0 1 0 0,0 0 0 0 0,0 0-1 0 0,-1 0 1 0 0,1 0-1 0 0,-1 0 1 0 0,0-1-1 0 0,0 1 1 0 0,0 0 0 0 0,-1-1 558 0 0,1 3-1358 0 0</inkml:trace>
  <inkml:trace contextRef="#ctx0" brushRef="#br0" timeOffset="-787.963">968 211 1700 0 0,'-51'-14'8785'0'0,"51"17"-3813"0"0,20 8-2750 0 0,84 8 884 0 0,-69-18-5374 0 0,-2-1-4933 0 0,-28 0 5676 0 0,-4 0-269 0 0,11 0-3004 0 0,-3 0 3355 0 0</inkml:trace>
  <inkml:trace contextRef="#ctx0" brushRef="#br0" timeOffset="-281.088">1269 1 2200 0 0,'6'2'9061'0'0,"-3"20"-5665"0"0,-5 36-1726 0 0,-64 198 1331 0 0,24-138-1940 0 0,132-257-1782 0 0,14 48 135 0 0,-103 90 612 0 0,0 0 0 0 0,0 0 0 0 0,0 0 0 0 0,0 0 0 0 0,0 1 0 0 0,1-1 0 0 0,-1 1 0 0 0,0-1 0 0 0,0 1 0 0 0,1-1-1 0 0,-1 1 1 0 0,1 0 0 0 0,-1-1 0 0 0,0 1 0 0 0,1 0 0 0 0,-1 0 0 0 0,0 0 0 0 0,1 0 0 0 0,-1 0 0 0 0,1 1 0 0 0,-1-1 0 0 0,0 0-1 0 0,1 1 1 0 0,-1-1 0 0 0,0 1 0 0 0,1-1 0 0 0,-1 1 0 0 0,0-1 0 0 0,0 1 0 0 0,0 0 0 0 0,1 0 0 0 0,-1 0 0 0 0,0-1-1 0 0,0 1 1 0 0,0 0 0 0 0,0 0 0 0 0,-1 1 0 0 0,1-1 0 0 0,0 0 0 0 0,0 0 0 0 0,-1 0 0 0 0,1 0 0 0 0,0 1 0 0 0,-1 0-26 0 0,17 65 432 0 0,-15-52-370 0 0,32 93-3527 0 0,-29-101 1451 0 0,15 1-9575 0 0,-15-7 10128 0 0</inkml:trace>
  <inkml:trace contextRef="#ctx0" brushRef="#br0" timeOffset="703.483">2047 341 1880 0 0,'-6'-14'8093'0'0,"5"14"-7567"0"0,1 0 40 0 0,0 0 54 0 0,0 0-67 0 0,0 0-43 0 0,0 0-21 0 0,0 0 74 0 0,0 0 34 0 0,0 6-65 0 0,-5 212 2747 0 0,5-169-4661 0 0,0-49 1283 0 0,0-1-1 0 0,0 1 0 0 0,0 0 1 0 0,-1 0-1 0 0,1 0 0 0 0,0-1 0 0 0,0 1 1 0 0,0 0-1 0 0,0 0 0 0 0,-1-1 1 0 0,1 1-1 0 0,0 0 0 0 0,0 0 1 0 0,-1 0-1 0 0,1 0 0 0 0,0 0 1 0 0,0-1-1 0 0,-1 1 0 0 0,1 0 1 0 0,0 0-1 0 0,0 0 0 0 0,-1 0 1 0 0,1 0-1 0 0,0 0 0 0 0,0 0 1 0 0,-1 0-1 0 0,1 0 0 0 0,0 0 1 0 0,-1 0-1 0 0,1 0 0 0 0,0 0 1 0 0,0 0-1 0 0,-1 0 0 0 0,1 0 1 0 0,0 0-1 0 0,0 0 0 0 0,-1 1 1 0 0,1-1-1 0 0,0 0 0 0 0,0 0 1 0 0,-1 0-1 0 0,1 0 0 0 0,0 0 0 0 0,0 1 1 0 0,-1-1-1 0 0,1 0 0 0 0,0 0 1 0 0,0 0-1 0 0,0 1 0 0 0,0-1 1 0 0,-1 0-1 0 0,1 1 100 0 0,6-45-8189 0 0,-5 33 6559 0 0</inkml:trace>
  <inkml:trace contextRef="#ctx0" brushRef="#br0" timeOffset="988.036">2092 92 1192 0 0,'0'-1'469'0'0,"0"-1"-1"0"0,0 1 1 0 0,0-1 0 0 0,0 1-1 0 0,0 0 1 0 0,1-1 0 0 0,-1 1-1 0 0,1-1 1 0 0,-1 1 0 0 0,1-1-1 0 0,-1 1 1 0 0,1 0 0 0 0,0-1-1 0 0,0 1 1 0 0,0 0 0 0 0,0 0-1 0 0,0 0 1 0 0,0 0 0 0 0,0 0-1 0 0,0 0 1 0 0,0 0 0 0 0,0 0-1 0 0,0 0 1 0 0,1 0 0 0 0,-1 0-1 0 0,0 1 1 0 0,1-1 0 0 0,-1 1-1 0 0,1-1-468 0 0,-1 7-1136 0 0,-4 19-6195 0 0,1-8 4452 0 0,2-6 1518 0 0</inkml:trace>
  <inkml:trace contextRef="#ctx0" brushRef="#br0" timeOffset="1529.457">2224 322 2512 0 0,'5'16'6041'0'0,"1"2"-3676"0"0,-1 83 4527 0 0,-5-100-6824 0 0,0-1 86 0 0,1 0-147 0 0,-1 0 1 0 0,0 0-1 0 0,0-1 0 0 0,1 1 1 0 0,-1 0-1 0 0,0 0 1 0 0,1 0-1 0 0,-1 0 1 0 0,0 0-1 0 0,0 0 1 0 0,1 0-1 0 0,-1 0 1 0 0,0 0-1 0 0,1 0 0 0 0,-1 0 1 0 0,0 0-1 0 0,1 0 1 0 0,-1 0-1 0 0,0 0 1 0 0,0 0-1 0 0,1 0 1 0 0,-1 0-1 0 0,0 0 1 0 0,1 0-1 0 0,-1 0 0 0 0,0 1 1 0 0,0-1-1 0 0,1 0 1 0 0,-1 0-1 0 0,0 0 1 0 0,0 0-1 0 0,1 1 1 0 0,-1-1-1 0 0,0 0 1 0 0,0 0-1 0 0,0 1 0 0 0,1-1 1 0 0,-1 0-1 0 0,0 0 1 0 0,0 1-1 0 0,0-1 1 0 0,0 0-1 0 0,0 0 1 0 0,0 1-1 0 0,0-1 0 0 0,1 0 1 0 0,-1 1-1 0 0,0-1 1 0 0,0 0-1 0 0,0 1 1 0 0,0-1-1 0 0,0 0 1 0 0,0 0-1 0 0,0 1 1 0 0,0-1-1 0 0,-1 0 0 0 0,1 1-7 0 0,15-34-19 0 0,-8 15-14 0 0,-6 16 34 0 0,1-4 28 0 0,1 0 0 0 0,0 0 0 0 0,0 0-1 0 0,0 0 1 0 0,1 0 0 0 0,-1 1 0 0 0,1-1 0 0 0,1 1-1 0 0,-1 0 1 0 0,1 1 0 0 0,0-1 0 0 0,0 1 0 0 0,0 0-1 0 0,0 0 1 0 0,1 0 0 0 0,0 1 0 0 0,0 0 0 0 0,0 0 0 0 0,0 0-1 0 0,0 1 1 0 0,0 0 0 0 0,1 0 0 0 0,2 0-29 0 0,-4 5 110 0 0,0-1 1 0 0,0 2-1 0 0,0-1 1 0 0,0 1-1 0 0,0-1 1 0 0,-1 1-1 0 0,0 0 1 0 0,0 1-1 0 0,0-1 1 0 0,0 1-1 0 0,-1 0 1 0 0,0 0-1 0 0,0 0 1 0 0,0 0-1 0 0,2 5-110 0 0,11 48 1027 0 0,-3-4-4647 0 0,-12-54 3301 0 0,0 1 0 0 0,-1 0-1 0 0,1 0 1 0 0,0-1 0 0 0,0 1 0 0 0,-1 0 0 0 0,1-1 0 0 0,0 1 0 0 0,0 0 0 0 0,0-1 0 0 0,0 1 0 0 0,0-1 0 0 0,0 0 0 0 0,0 1 0 0 0,0-1 0 0 0,0 0-1 0 0,0 1 1 0 0,0-1 0 0 0,0 0 0 0 0,0 0 0 0 0,0 0 0 0 0,0 0 0 0 0,0 0 0 0 0,0 0 0 0 0,0 0 0 0 0,0-1 0 0 0,0 1 0 0 0,0 0 0 0 0,0 0 0 0 0,0-1 0 0 0,0 1-1 0 0,0-1 1 0 0,0 1 0 0 0,0-1 0 0 0,-1 1 0 0 0,1-1 0 0 0,0 1 0 0 0,0-1 0 0 0,0 0 0 0 0,0 0 319 0 0,21-15-3058 0 0,-20 14 3639 0 0,18-10-2057 0 0</inkml:trace>
  <inkml:trace contextRef="#ctx0" brushRef="#br0" timeOffset="1941.149">2887 226 1292 0 0,'30'-43'6605'0'0,"-25"32"-5817"0"0,0 1 0 0 0,0-1-1 0 0,-1 0 1 0 0,-1 0 0 0 0,0-1 0 0 0,0 1 0 0 0,-1 0 0 0 0,0-1-1 0 0,-1-8-787 0 0,-1 19 678 0 0,0 1-40 0 0,0-1-561 0 0,1-1 1 0 0,-1 1-1 0 0,0 0 0 0 0,0 0 1 0 0,0 0-1 0 0,0-1 1 0 0,0 1-1 0 0,0 0 0 0 0,0 0 1 0 0,-1 0-1 0 0,1-1 1 0 0,0 1-1 0 0,-1 0 1 0 0,1 0-1 0 0,-1 0 0 0 0,1 0 1 0 0,-1 0-1 0 0,1 0 1 0 0,-1 0-1 0 0,0 0 0 0 0,0 0 1 0 0,1 0-1 0 0,-1 0 1 0 0,0 0-1 0 0,0 0 0 0 0,0 1 1 0 0,0-1-1 0 0,0 0 1 0 0,0 1-1 0 0,0-1 0 0 0,0 1 1 0 0,0-1-1 0 0,0 1 1 0 0,-1-1-1 0 0,1 1 0 0 0,0 0 1 0 0,0-1-1 0 0,0 1 1 0 0,0 0-1 0 0,-1 0 0 0 0,1 0 1 0 0,0 0-1 0 0,0 0 1 0 0,0 0-1 0 0,-1 0 0 0 0,1 1 1 0 0,0-1-1 0 0,0 0 1 0 0,0 1-1 0 0,0-1 1 0 0,-2 1-78 0 0,-11 5 46 0 0,1 0 1 0 0,-1 2 0 0 0,1-1-1 0 0,0 1 1 0 0,1 1 0 0 0,0 0 0 0 0,0 1-1 0 0,1 0 1 0 0,0 1 0 0 0,1 0 0 0 0,0 1-1 0 0,1 0 1 0 0,0 1 0 0 0,1-1 0 0 0,0 2-1 0 0,1-1 1 0 0,1 1 0 0 0,0 0 0 0 0,1 0-1 0 0,0 1-46 0 0,-10 48 37 0 0,2 1 0 0 0,4 0 0 0 0,2 0 0 0 0,2 48-37 0 0,-1 211-2023 0 0,6-321 1308 0 0,0-2-50 0 0,-3 3-71 0 0,3-2 677 0 0,-1-1 1 0 0,0 1 0 0 0,0 0-1 0 0,0-1 1 0 0,0 1 0 0 0,0-1 0 0 0,0 0-1 0 0,1 1 1 0 0,-1-1 0 0 0,0 0-1 0 0,0 1 1 0 0,0-1 0 0 0,0 0 0 0 0,0 0-1 0 0,0 0 1 0 0,0 0 0 0 0,-1 0-1 0 0,1 0 1 0 0,0 0 0 0 0,0 0 0 0 0,0 0-1 0 0,0-1 1 0 0,0 1 0 0 0,0 0-1 0 0,0 0 1 0 0,1-1 0 0 0,-1 1-1 0 0,0-1 1 0 0,0 1 0 0 0,0-1 0 0 0,0 0-1 0 0,0 1 1 0 0,1-1 0 0 0,-1 0-1 0 0,0 1 1 0 0,0-1 0 0 0,1 0 0 0 0,-1 0-1 0 0,1 1 1 0 0,-1-1 0 0 0,1 0-1 0 0,-1 0 1 0 0,1 0 0 0 0,-1 0 0 0 0,1 0-1 0 0,0 0 1 0 0,-1 0 0 0 0,1 0-1 0 0,0 0 1 0 0,0 0 0 0 0,0 0 0 0 0,0 0-1 0 0,0 0 1 0 0,0 0 0 0 0,0 0-1 0 0,0-1 159 0 0,-27-80-4770 0 0,19 51 3247 0 0</inkml:trace>
  <inkml:trace contextRef="#ctx0" brushRef="#br0" timeOffset="2211.185">2495 319 1112 0 0,'19'-26'9566'0'0,"74"19"-1900"0"0,-60 9-6692 0 0,91-2 1659 0 0,-73 0-5711 0 0,-49 0 1912 0 0,-2 0-770 0 0,0 0-112 0 0,0 0-7 0 0,9 8-5083 0 0,-13-6 5553 0 0,-1 0 144 0 0</inkml:trace>
  <inkml:trace contextRef="#ctx0" brushRef="#br0" timeOffset="17204.648">296 1112 2692 0 0,'0'0'1680'0'0,"0"0"-263"0"0,0 0-107 0 0,-3 0-114 0 0,-11-17 1988 0 0,14 14-2379 0 0,0 3-123 0 0,0 0-2 0 0,0 0 17 0 0,0 0-20 0 0,0 0-10 0 0,0 0-15 0 0,1-4-77 0 0,2 2-463 0 0,1-1 0 0 0,0 0 1 0 0,-1 1-1 0 0,1 0 1 0 0,0 0-1 0 0,0 0 1 0 0,1 0-1 0 0,-1 1 1 0 0,0 0-1 0 0,0-1 0 0 0,1 2 1 0 0,-1-1-1 0 0,1 0 1 0 0,-1 1-1 0 0,1 0 1 0 0,-1 0-1 0 0,0 0 1 0 0,1 1-1 0 0,-1-1 0 0 0,1 1 1 0 0,-1 0-1 0 0,1 0-112 0 0,20 0 312 0 0,112-3 859 0 0,75-38-213 0 0,-191 37-1380 0 0,-20 3 116 0 0,-1 0-52 0 0,0 0-231 0 0,0 0-189 0 0,7-1-2104 0 0,-30 9-4348 0 0,-13 1 3283 0 0,15-4 1763 0 0,10-2 736 0 0</inkml:trace>
  <inkml:trace contextRef="#ctx0" brushRef="#br0" timeOffset="17469.87">641 1064 1624 0 0,'-41'50'6559'0'0,"24"44"-2792"0"0,17-92-3717 0 0,-21 222 4423 0 0,19-211-4148 0 0,-2 0 0 0 0,1 1 0 0 0,-1-1 0 0 0,-1-1 0 0 0,0 1 0 0 0,-1-1 0 0 0,-1 0 0 0 0,0 0 0 0 0,-8 10-325 0 0,11-17 59 0 0,0 0-1 0 0,0 0 1 0 0,-1-1 0 0 0,0 0-1 0 0,0 0 1 0 0,0 0 0 0 0,0 0 0 0 0,-1-1-1 0 0,1 0 1 0 0,-1 0 0 0 0,0-1 0 0 0,0 1-1 0 0,0-1 1 0 0,0-1 0 0 0,0 1-1 0 0,0-1 1 0 0,0 0 0 0 0,-1 0 0 0 0,1-1-1 0 0,0 0 1 0 0,-1 0 0 0 0,1 0 0 0 0,-6-2-59 0 0,-73-27-566 0 0,75 25 110 0 0,0 0 0 0 0,0-1 0 0 0,0 0 0 0 0,1-1 0 0 0,0 0 0 0 0,0-1 0 0 0,0 0 0 0 0,1 0 0 0 0,0-1 0 0 0,-1-1 456 0 0,-1-21-7043 0 0,10 29 5428 0 0,4-13-1550 0 0,16-8 1565 0 0</inkml:trace>
  <inkml:trace contextRef="#ctx0" brushRef="#br0" timeOffset="18064.99">1000 1236 2144 0 0,'-12'-5'4192'0'0,"-6"9"-426"0"0,-53 116 30 0 0,46-69-2831 0 0,23-9-79 0 0,1-35-823 0 0,1-1 0 0 0,0 1-1 0 0,0-1 1 0 0,0 1 0 0 0,1-1-1 0 0,0 1 1 0 0,0-1 0 0 0,0 0-1 0 0,1 1 1 0 0,0-1 0 0 0,0 0-1 0 0,1 0 1 0 0,0 0-1 0 0,0 0 1 0 0,0-1 0 0 0,0 1-1 0 0,1-1 1 0 0,0 0 0 0 0,0 0-1 0 0,1 0 1 0 0,-1-1 0 0 0,1 1-1 0 0,3 1-62 0 0,21-4 536 0 0,-20-3-506 0 0,1 1 0 0 0,-1-1 0 0 0,1 0 0 0 0,-1-1 1 0 0,0 0-1 0 0,0-1 0 0 0,0 0 0 0 0,0 0 0 0 0,0-1 0 0 0,0 0 0 0 0,-1 0 0 0 0,0-1 0 0 0,0 0 0 0 0,0-1-30 0 0,10-8 55 0 0,-1 0 0 0 0,-1-1 1 0 0,-1-1-1 0 0,0 0 0 0 0,-1-1 0 0 0,-1 0 0 0 0,0-1 1 0 0,-1-1-1 0 0,6-14-55 0 0,-17 29 6 0 0,0-1 1 0 0,0 0-1 0 0,0 1 1 0 0,0-1-1 0 0,-1 0 1 0 0,0 0-1 0 0,0 1 1 0 0,0-1-1 0 0,0 0 1 0 0,-1 0-1 0 0,0 1 1 0 0,0-1-1 0 0,0 0 1 0 0,0 1-1 0 0,-1-1 1 0 0,0 1-1 0 0,0-1 1 0 0,0 1-1 0 0,0 0 1 0 0,-1 0-1 0 0,0 0 1 0 0,0 0-1 0 0,0 1 1 0 0,0-1-1 0 0,0 1 1 0 0,-1 0-1 0 0,1 0 1 0 0,-1 0-1 0 0,0 0 1 0 0,0 0-1 0 0,0 1 1 0 0,-1 0-1 0 0,1 0 1 0 0,0 0-1 0 0,-1 0 1 0 0,1 1-1 0 0,-1 0 1 0 0,0 0-1 0 0,1 0 1 0 0,-1 0-1 0 0,0 1 1 0 0,0-1-1 0 0,1 1 1 0 0,-5 1-7 0 0,-86 14-1668 0 0,78-8 1236 0 0,-5 3-3959 0 0,26 3-4760 0 0,-2-11 7607 0 0</inkml:trace>
  <inkml:trace contextRef="#ctx0" brushRef="#br0" timeOffset="18333.022">1389 1179 1392 0 0,'17'11'6734'0'0,"-3"48"-2972"0"0,-17 35-1449 0 0,0-80-2303 0 0,-33 138 1132 0 0,-4-56-5973 0 0,34-96-3107 0 0,8-7 6666 0 0</inkml:trace>
  <inkml:trace contextRef="#ctx0" brushRef="#br0" timeOffset="18584.604">1366 1528 1108 0 0,'3'-7'567'0'0,"0"0"0"0"0,0 0 1 0 0,1 0-1 0 0,-1 0 0 0 0,1 1 0 0 0,1 0 0 0 0,-1 0 1 0 0,1 0-1 0 0,0 0 0 0 0,1 1 0 0 0,-1-1 0 0 0,1 1 0 0 0,0 1 1 0 0,0-1-1 0 0,1 1 0 0 0,-1 0 0 0 0,1 1 0 0 0,0-1 1 0 0,0 1-1 0 0,0 1 0 0 0,0-1 0 0 0,1 1 0 0 0,1 0-567 0 0,124-42 3791 0 0,-74 16-5472 0 0,-33-12-10968 0 0,-22 34 11131 0 0</inkml:trace>
  <inkml:trace contextRef="#ctx0" brushRef="#br0" timeOffset="18759.14">1765 1168 2224 0 0,'9'-13'7583'0'0,"-4"40"-3609"0"0,-19 129 205 0 0,-23 34-2319 0 0,32-167-1945 0 0,-2 4-1635 0 0,-2-10-2752 0 0,8-15 3331 0 0,2-1-7820 0 0,1-2 8648 0 0,0-1-1179 0 0</inkml:trace>
  <inkml:trace contextRef="#ctx0" brushRef="#br0" timeOffset="19512.5">2022 1200 2440 0 0,'-2'-20'7634'0'0,"1"22"-3969"0"0,0 5-2671 0 0,-76 184 3139 0 0,55-145-3751 0 0,-28 53-1336 0 0,55-121-1961 0 0,35-96-544 0 0,0 38 2095 0 0,9-2 3740 0 0,-48 82-2272 0 0,1-1-1 0 0,0 1 1 0 0,-1 0-1 0 0,1 0 1 0 0,0-1 0 0 0,-1 1-1 0 0,1 0 1 0 0,0 1 0 0 0,-1-1-1 0 0,1 0 1 0 0,0 0 0 0 0,-1 1-1 0 0,1-1 1 0 0,-1 1 0 0 0,1 0-1 0 0,-1-1 1 0 0,1 1 0 0 0,-1 0-1 0 0,1 0 1 0 0,-1 0 0 0 0,1 0-1 0 0,-1 0 1 0 0,0 0 0 0 0,0 0-1 0 0,0 0 1 0 0,1 1 0 0 0,-1-1-1 0 0,0 0 1 0 0,-1 1 0 0 0,1-1-1 0 0,0 1 1 0 0,0-1 0 0 0,-1 1-1 0 0,1-1 1 0 0,0 2-104 0 0,3 3 306 0 0,10 14 245 0 0,-1 0 1 0 0,0 0-1 0 0,-2 2 0 0 0,-1-1 0 0 0,0 1 0 0 0,5 22-551 0 0,31 130 3002 0 0,-29-155-1660 0 0,-16-18-1103 0 0,-1-1-22 0 0,1 0 20 0 0,4-1-189 0 0,0-1-1 0 0,0 0 1 0 0,-1 0 0 0 0,1 0-1 0 0,-1-1 1 0 0,1 1-1 0 0,-1-1 1 0 0,0 0 0 0 0,0 0-1 0 0,0 0 1 0 0,-1-1-1 0 0,1 0 1 0 0,-1 1 0 0 0,0-1-1 0 0,0 0-47 0 0,17-16 176 0 0,-7 4-465 0 0,-1 1-1 0 0,-1-1 1 0 0,0-1-1 0 0,-1 0 0 0 0,-1-1 1 0 0,-1 0-1 0 0,-1 0 0 0 0,0 0 1 0 0,-1-1-1 0 0,-1 0 1 0 0,-1 0-1 0 0,0-1 0 0 0,0-15 290 0 0,-3 27-286 0 0,7-57-4143 0 0,-8 63 2776 0 0,0-19-11122 0 0,-2 15 11339 0 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56.295"/>
    </inkml:context>
    <inkml:brush xml:id="br0">
      <inkml:brushProperty name="width" value="0.05" units="cm"/>
      <inkml:brushProperty name="height" value="0.05" units="cm"/>
      <inkml:brushProperty name="color" value="#FFFFFF"/>
    </inkml:brush>
  </inkml:definitions>
  <inkml:trace contextRef="#ctx0" brushRef="#br0">268 21 1600 0 0,'0'0'1482'0'0,"0"0"-74"0"0,0 0-101 0 0,0 0-90 0 0,0-3-140 0 0,0-11-131 0 0,0 10-116 0 0,0 4-83 0 0,0 0-53 0 0,0 0-40 0 0,0 0 76 0 0,0 0 3 0 0,0 0-110 0 0,0 0-23 0 0,0 0-26 0 0,-4 3-55 0 0,-85 105 1332 0 0,67-73-1553 0 0,2 0 1 0 0,2 2-1 0 0,1 0 1 0 0,2 1-1 0 0,-8 31-298 0 0,7-13 125 0 0,2 2 0 0 0,3-1-1 0 0,3 2 1 0 0,2-1-1 0 0,3 1 1 0 0,2 21-125 0 0,1-65-38 0 0,1 0 1 0 0,0 1-1 0 0,1-1 0 0 0,0 0 1 0 0,1 0-1 0 0,1-1 1 0 0,1 1-1 0 0,3 6 38 0 0,1 6-88 0 0,-5-14-127 0 0,0 0 1 0 0,1-1-1 0 0,1 1 0 0 0,0-1 0 0 0,1-1 0 0 0,0 1 1 0 0,1-1-1 0 0,0 0 0 0 0,8 8 215 0 0,-11-15-498 0 0,-1 0 0 0 0,1 0 0 0 0,0-1 1 0 0,0 0-1 0 0,0 1 0 0 0,0-2 0 0 0,1 1 0 0 0,-1 0 0 0 0,1-1 0 0 0,0 0 0 0 0,-1-1 0 0 0,1 1 1 0 0,0-1-1 0 0,6 0 498 0 0,23-1-4615 0 0,38-25 1339 0 0,-48 11 1755 0 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6:58.545"/>
    </inkml:context>
    <inkml:brush xml:id="br0">
      <inkml:brushProperty name="width" value="0.05" units="cm"/>
      <inkml:brushProperty name="height" value="0.05" units="cm"/>
      <inkml:brushProperty name="color" value="#FFFFFF"/>
    </inkml:brush>
  </inkml:definitions>
  <inkml:trace contextRef="#ctx0" brushRef="#br0">126 1 1860 0 0,'0'0'1212'0'0,"0"0"-87"0"0,0 0-119 0 0,0 0-60 0 0,0 0-32 0 0,0 0-85 0 0,-1 4 896 0 0,-81 251 3647 0 0,68-194-4682 0 0,3 1 0 0 0,2 0 0 0 0,1 45-690 0 0,8-86 72 0 0,0 1 0 0 0,1 0 0 0 0,1 0 0 0 0,2 0 0 0 0,0-1 0 0 0,1 0 0 0 0,1 0 0 0 0,1 0 1 0 0,0 0-1 0 0,6 8-72 0 0,-9-18-18 0 0,0 0 0 0 0,1-1 1 0 0,0 1-1 0 0,1-1 0 0 0,0 0 1 0 0,1-1-1 0 0,-1 1 1 0 0,2-1-1 0 0,0-1 0 0 0,0 1 1 0 0,0-1-1 0 0,1-1 0 0 0,0 1 1 0 0,0-2-1 0 0,1 1 0 0 0,0-1 1 0 0,0-1-1 0 0,1 0 1 0 0,-1 0-1 0 0,12 3 18 0 0,44-8-277 0 0,-45-9 123 0 0,0-2 0 0 0,0 0 0 0 0,-1-1 0 0 0,-1-1 0 0 0,0-1 0 0 0,-1-1 1 0 0,-1 0-1 0 0,0-1 0 0 0,-1-1 0 0 0,-1-1 0 0 0,0 0 0 0 0,7-13 154 0 0,57-117-1273 0 0,-43 0-137 0 0,-30 9-829 0 0,-6 44-2950 0 0,0 70 2477 0 0,0 23 1320 0 0</inkml:trace>
  <inkml:trace contextRef="#ctx0" brushRef="#br0" timeOffset="450.859">902 180 2336 0 0,'-8'10'6537'0'0,"-2"25"-5749"0"0,10-34-541 0 0,-56 367 4146 0 0,25-127-3591 0 0,17-168-1526 0 0,11-69-4092 0 0,19-99-1310 0 0,-12 61 4621 0 0</inkml:trace>
  <inkml:trace contextRef="#ctx0" brushRef="#br0" timeOffset="759.699">915 174 1564 0 0,'0'-1'51'0'0,"1"-2"308"0"0,0 0 0 0 0,0 0 0 0 0,1 0 0 0 0,-1 0 0 0 0,1 0 0 0 0,0 1 0 0 0,0-1 1 0 0,0 1-1 0 0,0-1 0 0 0,0 1 0 0 0,0-1 0 0 0,1 1 0 0 0,-1 0 0 0 0,1 0 0 0 0,-1 1 0 0 0,1-1 0 0 0,0 0 1 0 0,0 1-1 0 0,0-1 0 0 0,0 1 0 0 0,0 0 0 0 0,0 0 0 0 0,0 0 0 0 0,0 1 0 0 0,0-1 0 0 0,1 1 1 0 0,-1 0-1 0 0,0 0 0 0 0,0 0 0 0 0,0 0 0 0 0,1 0 0 0 0,-1 1 0 0 0,2 0-359 0 0,6 2 275 0 0,-1 1-1 0 0,0 1 1 0 0,0 0-1 0 0,0 1 1 0 0,0 0-1 0 0,-1 0 0 0 0,0 1 1 0 0,0 0-1 0 0,-1 0 1 0 0,1 1-1 0 0,-2 0 1 0 0,1 1-1 0 0,-1 0 1 0 0,-1 0-1 0 0,0 0 1 0 0,0 1-1 0 0,0 0 1 0 0,-2 0-1 0 0,1 1 0 0 0,-1-1 1 0 0,-1 1-1 0 0,0 0 1 0 0,2 8-275 0 0,-8-4 113 0 0,0 0 1 0 0,-1-1-1 0 0,-1 1 1 0 0,0-1-1 0 0,0 1 1 0 0,-2-1-1 0 0,0-1 1 0 0,0 0-1 0 0,-2 0 1 0 0,1 0 0 0 0,-2-1-1 0 0,1 0 1 0 0,-2-1-1 0 0,1 0 1 0 0,-2 0-1 0 0,1-1 1 0 0,-1-1-1 0 0,-1 0 1 0 0,-7 4-114 0 0,-51 18-1779 0 0,70-30 1046 0 0,1-1-145 0 0,-14-4-2534 0 0,12 1 2890 0 0,0 0 0 0 0,1 0 0 0 0,0 0 0 0 0,0 0 0 0 0,0 0 1 0 0,0-1-1 0 0,0 1 0 0 0,0 0 0 0 0,1-1 0 0 0,0 1 0 0 0,0-1 0 0 0,0 1 0 0 0,0 0 0 0 0,0-1 0 0 0,1 1 0 0 0,-1-1 0 0 0,1 1 0 0 0,0 0 0 0 0,0 0 0 0 0,1-3 522 0 0,7-16-1642 0 0,2 1 2 0 0</inkml:trace>
  <inkml:trace contextRef="#ctx0" brushRef="#br0" timeOffset="1066.977">1301 190 948 0 0,'1'0'184'0'0,"0"0"0"0"0,0-1 0 0 0,-1 1 0 0 0,1 0 0 0 0,0-1 0 0 0,0 1 0 0 0,-1 0 0 0 0,1 0 0 0 0,0 0 0 0 0,0 0 0 0 0,0-1 0 0 0,0 1 0 0 0,-1 0 0 0 0,1 0 0 0 0,0 1 0 0 0,0-1 0 0 0,0 0 0 0 0,0 0 0 0 0,-1 0 0 0 0,1 1 0 0 0,0-1 0 0 0,0 0 0 0 0,-1 1 0 0 0,1-1 0 0 0,0 0 0 0 0,0 1 0 0 0,-1-1 0 0 0,1 1 0 0 0,0-1 0 0 0,-1 1 0 0 0,1 0 0 0 0,-1-1 0 0 0,1 1 0 0 0,-1 0 0 0 0,1-1 0 0 0,-1 1 0 0 0,1 0 0 0 0,-1-1 0 0 0,0 1 0 0 0,1 0 0 0 0,-1 0 0 0 0,0 0 0 0 0,0-1 0 0 0,1 1 0 0 0,-1 0 0 0 0,0 0 0 0 0,0 0 0 0 0,0-1 0 0 0,0 1 0 0 0,0 0 0 0 0,0 1-184 0 0,11 43 1152 0 0,-2 2 0 0 0,-2-1 0 0 0,-2 1 0 0 0,-2 0 1 0 0,-2 0-1 0 0,-4 39-1152 0 0,2 1 909 0 0,-20 82-408 0 0,0-61-1083 0 0,-2-40-3396 0 0,16-85-3922 0 0,11-24 4900 0 0,-3 19 1481 0 0</inkml:trace>
  <inkml:trace contextRef="#ctx0" brushRef="#br0" timeOffset="1378.954">1417 101 2216 0 0,'26'-12'6401'0'0,"0"23"-3387"0"0,-20-7-2939 0 0,9 6 677 0 0,-1 1-1 0 0,0 1 1 0 0,-1 0-1 0 0,0 0 0 0 0,-1 2 1 0 0,0-1-1 0 0,7 14-751 0 0,5 3 1045 0 0,-17-22-719 0 0,0 0 1 0 0,-1 0-1 0 0,0 0 0 0 0,-1 1 1 0 0,1 0-1 0 0,-2 0 1 0 0,1 0-1 0 0,-1 0 0 0 0,-1 1 1 0 0,0 0-1 0 0,0 0 0 0 0,-1 0 1 0 0,0 0-1 0 0,-1 1-326 0 0,-1-10 341 0 0,-4 23 289 0 0,-3-11-642 0 0,-1 0 0 0 0,0-1-1 0 0,-1-1 1 0 0,0 1 0 0 0,-1-1-1 0 0,0-1 1 0 0,-1 0 0 0 0,0 0-1 0 0,0-1 1 0 0,-1-1 0 0 0,0 0-1 0 0,-1 0 1 0 0,0-1 0 0 0,0-1-1 0 0,0 0 1 0 0,-1-1 0 0 0,0-1-1 0 0,-1 1 13 0 0,-85 22-2434 0 0,52-24-5224 0 0,46-4 7389 0 0,1 1 0 0 0,-1-1 1 0 0,1 1-1 0 0,0-1 1 0 0,-1 0-1 0 0,1 1 1 0 0,-1-1-1 0 0,1 0 1 0 0,0 0-1 0 0,0 0 1 0 0,-1 0-1 0 0,1 0 1 0 0,0 0-1 0 0,0 0 0 0 0,0-1 1 0 0,0 1-1 0 0,1 0 1 0 0,-1-1-1 0 0,0 1 1 0 0,0 0-1 0 0,1-1 1 0 0,-1 1-1 0 0,1-1 1 0 0,-1 1-1 0 0,1-1 1 0 0,0 1-1 0 0,-1-1 0 0 0,1 0 1 0 0,0 1-1 0 0,0-1 1 0 0,0 1-1 0 0,0-1 1 0 0,0 1-1 0 0,1-1 1 0 0,-1 1-1 0 0,0-1 1 0 0,1 1-1 0 0,-1-1 1 0 0,1 0 268 0 0,2-7-1644 0 0</inkml:trace>
  <inkml:trace contextRef="#ctx0" brushRef="#br0" timeOffset="2014.246">1799 161 2028 0 0,'3'-32'7615'0'0,"5"61"-3779"0"0,-21 152-491 0 0,-56 95-1032 0 0,27-144-1143 0 0,46-122-783 0 0,15 0-345 0 0,0 0 0 0 0,1-1 0 0 0,0-1 1 0 0,1-1-1 0 0,0 0 0 0 0,0-2 0 0 0,0-1 0 0 0,0 0 0 0 0,1-1 1 0 0,-1-2-1 0 0,11 0-42 0 0,-25-1 3 0 0,152 11-850 0 0,-92-10-3615 0 0,-66-1 3053 0 0,2-4-433 0 0,5-6 819 0 0,-7-26-7559 0 0,-6 28 7130 0 0</inkml:trace>
  <inkml:trace contextRef="#ctx0" brushRef="#br0" timeOffset="2262.381">1986 123 1792 0 0,'46'-11'6263'0'0,"-22"11"-10526"0"0,-24 0 2599 0 0</inkml:trace>
  <inkml:trace contextRef="#ctx0" brushRef="#br0" timeOffset="2805.292">1871 71 1744 0 0,'4'-15'10126'0'0,"18"15"-6637"0"0,112 5 82 0 0,28 23-2118 0 0,-88-11-3286 0 0,-106 14-7445 0 0,28-29 8949 0 0,-62 43-4742 0 0,43-31 3483 0 0</inkml:trace>
  <inkml:trace contextRef="#ctx0" brushRef="#br0" timeOffset="3071.37">1826 357 1600 0 0,'0'9'8718'0'0,"40"-1"-4075"0"0,20-3-2649 0 0,-7-1-742 0 0,150 16 1652 0 0,-168-12-4985 0 0,11 18-13498 0 0,-42-22 13960 0 0</inkml:trace>
  <inkml:trace contextRef="#ctx0" brushRef="#br0" timeOffset="3427.419">2482 218 1860 0 0,'2'15'8557'0'0,"-1"30"-7145"0"0,-4 45 662 0 0,-43 158 58 0 0,-14-12-3032 0 0,51-214-1659 0 0,9-22 1549 0 0,-1-20-2513 0 0,19-92-843 0 0,-10 72 2945 0 0</inkml:trace>
  <inkml:trace contextRef="#ctx0" brushRef="#br0" timeOffset="3894.601">2490 236 1868 0 0,'14'-29'1826'0'0,"-13"25"-1505"0"0,0-1-1 0 0,0 1 0 0 0,1-1 1 0 0,0 1-1 0 0,0 0 0 0 0,0 0 1 0 0,0 0-1 0 0,1 0 1 0 0,0 0-1 0 0,-1 0 0 0 0,1 0 1 0 0,1 1-1 0 0,-1 0 1 0 0,0-1-1 0 0,1 1 0 0 0,0 0 1 0 0,0 1-1 0 0,-1-1 0 0 0,2 1 1 0 0,-1 0-1 0 0,0 0 1 0 0,0 0-1 0 0,1 0 0 0 0,-1 1 1 0 0,2-1-321 0 0,-4 2 756 0 0,1 0-57 0 0,8 3-391 0 0,-1 0 0 0 0,1 1 0 0 0,-1 0 1 0 0,1 1-1 0 0,-1 0 0 0 0,-1 0 1 0 0,1 1-1 0 0,-1 0 0 0 0,0 1 0 0 0,0 0 1 0 0,-1 1-1 0 0,0-1 0 0 0,5 8-308 0 0,-8-10 94 0 0,0 0-1 0 0,0 1 0 0 0,-1 0 0 0 0,0 0 1 0 0,0 0-1 0 0,0 0 0 0 0,-1 1 0 0 0,0-1 1 0 0,0 1-1 0 0,0 0 0 0 0,-1 0 1 0 0,0 0-1 0 0,-1 0 0 0 0,1 0 0 0 0,-1 1 1 0 0,-1-1-1 0 0,0 0 0 0 0,0 1 1 0 0,0-1-1 0 0,-1 0 0 0 0,0 0 0 0 0,-1 6-93 0 0,-1 5-24 0 0,-2 0 0 0 0,0 0 0 0 0,-1 0 0 0 0,0 0 0 0 0,-2-1-1 0 0,0 0 1 0 0,-1-1 0 0 0,0 0 0 0 0,-1 0 0 0 0,-1-1 0 0 0,-1-1-1 0 0,0 1 1 0 0,-1-2 0 0 0,0 0 0 0 0,-1 0 0 0 0,-8 4 24 0 0,-43-4-223 0 0,42-27 280 0 0,2-16 143 0 0,21 31-181 0 0,0-1 1 0 0,0 1-1 0 0,0-1 1 0 0,1 0 0 0 0,-1 1-1 0 0,0-1 1 0 0,1 0 0 0 0,-1 1-1 0 0,0-1 1 0 0,0 0-1 0 0,1 0 1 0 0,-1 1 0 0 0,0-1-1 0 0,1 0 1 0 0,-1 0 0 0 0,1 0-1 0 0,-1 1 1 0 0,0-1-1 0 0,1 0 1 0 0,-1 0 0 0 0,1 0-1 0 0,-1 0 1 0 0,0 0 0 0 0,1 0-1 0 0,-1 0 1 0 0,1 0 0 0 0,-1 0-1 0 0,1 0 1 0 0,-1 0-1 0 0,0 0 1 0 0,1 0 0 0 0,-1 0-1 0 0,1 0 1 0 0,-1 0 0 0 0,1 0-1 0 0,-1-1 1 0 0,0 1-1 0 0,1 0 1 0 0,-1 0 0 0 0,0 0-1 0 0,1-1 1 0 0,-1 1 0 0 0,0 0-1 0 0,1-1 1 0 0,-1 1-1 0 0,0 0 1 0 0,1 0 0 0 0,-1-1-1 0 0,0 1 1 0 0,0-1 0 0 0,0 1-1 0 0,1 0 1 0 0,-1-1 0 0 0,0 1-1 0 0,0-1 1 0 0,0 1-1 0 0,0 0 1 0 0,0-1 0 0 0,1 1-1 0 0,-1-1 1 0 0,0 1 0 0 0,0 0-1 0 0,0-1 1 0 0,0 0-20 0 0,35 25 422 0 0,-1 2 0 0 0,-1 0 0 0 0,-1 3 1 0 0,-2 0-1 0 0,10 14-422 0 0,95 92-62 0 0,-113-106-1090 0 0,-14-16-3976 0 0,-8-11 4276 0 0,0-4-8229 0 0,-4-9 5827 0 0,1 3 1702 0 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7:03.356"/>
    </inkml:context>
    <inkml:brush xml:id="br0">
      <inkml:brushProperty name="width" value="0.05" units="cm"/>
      <inkml:brushProperty name="height" value="0.05" units="cm"/>
      <inkml:brushProperty name="color" value="#FFFFFF"/>
    </inkml:brush>
  </inkml:definitions>
  <inkml:trace contextRef="#ctx0" brushRef="#br0">62 188 1744 0 0,'0'0'1688'0'0,"0"0"-245"0"0,0 0-177 0 0,0 0-29 0 0,4 4-94 0 0,-2-1-976 0 0,0 0-1 0 0,0 0 0 0 0,0 1 1 0 0,0-1-1 0 0,0 1 1 0 0,0-1-1 0 0,-1 1 0 0 0,0 0 1 0 0,0-1-1 0 0,0 1 0 0 0,0 0 1 0 0,0 0-1 0 0,-1 0 0 0 0,0 0 1 0 0,0 0-1 0 0,0 0 0 0 0,0 0 1 0 0,-1 1-167 0 0,-2 86 1411 0 0,-52 404 1806 0 0,28-403-4922 0 0,27-92 1181 0 0,20-154-7668 0 0,-6 69 5071 0 0,-6 40 1671 0 0</inkml:trace>
  <inkml:trace contextRef="#ctx0" brushRef="#br0" timeOffset="404.852">183 171 1652 0 0,'5'-10'530'0'0,"0"0"1"0"0,1 0-1 0 0,0 0 0 0 0,0 1 1 0 0,1 0-1 0 0,0 1 0 0 0,0-1 1 0 0,1 1-1 0 0,1 1 0 0 0,-1-1 1 0 0,1 1-1 0 0,0 1 0 0 0,4-2-530 0 0,-10 6 198 0 0,1 0-1 0 0,-1 1 1 0 0,1-1 0 0 0,-1 1-1 0 0,1 0 1 0 0,0 0-1 0 0,0 0 1 0 0,0 1 0 0 0,0-1-1 0 0,-1 1 1 0 0,1 0-1 0 0,0 0 1 0 0,0 0 0 0 0,0 0-1 0 0,0 1 1 0 0,0 0 0 0 0,0 0-1 0 0,-1 0 1 0 0,1 0-1 0 0,0 0 1 0 0,-1 1 0 0 0,1-1-1 0 0,-1 1 1 0 0,1 0-1 0 0,-1 0 1 0 0,0 1 0 0 0,0-1-1 0 0,1 2-197 0 0,5 2 174 0 0,-1 0 0 0 0,0 1 0 0 0,0 0 0 0 0,0 1 0 0 0,-1-1 0 0 0,0 2 0 0 0,-1-1 0 0 0,0 1 0 0 0,0 0 0 0 0,-1 0 0 0 0,0 0 0 0 0,0 1 0 0 0,-1 0 0 0 0,-1 0-1 0 0,1 0 1 0 0,-2 0 0 0 0,1 0 0 0 0,-2 1 0 0 0,1-1 0 0 0,-1 1 0 0 0,-1 0 0 0 0,0-1 0 0 0,0 1 0 0 0,-1-1 0 0 0,-1 1 0 0 0,1-1 0 0 0,-2 1 0 0 0,1-1 0 0 0,-2 1-174 0 0,-1 5-47 0 0,0 0 1 0 0,-1-1-1 0 0,-1 0 1 0 0,-1 0 0 0 0,0-1-1 0 0,0 1 1 0 0,-2-2-1 0 0,0 1 1 0 0,0-2-1 0 0,-1 1 1 0 0,-1-1 0 0 0,0-1-1 0 0,0 0 1 0 0,-1-1-1 0 0,-1 0 1 0 0,0-1-1 0 0,0 0 1 0 0,0-2 0 0 0,-1 1-1 0 0,-1-2 1 0 0,1 0-1 0 0,-1-1 1 0 0,0 0-1 0 0,0-1 1 0 0,-2-1 46 0 0,15-3-9 0 0,1 1-9 0 0,0 0 0 0 0,0-1 1 0 0,0 1-1 0 0,0-1 0 0 0,0 0 1 0 0,0 1-1 0 0,0-1 1 0 0,0 0-1 0 0,0 0 0 0 0,0 0 1 0 0,0-1-1 0 0,0 1 0 0 0,0 0 1 0 0,0-1-1 0 0,0 1 0 0 0,0-1 1 0 0,0 0-1 0 0,0 0 0 0 0,0 0 1 0 0,1 0-1 0 0,-1 0 0 0 0,0 0 1 0 0,1 0-1 0 0,-1 0 0 0 0,1-1 1 0 0,-1 1-1 0 0,1-1 0 0 0,-1 1 1 0 0,1-1-1 0 0,0 1 0 0 0,-1-2 18 0 0,26 1 96 0 0,-10 8 9 0 0,-1 1 1 0 0,0 0 0 0 0,0 1-1 0 0,-1 1 1 0 0,0 0 0 0 0,0 0 0 0 0,-1 1-1 0 0,0 1 1 0 0,-1 0 0 0 0,0 0-1 0 0,1 3-105 0 0,-4-6 49 0 0,16 18 5 0 0,-1 2 0 0 0,-1 0 0 0 0,-1 1 0 0 0,-2 0 1 0 0,-1 2-1 0 0,-1 0 0 0 0,5 19-54 0 0,-11-21-1665 0 0,-4-11-2653 0 0,-6-18 4132 0 0,4 3-1507 0 0,1-8-3928 0 0,22-41 2842 0 0,-16 19 1217 0 0</inkml:trace>
  <inkml:trace contextRef="#ctx0" brushRef="#br0" timeOffset="670.194">659 239 964 0 0,'36'-18'9654'0'0,"12"19"-5813"0"0,-27 0-2929 0 0,52 14 606 0 0,-10-12-624 0 0,-19 0-5612 0 0,-44-3-2719 0 0,-11 0 4419 0 0,4 0 1412 0 0</inkml:trace>
  <inkml:trace contextRef="#ctx0" brushRef="#br0" timeOffset="982.388">845 264 888 0 0,'-8'8'528'0'0,"1"0"0"0"0,0 1 0 0 0,0 0 1 0 0,1 0-1 0 0,1 1 0 0 0,-1 0 0 0 0,2 0 0 0 0,-1 0 0 0 0,1 1 0 0 0,1-1 0 0 0,0 1 0 0 0,1 0 1 0 0,-1 6-529 0 0,-10 29 1178 0 0,-61 169 1382 0 0,13-73-2300 0 0,55-127-270 0 0,-1-1-1 0 0,-1 0 1 0 0,0-1 0 0 0,-1 1-1 0 0,0-2 1 0 0,-1 1-1 0 0,-10 8 11 0 0,21-21 58 0 0,-1 0-1 0 0,1 0 1 0 0,-1 0 0 0 0,1 0 0 0 0,-1 1-1 0 0,1-1 1 0 0,-1 0 0 0 0,1 0-1 0 0,-1 0 1 0 0,1 0 0 0 0,-1 0-1 0 0,1 1 1 0 0,-1-1 0 0 0,1 0-1 0 0,-1 0 1 0 0,0 1 0 0 0,1-1-1 0 0,-1 0 1 0 0,1 1 0 0 0,-1-1 0 0 0,0 0-1 0 0,1 1 1 0 0,-1-1 0 0 0,0 1-1 0 0,1-1 1 0 0,-1 1 0 0 0,0-1-1 0 0,0 0 1 0 0,0 1 0 0 0,1-1-1 0 0,-1 1 1 0 0,0-1 0 0 0,0 1-1 0 0,0-1 1 0 0,0 1 0 0 0,0-1 0 0 0,0 1-1 0 0,0-1 1 0 0,0 1 0 0 0,0-1-1 0 0,0 1 1 0 0,0-1 0 0 0,0 1-1 0 0,0-1 1 0 0,0 1 0 0 0,-1-1-1 0 0,1 1 1 0 0,0-1 0 0 0,0 1-1 0 0,-1-1 1 0 0,1 1 0 0 0,0-1 0 0 0,0 1-1 0 0,-1-1 1 0 0,1 0 0 0 0,0 1-1 0 0,-1-1 1 0 0,1 0 0 0 0,-1 1-1 0 0,1-1 1 0 0,-1 0 0 0 0,1 0-1 0 0,0 1 1 0 0,-1-1 0 0 0,1 0-1 0 0,-1 0 1 0 0,1 0 0 0 0,-1 1 0 0 0,1-1-1 0 0,-1 0-57 0 0,50-1 481 0 0,-32 0-51 0 0,165 1 290 0 0,-74-25-3927 0 0,-45 20-6262 0 0,-36-8 8059 0 0,-9 4 56 0 0</inkml:trace>
  <inkml:trace contextRef="#ctx0" brushRef="#br0" timeOffset="1433.551">1413 231 1088 0 0,'36'-142'10310'0'0,"-36"140"-9527"0"0,0 2-69 0 0,0 0-4 0 0,0-1-664 0 0,0 1 0 0 0,0-1 1 0 0,0 0-1 0 0,0 0 0 0 0,-1 0 0 0 0,1 1 1 0 0,0-1-1 0 0,0 0 0 0 0,0 0 1 0 0,-1 0-1 0 0,1 1 0 0 0,0-1 1 0 0,-1 0-1 0 0,1 1 0 0 0,-1-1 1 0 0,1 0-1 0 0,-1 1 0 0 0,1-1 0 0 0,-1 0 1 0 0,1 1-1 0 0,-1-1 0 0 0,0 1 1 0 0,1-1-1 0 0,-1 1 0 0 0,0 0 1 0 0,1-1-1 0 0,-1 1 0 0 0,0-1 1 0 0,0 1-1 0 0,1 0 0 0 0,-1 0 1 0 0,0-1-1 0 0,0 1 0 0 0,0 0 0 0 0,1 0 1 0 0,-1 0-1 0 0,0 0 0 0 0,0 0 1 0 0,0 0-1 0 0,1 0 0 0 0,-1 0 1 0 0,0 1-1 0 0,0-1 0 0 0,0 0 1 0 0,1 0-1 0 0,-1 1 0 0 0,0-1 1 0 0,0 0-1 0 0,1 1 0 0 0,-1-1 0 0 0,0 1-46 0 0,-48 23 940 0 0,43-20-784 0 0,-22 14 53 0 0,1 3 1 0 0,1 0-1 0 0,1 1 0 0 0,0 2 0 0 0,2 0 1 0 0,1 2-1 0 0,1 0 0 0 0,1 1 0 0 0,1 2 1 0 0,2 0-1 0 0,1 0 0 0 0,1 2 0 0 0,-2 9-209 0 0,7-13 67 0 0,2 1-1 0 0,0 0 0 0 0,2 0 0 0 0,2 1 0 0 0,0-1 1 0 0,2 1-1 0 0,1 0 0 0 0,1 2-66 0 0,19 36 86 0 0,-17-62-100 0 0,0-1 0 0 0,1 1 0 0 0,-1 0 0 0 0,1-1 0 0 0,0 0 0 0 0,0 1 0 0 0,1-1 0 0 0,-1 0 0 0 0,1-1 0 0 0,0 1 0 0 0,0-1 0 0 0,0 1 0 0 0,0-1 0 0 0,1-1 0 0 0,-1 1 0 0 0,1 0-1 0 0,0-1 1 0 0,0 0 0 0 0,-1 0 0 0 0,2-1 0 0 0,-1 1 0 0 0,0-1 0 0 0,0 0 0 0 0,0 0 0 0 0,0-1 0 0 0,1 0 0 0 0,-1 0 0 0 0,0 0 0 0 0,1 0 0 0 0,2-2 14 0 0,2 1-125 0 0,-1-1-1 0 0,1 0 0 0 0,-1-1 1 0 0,0 0-1 0 0,0 0 1 0 0,0-1-1 0 0,-1 0 0 0 0,1-1 1 0 0,-1 0-1 0 0,0 0 1 0 0,2-2 125 0 0,59-54-2831 0 0,-45 9-3445 0 0,-24 50 4683 0 0,0-24-2567 0 0,-2 9 3275 0 0,-12-20 458 0 0</inkml:trace>
  <inkml:trace contextRef="#ctx0" brushRef="#br0" timeOffset="1740.912">1333 578 3816 0 0,'-23'-37'3207'0'0,"13"15"5285"0"0,68 19-5167 0 0,9-17-2685 0 0,10 0-9 0 0,-75 20-542 0 0,-2 0-13 0 0,9 3 37 0 0,-5 3-89 0 0,-1 0 1 0 0,0-1 0 0 0,0 2 0 0 0,-1-1 0 0 0,1 0 0 0 0,-2 1 0 0 0,1-1 0 0 0,-1 1 0 0 0,0-1 0 0 0,0 1 0 0 0,0-1 0 0 0,-1 1-1 0 0,0 0 1 0 0,-1 0 0 0 0,0 4-25 0 0,1 1 51 0 0,-3 144 3 0 0,-11-34-724 0 0,14-67-1944 0 0,0-19-4687 0 0,0-35 5489 0 0,0-1 9 0 0,0 3 138 0 0,-3 8 53 0 0,3-10 42 0 0</inkml:trace>
  <inkml:trace contextRef="#ctx0" brushRef="#br0" timeOffset="2038.268">1730 357 1016 0 0,'0'35'7747'0'0,"0"0"-4999"0"0,-1 40-648 0 0,-19 58-250 0 0,-10-3-538 0 0,3-44-4021 0 0,33-107-4230 0 0,16-48 2288 0 0,-10 45 3113 0 0</inkml:trace>
  <inkml:trace contextRef="#ctx0" brushRef="#br0" timeOffset="2206.366">1723 680 1448 0 0,'3'-5'522'0'0,"0"0"-1"0"0,1 1 1 0 0,-1-1-1 0 0,1 1 1 0 0,0-1-1 0 0,0 1 1 0 0,1 0-1 0 0,-1 0 1 0 0,1 1-1 0 0,0-1 1 0 0,0 1-1 0 0,0 0 1 0 0,0 1-1 0 0,0-1 1 0 0,1 1-1 0 0,-1 0 1 0 0,1 0-1 0 0,-1 1 1 0 0,1-1-1 0 0,0 1 1 0 0,5 0-522 0 0,125-40 3561 0 0,-102 25-4159 0 0,13-54-12191 0 0,-40 51 11335 0 0</inkml:trace>
  <inkml:trace contextRef="#ctx0" brushRef="#br0" timeOffset="2407.053">2106 298 2368 0 0,'2'64'5606'0'0,"-6"97"-1048"0"0,-28 145-1419 0 0,25-225-3933 0 0,-2-29-2807 0 0,8-51 2899 0 0,0 3 415 0 0,1-2-6600 0 0,2 1 5423 0 0</inkml:trace>
  <inkml:trace contextRef="#ctx0" brushRef="#br0" timeOffset="2748.175">2187 343 1956 0 0,'40'-29'11115'0'0,"46"26"-7544"0"0,-55 4-2875 0 0,37-1-1274 0 0,-63-3 60 0 0,-2 2-50 0 0,13-10 562 0 0,-8 2-6321 0 0,-13 8 375 0 0,3 2 4499 0 0</inkml:trace>
  <inkml:trace contextRef="#ctx0" brushRef="#br0" timeOffset="2934.402">2390 371 880 0 0,'-41'310'13285'0'0,"36"-258"-12201"0"0,-10 55-100 0 0,6-78-3201 0 0,1 3-7886 0 0,8-32 8418 0 0</inkml:trace>
  <inkml:trace contextRef="#ctx0" brushRef="#br0" timeOffset="3197.472">2622 1004 1856 0 0,'0'4'1800'0'0,"0"0"-344"0"0,-1-2-203 0 0,-2 4-157 0 0,3 0-88 0 0,-1 2-176 0 0,-7-1-288 0 0,-4 9-136 0 0,-3-1-288 0 0,-1-6-268 0 0,5 0 16 0 0,0-2-1288 0 0,4-3 104 0 0,1 2-380 0 0,-1-3 103 0 0,0 1 37 0 0</inkml:trace>
  <inkml:trace contextRef="#ctx0" brushRef="#br0" timeOffset="3994.492">2886 49 2028 0 0,'34'-29'7749'0'0,"10"24"-4712"0"0,-41 5-3029 0 0,22-1 642 0 0,77-1 2428 0 0,-51 2-1948 0 0,-16 0-799 0 0,-18-1-307 0 0,20 2-2006 0 0,-28-13-1539 0 0,-41 20-937 0 0,1-2 4993 0 0,31-5-188 0 0,0-1 139 0 0,0 0 115 0 0,-5 0-427 0 0,0 1 0 0 0,0 0 0 0 0,0 1 0 0 0,0-1 0 0 0,0 1 0 0 0,1 0 1 0 0,-1 0-1 0 0,1 0 0 0 0,-1 1 0 0 0,1-1 0 0 0,0 1 0 0 0,0 0 0 0 0,0 1 0 0 0,0-1 0 0 0,1 1 0 0 0,-1-1 1 0 0,1 1-1 0 0,-2 3-174 0 0,-16 13 474 0 0,-57 53 221 0 0,55-50-979 0 0,0-1 0 0 0,-2 0 0 0 0,0-2 0 0 0,-1-2 0 0 0,-15 8 284 0 0,34-21-613 0 0,-11 4-140 0 0,4-8-5595 0 0,2-15 3554 0 0,10 8 1424 0 0</inkml:trace>
  <inkml:trace contextRef="#ctx0" brushRef="#br0" timeOffset="5215.509">2780 264 1080 0 0,'8'37'5641'0'0,"0"-4"-4631"0"0,-6 135 3018 0 0,-4-90-4641 0 0,0-65-36 0 0,3-15-236 0 0,1-3 96 0 0,16-71-3060 0 0,33-86 5747 0 0,-49 156-1679 0 0,1 0 0 0 0,0-1 1 0 0,1 1-1 0 0,0 0 0 0 0,0 1 0 0 0,0-1 0 0 0,0 1 1 0 0,1 0-1 0 0,0 0 0 0 0,0 0 0 0 0,0 0 0 0 0,1 1 1 0 0,-1 0-1 0 0,1 0 0 0 0,0 1 0 0 0,1 0 0 0 0,0-1-219 0 0,71-17 2874 0 0,-18 25-1156 0 0,47 57 502 0 0,-93-29-1305 0 0,-14-31-777 0 0,-3 15-107 0 0,0-9-158 0 0,-1 1 1 0 0,0-1-1 0 0,-1 0 1 0 0,0 0-1 0 0,0 0 1 0 0,0-1-1 0 0,-1 0 1 0 0,0 0-1 0 0,0 0 1 0 0,-1-1-1 0 0,0 0 1 0 0,0 0-1 0 0,0 0 1 0 0,0-1-1 0 0,-1 0 1 0 0,1-1-1 0 0,-1 0 1 0 0,0 0-1 0 0,0 0 1 0 0,0-1 0 0 0,0 0-1 0 0,-1-1 1 0 0,1 0-1 0 0,-5 0 127 0 0,7-4-224 0 0,4 1 191 0 0,0 0 0 0 0,-1 0 0 0 0,1 0 0 0 0,0 0 0 0 0,0 0 0 0 0,0-1 0 0 0,0 1 0 0 0,0-1 0 0 0,1 1 1 0 0,-1-1-1 0 0,1 1 0 0 0,-1-1 0 0 0,1 0 0 0 0,0 0 0 0 0,0 0 0 0 0,1 0 0 0 0,-1 0 0 0 0,0 0 0 0 0,1 0 0 0 0,0 0 0 0 0,0 0 0 0 0,0 0 0 0 0,0 0 0 0 0,0 0 0 0 0,1 0 0 0 0,-1-2 33 0 0,8-7 813 0 0,-12 25-401 0 0,-10 20-51 0 0,-46 47-365 0 0,49-73-254 0 0,35-28 92 0 0,-15 18 93 0 0,-9 3 82 0 0,1-1 0 0 0,0 1-1 0 0,-1-1 1 0 0,1 1-1 0 0,0-1 1 0 0,-1 1-1 0 0,1-1 1 0 0,0 1-1 0 0,0 0 1 0 0,-1-1-1 0 0,1 1 1 0 0,0 0-1 0 0,0 0 1 0 0,0-1-1 0 0,-1 1 1 0 0,1 0-1 0 0,0 0 1 0 0,0 0-1 0 0,0 0 1 0 0,0 0-1 0 0,-1 0 1 0 0,1 0 0 0 0,0 1-1 0 0,0-1 1 0 0,0 0-1 0 0,-1 0 1 0 0,1 1-1 0 0,0-1 1 0 0,0 0-1 0 0,-1 1 1 0 0,1-1-1 0 0,0 1 1 0 0,0-1-1 0 0,-1 1 1 0 0,1-1-1 0 0,-1 1 1 0 0,1-1-1 0 0,0 1 1 0 0,-1 0-1 0 0,1-1 1 0 0,-1 1 0 0 0,0 0-1 0 0,1-1 1 0 0,-1 1-1 0 0,1 0 1 0 0,-1 0-1 0 0,0 0 1 0 0,0-1-1 0 0,1 1 1 0 0,-1 0-1 0 0,0 0 1 0 0,0 0-1 0 0,0-1 1 0 0,0 1-1 0 0,0 0 1 0 0,0 0-1 0 0,0 0 1 0 0,0 0-1 0 0,-1 0-8 0 0,0 8 4 0 0,-1 0 0 0 0,0 0-1 0 0,-1 0 1 0 0,0 0-1 0 0,-1 0 1 0 0,1-1-1 0 0,-2 0 1 0 0,1 0-1 0 0,-1 0 1 0 0,0 0 0 0 0,-1-1-1 0 0,-5 6-3 0 0,7-8 57 0 0,1 0 0 0 0,-1 0 1 0 0,0 0-1 0 0,0-1 0 0 0,-1 1 0 0 0,1-1 0 0 0,-1 0 1 0 0,0-1-1 0 0,0 1 0 0 0,0-1 0 0 0,-1 0 0 0 0,1 0 0 0 0,-1-1 1 0 0,0 1-1 0 0,0-1 0 0 0,-4 0-57 0 0,10-2 55 0 0,44-49 105 0 0,-37 43-114 0 0,0 1 0 0 0,0 0 0 0 0,1 0 1 0 0,-1 0-1 0 0,1 1 0 0 0,0 0 1 0 0,1 1-1 0 0,-1 0 0 0 0,1 0 1 0 0,-1 1-1 0 0,4-1-46 0 0,-11 3 149 0 0,-1 0-33 0 0,20 4 461 0 0,-19 0-566 0 0,0 0 1 0 0,-1 1-1 0 0,1-1 0 0 0,-1 1 1 0 0,0-1-1 0 0,0 1 0 0 0,0-1 1 0 0,-1 1-1 0 0,1-1 0 0 0,-1 0 1 0 0,0 1-1 0 0,0-1 0 0 0,-1 0 1 0 0,0 0-1 0 0,1 0 1 0 0,-1 0-1 0 0,0 0 0 0 0,-1 0 1 0 0,1 0-1 0 0,-1-1 0 0 0,0 1 1 0 0,0-1-1 0 0,0 0 0 0 0,0 1 1 0 0,0-2-1 0 0,-1 1 0 0 0,1 0 1 0 0,-3 1-12 0 0,-1 3-8 0 0,-80 69 151 0 0,42-61-458 0 0,45-15 176 0 0,0 0-19 0 0,0 0-71 0 0,0 0 98 0 0,0 0 2 0 0,-2-45-901 0 0,9 36 968 0 0,1 0 1 0 0,0 1 0 0 0,0 0-1 0 0,0 1 1 0 0,1-1-1 0 0,0 2 1 0 0,0-1 0 0 0,1 1-1 0 0,0 1 1 0 0,0 0-1 0 0,3-1 62 0 0,11-4 113 0 0,0 0 0 0 0,1 1-1 0 0,0 2 1 0 0,1 1-1 0 0,0 1 1 0 0,0 1-1 0 0,0 1 1 0 0,10 1-113 0 0,-35 2 111 0 0,34 0 482 0 0,-33-1-563 0 0,-1 1 0 0 0,1 0-1 0 0,-1 0 1 0 0,1 1 0 0 0,-1-1 0 0 0,1 0 0 0 0,-1 0 0 0 0,0 1 0 0 0,1-1 0 0 0,-1 1 0 0 0,1-1 0 0 0,-1 1 0 0 0,0-1 0 0 0,1 1 0 0 0,-1 0 0 0 0,0 0 0 0 0,0 0 0 0 0,0-1 0 0 0,0 1 0 0 0,1 0 0 0 0,-1 1 0 0 0,0-1 0 0 0,-1 0 0 0 0,1 0 0 0 0,0 0-1 0 0,0 1 1 0 0,0-1 0 0 0,-1 0 0 0 0,1 1 0 0 0,-1-1 0 0 0,1 0 0 0 0,-1 1 0 0 0,0-1 0 0 0,1 1 0 0 0,-1-1 0 0 0,0 1 0 0 0,0-1 0 0 0,0 0 0 0 0,0 1 0 0 0,0 1-30 0 0,-18 61 484 0 0,8-47-458 0 0,-2 0-1 0 0,0-1 0 0 0,-1 0 0 0 0,0 0 0 0 0,-1-2 0 0 0,-1 1 0 0 0,-11 7-25 0 0,12-12-257 0 0,1 0-1 0 0,-1-1 1 0 0,0 0-1 0 0,-1-1 0 0 0,0-1 1 0 0,0-1-1 0 0,0 0 0 0 0,-1 0 1 0 0,0-2-1 0 0,0 0 0 0 0,-1-1 1 0 0,-6 0 257 0 0,-16-2-2621 0 0,33-4 1806 0 0,-16-14-1105 0 0,2-26-6715 0 0,19 33 7055 0 0</inkml:trace>
  <inkml:trace contextRef="#ctx0" brushRef="#br0" timeOffset="5464.786">2858 731 1844 0 0,'2'0'292'0'0,"0"-1"0"0"0,0 1-1 0 0,1 0 1 0 0,-1 1 0 0 0,0-1 0 0 0,0 0-1 0 0,0 1 1 0 0,0-1 0 0 0,1 1 0 0 0,-1 0-1 0 0,0-1 1 0 0,0 1 0 0 0,0 0 0 0 0,-1 0-1 0 0,1 1 1 0 0,0-1 0 0 0,0 0-1 0 0,0 1 1 0 0,-1-1 0 0 0,1 1 0 0 0,-1-1-1 0 0,1 1 1 0 0,-1 0 0 0 0,0-1 0 0 0,1 2-292 0 0,2 1 213 0 0,174 158 5862 0 0,-113-103-4488 0 0,3-3-1 0 0,67 42-1586 0 0,-123-91-383 0 0,2 2-784 0 0,-6-3-8093 0 0,-6-9 7513 0 0,13-17-1507 0 0,-15 13 1650 0 0</inkml:trace>
  <inkml:trace contextRef="#ctx0" brushRef="#br0" timeOffset="6289.429">3543 153 888 0 0,'2'7'5033'0'0,"-10"14"-2936"0"0,6-17-1576 0 0,-13 27 17 0 0,-1-2 0 0 0,-2 0 0 0 0,-1-1 0 0 0,-2 0 0 0 0,0-2 1 0 0,-2-1-1 0 0,-1 0 0 0 0,0-2 0 0 0,-16 10-538 0 0,-58 40-111 0 0,97-72 72 0 0,1 0 0 0 0,-1 0 0 0 0,0-1 0 0 0,0 1 0 0 0,0-1 0 0 0,0 1 0 0 0,0-1 0 0 0,0 1 0 0 0,0-1 1 0 0,0 1-1 0 0,0-1 0 0 0,0 0 0 0 0,0 1 0 0 0,0-1 0 0 0,0 0 0 0 0,0 0 0 0 0,0 0 0 0 0,0 0 0 0 0,0 0 1 0 0,0 0-1 0 0,0 0 0 0 0,0 0 0 0 0,0-1 0 0 0,0 1 0 0 0,0 0 0 0 0,0-1 0 0 0,0 1 0 0 0,0 0 0 0 0,0-1 0 0 0,0 1 1 0 0,0-1-1 0 0,0 0 0 0 0,0 1 0 0 0,1-1 0 0 0,-1 0 0 0 0,0 1 0 0 0,0-1 0 0 0,1 0 0 0 0,-1 0 0 0 0,0 0 1 0 0,1 0-1 0 0,-1 1 0 0 0,1-1 0 0 0,-1 0 0 0 0,1 0 0 0 0,-1 0 0 0 0,1 0 0 0 0,0 0 0 0 0,0 0 0 0 0,-1 0 1 0 0,1 0-1 0 0,0-1 0 0 0,0 1 0 0 0,0 0 0 0 0,0 0 0 0 0,0 0 0 0 0,0 0 0 0 0,1 0 0 0 0,-1 0 0 0 0,0 0 1 0 0,0 0-1 0 0,1 0 0 0 0,-1 0 0 0 0,1 0 0 0 0,-1 0 0 0 0,1 0 0 0 0,-1 0 0 0 0,1 0 0 0 0,-1 1 39 0 0,9-18-186 0 0,0 0 0 0 0,1 1 0 0 0,1 1 0 0 0,1 0 0 0 0,0 0 0 0 0,1 1 0 0 0,0 1 0 0 0,2 0 0 0 0,-1 1 0 0 0,2 0 0 0 0,-1 1-1 0 0,12-5 187 0 0,-22 14 73 0 0,0 0 0 0 0,0 1-1 0 0,0 0 1 0 0,0 0 0 0 0,1 0-1 0 0,-1 0 1 0 0,1 1 0 0 0,0 0-1 0 0,-1 0 1 0 0,1 0 0 0 0,0 1 0 0 0,-1 0-1 0 0,1 0 1 0 0,0 1 0 0 0,0-1-1 0 0,-1 1 1 0 0,1 0 0 0 0,-1 1-73 0 0,12 5 488 0 0,-1 0 1 0 0,-1 2-1 0 0,1 0 1 0 0,-1 0-1 0 0,-1 2 0 0 0,0 0 1 0 0,0 0-1 0 0,-1 1 1 0 0,3 6-489 0 0,-14-13 53 0 0,-1 0 0 0 0,-1 0 0 0 0,1 0-1 0 0,-1 1 1 0 0,0-1 0 0 0,0 0 0 0 0,0 1 0 0 0,-1-1 0 0 0,0 0 0 0 0,0 0-1 0 0,0 0 1 0 0,-1 0 0 0 0,0 0 0 0 0,0 0 0 0 0,0 0 0 0 0,0 0 0 0 0,-1 0 0 0 0,0-1-1 0 0,0 0 1 0 0,0 1 0 0 0,0-1 0 0 0,-1 0 0 0 0,0-1 0 0 0,0 1 0 0 0,0-1-1 0 0,0 1 1 0 0,0-1 0 0 0,0 0 0 0 0,-1-1 0 0 0,0 1 0 0 0,-2 0-53 0 0,-6 5-294 0 0,-1-1 0 0 0,0-1 0 0 0,0 0 0 0 0,0 0 0 0 0,0-2 0 0 0,-1 0 0 0 0,0-1 0 0 0,0 0 1 0 0,0-1-1 0 0,0 0 0 0 0,0-2 0 0 0,-15 0 294 0 0,26-2-152 0 0,1 0 1 0 0,0 0-1 0 0,0-1 1 0 0,0 1-1 0 0,0-1 1 0 0,0 1-1 0 0,0-1 1 0 0,1 0-1 0 0,-1 0 0 0 0,1 0 1 0 0,0 0-1 0 0,0-1 1 0 0,0 1-1 0 0,0 0 1 0 0,1-1-1 0 0,0 0 1 0 0,-1 1-1 0 0,1-1 1 0 0,0 0-1 0 0,1 1 1 0 0,-1-1-1 0 0,1 0 1 0 0,-1 0-1 0 0,1 0 0 0 0,0 0 152 0 0,1 0 57 0 0,0 0-1 0 0,0 0 1 0 0,0 0-1 0 0,0 0 1 0 0,0 0-1 0 0,1 0 1 0 0,0 0-1 0 0,0 1 1 0 0,0-1-1 0 0,0 1 1 0 0,0-1-1 0 0,1 1 1 0 0,0 0-1 0 0,-1 0 1 0 0,1 0-1 0 0,0 0 1 0 0,1 0-1 0 0,-1 1 1 0 0,0 0-1 0 0,1-1 1 0 0,-1 1-1 0 0,1 0 1 0 0,0 1-1 0 0,0-1 1 0 0,0 1-1 0 0,0 0 1 0 0,0-1-1 0 0,0 2 1 0 0,0-1-1 0 0,0 0 1 0 0,0 1-1 0 0,0 0 1 0 0,0 0-1 0 0,0 0 1 0 0,1 1-1 0 0,-1-1 1 0 0,3 2-57 0 0,46 23 893 0 0,22 15-2076 0 0,-56-35-5763 0 0,-14-4 5578 0 0</inkml:trace>
  <inkml:trace contextRef="#ctx0" brushRef="#br0" timeOffset="6553.858">3672 487 2080 0 0,'6'17'5789'0'0,"-14"18"-3761"0"0,7-32-1813 0 0,-11 22 156 0 0,-1 0 0 0 0,-1-1 0 0 0,-1-1 0 0 0,-2-1 0 0 0,0 0 0 0 0,-1-1 0 0 0,-1-1 0 0 0,-1-1 0 0 0,-1 0 0 0 0,0-2 0 0 0,-2 0 0 0 0,0-2 0 0 0,0 0 0 0 0,-1-2 0 0 0,-25 10-371 0 0,-75 26-1285 0 0,122-48 792 0 0,2-1-6 0 0,-3-3 33 0 0,1 1 333 0 0,1 0 1 0 0,0 0-1 0 0,-1 1 0 0 0,1-1 1 0 0,0 0-1 0 0,0 0 0 0 0,0 0 1 0 0,1 0-1 0 0,-1 0 0 0 0,0 0 1 0 0,1-1-1 0 0,-1 1 0 0 0,1 0 1 0 0,0 0-1 0 0,0 0 0 0 0,0 0 1 0 0,0-1-1 0 0,0 1 0 0 0,0 0 1 0 0,0 0-1 0 0,1 0 0 0 0,-1-1 1 0 0,1 1-1 0 0,0 0 0 0 0,0 0 1 0 0,-1 0-1 0 0,1 0 0 0 0,1 0 1 0 0,-1 0 132 0 0,53-90-5765 0 0,-36 70 4291 0 0</inkml:trace>
  <inkml:trace contextRef="#ctx0" brushRef="#br0" timeOffset="6805.936">3499 630 1216 0 0,'13'2'727'0'0,"0"1"-1"0"0,-1 0 1 0 0,1 1-1 0 0,-1 1 1 0 0,0 0-1 0 0,0 0 1 0 0,0 1-1 0 0,-1 0 1 0 0,0 1-1 0 0,0 1 1 0 0,2 2-727 0 0,-10-7 246 0 0,1 0 0 0 0,0 1 0 0 0,-1-1 0 0 0,0 1 0 0 0,0 0 0 0 0,0 0 1 0 0,0 0-1 0 0,-1 0 0 0 0,1 0 0 0 0,-1 1 0 0 0,0-1 0 0 0,-1 1 0 0 0,1 0 1 0 0,-1-1-1 0 0,0 1 0 0 0,0 0 0 0 0,0 0 0 0 0,0 0 0 0 0,-1 0 1 0 0,0 0-1 0 0,0 1-246 0 0,-28 45 402 0 0,17-36-480 0 0,-2-1 0 0 0,1-1-1 0 0,-2 0 1 0 0,0-1-1 0 0,0 0 1 0 0,-1-1-1 0 0,-1-1 1 0 0,0 0 0 0 0,0-1-1 0 0,0-1 1 0 0,-1 0-1 0 0,-1-2 1 0 0,-11 4 78 0 0,-8-5-1332 0 0,35-5 845 0 0,-12-3-2068 0 0,-6-54-4514 0 0,20 44 5780 0 0</inkml:trace>
  <inkml:trace contextRef="#ctx0" brushRef="#br0" timeOffset="7069.639">3411 837 904 0 0,'1'-3'239'0'0,"1"1"0"0"0,0 0 0 0 0,0-1-1 0 0,0 1 1 0 0,0 0 0 0 0,0 0 0 0 0,0 0 0 0 0,1 0 0 0 0,-1 1-1 0 0,0-1 1 0 0,1 1 0 0 0,0-1 0 0 0,-1 1 0 0 0,1 0 0 0 0,0 0-1 0 0,0 0 1 0 0,-1 0 0 0 0,1 1 0 0 0,0-1 0 0 0,0 1 0 0 0,0 0-1 0 0,0 0 1 0 0,0 0 0 0 0,0 0 0 0 0,0 0 0 0 0,0 0 0 0 0,0 1-239 0 0,-2-1 632 0 0,23 0 1237 0 0,5 13-853 0 0,-6-1-2720 0 0,-5-9-4738 0 0,-11-3 5018 0 0</inkml:trace>
  <inkml:trace contextRef="#ctx0" brushRef="#br0" timeOffset="7303.992">3848 131 2104 0 0,'19'3'7121'0'0,"6"56"-4430"0"0,-8 35-335 0 0,9 125 854 0 0,-44-56-2108 0 0,-46-1-1497 0 0,54-143-292 0 0,-2-1 1 0 0,1 0 0 0 0,-2-1-1 0 0,-1 0 1 0 0,0-1 0 0 0,-15 13 686 0 0,-205 152-10767 0 0,194-156 9151 0 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5-02T06:49:42.606"/>
    </inkml:context>
    <inkml:brush xml:id="br0">
      <inkml:brushProperty name="width" value="0.05" units="cm"/>
      <inkml:brushProperty name="height" value="0.05" units="cm"/>
    </inkml:brush>
  </inkml:definitions>
  <inkml:trace contextRef="#ctx0" brushRef="#br0">128 119 1132 0 0,'-100'-100'1670'0'0,"75"81"-732"0"0,25 19-743 0 0,-2 34 581 0 0,15 41-783 0 0,-11-53-452 0 0,2 0 1 0 0,0 0-1 0 0,2-1 1 0 0,0 1-1 0 0,1-1 1 0 0,10 18 458 0 0,-4-15-749 0 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5-02T07:57:08.270"/>
    </inkml:context>
    <inkml:brush xml:id="br0">
      <inkml:brushProperty name="width" value="0.05" units="cm"/>
      <inkml:brushProperty name="height" value="0.05" units="cm"/>
      <inkml:brushProperty name="color" value="#FFFFFF"/>
    </inkml:brush>
  </inkml:definitions>
  <inkml:trace contextRef="#ctx0" brushRef="#br0">397 189 1504 0 0,'0'-19'1076'0'0,"0"15"-114"0"0,0 1-100 0 0,36-60 2304 0 0,-28 17 915 0 0,-8 44-3969 0 0,-3-41 1332 0 0,-43 35-636 0 0,-51 52-127 0 0,5 38-429 0 0,-31 60-377 0 0,62-79-114 0 0,61-63 247 0 0,0 0-42 0 0,0 0 25 0 0,0 0-25 0 0,0 0-16 0 0,0 0 10 0 0,0 0 56 0 0,0 0 34 0 0,0 0-38 0 0,0 0-13 0 0,-19 11-166 0 0,52 3 361 0 0,3-10-322 0 0,-35-4 128 0 0,9 1 9 0 0,0 1-1 0 0,0 0 1 0 0,0 1 0 0 0,-1 0 0 0 0,1 1 0 0 0,-1-1 0 0 0,0 2 0 0 0,0-1 0 0 0,0 2 0 0 0,0-1 0 0 0,-1 1-1 0 0,0 0 1 0 0,0 1 0 0 0,-1 0 0 0 0,0 0 0 0 0,0 0 0 0 0,0 1 0 0 0,-1 0 0 0 0,0 1 0 0 0,2 5-9 0 0,2 6-2 0 0,-1 1 0 0 0,-2 0 0 0 0,0 1 1 0 0,-1 0-1 0 0,-1 0 0 0 0,-1 0 0 0 0,-1 0 1 0 0,0 14 1 0 0,-2 75 91 0 0,-26-30-138 0 0,24-79 39 0 0,1 22-72 0 0,0 77 24 0 0,54 5-580 0 0,-50-99 360 0 0,20 12-9454 0 0,-18-19 8275 0 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2:07.289"/>
    </inkml:context>
    <inkml:brush xml:id="br0">
      <inkml:brushProperty name="width" value="0.05" units="cm"/>
      <inkml:brushProperty name="height" value="0.05" units="cm"/>
    </inkml:brush>
  </inkml:definitions>
  <inkml:trace contextRef="#ctx0" brushRef="#br0">0 25 2336 0 0,'0'0'714'0'0,"0"0"-14"0"0,0 0-82 0 0,0 0-63 0 0,0 0-64 0 0,0 0-29 0 0,0 0-20 0 0,0 0-8 0 0,0 0-38 0 0,0 0-35 0 0,0 0-44 0 0,0 0-52 0 0,0 0-9 0 0,0 0 30 0 0,0 0 12 0 0,0 0-36 0 0,0 0 34 0 0,0 0-39 0 0,0 0 33 0 0,0 0 38 0 0,0 0-56 0 0,0 0-24 0 0,0 0 4 0 0,0 0 34 0 0,0 0 50 0 0,0 0 14 0 0,0 0-55 0 0,0 0-43 0 0,0 0-41 0 0,0 0-32 0 0,0 0 60 0 0,0 0 9 0 0,0 0 26 0 0,0 0-25 0 0,0 0-6 0 0,0 0-105 0 0,0 0 17 0 0,0 0 37 0 0,0 0 6 0 0,0 0-53 0 0,0 0-69 0 0,0 0 57 0 0,0 0 45 0 0,0 0-20 0 0,0 0-25 0 0,0 0-80 0 0,0 0 57 0 0,0 0 7 0 0,0 0-68 0 0,0 0-21 0 0,0 0-4 0 0,0 0 26 0 0,0 0 111 0 0,0 0 49 0 0,0 0-20 0 0,0 0-43 0 0,0 0-21 0 0,0 0-9 0 0,16 2 349 0 0,50 0 213 0 0,61-2-600 0 0,-98-9 25 0 0,19 7 166 0 0,-17-7-263 0 0,3 9-180 0 0,-32 0 208 0 0,28 0-42 0 0,12 0-280 0 0,-41 0 320 0 0,27-1 277 0 0,6-7-371 0 0,-33 8 66 0 0,-1 0-1 0 0,0 0 0 0 0,35 0-406 0 0,-33 0 260 0 0,-2 0 0 0 0,0 0-136 0 0,10 16-1860 0 0,-45-5-9698 0 0,29-10 10280 0 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2:09.332"/>
    </inkml:context>
    <inkml:brush xml:id="br0">
      <inkml:brushProperty name="width" value="0.05" units="cm"/>
      <inkml:brushProperty name="height" value="0.05" units="cm"/>
    </inkml:brush>
  </inkml:definitions>
  <inkml:trace contextRef="#ctx0" brushRef="#br0">9 30 1164 0 0,'0'0'755'0'0,"0"0"-76"0"0,0 0-39 0 0,0 0 8 0 0,0 0-30 0 0,0 0-44 0 0,0 0-27 0 0,0 0-36 0 0,0 0-21 0 0,0 0 9 0 0,0 0-28 0 0,-3 0-20 0 0,-3-7 5067 0 0,22 3-2034 0 0,-4 4-4531 0 0,124 2 2209 0 0,82-2-764 0 0,-116-18-438 0 0,-35 16 35 0 0,-20 24-278 0 0,-47-21 220 0 0,1-1 0 0 0,-1 0 0 0 0,0 0 1 0 0,0 0-1 0 0,1 1 0 0 0,-1-1 0 0 0,0 0 1 0 0,1 0-1 0 0,-1 1 0 0 0,0-1 0 0 0,0 0 1 0 0,0 1-1 0 0,1-1 0 0 0,-1 0 0 0 0,0 1 1 0 0,0-1-1 0 0,0 0 0 0 0,0 1 0 0 0,0-1 1 0 0,0 0-1 0 0,0 1 0 0 0,1-1 1 0 0,-1 0-1 0 0,0 1 0 0 0,0-1 0 0 0,0 0 1 0 0,0 1-1 0 0,-1-1 0 0 0,1 1 0 0 0,0-1 1 0 0,0 0-1 0 0,0 1 0 0 0,0-1 0 0 0,0 0 1 0 0,0 1-1 0 0,0-1 0 0 0,-1 0 0 0 0,1 1 1 0 0,0-1-1 0 0,0 0 0 0 0,-1 0 0 0 0,1 1 1 0 0,0-1-1 0 0,0 0 0 0 0,-1 0 0 0 0,1 1 1 0 0,0-1-1 0 0,0 0 0 0 0,-1 0 0 0 0,1 0 1 0 0,0 1-1 0 0,-1-1 0 0 0,1 0 0 0 0,-1 0 1 0 0,1 0-1 0 0,0 0 0 0 0,-1 0 1 0 0,1 0-1 0 0,0 0 0 0 0,-1 0 0 0 0,1 0 1 0 0,0 0-1 0 0,-1 0 0 0 0,1 0 0 0 0,0 0 1 0 0,-1 0-1 0 0,1 0 63 0 0,-40 5-9498 0 0,32-3 7982 0 0</inkml:trace>
  <inkml:trace contextRef="#ctx0" brushRef="#br0" timeOffset="781.985">304 43 1268 0 0,'-11'-8'6257'0'0,"12"28"-2211"0"0,1 16-3228 0 0,2 28-194 0 0,7 17-37 0 0,-12 61-2143 0 0,-10-165-7884 0 0,10 18 7964 0 0</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2:12.815"/>
    </inkml:context>
    <inkml:brush xml:id="br0">
      <inkml:brushProperty name="width" value="0.05" units="cm"/>
      <inkml:brushProperty name="height" value="0.05" units="cm"/>
    </inkml:brush>
  </inkml:definitions>
  <inkml:trace contextRef="#ctx0" brushRef="#br0">336 0 1908 0 0,'0'0'1031'0'0,"0"0"-113"0"0,0 0-126 0 0,0 0-19 0 0,0 0-52 0 0,0 0-56 0 0,0 0 15 0 0,0 0-65 0 0,0 0-60 0 0,0 0-37 0 0,0 0-70 0 0,0 0 6 0 0,0 0 30 0 0,0 0-42 0 0,0 0-102 0 0,0 0-84 0 0,0 0-41 0 0,0 0 48 0 0,0 0-92 0 0,0 0-42 0 0,0 0 15 0 0,-10 19 399 0 0,-51 45 234 0 0,-24 37-654 0 0,58-77-117 0 0,-36 43 153 0 0,11-16-283 0 0,37-28 203 0 0,7-15 1157 0 0,-6 6-830 0 0,25-18 152 0 0,-9 4-514 0 0,1 0-1 0 0,0 1 1 0 0,-1-1-1 0 0,1 1 0 0 0,0-1 1 0 0,-1 1-1 0 0,1 0 0 0 0,0 0 1 0 0,-1 0-1 0 0,0 0 1 0 0,1 0-1 0 0,-1 1 0 0 0,0-1 1 0 0,1 1-1 0 0,-1 0 0 0 0,0-1 1 0 0,0 1-1 0 0,0 0 1 0 0,0 0-1 0 0,1 2-43 0 0,76 87 783 0 0,-41-39-511 0 0,-15-25-150 0 0,21 28-454 0 0,-4-22-166 0 0,-45-27-6132 0 0,-9 0-780 0 0,12-3 5998 0 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2:15.545"/>
    </inkml:context>
    <inkml:brush xml:id="br0">
      <inkml:brushProperty name="width" value="0.05" units="cm"/>
      <inkml:brushProperty name="height" value="0.05" units="cm"/>
    </inkml:brush>
  </inkml:definitions>
  <inkml:trace contextRef="#ctx0" brushRef="#br0">255 1 1008 0 0,'0'0'1110'0'0,"0"0"-195"0"0,3 0-79 0 0,15 5 3321 0 0,-13 4-44 0 0,-5 1-3051 0 0,-2-1-1657 0 0,-57 136 3118 0 0,8-66-1933 0 0,31-54-615 0 0,15-17-98 0 0,-1 0 1 0 0,0-1 0 0 0,-1 0 0 0 0,1 0-1 0 0,-1 0 1 0 0,-1-1 0 0 0,1 0-1 0 0,-1 0 1 0 0,0-1 0 0 0,-8 4 122 0 0,-18 13-4227 0 0,8-3-2449 0 0,21-16 5052 0 0</inkml:trace>
  <inkml:trace contextRef="#ctx0" brushRef="#br0" timeOffset="1264.645">216 246 876 0 0,'1'-7'11394'0'0,"95"7"-7559"0"0,6 1-3443 0 0,-100-1-442 0 0,36 0-315 0 0,-11-4 235 0 0,-11 10-33 0 0,-14-1 435 0 0,-32 51-123 0 0,-39 116-271 0 0,18-66-169 0 0,2-47-385 0 0,44-53 489 0 0,-1 0 1 0 0,0 0-1 0 0,0 0 1 0 0,-1-1 0 0 0,0 0-1 0 0,0 0 1 0 0,0-1-1 0 0,0 0 1 0 0,-1 0 0 0 0,0 0-1 0 0,-4 0 187 0 0,-32 4-10300 0 0,37-8 8810 0 0</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2:20.279"/>
    </inkml:context>
    <inkml:brush xml:id="br0">
      <inkml:brushProperty name="width" value="0.05" units="cm"/>
      <inkml:brushProperty name="height" value="0.05" units="cm"/>
    </inkml:brush>
  </inkml:definitions>
  <inkml:trace contextRef="#ctx0" brushRef="#br0">40 15 948 0 0,'0'0'787'0'0,"0"0"-68"0"0,0 0-89 0 0,0 0-85 0 0,0 0 0 0 0,0 0-38 0 0,0 0 6 0 0,0 0-48 0 0,0 0-30 0 0,0 0-36 0 0,0 0 3 0 0,0 0-57 0 0,0 0 4 0 0,0-3-19 0 0,-8-9 4315 0 0,0 17-5087 0 0,3 34 1103 0 0,4 217-289 0 0,-8-223-260 0 0,9 5-282 0 0,0-36 174 0 0,0-2 70 0 0,0 0-48 0 0,0 11 36 0 0,0 7-84 0 0,0-17-17 0 0,-2 11-97 0 0,-2 21 44 0 0,2-18 329 0 0,5-6 880 0 0,34-18-550 0 0,49-35-493 0 0,33-53 110 0 0,-16 2-1320 0 0,-75 48-564 0 0,-21 23-1994 0 0,-5 17 1904 0 0,-1 5-2476 0 0,-1 2 2743 0 0</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2:22.448"/>
    </inkml:context>
    <inkml:brush xml:id="br0">
      <inkml:brushProperty name="width" value="0.05" units="cm"/>
      <inkml:brushProperty name="height" value="0.05" units="cm"/>
    </inkml:brush>
  </inkml:definitions>
  <inkml:trace contextRef="#ctx0" brushRef="#br0">284 0 1736 0 0,'3'0'908'0'0,"10"0"-20"0"0,-10 0-89 0 0,-3 0-78 0 0,0 0-78 0 0,0 0-7 0 0,0 0-84 0 0,3 0 1 0 0,4 0-259 0 0,15 8 7485 0 0,-29 8-8495 0 0,-88 92 1270 0 0,80-93-585 0 0,-1-1 0 0 0,0-1 0 0 0,-1-1 0 0 0,0 0 0 0 0,0-1 0 0 0,-2-1 0 0 0,1-1 31 0 0,-11 6-1004 0 0,-9 4-2169 0 0,11-12-3777 0 0,23-7 5319 0 0</inkml:trace>
  <inkml:trace contextRef="#ctx0" brushRef="#br0" timeOffset="774.034">229 149 1100 0 0,'3'0'7435'0'0,"1"86"-4243"0"0,-4 115-2224 0 0,0-65-3395 0 0,-5-122 814 0 0,2-19-4529 0 0,3 2 4469 0 0</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2:25.793"/>
    </inkml:context>
    <inkml:brush xml:id="br0">
      <inkml:brushProperty name="width" value="0.05" units="cm"/>
      <inkml:brushProperty name="height" value="0.05" units="cm"/>
    </inkml:brush>
  </inkml:definitions>
  <inkml:trace contextRef="#ctx0" brushRef="#br0">142 1 1844 0 0,'0'0'1189'0'0,"0"0"-123"0"0,0 0-158 0 0,0 0-88 0 0,0 0-10 0 0,0 0-118 0 0,0 0-40 0 0,0 0-29 0 0,0 0 31 0 0,0 0-54 0 0,0 0-25 0 0,0 0-96 0 0,0 0 4 0 0,0 0-32 0 0,0 0 5 0 0,0 0-137 0 0,0 0-53 0 0,0 0 44 0 0,0 0 0 0 0,0 0 0 0 0,0 0-68 0 0,0 0 11 0 0,0 0-15 0 0,0 0-26 0 0,0 0-36 0 0,0 0 4 0 0,0 0 91 0 0,0 0-5 0 0,0 0-62 0 0,0 0-72 0 0,0 0-26 0 0,0 0-8 0 0,-1 3 10 0 0,1-3-74 0 0,-1 1 0 0 0,1 0-1 0 0,-1 0 1 0 0,1 0 0 0 0,0-1-1 0 0,0 1 1 0 0,0 0 0 0 0,-1 0-1 0 0,1 0 1 0 0,0 0 0 0 0,0-1-1 0 0,0 1 1 0 0,0 0 0 0 0,0 0-1 0 0,0 0 1 0 0,0 0-1 0 0,1 0 1 0 0,-1-1 0 0 0,0 1-1 0 0,0 0 1 0 0,1 0 0 0 0,-1 0-1 0 0,0-1 1 0 0,1 1 0 0 0,-1 0-1 0 0,1 0 1 0 0,-1-1 0 0 0,1 1-1 0 0,-1-1 1 0 0,1 1-1 0 0,0 0 1 0 0,-1-1 0 0 0,1 1-1 0 0,0-1 1 0 0,-1 1 0 0 0,1-1-1 0 0,0 1 1 0 0,0-1 0 0 0,0 0-34 0 0,83 118 1386 0 0,-82-116-1035 0 0,-3-2-451 0 0,1 1-1 0 0,0-1 1 0 0,-1 0 0 0 0,1 0 0 0 0,0 1 0 0 0,-1-1-1 0 0,1 0 1 0 0,0 1 0 0 0,-1-1 0 0 0,1 0 0 0 0,0 1-1 0 0,-1-1 1 0 0,1 0 0 0 0,0 1 0 0 0,0-1-1 0 0,0 0 1 0 0,-1 1 0 0 0,1-1 0 0 0,0 1 0 0 0,0-1-1 0 0,0 0 1 0 0,0 1 0 0 0,0-1 0 0 0,0 1 0 0 0,0-1-1 0 0,0 1 1 0 0,0-1 0 0 0,0 1 0 0 0,0-1 0 0 0,0 0-1 0 0,0 1 1 0 0,0-1 0 0 0,0 1 0 0 0,0-1-1 0 0,0 1 1 0 0,1-1 0 0 0,-1 0 0 0 0,0 1 0 0 0,0-1-1 0 0,1 0 1 0 0,-1 1 0 0 0,0-1 0 0 0,0 0 0 0 0,1 1-1 0 0,-1-1 1 0 0,0 0 0 0 0,1 1 0 0 0,-1-1-1 0 0,0 0 1 0 0,1 0 0 0 0,-1 1 0 0 0,1-1 0 0 0,-1 0-1 0 0,0 0 1 0 0,1 0 0 0 0,-1 0 0 0 0,1 0 0 0 0,-1 1-1 0 0,1-1 1 0 0,-1 0 0 0 0,0 0 0 0 0,1 0 0 0 0,-1 0-1 0 0,1 0 1 0 0,-1 0 0 0 0,1 0 0 0 0,-1-1-1 0 0,1 1 101 0 0,-14-10-10166 0 0,13 8 8670 0 0</inkml:trace>
  <inkml:trace contextRef="#ctx0" brushRef="#br0" timeOffset="567.853">3 248 1784 0 0,'-3'-2'6626'0'0,"12"3"-3770"0"0,65 40 699 0 0,-28-20-3459 0 0,-17-3-5802 0 0,-25-8-898 0 0,-4-10 4857 0 0</inkml:trace>
  <inkml:trace contextRef="#ctx0" brushRef="#br0" timeOffset="1018.088">19 582 1932 0 0,'4'0'6057'0'0,"7"0"-4324"0"0,57-62 1508 0 0,-9-9-3821 0 0,24-26-8490 0 0,-72 86 7637 0 0</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2:39.465"/>
    </inkml:context>
    <inkml:brush xml:id="br0">
      <inkml:brushProperty name="width" value="0.05" units="cm"/>
      <inkml:brushProperty name="height" value="0.05" units="cm"/>
    </inkml:brush>
  </inkml:definitions>
  <inkml:trace contextRef="#ctx0" brushRef="#br0">1 43 1508 0 0,'0'0'1102'0'0,"0"0"-90"0"0,0 0-127 0 0,0 0-152 0 0,0 0 16 0 0,0 0-49 0 0,0 0-97 0 0,0 0-38 0 0,0 0-17 0 0,0 0-40 0 0,0 0 2 0 0,0 0-35 0 0,0 0-43 0 0,0 0 42 0 0,0 0-83 0 0,0 0-46 0 0,0 0-53 0 0,0 0 15 0 0,0 0 54 0 0,0 0-29 0 0,0 0-94 0 0,0 0-35 0 0,0 0 11 0 0,0 0 84 0 0,0 0 38 0 0,0 0-108 0 0,0 0-100 0 0,0 0 2 0 0,0 0-17 0 0,0 0-23 0 0,0 0-24 0 0,0 0 74 0 0,0 0-7 0 0,0 0-33 0 0,0 0 27 0 0,0 0 18 0 0,0 0-75 0 0,0 0-60 0 0,0 0 29 0 0,0 0-6 0 0,0 0 12 0 0,0 0 43 0 0,0 0 65 0 0,0 0-73 0 0,0 0-44 0 0,0 0-62 0 0,0 0-21 0 0,6 2 6 0 0,-6-2 41 0 0,30 11 77 0 0,-9 8 104 0 0,4 8-455 0 0,-25-27 174 0 0,0 0-41 0 0,0 0-38 0 0,0 0-31 0 0,0 0-61 0 0,0 0-97 0 0,0 0-99 0 0,0 8-342 0 0,0-4-4152 0 0,0 1 3928 0 0,0 1-2769 0 0,0 4 2214 0 0</inkml:trace>
  <inkml:trace contextRef="#ctx0" brushRef="#br0" timeOffset="650.221">121 0 1356 0 0,'2'0'8573'0'0,"2"4"-7524"0"0,8 17 1491 0 0,-7-8-2204 0 0,-2-4-81 0 0,0-3-179 0 0,36 63-406 0 0,-38-61-1719 0 0,-5-4-6571 0 0,2-5 6966 0 0</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2:43.025"/>
    </inkml:context>
    <inkml:brush xml:id="br0">
      <inkml:brushProperty name="width" value="0.05" units="cm"/>
      <inkml:brushProperty name="height" value="0.05" units="cm"/>
    </inkml:brush>
  </inkml:definitions>
  <inkml:trace contextRef="#ctx0" brushRef="#br0">19 1 1528 0 0,'0'0'662'0'0,"0"0"-51"0"0,0 0-48 0 0,0 0-47 0 0,0 0-54 0 0,0 0-55 0 0,0 0-18 0 0,0 0 26 0 0,0 0 24 0 0,0 0-44 0 0,0 0-19 0 0,0 0-14 0 0,-3 0-18 0 0,-9 0 37 0 0,9 0-7 0 0,3 0 11 0 0,0 0-42 0 0,0 0-29 0 0,0 0-14 0 0,0 0-42 0 0,0 0-18 0 0,0 0-14 0 0,0 0 22 0 0,0 0-19 0 0,0 0 45 0 0,0 0-38 0 0,0 0 18 0 0,0 0 6 0 0,0 0-39 0 0,0 0-3 0 0,0 0 38 0 0,0 0 29 0 0,0 0 18 0 0,0 0 28 0 0,0 0 21 0 0,0 0-46 0 0,0 0-50 0 0,0 0-65 0 0,0 0 5 0 0,0 0 120 0 0,0 0-15 0 0,0 0-86 0 0,0 0-36 0 0,0 0-21 0 0,0 0 9 0 0,0 0 71 0 0,0 0-20 0 0,0 0-30 0 0,0 0-2 0 0,0 0 48 0 0,0 0-44 0 0,0 0 54 0 0,0 0 14 0 0,0 0-52 0 0,0 0 32 0 0,0 0 47 0 0,0 0 22 0 0,0 3-33 0 0,0-2-218 0 0,1 0 0 0 0,0 1 0 0 0,-1-1 0 0 0,1 0 0 0 0,0 1 0 0 0,0-1 0 0 0,0 0 0 0 0,0 0 0 0 0,0 0 1 0 0,0 0-1 0 0,1 0 0 0 0,-1 0 0 0 0,0 0 0 0 0,1 0 0 0 0,-1-1 0 0 0,0 1 0 0 0,1 0 0 0 0,-1-1 0 0 0,1 1 0 0 0,-1-1 0 0 0,0 0 1 0 0,1 1-1 0 0,-1-1 0 0 0,1 0 0 0 0,0 0 0 0 0,-1 0 0 0 0,1 0 0 0 0,-1 0 0 0 0,1 0 0 0 0,-1 0 0 0 0,1-1 0 0 0,-1 1 0 0 0,1 0 1 0 0,-1-1-1 0 0,1 0-56 0 0,114 16 1075 0 0,81-10-776 0 0,-196-5-320 0 0,-1 0 10 0 0,11 0 45 0 0,26 0-170 0 0,4 0-190 0 0,-39 0 306 0 0,5-10 44 0 0,-6 10-52 0 0,-1 0 6 0 0,0 0-17 0 0,0 0 48 0 0,11 0-135 0 0,5 0 70 0 0,-15 0 45 0 0,29-2-1771 0 0,-21-3 959 0 0,-16 10-4575 0 0,-25 11-5310 0 0,27-12 9035 0 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2:45.221"/>
    </inkml:context>
    <inkml:brush xml:id="br0">
      <inkml:brushProperty name="width" value="0.05" units="cm"/>
      <inkml:brushProperty name="height" value="0.05" units="cm"/>
    </inkml:brush>
  </inkml:definitions>
  <inkml:trace contextRef="#ctx0" brushRef="#br0">281 136 1164 0 0,'0'0'1150'0'0,"0"0"-126"0"0,0 0-151 0 0,0 0-28 0 0,0 0-82 0 0,0 0-48 0 0,0 0-16 0 0,0 0-15 0 0,0 0-70 0 0,-1 3-44 0 0,-69 127 4460 0 0,21-49-4130 0 0,-22 3-826 0 0,7-24-1788 0 0,39-51-4472 0 0,25-9 4600 0 0,0 0 111 0 0,0 0 16 0 0,0 0-178 0 0</inkml:trace>
  <inkml:trace contextRef="#ctx0" brushRef="#br0" timeOffset="1100.101">218 346 1108 0 0,'-9'0'6877'0'0,"7"0"-5256"0"0,-8-2 1919 0 0,20 2-2255 0 0,31-5-64 0 0,182 5-102 0 0,-221 0-1108 0 0,-2 0-19 0 0,36 0-459 0 0,-34 0 359 0 0,-2 0 71 0 0,0 0 68 0 0,23 9 212 0 0,-47 37-134 0 0,-52 84-246 0 0,-49 35-1546 0 0,80-144-146 0 0,12-20-6651 0 0,32-1 7950 0 0,-4-2-921 0 0,-10-11-96 0 0</inkml:trace>
  <inkml:trace contextRef="#ctx0" brushRef="#br0" timeOffset="1987.902">254 476 1700 0 0,'0'0'1008'0'0,"0"0"-136"0"0,0 0-125 0 0,0 0-78 0 0,0 0-36 0 0,0 0-22 0 0,0 0-14 0 0,0 0-36 0 0,0 0-37 0 0,0 0-35 0 0,0 0-66 0 0,0 0 10 0 0,0 0-48 0 0,0 0-73 0 0,0 0 2 0 0,0 0 14 0 0,0 0-30 0 0,0 0-51 0 0,0 0-40 0 0,0 0-26 0 0,0 0 4 0 0,0 0-39 0 0,0 0 8 0 0,0 0 19 0 0,0 0 64 0 0,0 0-29 0 0,0 0 38 0 0,0 0 25 0 0,0 0 13 0 0,0 0 11 0 0,0 0-44 0 0,16 0 235 0 0,18 13 629 0 0,-33-13-1033 0 0,2 1-103 0 0,62 28-733 0 0,-60-23-2897 0 0,-2-4-4729 0 0,-3-2 7010 0 0</inkml:trace>
  <inkml:trace contextRef="#ctx0" brushRef="#br0" timeOffset="4586.032">521 62 1720 0 0,'0'0'786'0'0,"0"0"-45"0"0,0 0-75 0 0,0 0-44 0 0,0 0-109 0 0,0 0-9 0 0,0 0-11 0 0,0 0 25 0 0,0 0-96 0 0,0 0 13 0 0,0 0 40 0 0,0 0 2 0 0,0 0-61 0 0,0 0-8 0 0,0 0-35 0 0,0 0-72 0 0,0 0-25 0 0,0 0 17 0 0,0 0 3 0 0,0 0 13 0 0,0 0-31 0 0,0 0-33 0 0,0 0-48 0 0,0 0-26 0 0,0 0 4 0 0,0 0 5 0 0,0 0-5 0 0,0 0 8 0 0,0 0-74 0 0,0 0-21 0 0,0 0 4 0 0,0 0 12 0 0,0 0-45 0 0,0 0 40 0 0,0 0-4 0 0,0 0-24 0 0,0 0 17 0 0,0 0-24 0 0,0 0 18 0 0,0 0 24 0 0,0 0-61 0 0,0 0 4 0 0,0 0-18 0 0,0 0 36 0 0,0 0-56 0 0,0 0 18 0 0,1 14 16 0 0,33 26-722 0 0,-29-34-1269 0 0,-6-2-2944 0 0,1-4 907 0 0,-2 2 2345 0 0</inkml:trace>
  <inkml:trace contextRef="#ctx0" brushRef="#br0" timeOffset="5136.088">582 0 936 0 0,'13'8'10000'0'0,"7"21"-7365"0"0,4 2-1976 0 0,1 8-894 0 0,-25-39-216 0 0,0 0-174 0 0,0 0 8 0 0,0 0-177 0 0,0 0-867 0 0,0 0-133 0 0,0 0 34 0 0,0 0 173 0 0,0 0 2 0 0,0 0 124 0 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2:54.224"/>
    </inkml:context>
    <inkml:brush xml:id="br0">
      <inkml:brushProperty name="width" value="0.05" units="cm"/>
      <inkml:brushProperty name="height" value="0.05" units="cm"/>
    </inkml:brush>
  </inkml:definitions>
  <inkml:trace contextRef="#ctx0" brushRef="#br0">201 1 1060 0 0,'0'0'1285'0'0,"0"0"-113"0"0,0 0-180 0 0,0 0-124 0 0,0 0-85 0 0,0 0-96 0 0,0 0-42 0 0,0 0-43 0 0,0 0 6 0 0,0 0-73 0 0,0 0-32 0 0,0 0 47 0 0,0 0-72 0 0,0 0-5 0 0,0 0 36 0 0,0 0 5 0 0,0 0-45 0 0,0 0-53 0 0,0 0-59 0 0,0 0-21 0 0,0 0-37 0 0,0 0 14 0 0,0 0-23 0 0,0 0-75 0 0,0 0 4 0 0,0 0 123 0 0,0 0 5 0 0,0 0-52 0 0,0 0-86 0 0,0 0-34 0 0,0 0-17 0 0,0 0-4 0 0,0 0 26 0 0,0 0 37 0 0,0 0-62 0 0,0 0-50 0 0,0 0 89 0 0,0 0-28 0 0,0 0-31 0 0,0 0 21 0 0,0 0-25 0 0,-1 3-4 0 0,15 33 638 0 0,31 14-223 0 0,24 19 157 0 0,-6 0-538 0 0,1 7-826 0 0,-36-45 192 0 0,-27-30 538 0 0,-1-1-426 0 0,0 0-325 0 0,0 0 695 0 0,0 0 13 0 0,0 0-2 0 0,0 0 0 0 0,0 0 13 0 0,0 0 38 0 0,0 0-48 0 0,0 0-18 0 0,0 0 17 0 0,0 0 52 0 0,0 0-62 0 0,0 0-32 0 0,0 0 4 0 0,0 0 26 0 0,0 0 30 0 0,9 3 362 0 0,-69-14 90 0 0,59 11-482 0 0,1 0-28 0 0,0 0 9 0 0,-33 0-50 0 0,-26 0 1048 0 0,58 0-929 0 0,-37 0 301 0 0,1 0-160 0 0,35 0-185 0 0,-30 0-20 0 0,-18 0 129 0 0,26 9-274 0 0,-22-9 169 0 0,45 0-20 0 0,1 0 6 0 0,-38 0-24 0 0,0 0-78 0 0,36 0 86 0 0,2 0-2 0 0,0 0 34 0 0,-28 4-758 0 0,26-4-1702 0 0,13 6-12374 0 0,-9-4 13237 0 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2:56.563"/>
    </inkml:context>
    <inkml:brush xml:id="br0">
      <inkml:brushProperty name="width" value="0.05" units="cm"/>
      <inkml:brushProperty name="height" value="0.05" units="cm"/>
    </inkml:brush>
  </inkml:definitions>
  <inkml:trace contextRef="#ctx0" brushRef="#br0">0 4 1652 0 0,'0'0'1262'0'0,"0"0"-72"0"0,0 0-90 0 0,0 0-74 0 0,0 0-132 0 0,0 0-98 0 0,0 0-46 0 0,0 0-48 0 0,0 0-13 0 0,0 0-24 0 0,0 0-81 0 0,0 0-19 0 0,0 0-118 0 0,0 0-64 0 0,0 0-44 0 0,0 0-34 0 0,0 0-29 0 0,0 0 40 0 0,0 0 246 0 0,0 0 26 0 0,0 0-57 0 0,0 0-38 0 0,0 0-10 0 0,0 0-47 0 0,0 0-16 0 0,0 0 18 0 0,0 0-38 0 0,0 0-38 0 0,0 0-32 0 0,0 0-9 0 0,0 0-44 0 0,0 0-13 0 0,0 0-65 0 0,22-3 890 0 0,42 25 490 0 0,7-8-1023 0 0,-70-13-512 0 0,40-1 120 0 0,92 0-628 0 0,-131 0 442 0 0,34 0-167 0 0,-35 0 159 0 0,40 0-482 0 0,2 0 232 0 0,-41 0 284 0 0,-2 0-3 0 0,0 0-47 0 0,9-1-215 0 0,4 3-3092 0 0,-64 26-12070 0 0,42-27 13769 0 0</inkml:trace>
  <inkml:trace contextRef="#ctx0" brushRef="#br0" timeOffset="1832.252">53 33 908 0 0,'-17'0'9488'0'0,"17"0"-9427"0"0,0 0 1 0 0,0-1-1 0 0,-1 1 1 0 0,1 0-1 0 0,0 0 1 0 0,0-1 0 0 0,-1 1-1 0 0,1 0 1 0 0,0 0-1 0 0,-1-1 1 0 0,1 1-1 0 0,0 0 1 0 0,-1 0-1 0 0,1 0 1 0 0,0 0 0 0 0,-1-1-1 0 0,1 1 1 0 0,0 0-1 0 0,-1 0 1 0 0,1 0-1 0 0,-1 0 1 0 0,1 0 0 0 0,0 0-1 0 0,-1 0 1 0 0,1 0-1 0 0,0 0 1 0 0,-1 0-1 0 0,1 0 1 0 0,-1 0-1 0 0,1 0 1 0 0,0 1 0 0 0,-1-1-1 0 0,1 0 1 0 0,0 0-1 0 0,-1 0 1 0 0,1 0-1 0 0,0 1 1 0 0,-1-1 0 0 0,1 0-1 0 0,0 0 1 0 0,-1 1-1 0 0,1-1 1 0 0,0 0-1 0 0,0 0 1 0 0,0 1-1 0 0,-1-1 1 0 0,1 0 0 0 0,0 1-1 0 0,0-1 1 0 0,0 0-1 0 0,-1 1 1 0 0,1-1-1 0 0,0 1 1 0 0,0-1 0 0 0,0 0-1 0 0,0 1 1 0 0,0-1-1 0 0,0 0 1 0 0,0 1-1 0 0,0-1 1 0 0,0 1 0 0 0,0-1-1 0 0,0 0 1 0 0,0 1-62 0 0,5 39 929 0 0,-4 70-727 0 0,-1 109-287 0 0,0-217 62 0 0,0-2-15 0 0,0 0 58 0 0,0 0-34 0 0,5 36-116 0 0,-3-33 1725 0 0,64 2 1358 0 0,-66-5-2880 0 0,0 0 9 0 0,43 0 369 0 0,67 0-191 0 0,-109 0-266 0 0,37 0-92 0 0,-36 0 153 0 0,34 0 211 0 0,-35 0-237 0 0,29 0-97 0 0,13 0 14 0 0,-42 0 52 0 0,9 2 45 0 0,9 6-60 0 0,-17-8-9 0 0,-2 0-44 0 0,27 1-1254 0 0,-17 13-472 0 0,-10-14 1004 0 0,-16-1-7307 0 0,-13 1 1827 0 0,18-1 4860 0 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3:00.825"/>
    </inkml:context>
    <inkml:brush xml:id="br0">
      <inkml:brushProperty name="width" value="0.05" units="cm"/>
      <inkml:brushProperty name="height" value="0.05" units="cm"/>
    </inkml:brush>
  </inkml:definitions>
  <inkml:trace contextRef="#ctx0" brushRef="#br0">182 0 1400 0 0,'0'0'888'0'0,"0"0"-102"0"0,0 0-111 0 0,0 0-57 0 0,0 0-79 0 0,0 0-5 0 0,0 0-60 0 0,0 0 23 0 0,0 0-17 0 0,0 0 18 0 0,0 0-58 0 0,0 0-18 0 0,0 0 30 0 0,0 0-60 0 0,0 0 20 0 0,0 0 3 0 0,0 0-71 0 0,0 0-58 0 0,0 0 1 0 0,0 0 60 0 0,0 0-25 0 0,0 0-26 0 0,0 0-51 0 0,0 0 16 0 0,0 0 29 0 0,0 0-102 0 0,0 0-9 0 0,0 0 88 0 0,0 0-38 0 0,0 0-72 0 0,0 0 34 0 0,0 0-14 0 0,0 6-23 0 0,-25 120 318 0 0,-66 23-2480 0 0,59-109-974 0 0,4-18-4215 0 0,23-20 5846 0 0</inkml:trace>
  <inkml:trace contextRef="#ctx0" brushRef="#br0" timeOffset="1215.639">290 8 936 0 0,'0'0'770'0'0,"0"0"7"0"0,0 0-64 0 0,0 0-49 0 0,0 0-102 0 0,0 0 20 0 0,0 0-13 0 0,0 0-31 0 0,0 0-19 0 0,0 0-76 0 0,0 0-36 0 0,0 0-30 0 0,0 0-39 0 0,0 0-30 0 0,0 0-11 0 0,0 0 8 0 0,0 0-32 0 0,0 0-75 0 0,0 0 18 0 0,0 0 19 0 0,1 4-64 0 0,9 207 1753 0 0,-11-131-1598 0 0,1-78-272 0 0,0 29-106 0 0,-3 8 592 0 0,3-37-440 0 0,15-16 747 0 0,112-111-836 0 0,-91 76-2284 0 0,-18 13-7057 0 0,-16 32 7889 0 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3:19.443"/>
    </inkml:context>
    <inkml:brush xml:id="br0">
      <inkml:brushProperty name="width" value="0.05" units="cm"/>
      <inkml:brushProperty name="height" value="0.05" units="cm"/>
    </inkml:brush>
  </inkml:definitions>
  <inkml:trace contextRef="#ctx0" brushRef="#br0">232 20 856 0 0,'0'0'687'0'0,"0"0"-104"0"0,0 0-90 0 0,0 0 20 0 0,0 0-99 0 0,0-3 22 0 0,0-10 0 0 0,0 10-83 0 0,0 3 8 0 0,0 0 6 0 0,0 0-47 0 0,0 0 57 0 0,0 0-64 0 0,0 0-85 0 0,0 0 12 0 0,0 0-46 0 0,0 0 9 0 0,0 0 2 0 0,0 0-38 0 0,0 0-10 0 0,0 0-12 0 0,0 0 34 0 0,0 0-30 0 0,0 0-62 0 0,0 0 41 0 0,0 0 65 0 0,0 0-3 0 0,0 0-2 0 0,0 0-20 0 0,0 0-43 0 0,0 0 6 0 0,0 0-23 0 0,0 0-22 0 0,0 0-17 0 0,0 0 9 0 0,0 0-17 0 0,0 0-38 0 0,0 0 41 0 0,0 0 11 0 0,0 0 3 0 0,0 0-55 0 0,0 0 27 0 0,0 0 31 0 0,0 0 15 0 0,0 0-39 0 0,0 0 10 0 0,0 0 46 0 0,0 0-12 0 0,0 0-1 0 0,0 0 29 0 0,0 0-27 0 0,0 0 17 0 0,0 0-41 0 0,-4 0-32 0 0,3 0-38 0 0,0 1 0 0 0,0-1 0 0 0,0 0 0 0 0,0 0 0 0 0,0 0 0 0 0,0 0 0 0 0,0 1 0 0 0,0-1 0 0 0,0 0 0 0 0,0 1 0 0 0,0-1-1 0 0,0 1 1 0 0,1-1 0 0 0,-1 1 0 0 0,0 0 0 0 0,0-1 0 0 0,0 1 0 0 0,1 0 0 0 0,-1-1 0 0 0,0 1 0 0 0,1 0 0 0 0,-1 0 0 0 0,1 0-1 0 0,-1-1 1 0 0,1 1 0 0 0,-1 0 0 0 0,1 0 0 0 0,0 0 0 0 0,-1 0 0 0 0,1 0 0 0 0,0 0 0 0 0,0 0 0 0 0,0 0 0 0 0,0 0 0 0 0,-1 0 0 0 0,1 0-1 0 0,1 0 1 0 0,-1 0 0 0 0,0 0 0 0 0,0 0 0 0 0,0 0 0 0 0,0 0 0 0 0,1 0 0 0 0,-1 0 0 0 0,0 0 0 0 0,1-1 0 0 0,-1 1 0 0 0,1 0-1 0 0,-1 0 1 0 0,1 0-8 0 0,0 75 362 0 0,-1-35-281 0 0,0-40-60 0 0,-11 31 77 0 0,8 6-69 0 0,3-37-28 0 0,-2 39 143 0 0,-5-27-160 0 0,-15 30-26 0 0,-82 85-1212 0 0,73-113-1595 0 0,6-6-2882 0 0,21-5 4097 0 0</inkml:trace>
  <inkml:trace contextRef="#ctx0" brushRef="#br0" timeOffset="1744.213">350 65 1112 0 0,'0'0'500'0'0,"0"0"-40"0"0,0 0 10 0 0,0 0-52 0 0,0 0-56 0 0,0 0 24 0 0,0 0-65 0 0,0 0 57 0 0,0 0-80 0 0,0 0-5 0 0,0 0-34 0 0,0 0-32 0 0,0 0-87 0 0,0 0 22 0 0,0 0 29 0 0,0 0 31 0 0,0 0-36 0 0,0 0 35 0 0,0 0-88 0 0,0 0 5 0 0,0-3-48 0 0,0-9 38 0 0,0 9 11 0 0,0 3-8 0 0,0 0-45 0 0,0 0 18 0 0,0 0 70 0 0,0 0-8 0 0,0 0-46 0 0,0 0 27 0 0,0 0 8 0 0,0 0-19 0 0,0 0 27 0 0,0 0-62 0 0,0 0-45 0 0,0 0-10 0 0,0 0-6 0 0,0 0 65 0 0,0 0 4 0 0,0 0-30 0 0,0 0 49 0 0,0 0-37 0 0,0 0-11 0 0,0 0 23 0 0,0 0-34 0 0,0 0 55 0 0,0 0-11 0 0,0 0-88 0 0,0 0-24 0 0,0 0 31 0 0,0 0-44 0 0,0 0 34 0 0,0-4-38 0 0,0-10 44 0 0,0 11 24 0 0,0 3-10 0 0,0 0-28 0 0,0 0 60 0 0,0 0-2 0 0,0 0-25 0 0,0 0 2 0 0,0 0-27 0 0,0 0-8 0 0,0 0 16 0 0,0 0 2 0 0,0 0 10 0 0,0 0 6 0 0,0 0-2 0 0,0 0-9 0 0,0 0 13 0 0,0 0-41 0 0,0 0 9 0 0,0 0-10 0 0,0 0 46 0 0,0 0 22 0 0,0 0-26 0 0,0 0-50 0 0,3 0-12 0 0,10 22 20 0 0,-11-2 16 0 0,-1-19-6 0 0,-1 23 4 0 0,0 109 74 0 0,0-17 185 0 0,0-114-302 0 0,0 32 2 0 0,-9-8 371 0 0,16-33 706 0 0,-4 5-246 0 0,-16 7-603 0 0,74-55 1207 0 0,-43 33-1359 0 0,14-17-640 0 0,-14 8-3559 0 0,-2 7-2780 0 0,-14 15 5286 0 0</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3:24.766"/>
    </inkml:context>
    <inkml:brush xml:id="br0">
      <inkml:brushProperty name="width" value="0.05" units="cm"/>
      <inkml:brushProperty name="height" value="0.05" units="cm"/>
    </inkml:brush>
  </inkml:definitions>
  <inkml:trace contextRef="#ctx0" brushRef="#br0">374 20 2184 0 0,'0'-3'1294'0'0,"1"-5"-1484"0"0,6 0 8791 0 0,1 8-7561 0 0,-5 0-522 0 0,-3 0 38 0 0,0 0-27 0 0,0 0-9 0 0,0 0 15 0 0,0 0-45 0 0,0 0-69 0 0,0 0-54 0 0,0 0 19 0 0,0 0-3 0 0,0 0-58 0 0,0 0-7 0 0,0 0-49 0 0,0 0-31 0 0,0 0-21 0 0,0 0-3 0 0,0 0-43 0 0,0 0-33 0 0,0 0-31 0 0,0 0 37 0 0,0 0-6 0 0,0 0 25 0 0,0 0 2 0 0,-21 30 439 0 0,-42 66-254 0 0,-74 75-90 0 0,29-103-2163 0 0,74-60-2771 0 0,6-2-3553 0 0,27-6 6643 0 0,1 0 74 0 0,0 0 33 0 0</inkml:trace>
  <inkml:trace contextRef="#ctx0" brushRef="#br0" timeOffset="692.286">288 222 1520 0 0,'4'14'8262'0'0,"-1"40"-5437"0"0,-3-53-2706 0 0,0 1-17 0 0,0 164 1030 0 0,-15-74-845 0 0,15 2-169 0 0,-8-68-4255 0 0,5-40-2477 0 0,4 9 5076 0 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3:27.577"/>
    </inkml:context>
    <inkml:brush xml:id="br0">
      <inkml:brushProperty name="width" value="0.05" units="cm"/>
      <inkml:brushProperty name="height" value="0.05" units="cm"/>
    </inkml:brush>
  </inkml:definitions>
  <inkml:trace contextRef="#ctx0" brushRef="#br0">52 2 1684 0 0,'-1'-1'52'0'0,"1"1"-1"0"0,-1 0 1 0 0,1 0-1 0 0,-1-1 1 0 0,1 1-1 0 0,-1 0 1 0 0,0 0-1 0 0,1 0 1 0 0,-1 0-1 0 0,1 0 0 0 0,-1 0 1 0 0,1 0-1 0 0,-1 0 1 0 0,0 0-1 0 0,1 0 1 0 0,-1 0-1 0 0,1 1 1 0 0,-1-1-1 0 0,1 0 1 0 0,-1 0-1 0 0,1 1 1 0 0,-1-1-1 0 0,1 0 1 0 0,-1 0-1 0 0,1 1 1 0 0,-1-1-1 0 0,1 0 1 0 0,-1 1-1 0 0,1-1 1 0 0,0 1-1 0 0,-1-1 1 0 0,1 1-1 0 0,0-1 1 0 0,-1 1-1 0 0,1-1 1 0 0,0 1-1 0 0,0-1 1 0 0,-1 1-1 0 0,1-1 1 0 0,0 1-1 0 0,0-1 1 0 0,0 1-1 0 0,0-1 1 0 0,0 1-1 0 0,0 0 0 0 0,0-1 1 0 0,0 1-1 0 0,0-1 1 0 0,0 1-1 0 0,0 0 1 0 0,0 0-52 0 0,0-1-12 0 0,0 3 808 0 0,0-3 0 0 0,0 0-42 0 0,0 0-51 0 0,0 0-94 0 0,0 0-50 0 0,0 0-35 0 0,0 0 4 0 0,0 0-26 0 0,0 0 1 0 0,0 0-70 0 0,0 0 27 0 0,0 0 35 0 0,0 0-120 0 0,0 0 10 0 0,0 0-24 0 0,0 0-30 0 0,0 0 3 0 0,0 0 31 0 0,0 0-62 0 0,0 0-37 0 0,0 0-29 0 0,0 0-20 0 0,0 0 4 0 0,0 0 17 0 0,0 0-21 0 0,0 0-38 0 0,0 0-25 0 0,0 0-7 0 0,0 0 15 0 0,0 0-6 0 0,0 0-15 0 0,0 0-21 0 0,0 0-4 0 0,0 0 6 0 0,0 0 5 0 0,0 0 82 0 0,0 0-68 0 0,0 0-30 0 0,0 0 46 0 0,0 0 7 0 0,0 0-26 0 0,2 5-67 0 0,5 13 36 0 0,28-14 935 0 0,-35-4-949 0 0,0 0-47 0 0,33 0 303 0 0,30-13-51 0 0,13 6-151 0 0,-57 8-289 0 0,25-1-745 0 0,-32-10 408 0 0,31 3-177 0 0,-55 33 916 0 0,-96 120-241 0 0,50-84-297 0 0,-9 12-1052 0 0,-19-25-2705 0 0,54-29-5456 0 0,29-15 8059 0 0</inkml:trace>
  <inkml:trace contextRef="#ctx0" brushRef="#br0" timeOffset="1037.021">226 225 888 0 0,'0'0'1144'0'0,"0"0"-113"0"0,0 0-152 0 0,0 0-58 0 0,0 0-139 0 0,0 0-66 0 0,0 0-17 0 0,0 0-3 0 0,0 0-52 0 0,0 0-51 0 0,0 0-79 0 0,0 0 11 0 0,0 0 17 0 0,0 0-18 0 0,0 0-44 0 0,0 0 4 0 0,0 0-30 0 0,0 0-39 0 0,0 0 3 0 0,0 0 11 0 0,0 0-27 0 0,0 0-7 0 0,0 0 51 0 0,0 0-40 0 0,0 0 21 0 0,0 0-6 0 0,0 0-10 0 0,0 0-10 0 0,0 0-45 0 0,0 0-20 0 0,0 0 2 0 0,0 0-20 0 0,6-1-20 0 0,50 4 793 0 0,-6 19 269 0 0,28 14-704 0 0,-22 1-150 0 0,-50-26 619 0 0,-6-11-1250 0 0,-1 0 1 0 0,1 0 0 0 0,-1-1-1 0 0,1 1 1 0 0,0 0-1 0 0,-1 0 1 0 0,1 0 0 0 0,-1 0-1 0 0,1 0 1 0 0,-1 0-1 0 0,1 0 1 0 0,0 0 0 0 0,-1 0-1 0 0,1 1 1 0 0,-1-1-1 0 0,1 0 1 0 0,-1 0 0 0 0,1 0-1 0 0,0 0 1 0 0,-1 1-1 0 0,1-1 1 0 0,0 0 0 0 0,-1 0-1 0 0,1 1 1 0 0,0-1-1 0 0,-1 0 1 0 0,1 1 0 0 0,0-1-1 0 0,-1 0 1 0 0,1 1 0 0 0,0-1-1 0 0,0 0 1 0 0,-1 1-1 0 0,1-1 1 0 0,0 0 0 0 0,0 1-1 0 0,0-1 1 0 0,0 1-1 0 0,0-1 1 0 0,-1 1 0 0 0,1-1-1 0 0,0 0 1 0 0,0 1-1 0 0,0-1 1 0 0,0 1 0 0 0,0-1-1 0 0,0 1 1 0 0,0-1-1 0 0,1 1 1 0 0,-1-1 0 0 0,0 0-1 0 0,0 1 1 0 0,0-1-1 0 0,0 1 1 0 0,0-1 0 0 0,1 0-1 0 0,-1 1 1 0 0,0-1-1 0 0,0 0 1 0 0,1 1 0 0 0,-1-1-1 0 0,0 0 1 0 0,1 1-1 0 0,-1-1 1 0 0,0 0 0 0 0,1 1-1 0 0,-1-1 1 0 0,1 0 224 0 0,-4-2-1461 0 0,2 2 2 0 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3:32.004"/>
    </inkml:context>
    <inkml:brush xml:id="br0">
      <inkml:brushProperty name="width" value="0.05" units="cm"/>
      <inkml:brushProperty name="height" value="0.05" units="cm"/>
    </inkml:brush>
  </inkml:definitions>
  <inkml:trace contextRef="#ctx0" brushRef="#br0">1 35 1780 0 0,'0'0'1004'0'0,"0"0"-7"0"0,0 0-82 0 0,0 0-26 0 0,0 0-125 0 0,0 0-2 0 0,0 0-38 0 0,0 0-22 0 0,0 0-81 0 0,0 0-31 0 0,0 0-26 0 0,0 0-73 0 0,0 0-29 0 0,0 0-2 0 0,0 0 61 0 0,0 0 8 0 0,0 0-61 0 0,0 0-108 0 0,0 0-54 0 0,0 0-30 0 0,0 0-5 0 0,0 0 86 0 0,0 0 81 0 0,0 0 10 0 0,0 0-51 0 0,0 0-53 0 0,0 0-30 0 0,0 0 4 0 0,0 0-31 0 0,0 0-18 0 0,0 0-45 0 0,0 0 28 0 0,0 0-6 0 0,0 0-53 0 0,0 0-36 0 0,0 0 3 0 0,0 0-3 0 0,0 0-37 0 0,0 0 33 0 0,0 0 9 0 0,0 0-22 0 0,0 0-56 0 0,0 0 4 0 0,0 0 43 0 0,0 0-8 0 0,0 0-32 0 0,0 0 3 0 0,6-4 11 0 0,18-12 17 0 0,13 14 521 0 0,138 2-189 0 0,-136-12-1012 0 0,-13 14-526 0 0,-32 1-5924 0 0,-11 2-1904 0 0,13-2 7331 0 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3:33.567"/>
    </inkml:context>
    <inkml:brush xml:id="br0">
      <inkml:brushProperty name="width" value="0.05" units="cm"/>
      <inkml:brushProperty name="height" value="0.05" units="cm"/>
    </inkml:brush>
  </inkml:definitions>
  <inkml:trace contextRef="#ctx0" brushRef="#br0">17 32 1056 0 0,'-17'7'9275'0'0,"57"6"-3242"0"0,136-8-1724 0 0,-136-5-4369 0 0,-38 0 35 0 0,27 0 258 0 0,21 0-309 0 0,-48 0 66 0 0,25-2 100 0 0,-7-8-369 0 0,-18 10 286 0 0,19-3-525 0 0,20-25 93 0 0,16 25-815 0 0,-40-8 828 0 0,-12 14 323 0 0,-5-3 103 0 0,-37 81 737 0 0,-46 78-667 0 0,31-87-320 0 0,44-56 34 0 0,-1-1 0 0 0,0 0 0 0 0,-1-1 1 0 0,0 0-1 0 0,-1 0 0 0 0,-1-1 0 0 0,0-1 1 0 0,-12 10 201 0 0,17-16-443 0 0,-1 0 1 0 0,1-1 0 0 0,-1-1-1 0 0,0 1 1 0 0,-1-1 0 0 0,1 0 0 0 0,-1-1-1 0 0,0 0 1 0 0,0 0 0 0 0,0-1-1 0 0,-2 0 443 0 0,-47 18-6683 0 0,33-15 3767 0 0,16-2 1461 0 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3:37.181"/>
    </inkml:context>
    <inkml:brush xml:id="br0">
      <inkml:brushProperty name="width" value="0.05" units="cm"/>
      <inkml:brushProperty name="height" value="0.05" units="cm"/>
    </inkml:brush>
  </inkml:definitions>
  <inkml:trace contextRef="#ctx0" brushRef="#br0">95 1 1564 0 0,'-3'0'1040'0'0,"-5"0"99"0"0,7 0 3777 0 0,12 0 7652 0 0,-1 1-9077 0 0,0 0-6758 0 0,56 1 4211 0 0,23 12-631 0 0,7-13-556 0 0,-94-1 232 0 0,27 0-207 0 0,14 0 45 0 0,-42 0 114 0 0,-1 0-58 0 0,23 2-3861 0 0,-46 4-10240 0 0,22-6 12783 0 0</inkml:trace>
  <inkml:trace contextRef="#ctx0" brushRef="#br0" timeOffset="596.523">276 36 1700 0 0,'-8'1'6950'0'0,"8"3"-4347"0"0,0 15-1113 0 0,6 54 922 0 0,-6 82-1013 0 0,-8-152-1370 0 0,4 28-1703 0 0,-12-24-1125 0 0,8-24-6777 0 0,7 14 8066 0 0</inkml:trace>
  <inkml:trace contextRef="#ctx0" brushRef="#br0" timeOffset="1679.985">23 314 1416 0 0,'-22'0'13907'0'0,"122"3"-8233"0"0,6 0-4646 0 0,66-3-884 0 0,-171 0-94 0 0,39 0 90 0 0,-39 0-162 0 0,46 0 18 0 0,-46 0-20 0 0,37 0-350 0 0,-36 0 346 0 0,-2 0-39 0 0,34 0-1017 0 0,-33 0 952 0 0,-1 0-8 0 0,0 0-51 0 0,3 1-235 0 0,13 1-1734 0 0,-23-2-5274 0 0,-12 0 575 0 0,14 1 5377 0 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3:42.533"/>
    </inkml:context>
    <inkml:brush xml:id="br0">
      <inkml:brushProperty name="width" value="0.05" units="cm"/>
      <inkml:brushProperty name="height" value="0.05" units="cm"/>
    </inkml:brush>
  </inkml:definitions>
  <inkml:trace contextRef="#ctx0" brushRef="#br0">180 1 1984 0 0,'0'0'1238'0'0,"0"0"-148"0"0,0 0-139 0 0,0 0-60 0 0,0 0-20 0 0,0 0-79 0 0,0 0-88 0 0,0 0-23 0 0,0 0-91 0 0,0 0-56 0 0,0 0 61 0 0,0 0-122 0 0,0 0-53 0 0,0 0 8 0 0,0 0-46 0 0,0 0 95 0 0,0 0-99 0 0,0 0 0 0 0,0 0 0 0 0,0 0-66 0 0,0 0-116 0 0,0 0-37 0 0,0 0-2 0 0,0 0 47 0 0,9 3 340 0 0,-60 81 1167 0 0,-11 2-1364 0 0,14-30-714 0 0,21-12-153 0 0,89-47 3655 0 0,-61 3-3042 0 0,-1 0 3 0 0,24-1 179 0 0,143-6 340 0 0,-136-4-830 0 0,65 11-522 0 0,-94 0 693 0 0,34 0-643 0 0,-35 0 620 0 0,-1 0-23 0 0,6 0-30 0 0,-5 0 119 0 0,1-1-1 0 0,-1 1 0 0 0,1-1 0 0 0,0 1 1 0 0,-1 0-1 0 0,1 0 0 0 0,-1 0 1 0 0,1 0-1 0 0,0 0 0 0 0,-1 0 1 0 0,1 0-1 0 0,0 1 0 0 0,-1-1 0 0 0,1 1 1 0 0,-1-1-1 0 0,1 1 0 0 0,-1-1 1 0 0,1 1-1 0 0,-1 0 0 0 0,1 0 1 0 0,-1 0-1 0 0,0 0 0 0 0,1 0 0 0 0,-1 0 1 0 0,0 0-1 0 0,0 0 0 0 0,0 0 1 0 0,0 1-1 0 0,0-1 0 0 0,0 0 1 0 0,0 1-1 0 0,0-1 0 0 0,0 1 0 0 0,-1 0 2 0 0,-13 40 54 0 0,-40 140-61 0 0,53-180 32 0 0,0 29 70 0 0,-14-7-9 0 0,14-5-56 0 0,0-17-15 0 0,-2 9-59 0 0,-18 23 196 0 0,-2-6 1543 0 0,-27-60-2055 0 0,-65-22-3537 0 0,60 39 7 0 0,15 6-4486 0 0,36 7 7067 0 0,1 1 106 0 0</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3:45.060"/>
    </inkml:context>
    <inkml:brush xml:id="br0">
      <inkml:brushProperty name="width" value="0.05" units="cm"/>
      <inkml:brushProperty name="height" value="0.05" units="cm"/>
    </inkml:brush>
  </inkml:definitions>
  <inkml:trace contextRef="#ctx0" brushRef="#br0">40 0 2104 0 0,'0'0'989'0'0,"0"0"-116"0"0,0 0-111 0 0,0 0-29 0 0,0 0-34 0 0,0 0-76 0 0,-3 0-40 0 0,-10 0-10 0 0,10 0-41 0 0,3 0-46 0 0,0 0-55 0 0,0 0 26 0 0,0 0-62 0 0,0 0-24 0 0,0 0-50 0 0,0 0-8 0 0,0 0-33 0 0,0 0-39 0 0,0 0-57 0 0,0 0 19 0 0,0 0 32 0 0,0 0 69 0 0,0 0-66 0 0,0 0 15 0 0,-3 0-36 0 0,3 0-192 0 0,-1 0-1 0 0,0 0 1 0 0,0 1 0 0 0,1-1-1 0 0,-1 0 1 0 0,0 0 0 0 0,1 0-1 0 0,-1 1 1 0 0,0-1 0 0 0,1 0-1 0 0,-1 1 1 0 0,1-1 0 0 0,-1 1-1 0 0,1-1 1 0 0,-1 0 0 0 0,0 1-1 0 0,1-1 1 0 0,0 1 0 0 0,-1 0 0 0 0,1-1-1 0 0,-1 1 1 0 0,1-1 0 0 0,0 1-1 0 0,-1 0 1 0 0,1-1 0 0 0,0 1-1 0 0,-1 0 1 0 0,1-1 0 0 0,0 1-1 0 0,0 0 1 0 0,0-1 0 0 0,0 1-1 0 0,0 0 1 0 0,0 0 0 0 0,0-1-1 0 0,0 1 1 0 0,0 0 0 0 0,0-1-1 0 0,0 1 1 0 0,0 0 0 0 0,1-1-1 0 0,-1 1 1 0 0,0 0-25 0 0,-1 18 305 0 0,0-18-203 0 0,1-1 21 0 0,0 32 212 0 0,0 276 601 0 0,9-282-965 0 0,-9 15 149 0 0,0-39-100 0 0,0 36 254 0 0,0 1-341 0 0,0-37 115 0 0,0-2-80 0 0,0 0 20 0 0,0 0 6 0 0,0 0-33 0 0,0 32 539 0 0,1-19-561 0 0,-1 6-258 0 0,-2-19-2759 0 0,-4-12-3702 0 0,3 2 3523 0 0,3 4 1713 0 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3:47.486"/>
    </inkml:context>
    <inkml:brush xml:id="br0">
      <inkml:brushProperty name="width" value="0.05" units="cm"/>
      <inkml:brushProperty name="height" value="0.05" units="cm"/>
    </inkml:brush>
  </inkml:definitions>
  <inkml:trace contextRef="#ctx0" brushRef="#br0">305 1 1428 0 0,'0'0'1233'0'0,"0"0"-180"0"0,0 0-139 0 0,0 0-54 0 0,0 0-15 0 0,0 0-31 0 0,0 0-94 0 0,0 0-100 0 0,0 0-72 0 0,0 0-38 0 0,0 0-70 0 0,0 0 10 0 0,0 0-57 0 0,0 0-11 0 0,0 0-12 0 0,0 0 26 0 0,0 0-66 0 0,0 0 64 0 0,0 0 15 0 0,0 0-112 0 0,0 0-8 0 0,0 0-11 0 0,0 0 31 0 0,0 0-118 0 0,0 0-30 0 0,0 0-22 0 0,0 0 62 0 0,6 8 184 0 0,-29 27 333 0 0,-61 82-151 0 0,-9-6-790 0 0,43-36-35 0 0,38-53 250 0 0,12-20 27 0 0,0-2-17 0 0,0 0-73 0 0,0 0 33 0 0,0 0-16 0 0,0 0 28 0 0,-21 22 241 0 0,-1 12 443 0 0,16-27 322 0 0,12-6 272 0 0,49-9-113 0 0,-53 8-1006 0 0,18-2 319 0 0,20-6-146 0 0,-39 8-289 0 0,40 0 169 0 0,161 0 93 0 0,-201 0-334 0 0,28 0-11 0 0,14 0 167 0 0,-41 0-118 0 0,37 0-219 0 0,2 0-154 0 0,-39 0 418 0 0,-2 0-51 0 0,0 0-17 0 0,0 0 29 0 0,15-3-1842 0 0,-18 4-3882 0 0,-27 12-4937 0 0,24-10 9125 0 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3:49.748"/>
    </inkml:context>
    <inkml:brush xml:id="br0">
      <inkml:brushProperty name="width" value="0.05" units="cm"/>
      <inkml:brushProperty name="height" value="0.05" units="cm"/>
    </inkml:brush>
  </inkml:definitions>
  <inkml:trace contextRef="#ctx0" brushRef="#br0">248 12 1492 0 0,'0'0'1314'0'0,"0"0"-188"0"0,0 0-140 0 0,0 0-89 0 0,0 0-3 0 0,0 0 0 0 0,0 0-130 0 0,0 0-7 0 0,0 0-60 0 0,0 0-90 0 0,0 0-68 0 0,0 0-7 0 0,0 0 41 0 0,0 0-43 0 0,0 0-51 0 0,0 0-14 0 0,0 0 79 0 0,0 0-29 0 0,0 0-51 0 0,8 8 282 0 0,-209 196 1180 0 0,147-153-2313 0 0,54-50 409 0 0,0-1-1 0 0,0 1 0 0 0,0 0 1 0 0,0-1-1 0 0,-1 1 1 0 0,1-1-1 0 0,0 1 0 0 0,0-1 1 0 0,0 1-1 0 0,0-1 1 0 0,0 1-1 0 0,0 0 0 0 0,0-1 1 0 0,0 1-1 0 0,1-1 1 0 0,-1 1-1 0 0,0-1 0 0 0,0 1 1 0 0,0-1-1 0 0,1 1 1 0 0,-1-1-1 0 0,0 1 0 0 0,0-1 1 0 0,1 1-1 0 0,-1-1 0 0 0,1 1 1 0 0,-1-1-1 0 0,0 1 1 0 0,1-1-1 0 0,-1 0 0 0 0,1 1 1 0 0,-1-1-1 0 0,1 0 1 0 0,-1 0-1 0 0,1 1 0 0 0,-1-1 1 0 0,1 0-1 0 0,-1 0 1 0 0,1 1-1 0 0,-1-1 0 0 0,1 0 1 0 0,-1 0-1 0 0,1 0 1 0 0,0 0-1 0 0,-1 0 0 0 0,1 0 1 0 0,-1 0-1 0 0,1 0 1 0 0,-1 0-1 0 0,1 0 0 0 0,-1 0 1 0 0,1-1-22 0 0,11 5 461 0 0,13 6-45 0 0,-1 1 0 0 0,0 1 0 0 0,-1 1 0 0 0,0 1 0 0 0,-1 0 0 0 0,3 5-416 0 0,36 29 35 0 0,-49-41-2438 0 0,-16-18-8324 0 0,5 4 6277 0 0,-3 3 2951 0 0</inkml:trace>
  <inkml:trace contextRef="#ctx0" brushRef="#br0" timeOffset="1164.62">472 36 1556 0 0,'16'-34'6619'0'0,"-14"32"-1703"0"0,-11 18-3031 0 0,-18 10-962 0 0,-54 76 53 0 0,18-34-956 0 0,7-5-724 0 0,21-43-1019 0 0,66-34 3337 0 0,2 16 293 0 0,-32-2-1729 0 0,-1 0 43 0 0,0 0-34 0 0,12 3 65 0 0,47 38 850 0 0,56 61-458 0 0,-104-95-1490 0 0,-11-7-5464 0 0,-15-3-4142 0 0,12 2 8811 0 0</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3:53.124"/>
    </inkml:context>
    <inkml:brush xml:id="br0">
      <inkml:brushProperty name="width" value="0.05" units="cm"/>
      <inkml:brushProperty name="height" value="0.05" units="cm"/>
    </inkml:brush>
  </inkml:definitions>
  <inkml:trace contextRef="#ctx0" brushRef="#br0">1 22 2008 0 0,'0'0'1280'0'0,"0"0"-88"0"0,0 0-113 0 0,0 0-86 0 0,0 0-49 0 0,0 0-23 0 0,0 0-48 0 0,0 0-23 0 0,0 0-63 0 0,0 0-17 0 0,0 0-47 0 0,0 0-60 0 0,0 0 42 0 0,0 0-51 0 0,0 0-81 0 0,0 0-31 0 0,0 0 9 0 0,0 0-49 0 0,0 0-36 0 0,0 0-20 0 0,0 0-8 0 0,24 16 1423 0 0,53 55 503 0 0,32 17-1101 0 0,-60-43-1025 0 0,42 42-116 0 0,-51-44-11 0 0,3 21-16 0 0,-9-18-478 0 0,-34-46 50 0 0,0 0-1 0 0,0 0 0 0 0,0-1 0 0 0,0 1 0 0 0,0 0 0 0 0,0 0 0 0 0,0 0 0 0 0,0 0 0 0 0,0 0 0 0 0,0-1 0 0 0,0 1 0 0 0,0 0 1 0 0,0 0-1 0 0,1 0 0 0 0,-1 0 0 0 0,0 0 0 0 0,0 0 0 0 0,0 0 0 0 0,0 0 0 0 0,0-1 0 0 0,0 1 0 0 0,0 0 0 0 0,1 0 0 0 0,-1 0 334 0 0,-13-13-7673 0 0,1-4 4032 0 0,5 7 2629 0 0,-1-1-511 0 0</inkml:trace>
  <inkml:trace contextRef="#ctx0" brushRef="#br0" timeOffset="1175.441">451 26 1048 0 0,'1'-6'4043'0'0,"1"-14"-112"0"0,0 21-1715 0 0,-3 10 2750 0 0,-9 7-5616 0 0,9-15 1073 0 0,-73 76 258 0 0,-23 18-331 0 0,17-18-720 0 0,16-18-959 0 0,9-2 1077 0 0,14-23 88 0 0,14-1 256 0 0,27-33-1142 0 0,8-14-4804 0 0,-5 3 1419 0 0,-2 6 2789 0 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4:00.922"/>
    </inkml:context>
    <inkml:brush xml:id="br0">
      <inkml:brushProperty name="width" value="0.05" units="cm"/>
      <inkml:brushProperty name="height" value="0.05" units="cm"/>
    </inkml:brush>
  </inkml:definitions>
  <inkml:trace contextRef="#ctx0" brushRef="#br0">18 153 1712 0 0,'0'0'1042'0'0,"0"0"-178"0"0,0 0-70 0 0,0 0-26 0 0,0 0-83 0 0,0 0-94 0 0,0 0-18 0 0,0 0-45 0 0,0 0-24 0 0,-3 0-52 0 0,-8 0 31 0 0,8 0-10 0 0,3 0-41 0 0,0 0-77 0 0,0 0-7 0 0,0 0-42 0 0,0 0-16 0 0,0 0-42 0 0,0 0-28 0 0,0 0 10 0 0,0 0-4 0 0,0 3-26 0 0,0 10 24 0 0,0-10 33 0 0,0-3-1 0 0,0 0-39 0 0,0 0-9 0 0,0 0 14 0 0,0 0-110 0 0,0 0 15 0 0,0 0 27 0 0,0 0-5 0 0,0 0 9 0 0,0 0-21 0 0,0 0-4 0 0,0 0 50 0 0,0 0-32 0 0,0 0-20 0 0,0 0-14 0 0,0 0-16 0 0,0 0-3 0 0,0 0 104 0 0,0 0 12 0 0,0 0-3 0 0,0 0-32 0 0,0 0-88 0 0,0 0-27 0 0,0 0-7 0 0,0 0-6 0 0,3 3 7 0 0,-2-2-77 0 0,-1 0 41 0 0,1-1-1 0 0,-1 1 1 0 0,1 0-1 0 0,-1-1 1 0 0,1 1-1 0 0,0-1 1 0 0,-1 1-1 0 0,1 0 1 0 0,0-1-1 0 0,-1 0 1 0 0,1 1-1 0 0,0-1 1 0 0,0 1-1 0 0,-1-1 1 0 0,1 0-1 0 0,0 0 1 0 0,0 1-1 0 0,0-1 1 0 0,-1 0-1 0 0,1 0 1 0 0,0 0-1 0 0,0 0 1 0 0,0 0-1 0 0,0 0 1 0 0,0 0-1 0 0,-1 0 1 0 0,1 0-1 0 0,0-1 1 0 0,0 1-1 0 0,0 0 1 0 0,-1-1 0 0 0,1 1-1 0 0,0 0 1 0 0,0-1-1 0 0,-1 1 1 0 0,1-1-1 0 0,0 1 1 0 0,-1-1-1 0 0,1 1 1 0 0,0-1-1 0 0,-1 1 1 0 0,1-1-1 0 0,-1 0 1 0 0,1 1-22 0 0,20-9 246 0 0,28-31 163 0 0,5-13-1100 0 0,-14 16-211 0 0,-15 2 50 0 0,-23 32 569 0 0,4 12 993 0 0,2 29 450 0 0,30 42 759 0 0,12-5-965 0 0,16 24-501 0 0,-5-28-501 0 0,15 9 34 0 0,-72-78 551 0 0,14 9-3920 0 0,-1 4-11192 0 0,-13-10 13177 0 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4:08.942"/>
    </inkml:context>
    <inkml:brush xml:id="br0">
      <inkml:brushProperty name="width" value="0.05" units="cm"/>
      <inkml:brushProperty name="height" value="0.05" units="cm"/>
    </inkml:brush>
  </inkml:definitions>
  <inkml:trace contextRef="#ctx0" brushRef="#br0">218 1 964 0 0,'0'0'719'0'0,"0"0"11"0"0,0 0-63 0 0,0 0-52 0 0,0 0-16 0 0,0 0-19 0 0,0 0-50 0 0,0 0-19 0 0,0 0 14 0 0,0 0-27 0 0,0 0 5 0 0,0 0 27 0 0,0 0-36 0 0,0 0-73 0 0,0 0 23 0 0,0 0-34 0 0,0 0-21 0 0,0 0-11 0 0,0 0 14 0 0,0 0-25 0 0,0 0-49 0 0,0 0-54 0 0,0 0 3 0 0,0 0 15 0 0,0 0-35 0 0,0 0 11 0 0,0 0-17 0 0,0 0 17 0 0,0 0 20 0 0,0 0-7 0 0,0 0-47 0 0,0 0 33 0 0,0 0 7 0 0,0 0 9 0 0,0 0-41 0 0,0 0-47 0 0,0 0-13 0 0,0 0 0 0 0,0 0 52 0 0,0 0-27 0 0,0 0-114 0 0,0 0-3 0 0,0 0 113 0 0,0 0 42 0 0,0 0-18 0 0,0 0-31 0 0,1 4-50 0 0,44 74 1098 0 0,-37-67-1299 0 0,-5-7-3396 0 0,-7-3-6873 0 0,3-1 8753 0 0,-1-3 12 0 0</inkml:trace>
  <inkml:trace contextRef="#ctx0" brushRef="#br0" timeOffset="1177.254">6 175 1720 0 0,'-6'1'7192'0'0,"14"2"-3686"0"0,37-3 2611 0 0,-22-2-4451 0 0,145 2 14 0 0,-88 0-2454 0 0,-37 0-628 0 0,-41 0 1312 0 0,-2 0 25 0 0,0 0 7 0 0,34 0-762 0 0,-21-15 670 0 0,-12 15 169 0 0,0 7 110 0 0,-78 84-239 0 0,-13-1-653 0 0,74-73 163 0 0,-1-1-1 0 0,-1-1 1 0 0,0 0 0 0 0,-1-1 0 0 0,-1-2-1 0 0,-16 9 601 0 0,-9-2-10824 0 0,41-17 9469 0 0</inkml:trace>
  <inkml:trace contextRef="#ctx0" brushRef="#br0" timeOffset="1847.11">271 340 1936 0 0,'8'3'9953'0'0,"36"19"-5569"0"0,51 57-2485 0 0,-94-77-1253 0 0,6 3-240 0 0,-4 6-12574 0 0,-11-7 10260 0 0,2-3 500 0 0,2-3-116 0 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4:14.264"/>
    </inkml:context>
    <inkml:brush xml:id="br0">
      <inkml:brushProperty name="width" value="0.05" units="cm"/>
      <inkml:brushProperty name="height" value="0.05" units="cm"/>
    </inkml:brush>
  </inkml:definitions>
  <inkml:trace contextRef="#ctx0" brushRef="#br0">0 235 1860 0 0,'0'0'1139'0'0,"0"0"-40"0"0,0 0-27 0 0,0 0-55 0 0,0 0-112 0 0,0 0 19 0 0,0 0-38 0 0,0 0-44 0 0,0 0-92 0 0,0 0-40 0 0,0 0-36 0 0,0 0-78 0 0,0 0-41 0 0,0 0 49 0 0,0 0-14 0 0,0 0-52 0 0,0 0 6 0 0,0 4-36 0 0,7 26 8599 0 0,-3-21-9985 0 0,26-5 1366 0 0,119-5-446 0 0,-126-10-108 0 0,18 11-198 0 0,-23-11 84 0 0,18 11-295 0 0,-34 0 458 0 0,17-2-1801 0 0,-12-4 1643 0 0,-8 5-4346 0 0,-4 2 506 0 0,-11 3-6066 0 0,15-3 8725 0 0</inkml:trace>
  <inkml:trace contextRef="#ctx0" brushRef="#br0" timeOffset="1134.849">336 56 928 0 0,'-1'-31'8789'0'0,"-2"11"-4396"0"0,11 15-3023 0 0,-7 5-1343 0 0,-1 0-29 0 0,0 198 2263 0 0,0-31-1615 0 0,-9-145-675 0 0,9 193 16 0 0,0-214 112 0 0,0 30 140 0 0,-10 15-1212 0 0,-1-80-10084 0 0,7 18 8067 0 0,5 7 1558 0 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4:18.783"/>
    </inkml:context>
    <inkml:brush xml:id="br0">
      <inkml:brushProperty name="width" value="0.05" units="cm"/>
      <inkml:brushProperty name="height" value="0.05" units="cm"/>
    </inkml:brush>
  </inkml:definitions>
  <inkml:trace contextRef="#ctx0" brushRef="#br0">0 0 1504 0 0,'0'0'1046'0'0,"0"0"-183"0"0,0 0-48 0 0,0 0-37 0 0,0 0-77 0 0,0 0-38 0 0,0 0-38 0 0,0 0 11 0 0,0 0-19 0 0,0 0-82 0 0,0 0-22 0 0,0 0-41 0 0,0 0 6 0 0,0 0-29 0 0,0 0-13 0 0,0 0 49 0 0,0 0-70 0 0,0 0-73 0 0,0 0 44 0 0,0 0-3 0 0,0 0-54 0 0,0 0-42 0 0,0 0-7 0 0,0 0 27 0 0,0 0-60 0 0,0 0 18 0 0,0 0 7 0 0,0 0 47 0 0,0 0-44 0 0,0 0-44 0 0,0 0-23 0 0,0 0-9 0 0,0 4 30 0 0,2 34 2625 0 0,37-34-1656 0 0,44-4-1019 0 0,111 0-954 0 0,-192 0 742 0 0,10 0-88 0 0,3 0 78 0 0,-13 0 74 0 0,1-1-59 0 0,29-10-111 0 0,-31 11 55 0 0,-1 0-9 0 0,0 0-25 0 0,0 0-16 0 0,0 0-52 0 0,0 0-244 0 0,0 0-164 0 0,5 12-1849 0 0,-58 7-10799 0 0,46-17 11809 0 0</inkml:trace>
  <inkml:trace contextRef="#ctx0" brushRef="#br0" timeOffset="1174.37">10 57 1664 0 0,'3'7'7624'0'0,"8"40"-5640"0"0,-3 111-467 0 0,-8-6-1081 0 0,0-150-401 0 0,0-2-31 0 0,-2 22 547 0 0,-4-4 317 0 0,21-25 1265 0 0,66 11-1576 0 0,130-4 494 0 0,-210 0-1139 0 0,35 0-1423 0 0,-34 0 1082 0 0,0 0 190 0 0,-2-8-6953 0 0,-16 2 1087 0 0,12 4 4673 0 0</inkml:trace>
  <inkml:trace contextRef="#ctx0" brushRef="#br0" timeOffset="2137.212">63 253 880 0 0,'-5'7'10907'0'0,"8"-2"-9368"0"0,-3-5-1434 0 0,0 0 5 0 0,0 0-40 0 0,0 0 46 0 0,0 0 27 0 0,0 0-29 0 0,0 0-11 0 0,0 0 63 0 0,0 0 0 0 0,0 0-20 0 0,0 0-30 0 0,5 1 18 0 0,43 10 1242 0 0,-3-6-631 0 0,111-5 185 0 0,-154 0-860 0 0,26 0 137 0 0,-27 0-162 0 0,33 2-776 0 0,-34-2 684 0 0,-1 0 0 0 0,1 1 0 0 0,0-1 0 0 0,0 0-1 0 0,0 0 1 0 0,-1 1 0 0 0,1-1 0 0 0,0 0 0 0 0,0 1 0 0 0,0-1 0 0 0,0 0 0 0 0,0 1 0 0 0,0-1 0 0 0,0 0 0 0 0,0 1 0 0 0,0-1 0 0 0,0 0 0 0 0,0 1 0 0 0,0-1 0 0 0,0 0 0 0 0,0 1 0 0 0,0-1 0 0 0,0 0 0 0 0,0 1 0 0 0,0-1 0 0 0,0 0 0 0 0,0 0 0 0 0,0 1 0 0 0,0-1 0 0 0,1 0 0 0 0,-1 1 0 0 0,0-1 0 0 0,0 0 0 0 0,0 0 0 0 0,1 1 0 0 0,-1-1 0 0 0,0 0 0 0 0,0 0 0 0 0,1 1 0 0 0,-1-1 0 0 0,0 0 0 0 0,0 0 0 0 0,1 0 0 0 0,-1 0 0 0 0,0 1-1 0 0,1-1 1 0 0,-1 0 0 0 0,0 0 0 0 0,1 0 0 0 0,-1 0 0 0 0,0 0 0 0 0,1 0 0 0 0,-1 0 0 0 0,0 0 0 0 0,1 0 0 0 0,-1 0 0 0 0,0 0 0 0 0,1 0 0 0 0,-1 0 0 0 0,0 0 0 0 0,1 0 0 0 0,-1 0 0 0 0,0 0 0 0 0,1-1 0 0 0,-1 1 0 0 0,0 0 0 0 0,1 0 47 0 0,-27 13-10839 0 0,21-11 9328 0 0</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4:29.346"/>
    </inkml:context>
    <inkml:brush xml:id="br0">
      <inkml:brushProperty name="width" value="0.05" units="cm"/>
      <inkml:brushProperty name="height" value="0.05" units="cm"/>
    </inkml:brush>
  </inkml:definitions>
  <inkml:trace contextRef="#ctx0" brushRef="#br0">34 20 1784 0 0,'0'0'884'0'0,"0"0"-128"0"0,0 0-40 0 0,0 0-53 0 0,0 0-89 0 0,0 0-68 0 0,0 0-40 0 0,0 0-26 0 0,0 0 21 0 0,0 0-80 0 0,0 0-29 0 0,0 0-17 0 0,0 0-42 0 0,0 0-5 0 0,0 0-7 0 0,0 0 1 0 0,0 0 19 0 0,0 0-66 0 0,0 0-19 0 0,0 0 39 0 0,0 0-22 0 0,0 0-14 0 0,0 0 6 0 0,0 0-33 0 0,0 0-25 0 0,0 0 34 0 0,0 0-11 0 0,0 0 13 0 0,0 0-18 0 0,0 0-9 0 0,0 0 13 0 0,0 0 14 0 0,0 0-24 0 0,0 0-35 0 0,0 0-20 0 0,0 0-16 0 0,0 0 36 0 0,0 0 2 0 0,0 0-89 0 0,0 0 44 0 0,0 0-13 0 0,0 0 23 0 0,0-3-15 0 0,0-10-31 0 0,0 9 41 0 0,0 4-44 0 0,0 0-6 0 0,0 0-18 0 0,0 0 68 0 0,0 0 58 0 0,0 0-82 0 0,0 0 6 0 0,0 0 12 0 0,0 0 21 0 0,0 0 24 0 0,0 0-13 0 0,0 0-98 0 0,0 0 3 0 0,0 0 56 0 0,0 0 21 0 0,0 0-4 0 0,0 0-10 0 0,0 0 0 0 0,0 0 11 0 0,0 0 61 0 0,0 0-30 0 0,0 0-126 0 0,-4 2-2 0 0,3-2-13 0 0,0 1 1 0 0,0-1-1 0 0,1 0 0 0 0,-1 1 0 0 0,0-1 1 0 0,0 1-1 0 0,0-1 0 0 0,1 1 1 0 0,-1 0-1 0 0,0-1 0 0 0,0 1 0 0 0,1 0 1 0 0,-1-1-1 0 0,1 1 0 0 0,-1 0 0 0 0,0 0 1 0 0,1 0-1 0 0,0-1 0 0 0,-1 1 0 0 0,1 0 1 0 0,-1 0-1 0 0,1 0 0 0 0,0 0 0 0 0,0 0 1 0 0,0 0-1 0 0,-1 0 0 0 0,1 0 0 0 0,0 0 1 0 0,0 0-1 0 0,0 0 0 0 0,0 0 0 0 0,1 0 1 0 0,-1 0-1 0 0,0-1 0 0 0,0 1 1 0 0,1 1-2 0 0,-4 262 313 0 0,3-262-235 0 0,0 32 72 0 0,0 5-294 0 0,0-38 125 0 0,0-1 64 0 0,0 12 114 0 0,0 4-105 0 0,0-14-51 0 0,0-2-32 0 0,0 0-38 0 0,0 0 11 0 0,0 11-35 0 0,-12 12 1232 0 0,46-34 1672 0 0,-3 10-2382 0 0,-30 1-374 0 0,-1 0-22 0 0,73-20 423 0 0,31-6-326 0 0,-103 26-160 0 0,-1 0 35 0 0,0 0 10 0 0,45 0-70 0 0,-44 0 47 0 0,1 0 3 0 0,62 0-89 0 0,-63 0 118 0 0,10 0 29 0 0,35 0-355 0 0,-39 11 283 0 0,-6-11-7 0 0,9 0-316 0 0,8 11-1272 0 0,-35 2-15549 0 0,13-11 15593 0 0</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4:33.559"/>
    </inkml:context>
    <inkml:brush xml:id="br0">
      <inkml:brushProperty name="width" value="0.05" units="cm"/>
      <inkml:brushProperty name="height" value="0.05" units="cm"/>
    </inkml:brush>
  </inkml:definitions>
  <inkml:trace contextRef="#ctx0" brushRef="#br0">97 117 928 0 0,'0'0'1106'0'0,"0"0"-88"0"0,0 0-52 0 0,0 0-130 0 0,0 0-65 0 0,0 0-51 0 0,0 0-46 0 0,0 0-3 0 0,0 0-58 0 0,0 0 33 0 0,0 0 24 0 0,0 0-122 0 0,0 0 23 0 0,0 0-40 0 0,0 0-65 0 0,0 0-39 0 0,0 0-23 0 0,0 0 0 0 0,0 0 36 0 0,0 0-45 0 0,0 0-56 0 0,0 0-8 0 0,0 0-19 0 0,0 0 10 0 0,0 0-23 0 0,0 0-3 0 0,0 0-23 0 0,0 0-36 0 0,0 0-47 0 0,0 0-4 0 0,0 0-12 0 0,0 0-8 0 0,0 0 3 0 0,0 0 23 0 0,0 0 0 0 0,0 0-39 0 0,0 0-15 0 0,0 0-64 0 0,0 0-24 0 0,0 0 11 0 0,0 0 66 0 0,0 0 58 0 0,0 0-8 0 0,0 0-35 0 0,2-1 11 0 0,132-3 1903 0 0,10 4-2556 0 0,-114-15 169 0 0,-29 15 241 0 0,-1 0 58 0 0,0 0 23 0 0,0 0-34 0 0,30 0-509 0 0,22 8-44 0 0,-62 67 978 0 0,-24 141-450 0 0,34-126 1257 0 0,-10-87-1102 0 0,4 2-66 0 0,-17-12-356 0 0,-34-39-1172 0 0,14 24-4864 0 0,9 21-3353 0 0,25 1 8380 0 0</inkml:trace>
  <inkml:trace contextRef="#ctx0" brushRef="#br0" timeOffset="882.438">301 0 1224 0 0,'0'0'942'0'0,"0"0"-94"0"0,0 0-54 0 0,0 0-105 0 0,0 0-110 0 0,0 0-16 0 0,0 0-16 0 0,0 0-23 0 0,0 0-87 0 0,0 0-10 0 0,0 0 17 0 0,0 0 28 0 0,0 0-43 0 0,0 0-33 0 0,0 0 33 0 0,0 0-42 0 0,0 0-16 0 0,0 0 5 0 0,0 0-34 0 0,2 4-12 0 0,1 47 1279 0 0,-6-32-1402 0 0,0 0 0 0 0,-1 0 0 0 0,0-1 1 0 0,-2 1-1 0 0,0-1 0 0 0,-2 0 0 0 0,0-1 1 0 0,-7 13-208 0 0,4-14-261 0 0,1-1 0 0 0,-2-1 0 0 0,0 1 0 0 0,-1-2-1 0 0,-1 0 1 0 0,0 0 0 0 0,-8 5 261 0 0,-68 44-6482 0 0,55-48 3464 0 0,19-11 1621 0 0</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4:38.020"/>
    </inkml:context>
    <inkml:brush xml:id="br0">
      <inkml:brushProperty name="width" value="0.05" units="cm"/>
      <inkml:brushProperty name="height" value="0.05" units="cm"/>
    </inkml:brush>
  </inkml:definitions>
  <inkml:trace contextRef="#ctx0" brushRef="#br0">1 6 1540 0 0,'0'0'1070'0'0,"0"0"-106"0"0,0 0-138 0 0,0 0-21 0 0,0 0-31 0 0,0 0-98 0 0,0 0-41 0 0,0 0 14 0 0,0 0-9 0 0,0 0-47 0 0,0 0-55 0 0,0 0-48 0 0,0 0-18 0 0,0 0-42 0 0,0 0 48 0 0,0 0-74 0 0,0 0-49 0 0,0 0 16 0 0,0 0-35 0 0,0 0 44 0 0,0 0 7 0 0,0 0 62 0 0,0 0-18 0 0,0 0-35 0 0,0 0-6 0 0,0 0-68 0 0,0 0-48 0 0,0 0 43 0 0,0 0-3 0 0,0 0-96 0 0,0 0 41 0 0,0 0 36 0 0,0 0-47 0 0,0 0-11 0 0,0 0-19 0 0,0 0 62 0 0,0 0-13 0 0,0 0-45 0 0,0 0 36 0 0,0 0-2 0 0,22-3 925 0 0,113 0 480 0 0,-133 3-1629 0 0,10 0-13 0 0,3 0-158 0 0,-13 0 93 0 0,32 0-1591 0 0,-32 0 1231 0 0,-2 0-117 0 0,0 0 348 0 0,0 0-1 0 0,0 1 1 0 0,0-1-1 0 0,0 0 0 0 0,0 0 1 0 0,-1 0-1 0 0,1 1 0 0 0,0-1 1 0 0,0 0-1 0 0,0 0 0 0 0,0 1 1 0 0,0-1-1 0 0,0 0 0 0 0,1 0 1 0 0,-1 0-1 0 0,0 1 1 0 0,0-1-1 0 0,0 0 0 0 0,0 0 1 0 0,0 0-1 0 0,0 1 0 0 0,0-1 1 0 0,0 0-1 0 0,0 0 0 0 0,1 0 1 0 0,-1 1-1 0 0,0-1 0 0 0,0 0 1 0 0,0 0-1 0 0,0 0 1 0 0,0 0-1 0 0,1 0 0 0 0,-1 1 1 0 0,0-1-1 0 0,0 0 0 0 0,0 0 1 0 0,1 0-1 0 0,-1 0 0 0 0,0 0 1 0 0,0 0-1 0 0,0 0 0 0 0,1 0 1 0 0,-1 0-1 0 0,0 0 176 0 0,-23 10-9610 0 0,18-7 8330 0 0</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4:39.364"/>
    </inkml:context>
    <inkml:brush xml:id="br0">
      <inkml:brushProperty name="width" value="0.05" units="cm"/>
      <inkml:brushProperty name="height" value="0.05" units="cm"/>
    </inkml:brush>
  </inkml:definitions>
  <inkml:trace contextRef="#ctx0" brushRef="#br0">11 0 1216 0 0,'-4'0'7350'0'0,"-2"3"-1683"0"0,17-3-2163 0 0,46 0-517 0 0,-56-1-2832 0 0,30 1 467 0 0,120 0 207 0 0,-77 0-918 0 0,-42 0-85 0 0,-30 0 128 0 0,35 0-857 0 0,17 0-735 0 0,-41-1 1706 0 0,-62 104 387 0 0,-25 2-772 0 0,22-29-983 0 0,46-71 1050 0 0,2-1-50 0 0,-1-1 0 0 0,0 1 0 0 0,0-1 0 0 0,0 0 0 0 0,0 0 0 0 0,-1 0 0 0 0,1-1 0 0 0,-1 1 0 0 0,0-1 0 0 0,1-1 0 0 0,-1 1 0 0 0,0-1 0 0 0,0 0 0 0 0,0-1 300 0 0,-33-1-7775 0 0,-6-9 4976 0 0,25 4 1229 0 0</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4:42.437"/>
    </inkml:context>
    <inkml:brush xml:id="br0">
      <inkml:brushProperty name="width" value="0.05" units="cm"/>
      <inkml:brushProperty name="height" value="0.05" units="cm"/>
    </inkml:brush>
  </inkml:definitions>
  <inkml:trace contextRef="#ctx0" brushRef="#br0">37 9 1600 0 0,'0'0'1016'0'0,"0"0"-75"0"0,0 0-46 0 0,0 0-23 0 0,0 0-51 0 0,0 0-26 0 0,0 0-8 0 0,0 0-26 0 0,0 0-49 0 0,0 0 42 0 0,0 0-69 0 0,0 0-84 0 0,0 0-41 0 0,0 0 26 0 0,0 0-16 0 0,0 0 83 0 0,0 0 76 0 0,0 0-87 0 0,0 0-73 0 0,0 0 4 0 0,0 0 1 0 0,0 0-40 0 0,0 0-73 0 0,0 0-23 0 0,0 0-7 0 0,0 0-62 0 0,0 0 8 0 0,0 0-8 0 0,0 0-24 0 0,0 0-44 0 0,0 0-7 0 0,0 0 10 0 0,0 0-35 0 0,0 0-57 0 0,0 0 11 0 0,0 0 4 0 0,0 0-28 0 0,0 0-9 0 0,0 0-21 0 0,0 0 56 0 0,0 0-14 0 0,0 0-46 0 0,0 0-9 0 0,0 0 4 0 0,0 0-32 0 0,0 0-47 0 0,0 0 34 0 0,5-9 211 0 0,70 20 490 0 0,-75-11-831 0 0,21 0 12 0 0,212 0-1253 0 0,-227-9-2856 0 0,-63 18-12138 0 0,56-9 14743 0 0</inkml:trace>
  <inkml:trace contextRef="#ctx0" brushRef="#br0" timeOffset="1211.37">1 28 1576 0 0,'3'-2'7536'0'0,"1"25"-4614"0"0,7 29-1623 0 0,-10-51-1243 0 0,-1 3-14 0 0,3 199 1100 0 0,-3-201-1134 0 0,0-1-1 0 0,-8 57 762 0 0,8-45 534 0 0,-1-13-1159 0 0,1 0-1 0 0,0-1 1249 0 0,22-4 511 0 0,21 2-1332 0 0,-42 3-483 0 0,31 0 209 0 0,200 0-930 0 0,-231 0 556 0 0,39-1-2875 0 0,-31-2 3104 0 0,-10-5-4496 0 0,-22-7-4328 0 0,17 14 7248 0 0,-2-1 136 0 0</inkml:trace>
  <inkml:trace contextRef="#ctx0" brushRef="#br0" timeOffset="2229.665">42 180 1804 0 0,'-3'4'8372'0'0,"12"9"-6172"0"0,-7-11-1464 0 0,-1-2-482 0 0,-1 0-2 0 0,0 0 31 0 0,0 0-6 0 0,0 0-37 0 0,0 0-1 0 0,0 0-80 0 0,0 0 15 0 0,3 2 26 0 0,12 2 344 0 0,1-1-1 0 0,-1 0 1 0 0,1-2 0 0 0,-1 1 0 0 0,1-2-1 0 0,0 0 1 0 0,14-2-544 0 0,16 1 195 0 0,-44 1-226 0 0,34 0 111 0 0,-35 0-138 0 0,54 0-124 0 0,-54 0 189 0 0,-1 0-47 0 0,0 0 71 0 0,0 0 22 0 0,11 0-1181 0 0,1-1 65 0 0,-19-1-3633 0 0,-24-7-2874 0 0,16 2 6176 0 0,-1 3 26 0 0</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4:56.098"/>
    </inkml:context>
    <inkml:brush xml:id="br0">
      <inkml:brushProperty name="width" value="0.05" units="cm"/>
      <inkml:brushProperty name="height" value="0.05" units="cm"/>
    </inkml:brush>
  </inkml:definitions>
  <inkml:trace contextRef="#ctx0" brushRef="#br0">22 21 1404 0 0,'0'0'1052'0'0,"0"0"-122"0"0,0 0-133 0 0,0 0-111 0 0,0 0-37 0 0,0 0-8 0 0,0 0 9 0 0,0 0-70 0 0,0 0-116 0 0,0 0-4 0 0,0 0 25 0 0,0 0-35 0 0,0 0-32 0 0,0 0-78 0 0,0 0-36 0 0,0 0-24 0 0,0 0 28 0 0,0 0-4 0 0,0 0-22 0 0,0 0-17 0 0,0 0 18 0 0,0 0-18 0 0,0 0 17 0 0,0 0-28 0 0,0 0-42 0 0,0 0 41 0 0,0 0-20 0 0,0 0 18 0 0,0 0-17 0 0,0 0-16 0 0,0 3-57 0 0,0 10 42 0 0,0-9-8 0 0,0-4-12 0 0,0 0-75 0 0,-4 6-44 0 0,-11 21 41 0 0,13 29 899 0 0,2 206-721 0 0,0-185-528 0 0,0-75 190 0 0,0 30 216 0 0,3-2-3804 0 0,-6-62-5866 0 0,5 25 7980 0 0</inkml:trace>
  <inkml:trace contextRef="#ctx0" brushRef="#br0" timeOffset="2401.727">35 97 1324 0 0,'-3'-13'8411'0'0,"3"12"-7412"0"0,1-4 797 0 0,6 7 2304 0 0,20 14-3700 0 0,10 22 1022 0 0,5 16-912 0 0,-14-19-255 0 0,6 8-117 0 0,-12-16 17 0 0,-21-27-159 0 0,-1 0-1 0 0,0-1 0 0 0,0 1 0 0 0,0 0 0 0 0,0-1 1 0 0,0 1-1 0 0,0 0 0 0 0,1 0 0 0 0,-1-1 0 0 0,0 1 1 0 0,0 0-1 0 0,0 0 0 0 0,0-1 0 0 0,1 1 0 0 0,-1 0 1 0 0,0 0-1 0 0,0 0 0 0 0,1 0 0 0 0,-1-1 0 0 0,0 1 1 0 0,1 0-1 0 0,-1 0 0 0 0,0 0 0 0 0,0 0 0 0 0,1 0 1 0 0,-1 0-1 0 0,0 0 0 0 0,1 0 0 0 0,-1 0 0 0 0,0 0 1 0 0,0 0-1 0 0,1 0 0 0 0,-1 0 0 0 0,0 0 0 0 0,1 0 0 0 0,-1 0 1 0 0,0 0-1 0 0,1 0 0 0 0,-1 0 0 0 0,0 0 0 0 0,0 0 1 0 0,1 0-1 0 0,-1 1 0 0 0,0-1 0 0 0,0 0 0 0 0,1 0 1 0 0,-1 0-1 0 0,0 0 0 0 0,0 1 5 0 0,2-3 148 0 0,30-53-286 0 0,46-33-226 0 0,-27 32 43 0 0,-9 12-837 0 0,-15 9 700 0 0,-16 26 119 0 0,-17 81 970 0 0,8-68-597 0 0,-1 45 290 0 0,-1 16-462 0 0,0 82 203 0 0,0-146-37 0 0,0 33-171 0 0,0 24 235 0 0,0-56-135 0 0,-3 30 68 0 0,-4 4 305 0 0,4 4-876 0 0,0-46-2777 0 0,-10-14-7753 0 0,13 18 9539 0 0</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5:14.855"/>
    </inkml:context>
    <inkml:brush xml:id="br0">
      <inkml:brushProperty name="width" value="0.05" units="cm"/>
      <inkml:brushProperty name="height" value="0.05" units="cm"/>
    </inkml:brush>
  </inkml:definitions>
  <inkml:trace contextRef="#ctx0" brushRef="#br0">6 1 1316 0 0,'0'0'1319'0'0,"0"0"-198"0"0,0 0-168 0 0,0 0-23 0 0,0 0-56 0 0,0 0-108 0 0,0 0-90 0 0,0 0 8 0 0,0 0-117 0 0,0 0-65 0 0,0 0 12 0 0,-2 3-13 0 0,-1 30 2131 0 0,15 55-210 0 0,-1-20-1775 0 0,-10-57-415 0 0,-1 7 79 0 0,0-11-224 0 0,0-3-47 0 0,0 243 1055 0 0,0-144-4405 0 0,0-103 2545 0 0,-12 12-1846 0 0,8-13-4564 0 0,3-2 5674 0 0,-1 1 30 0 0</inkml:trace>
  <inkml:trace contextRef="#ctx0" brushRef="#br0" timeOffset="1278.045">17 26 840 0 0,'-7'3'11112'0'0,"24"4"-6599"0"0,31-1-2436 0 0,-47-6-1946 0 0,-1 0-12 0 0,34 0 452 0 0,150 0 107 0 0,-183 0-702 0 0,28 0-491 0 0,4-1 271 0 0,-9-3-991 0 0,-16 16 1359 0 0,-9 14 329 0 0,2 10-233 0 0,-1-35-242 0 0,0 22 253 0 0,0-5-286 0 0,0-7-17 0 0,0 2 37 0 0,0 7-363 0 0,0 25-1663 0 0,0-43 1555 0 0,-6 35-9355 0 0,6-37 10461 0 0,-4 8-3741 0 0,1-6 1637 0 0</inkml:trace>
  <inkml:trace contextRef="#ctx0" brushRef="#br0" timeOffset="2141.604">68 283 1192 0 0,'-6'-1'10222'0'0,"65"-1"-4304"0"0,-58 2-5770 0 0,-1 0-40 0 0,11 0 280 0 0,186 0 428 0 0,-196 0-838 0 0,35 0-286 0 0,-34 0 152 0 0,32-8-2083 0 0,-63 10-10761 0 0,24-2 11577 0 0</inkml:trace>
  <inkml:trace contextRef="#ctx0" brushRef="#br0" timeOffset="3102.218">198 339 1212 0 0,'-1'-3'8327'0'0,"1"-7"-3571"0"0,6 13-1695 0 0,73 101-2772 0 0,-4-18-376 0 0,-34-35-170 0 0,-14-16 294 0 0,-16-24-314 0 0,-4-1-2737 0 0,-18-11-2092 0 0,-13-7-1519 0 0,19 3 5185 0 0</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5:19.928"/>
    </inkml:context>
    <inkml:brush xml:id="br0">
      <inkml:brushProperty name="width" value="0.05" units="cm"/>
      <inkml:brushProperty name="height" value="0.05" units="cm"/>
    </inkml:brush>
  </inkml:definitions>
  <inkml:trace contextRef="#ctx0" brushRef="#br0">64 22 1140 0 0,'0'0'1102'0'0,"0"0"-78"0"0,0 0-172 0 0,0 0-98 0 0,0 0-65 0 0,0 0-5 0 0,0 0-78 0 0,0 0-64 0 0,0 0-42 0 0,0 0-10 0 0,0 0 28 0 0,0 0-31 0 0,0 0-53 0 0,0 0-46 0 0,-4 1 26 0 0,2 0-267 0 0,0 0 0 0 0,0 0 1 0 0,0 1-1 0 0,0-1 0 0 0,1 0 1 0 0,-1 1-1 0 0,1 0 0 0 0,-1-1 1 0 0,1 1-1 0 0,-1 0 0 0 0,1 0 1 0 0,0-1-1 0 0,0 1 0 0 0,0 0 0 0 0,0 0 1 0 0,0 1-1 0 0,0-1 0 0 0,1 0 1 0 0,-1 0-1 0 0,1 0 0 0 0,-1 0 1 0 0,1 1-1 0 0,0-1 0 0 0,0 0 1 0 0,0 0-1 0 0,0 1 0 0 0,0-1 1 0 0,1 0-148 0 0,-1 87 1775 0 0,-20-1-1217 0 0,12 6 236 0 0,8-93-694 0 0,0 31 98 0 0,-1 10-21 0 0,0-14-144 0 0,1-8-30 0 0,1-1 2 0 0,0-7 5 0 0,-1 23 36 0 0,-2-22-1858 0 0,-1-20-3880 0 0,6-24-2410 0 0,-1 24 6676 0 0</inkml:trace>
  <inkml:trace contextRef="#ctx0" brushRef="#br0" timeOffset="1345.165">39 23 968 0 0,'-7'-12'11841'0'0,"67"2"-5985"0"0,38 9-5131 0 0,-34 2-359 0 0,23-1-764 0 0,-86 0 374 0 0,36 0-286 0 0,-36 0 342 0 0,-1 0 10 0 0,42 7-218 0 0,-50 96 200 0 0,8-101-32 0 0,0 22 29 0 0,0 32-834 0 0,0-19-2864 0 0,0-35 2591 0 0,-22 14-3528 0 0,15-22-1283 0 0,5 3 4337 0 0</inkml:trace>
  <inkml:trace contextRef="#ctx0" brushRef="#br0" timeOffset="2321.261">35 249 1796 0 0,'-11'0'9681'0'0,"18"0"-5482"0"0,55-1-2657 0 0,-61 1-1504 0 0,34 0 74 0 0,39-3 212 0 0,-2-14-124 0 0,-10 17-10 0 0,-60 0-245 0 0,27 0 172 0 0,-14 0 15 0 0,-13 0-134 0 0,-2 0-182 0 0,0 0-70 0 0,0 0-62 0 0,0 0-24 0 0,0 0-31 0 0,2 1-93 0 0,0-1 406 0 0,2 7-4367 0 0,-17 1-4650 0 0,11-6 7388 0 0</inkml:trace>
  <inkml:trace contextRef="#ctx0" brushRef="#br0" timeOffset="3077.414">245 228 1712 0 0,'0'1'7772'0'0,"29"38"-2801"0"0,-2-4-3462 0 0,42 84-269 0 0,-44-74-1317 0 0,-13-22 24 0 0,-3-9 108 0 0,10 19 236 0 0,8 10-176 0 0,-35-48-7764 0 0,-8-8 175 0 0,11 9 5978 0 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5:25.978"/>
    </inkml:context>
    <inkml:brush xml:id="br0">
      <inkml:brushProperty name="width" value="0.05" units="cm"/>
      <inkml:brushProperty name="height" value="0.05" units="cm"/>
    </inkml:brush>
  </inkml:definitions>
  <inkml:trace contextRef="#ctx0" brushRef="#br0">1 0 1540 0 0,'0'0'1072'0'0,"0"0"-116"0"0,0 0-157 0 0,0 0-50 0 0,0 0 2 0 0,0 0-39 0 0,0 0-85 0 0,0 0-6 0 0,0 0-64 0 0,0 0 10 0 0,0 3-55 0 0,0 45 2460 0 0,0-46-2606 0 0,0 10 467 0 0,0 409 2111 0 0,0-420-2859 0 0,0 11-61 0 0,0-1 15 0 0,-1 2-120 0 0,2-4 4 0 0,1 0 24 0 0,0-3 49 0 0,-1-5 74 0 0,4 8 997 0 0,8-9 621 0 0,1-1-1419 0 0,23 3 95 0 0,-36-2-296 0 0,28 0 19 0 0,199 0-54 0 0,-227 0-143 0 0,28-21-3743 0 0,-51-7-8249 0 0,17 23 10694 0 0,1 0-80 0 0</inkml:trace>
  <inkml:trace contextRef="#ctx0" brushRef="#br0" timeOffset="865.05">33 15 904 0 0,'0'0'1154'0'0,"0"0"-155"0"0,-17-3 7939 0 0,9 5-4740 0 0,13-2-2145 0 0,159 3-150 0 0,-112 15-1791 0 0,41-17-1478 0 0,-93-1 1305 0 0,0 0 1 0 0,0 0-1 0 0,-1 0 0 0 0,1 0 0 0 0,0 0 1 0 0,-1 0-1 0 0,1 0 0 0 0,0 1 1 0 0,0-1-1 0 0,0 0 0 0 0,-1 0 0 0 0,1 0 1 0 0,0 0-1 0 0,0 1 0 0 0,0-1 0 0 0,-1 0 1 0 0,1 0-1 0 0,0 1 0 0 0,0-1 1 0 0,0 0-1 0 0,0 0 0 0 0,0 1 0 0 0,0-1 1 0 0,-1 0-1 0 0,1 0 0 0 0,0 1 1 0 0,0-1-1 0 0,0 0 0 0 0,0 1 0 0 0,0-1 1 0 0,0 0-1 0 0,0 0 0 0 0,0 1 0 0 0,0-1 1 0 0,0 0-1 0 0,0 0 0 0 0,1 1 1 0 0,-1-1-1 0 0,0 0 0 0 0,0 1 0 0 0,0-1 1 0 0,0 0-1 0 0,0 0 0 0 0,0 1 1 0 0,1-1-1 0 0,-1 0 0 0 0,0 0 0 0 0,0 0 1 0 0,0 1-1 0 0,1-1 0 0 0,-1 0 0 0 0,0 0 1 0 0,0 0-1 0 0,0 0 0 0 0,1 1 1 0 0,-1-1-1 0 0,0 0 0 0 0,1 0 0 0 0,-1 0 1 0 0,0 0-1 0 0,0 0 0 0 0,1 0 1 0 0,-1 0-1 0 0,0 0 0 0 0,0 0 0 0 0,1 0 1 0 0,-1 0 60 0 0,-39 11-11252 0 0,34-9 9877 0 0</inkml:trace>
  <inkml:trace contextRef="#ctx0" brushRef="#br0" timeOffset="1695.168">52 265 988 0 0,'-13'5'7669'0'0,"7"-3"-1107"0"0,76-7-2194 0 0,-68 5-4233 0 0,20 0 172 0 0,129 0 587 0 0,-149 0-928 0 0,16 2-1156 0 0,-17 6-848 0 0,-24-8-10480 0 0,13-1 9733 0 0,5 0 1547 0 0</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5:57.058"/>
    </inkml:context>
    <inkml:brush xml:id="br0">
      <inkml:brushProperty name="width" value="0.05" units="cm"/>
      <inkml:brushProperty name="height" value="0.05" units="cm"/>
    </inkml:brush>
  </inkml:definitions>
  <inkml:trace contextRef="#ctx0" brushRef="#br0">28 10 1008 0 0,'0'0'1193'0'0,"0"0"-160"0"0,0 0-75 0 0,0 0-113 0 0,0 0-24 0 0,0 0-76 0 0,0 0-100 0 0,0 0-26 0 0,0 0-10 0 0,0 0-19 0 0,0 0-52 0 0,0 0 4 0 0,0 0-1 0 0,0 0 44 0 0,0 0-61 0 0,0 0-15 0 0,0 0-37 0 0,0 0-51 0 0,0 0-28 0 0,0 0 26 0 0,0 0-27 0 0,0 0-42 0 0,-4 0-15 0 0,3 0-336 0 0,1 0 22 0 0,-1-1 0 0 0,0 1 1 0 0,1 0-1 0 0,-1 0 1 0 0,0 0-1 0 0,1 0 0 0 0,-1 0 1 0 0,1 0-1 0 0,-1 0 0 0 0,0 0 1 0 0,1 0-1 0 0,-1 0 0 0 0,0 0 1 0 0,1 1-1 0 0,-1-1 1 0 0,1 0-1 0 0,-1 0 0 0 0,0 1 1 0 0,1-1-1 0 0,-1 0 0 0 0,1 1 1 0 0,-1-1-1 0 0,1 0 0 0 0,-1 1 1 0 0,1-1-1 0 0,-1 1 1 0 0,1-1-1 0 0,0 1 0 0 0,-1-1 1 0 0,1 1-1 0 0,0-1 0 0 0,-1 1 1 0 0,1 0-1 0 0,0-1 0 0 0,-1 1 1 0 0,1-1-1 0 0,0 1 1 0 0,0 0-1 0 0,0-1 0 0 0,0 1 1 0 0,0-1-1 0 0,0 1 0 0 0,0 0 1 0 0,0-1-1 0 0,0 1 0 0 0,0 0 1 0 0,0-1-1 0 0,0 1 1 0 0,0 0-1 0 0,0-1 0 0 0,1 1 1 0 0,-1-1-1 0 0,0 1 0 0 0,0-1 1 0 0,1 1-1 0 0,-1 0 0 0 0,0-1 1 0 0,1 1-1 0 0,-1-1 1 0 0,1 1-22 0 0,9 84 816 0 0,-2 1 0 0 0,-5 0 1 0 0,-5 51-817 0 0,0-2 124 0 0,2-87-1047 0 0,0-46 649 0 0,0-2 18 0 0,0 0-89 0 0,0 0-23 0 0,0 0-15 0 0,1 2-53 0 0,5 2-1413 0 0,-15-27-4666 0 0,1 4 1523 0 0,4 13 3380 0 0</inkml:trace>
  <inkml:trace contextRef="#ctx0" brushRef="#br0" timeOffset="3288.386">26 19 1496 0 0,'-12'-2'7753'0'0,"-2"-1"-3265"0"0,46-9-816 0 0,47 10-2626 0 0,-59 3-617 0 0,36-1-459 0 0,-37 0 49 0 0,-17 0-14 0 0,26 0 92 0 0,6 0-352 0 0,-33 0 268 0 0,-1 0 20 0 0,0 0 49 0 0,0 0-30 0 0,0 0-148 0 0,0 0-3 0 0,11-1 274 0 0,4 3 49 0 0,-15-2-216 0 0,0 0 24 0 0,0 0-6 0 0,0 0 20 0 0,0 0-24 0 0,0 0-27 0 0,17 35 334 0 0,41 60-359 0 0,-22-59-81 0 0,-19-16-163 0 0,-18-20 399 0 0,1 0-82 0 0,0 0-49 0 0,-7 0 49 0 0,3 25-467 0 0,8 158 441 0 0,-4-181 5 0 0,0 29-427 0 0,12 0-82 0 0,-13-28 443 0 0,-13-1 97 0 0,-23 43 394 0 0,25-32-459 0 0,-16 21-337 0 0,13-9 596 0 0,14-22-226 0 0,-1 2 65 0 0,-3 7-266 0 0,-11 14-608 0 0,11-24 907 0 0,-48-10-449 0 0,7 5 826 0 0,45 3-476 0 0,-12 1 15 0 0,-43 2-14 0 0,29 4 468 0 0,-13-15-30 0 0,36 15-980 0 0,1-1-2721 0 0,-3 16-8734 0 0,7-18 10462 0 0</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6:04.990"/>
    </inkml:context>
    <inkml:brush xml:id="br0">
      <inkml:brushProperty name="width" value="0.05" units="cm"/>
      <inkml:brushProperty name="height" value="0.05" units="cm"/>
    </inkml:brush>
  </inkml:definitions>
  <inkml:trace contextRef="#ctx0" brushRef="#br0">162 36 1324 0 0,'0'0'1078'0'0,"0"0"-125"0"0,0 0-110 0 0,0 0-98 0 0,0 0-97 0 0,0 0-22 0 0,0 0-38 0 0,0 0-26 0 0,0 0 27 0 0,0 0-35 0 0,0 0-59 0 0,0 0-37 0 0,0 0-4 0 0,0 0-57 0 0,0 0 34 0 0,0 0-36 0 0,0 0-34 0 0,0 0-4 0 0,0 0 59 0 0,0 0-14 0 0,0 0-33 0 0,0 0-42 0 0,0 0-72 0 0,0 0 43 0 0,0 0-34 0 0,0 0-79 0 0,0 0 26 0 0,0 0 23 0 0,2 1 110 0 0,-1 0-306 0 0,0 0-1 0 0,0 0 0 0 0,-1-1 1 0 0,1 1-1 0 0,0 0 0 0 0,-1 0 0 0 0,1 0 1 0 0,0 0-1 0 0,-1 0 0 0 0,1 0 1 0 0,-1 0-1 0 0,0 0 0 0 0,1 0 0 0 0,-1 0 1 0 0,0 0-1 0 0,0 0 0 0 0,1 0 1 0 0,-1 0-1 0 0,0 1 0 0 0,0-1 0 0 0,0 0 1 0 0,0 0-1 0 0,-1 0 0 0 0,1 0 1 0 0,0 0-1 0 0,0 0 0 0 0,-1 0 1 0 0,1 0-1 0 0,0 0 0 0 0,-1 0 0 0 0,1 0 1 0 0,-1 0-1 0 0,0 0 0 0 0,1 0-37 0 0,-4 12 213 0 0,-53 161 1011 0 0,29-74-1377 0 0,-10-1 306 0 0,3-9-379 0 0,28-67-3152 0 0,12-38-8030 0 0,-2 12 9992 0 0</inkml:trace>
  <inkml:trace contextRef="#ctx0" brushRef="#br0" timeOffset="847.207">157 26 1324 0 0,'1'-19'8832'0'0,"2"13"-6333"0"0,-2 5-2272 0 0,30 28 2774 0 0,42 95-1518 0 0,0 53-846 0 0,-48-97-606 0 0,-5-6 173 0 0,0-35-76 0 0,-13-27-1213 0 0,-14-17-2206 0 0,-11-17-8119 0 0,15 20 9942 0 0</inkml:trace>
  <inkml:trace contextRef="#ctx0" brushRef="#br0" timeOffset="2158.755">78 332 1448 0 0,'0'0'1002'0'0,"0"0"-86"0"0,0 0-150 0 0,0 0-74 0 0,0 0 0 0 0,0 0-18 0 0,0 0-70 0 0,0 0-5 0 0,0 0-40 0 0,0 0-83 0 0,0 0-51 0 0,0 0-10 0 0,0 0-7 0 0,0 0 34 0 0,0 0-14 0 0,0 0-53 0 0,0 0-10 0 0,0 0 47 0 0,0 0-54 0 0,0 0-44 0 0,0 0 9 0 0,0 0-55 0 0,0 0 44 0 0,0 0 15 0 0,0 0-56 0 0,0 0 33 0 0,0 0 9 0 0,0 0-126 0 0,0 0 69 0 0,0 0 3 0 0,0 0-22 0 0,25-3 627 0 0,68 2 535 0 0,-51 20-1192 0 0,-7-12 254 0 0,-35-7-459 0 0,0 0 27 0 0,0 0-8 0 0,0 0-3 0 0,0 0-16 0 0,41 1-592 0 0,-35 2 191 0 0,-18 5-13077 0 0,9-7 12616 0 0,-1 1-669 0 0</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6:08.422"/>
    </inkml:context>
    <inkml:brush xml:id="br0">
      <inkml:brushProperty name="width" value="0.05" units="cm"/>
      <inkml:brushProperty name="height" value="0.05" units="cm"/>
    </inkml:brush>
  </inkml:definitions>
  <inkml:trace contextRef="#ctx0" brushRef="#br0">31 78 1724 0 0,'0'0'1131'0'0,"0"0"-108"0"0,0 0-134 0 0,0 0-126 0 0,0 0-29 0 0,0 0 14 0 0,0 0-63 0 0,0 0-77 0 0,0 0 12 0 0,0 0-127 0 0,0 0-51 0 0,0 0 4 0 0,0 0 32 0 0,0 0-45 0 0,0 0 7 0 0,0 0-71 0 0,0 0 13 0 0,0 0-20 0 0,0 0 42 0 0,0 0-36 0 0,0 0-42 0 0,0 0-31 0 0,0 0-66 0 0,0 0-6 0 0,-4 4-52 0 0,-14 13-32 0 0,20 16 503 0 0,-1 160 793 0 0,-1 9-2786 0 0,0-201 792 0 0,0-1-80 0 0,0 3-331 0 0,0 2 646 0 0,-2-2-2966 0 0,-2 0 2795 0 0,0-7-5553 0 0,3-1 4502 0 0</inkml:trace>
  <inkml:trace contextRef="#ctx0" brushRef="#br0" timeOffset="1353.263">31 49 1756 0 0,'-2'-9'8738'0'0,"4"3"-5489"0"0,62-2 1893 0 0,-63 8-4968 0 0,31 0 370 0 0,181 0 190 0 0,-209-3-750 0 0,27-19 72 0 0,-30 21-41 0 0,-1 1-14 0 0,0 0 7 0 0,0 0-54 0 0,0 0-42 0 0,27 0-267 0 0,1 5 15 0 0,-22 56 392 0 0,-7 194-353 0 0,1-124-274 0 0,0-129 549 0 0,0 29-1038 0 0,-5-3-3718 0 0,-3-26-655 0 0,4-7 524 0 0,2 4 3315 0 0</inkml:trace>
  <inkml:trace contextRef="#ctx0" brushRef="#br0" timeOffset="2300.987">21 539 1612 0 0,'-10'-4'5952'0'0,"20"0"1386"0"0,54-5-5032 0 0,-43 4-1963 0 0,-17 4-144 0 0,17 1 273 0 0,189 0 459 0 0,-208 0-896 0 0,32 0 121 0 0,-32 0-168 0 0,-2 0 33 0 0,40 2-1258 0 0,-34 11-402 0 0,-41 1-12168 0 0,29-14 12417 0 0</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6:14.867"/>
    </inkml:context>
    <inkml:brush xml:id="br0">
      <inkml:brushProperty name="width" value="0.05" units="cm"/>
      <inkml:brushProperty name="height" value="0.05" units="cm"/>
    </inkml:brush>
  </inkml:definitions>
  <inkml:trace contextRef="#ctx0" brushRef="#br0">1 1 888 0 0,'0'0'958'0'0,"0"0"-117"0"0,0 0-95 0 0,0 0-74 0 0,0 0-39 0 0,0 0-113 0 0,0 0-54 0 0,0 0-32 0 0,0 0-29 0 0,0 0-16 0 0,0 0-74 0 0,0 0-1 0 0,0 0-27 0 0,0 0-72 0 0,0 0-24 0 0,0 0 14 0 0,0 0 24 0 0,0 0-57 0 0,0 0-9 0 0,0 0 34 0 0,0 0-28 0 0,0 0-6 0 0,0 0-1 0 0,0 0-54 0 0,0 0-11 0 0,0 0 6 0 0,0 0 33 0 0,0 0-47 0 0,0 0-18 0 0,0 0 22 0 0,0 0 19 0 0,0 0-38 0 0,0 0-25 0 0,0 0 4 0 0,0 0 12 0 0,0 0-34 0 0,0 0 14 0 0,0 0-38 0 0,0 0 22 0 0,0 0 53 0 0,0 0 10 0 0,0 0-33 0 0,0 0-26 0 0,0 0 25 0 0,0 0-65 0 0,0 0 18 0 0,0 0 37 0 0,0 0 12 0 0,0 0 30 0 0,0 0-12 0 0,0 0 74 0 0,0 0-24 0 0,0 0-59 0 0,0 0-8 0 0,0 0 27 0 0,0 0 17 0 0,0 0-34 0 0,0 0-13 0 0,0 0-15 0 0,0 0-1 0 0,0 0 9 0 0,0 0 69 0 0,2 2-42 0 0,7 52 227 0 0,-9-53-277 0 0,0 22 72 0 0,0 189 63 0 0,0-210-139 0 0,0-2-12 0 0,0 0 22 0 0,0 0-4 0 0,0 11-36 0 0,3 16 797 0 0,-6-16 1238 0 0,3 4-1595 0 0,0-10 1368 0 0,14-13 217 0 0,73-1-722 0 0,-66 10-1183 0 0,178-1-136 0 0,-198 0 15 0 0,30 0 105 0 0,-15 0-211 0 0,-15 0 81 0 0,1 0-3 0 0,13 0-10 0 0,-13 0 38 0 0,-1 0-27 0 0,5 0 22 0 0,30 0-4 0 0,-35 0-20 0 0,-1 0 34 0 0,35-8-2147 0 0,-43 7-8141 0 0,-16-7 3974 0 0,16 4 4996 0 0</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6:19.854"/>
    </inkml:context>
    <inkml:brush xml:id="br0">
      <inkml:brushProperty name="width" value="0.05" units="cm"/>
      <inkml:brushProperty name="height" value="0.05" units="cm"/>
    </inkml:brush>
  </inkml:definitions>
  <inkml:trace contextRef="#ctx0" brushRef="#br0">0 39 1316 0 0,'0'0'978'0'0,"0"0"-68"0"0,0 0-69 0 0,0 0-72 0 0,0 0-129 0 0,0 0-44 0 0,0 0-27 0 0,0 0-59 0 0,0 0-8 0 0,0 0 9 0 0,0 0-4 0 0,0 0-40 0 0,0 0-2 0 0,0 0-78 0 0,0 0-47 0 0,8 17 880 0 0,-3 74 375 0 0,-5 157-1215 0 0,0-247-364 0 0,0 10 43 0 0,0 7 44 0 0,0-16-126 0 0,0-2 52 0 0,0 11 379 0 0,-2 13 1204 0 0,3-21 280 0 0,64-20 1310 0 0,-64 17-3114 0 0,11 0 192 0 0,241 0 186 0 0,-252 0-504 0 0,30 0-50 0 0,12 0-2803 0 0,-42 0 2771 0 0,0-1-1 0 0,0 1 1 0 0,-1 0 0 0 0,1-1 0 0 0,-1 1 0 0 0,1-1 0 0 0,0 1 0 0 0,-1-1 0 0 0,1 1-1 0 0,-1-1 1 0 0,1 0 0 0 0,-1 1 0 0 0,1-1 0 0 0,-1 0 0 0 0,0 1 0 0 0,1-1-1 0 0,-1 0 1 0 0,0 1 0 0 0,1-1 0 0 0,-1 0 0 0 0,0 0 0 0 0,0 1 0 0 0,0-1 0 0 0,0 0-1 0 0,0 0 1 0 0,0 1 0 0 0,0-1 0 0 0,0 0 0 0 0,0 0 0 0 0,0 0 0 0 0,0 1-1 0 0,0-1 1 0 0,-1 0 0 0 0,1 0 0 0 0,0 1 0 0 0,0-1 0 0 0,-1 0 0 0 0,1 0 120 0 0,-16-20-11445 0 0,13 18 9917 0 0</inkml:trace>
  <inkml:trace contextRef="#ctx0" brushRef="#br0" timeOffset="1213.178">387 21 1932 0 0,'1'-9'6763'0'0,"0"-3"-4655"0"0,1 16 647 0 0,6 52-2021 0 0,-8-55-611 0 0,0 11 68 0 0,0 254 424 0 0,0-264-599 0 0,0 8-32 0 0,0 7-48 0 0,0-16 9 0 0,0-1 28 0 0,0 0 70 0 0,0 39 7 0 0,0-38-35 0 0,0-1 5 0 0,0 0-65 0 0,0 0 38 0 0,1 3-19 0 0,5 14 81 0 0,-6 2-706 0 0,-13-39-11448 0 0,9 18 10657 0 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6:15.937"/>
    </inkml:context>
    <inkml:brush xml:id="br0">
      <inkml:brushProperty name="width" value="0.05" units="cm"/>
      <inkml:brushProperty name="height" value="0.05" units="cm"/>
    </inkml:brush>
  </inkml:definitions>
  <inkml:trace contextRef="#ctx0" brushRef="#br0">0 26 1520 0 0,'0'0'1036'0'0,"0"0"-147"0"0,0 0-110 0 0,0 0-35 0 0,0 0-60 0 0,0 0-59 0 0,0 0-50 0 0,0 0 4 0 0,0 0 1 0 0,0 0-47 0 0,0 0-2 0 0,0 0-72 0 0,0 0-45 0 0,0 0-1 0 0,0 0-19 0 0,0 0-35 0 0,0 0-41 0 0,6 2-17 0 0,18 5 58 0 0,-16 35 1370 0 0,-8 226-194 0 0,0-89-3476 0 0,0-177 1555 0 0,-5 20-4894 0 0,7-24 1000 0 0,-1 0 3160 0 0,1 0-353 0 0</inkml:trace>
  <inkml:trace contextRef="#ctx0" brushRef="#br0" timeOffset="1211.964">45 18 2088 0 0,'-15'-12'10703'0'0,"19"7"-6392"0"0,61 5-1900 0 0,173 0-1781 0 0,-236 0-668 0 0,8 0 45 0 0,6 0-243 0 0,-15 0 164 0 0,-1 0 54 0 0,12 0 16 0 0,-6 0-126 0 0,-5 0 4 0 0,-1 0 100 0 0,43 1-611 0 0,-49 26 838 0 0,-4 100-1033 0 0,10-102-1573 0 0,0-9-2932 0 0,-9-1 2559 0 0,1-6-1940 0 0,6-5 3288 0 0</inkml:trace>
  <inkml:trace contextRef="#ctx0" brushRef="#br0" timeOffset="2252.234">26 238 1240 0 0,'-5'-7'7862'0'0,"5"7"-5464"0"0,0 1-2120 0 0,0-1-18 0 0,29-13 4112 0 0,12 7-2909 0 0,-40 6-1388 0 0,20 0 241 0 0,172 0 816 0 0,-191 0-1095 0 0,27 0-12 0 0,50 0-181 0 0,-77 0 101 0 0,-2 0 24 0 0,0 0-69 0 0,7-5-769 0 0,-13 5-2518 0 0,-24-6-8518 0 0,26 5 10322 0 0</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06:25.109"/>
    </inkml:context>
    <inkml:brush xml:id="br0">
      <inkml:brushProperty name="width" value="0.05" units="cm"/>
      <inkml:brushProperty name="height" value="0.05" units="cm"/>
    </inkml:brush>
  </inkml:definitions>
  <inkml:trace contextRef="#ctx0" brushRef="#br0">1 15 1732 0 0,'0'0'1080'0'0,"0"0"-172"0"0,0 0-152 0 0,0-3-18 0 0,4-9-1138 0 0,16 12 10616 0 0,-10 6-9090 0 0,-7 35 490 0 0,-3 301-294 0 0,0-340-1303 0 0,0-2-31 0 0,-2 30-15 0 0,-9-18 205 0 0,57-7 1539 0 0,164-4-1118 0 0,-167-1-560 0 0,-41 0-59 0 0,26 0-230 0 0,6 0 236 0 0,-33 0 2 0 0,-1 0 18 0 0,29 0-729 0 0,-8-6-2520 0 0,-20 4-121 0 0,-3 0-3511 0 0,1-5 2349 0 0,-1 4 3124 0 0</inkml:trace>
  <inkml:trace contextRef="#ctx0" brushRef="#br0" timeOffset="1024.577">440 42 1720 0 0,'9'-40'11181'0'0,"-2"112"-8887"0"0,-7-71-2228 0 0,0-1 75 0 0,0 201 807 0 0,0-145-994 0 0,0-54 102 0 0,0 9 222 0 0,0-4-320 0 0,0 12 21 0 0,0-12 57 0 0,0-3 9 0 0,0-2-41 0 0,0 10-2 0 0,3 35-50 0 0,-8-50-708 0 0,-5-12-4798 0 0,4-1-1726 0 0,5 13 6012 0 0</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5:50.982"/>
    </inkml:context>
    <inkml:brush xml:id="br0">
      <inkml:brushProperty name="width" value="0.05" units="cm"/>
      <inkml:brushProperty name="height" value="0.05" units="cm"/>
    </inkml:brush>
  </inkml:definitions>
  <inkml:trace contextRef="#ctx0" brushRef="#br0">43 116 916 0 0,'0'0'502'0'0,"0"-3"-34"0"0,0-37 3551 0 0,0 23 127 0 0,0 17-4045 0 0,0 0-49 0 0,0 0-52 0 0,0 0 41 0 0,0 0 34 0 0,0 0-21 0 0,0 0 18 0 0,0 0-35 0 0,0 0-55 0 0,0 0 35 0 0,0 0 69 0 0,0 0 3 0 0,0 0-8 0 0,0 0-59 0 0,0 0 19 0 0,0 0-1 0 0,0 0-3 0 0,0 0-45 0 0,0 0 18 0 0,0 0-1 0 0,0 0-18 0 0,-14 4-2 0 0,11 33 67 0 0,3-37-77 0 0,0 24 69 0 0,0 134 42 0 0,-8-136-143 0 0,8 62 146 0 0,0-82-107 0 0,0 30 4 0 0,0 16 146 0 0,0-46-163 0 0,0-2 0 0 0,0 0 21 0 0,0 0 38 0 0,-2 8-72 0 0,-11 1-2184 0 0,12-25-3212 0 0,-1 12 4134 0 0</inkml:trace>
  <inkml:trace contextRef="#ctx0" brushRef="#br0" timeOffset="976.981">31 13 1216 0 0,'-14'-8'7096'0'0,"11"7"-947"0"0,3 1-6049 0 0,50-4 402 0 0,61 5 273 0 0,-65-1-826 0 0,-10 0 83 0 0,-34 0-4 0 0,0 0 22 0 0,4 0 10 0 0,42 9-1455 0 0,-63 7-9509 0 0,13-15 9638 0 0</inkml:trace>
  <inkml:trace contextRef="#ctx0" brushRef="#br0" timeOffset="2004.278">53 173 1520 0 0,'7'0'8660'0'0,"-1"1"-4477"0"0,22 7-4251 0 0,14-7 825 0 0,-41-1-756 0 0,-1 0 27 0 0,0 0-24 0 0,0 0 19 0 0,38 0 433 0 0,8 0-128 0 0,-45 0-389 0 0,-1 0 19 0 0,30 0 286 0 0,-14 1-3131 0 0,-27-5-7266 0 0,9 3 8996 0 0</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5:58.910"/>
    </inkml:context>
    <inkml:brush xml:id="br0">
      <inkml:brushProperty name="width" value="0.05" units="cm"/>
      <inkml:brushProperty name="height" value="0.05" units="cm"/>
    </inkml:brush>
  </inkml:definitions>
  <inkml:trace contextRef="#ctx0" brushRef="#br0">47 92 1428 0 0,'0'0'780'0'0,"0"0"-40"0"0,0 0-95 0 0,0 0-26 0 0,0 0-71 0 0,0-4-3 0 0,0-10-30 0 0,0 10 0 0 0,0 4-53 0 0,0 0 10 0 0,0 0-20 0 0,0 0-72 0 0,0 0-33 0 0,0 0-14 0 0,0 0-41 0 0,0 0-21 0 0,0 0 59 0 0,0 0-22 0 0,0 0-60 0 0,0 0 16 0 0,0 0-18 0 0,0 0-20 0 0,0 0-43 0 0,0 0-8 0 0,0 0 10 0 0,0 0-3 0 0,0 0 36 0 0,0 0 11 0 0,0 0-5 0 0,-4 2-38 0 0,3-2-168 0 0,0 1 0 0 0,0 0 0 0 0,0-1-1 0 0,0 1 1 0 0,0 0 0 0 0,1 0 0 0 0,-1 0-1 0 0,0 0 1 0 0,0 0 0 0 0,0 0 0 0 0,1 0-1 0 0,-1 0 1 0 0,1 0 0 0 0,-1 0 0 0 0,0 0-1 0 0,1 0 1 0 0,0 0 0 0 0,-1 0 0 0 0,1 1-1 0 0,0-1 1 0 0,0 0 0 0 0,-1 0 0 0 0,1 1-1 0 0,0-1 1 0 0,0 0 0 0 0,1 0 0 0 0,-1 0-1 0 0,0 1 1 0 0,0-1 0 0 0,0 0 0 0 0,1 0-1 0 0,-1 1-17 0 0,1 17 249 0 0,-1 106 255 0 0,-16-17-440 0 0,6-32 36 0 0,9-75-66 0 0,1 23-77 0 0,0 78-172 0 0,0-100 141 0 0,0 10-738 0 0,-3-10-2453 0 0,9-26-3449 0 0,-4 20 5222 0 0</inkml:trace>
  <inkml:trace contextRef="#ctx0" brushRef="#br0" timeOffset="1197.601">28 6 948 0 0,'-5'-5'6969'0'0,"14"9"-3802"0"0,59 8 1876 0 0,-67-12-4849 0 0,32 0 373 0 0,148 0 118 0 0,-148 0-497 0 0,-21 9-267 0 0,14-1-49 0 0,-6-4-32 0 0,2 8-185 0 0,-11-13 30 0 0,-9 37 140 0 0,-1-3 292 0 0,-1-31-158 0 0,0 29-24 0 0,0 65-1763 0 0,0-94 1427 0 0,0-2-95 0 0,-13 30-7851 0 0,13-30 8781 0 0,-6 8-3094 0 0,4-4 1120 0 0</inkml:trace>
  <inkml:trace contextRef="#ctx0" brushRef="#br0" timeOffset="2085.237">23 290 1804 0 0,'-1'0'146'0'0,"1"0"0"0"0,-1-1 0 0 0,1 1 0 0 0,0 0-1 0 0,-1 0 1 0 0,1-1 0 0 0,-1 1 0 0 0,1 0 0 0 0,0 0 0 0 0,-1-1-1 0 0,1 1 1 0 0,0 0 0 0 0,-1-1 0 0 0,1 1 0 0 0,0 0 0 0 0,0-1-1 0 0,-1 1 1 0 0,1-1 0 0 0,0 1 0 0 0,0-1 0 0 0,0 1 0 0 0,0 0-1 0 0,0-1 1 0 0,-1 1 0 0 0,1-1 0 0 0,0 1 0 0 0,0-1 0 0 0,0 1-1 0 0,0-1 1 0 0,0 1 0 0 0,0 0 0 0 0,0-1 0 0 0,1 1 0 0 0,-1-1 0 0 0,0 1-1 0 0,0-1 1 0 0,0 1 0 0 0,0-1 0 0 0,0 1 0 0 0,1 0 0 0 0,-1-1-1 0 0,0 1 1 0 0,0 0 0 0 0,1-1 0 0 0,-1 1 0 0 0,0 0 0 0 0,1-1-1 0 0,-1 1 1 0 0,0 0 0 0 0,1-1 0 0 0,-1 1 0 0 0,1 0 0 0 0,-1 0-1 0 0,0-1 1 0 0,1 1 0 0 0,-1 0 0 0 0,1 0 0 0 0,-1 0 0 0 0,0 0-1 0 0,1 0 1 0 0,0 0-146 0 0,23 2 3046 0 0,2 2-1609 0 0,261-5 1900 0 0,-231 1-3142 0 0,-54 0-82 0 0,8 0-285 0 0,29-12-2945 0 0,-63 8-6009 0 0,15 7 6307 0 0,1 1 1397 0 0</inkml:trace>
  <inkml:trace contextRef="#ctx0" brushRef="#br0" timeOffset="2859.314">187 288 1948 0 0,'-1'-7'8747'0'0,"21"38"-5877"0"0,42 70-768 0 0,1 3-1249 0 0,-10-28-729 0 0,-34-53-150 0 0,-6-9-1417 0 0,-31-28-10682 0 0,18 12 10723 0 0</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5:56.093"/>
    </inkml:context>
    <inkml:brush xml:id="br0">
      <inkml:brushProperty name="width" value="0.05" units="cm"/>
      <inkml:brushProperty name="height" value="0.05" units="cm"/>
    </inkml:brush>
  </inkml:definitions>
  <inkml:trace contextRef="#ctx0" brushRef="#br0">278 32 2300 0 0,'0'0'1281'0'0,"0"0"-120"0"0,0 0-65 0 0,0 0-27 0 0,0-3-103 0 0,1-5-1205 0 0,10 10 8300 0 0,-19 34-7310 0 0,-68 122 805 0 0,-64 153-416 0 0,92-227-1228 0 0,31-52-2772 0 0,16-31 2258 0 0,1-1-51 0 0,0 0-24 0 0,16-43-8948 0 0,-11 36 8972 0 0,3-9-963 0 0</inkml:trace>
  <inkml:trace contextRef="#ctx0" brushRef="#br0" timeOffset="859.464">271 64 1388 0 0,'-5'-47'8914'0'0,"4"47"-8835"0"0,1 0-1 0 0,0-1 1 0 0,0 1-1 0 0,-1-1 1 0 0,1 1-1 0 0,0-1 1 0 0,0 1-1 0 0,0-1 1 0 0,0 1-1 0 0,0-1 1 0 0,0 1-1 0 0,0 0 1 0 0,0-1-1 0 0,0 1 1 0 0,0-1-1 0 0,0 1 1 0 0,0-1-1 0 0,0 1 1 0 0,0-1-1 0 0,0 1 1 0 0,0-1-1 0 0,0 1 1 0 0,1-1-1 0 0,-1 1 1 0 0,0 0-1 0 0,0-1 1 0 0,1 1-1 0 0,-1-1 1 0 0,0 1-1 0 0,0 0 1 0 0,1-1-1 0 0,-1 1 1 0 0,0 0-1 0 0,1-1 1 0 0,-1 1-1 0 0,1 0 1 0 0,-1 0-1 0 0,0-1 1 0 0,1 1-1 0 0,-1 0 1 0 0,1 0-1 0 0,-1 0 1 0 0,1-1-1 0 0,-1 1 1 0 0,1 0-1 0 0,-1 0 1 0 0,0 0-1 0 0,1 0 1 0 0,-1 0-1 0 0,1 0 1 0 0,-1 0 0 0 0,1 0-1 0 0,-1 0 1 0 0,1 0-1 0 0,-1 0 1 0 0,1 1-1 0 0,-1-1 1 0 0,1 0-1 0 0,-1 0 1 0 0,0 0-1 0 0,1 1 1 0 0,-1-1-1 0 0,1 0-78 0 0,18 10 1625 0 0,-9 2-1410 0 0,-1 1 1 0 0,0 0 0 0 0,-1 0-1 0 0,-1 1 1 0 0,0-1-1 0 0,0 2 1 0 0,-2-1 0 0 0,3 10-216 0 0,2 1 210 0 0,86 253 1110 0 0,-65-186-1148 0 0,-16-50-824 0 0,-49-78-16258 0 0,29 34 15508 0 0</inkml:trace>
  <inkml:trace contextRef="#ctx0" brushRef="#br0" timeOffset="1514.533">115 299 1480 0 0,'0'-8'5190'0'0,"71"6"4574"0"0,-34 3-8297 0 0,33-1-316 0 0,-30 15-837 0 0,91 7 276 0 0,-94-16-581 0 0,-35-5-7390 0 0,-22 0-2839 0 0,16-1 9016 0 0</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6:04.537"/>
    </inkml:context>
    <inkml:brush xml:id="br0">
      <inkml:brushProperty name="width" value="0.05" units="cm"/>
      <inkml:brushProperty name="height" value="0.05" units="cm"/>
    </inkml:brush>
  </inkml:definitions>
  <inkml:trace contextRef="#ctx0" brushRef="#br0">5 42 1520 0 0,'0'0'802'0'0,"0"0"-90"0"0,0 0-87 0 0,0 0-13 0 0,0 0-26 0 0,0 0-27 0 0,0 0 9 0 0,0 0-61 0 0,0 0-29 0 0,0 0-32 0 0,0 0-62 0 0,0 0 29 0 0,0 0 2 0 0,0 0-73 0 0,0 0 26 0 0,0 0-13 0 0,0 0-51 0 0,0 0-36 0 0,0 0 30 0 0,0 0 2 0 0,0 0 40 0 0,0 0-68 0 0,0 0 6 0 0,0 0 37 0 0,0 0-49 0 0,0 0-27 0 0,0 0 19 0 0,0 0 26 0 0,0 0-83 0 0,0 0 15 0 0,0 0-14 0 0,0 0 25 0 0,0 0-86 0 0,0 0-31 0 0,0 0 24 0 0,0 0 124 0 0,0 0 14 0 0,0 0-26 0 0,0 0-7 0 0,0 0 6 0 0,0 0-17 0 0,3-5-27 0 0,8-14 2 0 0,26 12 1153 0 0,-36 7-1165 0 0,21 0 378 0 0,292 0 784 0 0,-312 0-1355 0 0,34 0-946 0 0,-20 16-76 0 0,-43 0-10330 0 0,20-14 8772 0 0,3-1 1082 0 0</inkml:trace>
  <inkml:trace contextRef="#ctx0" brushRef="#br0" timeOffset="823.939">231 0 1360 0 0,'-2'16'7185'0'0,"2"30"-5792"0"0,0-36-846 0 0,0-9-462 0 0,0 1 9 0 0,0 229 734 0 0,-9-204-693 0 0,9 13-124 0 0,0-39 27 0 0,0 11-18 0 0,0 55 45 0 0,0-65-60 0 0,0 30 31 0 0,-10 10-793 0 0,13-62-7109 0 0,-4 17 6299 0 0</inkml:trace>
  <inkml:trace contextRef="#ctx0" brushRef="#br0" timeOffset="1862.419">0 488 964 0 0,'9'-1'7988'0'0,"25"12"-4348"0"0,56-6-597 0 0,-71 7-2946 0 0,-15-9-52 0 0,-4-3 33 0 0,34 0 54 0 0,29 0 190 0 0,-61 0-317 0 0,39 0 226 0 0,41 0-318 0 0,-80 0 29 0 0,36 0-252 0 0,-37-1 243 0 0,0 1 0 0 0,0 0 0 0 0,0 0 0 0 0,0 0 0 0 0,-1 0 1 0 0,1 0-1 0 0,0 0 0 0 0,0 0 0 0 0,0 0 0 0 0,0 0 0 0 0,-1 0 0 0 0,1 0 0 0 0,0 1 0 0 0,0-1 0 0 0,0 0 0 0 0,-1 1 0 0 0,1-1 0 0 0,0 0 0 0 0,0 1 0 0 0,-1-1 0 0 0,1 1 1 0 0,0-1-1 0 0,-1 1 0 0 0,1-1 0 0 0,0 1 0 0 0,-1 0 0 0 0,1-1 0 0 0,-1 1 0 0 0,1 0 0 0 0,-1-1 0 0 0,1 1 0 0 0,-1 0 0 0 0,0 0 0 0 0,1-1 0 0 0,-1 1 0 0 0,0 0 1 0 0,0 0-1 0 0,0 0 67 0 0,-21 10-10051 0 0,16-8 8531 0 0</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6:09.060"/>
    </inkml:context>
    <inkml:brush xml:id="br0">
      <inkml:brushProperty name="width" value="0.05" units="cm"/>
      <inkml:brushProperty name="height" value="0.05" units="cm"/>
    </inkml:brush>
  </inkml:definitions>
  <inkml:trace contextRef="#ctx0" brushRef="#br0">19 3 1240 0 0,'0'0'928'0'0,"0"0"-212"0"0,0 0-28 0 0,0 0-47 0 0,0 0-14 0 0,0 0-73 0 0,0 0-80 0 0,0 0-35 0 0,0 0-29 0 0,0 0-55 0 0,0 0 26 0 0,0 0 32 0 0,0 0-80 0 0,0 0-17 0 0,0 0 39 0 0,0 0-32 0 0,0 0 11 0 0,0 0-81 0 0,0 0-24 0 0,0 0 38 0 0,0 0-52 0 0,0 0 21 0 0,0 0-45 0 0,0 0-15 0 0,-3 1 16 0 0,-7 26 479 0 0,11-7-322 0 0,-1 295 446 0 0,0-314-812 0 0,0 33-204 0 0,0-14 346 0 0,0-3-62 0 0,0-16-75 0 0,0 30-356 0 0,-2-17-1519 0 0,-2-21-5608 0 0,3 2 6194 0 0</inkml:trace>
  <inkml:trace contextRef="#ctx0" brushRef="#br0" timeOffset="830.182">24 4 1496 0 0,'-2'-4'8589'0'0,"9"12"-5298"0"0,83 3 138 0 0,41-11-2660 0 0,-130 0-832 0 0,40 0-18 0 0,-5 0-1046 0 0,-27-17-635 0 0,-33 27-9954 0 0,20-9 10215 0 0</inkml:trace>
  <inkml:trace contextRef="#ctx0" brushRef="#br0" timeOffset="1783.158">36 177 1016 0 0,'-12'19'10805'0'0,"31"-12"-7934"0"0,-2-3-2469 0 0,94-2 913 0 0,-110-2-1327 0 0,49 0 192 0 0,-48 0-139 0 0,-2 0-3 0 0,31 0 236 0 0,-26 0 318 0 0,13-1-4152 0 0,-32-8-7029 0 0,10 8 9256 0 0</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6:14.784"/>
    </inkml:context>
    <inkml:brush xml:id="br0">
      <inkml:brushProperty name="width" value="0.05" units="cm"/>
      <inkml:brushProperty name="height" value="0.05" units="cm"/>
    </inkml:brush>
  </inkml:definitions>
  <inkml:trace contextRef="#ctx0" brushRef="#br0">0 24 1348 0 0,'0'-4'998'0'0,"2"-5"3715"0"0,4 22 4950 0 0,0 0-6304 0 0,0 0-5831 0 0,65 91 3191 0 0,-20-53-546 0 0,-42-44-357 0 0,1 1-1308 0 0,-14-5-4481 0 0,4-8-1853 0 0,0 5 6352 0 0</inkml:trace>
  <inkml:trace contextRef="#ctx0" brushRef="#br0" timeOffset="804.106">338 24 1268 0 0,'11'-22'9150'0'0,"-11"22"-8822"0"0,1-1 3260 0 0,-53 75-1858 0 0,-47 11-2615 0 0,21-40-3442 0 0,74-40 3951 0 0,0-5-5116 0 0,3-2 2851 0 0,2 0 1222 0 0</inkml:trace>
  <inkml:trace contextRef="#ctx0" brushRef="#br0" timeOffset="1446.002">119 205 1048 0 0,'3'2'6691'0'0,"-1"2"-4403"0"0,16 62 1133 0 0,-18-22-2957 0 0,0 145 19 0 0,0-187-493 0 0,0-2 8 0 0,0 0 10 0 0,0 0-48 0 0,0 0-12 0 0,0 0 10 0 0,0 0 52 0 0,0 0-36 0 0,0 0-63 0 0,0 0-32 0 0,0 0 5 0 0,1 17-446 0 0,4-41-10215 0 0,-1 19 9129 0 0</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6:12.448"/>
    </inkml:context>
    <inkml:brush xml:id="br0">
      <inkml:brushProperty name="width" value="0.05" units="cm"/>
      <inkml:brushProperty name="height" value="0.05" units="cm"/>
    </inkml:brush>
  </inkml:definitions>
  <inkml:trace contextRef="#ctx0" brushRef="#br0">0 7 1592 0 0,'0'0'918'0'0,"0"0"-95"0"0,0 0 7 0 0,0 0-57 0 0,0 0-45 0 0,0 0-86 0 0,0 0 21 0 0,0 0-35 0 0,0 0-66 0 0,0 0 1 0 0,0 0-28 0 0,0 0-2 0 0,0 0-85 0 0,0 0-20 0 0,0 0 26 0 0,0 0-68 0 0,0 0-9 0 0,0 0-22 0 0,0 0 25 0 0,0 0-65 0 0,0 0-31 0 0,0 0 18 0 0,0 0-17 0 0,0 0 33 0 0,0 0-52 0 0,0 0-9 0 0,0 0 89 0 0,0 0-32 0 0,0 0-39 0 0,0 0-14 0 0,0 0 31 0 0,4-6 435 0 0,170 19 2652 0 0,-16-13-2999 0 0,-157 0-380 0 0,11 0-37 0 0,4 0-20 0 0,-15 0 49 0 0,-1 0-60 0 0,27 0-477 0 0,7-5 271 0 0,-31 3-1364 0 0,-20-5-10565 0 0,8 8 9362 0 0,4 0 1365 0 0</inkml:trace>
  <inkml:trace contextRef="#ctx0" brushRef="#br0" timeOffset="994.261">175 18 1192 0 0,'2'6'5459'0'0,"9"34"-1686"0"0,-11 120-1342 0 0,0-65-1693 0 0,0-93-733 0 0,0-1-1 0 0,0 6 71 0 0,0 35 249 0 0,0-41-335 0 0,0-1 34 0 0,0 0 31 0 0,0 38 136 0 0,0-37-135 0 0,0-1 21 0 0,0 0-89 0 0,-6 11-624 0 0,-10-40-10083 0 0,15 26 9410 0 0</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6:20.498"/>
    </inkml:context>
    <inkml:brush xml:id="br0">
      <inkml:brushProperty name="width" value="0.05" units="cm"/>
      <inkml:brushProperty name="height" value="0.05" units="cm"/>
    </inkml:brush>
  </inkml:definitions>
  <inkml:trace contextRef="#ctx0" brushRef="#br0">8 298 1724 0 0,'0'0'763'0'0,"0"0"-82"0"0,0 0 39 0 0,0 0-48 0 0,0 0-22 0 0,0 0-22 0 0,0 0-54 0 0,0 0-64 0 0,0 0-79 0 0,0 0-11 0 0,0 0-23 0 0,0 0 4 0 0,0 0 13 0 0,0 0-58 0 0,0 0-5 0 0,0 0 49 0 0,0 0 12 0 0,0 0-46 0 0,0 0-46 0 0,0 0-2 0 0,0 0-63 0 0,0 0-68 0 0,0 0 31 0 0,0 0-43 0 0,-3 0 4 0 0,3 1-119 0 0,0-1-1 0 0,0 0 0 0 0,0 0 0 0 0,0 0 1 0 0,0 1-1 0 0,0-1 0 0 0,0 0 0 0 0,0 0 1 0 0,0 1-1 0 0,0-1 0 0 0,0 0 0 0 0,0 0 1 0 0,0 0-1 0 0,0 1 0 0 0,0-1 0 0 0,0 0 1 0 0,-1 0-1 0 0,1 0 0 0 0,0 0 0 0 0,0 1 1 0 0,0-1-1 0 0,0 0 0 0 0,0 0 0 0 0,0 0 1 0 0,-1 0-1 0 0,1 1 0 0 0,0-1 0 0 0,0 0 1 0 0,0 0-1 0 0,-1 0 0 0 0,1 0 0 0 0,0 0 1 0 0,0 0-1 0 0,0 0 0 0 0,0 0 0 0 0,-1 0 1 0 0,1 1-60 0 0,41-23 604 0 0,61-54-289 0 0,-56 31-433 0 0,-8 8 7 0 0,-15-3-410 0 0,6-1-72 0 0,-17 20 278 0 0,-9 18 293 0 0,11-12 129 0 0,-15 12 1511 0 0,2 4-1608 0 0,-1-1 28 0 0,-3-3 949 0 0,9 6-958 0 0,-1 22 1115 0 0,46 61 363 0 0,40 36-1297 0 0,-33-54-219 0 0,-15-12-52 0 0,-32-45-630 0 0,-8-13-3929 0 0,-21-8-6341 0 0,12 8 9687 0 0</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6:24.079"/>
    </inkml:context>
    <inkml:brush xml:id="br0">
      <inkml:brushProperty name="width" value="0.05" units="cm"/>
      <inkml:brushProperty name="height" value="0.05" units="cm"/>
    </inkml:brush>
  </inkml:definitions>
  <inkml:trace contextRef="#ctx0" brushRef="#br0">21 14 1180 0 0,'0'-3'1000'0'0,"-1"-7"713"0"0,0 13 6719 0 0,0 12-2300 0 0,2-3-8508 0 0,3 182 3424 0 0,-4-146-1063 0 0,0-47-3 0 0,0 30-81 0 0,-1-24 203 0 0,-5-6-73 0 0,4-1 18 0 0,-12 14 4470 0 0,133-11-2369 0 0,21-3-2310 0 0,-111-9-17 0 0,34 9-2176 0 0,-53-9-335 0 0,-17 4-4744 0 0,-11 0-501 0 0,16 0 6758 0 0</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6:25.245"/>
    </inkml:context>
    <inkml:brush xml:id="br0">
      <inkml:brushProperty name="width" value="0.05" units="cm"/>
      <inkml:brushProperty name="height" value="0.05" units="cm"/>
    </inkml:brush>
  </inkml:definitions>
  <inkml:trace contextRef="#ctx0" brushRef="#br0">42 213 1700 0 0,'0'0'978'0'0,"0"0"-65"0"0,0 0-90 0 0,0 0 1 0 0,0 0 3 0 0,0 0-54 0 0,0 0-34 0 0,0 0 6 0 0,0 0-38 0 0,0 0-86 0 0,0 0-82 0 0,0 0 40 0 0,0 0 26 0 0,0 0-79 0 0,0 0 41 0 0,0 0-74 0 0,0 0-98 0 0,0 0-22 0 0,0 0 84 0 0,0 0-18 0 0,0 0-32 0 0,0 0-10 0 0,0 0-91 0 0,0 0-43 0 0,0 0 0 0 0,0 0 76 0 0,0 0-41 0 0,0 0 6 0 0,0 0-46 0 0,0 0-18 0 0,0 0-24 0 0,0 0-36 0 0,0 0 33 0 0,0 0-12 0 0,0 0 11 0 0,0 0 28 0 0,0 0-37 0 0,0 0-2 0 0,0 0-26 0 0,0 0 8 0 0,0 0-7 0 0,0-4 6 0 0,1 1-175 0 0,-1 2 11 0 0,-1 0-1 0 0,1 0 1 0 0,0 0 0 0 0,1 0-1 0 0,-1 0 1 0 0,0 0-1 0 0,0 0 1 0 0,0 1 0 0 0,0-1-1 0 0,1 0 1 0 0,-1 0 0 0 0,0 0-1 0 0,1 0 1 0 0,-1 1 0 0 0,1-1-1 0 0,-1 0 1 0 0,1 0-1 0 0,-1 1 1 0 0,1-1 0 0 0,0 0-1 0 0,-1 1 1 0 0,1-1 0 0 0,0 1-1 0 0,-1-1 1 0 0,1 1 0 0 0,0-1-1 0 0,0 1 1 0 0,0-1-1 0 0,-1 1 1 0 0,1 0 0 0 0,0-1-1 0 0,0 1 1 0 0,0 0 0 0 0,0 0-1 0 0,0 0 1 0 0,-1 0 0 0 0,1 0-1 0 0,0 0-17 0 0,137-17 820 0 0,-90 17-2490 0 0,-47 0 1176 0 0,-1 0-129 0 0,11-1-2850 0 0,-23 17-8616 0 0,7-12 10549 0 0</inkml:trace>
  <inkml:trace contextRef="#ctx0" brushRef="#br0" timeOffset="667.106">1 367 1760 0 0,'12'1'10602'0'0,"34"-10"-5563"0"0,-9 2-3772 0 0,-7 3-458 0 0,-29 4-685 0 0,30 0 223 0 0,40 0-297 0 0,-70 0-197 0 0,21-4-5324 0 0,-30-3-6139 0 0,8 6 10056 0 0</inkml:trace>
  <inkml:trace contextRef="#ctx0" brushRef="#br0" timeOffset="1650.224">281 11 868 0 0,'-8'-11'6491'0'0,"8"20"-2408"0"0,1 22-2459 0 0,-2 191 314 0 0,1 96-1163 0 0,0-317-819 0 0,0 30 607 0 0,-1-31-619 0 0,1 0-1 0 0,0-1 1 0 0,0 1-1 0 0,-1 0 0 0 0,1-1 1 0 0,0 1-1 0 0,-1 0 1 0 0,1 0-1 0 0,0 0 1 0 0,-1-1-1 0 0,1 1 1 0 0,0 0-1 0 0,-1 0 0 0 0,1 0 1 0 0,-1 0-1 0 0,1 0 1 0 0,0 0-1 0 0,-1-1 1 0 0,1 1-1 0 0,-1 0 1 0 0,1 0-1 0 0,0 0 0 0 0,-1 0 1 0 0,1 1-1 0 0,-1-1 1 0 0,1 0-1 0 0,0 0 1 0 0,-1 0-1 0 0,1 0 1 0 0,0 0-1 0 0,-1 0 0 0 0,1 1 1 0 0,0-1-1 0 0,-1 0 1 0 0,1 0-1 0 0,0 0 1 0 0,-1 1-1 0 0,1-1 1 0 0,0 0-1 0 0,-1 1 0 0 0,1-1 1 0 0,0 0-1 0 0,0 0 1 0 0,-1 1-1 0 0,1-1 57 0 0,2-38-10091 0 0,0 32 8673 0 0</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6:32.868"/>
    </inkml:context>
    <inkml:brush xml:id="br0">
      <inkml:brushProperty name="width" value="0.05" units="cm"/>
      <inkml:brushProperty name="height" value="0.05" units="cm"/>
    </inkml:brush>
  </inkml:definitions>
  <inkml:trace contextRef="#ctx0" brushRef="#br0">154 0 1348 0 0,'0'0'1134'0'0,"0"0"-62"0"0,0 0-118 0 0,0 0-153 0 0,0 0-53 0 0,0 0 30 0 0,0 0-2 0 0,0 0-89 0 0,0 0-100 0 0,0 0-50 0 0,0 0-25 0 0,0 0-16 0 0,0 0-23 0 0,0 0-95 0 0,0 0-39 0 0,0 0 51 0 0,0 0 28 0 0,-2 2-14 0 0,1 0-352 0 0,0-1 0 0 0,0 0 0 0 0,1 1 0 0 0,-1-1 0 0 0,1 0 0 0 0,-1 1 0 0 0,1-1 0 0 0,-1 1 0 0 0,1-1 0 0 0,0 1 1 0 0,0-1-1 0 0,0 1 0 0 0,0-1 0 0 0,0 1 0 0 0,0-1 0 0 0,0 1 0 0 0,0-1 0 0 0,0 1 0 0 0,1-1 0 0 0,-1 1 0 0 0,1-1 0 0 0,-1 0 0 0 0,1 1 0 0 0,0-1 0 0 0,-1 0 1 0 0,1 1-1 0 0,0-1 0 0 0,0 0 0 0 0,0 0 0 0 0,0 1 0 0 0,0-1 0 0 0,0 0 0 0 0,0 0 0 0 0,1 0-52 0 0,37 61 1052 0 0,-30-52-652 0 0,1 0-2431 0 0,-7-4-9230 0 0,-3-6 9619 0 0</inkml:trace>
  <inkml:trace contextRef="#ctx0" brushRef="#br0" timeOffset="1301.115">0 161 1060 0 0,'0'0'7384'0'0,"0"0"-1665"0"0,13 6-2441 0 0,51-3-1631 0 0,159-3-1151 0 0,-194-7-990 0 0,-2 6 269 0 0,-23 2 230 0 0,-7 14-490 0 0,2-14 524 0 0,-132 154-447 0 0,69-105-769 0 0,2-7-277 0 0,2-18-2919 0 0,60-25 4015 0 0,-7 3-1819 0 0,3-3-3492 0 0,4 0 4357 0 0</inkml:trace>
  <inkml:trace contextRef="#ctx0" brushRef="#br0" timeOffset="2134.985">216 320 1484 0 0,'1'-1'3489'0'0,"12"4"4206"0"0,37 29-5070 0 0,16 22-1998 0 0,-5-2-89 0 0,-48-36-642 0 0,-14-14-3465 0 0,-19-6-5846 0 0,16 3 7869 0 0</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6:40.727"/>
    </inkml:context>
    <inkml:brush xml:id="br0">
      <inkml:brushProperty name="width" value="0.05" units="cm"/>
      <inkml:brushProperty name="height" value="0.05" units="cm"/>
    </inkml:brush>
  </inkml:definitions>
  <inkml:trace contextRef="#ctx0" brushRef="#br0">49 0 1184 0 0,'0'0'784'0'0,"0"0"-255"0"0,0 0-16 0 0,0 0-49 0 0,0 0-42 0 0,0 0-46 0 0,0 0-111 0 0,0 0-47 0 0,0 0 80 0 0,0 0 39 0 0,0 0 43 0 0,0 0-44 0 0,0 0-31 0 0,0 0-83 0 0,0 0 1 0 0,-3 0 72 0 0,-10 0-5 0 0,10 0-3 0 0,3 0-11 0 0,0 0-29 0 0,0 0 11 0 0,0 0-12 0 0,0 0 24 0 0,0 0-19 0 0,0 0-9 0 0,0 0 19 0 0,0 0 41 0 0,0 0-41 0 0,0 0 16 0 0,0 0-4 0 0,0 0-15 0 0,0 0 8 0 0,0 0-73 0 0,0 0-12 0 0,0 0 25 0 0,0 0-49 0 0,0 0-11 0 0,0 0 66 0 0,0 0 8 0 0,0 0-28 0 0,0 0-56 0 0,0 0 17 0 0,0 0 56 0 0,0 0 14 0 0,0 0-77 0 0,-3 7 24 0 0,-7 20-45 0 0,12 23 1054 0 0,-2 298 31 0 0,0-347-1235 0 0,0-1-27 0 0,0 43-70 0 0,-6 2-880 0 0,-7-69-8887 0 0,15 15 7046 0 0,-1 5 1474 0 0</inkml:trace>
  <inkml:trace contextRef="#ctx0" brushRef="#br0" timeOffset="702.072">42 271 1160 0 0,'6'-11'8764'0'0,"-1"8"-5054"0"0,22 8-2101 0 0,31-10-264 0 0,-56 5-1263 0 0,29 0 209 0 0,36 0-42 0 0,-66 0-255 0 0,26 0-410 0 0,-12-1-898 0 0,-24 0-4615 0 0,0-2-345 0 0,9 2 4787 0 0</inkml:trace>
  <inkml:trace contextRef="#ctx0" brushRef="#br0" timeOffset="1622.12">280 8 1212 0 0,'1'-2'8621'0'0,"0"22"-6421"0"0,4 149-479 0 0,-5 78-1543 0 0,0-245-207 0 0,0 31 3 0 0,-11 24 492 0 0,6-49-2705 0 0,2-19-6439 0 0,3 8 7436 0 0</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6:49.247"/>
    </inkml:context>
    <inkml:brush xml:id="br0">
      <inkml:brushProperty name="width" value="0.05" units="cm"/>
      <inkml:brushProperty name="height" value="0.05" units="cm"/>
    </inkml:brush>
  </inkml:definitions>
  <inkml:trace contextRef="#ctx0" brushRef="#br0">14 15 2408 0 0,'-6'0'-2345'0'0,"2"-1"3744"0"0,1-4 12167 0 0,9 0-12160 0 0,33 6-763 0 0,-38-1-610 0 0,-1 0 2 0 0,0 0-3 0 0,32 0 475 0 0,13 0-44 0 0,-44 0-476 0 0,29 0-407 0 0,16 0 524 0 0,-44 8-162 0 0,30-6-604 0 0,-30-2 699 0 0,-2 0-13 0 0,0 0-59 0 0,10 0-344 0 0,51 2-773 0 0,-39-10 531 0 0,-18-1 1074 0 0,-14 63 679 0 0,-2 66-965 0 0,11-117-191 0 0,1 130-66 0 0,0-132 130 0 0,0 38-366 0 0,0-37 337 0 0,0 36-66 0 0,0-37 27 0 0,0-1-5 0 0,0 0 23 0 0,0 11-124 0 0,-9 43 491 0 0,9-54-979 0 0,-14-28-12016 0 0,10 24 11322 0 0</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6:52.389"/>
    </inkml:context>
    <inkml:brush xml:id="br0">
      <inkml:brushProperty name="width" value="0.05" units="cm"/>
      <inkml:brushProperty name="height" value="0.05" units="cm"/>
    </inkml:brush>
  </inkml:definitions>
  <inkml:trace contextRef="#ctx0" brushRef="#br0">20 1 1152 0 0,'0'0'952'0'0,"0"0"-50"0"0,0 0-194 0 0,0 0-20 0 0,-3 0-21 0 0,-10 0 19 0 0,10 0-33 0 0,3 0-77 0 0,0 0 11 0 0,0 0-25 0 0,0 0 36 0 0,0 0-53 0 0,0 0-9 0 0,0 0 62 0 0,0 0 10 0 0,0 0-56 0 0,0 0-100 0 0,0 0 69 0 0,0 0-47 0 0,0 0-99 0 0,0 0-30 0 0,0 0-27 0 0,0 0-25 0 0,0 0 16 0 0,0 0-21 0 0,0 0-43 0 0,0 0-13 0 0,0 0 46 0 0,0 0 61 0 0,0 0-18 0 0,0 0-39 0 0,0 0-53 0 0,0 0-24 0 0,0 0-27 0 0,0 0-43 0 0,0 0 52 0 0,0 0-5 0 0,0 0 42 0 0,2 2-28 0 0,54 61 1213 0 0,14 13-692 0 0,10 22-578 0 0,-51-55-279 0 0,19 15-2 0 0,-48-58 83 0 0,0 0 7 0 0,0 0 41 0 0,0 0-17 0 0,0 0-5 0 0,0 0 1 0 0,0 0 38 0 0,12 12-44 0 0,16 17-58 0 0,-9 4-21 0 0,-4-12-19 0 0,-37-36-16383 0 0,17 11 14921 0 0</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6:55.233"/>
    </inkml:context>
    <inkml:brush xml:id="br0">
      <inkml:brushProperty name="width" value="0.05" units="cm"/>
      <inkml:brushProperty name="height" value="0.05" units="cm"/>
    </inkml:brush>
  </inkml:definitions>
  <inkml:trace contextRef="#ctx0" brushRef="#br0">1 13 1896 0 0,'0'0'876'0'0,"0"0"-120"0"0,0 0-79 0 0,0 0-86 0 0,0 0-29 0 0,0 0-16 0 0,0 0 13 0 0,0 0-39 0 0,0 0-35 0 0,0 0 26 0 0,0 0-24 0 0,0-3 6 0 0,5-7 3220 0 0,8 24 2305 0 0,-2 1-6764 0 0,97 124 1790 0 0,-45-60-704 0 0,-27-41-478 0 0,-36-38 128 0 0,0 0 20 0 0,0 0 21 0 0,0 0-52 0 0,0 0 19 0 0,0 0 38 0 0,0 0-4 0 0,0 0-46 0 0,0 0-6 0 0,0 0 40 0 0,0 0 21 0 0,0 1-27 0 0,1-1-1 0 0,-1 0 0 0 0,0 1 1 0 0,0-1-1 0 0,1 0 1 0 0,-1 0-1 0 0,0 1 1 0 0,1-1-1 0 0,-1 0 0 0 0,0 0 1 0 0,1 1-1 0 0,-1-1 1 0 0,1 0-1 0 0,-1 0 0 0 0,0 0 1 0 0,1 0-1 0 0,-1 0 1 0 0,1 0-1 0 0,-1 0 1 0 0,0 1-1 0 0,1-1 0 0 0,-1 0 1 0 0,1 0-1 0 0,-1-1 1 0 0,1 1-1 0 0,-1 0 1 0 0,0 0-1 0 0,1 0 0 0 0,-1 0 1 0 0,1 0-1 0 0,-1 0 1 0 0,0 0-1 0 0,1-1 1 0 0,-1 1-1 0 0,0 0 0 0 0,1 0 1 0 0,-1-1-1 0 0,0 1 1 0 0,1 0-1 0 0,-1 0 1 0 0,0-1-1 0 0,1 1 0 0 0,-1 0 1 0 0,0-1-1 0 0,0 1 1 0 0,0 0-1 0 0,1-1 1 0 0,-1 1-1 0 0,0-1 0 0 0,0 1 1 0 0,0 0-1 0 0,0-1 1 0 0,0 1-1 0 0,1-1 0 0 0,-1 1 1 0 0,0 0-1 0 0,0-1 1 0 0,0 1-1 0 0,0-1 1 0 0,0 1-1 0 0,0-1 0 0 0,-1 1 1 0 0,1 0-1 0 0,0-1 1 0 0,0 1-1 0 0,0-1-13 0 0,36-45 133 0 0,24-20-55 0 0,-33 37-98 0 0,30-23-263 0 0,-6 20-259 0 0,-26 10 447 0 0,-25 21 139 0 0,0 1 4 0 0,0 0-39 0 0,0 0-4 0 0,0 0 7 0 0,0 0-23 0 0,0 0-1 0 0,0 0 15 0 0,0 0-33 0 0,0 0 38 0 0,0 0 28 0 0,0 0-20 0 0,0 0-26 0 0,0 0 19 0 0,0 0 17 0 0,0 0-15 0 0,9-1-227 0 0,-4-11-394 0 0,-5 12-618 0 0,-8 6-2007 0 0,-14 18-8749 0 0,22-21 10531 0 0</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7:00.542"/>
    </inkml:context>
    <inkml:brush xml:id="br0">
      <inkml:brushProperty name="width" value="0.05" units="cm"/>
      <inkml:brushProperty name="height" value="0.05" units="cm"/>
    </inkml:brush>
  </inkml:definitions>
  <inkml:trace contextRef="#ctx0" brushRef="#br0">439 0 968 0 0,'0'0'1067'0'0,"0"0"-210"0"0,0 0-53 0 0,0 0-77 0 0,0 0-62 0 0,0 0 12 0 0,0 0-44 0 0,0 0-88 0 0,0 0-45 0 0,0 0-18 0 0,0 0 17 0 0,0 0-31 0 0,0 0 25 0 0,0 0-25 0 0,0 0-37 0 0,0 0-47 0 0,0 0 3 0 0,0 0-41 0 0,0 0-54 0 0,0 0-49 0 0,0 0 7 0 0,0 0-26 0 0,0 0 5 0 0,0 0-53 0 0,-2 3 29 0 0,-67 84 1800 0 0,4-12-1675 0 0,36-43-246 0 0,-15 17-69 0 0,-16 22 17 0 0,5 4-737 0 0,12-16 274 0 0,-11 5-239 0 0,37-56-2738 0 0,20-14-3534 0 0,-1 4 5576 0 0</inkml:trace>
  <inkml:trace contextRef="#ctx0" brushRef="#br0" timeOffset="989.911">223 256 1112 0 0,'8'-6'13116'0'0,"-8"7"-12862"0"0,0-1 17 0 0,0 0-140 0 0,0 0 59 0 0,0 0-3 0 0,0 0-59 0 0,0 0 10 0 0,0 0-50 0 0,0 0 24 0 0,5 4 32 0 0,91 91 1613 0 0,-10 14-1801 0 0,-45-62 68 0 0,-17-18 304 0 0,-71-64-16046 0 0,39 32 14336 0 0</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7:22.105"/>
    </inkml:context>
    <inkml:brush xml:id="br0">
      <inkml:brushProperty name="width" value="0.05" units="cm"/>
      <inkml:brushProperty name="height" value="0.05" units="cm"/>
    </inkml:brush>
  </inkml:definitions>
  <inkml:trace contextRef="#ctx0" brushRef="#br0">34 0 1016 0 0,'0'0'753'0'0,"0"0"-71"0"0,0 0 26 0 0,0 0-141 0 0,0 0-40 0 0,0 0-18 0 0,0 0-23 0 0,0 0 6 0 0,0 0-79 0 0,0 0-41 0 0,0 0-17 0 0,0 0-1 0 0,0 0 25 0 0,0 0 11 0 0,0 0-34 0 0,0 0-6 0 0,0 0-12 0 0,0 0 12 0 0,0 0 23 0 0,0 0-46 0 0,0 0-54 0 0,0 0 6 0 0,0 0-2 0 0,0 0 19 0 0,0 0-28 0 0,0 0 2 0 0,0 0-10 0 0,0 0-16 0 0,0 0-68 0 0,0 0 52 0 0,-2 0 56 0 0,-6 6 2264 0 0,23 7 1267 0 0,-3-4-4527 0 0,57 56 1257 0 0,-19-14-601 0 0,-8-6-170 0 0,-24-24-756 0 0,-18-20 878 0 0,0 1-156 0 0,-56 27 837 0 0,9 14-732 0 0,-14 0-981 0 0,20-10 218 0 0,25-16 1146 0 0,16-17-218 0 0,0 0 47 0 0,-9 8-140 0 0,16-2 316 0 0,-14-14-1017 0 0,14-4-4749 0 0,1 1-1833 0 0,-7 10 5764 0 0</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7:32.730"/>
    </inkml:context>
    <inkml:brush xml:id="br0">
      <inkml:brushProperty name="width" value="0.05" units="cm"/>
      <inkml:brushProperty name="height" value="0.05" units="cm"/>
    </inkml:brush>
  </inkml:definitions>
  <inkml:trace contextRef="#ctx0" brushRef="#br0">53 42 1048 0 0,'0'0'456'0'0,"0"0"-20"0"0,0 0-83 0 0,0 0-40 0 0,0 0-16 0 0,0 0 29 0 0,0 0-24 0 0,0 0-20 0 0,0 0 46 0 0,0 0 74 0 0,0 0-3 0 0,0 0-70 0 0,0 0-43 0 0,0 0 9 0 0,0 0-30 0 0,0 0 34 0 0,0 0 4 0 0,0 0 23 0 0,0 0-29 0 0,0 0 22 0 0,0 0-6 0 0,0 0 2 0 0,0 0 10 0 0,0 0 26 0 0,0 0 7 0 0,0 0-53 0 0,0 0 33 0 0,0 0-25 0 0,0 0 0 0 0,0 0 13 0 0,0 0 12 0 0,0 0 3 0 0,0 0-51 0 0,0 0-40 0 0,0 0-14 0 0,0 0 28 0 0,0 0 7 0 0,0 0-11 0 0,0 0-33 0 0,0 0-27 0 0,0 0 31 0 0,0 0-80 0 0,0 0 5 0 0,0 0-10 0 0,0 0 86 0 0,0 0-2 0 0,0 0-54 0 0,0 0 28 0 0,0 0 5 0 0,0 0 0 0 0,0 0 49 0 0,0 0-46 0 0,0 0-144 0 0,0 0 32 0 0,0 0-61 0 0,0 0 13 0 0,1 5 150 0 0,15 37 608 0 0,37 28-607 0 0,-17-14-327 0 0,-3 0 483 0 0,0-13-264 0 0,-18-24 148 0 0,-15-13-702 0 0,5-9 697 0 0,-7-2 1230 0 0,46-18-1053 0 0,37-53-374 0 0,-36 32-256 0 0,10-18-277 0 0,-24 30 4 0 0,-3-10 370 0 0,-7 16 210 0 0,-23 23-2286 0 0,-27 30-11098 0 0,25-23 11816 0 0</inkml:trace>
  <inkml:trace contextRef="#ctx0" brushRef="#br0" timeOffset="1243.459">36 20 1128 0 0,'0'0'429'0'0,"0"0"43"0"0,0 0-42 0 0,0 0-53 0 0,0 0-36 0 0,0 0-38 0 0,0 0-20 0 0,0 0 14 0 0,0 0-27 0 0,0 0-2 0 0,0 0 41 0 0,0 0-45 0 0,0 0-27 0 0,0 0 22 0 0,0 0-3 0 0,0 0 20 0 0,0 0-67 0 0,0 0-42 0 0,0 0 21 0 0,0 0-47 0 0,0 0 5 0 0,0 0 68 0 0,0 0-34 0 0,0 0 15 0 0,0 0-33 0 0,0 0 7 0 0,0 0-30 0 0,0 0-5 0 0,0 0-20 0 0,0 0 28 0 0,0 0-76 0 0,-2 0 28 0 0,-13-17 336 0 0,15 14-317 0 0,0 3-40 0 0,0 0 14 0 0,0 0 11 0 0,0 0 10 0 0,0 0-6 0 0,0 0 31 0 0,0 0-54 0 0,0 0-6 0 0,0 0-18 0 0,0 0 4 0 0,0 0 20 0 0,0 0-27 0 0,0 0 47 0 0,0 0 22 0 0,0 0-19 0 0,0 0-52 0 0,0 0 6 0 0,0 0-18 0 0,0 0-17 0 0,0 0-1 0 0,0 0 27 0 0,0 0-37 0 0,0 0-22 0 0,0 0 32 0 0,0 0-18 0 0,0 0 32 0 0,0 0 27 0 0,0 0-38 0 0,0 0 1 0 0,0 0-2 0 0,0 0-14 0 0,0 0-4 0 0,0 0 42 0 0,0 0 33 0 0,0 0-22 0 0,0 0-19 0 0,0 0 24 0 0,0 0-26 0 0,0 0-11 0 0,0 0 18 0 0,0 0 2 0 0,0 0-42 0 0,0 0 5 0 0,0 0 31 0 0,0 0-5 0 0,0 0-7 0 0,0 0 36 0 0,0 0-18 0 0,0 0-80 0 0,0 0 30 0 0,0 0 54 0 0,0 0-76 0 0,0 0 34 0 0,0 0-5 0 0,0 0-31 0 0,0 0-9 0 0,0 0 56 0 0,0 0 41 0 0,0 0-68 0 0,0 0-15 0 0,0 0 21 0 0,0 0-80 0 0,0 0-13 0 0,0 0-24 0 0,0 0-14 0 0,0 0 7 0 0,0 0-81 0 0,0 0-64 0 0,0 0-52 0 0,0 0-60 0 0,0 0-291 0 0,0 0-311 0 0,0 0-390 0 0,0 0-59 0 0,-16 0-1236 0 0,13 0 1369 0 0</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7:40.399"/>
    </inkml:context>
    <inkml:brush xml:id="br0">
      <inkml:brushProperty name="width" value="0.05" units="cm"/>
      <inkml:brushProperty name="height" value="0.05" units="cm"/>
    </inkml:brush>
  </inkml:definitions>
  <inkml:trace contextRef="#ctx0" brushRef="#br0">91 52 1508 0 0,'0'0'978'0'0,"0"0"-62"0"0,0 0-163 0 0,0 0-59 0 0,0 0-6 0 0,0 0-11 0 0,0 0-24 0 0,0 0-109 0 0,0 0-45 0 0,0-4-18 0 0,0 4-455 0 0,0-1-1 0 0,0 1 1 0 0,0-1-1 0 0,0 1 0 0 0,0-1 1 0 0,0 1-1 0 0,0-1 1 0 0,0 0-1 0 0,0 1 0 0 0,0-1 1 0 0,0 1-1 0 0,0-1 1 0 0,0 1-1 0 0,0-1 0 0 0,-1 1 1 0 0,1-1-1 0 0,0 1 0 0 0,0-1 1 0 0,-1 1-1 0 0,1-1 1 0 0,0 1-1 0 0,0-1 0 0 0,-1 1 1 0 0,1 0-1 0 0,-1-1 1 0 0,1 1-1 0 0,0-1 0 0 0,-1 1 1 0 0,1 0-1 0 0,-1-1 1 0 0,1 1-1 0 0,-1 0 0 0 0,1 0 1 0 0,-1-1-1 0 0,1 1 1 0 0,-1 0-1 0 0,1 0 0 0 0,-1 0 1 0 0,0 0-1 0 0,1 0 0 0 0,-1 0 1 0 0,1 0-1 0 0,-1 0 1 0 0,1 0-1 0 0,-1 0 0 0 0,1 0 1 0 0,-1 0-1 0 0,0 0-25 0 0,-2 0 424 0 0,3 0-69 0 0,0 0-67 0 0,0 0 11 0 0,0 0-5 0 0,0 0 24 0 0,0 0-25 0 0,0 0-66 0 0,0 0 9 0 0,0 0 43 0 0,0 0-9 0 0,-21-3 310 0 0,-1-12-150 0 0,22 15-263 0 0,0 0 109 0 0,0 0-53 0 0,-16-5 2030 0 0,80 0 444 0 0,-62 5-2598 0 0,9 0 126 0 0,230 0 677 0 0,-239 0-907 0 0,-2 0 10 0 0,20 1-1173 0 0,-21-1 1024 0 0,1 0 0 0 0,0 0 1 0 0,-1 0-1 0 0,1 0 0 0 0,0 0 0 0 0,0 0 0 0 0,-1 0 0 0 0,1 0 0 0 0,0 0 0 0 0,0 0 1 0 0,-1 1-1 0 0,1-1 0 0 0,0 0 0 0 0,0 0 0 0 0,-1 0 0 0 0,1 0 0 0 0,0 0 0 0 0,0 1 1 0 0,0-1-1 0 0,-1 0 0 0 0,1 0 0 0 0,0 0 0 0 0,0 1 0 0 0,0-1 0 0 0,0 0 0 0 0,0 0 1 0 0,-1 0-1 0 0,1 1 0 0 0,0-1 0 0 0,0 0 0 0 0,0 0 0 0 0,0 1 0 0 0,0-1 0 0 0,0 0 1 0 0,0 0-1 0 0,0 1 0 0 0,0-1 0 0 0,0 0 0 0 0,0 0 0 0 0,0 1 0 0 0,0-1 144 0 0,-33-9-11326 0 0,27 7 9950 0 0</inkml:trace>
  <inkml:trace contextRef="#ctx0" brushRef="#br0" timeOffset="1422.996">15 59 876 0 0,'3'-6'4819'0'0,"-1"14"-209"0"0,5 57-2284 0 0,-7 61-1730 0 0,-10-75-493 0 0,10 44-162 0 0,0-94 86 0 0,-2 11 34 0 0,-12 29 273 0 0,13-30 2677 0 0,26-14-1699 0 0,11-5-92 0 0,115 7-730 0 0,-120 10-445 0 0,15-9 148 0 0,-44 0-199 0 0,-1 0-24 0 0,5 0 26 0 0,12 0 0 0 0,-16 0 0 0 0,28 3-1708 0 0,-21 10 420 0 0,-41-16-8572 0 0,16-7 5452 0 0,10 7 2968 0 0</inkml:trace>
  <inkml:trace contextRef="#ctx0" brushRef="#br0" timeOffset="2674.205">68 237 1120 0 0,'0'0'697'0'0,"0"0"-101"0"0,0 0-142 0 0,0 0-56 0 0,0 0 67 0 0,0 0-56 0 0,0 0-41 0 0,0 0 3 0 0,0 0 35 0 0,0 0-77 0 0,0 0-59 0 0,0 0-24 0 0,0 0 26 0 0,0 0-3 0 0,0 0 26 0 0,0 0 26 0 0,0 0-30 0 0,0 0-9 0 0,0 0-81 0 0,0 0-62 0 0,0 0 65 0 0,0 0-18 0 0,0 0-1 0 0,0 0 12 0 0,0 0-34 0 0,0 0-7 0 0,0 0 7 0 0,0 0-2 0 0,0 0-10 0 0,0 0 9 0 0,0 0 29 0 0,0 0-45 0 0,0 0 36 0 0,0 0-30 0 0,0 0 4 0 0,0 0 54 0 0,0 0-72 0 0,0 0 30 0 0,0 0 24 0 0,0 0 2 0 0,0 0 25 0 0,0 0-9 0 0,0 0 64 0 0,0 0-44 0 0,0 0-46 0 0,0 0 6 0 0,0 0-54 0 0,0 0-2 0 0,0 0-8 0 0,0 0 23 0 0,0 0-8 0 0,0 0 27 0 0,0 0-30 0 0,26 8 766 0 0,75-3-482 0 0,-100-5-393 0 0,30 0 204 0 0,2 0-149 0 0,-31 0-159 0 0,-2 0 58 0 0,30 0 363 0 0,-8 3-3008 0 0,-25-4-3874 0 0,-2 1 3534 0 0,2 1 1541 0 0</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7:52.499"/>
    </inkml:context>
    <inkml:brush xml:id="br0">
      <inkml:brushProperty name="width" value="0.05" units="cm"/>
      <inkml:brushProperty name="height" value="0.05" units="cm"/>
    </inkml:brush>
  </inkml:definitions>
  <inkml:trace contextRef="#ctx0" brushRef="#br0">53 7 1636 0 0,'0'0'949'0'0,"0"0"-101"0"0,0 0-115 0 0,0 0-49 0 0,0 0-71 0 0,0 0-57 0 0,0 0-38 0 0,0 0-27 0 0,0 0 7 0 0,0 0-57 0 0,0 0-37 0 0,0 0 15 0 0,0 0 28 0 0,0 0-52 0 0,0 0-64 0 0,0 0-24 0 0,0 0-9 0 0,0 0 7 0 0,0 0-9 0 0,0 0-32 0 0,0 0 37 0 0,0 0-53 0 0,0 0-35 0 0,0 0 60 0 0,0 0-37 0 0,0 0 23 0 0,0 0-15 0 0,-4 2-8 0 0,2-2-229 0 0,1 0 11 0 0,0 0 0 0 0,0 0 0 0 0,1 1 0 0 0,-1-1-1 0 0,0 0 1 0 0,0 0 0 0 0,0 1 0 0 0,0-1-1 0 0,0 1 1 0 0,0-1 0 0 0,1 1 0 0 0,-1-1-1 0 0,0 1 1 0 0,0-1 0 0 0,1 1 0 0 0,-1 0-1 0 0,0-1 1 0 0,1 1 0 0 0,-1 0 0 0 0,1 0-1 0 0,-1-1 1 0 0,1 1 0 0 0,-1 0 0 0 0,1 0-1 0 0,-1 0 1 0 0,1 0 0 0 0,0 0 0 0 0,0 0 0 0 0,-1 0-1 0 0,1-1 1 0 0,0 1 0 0 0,0 0 0 0 0,0 0-1 0 0,0 0 1 0 0,0 0 0 0 0,0 0 0 0 0,0 0-1 0 0,0 0 1 0 0,1 0 0 0 0,-1 0 0 0 0,0 0-1 0 0,1 0 1 0 0,-1 0 0 0 0,0 0-18 0 0,2 211 1967 0 0,-2 37-1710 0 0,0-248-257 0 0,0 33-153 0 0,0 5-97 0 0,-15-28-1482 0 0,1-35-8924 0 0,12 20 9119 0 0</inkml:trace>
  <inkml:trace contextRef="#ctx0" brushRef="#br0" timeOffset="2990.086">38 67 1404 0 0,'-7'-39'8801'0'0,"27"34"-2735"0"0,-18 5-6492 0 0,2 2 488 0 0,0-1 0 0 0,0 1 0 0 0,-1 0-1 0 0,1 0 1 0 0,0 0 0 0 0,-1 1 0 0 0,0-1-1 0 0,1 1 1 0 0,-1 0 0 0 0,0 0-1 0 0,0 0 1 0 0,-1 0 0 0 0,1 0 0 0 0,-1 1-1 0 0,1-1 1 0 0,-1 1 0 0 0,1 2-62 0 0,18 22 95 0 0,38 26 341 0 0,-28-11-281 0 0,-9-17-194 0 0,-5-19 425 0 0,-3 11 301 0 0,-9-9-1230 0 0,14-42 965 0 0,53-37-1490 0 0,-1 4 322 0 0,-49 39 536 0 0,18-13-650 0 0,-17 18 463 0 0,-14 21 490 0 0,-15 1-220 0 0,1 39 611 0 0,3 0 142 0 0,2-38-574 0 0,0-1-11 0 0,0 25 20 0 0,0 194 278 0 0,0-217-386 0 0,0 41-111 0 0,0-4 221 0 0,0-37-117 0 0,0 30 242 0 0,0 12-478 0 0,0-42 271 0 0,0-2 52 0 0,0 0-6 0 0,0 0-10 0 0,0 32-419 0 0,1-9 801 0 0,-1 1-1281 0 0,-1-19-4089 0 0,-8-14-2944 0 0,6 7 6360 0 0</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8:00.013"/>
    </inkml:context>
    <inkml:brush xml:id="br0">
      <inkml:brushProperty name="width" value="0.05" units="cm"/>
      <inkml:brushProperty name="height" value="0.05" units="cm"/>
    </inkml:brush>
  </inkml:definitions>
  <inkml:trace contextRef="#ctx0" brushRef="#br0">34 1 1892 0 0,'0'0'1144'0'0,"0"0"-136"0"0,0 0-123 0 0,0 0-82 0 0,0 0-23 0 0,0 0-37 0 0,0 0-87 0 0,0 0-80 0 0,0 0-28 0 0,0 0 53 0 0,0 0-95 0 0,0 0-38 0 0,0 0-42 0 0,0 0 6 0 0,0 0 16 0 0,0 0-61 0 0,0 0 8 0 0,0 0 45 0 0,0 0-64 0 0,0 0 20 0 0,0 0-23 0 0,0 0-28 0 0,0 0 14 0 0,0 0-57 0 0,0 0-162 0 0,0 0-25 0 0,0 0 12 0 0,0 0 11 0 0,0 0 74 0 0,0 0-18 0 0,0 0-82 0 0,0 0 12 0 0,0 0 13 0 0,0 0 54 0 0,0 0 16 0 0,0 0-49 0 0,0 0-140 0 0,0 0-1 0 0,0 0 108 0 0,0 0-13 0 0,0 0-16 0 0,0 0 3 0 0,0 0 36 0 0,0 0-30 0 0,0 0 56 0 0,0 0 27 0 0,0 0 10 0 0,0 0 38 0 0,0 0-64 0 0,0 0 20 0 0,0 0-48 0 0,0 0 28 0 0,0 0-42 0 0,0 0 38 0 0,0 0-27 0 0,0 0 33 0 0,0 0 16 0 0,0 0-10 0 0,2 3-33 0 0,0-1-78 0 0,0 0 0 0 0,0 0 0 0 0,0 0 0 0 0,0-1 0 0 0,1 1 0 0 0,-1-1 0 0 0,1 1 0 0 0,-1-1 0 0 0,1 0-1 0 0,-1 0 1 0 0,1 0 0 0 0,0 0 0 0 0,-1 0 0 0 0,1-1 0 0 0,0 1 0 0 0,0-1 0 0 0,0 0 0 0 0,-1 0 0 0 0,1 0 0 0 0,0 0 0 0 0,2 0-69 0 0,198 0 337 0 0,-202 0-367 0 0,1 0 4 0 0,5 0 14 0 0,41 0-758 0 0,-46 0 704 0 0,-2 0 24 0 0,0 0 15 0 0,10 0-334 0 0,5 0 65 0 0,-13 0 262 0 0,-2 0 38 0 0,0 0-28 0 0,0 0-12 0 0,11-2-352 0 0,-7-11-137 0 0,-20 12-5630 0 0,-14 8-3818 0 0,25-6 8541 0 0</inkml:trace>
  <inkml:trace contextRef="#ctx0" brushRef="#br0" timeOffset="720.705">199 31 1712 0 0,'0'9'6559'0'0,"-1"24"-3864"0"0,2 237 218 0 0,-9-235-2775 0 0,1 4-179 0 0,5 1 196 0 0,2-38-137 0 0,0 29-482 0 0,-15-15 19 0 0,14-28-3979 0 0,1 9-1352 0 0,-1 2 4420 0 0</inkml:trace>
  <inkml:trace contextRef="#ctx0" brushRef="#br0" timeOffset="1701.435">20 463 1700 0 0,'-19'1'9421'0'0,"33"13"-3896"0"0,-1-12-4625 0 0,181 2 2712 0 0,-126-4-3400 0 0,-59-8-143 0 0,52 5-29 0 0,-50-7-12 0 0,-10 10-74 0 0,30 0-36 0 0,2 0 80 0 0,-32 0 23 0 0,-1 0 14 0 0,0 0-15 0 0,0 0-26 0 0,0 0-59 0 0,0 0-12 0 0,11-1-782 0 0,-10-6-2327 0 0,-52-4-10583 0 0,44 10 12278 0 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7:58.051"/>
    </inkml:context>
    <inkml:brush xml:id="br0">
      <inkml:brushProperty name="width" value="0.05" units="cm"/>
      <inkml:brushProperty name="height" value="0.05" units="cm"/>
    </inkml:brush>
  </inkml:definitions>
  <inkml:trace contextRef="#ctx0" brushRef="#br0">1 12 2080 0 0,'0'0'1158'0'0,"0"0"-154"0"0,0 0-91 0 0,0 0-25 0 0,0 0-40 0 0,0 0-75 0 0,0 0-14 0 0,0 0-35 0 0,0 0-32 0 0,0 0-55 0 0,0 0-21 0 0,0 0-69 0 0,0 0-30 0 0,0 0-14 0 0,0 0 10 0 0,0 0-40 0 0,0 0-48 0 0,0 0-25 0 0,0 0 44 0 0,0 0 9 0 0,0 0-41 0 0,0 0-80 0 0,0 0-5 0 0,0 0 23 0 0,0 0 8 0 0,0 0-22 0 0,0 0-41 0 0,0 0 6 0 0,0 0-37 0 0,0 0 6 0 0,0 0 10 0 0,0 0-9 0 0,0 0-29 0 0,0 0-14 0 0,0 0-21 0 0,0 0-4 0 0,0 0 13 0 0,0 0-2 0 0,0 0-4 0 0,4-3-38 0 0,38-5 786 0 0,225 12 622 0 0,-263-4-1594 0 0,62 0-76 0 0,-64 0 108 0 0,17 1 11 0 0,-5 8-193 0 0,-11-9 71 0 0,-3 0-13 0 0,0 0-57 0 0,0 0 14 0 0,6-1-138 0 0,-2 3-2851 0 0,-2 5-29 0 0,-20-8-5216 0 0,0 0 3629 0 0,11 1 3170 0 0</inkml:trace>
  <inkml:trace contextRef="#ctx0" brushRef="#br0" timeOffset="702.639">189 25 948 0 0,'-5'13'7608'0'0,"10"24"-4011"0"0,0-4-1786 0 0,-5 304 256 0 0,0-335-2021 0 0,0 36 84 0 0,0-36-191 0 0,0-2 53 0 0,0 0-51 0 0,0 0-9 0 0,0 0 91 0 0,0 0-58 0 0,6 19-757 0 0,-13-20-2334 0 0,3-15-5901 0 0,2 12 7709 0 0</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8:05.944"/>
    </inkml:context>
    <inkml:brush xml:id="br0">
      <inkml:brushProperty name="width" value="0.05" units="cm"/>
      <inkml:brushProperty name="height" value="0.05" units="cm"/>
    </inkml:brush>
  </inkml:definitions>
  <inkml:trace contextRef="#ctx0" brushRef="#br0">21 17 1892 0 0,'0'0'859'0'0,"0"0"-51"0"0,0 0-127 0 0,0 0-67 0 0,0 0-77 0 0,0 0-36 0 0,0 0-58 0 0,0 0-26 0 0,0 0 23 0 0,0 0-56 0 0,0 0-21 0 0,0 0-8 0 0,0 0-7 0 0,0 0 20 0 0,0 0 6 0 0,0 0-22 0 0,0 0-26 0 0,0 0 2 0 0,0 0 47 0 0,0 0-26 0 0,0 0 36 0 0,0 0-86 0 0,0 0-3 0 0,0 0-76 0 0,0 0-16 0 0,0 0 25 0 0,0 0 7 0 0,0 0-70 0 0,0 0 12 0 0,0 0-27 0 0,0 0 11 0 0,0 0 9 0 0,6 18 591 0 0,-9 295 925 0 0,-5-290-1447 0 0,8 88-429 0 0,0-110 153 0 0,0 1 110 0 0,0 5-72 0 0,0-6 21 0 0,0-1 24 0 0,0 0-8 0 0,0 0-128 0 0,0 0 11 0 0,0 0-70 0 0,0 0-62 0 0,0 0-42 0 0,-2 3-65 0 0,-8 1-2173 0 0,7-25-4061 0 0,6 9 3657 0 0,-3 5 1427 0 0</inkml:trace>
  <inkml:trace contextRef="#ctx0" brushRef="#br0" timeOffset="1309.742">55 16 1468 0 0,'-6'-5'9294'0'0,"2"6"-6115"0"0,31-1 1381 0 0,-27 0-4491 0 0,33 7 661 0 0,129-3 579 0 0,-130-21-1207 0 0,-29 14-124 0 0,-3 3 7 0 0,76 0-414 0 0,-74 0 408 0 0,27 0-195 0 0,5-2-400 0 0,-37 46 784 0 0,-7 71-236 0 0,10-63 136 0 0,0-51-37 0 0,0-1-38 0 0,0 38-3093 0 0,0-36 2640 0 0,-7-2-380 0 0,2 3-3152 0 0,-9 9 700 0 0,7-16-1512 0 0,5 2 3240 0 0</inkml:trace>
  <inkml:trace contextRef="#ctx0" brushRef="#br0" timeOffset="2542.651">55 206 1720 0 0,'-11'5'9112'0'0,"10"-4"-8414"0"0,-1 4-377 0 0,8 0 4778 0 0,53 10-3423 0 0,-59-15-1571 0 0,0 0 58 0 0,25 0 81 0 0,33-13 127 0 0,-7 10-143 0 0,69 3-147 0 0,-119 0-168 0 0,-1 0 60 0 0,0 0 70 0 0,0 0 41 0 0,10 0-89 0 0,34 0 23 0 0,-43 0-16 0 0,3 0-2267 0 0,-44 15-12326 0 0,36-14 13029 0 0</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8:17.339"/>
    </inkml:context>
    <inkml:brush xml:id="br0">
      <inkml:brushProperty name="width" value="0.05" units="cm"/>
      <inkml:brushProperty name="height" value="0.05" units="cm"/>
    </inkml:brush>
  </inkml:definitions>
  <inkml:trace contextRef="#ctx0" brushRef="#br0">36 47 1600 0 0,'0'-3'410'0'0,"0"-9"-141"0"0,0 9-72 0 0,0 3 87 0 0,0 0-22 0 0,0 0-92 0 0,0 0-100 0 0,0 0 94 0 0,0 0 29 0 0,0 0-40 0 0,0 0-18 0 0,0 0 9 0 0,0 0-48 0 0,0 0-21 0 0,0 0-20 0 0,0 0-49 0 0,0 0-15 0 0,0 0 2 0 0,0 0 41 0 0,0 0 173 0 0,0 0 21 0 0,0 0-20 0 0,0 0 11 0 0,0 0-12 0 0,0 0-30 0 0,0 0 44 0 0,0 0 78 0 0,0 0 19 0 0,0 0-75 0 0,0 0-54 0 0,0 0-62 0 0,0 0 32 0 0,0 0 79 0 0,0 0 9 0 0,0 0-24 0 0,0 0 31 0 0,0 0 3 0 0,0 0-17 0 0,0 0 28 0 0,0 0-16 0 0,0-4-48 0 0,0-9 32 0 0,0 10 1 0 0,0 3-10 0 0,0 0-45 0 0,0 0 32 0 0,0 0-45 0 0,0 0-17 0 0,0 0 25 0 0,0 0 10 0 0,0 0-8 0 0,0 0 40 0 0,0 0-3 0 0,0 0-15 0 0,0 0-58 0 0,0 0-54 0 0,0 0-5 0 0,0 0-29 0 0,0 0 20 0 0,-3 2 3 0 0,1-1-64 0 0,1 0 0 0 0,0 0 0 0 0,-1 0 0 0 0,1 0 0 0 0,0 1 0 0 0,0-1-1 0 0,0 0 1 0 0,0 0 0 0 0,0 1 0 0 0,0-1 0 0 0,0 0 0 0 0,1 1 0 0 0,-1-1 0 0 0,0 1 0 0 0,1-1 0 0 0,-1 1 0 0 0,1 0 0 0 0,0-1 0 0 0,-1 1 0 0 0,1-1 0 0 0,0 1 0 0 0,0 0 0 0 0,0-1 0 0 0,0 1 0 0 0,0-1 0 0 0,0 1 0 0 0,1 0 0 0 0,-1 0-14 0 0,1 206 882 0 0,-1-161-1099 0 0,0-45 168 0 0,0-2 7 0 0,-6 38 94 0 0,4 0-24 0 0,-6-1 466 0 0,7-22-169 0 0,3-18-2304 0 0,0-16-7910 0 0,0 17 8395 0 0</inkml:trace>
  <inkml:trace contextRef="#ctx0" brushRef="#br0" timeOffset="3168.008">25 22 1292 0 0,'0'0'811'0'0,"0"0"26"0"0,0 0-12 0 0,0 0-76 0 0,0 0-85 0 0,0 0-45 0 0,0 0 11 0 0,0 0-98 0 0,0 0-46 0 0,0 0 0 0 0,0 0 10 0 0,0 0-48 0 0,0 0-9 0 0,0 0-25 0 0,0 0-6 0 0,0 0-38 0 0,0 0 42 0 0,0 0 24 0 0,0 0-22 0 0,0 0-23 0 0,0 0-82 0 0,0 0 32 0 0,0 0-29 0 0,0 0 94 0 0,0 0-14 0 0,0 0-30 0 0,0 0 16 0 0,0 0-31 0 0,0 0-56 0 0,0 0-35 0 0,0 0-27 0 0,0 0-2 0 0,0 0 67 0 0,0 0 43 0 0,0 0-22 0 0,0 0 14 0 0,0 0-13 0 0,0 0-96 0 0,0 0 12 0 0,0 0 35 0 0,0 0-32 0 0,0 0-11 0 0,0 0-10 0 0,18-5 742 0 0,86 18 516 0 0,-103-13-1434 0 0,38 0-66 0 0,24 0 143 0 0,-38-12-75 0 0,44-5-629 0 0,-34 17 109 0 0,-34 0 465 0 0,-1 0-7 0 0,0 0-36 0 0,29-1-404 0 0,5 4 77 0 0,-3-5 217 0 0,-16 4-102 0 0,-35 104 934 0 0,11 13-662 0 0,5 40-164 0 0,4-157 195 0 0,0 0-18 0 0,0 4 32 0 0,0 34-182 0 0,0-38 79 0 0,0-2 36 0 0,0 0 41 0 0,0 0-42 0 0,0 0-51 0 0,1 12 142 0 0,5-12-3355 0 0,-26-29-10576 0 0,18 28 12421 0 0</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8:24.171"/>
    </inkml:context>
    <inkml:brush xml:id="br0">
      <inkml:brushProperty name="width" value="0.05" units="cm"/>
      <inkml:brushProperty name="height" value="0.05" units="cm"/>
    </inkml:brush>
  </inkml:definitions>
  <inkml:trace contextRef="#ctx0" brushRef="#br0">58 39 1768 0 0,'0'0'1043'0'0,"0"0"-125"0"0,0 0-185 0 0,0 0-59 0 0,0 0-16 0 0,0 0-99 0 0,0 0-58 0 0,0 0 5 0 0,0 0-73 0 0,0 0-31 0 0,0 0-40 0 0,0 0-33 0 0,0 0-55 0 0,0 0-34 0 0,0 0 37 0 0,0 0-21 0 0,0 0 20 0 0,0 0-43 0 0,0 0 7 0 0,0 0-36 0 0,0 0 26 0 0,0 0-28 0 0,0 0-15 0 0,0 0 4 0 0,0 0-43 0 0,0 0-36 0 0,0 0 20 0 0,0 0 4 0 0,0 0-40 0 0,0 0 24 0 0,0 0-36 0 0,0 0-28 0 0,0 0 53 0 0,0 0 18 0 0,0 0 2 0 0,0 0-29 0 0,0 0-10 0 0,0 0 22 0 0,0 0 54 0 0,0 0 12 0 0,0 0-23 0 0,0 0-38 0 0,0 0 32 0 0,0 0 34 0 0,0 0 10 0 0,0 0 38 0 0,0 0-1 0 0,0 0-6 0 0,0 0-29 0 0,0 0-46 0 0,0 0 17 0 0,0 0-47 0 0,0 0-13 0 0,0 0 31 0 0,0 0 138 0 0,0 0 5 0 0,0 0-44 0 0,0 0-10 0 0,-4 4-38 0 0,-14 14-10 0 0,13 32 880 0 0,5 54-361 0 0,0 51-702 0 0,0-91 94 0 0,0-62-110 0 0,0-2 19 0 0,0 0-38 0 0,0 0 90 0 0,0 0-14 0 0,-10 28 264 0 0,11-28 1252 0 0,-1 0-1462 0 0,0 0-11 0 0,0 0-7 0 0,91-8 1448 0 0,102 8-1338 0 0,-148 0-226 0 0,-44 0 28 0 0,30 0-154 0 0,-14 0 126 0 0,-15 0 24 0 0,-2 0-1 0 0,11 0 95 0 0,-9 0-41 0 0,0 0-103 0 0,-1 1 0 0 0,0-1 0 0 0,0 0-1 0 0,0 0 1 0 0,0 0 0 0 0,0 0 0 0 0,1 0 0 0 0,-1 0 0 0 0,0 0-1 0 0,0 0 1 0 0,0 0 0 0 0,0 0 0 0 0,0-1 0 0 0,1 1 0 0 0,-1 0 0 0 0,0-1-1 0 0,0 1 1 0 0,0-1 0 0 0,0 1 0 0 0,0-1 0 0 0,0 0 0 0 0,0 0-1 0 0,0 1 1 0 0,-1-1 0 0 0,1 0 0 0 0,0 0 0 0 0,0 0 0 0 0,0 0-1 0 0,-1 0 1 0 0,1 1 0 0 0,-1-2 0 0 0,1 1 0 0 0,-1 0 0 0 0,1 0 0 0 0,-1 0-1 0 0,1 0 1 0 0,-1 0 70 0 0,-31-19-13265 0 0,14 12 9592 0 0,10 4 2314 0 0</inkml:trace>
  <inkml:trace contextRef="#ctx0" brushRef="#br0" timeOffset="1201.356">50 1 888 0 0,'0'0'765'0'0,"0"0"-86"0"0,0 0-35 0 0,0 0-109 0 0,0 0-102 0 0,0 0-49 0 0,0 0-18 0 0,0 0-83 0 0,0 0 47 0 0,0 0 36 0 0,0 0-38 0 0,0 0-46 0 0,0 0 16 0 0,0 0-36 0 0,0 0-13 0 0,0 0 0 0 0,0 0-33 0 0,0 0 7 0 0,0 0-32 0 0,0 0 23 0 0,0 0-18 0 0,0 0-48 0 0,0 0-9 0 0,0 0 8 0 0,0 0-13 0 0,0 0 16 0 0,0 0-33 0 0,0 0-12 0 0,0 0-3 0 0,0 0-5 0 0,0 0 1 0 0,0 0-21 0 0,0 0 64 0 0,0 0 14 0 0,0 0-64 0 0,0 0-43 0 0,0 0 50 0 0,0 0 36 0 0,0 0-58 0 0,0 0 8 0 0,0 0-19 0 0,0 0-18 0 0,0 0 4 0 0,0 0 56 0 0,0 0-17 0 0,0 0-54 0 0,0 0-40 0 0,0 0-5 0 0,0 0-2 0 0,0 0 7 0 0,0 0 46 0 0,0 0-44 0 0,0 0 26 0 0,0 0 31 0 0,0 0 7 0 0,0 0-53 0 0,0 0-5 0 0,0 0 34 0 0,0 0-4 0 0,0 0 23 0 0,0 0-44 0 0,0 0 17 0 0,0 0-6 0 0,0 0 20 0 0,0 0-10 0 0,0 0-48 0 0,0 0 33 0 0,0 0 22 0 0,0 0-49 0 0,0 0-9 0 0,0 0 37 0 0,0 0 40 0 0,0 0-64 0 0,0 0 20 0 0,0 0 21 0 0,0 0 5 0 0,0 0-12 0 0,-5 0 31 0 0,-16 0-79 0 0,14 37-19 0 0,-6 20-1115 0 0,12-53 776 0 0,0 3-693 0 0,-1-5-4253 0 0,2-2 3951 0 0</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8:28.037"/>
    </inkml:context>
    <inkml:brush xml:id="br0">
      <inkml:brushProperty name="width" value="0.05" units="cm"/>
      <inkml:brushProperty name="height" value="0.05" units="cm"/>
    </inkml:brush>
  </inkml:definitions>
  <inkml:trace contextRef="#ctx0" brushRef="#br0">40 0 904 0 0,'0'0'1057'0'0,"0"0"-164"0"0,0 0-121 0 0,0 0-7 0 0,0 0-60 0 0,0 0-120 0 0,0 0-30 0 0,0 0 0 0 0,0 0-16 0 0,0 0-100 0 0,0 0-1 0 0,0 0 14 0 0,0 0-70 0 0,0 0-24 0 0,0 0 75 0 0,0 0-10 0 0,0 0-58 0 0,0 0-2 0 0,0 0 20 0 0,0 0 65 0 0,0 0-110 0 0,0 0-10 0 0,0 0-12 0 0,0 0-20 0 0,0 0-86 0 0,0 0 33 0 0,0 0 37 0 0,0 0-32 0 0,0 0-63 0 0,-3 1 56 0 0,2-1-213 0 0,0 0-1 0 0,1 0 1 0 0,-1 0-1 0 0,0 0 1 0 0,0 0-1 0 0,1 0 1 0 0,-1 0-1 0 0,0 0 1 0 0,1 1-1 0 0,-1-1 1 0 0,0 0-1 0 0,1 0 1 0 0,-1 1-1 0 0,0-1 1 0 0,1 0-1 0 0,-1 1 1 0 0,1-1-1 0 0,-1 1 1 0 0,0-1-1 0 0,1 1 1 0 0,-1-1-1 0 0,1 1 1 0 0,0-1-1 0 0,-1 1 1 0 0,1 0-1 0 0,-1-1 0 0 0,1 1 1 0 0,0 0-1 0 0,-1-1 1 0 0,1 1-1 0 0,0 0 1 0 0,0-1-1 0 0,0 1 1 0 0,0 0-1 0 0,-1 0 1 0 0,1-1-1 0 0,0 1 1 0 0,0 0-1 0 0,0-1 1 0 0,0 1-1 0 0,1 0 1 0 0,-1 0-1 0 0,0-1 1 0 0,0 1-1 0 0,0 0 1 0 0,0-1-1 0 0,1 1 1 0 0,-1 0-1 0 0,0-1 1 0 0,1 1-1 0 0,-1 0 1 0 0,1-1-28 0 0,0 8 232 0 0,-3 127 1883 0 0,2 107-1335 0 0,0-241-740 0 0,0 38-692 0 0,0-38 331 0 0,0-1-116 0 0,0 0-85 0 0,2 10-2521 0 0,-5-34-8174 0 0,2 17 9729 0 0</inkml:trace>
  <inkml:trace contextRef="#ctx0" brushRef="#br0" timeOffset="1648.945">30 25 1428 0 0,'-3'-4'10135'0'0,"14"4"-6548"0"0,14 0-1853 0 0,94 0 1190 0 0,-98-13-2803 0 0,23 9 56 0 0,-43 4-157 0 0,39 0-321 0 0,-39 0 274 0 0,-1 0 45 0 0,18 0 79 0 0,-17 0-132 0 0,1 0 51 0 0,4 0-9 0 0,-5 0 8 0 0,42 0-132 0 0,-41 0 100 0 0,-2 0-49 0 0,0 0 10 0 0,10 0-64 0 0,33 0-354 0 0,-42 0 475 0 0,-1 0-28 0 0,11 0 187 0 0,7 4-555 0 0,-14 0 632 0 0,-15 84-14 0 0,5-37-98 0 0,6-50-152 0 0,0 11 0 0 0,0 189-674 0 0,0-199 745 0 0,0-2-61 0 0,0 12-273 0 0,5 15-2201 0 0,-4-25 1977 0 0,-5-10-4286 0 0,2 4-1431 0 0,0 3 4796 0 0,0 1-6 0 0</inkml:trace>
  <inkml:trace contextRef="#ctx0" brushRef="#br0" timeOffset="2817.159">19 444 1768 0 0,'-14'-6'7881'0'0,"9"6"-5042"0"0,6 0-2543 0 0,-1 0-53 0 0,0 0 55 0 0,0 0 70 0 0,0 0-28 0 0,0 0-77 0 0,0 0-57 0 0,0 0 73 0 0,0 0-13 0 0,0 0-10 0 0,0 0 26 0 0,0 0 37 0 0,0 0-3 0 0,0 0-22 0 0,5 0-23 0 0,238-1 3615 0 0,-220-8-3889 0 0,14 9 84 0 0,-36 0-45 0 0,28 0-99 0 0,-24 0 60 0 0,-4 1-4 0 0,1-1 0 0 0,-1 0 1 0 0,1 1-1 0 0,-1-1 0 0 0,1 0 0 0 0,0 0 1 0 0,-1 0-1 0 0,1 0 0 0 0,-1 0 0 0 0,1 0 1 0 0,0-1-1 0 0,-1 1 0 0 0,1 0 1 0 0,-1-1-1 0 0,1 1 0 0 0,-1-1 0 0 0,1 0 1 0 0,-1 0-1 0 0,1 1 0 0 0,-1-1 0 0 0,0 0 1 0 0,0 0-1 0 0,1 0 0 0 0,-1 0 1 0 0,0 0-1 0 0,1-1 7 0 0,27 2-383 0 0,-21 0 626 0 0,-7 0-343 0 0,1 1-1 0 0,-1-1 1 0 0,1 0 0 0 0,0 0-1 0 0,-1 0 1 0 0,1 0 0 0 0,-1 0-1 0 0,1 0 1 0 0,-1 0 0 0 0,1 0-1 0 0,0 0 1 0 0,-1-1 0 0 0,1 1-1 0 0,-1-1 1 0 0,1 1 0 0 0,-1-1-1 0 0,0 0 1 0 0,1 1 0 0 0,-1-1-1 0 0,0 0 1 0 0,1 0 0 0 0,-1 0-1 0 0,0 0 1 0 0,0 0 0 0 0,0 0-1 0 0,0-1 1 0 0,1 0 100 0 0,-15 7-8220 0 0,-5 0 4108 0 0,-9 2 1275 0 0,10-5 1643 0 0</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8:33.215"/>
    </inkml:context>
    <inkml:brush xml:id="br0">
      <inkml:brushProperty name="width" value="0.05" units="cm"/>
      <inkml:brushProperty name="height" value="0.05" units="cm"/>
    </inkml:brush>
  </inkml:definitions>
  <inkml:trace contextRef="#ctx0" brushRef="#br0">60 0 1256 0 0,'0'0'851'0'0,"0"0"-98"0"0,0 0 37 0 0,0 0-40 0 0,0 0-95 0 0,0 0-79 0 0,-3 0 12 0 0,-16 0 3881 0 0,6 0 5338 0 0,14 6-9633 0 0,-1-6-173 0 0,0 1 20 0 0,0 0-1 0 0,0 1 1 0 0,0-1 0 0 0,1 0 0 0 0,-1 0 0 0 0,0 0-1 0 0,1 0 1 0 0,-1 0 0 0 0,1 1 0 0 0,-1-1-1 0 0,1 0 1 0 0,-1 0 0 0 0,1 0 0 0 0,0 0 0 0 0,-1-1-1 0 0,1 1 1 0 0,0 0 0 0 0,0 0 0 0 0,0 0 0 0 0,0-1-1 0 0,0 1 1 0 0,0 0 0 0 0,0-1 0 0 0,0 1 0 0 0,0-1-1 0 0,0 1 1 0 0,0-1 0 0 0,0 1 0 0 0,0-1-1 0 0,0 0 1 0 0,1 1 0 0 0,-1-1 0 0 0,0 0 0 0 0,0 0-1 0 0,0 0 1 0 0,1 0 0 0 0,-1 0 0 0 0,0 0 0 0 0,0-1-1 0 0,1 1-20 0 0,255 1 1734 0 0,-238 8-1731 0 0,51-8 46 0 0,-54-1-104 0 0,-15 0 42 0 0,28 0-261 0 0,-13 0-69 0 0,-15 0 240 0 0,-1 0-37 0 0,0 0-30 0 0,12-1-1622 0 0,-11-7-715 0 0,-38 11-9364 0 0,20 0 8374 0 0,10-2 1891 0 0</inkml:trace>
  <inkml:trace contextRef="#ctx0" brushRef="#br0" timeOffset="1557.885">26 27 928 0 0,'0'0'944'0'0,"1"4"3659"0"0,1 5-2268 0 0,4 38 345 0 0,-6 130-868 0 0,-3-171-1747 0 0,-13 65-187 0 0,16-25 432 0 0,0-44-351 0 0,0-2-8 0 0,0 0-5 0 0,0 39 148 0 0,0-38-44 0 0,0-1-46 0 0,0 0-41 0 0,0 0-4 0 0,0 0 5 0 0,-2 18 172 0 0,-12 3 576 0 0,78-37 2131 0 0,158 16-1286 0 0,-220 0-1684 0 0,37 0 363 0 0,-6 0-228 0 0,-32 0-48 0 0,27 0 188 0 0,-21 0-144 0 0,-5 0-8 0 0,26 0-104 0 0,-8 1-157 0 0,-1 0-1585 0 0,-24-3-3522 0 0,-13 3-2597 0 0,11-2 6431 0 0</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8:51.918"/>
    </inkml:context>
    <inkml:brush xml:id="br0">
      <inkml:brushProperty name="width" value="0.05" units="cm"/>
      <inkml:brushProperty name="height" value="0.05" units="cm"/>
    </inkml:brush>
  </inkml:definitions>
  <inkml:trace contextRef="#ctx0" brushRef="#br0">4 28 848 0 0,'0'0'607'0'0,"0"0"-50"0"0,0 0 39 0 0,0 0-16 0 0,0 0-69 0 0,0 0-14 0 0,0 0-15 0 0,0 0 29 0 0,0 0-32 0 0,0-3 16 0 0,-1-8 2397 0 0,0 25 3695 0 0,1 1-4100 0 0,-1-1-4199 0 0,0 229 2964 0 0,1-8-357 0 0,0-233-898 0 0,0-2 18 0 0,2 12 20 0 0,1-2-2128 0 0,-4-21-5725 0 0,2-10 2895 0 0,1 14 3430 0 0</inkml:trace>
  <inkml:trace contextRef="#ctx0" brushRef="#br0" timeOffset="1414.155">14 22 1140 0 0,'-4'3'4251'0'0,"4"-3"-1869"0"0,0 0-2040 0 0,0 0-40 0 0,0 0 12 0 0,0 0 46 0 0,0 0-33 0 0,0 0-35 0 0,0 0-20 0 0,0 0-81 0 0,0 0-38 0 0,0 0-19 0 0,0 0 1 0 0,0 0 47 0 0,0 0 29 0 0,0 0-26 0 0,0 0 24 0 0,0 0-86 0 0,0 0 18 0 0,0 0 69 0 0,0 0 34 0 0,0 0-32 0 0,0 0-5 0 0,0 0 22 0 0,0 0 14 0 0,0 0 42 0 0,0 0-19 0 0,0 0 59 0 0,0 0-7 0 0,0 0 28 0 0,0 0-6 0 0,0 0 24 0 0,0 0 20 0 0,0 0-20 0 0,0 0-5 0 0,0 0-15 0 0,0 0 26 0 0,0 0-79 0 0,0 0-90 0 0,0 0 49 0 0,0 0 10 0 0,4 0-38 0 0,51-3 1637 0 0,-54 3-1647 0 0,10 0 364 0 0,61-19 531 0 0,18 17-438 0 0,-88 2-678 0 0,-2 0 22 0 0,29 0-51 0 0,15 0 106 0 0,-35 9-59 0 0,7 6-30 0 0,16-10-9 0 0,-24-5 74 0 0,-6 0-42 0 0,-2 0 12 0 0,0 0-11 0 0,0 0 16 0 0,27 0-75 0 0,-18 11-706 0 0,-9-11 659 0 0,0 0 1 0 0,-1 0-1 0 0,1 0 1 0 0,0 0-1 0 0,0 1 0 0 0,0-1 1 0 0,-1 0-1 0 0,1 0 1 0 0,0 0-1 0 0,0 1 1 0 0,0-1-1 0 0,0 0 1 0 0,0 0-1 0 0,-1 1 1 0 0,1-1-1 0 0,0 0 1 0 0,0 0-1 0 0,0 1 1 0 0,0-1-1 0 0,0 0 1 0 0,0 0-1 0 0,0 1 0 0 0,0-1 1 0 0,0 0-1 0 0,0 0 1 0 0,0 1-1 0 0,0-1 1 0 0,0 0-1 0 0,0 1 1 0 0,0-1-1 0 0,0 0 1 0 0,0 0-1 0 0,1 1 1 0 0,-1-1-1 0 0,0 0 1 0 0,0 0-1 0 0,0 0 0 0 0,0 1 1 0 0,0-1-1 0 0,1 0 1 0 0,-1 0-1 0 0,0 1 1 0 0,0-1-1 0 0,0 0 1 0 0,1 0-1 0 0,-1 0 1 0 0,0 0-1 0 0,0 0 1 0 0,1 1-1 0 0,-1-1 1 0 0,0 0-1 0 0,0 0 0 0 0,1 0 1 0 0,-1 0-1 0 0,0 0 1 0 0,0 0-1 0 0,1 0 1 0 0,-1 0-1 0 0,0 0 1 0 0,0 0-1 0 0,1 0 1 0 0,-1 0-1 0 0,0 0 1 0 0,0 0-1 0 0,1 0 103 0 0,-6-11-12328 0 0,5 8 10722 0 0</inkml:trace>
  <inkml:trace contextRef="#ctx0" brushRef="#br0" timeOffset="5134.152">198 268 1240 0 0,'0'0'930'0'0,"0"0"-82"0"0,3 0-73 0 0,6 0-543 0 0,-7 0 4126 0 0,2 0 4620 0 0,-4 0-8961 0 0,0 0-33 0 0,0 0 4 0 0,0 0 31 0 0,0 0 12 0 0,0 0 22 0 0,0 0-6 0 0,0 0-53 0 0,0 0-44 0 0,0 0 41 0 0,0 0 4 0 0,0 0-2 0 0,0 0-13 0 0,0 0-21 0 0,0 0-35 0 0,0 0-8 0 0,0 0-7 0 0,0 0 5 0 0,0 0-15 0 0,-6 27-722 0 0,8-46 230 0 0,4 10 612 0 0,-8-2-661 0 0,33 36 798 0 0,-35-2 285 0 0,-17-41-1142 0 0,33 18 703 0 0,-15 1 1000 0 0,1 0-2468 0 0,-3-2-5652 0 0,5-4 2543 0 0,-2 3 3049 0 0</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8:59.093"/>
    </inkml:context>
    <inkml:brush xml:id="br0">
      <inkml:brushProperty name="width" value="0.05" units="cm"/>
      <inkml:brushProperty name="height" value="0.05" units="cm"/>
    </inkml:brush>
  </inkml:definitions>
  <inkml:trace contextRef="#ctx0" brushRef="#br0">23 14 876 0 0,'0'0'1171'0'0,"0"0"-106"0"0,0 0-113 0 0,0 0-78 0 0,0 0-101 0 0,0 0-43 0 0,0 0-58 0 0,0 0-10 0 0,0 0-76 0 0,0 0-96 0 0,0 0 11 0 0,0 0-67 0 0,0 0-12 0 0,0-4 2 0 0,-11-6 5949 0 0,3 17-7005 0 0,4 39 2043 0 0,4 464 128 0 0,0-508-1516 0 0,0 38 49 0 0,0-9-3236 0 0,2-86-10322 0 0,0 49 12122 0 0</inkml:trace>
  <inkml:trace contextRef="#ctx0" brushRef="#br0" timeOffset="780.328">38 251 1164 0 0,'9'0'11349'0'0,"21"22"-6400"0"0,-13-9-3157 0 0,72 84 389 0 0,-51-40-1880 0 0,-31-54-6057 0 0,-7-35-6754 0 0,-2 29 11076 0 0</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9:02.975"/>
    </inkml:context>
    <inkml:brush xml:id="br0">
      <inkml:brushProperty name="width" value="0.05" units="cm"/>
      <inkml:brushProperty name="height" value="0.05" units="cm"/>
    </inkml:brush>
  </inkml:definitions>
  <inkml:trace contextRef="#ctx0" brushRef="#br0">302 0 1036 0 0,'0'0'1052'0'0,"0"0"-156"0"0,0 0-40 0 0,0 0-106 0 0,0 0-40 0 0,0 0-38 0 0,0 0-94 0 0,0 0-38 0 0,0 0 8 0 0,0 0-87 0 0,0 0-37 0 0,0 0 28 0 0,0 0 19 0 0,0 0-50 0 0,0 0-47 0 0,0 0 19 0 0,0 0 38 0 0,0 0-54 0 0,0 0-37 0 0,0 0-36 0 0,0 0-20 0 0,0 0-12 0 0,0 0-53 0 0,0 0-5 0 0,0 0-56 0 0,0 0 41 0 0,0 0 48 0 0,0 0-33 0 0,0 0-55 0 0,0 0 34 0 0,0 0-13 0 0,0 0-11 0 0,3 21 355 0 0,-47 44 94 0 0,-16 17-517 0 0,20-16 55 0 0,3-7-74 0 0,-3 3-62 0 0,15-21 90 0 0,3-6-334 0 0,22-35 160 0 0,0 1 0 0 0,0-1 0 0 0,0 1 0 0 0,0-1 1 0 0,0 1-1 0 0,-1-1 0 0 0,1 1 0 0 0,0-1 0 0 0,0 1 0 0 0,0-1 1 0 0,0 0-1 0 0,-1 1 0 0 0,1-1 0 0 0,0 1 0 0 0,0-1 0 0 0,-1 0 1 0 0,1 1-1 0 0,0-1 0 0 0,-1 0 0 0 0,1 1 0 0 0,0-1 0 0 0,-1 0 1 0 0,1 1-1 0 0,-1-1 0 0 0,1 0 0 0 0,0 0 0 0 0,-1 1 0 0 0,1-1 0 0 0,-1 0 1 0 0,1 0-1 0 0,-1 0 0 0 0,1 0 0 0 0,-1 0 0 0 0,1 0 0 0 0,0 0 1 0 0,-1 0-1 0 0,1 0 0 0 0,-1 0 0 0 0,1 0 0 0 0,-1 0 0 0 0,1 0 1 0 0,-1 0-1 0 0,1 0 0 0 0,-1 0 0 0 0,1 0 0 0 0,-1 0 0 0 0,1-1 1 0 0,0 1-1 0 0,-1 0 0 0 0,1 0 0 0 0,-1-1 0 0 0,1 1 0 0 0,0 0 0 0 0,-1-1 1 0 0,1 1-1 0 0,0 0 0 0 0,-1-1 0 0 0,1 1 0 0 0,0 0 0 0 0,-1-1 64 0 0,-4-15-9498 0 0,5 14 8194 0 0</inkml:trace>
  <inkml:trace contextRef="#ctx0" brushRef="#br0" timeOffset="1095.062">1 93 1068 0 0,'0'0'1116'0'0,"0"0"-48"0"0,0 0-160 0 0,0 0-134 0 0,0 0-37 0 0,0 0-26 0 0,0 0-62 0 0,0 0-33 0 0,0 0-54 0 0,0 0-62 0 0,0 0 5 0 0,0 0-45 0 0,0 0-50 0 0,0 0 7 0 0,0 0-36 0 0,0 0-43 0 0,0 0 48 0 0,0 0 56 0 0,0 0-79 0 0,0 0-28 0 0,0 0-36 0 0,0 0 35 0 0,0 0 72 0 0,0 0-24 0 0,0 0-52 0 0,0 0-15 0 0,0 0 67 0 0,0 0 59 0 0,0 0-11 0 0,0 0-13 0 0,0 0-17 0 0,0 0-16 0 0,0 0-11 0 0,0 0-86 0 0,1 3-17 0 0,100 101 3737 0 0,26 19-3282 0 0,-71-58-805 0 0,-21-31 75 0 0,-35-34-22 0 0,8 3-1098 0 0,-61-39-17180 0 0,48 33 16935 0 0</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9:10.878"/>
    </inkml:context>
    <inkml:brush xml:id="br0">
      <inkml:brushProperty name="width" value="0.05" units="cm"/>
      <inkml:brushProperty name="height" value="0.05" units="cm"/>
    </inkml:brush>
  </inkml:definitions>
  <inkml:trace contextRef="#ctx0" brushRef="#br0">371 1 1484 0 0,'0'0'1147'0'0,"0"0"-123"0"0,0 0-66 0 0,0 0-84 0 0,0 0-94 0 0,0 0-46 0 0,0 0-41 0 0,0 0-46 0 0,0 0-113 0 0,0 0-18 0 0,0 0-19 0 0,0 0-56 0 0,0 0-15 0 0,0 0-15 0 0,0 0-29 0 0,0 0-7 0 0,0 0 10 0 0,0 0 1 0 0,0 0-53 0 0,0 0-21 0 0,0 0-42 0 0,0 0 25 0 0,0 0-21 0 0,0 0-55 0 0,0 0-2 0 0,0 0 73 0 0,1 2-64 0 0,-3 8 27 0 0,-1-1-1 0 0,0 0 1 0 0,0 0-1 0 0,0 0 1 0 0,-1 0-1 0 0,-1 0 1 0 0,0-1 0 0 0,0 0-1 0 0,0 0 1 0 0,-2 1-253 0 0,-106 153 1007 0 0,29-50-1056 0 0,46-71-12 0 0,-10 32 60 0 0,21-29-56 0 0,10-13 156 0 0,17-31-153 0 0,0 0 8 0 0,0 0-4 0 0,0 0-49 0 0,0 0-96 0 0,0 0 61 0 0,0 0-18 0 0,0 0-34 0 0,3 7-938 0 0,10-23-1332 0 0,14-7-8196 0 0,-22 22 9214 0 0</inkml:trace>
  <inkml:trace contextRef="#ctx0" brushRef="#br0" timeOffset="1013.045">239 297 1172 0 0,'-7'-4'6457'0'0,"-1"-6"-4301"0"0,7 9 905 0 0,3 5 2300 0 0,33 52-3805 0 0,-9-20-862 0 0,58 57-60 0 0,-29-18-397 0 0,-26-42-341 0 0,-62-57-15551 0 0,13 5 13782 0 0,10 5 365 0 0</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9:16.550"/>
    </inkml:context>
    <inkml:brush xml:id="br0">
      <inkml:brushProperty name="width" value="0.05" units="cm"/>
      <inkml:brushProperty name="height" value="0.05" units="cm"/>
    </inkml:brush>
  </inkml:definitions>
  <inkml:trace contextRef="#ctx0" brushRef="#br0">0 0 1936 0 0,'0'0'1303'0'0,"0"0"-162"0"0,0 0-67 0 0,0 0 27 0 0,0 0-159 0 0,0 0-32 0 0,0 0 18 0 0,0 0-113 0 0,0 0-165 0 0,0 0-48 0 0,0 0 20 0 0,0 0-50 0 0,0 0-61 0 0,0 0-56 0 0,0 0-14 0 0,0 0 79 0 0,0 0-52 0 0,0 0-48 0 0,0 0-87 0 0,0 0-43 0 0,0 0 42 0 0,0 0 19 0 0,0 0 4 0 0,0 0-39 0 0,0 0-10 0 0,0 0 12 0 0,0 0-18 0 0,0 0-8 0 0,0 0-32 0 0,0 0-5 0 0,0 0-12 0 0,0 0-23 0 0,0 0-22 0 0,3 0-7 0 0,2 3-73 0 0,0-1-1 0 0,0 1 1 0 0,-1 0 0 0 0,1 0-1 0 0,-1 0 1 0 0,0 0 0 0 0,0 1-1 0 0,0 0 1 0 0,0 0-1 0 0,-1 0 1 0 0,1 0 0 0 0,-1 1-1 0 0,0-1 1 0 0,-1 1 0 0 0,1 0-1 0 0,-1 0 1 0 0,1 1-118 0 0,27 38 263 0 0,21 20-96 0 0,28 42-87 0 0,-56-79 28 0 0,0 6-179 0 0,-6-9 142 0 0,21 28-151 0 0,-24-40-1186 0 0,-17-17-3861 0 0,-27 1-7553 0 0,23 4 11176 0 0</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9:18.668"/>
    </inkml:context>
    <inkml:brush xml:id="br0">
      <inkml:brushProperty name="width" value="0.05" units="cm"/>
      <inkml:brushProperty name="height" value="0.05" units="cm"/>
    </inkml:brush>
  </inkml:definitions>
  <inkml:trace contextRef="#ctx0" brushRef="#br0">19 20 1520 0 0,'0'0'793'0'0,"0"0"16"0"0,0 0-17 0 0,0 0-67 0 0,0 0-41 0 0,0 0-38 0 0,0 0-59 0 0,0 0-36 0 0,0 0 19 0 0,0 0-59 0 0,0 0-54 0 0,0 0-75 0 0,0 0-8 0 0,0 0-27 0 0,0 0 59 0 0,0 0 25 0 0,0 0-94 0 0,0 0-1 0 0,0 0-38 0 0,0 0-28 0 0,0 0-43 0 0,0 0 50 0 0,-3 0-48 0 0,-11-9-46 0 0,12-2 3418 0 0,28 50-2811 0 0,56 108 1147 0 0,-25-21-1437 0 0,-32-82-186 0 0,-25-43-302 0 0,0-1 11 0 0,0 0-2 0 0,0 0 3 0 0,0 0-14 0 0,0 0 27 0 0,0 0-2 0 0,0-1-30 0 0,0 1 0 0 0,0 0 0 0 0,1-1 1 0 0,-1 1-1 0 0,0 0 0 0 0,0-1 0 0 0,0 1 1 0 0,0 0-1 0 0,1-1 0 0 0,-1 1 0 0 0,0 0 0 0 0,0-1 1 0 0,0 1-1 0 0,1 0 0 0 0,-1 0 0 0 0,0 0 1 0 0,0-1-1 0 0,1 1 0 0 0,-1 0 0 0 0,0 0 0 0 0,1 0 1 0 0,-1-1-1 0 0,0 1 0 0 0,1 0 0 0 0,-1 0 1 0 0,0 0-1 0 0,1 0 0 0 0,-1 0 0 0 0,0 0 0 0 0,1 0 1 0 0,-1 0-1 0 0,0 0 0 0 0,1 0 0 0 0,-1 0 1 0 0,0 0-1 0 0,1 0 0 0 0,-1 0 0 0 0,0 0 0 0 0,1 0 1 0 0,-1 0-1 0 0,0 0 0 0 0,1 1 0 0 0,-1-1 1 0 0,0 0-1 0 0,1 0 0 0 0,-1 0 0 0 0,0 1 0 0 0,0-1 1 0 0,1 0-1 0 0,-1 0 0 0 0,0 1 0 0 0,0-1 1 0 0,1 0-1 0 0,-1 0 0 0 0,0 1 0 0 0,0-1 0 0 0,0 0 1 0 0,0 1-1 0 0,1-1 0 0 0,-1 0 0 0 0,0 1 1 0 0,0-1-1 0 0,0 0 0 0 0,0 1 0 0 0,0-1-5 0 0,51-60 250 0 0,-32 42-301 0 0,26-34-52 0 0,37-31-169 0 0,-47 51 100 0 0,-33 30 170 0 0,-2 2 16 0 0,0 0 2 0 0,0 0-18 0 0,0 0 20 0 0,0 0-60 0 0,3-3 34 0 0,40-43 31 0 0,-22 24-728 0 0,-21 25-1558 0 0,-10 4-4990 0 0,2 2 3633 0 0,-7 6 295 0 0,0-3 1957 0 0</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9:42.245"/>
    </inkml:context>
    <inkml:brush xml:id="br0">
      <inkml:brushProperty name="width" value="0.05" units="cm"/>
      <inkml:brushProperty name="height" value="0.05" units="cm"/>
    </inkml:brush>
  </inkml:definitions>
  <inkml:trace contextRef="#ctx0" brushRef="#br0">18 236 2064 0 0,'0'0'1254'0'0,"0"0"-148"0"0,0 0-110 0 0,0 0-123 0 0,-3 0-93 0 0,-9 0-50 0 0,9 0-38 0 0,3 0-40 0 0,0 0-53 0 0,0 0-53 0 0,0 0-44 0 0,0 0 34 0 0,0 0-72 0 0,0 0-21 0 0,0 0-2 0 0,0 0 36 0 0,0 0-33 0 0,0 0-41 0 0,0 0-37 0 0,0 0-19 0 0,0 0-5 0 0,0 0 74 0 0,0 0-18 0 0,0 0 10 0 0,0 0 16 0 0,0 0 5 0 0,0 0-19 0 0,0 0-39 0 0,0 0 1 0 0,0 0-55 0 0,0 0-5 0 0,0 0-28 0 0,0 0-24 0 0,0 0-5 0 0,0 0-2 0 0,0 0-3 0 0,0 0-27 0 0,0 0-19 0 0,0 0-14 0 0,0 0-8 0 0,0 0-8 0 0,0 0 12 0 0,0 0 14 0 0,0 0-21 0 0,0 0 54 0 0,0 0 15 0 0,3 16 410 0 0,56-3 1114 0 0,248 0-619 0 0,-261-13-1273 0 0,-45 0 102 0 0,38-10 17 0 0,-23 10-21 0 0,-15 0 35 0 0,9 0-166 0 0,-4 0 123 0 0,-3-10 1 0 0,13 10-77 0 0,-15 0 60 0 0,-1 0 1 0 0,0 0-2 0 0,13-3-208 0 0,-2-10-156 0 0,-54 6-11913 0 0,6 13 2880 0 0,27-6 7920 0 0</inkml:trace>
  <inkml:trace contextRef="#ctx0" brushRef="#br0" timeOffset="1079.185">246 9 1528 0 0,'11'-9'9805'0'0,"-5"18"-6413"0"0,-6-9-3241 0 0,0 0-13 0 0,0 0-4 0 0,0 0-7 0 0,0 0-15 0 0,0 0-27 0 0,0 0-14 0 0,0 4 11 0 0,-1 56 1374 0 0,1-59-1259 0 0,0 26 316 0 0,0 385 2026 0 0,0-410-2576 0 0,0 38 532 0 0,0-38-419 0 0,0-2-46 0 0,-2 32 181 0 0,-7-16-832 0 0,-10-47-12449 0 0,-7-19 8239 0 0,15 26 3564 0 0</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9:24.673"/>
    </inkml:context>
    <inkml:brush xml:id="br0">
      <inkml:brushProperty name="width" value="0.05" units="cm"/>
      <inkml:brushProperty name="height" value="0.05" units="cm"/>
    </inkml:brush>
  </inkml:definitions>
  <inkml:trace contextRef="#ctx0" brushRef="#br0">38 31 1956 0 0,'0'0'1041'0'0,"0"0"-110"0"0,0 0-93 0 0,0 0-35 0 0,0 0 9 0 0,0 0-78 0 0,0 0-70 0 0,0 0-80 0 0,0 0-68 0 0,0 0 30 0 0,0 0-25 0 0,0 0-36 0 0,0 0-10 0 0,0 0-43 0 0,0 0-28 0 0,0 0-43 0 0,0 0-42 0 0,0 0 2 0 0,0 0-33 0 0,0 0-4 0 0,0 0 11 0 0,0 0 3 0 0,0 0-9 0 0,0 0-27 0 0,0 0-30 0 0,0 0 14 0 0,0 0 105 0 0,0 0-52 0 0,0 0-15 0 0,0 0-20 0 0,0 0-50 0 0,-4 1 13 0 0,3-1-188 0 0,0 0-1 0 0,0 0 0 0 0,0 1 0 0 0,0-1 1 0 0,0 0-1 0 0,0 1 0 0 0,0-1 1 0 0,0 1-1 0 0,0-1 0 0 0,0 1 1 0 0,0 0-1 0 0,1-1 0 0 0,-1 1 1 0 0,0 0-1 0 0,0-1 0 0 0,1 1 1 0 0,-1 0-1 0 0,0 0 0 0 0,1 0 1 0 0,-1 0-1 0 0,1 0 0 0 0,-1 0 1 0 0,1 0-1 0 0,0 0 0 0 0,-1 0 1 0 0,1 0-1 0 0,0 0 0 0 0,0 0 1 0 0,-1 0-1 0 0,1 0 0 0 0,0 0 1 0 0,0 0-1 0 0,0 0 0 0 0,0 0 0 0 0,1 0 1 0 0,-1 0-1 0 0,0 0 0 0 0,0 0 1 0 0,1 0-1 0 0,-1 0 0 0 0,0 0-38 0 0,0 7 92 0 0,0-7 27 0 0,0-1 3 0 0,0 34 281 0 0,0 245 522 0 0,0-277-952 0 0,0 39 122 0 0,0-2-197 0 0,0-38 150 0 0,-1 31-2020 0 0,-7-23 563 0 0,3-18-5319 0 0,13-11 423 0 0,-7 16 4885 0 0</inkml:trace>
  <inkml:trace contextRef="#ctx0" brushRef="#br0" timeOffset="1935.456">99 61 956 0 0,'-25'-27'6804'0'0,"-6"-2"-3337"0"0,32 25-745 0 0,27 20 187 0 0,20-11-1537 0 0,-47-5-1286 0 0,-1 0-25 0 0,33 0 354 0 0,83 0-232 0 0,-114 0-136 0 0,39-2 17 0 0,45-10-1572 0 0,-63 12 1248 0 0,-7-3-452 0 0,6-2 534 0 0,-19 13 554 0 0,-6 59-179 0 0,3-66-156 0 0,0 22-87 0 0,0 321-46 0 0,0-342 28 0 0,0 29 110 0 0,0-24-68 0 0,-11 17-1010 0 0,4-15-240 0 0,5-15-5058 0 0,0 5 1486 0 0,2 0 3394 0 0</inkml:trace>
  <inkml:trace contextRef="#ctx0" brushRef="#br0" timeOffset="3078.267">32 508 1332 0 0,'4'0'8470'0'0,"7"0"-3739"0"0,41 0-2784 0 0,-21 0-361 0 0,87 0-1012 0 0,-116 0-576 0 0,27 0 312 0 0,32 0-230 0 0,-59 0-54 0 0,-2 0-16 0 0,29 0 145 0 0,-24 0-151 0 0,-3 0-23 0 0,-2 0-18 0 0,0 0 12 0 0,3-2-7 0 0,28-6 50 0 0,-23 7 185 0 0,-7 0-3261 0 0,-12-7-3328 0 0,-7 6-267 0 0,12 1 5315 0 0</inkml:trace>
  <inkml:trace contextRef="#ctx0" brushRef="#br0" timeOffset="8441.943">205 232 1580 0 0,'0'0'761'0'0,"0"0"-190"0"0,0 0-80 0 0,0 0 95 0 0,0 0-29 0 0,0 0-99 0 0,0 0-116 0 0,0 0 14 0 0,0 0 23 0 0,0 0-17 0 0,0 0 15 0 0,0 0-18 0 0,0 0-91 0 0,0 0-9 0 0,0 0 42 0 0,3 0-79 0 0,4 1 791 0 0,0 6 7472 0 0,-7 1-9490 0 0,0-4 1035 0 0,0-4-53 0 0,0 0 5 0 0,0 0-23 0 0,0 0-34 0 0,0 0-26 0 0,0 0 61 0 0,0 0-16 0 0,0 0-32 0 0,0 0 11 0 0,0 0-7 0 0,0 0-19 0 0,0 0 58 0 0,0 0-4 0 0,0 0-72 0 0,0 0-26 0 0,0 0 35 0 0,0 0 121 0 0,0 0 45 0 0,0 0-90 0 0,0 0-6 0 0,0 0 38 0 0,0 0-33 0 0,0 0-9 0 0,0 0-9 0 0,0 0 64 0 0,0 0 0 0 0,0 0-39 0 0,0 0 16 0 0,0 0-42 0 0,0 0 12 0 0,0 0 95 0 0,0 0-26 0 0,0 0 13 0 0,0 0-94 0 0,0 0 21 0 0,0 0 20 0 0,0 0 34 0 0,0 0-31 0 0,0 0 25 0 0,0 0-23 0 0,0 0-74 0 0,0 0 38 0 0,0 0 124 0 0,0 0-67 0 0,0 0-33 0 0,0 0-17 0 0,0 0 60 0 0,0 0-25 0 0,0 0-65 0 0,0 0 20 0 0,0 0 64 0 0,0 0-43 0 0,0 0-18 0 0,0 0 26 0 0,0 0 16 0 0,0 0 47 0 0,0 0 16 0 0,0 0-29 0 0,0 0-19 0 0,0 0 38 0 0,0 0-65 0 0,0 0 66 0 0,0 0-38 0 0,0 0 11 0 0,0 0-44 0 0,0 0-17 0 0,0 0 97 0 0,0 0 42 0 0,0 0-22 0 0,0 0-85 0 0,0 0-47 0 0,0 0-20 0 0,0 0 27 0 0,0 0 17 0 0,0 0 52 0 0,0 0-9 0 0,0 0-40 0 0,0 0 4 0 0,0 0 34 0 0,0 0-27 0 0,0 0-15 0 0,0 0-10 0 0,0 0 48 0 0,0 0 2 0 0,0 0-50 0 0,0 0 54 0 0,0 0 18 0 0,0 0-68 0 0,0 0 52 0 0,0 0 54 0 0,0 0-94 0 0,0 0 25 0 0,0 0-7 0 0,0 0 28 0 0,0 0 26 0 0,0 0-56 0 0,0 0-17 0 0,0 0 23 0 0,0 0-56 0 0,0 0 16 0 0,0 0 42 0 0,0 0 42 0 0,0 0 0 0 0,0 0-28 0 0,0 0-16 0 0,0 0-18 0 0,0 0 70 0 0,0 0-55 0 0,0 0-23 0 0,0 0 8 0 0,0 0-3 0 0,0 0-4 0 0,0 0-7 0 0,0 0 38 0 0,0 0 57 0 0,0 0-47 0 0,0 0-148 0 0,0 0-108 0 0,0 0-94 0 0,0 0-154 0 0,0 0-204 0 0,0 0-763 0 0,0 0-160 0 0,0 0-146 0 0,0 0 81 0 0,0 0 154 0 0,0 0 117 0 0,0 0 51 0 0,0 0-5 0 0</inkml:trace>
  <inkml:trace contextRef="#ctx0" brushRef="#br0" timeOffset="21268.268">215 247 1860 0 0,'0'0'771'0'0,"0"0"-115"0"0,0 0-39 0 0,0 0-91 0 0,0 0-69 0 0,0 0-40 0 0,0 0-40 0 0,0 0-5 0 0,0 0 6 0 0,0 0 6 0 0,0 0-82 0 0,0 0-20 0 0,0 0-6 0 0,0 0-30 0 0,0 0-73 0 0,0 0 70 0 0,0 0 1 0 0,0 0 3 0 0,0 0-31 0 0,0 0-18 0 0,0 0-18 0 0,0 0 26 0 0,0 0 7 0 0,0 0 7 0 0,0 0-31 0 0,0 0-19 0 0,0 0-10 0 0,0 0-6 0 0,0 0 22 0 0,0 0-70 0 0,0 0 13 0 0,0 0 14 0 0,0 0-65 0 0,0 0-24 0 0,0 0 38 0 0,0 0 4 0 0,0 0 20 0 0,0 0-30 0 0,0 0-30 0 0,0 0 64 0 0,0 0 10 0 0,0 0-4 0 0,0 0-28 0 0,0 0-2 0 0,0 0 22 0 0,0 0 14 0 0,0 0-42 0 0,0 0 26 0 0,0 0 7 0 0,0 0-44 0 0,0 0-14 0 0,0 0-10 0 0,0 0 30 0 0,0 0 9 0 0,0 0-3 0 0,0 0-2 0 0,0 0 29 0 0,0 0-7 0 0,0 0 90 0 0,0 0-27 0 0,0 0-32 0 0,0 0 3 0 0,0 0 56 0 0,0 0-82 0 0,0 0 15 0 0,0 0-52 0 0,0 0-55 0 0,0 0 19 0 0,0 0-33 0 0,0 0 34 0 0,0 0 73 0 0,0 0-39 0 0,0 0-10 0 0,0 0 47 0 0,0 0-52 0 0,0 0 16 0 0,0 0 80 0 0,0 0-74 0 0,0 0-52 0 0,0 0 26 0 0,0 0 49 0 0,0 0-30 0 0,0 0-50 0 0,0 0-57 0 0,0 0 40 0 0,0 0-41 0 0,0 0 42 0 0,0 0 81 0 0,0 0-51 0 0,0 0-4 0 0,0 0 2 0 0,0 0 5 0 0,0 0-39 0 0,0 0-46 0 0,0 0 67 0 0,0 0-10 0 0,0 0-27 0 0,0 0-18 0 0,0 0 17 0 0,0 0-5 0 0,0 0 75 0 0,0 0 73 0 0,0 0-107 0 0,0 0-28 0 0,0 0 40 0 0,0 0-13 0 0,0 0 4 0 0,0 0 49 0 0,0 0-18 0 0,0 0 32 0 0,0 0 14 0 0,0 0-7 0 0,0 0-22 0 0,0 0-10 0 0,0 0-7 0 0,0 0 18 0 0,0 0 34 0 0,0 0-6 0 0,0 0-26 0 0,0 0-61 0 0,0 0 20 0 0,0 0 7 0 0,0 0-3 0 0,0 0 19 0 0,0 0 11 0 0,0 0 25 0 0,0 0-14 0 0,0 0-20 0 0,0 0-36 0 0,0 0-45 0 0,0 0-4 0 0,0 0 1 0 0,0 0-29 0 0,0 0-43 0 0,0 0 25 0 0,0 0-9 0 0,0 0 54 0 0,0 0 66 0 0,0 0 9 0 0,0 0 0 0 0,0 0 7 0 0,0 0-29 0 0,0 0-10 0 0,0 0 0 0 0,0 0-12 0 0,0 0-55 0 0,0 0 33 0 0,0 0-34 0 0,0 0-9 0 0,0 0 4 0 0,0 0 0 0 0,0 0 21 0 0,0 0 84 0 0,0 0 34 0 0,0 0 64 0 0,0 0-14 0 0,0 0-94 0 0,0 0-67 0 0,0 0 43 0 0,0 3 2 0 0,0 7 229 0 0,0-7-4574 0 0,0 1-4696 0 0,-3-4 7640 0 0,-12 0 32 0 0</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29:51.193"/>
    </inkml:context>
    <inkml:brush xml:id="br0">
      <inkml:brushProperty name="width" value="0.05" units="cm"/>
      <inkml:brushProperty name="height" value="0.05" units="cm"/>
    </inkml:brush>
  </inkml:definitions>
  <inkml:trace contextRef="#ctx0" brushRef="#br0">245 0 888 0 0,'0'0'1079'0'0,"0"0"-181"0"0,0 0-111 0 0,0 0-58 0 0,0 0-40 0 0,0 0-24 0 0,0 0-44 0 0,0 0-75 0 0,0 0-39 0 0,0 0-54 0 0,0 0-32 0 0,0 0-42 0 0,0 0-23 0 0,0 0-72 0 0,0 0-11 0 0,0 0 16 0 0,0 0-33 0 0,0 0-19 0 0,0 0 19 0 0,0 0-18 0 0,0 0 13 0 0,0 0-5 0 0,0 0-11 0 0,0 0-13 0 0,0 0 37 0 0,0 0-11 0 0,0 0 4 0 0,0 0 27 0 0,0 0-62 0 0,0 0-15 0 0,0 0 29 0 0,0 0-9 0 0,0 0-7 0 0,0 0-58 0 0,0 0-61 0 0,0 0 50 0 0,0 0 100 0 0,0 0 0 0 0,0 0-76 0 0,0 0-106 0 0,0 0-8 0 0,0 0 112 0 0,0 0 46 0 0,0 0-136 0 0,0 0-16 0 0,0 0 90 0 0,0 0-48 0 0,0 0-42 0 0,0 0 84 0 0,0 0-10 0 0,0 0 2 0 0,0 0 53 0 0,0 0-3 0 0,0 0-19 0 0,0 0-12 0 0,0 0-1 0 0,0 0-21 0 0,0 0-18 0 0,0 0-5 0 0,0 0 9 0 0,0 0 28 0 0,0 0 38 0 0,9 25 396 0 0,16 3-332 0 0,42 49 374 0 0,5 4-455 0 0,-35-41-66 0 0,-28-31-714 0 0,-16-16-4120 0 0,-22-5-7360 0 0,25 10 10698 0 0</inkml:trace>
  <inkml:trace contextRef="#ctx0" brushRef="#br0" timeOffset="1308.581">142 183 1416 0 0,'0'2'3543'0'0,"0"5"6192"0"0,1 2-5255 0 0,22 43-5494 0 0,37 23 1040 0 0,0-15 112 0 0,-29-33-1626 0 0,-31-27 932 0 0,-26 1-9223 0 0,18-4 6598 0 0,4 3 1741 0 0</inkml:trace>
  <inkml:trace contextRef="#ctx0" brushRef="#br0" timeOffset="2501.507">0 417 1436 0 0,'0'0'725'0'0,"0"0"-26"0"0,0 0 32 0 0,0 0-139 0 0,0 0-84 0 0,0 0-52 0 0,0 0-42 0 0,0 0-40 0 0,0 0 23 0 0,0 0-24 0 0,0 0-61 0 0,0 0 2 0 0,0 0 12 0 0,0 0 12 0 0,0 0 17 0 0,0 0-38 0 0,0 0-25 0 0,0 0-20 0 0,0 0 11 0 0,0 0 29 0 0,0 0-39 0 0,0 0-33 0 0,0 0 11 0 0,0 0 31 0 0,0 0-20 0 0,0 0 17 0 0,0 0 16 0 0,0 0-32 0 0,0 0-48 0 0,0 0 26 0 0,0 0-16 0 0,0 0 10 0 0,0 0-49 0 0,0 0 76 0 0,0 0-22 0 0,0 0 24 0 0,0 0-14 0 0,0 0-52 0 0,0 0 4 0 0,0 0 46 0 0,0 0-17 0 0,0 0-48 0 0,0 0-39 0 0,4 1-16 0 0,87 59 2777 0 0,-6 24-2003 0 0,-25-21-622 0 0,-48-54-470 0 0,-12-8 198 0 0,0-1 5 0 0,0 0-60 0 0,0 0-1 0 0,0 0-10 0 0,0 0-110 0 0,0 0-184 0 0,3 5-3224 0 0,-18-6-8431 0 0,12-2 10374 0 0</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0:07.982"/>
    </inkml:context>
    <inkml:brush xml:id="br0">
      <inkml:brushProperty name="width" value="0.05" units="cm"/>
      <inkml:brushProperty name="height" value="0.05" units="cm"/>
    </inkml:brush>
  </inkml:definitions>
  <inkml:trace contextRef="#ctx0" brushRef="#br0">1 6 1204 0 0,'0'0'1235'0'0,"0"0"-116"0"0,0 0-103 0 0,0 0-97 0 0,0 0-65 0 0,0 0-22 0 0,0 0-20 0 0,0 0-40 0 0,0 0 27 0 0,0 0-121 0 0,0 0-92 0 0,0 0-10 0 0,0 0-60 0 0,0 0-26 0 0,0 0-13 0 0,0 0-9 0 0,0 0 89 0 0,0 0 2 0 0,0 0-94 0 0,0 0-10 0 0,0 0 31 0 0,0 0-62 0 0,0 0-8 0 0,0 0-1 0 0,2-2-41 0 0,-1 1-291 0 0,0 1 0 0 0,1-1 1 0 0,-1 1-1 0 0,1-1 0 0 0,-1 1 0 0 0,1 0 0 0 0,-1 0 0 0 0,1 0 0 0 0,-1-1 0 0 0,0 1 1 0 0,1 1-1 0 0,-1-1 0 0 0,1 0 0 0 0,-1 0 0 0 0,1 0 0 0 0,-1 1 0 0 0,1-1 0 0 0,-1 1 0 0 0,0-1 1 0 0,1 1-1 0 0,-1 0 0 0 0,0-1 0 0 0,1 1 0 0 0,-1 0 0 0 0,0 0 0 0 0,0 0 0 0 0,0 0 0 0 0,0 0 1 0 0,0 0-1 0 0,0 0 0 0 0,0 0 0 0 0,0 1-83 0 0,94 62 2129 0 0,-39-15-3433 0 0,-56-49-226 0 0,0 1 2207 0 0,-1 0-3818 0 0,-1 0-4088 0 0,-1 1 6906 0 0,-22 16-6635 0 0,22-15 5645 0 0</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0:08.784"/>
    </inkml:context>
    <inkml:brush xml:id="br0">
      <inkml:brushProperty name="width" value="0.05" units="cm"/>
      <inkml:brushProperty name="height" value="0.05" units="cm"/>
    </inkml:brush>
  </inkml:definitions>
  <inkml:trace contextRef="#ctx0" brushRef="#br0">5 216 1356 0 0,'0'3'2670'0'0,"-4"12"2307"0"0,7-13 3174 0 0,38-12-7945 0 0,135-95 591 0 0,-105 39-3933 0 0,-36 28-4460 0 0,-23 25 2808 0 0,-7 10 3159 0 0</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0:18.939"/>
    </inkml:context>
    <inkml:brush xml:id="br0">
      <inkml:brushProperty name="width" value="0.05" units="cm"/>
      <inkml:brushProperty name="height" value="0.05" units="cm"/>
    </inkml:brush>
  </inkml:definitions>
  <inkml:trace contextRef="#ctx0" brushRef="#br0">14 33 1532 0 0,'0'0'978'0'0,"0"0"-24"0"0,0 0-78 0 0,0 0-73 0 0,0 0-43 0 0,0 0-5 0 0,-3 0-80 0 0,-5-2 755 0 0,6-11 8941 0 0,5 3-10394 0 0,-3 9-775 0 0,33-5 1728 0 0,-25 7-684 0 0,-8-1-144 0 0,131 0 420 0 0,-129 0-520 0 0,9 0 58 0 0,26 8-122 0 0,-35-6 63 0 0,-2-2 38 0 0,28 8-181 0 0,-10 5-171 0 0,-18-13 237 0 0,0 0 14 0 0,9 0-3304 0 0,-21 5-5304 0 0,0 6 4526 0 0,8-6 2772 0 0</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0:20.083"/>
    </inkml:context>
    <inkml:brush xml:id="br0">
      <inkml:brushProperty name="width" value="0.05" units="cm"/>
      <inkml:brushProperty name="height" value="0.05" units="cm"/>
    </inkml:brush>
  </inkml:definitions>
  <inkml:trace contextRef="#ctx0" brushRef="#br0">11 52 1172 0 0,'-11'-2'13343'0'0,"66"4"-7753"0"0,33 3-4748 0 0,25-5-382 0 0,-91-13-338 0 0,58 0-48 0 0,54 13-118 0 0,-133 0-15 0 0,30 0-208 0 0,3-2 7 0 0,-13-6-584 0 0,4-4-3210 0 0,-43 4-8748 0 0,16 8 12469 0 0,-4 0-1215 0 0</inkml:trace>
  <inkml:trace contextRef="#ctx0" brushRef="#br0" timeOffset="787.179">317 54 876 0 0,'0'0'785'0'0,"2"0"2127"0"0,3 11 3042 0 0,2 25-3685 0 0,-6-28-1995 0 0,0 56 1832 0 0,-28-2-1707 0 0,22-48-492 0 0,0 0-1 0 0,0-1 0 0 0,-1 0 0 0 0,-1 0 0 0 0,0 0 0 0 0,-1-1 0 0 0,0 0 0 0 0,-1 0 0 0 0,-1-1 0 0 0,1 0 0 0 0,-2-1 0 0 0,1 0 0 0 0,-2 0 0 0 0,1-2 1 0 0,-1 1-1 0 0,-1-1 94 0 0,-85 24-11001 0 0,97-32 9625 0 0</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0:27.201"/>
    </inkml:context>
    <inkml:brush xml:id="br0">
      <inkml:brushProperty name="width" value="0.05" units="cm"/>
      <inkml:brushProperty name="height" value="0.05" units="cm"/>
    </inkml:brush>
  </inkml:definitions>
  <inkml:trace contextRef="#ctx0" brushRef="#br0">11 157 1832 0 0,'0'0'1240'0'0,"0"0"-132"0"0,0 0-43 0 0,0 0 10 0 0,0 0-93 0 0,0 0-76 0 0,0 0 25 0 0,0 0-133 0 0,0 0-93 0 0,0 0-17 0 0,0 0-82 0 0,0 0-68 0 0,0 0-59 0 0,0 0-16 0 0,-2 5 101 0 0,-7 16 25 0 0,29 12 5170 0 0,-15-27-5186 0 0,31 24 269 0 0,11 15-436 0 0,-3-5-290 0 0,17 7-79 0 0,-33-12-311 0 0,-6-14 187 0 0,-18-18 111 0 0,-4-20-11 0 0,-3-38-52 0 0,3 54 5 0 0,0 1-4 0 0,0-24-198 0 0,0-55-324 0 0,16 43 421 0 0,-16 35 104 0 0,0 1-59 0 0,0-46-206 0 0,0-4-284 0 0,0 48 519 0 0,0 2 39 0 0,1-23-171 0 0,7-16-146 0 0,-8 37 327 0 0,0 2 10 0 0,0 0-14 0 0,0-31 91 0 0,8-3-150 0 0,-6 31 41 0 0,-2 3-2 0 0,-2 1-951 0 0,-32 48-14324 0 0,32-43 14149 0 0</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0:33.448"/>
    </inkml:context>
    <inkml:brush xml:id="br0">
      <inkml:brushProperty name="width" value="0.05" units="cm"/>
      <inkml:brushProperty name="height" value="0.05" units="cm"/>
    </inkml:brush>
  </inkml:definitions>
  <inkml:trace contextRef="#ctx0" brushRef="#br0">190 1 1696 0 0,'0'0'923'0'0,"0"0"-101"0"0,0 0-63 0 0,0 0 40 0 0,0 0-72 0 0,0 0-7 0 0,0 0-73 0 0,0 0-50 0 0,0 0-13 0 0,0 0-32 0 0,0 0 5 0 0,0 0-62 0 0,0 0 35 0 0,0 0-27 0 0,0 0-1 0 0,0 0-23 0 0,0 0 54 0 0,0 0-21 0 0,0 0-38 0 0,0 0 8 0 0,0 0-23 0 0,0 0-4 0 0,0 0-33 0 0,0 0-46 0 0,0 0-20 0 0,0 0 6 0 0,0 0-27 0 0,0 0-37 0 0,0 0-8 0 0,0 0 8 0 0,0 0-28 0 0,0 0 8 0 0,0 0-38 0 0,0 0 8 0 0,0 0-36 0 0,0 0-63 0 0,0 0 28 0 0,-1 14 399 0 0,82 69 855 0 0,17 3-1257 0 0,-52-37-272 0 0,-7-9-768 0 0,-26-19 65 0 0,-58-25 1147 0 0,11 8-61 0 0,33-4-286 0 0,-42 0 77 0 0,-39 0-83 0 0,47 0 48 0 0,24 10-8 0 0,-44-10 123 0 0,53 0-148 0 0,2 0-8 0 0,-10 0 94 0 0,-7 0-60 0 0,15 0-34 0 0,2 0 18 0 0,0 0 16 0 0,-29 0 326 0 0,-36 0-1591 0 0,64 0 753 0 0,1 0-173 0 0,-7 0-717 0 0,3 0-2806 0 0,-12 6-5832 0 0,12-2 10251 0 0,2-2-1429 0 0</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0:37.179"/>
    </inkml:context>
    <inkml:brush xml:id="br0">
      <inkml:brushProperty name="width" value="0.05" units="cm"/>
      <inkml:brushProperty name="height" value="0.05" units="cm"/>
    </inkml:brush>
  </inkml:definitions>
  <inkml:trace contextRef="#ctx0" brushRef="#br0">79 0 1824 0 0,'0'0'924'0'0,"0"0"-104"0"0,0 0-112 0 0,0 0-56 0 0,0 0-19 0 0,0 0-42 0 0,0 0-60 0 0,0 0-29 0 0,0 0-26 0 0,0 0 11 0 0,0 0-40 0 0,0 0-7 0 0,0 0-1 0 0,0 0-4 0 0,0 0-42 0 0,0 0-29 0 0,0 0 64 0 0,0 0-92 0 0,0 0-46 0 0,0 0 24 0 0,0 0-34 0 0,0 0-14 0 0,0 0-3 0 0,0 0 29 0 0,0 0-36 0 0,0 0 80 0 0,0 0 4 0 0,0 0-12 0 0,0 0-87 0 0,0 0 18 0 0,0 0-15 0 0,0 0-111 0 0,0 0-8 0 0,0 0-9 0 0,0 0 6 0 0,0 0 32 0 0,0 0 12 0 0,0 0 78 0 0,0 0-9 0 0,0 0-10 0 0,0 0 26 0 0,21 11 886 0 0,76 68 120 0 0,-5 9-1137 0 0,-37-35-79 0 0,-14-17-132 0 0,-22-16 42 0 0,-1-3-350 0 0,-60-23 463 0 0,9 0-11 0 0,32 6-111 0 0,-39 0 229 0 0,-38 0-44 0 0,23 0-99 0 0,53 0-35 0 0,-38 0 155 0 0,-5 0-231 0 0,44 0 92 0 0,1 0-17 0 0,0 0 79 0 0,-2 0-22 0 0,-5 0-86 0 0,5 0 67 0 0,2 0-29 0 0,0 0-7 0 0,-29 0-69 0 0,6 6-1348 0 0,3 6-13242 0 0,18-12 13294 0 0</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0:40.034"/>
    </inkml:context>
    <inkml:brush xml:id="br0">
      <inkml:brushProperty name="width" value="0.05" units="cm"/>
      <inkml:brushProperty name="height" value="0.05" units="cm"/>
    </inkml:brush>
  </inkml:definitions>
  <inkml:trace contextRef="#ctx0" brushRef="#br0">0 1 2284 0 0,'0'0'1167'0'0,"0"0"-61"0"0,0 0-60 0 0,0 0-104 0 0,0 0-100 0 0,0 0 15 0 0,0 0-66 0 0,0 0-33 0 0,0 0-74 0 0,0 0-14 0 0,0 0-42 0 0,0 0-41 0 0,0 0-43 0 0,0 0-61 0 0,0 0-33 0 0,0 0 59 0 0,0 0 33 0 0,0 0-99 0 0,0 0-76 0 0,0 0 4 0 0,0 0-72 0 0,0 0 1 0 0,0 0 29 0 0,0 0 43 0 0,0 0 5 0 0,0 0-45 0 0,0 0-29 0 0,0 0 10 0 0,0 0 33 0 0,0 0-22 0 0,0 0-4 0 0,0 0-1 0 0,0 0-27 0 0,8 13 428 0 0,201-7 2157 0 0,-82-6-2664 0 0,-117 8-226 0 0,-2-7-4 0 0,37-1 41 0 0,-43 0-39 0 0,27 0 31 0 0,-1 10-130 0 0,4 3-64 0 0,4-12-237 0 0,-34-1 401 0 0,-2 0 2 0 0,30-1-299 0 0,7-3-76 0 0,-44-2-6185 0 0,-10 8-1661 0 0,-8 9 2908 0 0,20-9 4096 0 0</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0:42.641"/>
    </inkml:context>
    <inkml:brush xml:id="br0">
      <inkml:brushProperty name="width" value="0.05" units="cm"/>
      <inkml:brushProperty name="height" value="0.05" units="cm"/>
    </inkml:brush>
  </inkml:definitions>
  <inkml:trace contextRef="#ctx0" brushRef="#br0">0 78 2012 0 0,'0'0'1096'0'0,"0"0"-91"0"0,0 0-121 0 0,0 0-8 0 0,0 0-19 0 0,0 0-94 0 0,0 0-47 0 0,0 0-36 0 0,0 0-15 0 0,0 0 24 0 0,0 0 7 0 0,0 0-87 0 0,0 0-43 0 0,0 0-10 0 0,0 0-49 0 0,0 0-54 0 0,0 0-21 0 0,0 0 67 0 0,0 0 8 0 0,0 0-120 0 0,0 0 40 0 0,0 0-26 0 0,3 0-37 0 0,12 0 1586 0 0,45 17-79 0 0,28 77-944 0 0,-26-20-675 0 0,-11-12-255 0 0,-22-12 113 0 0,-17-20-137 0 0,-2-28 231 0 0,-1-36-166 0 0,25-26-34 0 0,82-107-612 0 0,-54 84-92 0 0,-43 69 290 0 0,-18 4 514 0 0,35-29-207 0 0,-68 79-17759 0 0,27-34 16356 0 0</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0:46.513"/>
    </inkml:context>
    <inkml:brush xml:id="br0">
      <inkml:brushProperty name="width" value="0.05" units="cm"/>
      <inkml:brushProperty name="height" value="0.05" units="cm"/>
    </inkml:brush>
  </inkml:definitions>
  <inkml:trace contextRef="#ctx0" brushRef="#br0">10 138 1832 0 0,'0'0'1073'0'0,"0"0"-105"0"0,0 0-83 0 0,0 0-66 0 0,0 0-15 0 0,0 0-54 0 0,0 0 4 0 0,0 0-27 0 0,0 0-37 0 0,0 0-64 0 0,0 0-54 0 0,0 0 4 0 0,0 0-96 0 0,0 0-53 0 0,0 0-32 0 0,0 0-19 0 0,0 0-23 0 0,0 0-36 0 0,0 0-34 0 0,0 0-13 0 0,0 0 54 0 0,0 0-10 0 0,0 0-47 0 0,0 0-10 0 0,0 0 47 0 0,0 0-14 0 0,0 0-16 0 0,0 0 26 0 0,0 0 9 0 0,0 0-49 0 0,0 0 27 0 0,0 0-41 0 0,0 0 2 0 0,0 0 0 0 0,0 0-67 0 0,0 0-19 0 0,0 0 50 0 0,0 0-15 0 0,0 0-22 0 0,-2 5-9 0 0,-6 16-46 0 0,31 7 901 0 0,83 90-138 0 0,-46-57-855 0 0,-33-29 4 0 0,-27-31-10 0 0,0-1 2 0 0,0 0 2 0 0,0 0-24 0 0,0 0-34 0 0,0 0 26 0 0,0 0 8 0 0,21 12 65 0 0,-4 4-201 0 0,-3-4 193 0 0,-9-68 164 0 0,-4 9-99 0 0,-1 45-150 0 0,0-35-180 0 0,0-14 240 0 0,0 49-28 0 0,0-33 57 0 0,0-7-219 0 0,0 40 145 0 0,0-32-119 0 0,0-3 142 0 0,0 36-24 0 0,0 1 60 0 0,0 0-25 0 0,-6-37-138 0 0,4-2 77 0 0,-5 17-1997 0 0,-2 39-7611 0 0,-1-1 3188 0 0,9-13 4882 0 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0:50.801"/>
    </inkml:context>
    <inkml:brush xml:id="br0">
      <inkml:brushProperty name="width" value="0.05" units="cm"/>
      <inkml:brushProperty name="height" value="0.05" units="cm"/>
    </inkml:brush>
  </inkml:definitions>
  <inkml:trace contextRef="#ctx0" brushRef="#br0">1 344 1920 0 0,'0'0'995'0'0,"0"0"-43"0"0,0 0-101 0 0,0 0-78 0 0,0 0-79 0 0,0 0-25 0 0,0 0-54 0 0,0 0-51 0 0,0 0-2 0 0,0 0-46 0 0,0 0-55 0 0,0 0 33 0 0,0 0 22 0 0,0 0-46 0 0,0 0-46 0 0,0 0-74 0 0,0 0-6 0 0,0 0 25 0 0,0 0 32 0 0,0 0 32 0 0,0 0-133 0 0,0 0 44 0 0,0 0-6 0 0,0 0-6 0 0,0 0-31 0 0,0 0-32 0 0,0 0-19 0 0,0 0 0 0 0,0 0-31 0 0,0 0-70 0 0,0 0-5 0 0,0 0-6 0 0,0 0-28 0 0,0 0-11 0 0,0 0 1 0 0,0 0 36 0 0,0 0 4 0 0,2 2-25 0 0,-1-1-100 0 0,0 0 0 0 0,-1-1 0 0 0,1 1 0 0 0,0-1 0 0 0,0 0 0 0 0,0 1 0 0 0,0-1 1 0 0,-1 1-1 0 0,1-1 0 0 0,0 0 0 0 0,0 0 0 0 0,0 0 0 0 0,0 1 0 0 0,0-1 0 0 0,0 0 0 0 0,0 0 0 0 0,0 0 0 0 0,0 0 0 0 0,-1 0 0 0 0,1-1 0 0 0,0 1 1 0 0,0 0-1 0 0,0 0 0 0 0,0-1 0 0 0,0 1 0 0 0,0 0 0 0 0,-1-1 0 0 0,1 1 0 0 0,0-1 0 0 0,0 1 0 0 0,0-1 0 0 0,-1 1 0 0 0,1-1 0 0 0,0 0 1 0 0,-1 1-1 0 0,1-1 0 0 0,-1 0 0 0 0,1 0 0 0 0,-1 1 0 0 0,1-1 0 0 0,-1 0 0 0 0,1 0 0 0 0,-1 0-15 0 0,12-9 222 0 0,43-35-19 0 0,28-43 102 0 0,5-21-986 0 0,-56 73-196 0 0,-15 13 374 0 0,-17 22 439 0 0,0 1 33 0 0,0 0 16 0 0,0 0-3 0 0,0 0 28 0 0,0 0 13 0 0,0 0-37 0 0,0 0 12 0 0,0 0-37 0 0,0 0-6 0 0,0 0 11 0 0,0 0-5 0 0,11-11 18 0 0,-8-2-70 0 0,4 12 64 0 0,-7 1 14 0 0,6 11 547 0 0,-19 47-440 0 0,13 305 15 0 0,0-361-110 0 0,0 30-53 0 0,-7-24-157 0 0,5 35 242 0 0,-11-21 227 0 0,6-51-9225 0 0,-3 16 4494 0 0,8 9 3081 0 0</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1:04.625"/>
    </inkml:context>
    <inkml:brush xml:id="br0">
      <inkml:brushProperty name="width" value="0.05" units="cm"/>
      <inkml:brushProperty name="height" value="0.05" units="cm"/>
    </inkml:brush>
  </inkml:definitions>
  <inkml:trace contextRef="#ctx0" brushRef="#br0">1 1 1508 0 0,'0'0'1283'0'0,"0"0"-122"0"0,0 0-169 0 0,0 0-49 0 0,0 0-57 0 0,0 0-24 0 0,0 0 10 0 0,0 0-39 0 0,0 0-40 0 0,0 0 7 0 0,0 0-43 0 0,0 0 28 0 0,0 0-21 0 0,0 0-64 0 0,0 0-73 0 0,0 0 32 0 0,0 0 4 0 0,0 0-31 0 0,0 0-50 0 0,0 0-47 0 0,0 0-39 0 0,0 0-54 0 0,0 0-14 0 0,0 0-21 0 0,0 0 7 0 0,0 0-24 0 0,0 0-79 0 0,0 0-17 0 0,0 0-17 0 0,0 0 6 0 0,0 0-43 0 0,0 0-40 0 0,0 0 0 0 0,0 0 0 0 0,0 0-65 0 0,0 0-8 0 0,0 0-9 0 0,0 0 14 0 0,0 0-44 0 0,0 0 13 0 0,0 0-20 0 0,0 0 32 0 0,0 0 11 0 0,0 0-9 0 0,0 0-33 0 0,0 0 9 0 0,0 0 3 0 0,0 0 43 0 0,0 0-20 0 0,0 0-6 0 0,0 0-34 0 0,0 0 33 0 0,0 0-44 0 0,33 1 445 0 0,-32-1-527 0 0,275 0-412 0 0,-274 0 374 0 0,34 0-845 0 0,-35 0 861 0 0,-1 0-17 0 0,32 0-1290 0 0,-13 4 636 0 0,-27-5 583 0 0,9 9 940 0 0,51 99-608 0 0,2-2-90 0 0,-15-31-106 0 0,-23-38 42 0 0,-16-36-26 0 0,0 0-16 0 0,0 0-20 0 0,0 0-5 0 0,0 0-12 0 0,0 0 27 0 0,0 0-30 0 0,0 0 32 0 0,11 15-24 0 0,-6-13 437 0 0,-5-16-7896 0 0,-22 8-4596 0 0,18 7 10477 0 0</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1:27.054"/>
    </inkml:context>
    <inkml:brush xml:id="br0">
      <inkml:brushProperty name="width" value="0.05" units="cm"/>
      <inkml:brushProperty name="height" value="0.05" units="cm"/>
    </inkml:brush>
  </inkml:definitions>
  <inkml:trace contextRef="#ctx0" brushRef="#br0">4 21 1636 0 0,'0'0'1195'0'0,"0"0"-120"0"0,0 0-101 0 0,0 0-26 0 0,0 0-42 0 0,0 0-59 0 0,0 0-103 0 0,0 0-42 0 0,0 0-5 0 0,0 0 6 0 0,0 0-46 0 0,0 0-115 0 0,0 0-37 0 0,0 0 119 0 0,0 0 4 0 0,0 0-37 0 0,0 0-48 0 0,0 0-48 0 0,0 0 26 0 0,0 0-22 0 0,0 0-71 0 0,0 0-5 0 0,0 0-3 0 0,0 0-38 0 0,0 0-16 0 0,0 0-65 0 0,0 0 5 0 0,0 0-15 0 0,0 0-18 0 0,0 0 9 0 0,0 0-10 0 0,0 0-15 0 0,0 0 25 0 0,0 0 21 0 0,0 0-16 0 0,0 0-18 0 0,0 0 12 0 0,-1 5-6 0 0,0-2-299 0 0,1-2 43 0 0,-1-1 0 0 0,1 1 0 0 0,0 0 0 0 0,0-1 0 0 0,0 1 0 0 0,-1-1 0 0 0,1 1 0 0 0,0 0 0 0 0,0-1 0 0 0,0 1 0 0 0,0-1 0 0 0,0 1 0 0 0,0 0 0 0 0,0-1 0 0 0,0 1 0 0 0,0-1 0 0 0,0 1 0 0 0,1 0 0 0 0,-1-1 0 0 0,0 1 0 0 0,0-1 0 0 0,0 1 0 0 0,1-1 0 0 0,-1 1 0 0 0,0-1 0 0 0,1 1 0 0 0,-1-1 0 0 0,0 1 0 0 0,1-1 0 0 0,-1 1 0 0 0,1-1 0 0 0,-1 0 1 0 0,1 1-1 0 0,-1-1 0 0 0,1 1 0 0 0,-1-1 0 0 0,1 0 0 0 0,-1 0 0 0 0,1 1 0 0 0,-1-1 0 0 0,1 0 0 0 0,0 0 0 0 0,-1 0 0 0 0,1 0 0 0 0,-1 0 0 0 0,1 1 0 0 0,0-1 0 0 0,-1 0 0 0 0,1 0 0 0 0,-1-1 0 0 0,1 1 0 0 0,0 0 0 0 0,-1 0 0 0 0,1 0 0 0 0,-1 0 0 0 0,1 0 0 0 0,0-1 0 0 0,-1 1 0 0 0,1 0 0 0 0,-1 0 0 0 0,1-1 0 0 0,-1 1 0 0 0,1-1 0 0 0,-1 1 0 0 0,1 0 0 0 0,-1-1 0 0 0,0 1-19 0 0,107-3 1390 0 0,-84-8-1358 0 0,27-9 118 0 0,94 8-80 0 0,-143 12-42 0 0,-1 0-8 0 0,39 0-288 0 0,6 0-214 0 0,-43 0 434 0 0,-2 0-9 0 0,0 0-12 0 0,0 0 2 0 0,0 0 23 0 0,0 0-28 0 0,30 7-241 0 0,-69 50 251 0 0,13-23-113 0 0,-1 0 1 0 0,-2-2-1 0 0,-1-1 0 0 0,-22 16 175 0 0,-5-6-2408 0 0,31-23-1282 0 0,25-18 2892 0 0,1 0-11 0 0,0 0-232 0 0,-22 0-9017 0 0,22 0 8625 0 0</inkml:trace>
  <inkml:trace contextRef="#ctx0" brushRef="#br0" timeOffset="764.911">120 257 1964 0 0,'-2'-1'8030'0'0,"2"2"-3668"0"0,19 7-198 0 0,73 38-1168 0 0,-32-1-2439 0 0,-49-43-4444 0 0,-35-21-6585 0 0,11 9 5957 0 0,8 6 3108 0 0</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1:38.337"/>
    </inkml:context>
    <inkml:brush xml:id="br0">
      <inkml:brushProperty name="width" value="0.05" units="cm"/>
      <inkml:brushProperty name="height" value="0.05" units="cm"/>
    </inkml:brush>
  </inkml:definitions>
  <inkml:trace contextRef="#ctx0" brushRef="#br0">444 0 1636 0 0,'0'0'794'0'0,"0"0"-45"0"0,0 0-94 0 0,0 0-45 0 0,0 0-56 0 0,0 0-27 0 0,0 4-40 0 0,0 9-46 0 0,0-10-13 0 0,0-3 26 0 0,0 0-25 0 0,0 0-56 0 0,0 0-9 0 0,0 0-3 0 0,0 0-11 0 0,0 0 2 0 0,0 0 30 0 0,0 0-33 0 0,0 0-26 0 0,0 0-22 0 0,0 0 14 0 0,0 0-53 0 0,0 0 35 0 0,0 0 32 0 0,-2 6-57 0 0,-5 25 310 0 0,-19 34 2966 0 0,-66 47-3226 0 0,34-47-276 0 0,-3-13 298 0 0,26-8-390 0 0,-1 8 5 0 0,2-13-82 0 0,12-9 127 0 0,-9 5-124 0 0,2 0-2445 0 0,19-37-8279 0 0,10 0 9435 0 0</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1:32.336"/>
    </inkml:context>
    <inkml:brush xml:id="br0">
      <inkml:brushProperty name="width" value="0.05" units="cm"/>
      <inkml:brushProperty name="height" value="0.05" units="cm"/>
    </inkml:brush>
  </inkml:definitions>
  <inkml:trace contextRef="#ctx0" brushRef="#br0">1 20 1792 0 0,'0'0'1082'0'0,"0"0"-155"0"0,0 0-70 0 0,0 0-95 0 0,0 0-115 0 0,0 0-68 0 0,0 0-5 0 0,0 0-41 0 0,0 0-3 0 0,0 0-38 0 0,0 0-21 0 0,0 0 13 0 0,0 0-52 0 0,0 0-18 0 0,0 0-23 0 0,0 0-28 0 0,0 0 6 0 0,0 0 22 0 0,0 0-50 0 0,0 0 45 0 0,0 0-24 0 0,0 0-42 0 0,0 0 20 0 0,0 0 0 0 0,0 0 40 0 0,0 0-25 0 0,0 0-58 0 0,0 0-47 0 0,0 0-60 0 0,0 0-3 0 0,0 0 79 0 0,0 0 9 0 0,0 0-15 0 0,0-3 33 0 0,0 2-255 0 0,0 1 0 0 0,0-1 1 0 0,0 0-1 0 0,0 1 0 0 0,0-1 0 0 0,0 0 0 0 0,0 1 0 0 0,1-1 0 0 0,-1 0 1 0 0,0 1-1 0 0,0-1 0 0 0,1 0 0 0 0,-1 1 0 0 0,0-1 0 0 0,1 1 0 0 0,-1-1 1 0 0,1 1-1 0 0,-1-1 0 0 0,1 1 0 0 0,-1-1 0 0 0,1 1 0 0 0,-1-1 0 0 0,1 1 1 0 0,-1-1-1 0 0,1 1 0 0 0,-1 0 0 0 0,1-1 0 0 0,0 1 0 0 0,-1 0 0 0 0,1 0 0 0 0,0 0 1 0 0,-1-1-1 0 0,1 1 0 0 0,0 0 0 0 0,-1 0 0 0 0,1 0 0 0 0,0 0 0 0 0,-1 0 1 0 0,1 0-1 0 0,0 0 0 0 0,-1 0 0 0 0,1 1 0 0 0,0-1 0 0 0,-1 0 0 0 0,1 0 1 0 0,0 0-1 0 0,-1 1 0 0 0,1-1 0 0 0,0 0 0 0 0,-1 1-38 0 0,15-1 669 0 0,126 0-195 0 0,-140 0-503 0 0,30 0 153 0 0,44 0-515 0 0,-73 0 307 0 0,-2 0 95 0 0,39 0-591 0 0,21 0-1264 0 0,-58 0 1754 0 0,-2 0-29 0 0,0 0 32 0 0,0 0 61 0 0,10 0-264 0 0,6 0 275 0 0,-15 0 9 0 0,1 3-30 0 0,13 14-544 0 0,-60 80 828 0 0,-10-19-148 0 0,-42 27-626 0 0,44-70-1380 0 0,10-2-1197 0 0,23-18-1920 0 0,10-9 1897 0 0,5-2 1618 0 0</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1:55.452"/>
    </inkml:context>
    <inkml:brush xml:id="br0">
      <inkml:brushProperty name="width" value="0.05" units="cm"/>
      <inkml:brushProperty name="height" value="0.05" units="cm"/>
    </inkml:brush>
  </inkml:definitions>
  <inkml:trace contextRef="#ctx0" brushRef="#br0">218 1 1268 0 0,'0'0'988'0'0,"0"0"-225"0"0,0 0-56 0 0,0 0-47 0 0,0 0-25 0 0,0 0 7 0 0,0 0-79 0 0,0 0-12 0 0,0 0-6 0 0,0 0-96 0 0,0 0-15 0 0,0 0-42 0 0,0 0-7 0 0,0 0 1 0 0,0 0-13 0 0,0 0 6 0 0,0 0-17 0 0,0 0-20 0 0,0 0-16 0 0,0 0 19 0 0,0 0-28 0 0,0 0-11 0 0,0 0-41 0 0,0 0-5 0 0,0 0-6 0 0,0 0-2 0 0,0 0-13 0 0,0 0-46 0 0,0 0 45 0 0,0 0 108 0 0,0 0-60 0 0,0 0-52 0 0,0 0-21 0 0,0 0 6 0 0,0 0-39 0 0,0 0-56 0 0,0 0 10 0 0,0 0 18 0 0,0 0-78 0 0,0 0 7 0 0,0 0 130 0 0,0 0 26 0 0,2 0-17 0 0,-1 1-205 0 0,-1-1 1 0 0,1 1-1 0 0,0-1 1 0 0,-1 1-1 0 0,1-1 1 0 0,-1 1-1 0 0,1-1 1 0 0,-1 1 0 0 0,1 0-1 0 0,-1-1 1 0 0,1 1-1 0 0,-1 0 1 0 0,0 0-1 0 0,1-1 1 0 0,-1 1-1 0 0,0 0 1 0 0,0 0 0 0 0,1-1-1 0 0,-1 1 1 0 0,0 0-1 0 0,0 0 1 0 0,0 0-1 0 0,0-1 1 0 0,0 1-1 0 0,0 0 1 0 0,0 0 0 0 0,-1 0-1 0 0,1-1 1 0 0,0 1-1 0 0,0 0 1 0 0,0 0-1 0 0,-1 0 1 0 0,1-1-1 0 0,0 1 1 0 0,-1 0 0 0 0,1-1-1 0 0,-1 1 1 0 0,1 0-1 0 0,-1-1 1 0 0,1 1-1 0 0,-1-1 1 0 0,0 1-1 0 0,1-1 1 0 0,-1 1 0 0 0,1-1-1 0 0,-1 1 1 0 0,0-1-1 0 0,0 1 1 0 0,1-1-1 0 0,-2 1-15 0 0,0 2 11 0 0,-51 78 46 0 0,11-17-30 0 0,-8 8-215 0 0,0-5-1790 0 0,35-53-1096 0 0,12-18-5561 0 0,3 2 7308 0 0</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1:56.696"/>
    </inkml:context>
    <inkml:brush xml:id="br0">
      <inkml:brushProperty name="width" value="0.05" units="cm"/>
      <inkml:brushProperty name="height" value="0.05" units="cm"/>
    </inkml:brush>
  </inkml:definitions>
  <inkml:trace contextRef="#ctx0" brushRef="#br0">0 1 2720 0 0,'0'0'987'0'0,"0"0"-51"0"0,0 0-61 0 0,0 0-24 0 0,0 0-67 0 0,0 0-46 0 0,0 0-90 0 0,0 0-96 0 0,0 0-41 0 0,0 0 51 0 0,0 0-42 0 0,0 0-79 0 0,0 0 72 0 0,0 0-97 0 0,0 0-54 0 0,0 0-12 0 0,0 0-42 0 0,0 0 45 0 0,0 0-16 0 0,0 0-23 0 0,0 0 7 0 0,0 0-29 0 0,0 0-22 0 0,0 0 20 0 0,3 0-42 0 0,0 1-157 0 0,-1 0 0 0 0,1 1 0 0 0,-1-1 0 0 0,1 1 0 0 0,-1 0 0 0 0,1-1 0 0 0,-1 1 0 0 0,0 0 0 0 0,0 1 0 0 0,0-1 0 0 0,0 0 0 0 0,0 0 0 0 0,0 1 0 0 0,-1 0 0 0 0,1-1 0 0 0,-1 1 0 0 0,1 0 0 0 0,-1-1 0 0 0,0 2-91 0 0,13 20 347 0 0,75 134 372 0 0,-39-63-602 0 0,10 29 28 0 0,-33-62-247 0 0,-27-62-72 0 0,0 0-8 0 0,0 0-94 0 0,0 0-62 0 0,-4-49-14736 0 0,3 43 13708 0 0</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2:00.248"/>
    </inkml:context>
    <inkml:brush xml:id="br0">
      <inkml:brushProperty name="width" value="0.05" units="cm"/>
      <inkml:brushProperty name="height" value="0.05" units="cm"/>
    </inkml:brush>
  </inkml:definitions>
  <inkml:trace contextRef="#ctx0" brushRef="#br0">0 412 1360 0 0,'0'0'1107'0'0,"0"0"-134"0"0,0 0-88 0 0,0 0-10 0 0,0 0-104 0 0,0 0-47 0 0,0 0-35 0 0,0 0 4 0 0,0 0-12 0 0,0 0-67 0 0,0 0-64 0 0,0 0-44 0 0,0 0 29 0 0,0 0-19 0 0,0 0-39 0 0,0 0-49 0 0,0 0-35 0 0,0 0-35 0 0,0 0-68 0 0,0 0-39 0 0,0 0-28 0 0,0 0 26 0 0,0 0 163 0 0,0 0 1 0 0,0 0-73 0 0,0 0 32 0 0,0 0-43 0 0,0 0-44 0 0,0 0-14 0 0,0 0 17 0 0,0 0 7 0 0,0 0-42 0 0,0 0 1 0 0,0 0 3 0 0,0 0-2 0 0,12 1 358 0 0,49-68 763 0 0,37-43-1312 0 0,-26 22-269 0 0,-33 38-148 0 0,9-18-780 0 0,-23 41 373 0 0,-24 27 738 0 0,-1 0-25 0 0,0 0-27 0 0,0 0 49 0 0,0 0 6 0 0,0 0-84 0 0,0 0 3 0 0,0 0 44 0 0,0 0-41 0 0,0 0-7 0 0,0 0 13 0 0,8-2 233 0 0,-8 77-120 0 0,0-74-11 0 0,0 22-165 0 0,0 365 355 0 0,0-386-162 0 0,0 29-248 0 0,-5 22 236 0 0,-10-71-14027 0 0,13 12 12629 0 0</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2:02.842"/>
    </inkml:context>
    <inkml:brush xml:id="br0">
      <inkml:brushProperty name="width" value="0.05" units="cm"/>
      <inkml:brushProperty name="height" value="0.05" units="cm"/>
    </inkml:brush>
  </inkml:definitions>
  <inkml:trace contextRef="#ctx0" brushRef="#br0">3 148 1576 0 0,'0'0'1137'0'0,"0"0"-96"0"0,0 0-110 0 0,0 0-69 0 0,0 0 8 0 0,0 0-74 0 0,0 0-43 0 0,0 0-49 0 0,0 0-76 0 0,0 0 1 0 0,0 0 10 0 0,0 0-21 0 0,0 0-64 0 0,0 0-47 0 0,0 0-48 0 0,0 0-42 0 0,0 0 6 0 0,0 0 6 0 0,0 0-28 0 0,0 0 21 0 0,0 0 39 0 0,0 0-30 0 0,0 0-27 0 0,0 0-4 0 0,0 0-42 0 0,0 0-22 0 0,0 0-12 0 0,0 0-27 0 0,0 0 11 0 0,0 0-15 0 0,37 5 1688 0 0,121-5-796 0 0,-136-10-1232 0 0,-9 6 20 0 0,37-10-43 0 0,43 14 116 0 0,-92 0-58 0 0,13-2-38 0 0,30-20-171 0 0,-7 20-352 0 0,-36 2 389 0 0,-1 0 25 0 0,0 0-9 0 0,8 0-202 0 0,-4-1-3799 0 0,1-3 2703 0 0,-17 0-10162 0 0,9 4 10020 0 0</inkml:trace>
  <inkml:trace contextRef="#ctx0" brushRef="#br0" timeOffset="721.05">251 0 948 0 0,'-3'4'10916'0'0,"12"60"-9589"0"0,-9-63-1172 0 0,0 11 173 0 0,-17 125 704 0 0,-51 6-772 0 0,-14-45-1362 0 0,72-90 956 0 0,-25 16-3093 0 0,-5-11-4596 0 0,36-12 6491 0 0</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2:06.840"/>
    </inkml:context>
    <inkml:brush xml:id="br0">
      <inkml:brushProperty name="width" value="0.05" units="cm"/>
      <inkml:brushProperty name="height" value="0.05" units="cm"/>
    </inkml:brush>
  </inkml:definitions>
  <inkml:trace contextRef="#ctx0" brushRef="#br0">1 1 1224 0 0,'0'0'1292'0'0,"0"0"-177"0"0,0 0-160 0 0,0 0-74 0 0,0 0-101 0 0,0 0-54 0 0,0 0 1 0 0,0 0-42 0 0,0 0-63 0 0,0 0-43 0 0,0 0 11 0 0,0 0-52 0 0,0 0-53 0 0,0 0-32 0 0,0 0 43 0 0,0 0-9 0 0,0 0-36 0 0,0 0-83 0 0,0 3 22 0 0,3 28 5492 0 0,-1-22-6382 0 0,39-4 1728 0 0,106-5-308 0 0,-104-19-890 0 0,-21 15-68 0 0,-22 3 17 0 0,10 1-5 0 0,54 0-164 0 0,-62 0 216 0 0,-2 0-53 0 0,27 0-486 0 0,-2-10 421 0 0,-9-4-156 0 0,-15 14 244 0 0,-1 0 0 0 0,0 0-1 0 0,1 0 1 0 0,-1 0 0 0 0,0-1 0 0 0,1 1-1 0 0,-1 0 1 0 0,0 0 0 0 0,1 0-1 0 0,-1 0 1 0 0,0 0 0 0 0,1 0 0 0 0,-1 0-1 0 0,1 0 1 0 0,-1 0 0 0 0,0 0 0 0 0,1 1-1 0 0,-1-1 1 0 0,0 0 0 0 0,1 0 0 0 0,-1 0-1 0 0,0 0 1 0 0,1 0 0 0 0,-1 1-1 0 0,0-1 1 0 0,1 0 0 0 0,-1 0 0 0 0,0 0-1 0 0,0 1 1 0 0,1-1 0 0 0,-1 0 0 0 0,0 1-1 0 0,0-1 1 0 0,1 0 0 0 0,-1 1-1 0 0,0-1 1 0 0,0 0 0 0 0,0 0 0 0 0,0 1-1 0 0,0-1 1 0 0,1 1 0 0 0,-1-1 0 0 0,0 0-1 0 0,0 1 1 0 0,0-1 0 0 0,0 0 0 0 0,0 1-1 0 0,0-1 1 0 0,0 0 0 0 0,0 1-1 0 0,0-1 1 0 0,0 1 0 0 0,-1-1 0 0 0,1 0-1 0 0,0 1 1 0 0,0-1 0 0 0,0 0 0 0 0,0 1-1 0 0,0-1 1 0 0,-1 0 0 0 0,1 1-1 0 0,0-1 1 0 0,0 0 0 0 0,-1 1 4 0 0,1 6-38 0 0,-1 50-49 0 0,1-56 122 0 0,0 31-51 0 0,0 159-294 0 0,0-189 216 0 0,0 0-1042 0 0,-1 12 605 0 0,1-9-3467 0 0,-1-3-3857 0 0,-9 12 4859 0 0,9-13 1540 0 0</inkml:trace>
  <inkml:trace contextRef="#ctx0" brushRef="#br0" timeOffset="1344.72">1 359 1796 0 0,'3'5'6665'0'0,"8"-2"-3396"0"0,-8-3-2451 0 0,43-2 2343 0 0,-15 0-1403 0 0,-30 2-1658 0 0,36 0 479 0 0,70 0-314 0 0,-82-8-430 0 0,-24 7 173 0 0,44 1-486 0 0,-43 0 420 0 0,-2 0 34 0 0,0 0 100 0 0,28 0-472 0 0,-26 0 514 0 0,-1 0-133 0 0,1 0 0 0 0,-1 0 0 0 0,1 1 1 0 0,-1-1-1 0 0,1 0 0 0 0,-1 0 0 0 0,1 0 0 0 0,-1 0 0 0 0,1-1 0 0 0,-1 1 0 0 0,0 0 0 0 0,1-1 0 0 0,-1 1 1 0 0,1-1-1 0 0,-1 1 0 0 0,0-1 0 0 0,1 1 0 0 0,-1-1 0 0 0,0 0 0 0 0,0 0 0 0 0,0 0 0 0 0,1 0 0 0 0,-1 0 1 0 0,0 0-1 0 0,0 0 0 0 0,0 0 0 0 0,-1 0 0 0 0,1 0 0 0 0,0-1 0 0 0,0 1 0 0 0,0 0 15 0 0,3 4-1894 0 0,-36-3-9969 0 0,25 2 10578 0 0</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2:54.632"/>
    </inkml:context>
    <inkml:brush xml:id="br0">
      <inkml:brushProperty name="width" value="0.05" units="cm"/>
      <inkml:brushProperty name="height" value="0.05" units="cm"/>
    </inkml:brush>
  </inkml:definitions>
  <inkml:trace contextRef="#ctx0" brushRef="#br0">13 1 1532 0 0,'0'0'1288'0'0,"0"0"-193"0"0,0 0-130 0 0,0 0-91 0 0,0 0-61 0 0,0 0-17 0 0,0 0-12 0 0,0 0-28 0 0,0 0-41 0 0,0 0-83 0 0,0 0-46 0 0,0 0 72 0 0,0 0-106 0 0,0 0-31 0 0,0 0-16 0 0,0 0-48 0 0,0 0-50 0 0,0 0-3 0 0,0 0 88 0 0,0 0-29 0 0,0 0-16 0 0,0 0 8 0 0,0 0-28 0 0,0 0-14 0 0,-3 0-2 0 0,-6 0 793 0 0,16-1 1737 0 0,24 4-1291 0 0,-5 2-1507 0 0,1 0 0 0 0,0-2 0 0 0,0-2 0 0 0,0 0 1 0 0,25-3-144 0 0,4 1-334 0 0,4 1-260 0 0,-52 9 466 0 0,14-4-298 0 0,15 16 8 0 0,2-16-800 0 0,-36-4 1217 0 0,-16 42 252 0 0,0 129-508 0 0,11-21-2001 0 0,2-150 1735 0 0,0 7-394 0 0,-3-2-6563 0 0,-7 5 5587 0 0,2-11-3274 0 0,5-1 3475 0 0</inkml:trace>
  <inkml:trace contextRef="#ctx0" brushRef="#br0" timeOffset="1118.542">1 402 1528 0 0,'0'0'2909'0'0,"1"-1"-2708"0"0,1 1 2704 0 0,2 1 3375 0 0,22 2-5578 0 0,12-7 2513 0 0,-37 4-3021 0 0,-1 0-16 0 0,12 0 245 0 0,93 0 696 0 0,4 0-989 0 0,-107 0-115 0 0,34 0 4 0 0,-35 0 5 0 0,-1 0-4 0 0,3 3-31 0 0,34 20-50 0 0,4-15-2202 0 0,-77 2-12334 0 0,29-10 13271 0 0</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3:06.660"/>
    </inkml:context>
    <inkml:brush xml:id="br0">
      <inkml:brushProperty name="width" value="0.05" units="cm"/>
      <inkml:brushProperty name="height" value="0.05" units="cm"/>
    </inkml:brush>
  </inkml:definitions>
  <inkml:trace contextRef="#ctx0" brushRef="#br0">15 0 1268 0 0,'0'0'1509'0'0,"-3"0"-122"0"0,-4 1 846 0 0,2 9 12600 0 0,6-5-13573 0 0,1-1-4142 0 0,34 0 3787 0 0,144-4-625 0 0,-179 0-274 0 0,21 0-143 0 0,6 8-307 0 0,26-7-854 0 0,-32 10 552 0 0,4-9 441 0 0,-9 5-328 0 0,7-7 195 0 0,2-12-136 0 0,-17 14 458 0 0,-9-1 106 0 0,0-1 5 0 0,-27 37 755 0 0,-76 108-1133 0 0,32-64-167 0 0,52-64-814 0 0,-4-4-3725 0 0,8-4-1788 0 0,13-8 5357 0 0</inkml:trace>
  <inkml:trace contextRef="#ctx0" brushRef="#br0" timeOffset="856.401">144 330 1160 0 0,'-4'-7'11045'0'0,"27"20"-5693"0"0,4 5-4831 0 0,41 41-40 0 0,-48-41-891 0 0,-20-16-3322 0 0,-13-13-4209 0 0,0 2 3941 0 0,8 5 2512 0 0</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3:11.217"/>
    </inkml:context>
    <inkml:brush xml:id="br0">
      <inkml:brushProperty name="width" value="0.05" units="cm"/>
      <inkml:brushProperty name="height" value="0.05" units="cm"/>
    </inkml:brush>
  </inkml:definitions>
  <inkml:trace contextRef="#ctx0" brushRef="#br0">2 527 1816 0 0,'-1'2'4373'0'0,"1"6"-1846"0"0,6-9 7309 0 0,118-77-8616 0 0,-2-14-3903 0 0,-10-24-8713 0 0,-87 85 8425 0 0,-14 22 1433 0 0</inkml:trace>
  <inkml:trace contextRef="#ctx0" brushRef="#br0" timeOffset="6235.686">32 1 1100 0 0,'0'0'1064'0'0,"0"0"-158"0"0,0 0-76 0 0,0 0-26 0 0,0 0-80 0 0,0 0-63 0 0,0 0-15 0 0,0 0-26 0 0,0 0-19 0 0,0 0-49 0 0,0 0-75 0 0,0 0-62 0 0,0 0 19 0 0,0 0-68 0 0,0 0 54 0 0,0 0-22 0 0,0 0-44 0 0,0 0 14 0 0,0 0 8 0 0,0 0 2 0 0,0 0-8 0 0,0 0 60 0 0,0 0-36 0 0,0 0-113 0 0,0 0-49 0 0,0 0-24 0 0,22 16 1270 0 0,87 46-443 0 0,-46-11-542 0 0,-62-50-416 0 0,11 11-685 0 0,-21-12-2772 0 0,-11 8-6203 0 0,18-6 8034 0 0</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3:21.356"/>
    </inkml:context>
    <inkml:brush xml:id="br0">
      <inkml:brushProperty name="width" value="0.05" units="cm"/>
      <inkml:brushProperty name="height" value="0.05" units="cm"/>
    </inkml:brush>
  </inkml:definitions>
  <inkml:trace contextRef="#ctx0" brushRef="#br0">1 143 2028 0 0,'0'0'1130'0'0,"0"0"-114"0"0,0 0-136 0 0,0 0-68 0 0,0 0-75 0 0,0 0-59 0 0,0 0-25 0 0,0 0-39 0 0,0 0-109 0 0,0 0-66 0 0,0 0-46 0 0,0 0 25 0 0,0 0-14 0 0,0 0 15 0 0,0 0-93 0 0,0 0 37 0 0,0 0-20 0 0,0 0-74 0 0,0 0-24 0 0,0 0 29 0 0,0 0-64 0 0,0 0 24 0 0,0 0-35 0 0,0 0-27 0 0,0 0 16 0 0,0 0 52 0 0,0 0-81 0 0,0 0-6 0 0,0 0-72 0 0,0 0-8 0 0,0 0 67 0 0,0 0 98 0 0,0 0-40 0 0,0 0-78 0 0,0 0 20 0 0,0 0-2 0 0,0 0-66 0 0,0 0-22 0 0,0 0-7 0 0,0 0 29 0 0,0 0 111 0 0,0 0-19 0 0,0 0-113 0 0,0 0 57 0 0,0 0 25 0 0,3 3 30 0 0,14 49 366 0 0,-17-51-493 0 0,0 24 35 0 0,0 342-10 0 0,-10-344-96 0 0,10-7 508 0 0,-3 9-6065 0 0,-1-13 2937 0 0,2-10 404 0 0,2-1 1207 0 0,-1-1-154 0 0,2-3-557 0 0,-1 3 1616 0 0,-1-3-1462 0 0</inkml:trace>
  <inkml:trace contextRef="#ctx0" brushRef="#br0" timeOffset="729.8">33 324 1348 0 0,'2'-1'7842'0'0,"3"4"-3718"0"0,15 17-3098 0 0,-16-16-681 0 0,98 105 859 0 0,-86-89-558 0 0,-10-13-1621 0 0,-12-15-4635 0 0,-4-5-1336 0 0,8 9 5254 0 0</inkml:trace>
  <inkml:trace contextRef="#ctx0" brushRef="#br0" timeOffset="1648.178">225 52 1624 0 0,'0'0'1080'0'0,"0"0"-160"0"0,0 0-110 0 0,0 0-57 0 0,0 0-75 0 0,0 0-23 0 0,0 0-43 0 0,0 0-47 0 0,0 0-20 0 0,0 0-4 0 0,0 0-14 0 0,0 0 5 0 0,0 0-82 0 0,0 0-24 0 0,0 0 3 0 0,0 0-59 0 0,0 0 4 0 0,0 0-50 0 0,0 0-81 0 0,0 0-9 0 0,0 0 30 0 0,0 0 7 0 0,0 0-47 0 0,0 0-58 0 0,1 4-24 0 0,39 49 1696 0 0,-39-51-1981 0 0,10 9-884 0 0,-9-7-2726 0 0,-1 0-3654 0 0,-1-4 5764 0 0</inkml:trace>
  <inkml:trace contextRef="#ctx0" brushRef="#br0" timeOffset="2482.805">333 0 1324 0 0,'0'0'1346'0'0,"1"1"9491"0"0,1 0-5624 0 0,19 13-5410 0 0,36 19 651 0 0,-42-26-2025 0 0,-10-2-3253 0 0,-11-2-3942 0 0,1-3 7246 0 0</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3:27.285"/>
    </inkml:context>
    <inkml:brush xml:id="br0">
      <inkml:brushProperty name="width" value="0.05" units="cm"/>
      <inkml:brushProperty name="height" value="0.05" units="cm"/>
    </inkml:brush>
  </inkml:definitions>
  <inkml:trace contextRef="#ctx0" brushRef="#br0">221 0 1636 0 0,'0'0'1352'0'0,"0"0"-128"0"0,0 0-104 0 0,0 0-138 0 0,0 0-141 0 0,0 0-73 0 0,0 0-20 0 0,0 0 27 0 0,0 0-29 0 0,0 0-63 0 0,0 0-66 0 0,0 0-110 0 0,0 0 17 0 0,0 0-6 0 0,0 0 50 0 0,0 0-50 0 0,0 0-20 0 0,0 0 6 0 0,0 0-20 0 0,0 0-53 0 0,0 0-75 0 0,0 0-29 0 0,0 0-81 0 0,0 0 9 0 0,0 0 5 0 0,0 0-42 0 0,0 0-19 0 0,0 0 15 0 0,0 0 13 0 0,0 0-29 0 0,0 0 30 0 0,0 0-50 0 0,0 0-14 0 0,0 0-40 0 0,0 0-6 0 0,0 0-33 0 0,0 0 48 0 0,0 0-36 0 0,16 4 114 0 0,39 42 299 0 0,-45-39-687 0 0,3 3-840 0 0,-14-5-6904 0 0,-11 7-826 0 0,7-8 7053 0 0</inkml:trace>
  <inkml:trace contextRef="#ctx0" brushRef="#br0" timeOffset="1336.106">32 148 928 0 0,'-1'0'3408'0'0,"1"2"-2769"0"0,3-1 3372 0 0,0 0 4321 0 0,62 11-5802 0 0,-64-12-2388 0 0,30 0 309 0 0,142 0 214 0 0,-127-19-773 0 0,-9 5-373 0 0,-35 14 403 0 0,27 0-338 0 0,5-4-331 0 0,-40 27 599 0 0,-26 19 179 0 0,-43 38 44 0 0,-37 26-229 0 0,102-99 167 0 0,-1 0 0 0 0,1-1 0 0 0,-1 0-1 0 0,0-1 1 0 0,0-1 0 0 0,-1 0 0 0 0,1 0-1 0 0,-1-1 1 0 0,-8 1-13 0 0,19-3-7 0 0,-40-1-2741 0 0,37 0 2217 0 0,1-1 118 0 0,1 1 0 0 0,0-1-1 0 0,-1 1 1 0 0,1 0 0 0 0,0 0 0 0 0,-1 0 0 0 0,1 0 0 0 0,-1 1 0 0 0,1-1 0 0 0,0 1 0 0 0,0-1 0 0 0,-1 1 0 0 0,1 0 0 0 0,0 0 0 0 0,0 0 0 0 0,0 0 0 0 0,0 0 0 0 0,0 0 0 0 0,0 1 0 0 0,0-1 0 0 0,0 1 0 0 0,-1 0 413 0 0,0 2-1240 0 0,0-2-194 0 0,2-2 917 0 0,-1 0-103 0 0,-1 1-281 0 0,3-1 899 0 0</inkml:trace>
  <inkml:trace contextRef="#ctx0" brushRef="#br0" timeOffset="2048.623">270 369 1164 0 0,'0'17'6676'0'0,"0"38"-2890"0"0,0 103-4724 0 0,0-157 494 0 0,0 8-577 0 0,-2-7-3575 0 0,-4-2 3021 0 0,5 0-53 0 0</inkml:trace>
  <inkml:trace contextRef="#ctx0" brushRef="#br0" timeOffset="2868.016">290 365 1204 0 0,'-4'-13'11908'0'0,"23"22"-8844"0"0,53 18-729 0 0,6 17-1623 0 0,-70-40-1053 0 0,9 7-806 0 0,-21-8-2367 0 0,-16-4-8081 0 0,16 2 10141 0 0</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3:32.471"/>
    </inkml:context>
    <inkml:brush xml:id="br0">
      <inkml:brushProperty name="width" value="0.05" units="cm"/>
      <inkml:brushProperty name="height" value="0.05" units="cm"/>
    </inkml:brush>
  </inkml:definitions>
  <inkml:trace contextRef="#ctx0" brushRef="#br0">1 1 1832 0 0,'0'0'1426'0'0,"0"0"-93"0"0,0 0-183 0 0,0 0-135 0 0,0 0-99 0 0,0 0-16 0 0,0 0-46 0 0,0 0-96 0 0,0 0-134 0 0,0 0-40 0 0,0 0 10 0 0,0 0-34 0 0,0 0-6 0 0,0 0-15 0 0,0 0-49 0 0,0 0-47 0 0,0 0-35 0 0,0 0-14 0 0,0 0 41 0 0,0 0-17 0 0,0 0-77 0 0,0 0-79 0 0,0 0 11 0 0,0 0-13 0 0,0 0-42 0 0,0 0-2 0 0,0 0-27 0 0,0 0-37 0 0,0 0 34 0 0,0 0-9 0 0,0 0-16 0 0,0 0-26 0 0,0 0-4 0 0,0 0-15 0 0,0 0 46 0 0,0 0-40 0 0,14 3 300 0 0,62 71 122 0 0,-69-67-1170 0 0,-11-5-8820 0 0,-11-1 1642 0 0,12 0 6430 0 0</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3:33.253"/>
    </inkml:context>
    <inkml:brush xml:id="br0">
      <inkml:brushProperty name="width" value="0.05" units="cm"/>
      <inkml:brushProperty name="height" value="0.05" units="cm"/>
    </inkml:brush>
  </inkml:definitions>
  <inkml:trace contextRef="#ctx0" brushRef="#br0">1 6 1552 0 0,'-1'-6'10514'0'0,"1"9"-4441"0"0,17 16-4556 0 0,78 42-2079 0 0,-77-50-2403 0 0,-15-9-1280 0 0,-1-1-3428 0 0,-2-1 7448 0 0,0 0-1381 0 0</inkml:trace>
  <inkml:trace contextRef="#ctx0" brushRef="#br0" timeOffset="596.278">48 378 2028 0 0,'-6'9'11127'0'0,"15"-15"-8014"0"0,114-103-678 0 0,-52 51-3830 0 0,72-106-11123 0 0,-129 147 10928 0 0,-1 1 182 0 0</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3:36.725"/>
    </inkml:context>
    <inkml:brush xml:id="br0">
      <inkml:brushProperty name="width" value="0.05" units="cm"/>
      <inkml:brushProperty name="height" value="0.05" units="cm"/>
    </inkml:brush>
  </inkml:definitions>
  <inkml:trace contextRef="#ctx0" brushRef="#br0">9 0 1008 0 0,'0'0'1541'0'0,"0"0"-249"0"0,0 0-173 0 0,0 0-53 0 0,0 0-30 0 0,0 0-173 0 0,0 0-60 0 0,0 0 21 0 0,0 0-69 0 0,0 0-88 0 0,0 0-85 0 0,0 0-16 0 0,0 0 114 0 0,0 0-13 0 0,0 0-76 0 0,0 0-51 0 0,0 0-54 0 0,0 0-1 0 0,0 0-21 0 0,0 0-14 0 0,0 0-59 0 0,0 0 7 0 0,0 0 12 0 0,0 0 5 0 0,0 0-7 0 0,0 0-5 0 0,0 0-28 0 0,0 0-17 0 0,0 0-35 0 0,0 0-33 0 0,0 0-3 0 0,0 0-19 0 0,3 6-30 0 0,10 19 2 0 0,21-20 930 0 0,-33-5-1019 0 0,30 0 369 0 0,205 0 531 0 0,-175-11-1019 0 0,72 11-1126 0 0,-132 0 1054 0 0,-1 0-7 0 0,0 0-25 0 0,0 0 46 0 0,9-1-7 0 0,0-7-142 0 0,-8 8 158 0 0,-1 0-34 0 0,0 0 6 0 0,0 0 13 0 0,0 0 28 0 0,0 0-34 0 0,0 0 22 0 0,0 0-6 0 0,0 0-22 0 0,0 0 2 0 0,0 0 49 0 0,0 0 12 0 0,7 3-31 0 0,-13 11-334 0 0,0-1 0 0 0,0 0 1 0 0,-1 0-1 0 0,-1-1 0 0 0,0 0 0 0 0,-1 0 1 0 0,-1-1-1 0 0,1 0 0 0 0,-2-1 1 0 0,1 0-1 0 0,-1-1 0 0 0,-1 0 0 0 0,0 0 1 0 0,0-1-1 0 0,-1-1 0 0 0,1 0 1 0 0,-5 1 345 0 0,0 0-1806 0 0,-17 7-3006 0 0,11-10-1368 0 0,23-5 4598 0 0</inkml:trace>
  <inkml:trace contextRef="#ctx0" brushRef="#br0" timeOffset="719.88">221 132 1088 0 0,'1'13'6816'0'0,"2"0"-3975"0"0,-3 33-1400 0 0,0-45-1200 0 0,-3 18-76 0 0,0 0 0 0 0,-1 0 0 0 0,-1-1 0 0 0,-1 1 0 0 0,0-1 1 0 0,-2-1-1 0 0,-2 6-165 0 0,-75 132-4036 0 0,44-108 264 0 0,7-21 1016 0 0,26-21 2149 0 0,-4 2-309 0 0</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3:56.026"/>
    </inkml:context>
    <inkml:brush xml:id="br0">
      <inkml:brushProperty name="width" value="0.05" units="cm"/>
      <inkml:brushProperty name="height" value="0.05" units="cm"/>
    </inkml:brush>
  </inkml:definitions>
  <inkml:trace contextRef="#ctx0" brushRef="#br0">17 22 1808 0 0,'0'0'1204'0'0,"0"0"-58"0"0,0 0-78 0 0,-4 0-106 0 0,0 0-4216 0 0,1-1 5003 0 0,-3-5 16093 0 0,10 0-15976 0 0,35 10-1303 0 0,113-3-377 0 0,-123-15-244 0 0,-28 14 4 0 0,-1 0 48 0 0,0 0-42 0 0,0 0 48 0 0,12 0-133 0 0,6 0 18 0 0,-16 0 27 0 0,31 0-443 0 0,2 20 222 0 0,6-22-5604 0 0,-42 2 3203 0 0,-20 5-8983 0 0,15 2 10397 0 0,-5 9 38 0 0</inkml:trace>
  <inkml:trace contextRef="#ctx0" brushRef="#br0" timeOffset="1522.029">136 22 1312 0 0,'9'-3'8358'0'0,"0"4"-5657"0"0,-8 23 956 0 0,-2-17-3305 0 0,-40 82 974 0 0,1-21-904 0 0,17-33-618 0 0,23-35 186 0 0,0 0-14 0 0,0 0 46 0 0,0 0 4 0 0,0 0-13 0 0,0 0-42 0 0,0 0-10 0 0,0 0 4 0 0,0 0-7 0 0,-7 12 457 0 0,5-4 550 0 0,77-14 226 0 0,-74 6-1154 0 0,-1 0-13 0 0,38 0 79 0 0,31-32-125 0 0,-68 31 55 0 0,-1 1-31 0 0,0 0 37 0 0,40 0-373 0 0,-38 0 304 0 0,32 1-195 0 0,-33 0 221 0 0,0 0-1 0 0,0 0 0 0 0,0 0 0 0 0,0 0 0 0 0,0 0 0 0 0,0 0 0 0 0,-1 0 0 0 0,1 0 0 0 0,0 0 0 0 0,-1 1 0 0 0,1-1 0 0 0,-1 0 0 0 0,1 0 1 0 0,-1 1-1 0 0,0-1 0 0 0,0 0 0 0 0,1 0 0 0 0,-1 1 0 0 0,0-1 0 0 0,0 0 0 0 0,0 1 0 0 0,0-1 0 0 0,-1 0 0 0 0,1 1 0 0 0,0-1 0 0 0,0 0 1 0 0,-1 0-1 0 0,1 1 0 0 0,-1-1 0 0 0,1 0 0 0 0,-1 0 0 0 0,0 0 0 0 0,1 0 0 0 0,-1 1 0 0 0,0-1 0 0 0,0 0 5 0 0,-15 101-165 0 0,-3-20 145 0 0,17-43 77 0 0,2-37-64 0 0,0-2 57 0 0,0 0 1 0 0,-2 14 2 0 0,1-14-53 0 0,1 1-1 0 0,-1 0 0 0 0,0-1 1 0 0,0 1-1 0 0,0-1 0 0 0,0 1 1 0 0,0-1-1 0 0,0 0 0 0 0,0 1 0 0 0,0-1 1 0 0,0 0-1 0 0,0 0 0 0 0,0 1 1 0 0,0-1-1 0 0,-1 0 0 0 0,1 0 1 0 0,0 0-1 0 0,0 0 0 0 0,0-1 0 0 0,0 1 1 0 0,0 0-1 0 0,0 0 0 0 0,0-1 1 0 0,0 1-1 0 0,0 0 0 0 0,0-1 1 0 0,0 1-1 0 0,0-1 0 0 0,0 1 0 0 0,0-1 1 0 0,0 0-1 0 0,1 1 0 0 0,-1-1 1 0 0,0 0-1 0 0,0 0 0 0 0,1 0 1 0 0,-1 1-1 0 0,0-1 0 0 0,0-1 1 0 0,-72-47-2738 0 0,24 17-5407 0 0,31 11 1739 0 0,17 14 4772 0 0</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4:07.859"/>
    </inkml:context>
    <inkml:brush xml:id="br0">
      <inkml:brushProperty name="width" value="0.05" units="cm"/>
      <inkml:brushProperty name="height" value="0.05" units="cm"/>
    </inkml:brush>
  </inkml:definitions>
  <inkml:trace contextRef="#ctx0" brushRef="#br0">28 24 2064 0 0,'0'0'1075'0'0,"0"-4"-108"0"0,0-10-62 0 0,0 10-79 0 0,0 4-93 0 0,0 0-39 0 0,0 0-62 0 0,0 0-103 0 0,0 0-11 0 0,0 0-28 0 0,0 0-53 0 0,0 0 5 0 0,0 0 56 0 0,0 0 3 0 0,0 0-22 0 0,0 0-115 0 0,0 0-34 0 0,0 0 48 0 0,0 0-63 0 0,0 0 21 0 0,0 0-1 0 0,0 0 0 0 0,0 0-25 0 0,0 0-30 0 0,0 0-29 0 0,0 0-28 0 0,0 0-9 0 0,0 0 20 0 0,0 0-22 0 0,0 0-20 0 0,0 0-6 0 0,0 0 27 0 0,0 0-9 0 0,0 0-20 0 0,0 0-10 0 0,0 0 30 0 0,-4 2-4 0 0,-16 6-118 0 0,16 37 564 0 0,4-44-590 0 0,0 387-903 0 0,0-386 762 0 0,0 32-416 0 0,2-11 1777 0 0,35-38 227 0 0,-1 4-1094 0 0,-35 10-354 0 0,-1 1 10 0 0,13 0 40 0 0,148 0 468 0 0,-111 10-619 0 0,-47-9 79 0 0,4-1-41 0 0,-5 0-29 0 0,8 0 101 0 0,19 24-27 0 0,5-15-889 0 0,-32-9 699 0 0,-2 0-40 0 0,0 0-173 0 0,7-3-532 0 0,-6-3-5988 0 0,-10-6-1218 0 0,8 9 6536 0 0</inkml:trace>
  <inkml:trace contextRef="#ctx0" brushRef="#br0" timeOffset="1284.149">394 55 1160 0 0,'0'0'834'0'0,"0"0"-88"0"0,0 0-142 0 0,0 0-92 0 0,0 0-64 0 0,0 0-23 0 0,0 0 28 0 0,0 0-2 0 0,0 0-20 0 0,0 0-62 0 0,0 0 8 0 0,0 0 20 0 0,0 0-22 0 0,0 0-17 0 0,0 0-11 0 0,0 0-35 0 0,0 0-56 0 0,0 0 11 0 0,0 0-11 0 0,0 0-20 0 0,0 0-16 0 0,0 0 2 0 0,0 0 6 0 0,0 0-12 0 0,0 0 61 0 0,0 0-59 0 0,0 0 39 0 0,0 0 21 0 0,0 0-82 0 0,0 0 1 0 0,0 0 42 0 0,0 0-88 0 0,0 0 26 0 0,0 0-1 0 0,7 21 431 0 0,-4 237 1184 0 0,-3-168-1704 0 0,0-88-142 0 0,0-2 2 0 0,0 2-3 0 0,0 6 68 0 0,0-7 24 0 0,-8 59-323 0 0,1-104-6734 0 0,11 21 2708 0 0,-4 14 2807 0 0</inkml:trace>
  <inkml:trace contextRef="#ctx0" brushRef="#br0" timeOffset="1969.889">418 10 1088 0 0,'1'-9'4801'0'0,"-5"29"-2101"0"0,3 31-1657 0 0,2-7-4727 0 0,-1-42 2658 0 0,0 0-2 0 0,0 7-222 0 0</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4:18.506"/>
    </inkml:context>
    <inkml:brush xml:id="br0">
      <inkml:brushProperty name="width" value="0.05" units="cm"/>
      <inkml:brushProperty name="height" value="0.05" units="cm"/>
    </inkml:brush>
  </inkml:definitions>
  <inkml:trace contextRef="#ctx0" brushRef="#br0">28 30 1976 0 0,'0'0'1053'0'0,"0"0"-60"0"0,0 0-129 0 0,0 0-35 0 0,0 0-48 0 0,0 0-12 0 0,0 0-43 0 0,0 0-20 0 0,0 0-20 0 0,0 0-30 0 0,0 0-15 0 0,0 0-35 0 0,0 0-119 0 0,0 0-20 0 0,0 0 140 0 0,0 0-13 0 0,0 0-52 0 0,0 0 2 0 0,0 0-35 0 0,0 0-50 0 0,0 0 17 0 0,0 0-33 0 0,0 0-26 0 0,0 0-21 0 0,0 0-43 0 0,0 0-58 0 0,0 0 6 0 0,0 0-17 0 0,0 0-62 0 0,0 0-36 0 0,0 0-22 0 0,0 0 8 0 0,0 0 22 0 0,0 0-7 0 0,0 0 37 0 0,0 0-44 0 0,0 0 14 0 0,0 0 24 0 0,0 0-20 0 0,0 0-16 0 0,0 0-9 0 0,0 0-6 0 0,0 0-14 0 0,0 0 8 0 0,0 0-10 0 0,0 0-17 0 0,0-4-1 0 0,0 3-113 0 0,0 0 0 0 0,1-1 0 0 0,-1 1 1 0 0,0 0-1 0 0,1 0 0 0 0,0-1 0 0 0,-1 1 1 0 0,1 0-1 0 0,0 0 0 0 0,0 0 0 0 0,0 0 0 0 0,-1 0 1 0 0,1 0-1 0 0,0 0 0 0 0,0 0 0 0 0,0 0 1 0 0,1 0-1 0 0,-1 1 0 0 0,0-1 0 0 0,0 0 1 0 0,0 1-1 0 0,1-1 0 0 0,-1 1 0 0 0,0-1 1 0 0,0 1-1 0 0,1 0 0 0 0,-1-1 0 0 0,1 1 1 0 0,-1 0-1 0 0,0 0 0 0 0,1 0 0 0 0,-1 0 0 0 0,0 0 1 0 0,1 0-1 0 0,-1 1 0 0 0,0-1 0 0 0,1 0 1 0 0,-1 1-1 0 0,0-1 0 0 0,1 1-20 0 0,144-1 628 0 0,-144 0-606 0 0,20 0-75 0 0,-15 0 75 0 0,68 0-3204 0 0,-72 3 2541 0 0,1 14-2049 0 0,-45 0-10826 0 0,33-13 11988 0 0</inkml:trace>
  <inkml:trace contextRef="#ctx0" brushRef="#br0" timeOffset="2915.697">1 60 1472 0 0,'7'-1'4451'0'0,"5"-7"986"0"0,-12 13-3361 0 0,15 32-2074 0 0,-22 4 528 0 0,7-40-463 0 0,0-1 55 0 0,0 35 96 0 0,0 8-70 0 0,0-41-170 0 0,0-2 30 0 0,-13 27-118 0 0,5-6 276 0 0,9-15 226 0 0,5-6 1013 0 0,-6 0-1427 0 0,28-12 1542 0 0,15 3-672 0 0,-41 9-823 0 0,-2 0-8 0 0,0 0 1 0 0,43 0 206 0 0,14 0-326 0 0,-55 0 130 0 0,32 0 103 0 0,4 0-162 0 0,-36 0 12 0 0,29 0-568 0 0,-11 9-361 0 0,10-6 577 0 0,-21 5 386 0 0,-7 8 112 0 0,-3-13-126 0 0,-10 56-235 0 0,12 23 17 0 0,-10-78 271 0 0,-9 23-116 0 0,11-28 247 0 0,-65-11 1428 0 0,34 12-1664 0 0,36 0 29 0 0,-9 0-182 0 0,-6 0 192 0 0,15 0 20 0 0,2 0 53 0 0,0 0-44 0 0,-12 0-112 0 0,-5 0 161 0 0,15 0-81 0 0,2 0 3 0 0,0 0 1 0 0,0 0 12 0 0,0 0-2 0 0,-31 0 79 0 0,-8 0 109 0 0,38 0-193 0 0,1 0-25 0 0,0 0 37 0 0,0 0 16 0 0,0 0-11 0 0,-3 1-41 0 0,-27 2-206 0 0,27 1-452 0 0,-3-3-4982 0 0,0 3-2749 0 0,6-3 7006 0 0</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4:24.307"/>
    </inkml:context>
    <inkml:brush xml:id="br0">
      <inkml:brushProperty name="width" value="0.05" units="cm"/>
      <inkml:brushProperty name="height" value="0.05" units="cm"/>
    </inkml:brush>
  </inkml:definitions>
  <inkml:trace contextRef="#ctx0" brushRef="#br0">0 50 1700 0 0,'0'0'1296'0'0,"0"0"-136"0"0,0 0-102 0 0,0 0 26 0 0,0 0-161 0 0,0 0-7 0 0,0 0-94 0 0,0 0-92 0 0,0 0-67 0 0,0 0-28 0 0,0 0-11 0 0,0 0-63 0 0,0 0-44 0 0,0 0 22 0 0,0 0-7 0 0,0 0-30 0 0,0 0 27 0 0,0 0 8 0 0,0 0-48 0 0,0 0-101 0 0,0 0 31 0 0,0 0 1 0 0,0 0-34 0 0,0 0 8 0 0,0 0-9 0 0,0 0-49 0 0,0 0-48 0 0,0 0 7 0 0,0 0-82 0 0,0 0-1 0 0,2 6-19 0 0,26 48 696 0 0,35 24 34 0 0,5 23-906 0 0,-61-89-1579 0 0,-14-10-7768 0 0,6-14 2541 0 0,4 8 5167 0 0</inkml:trace>
  <inkml:trace contextRef="#ctx0" brushRef="#br0" timeOffset="1384.687">395 1 1532 0 0,'7'2'6328'0'0,"-22"39"-853"0"0,-32 12-3803 0 0,-33 21-967 0 0,40-31-379 0 0,10-18-451 0 0,9 14-127 0 0,-2-8 114 0 0,23-34 1636 0 0,9 11-661 0 0,12 53 79 0 0,-8 18-1114 0 0,-12-78 148 0 0,-1 24 326 0 0,0 89-72 0 0,0-112-236 0 0,0 56-254 0 0,0-56 232 0 0,0-2-4 0 0,0 0-90 0 0,0 0 4 0 0,-1 12-704 0 0,1 0-547 0 0,-3-18-6299 0 0,3-9 2047 0 0,0 11 4107 0 0</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4:29.265"/>
    </inkml:context>
    <inkml:brush xml:id="br0">
      <inkml:brushProperty name="width" value="0.05" units="cm"/>
      <inkml:brushProperty name="height" value="0.05" units="cm"/>
    </inkml:brush>
  </inkml:definitions>
  <inkml:trace contextRef="#ctx0" brushRef="#br0">101 23 1356 0 0,'0'0'1038'0'0,"0"0"-78"0"0,0 0-99 0 0,0 0-74 0 0,0-4-30 0 0,0-11-62 0 0,0 12-81 0 0,0 3-18 0 0,0 0-43 0 0,0 0-1 0 0,0 0-27 0 0,0 0-16 0 0,0 0-58 0 0,0 0-20 0 0,0 0 16 0 0,0 0-11 0 0,0 0-99 0 0,0 0-20 0 0,0 0 39 0 0,0 0 47 0 0,0 0-80 0 0,0 0-6 0 0,0 0 25 0 0,0 0-22 0 0,4 0-23 0 0,2-1-167 0 0,-6 2-75 0 0,-1-1-1 0 0,1 0 0 0 0,0 1 1 0 0,-1-1-1 0 0,1 0 0 0 0,0 1 1 0 0,-1-1-1 0 0,1 1 0 0 0,0-1 1 0 0,-1 0-1 0 0,1 1 0 0 0,0-1 1 0 0,0 1-1 0 0,0-1 0 0 0,0 1 1 0 0,-1-1-1 0 0,1 1 0 0 0,0-1 1 0 0,0 1-1 0 0,0-1 0 0 0,0 1 1 0 0,0-1-1 0 0,0 1 0 0 0,0-1 0 0 0,0 1 1 0 0,0-1-1 0 0,1 1 0 0 0,-1-1 1 0 0,0 1-1 0 0,0-1 0 0 0,0 0 1 0 0,0 1-1 0 0,1-1 0 0 0,-1 1 1 0 0,0-1-1 0 0,0 1 0 0 0,1-1 1 0 0,-1 0-1 0 0,0 1 0 0 0,1-1 1 0 0,-1 0-1 0 0,1 1 0 0 0,-1-1 1 0 0,0 0-1 0 0,1 1 0 0 0,-1-1 1 0 0,1 0-1 0 0,-1 0 0 0 0,1 0 0 0 0,-1 1 1 0 0,0-1-1 0 0,1 0 0 0 0,-1 0 1 0 0,1 0-1 0 0,-1 0 0 0 0,1 0 1 0 0,-1 0-1 0 0,1 0 0 0 0,-1 0 1 0 0,1 0-1 0 0,-1 0 0 0 0,1 0-54 0 0,-22 50 748 0 0,-31 65-278 0 0,25-63-330 0 0,8-23 240 0 0,19-29-374 0 0,9 2 165 0 0,58-11 1195 0 0,-66 9-1305 0 0,33-2 192 0 0,126-9 237 0 0,-158 11-498 0 0,9 0-7 0 0,37 0-316 0 0,-43 3 300 0 0,35 14-222 0 0,-38-17 205 0 0,36 0-515 0 0,-17 5 390 0 0,-27 44 367 0 0,-29 68-34 0 0,15-35-117 0 0,-5-10-120 0 0,25-72 105 0 0,0 0-31 0 0,0 0 3 0 0,0 0-15 0 0,0 0 4 0 0,0 0 61 0 0,-15 31-76 0 0,-28-62 207 0 0,17 1-565 0 0,-3-3-1212 0 0,2 17-2534 0 0,20 12 1947 0 0,2 0-205 0 0,-2 3-5138 0 0,-3 1 6104 0 0</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4:31.639"/>
    </inkml:context>
    <inkml:brush xml:id="br0">
      <inkml:brushProperty name="width" value="0.05" units="cm"/>
      <inkml:brushProperty name="height" value="0.05" units="cm"/>
    </inkml:brush>
  </inkml:definitions>
  <inkml:trace contextRef="#ctx0" brushRef="#br0">18 25 1076 0 0,'0'0'1087'0'0,"-3"0"-92"0"0,-6 1 1597 0 0,14 4 8542 0 0,3 3-6489 0 0,2 3-7058 0 0,59 71 3350 0 0,11 16-349 0 0,-4 7-306 0 0,-39-57-251 0 0,-22-25-8 0 0,37 50-228 0 0,-52-73-2 0 0,0 0-278 0 0,-5 2-1849 0 0,-19-60-11903 0 0,22 50 12824 0 0,0 0 193 0 0</inkml:trace>
  <inkml:trace contextRef="#ctx0" brushRef="#br0" timeOffset="1256.307">358 0 1700 0 0,'-1'1'1963'0'0,"-3"7"8387"0"0,-50 55-9379 0 0,-40 78-416 0 0,52-80-55 0 0,-33 40-567 0 0,61-81-200 0 0,13-19 217 0 0,1-1 101 0 0,0 0-21 0 0,0 0-4 0 0,-2 23-276 0 0,-22 8 157 0 0,3-1-41 0 0,8-13 248 0 0,11-15-158 0 0,-1-7-2907 0 0,-3-5-6847 0 0,5 8 8508 0 0</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4:35.828"/>
    </inkml:context>
    <inkml:brush xml:id="br0">
      <inkml:brushProperty name="width" value="0.05" units="cm"/>
      <inkml:brushProperty name="height" value="0.05" units="cm"/>
    </inkml:brush>
  </inkml:definitions>
  <inkml:trace contextRef="#ctx0" brushRef="#br0">278 22 948 0 0,'0'0'1280'0'0,"0"0"-120"0"0,0 0-100 0 0,0 0-19 0 0,0 0-97 0 0,0 0-172 0 0,0 0-46 0 0,0 0-28 0 0,0 0-45 0 0,0 0-111 0 0,0-4-37 0 0,0-10-74 0 0,0 10-13 0 0,0 4 1 0 0,0 0 5 0 0,0 0-75 0 0,3 0 13 0 0,7 0-221 0 0,-2 0 4904 0 0,-8 16-4783 0 0,-32 25 610 0 0,-85 86-151 0 0,30-48-1170 0 0,57-65-169 0 0,26-11 576 0 0,-25 28 921 0 0,92 1 1945 0 0,32 34-2391 0 0,-15 21-364 0 0,-69-66-126 0 0,-11-19 73 0 0,3 11-141 0 0,12 5-19 0 0,-14-18 66 0 0,-1 0 8 0 0,0 0-23 0 0,0 0-3 0 0,0 0 21 0 0,0 0 6 0 0,0 0-73 0 0,-5-5-4282 0 0,-11-35-9406 0 0,15 37 12348 0 0</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4:37.273"/>
    </inkml:context>
    <inkml:brush xml:id="br0">
      <inkml:brushProperty name="width" value="0.05" units="cm"/>
      <inkml:brushProperty name="height" value="0.05" units="cm"/>
    </inkml:brush>
  </inkml:definitions>
  <inkml:trace contextRef="#ctx0" brushRef="#br0">20 46 924 0 0,'0'0'1010'0'0,"0"0"-282"0"0,0 0-116 0 0,0 0 10 0 0,0 0-49 0 0,0 0-10 0 0,0 0-101 0 0,0 0-31 0 0,0 0-29 0 0,0 0-28 0 0,0 0-111 0 0,0 0 4 0 0,0-4-61 0 0,0-10 74 0 0,0 10 12 0 0,0 4-73 0 0,0 0-38 0 0,0 0 53 0 0,0 0 35 0 0,0 0-61 0 0,0 0-28 0 0,0 0 40 0 0,0 0 20 0 0,0 0 28 0 0,0 0-56 0 0,0 0-9 0 0,0 0-9 0 0,0 0-24 0 0,0 0-8 0 0,0 0 59 0 0,0 0-39 0 0,0 0-18 0 0,0 0-51 0 0,0 0 1 0 0,0 0 34 0 0,0 0-65 0 0,0 0 29 0 0,0 0 47 0 0,0 0-41 0 0,0-4-37 0 0,0-10-9 0 0,0 10 10 0 0,0 4-5 0 0,0 0-50 0 0,0 0 12 0 0,0 0 12 0 0,0 0-17 0 0,0 0 11 0 0,0 0 45 0 0,0 0-12 0 0,0 0 22 0 0,0 0-29 0 0,0 0-23 0 0,0 0-47 0 0,0 0 33 0 0,0 0-4 0 0,0 0-16 0 0,0 0 1 0 0,0 0 65 0 0,0 0 5 0 0,0 0 17 0 0,0 0-36 0 0,0 0-28 0 0,0 0-9 0 0,0 0 39 0 0,0 0 47 0 0,0 0-57 0 0,3 0 9 0 0,-2-1-61 0 0,-1 1 0 0 0,1 0 1 0 0,-1 0-1 0 0,1 0 0 0 0,-1 0 0 0 0,1 0 1 0 0,-1 0-1 0 0,1 0 0 0 0,-1 0 0 0 0,1 0 0 0 0,-1 0 1 0 0,1 0-1 0 0,-1 0 0 0 0,1 0 0 0 0,-1 0 1 0 0,1 0-1 0 0,-1 1 0 0 0,1-1 0 0 0,-1 0 0 0 0,1 0 1 0 0,-1 1-1 0 0,1-1 0 0 0,-1 0 0 0 0,0 1 1 0 0,1-1-1 0 0,-1 0 0 0 0,0 1 0 0 0,1-1 1 0 0,-1 0-1 0 0,0 1 0 0 0,1-1 0 0 0,-1 1 0 0 0,0-1 1 0 0,0 1-1 0 0,1-1 0 0 0,-1 1 0 0 0,0-1 1 0 0,0 0-1 0 0,0 1 0 0 0,0-1 0 0 0,0 1 0 0 0,0-1 1 0 0,0 1-1 0 0,0 0 0 0 0,0-1 0 0 0,0 1 1 0 0,0-1-1 0 0,0 1 0 0 0,0-1 0 0 0,0 1 1 0 0,0-1-1 0 0,0 0 0 0 0,-1 1 0 0 0,1-1 0 0 0,0 1 1 0 0,0-1-7 0 0,1 18 163 0 0,-1-17-154 0 0,0 26 103 0 0,0 188 489 0 0,-9-166-850 0 0,-11-16 211 0 0,19-32 64 0 0,1-1-38 0 0,0 44-62 0 0,0-42 110 0 0,0 46 12 0 0,0-8-36 0 0,0-38-17 0 0,0 32-299 0 0,-6-4-1257 0 0,3-49-7908 0 0,5 15 8029 0 0</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4:41.122"/>
    </inkml:context>
    <inkml:brush xml:id="br0">
      <inkml:brushProperty name="width" value="0.05" units="cm"/>
      <inkml:brushProperty name="height" value="0.05" units="cm"/>
    </inkml:brush>
  </inkml:definitions>
  <inkml:trace contextRef="#ctx0" brushRef="#br0">0 18 836 0 0,'0'0'1495'0'0,"0"0"-182"0"0,0 0-183 0 0,0 0-107 0 0,0 0-9 0 0,0 0-2 0 0,0 0-162 0 0,0 0-27 0 0,0 0-51 0 0,0 0-56 0 0,0 0-36 0 0,0 0-36 0 0,0 0-53 0 0,0 0 12 0 0,0 0 1 0 0,0 0-83 0 0,0 0-17 0 0,0 0-48 0 0,0 0 6 0 0,0 0-15 0 0,0 0-91 0 0,0 0-24 0 0,0 0 14 0 0,0 0-26 0 0,0 0-13 0 0,0 0-28 0 0,0 0 0 0 0,0 0-41 0 0,0 0 20 0 0,0 0-27 0 0,0 0 5 0 0,0 0-12 0 0,0 0 7 0 0,0 0 14 0 0,0 0-37 0 0,0 0 0 0 0,1-3-12 0 0,0 2-164 0 0,-1 0 0 0 0,1 0 0 0 0,0 0 0 0 0,0 0 0 0 0,0 0 0 0 0,-1 0 0 0 0,1 1 0 0 0,0-1 0 0 0,0 0 1 0 0,0 0-1 0 0,1 1 0 0 0,-1-1 0 0 0,0 0 0 0 0,0 1 0 0 0,0-1 0 0 0,0 1 0 0 0,1-1 0 0 0,-1 1 0 0 0,0 0 0 0 0,0 0 0 0 0,1-1 0 0 0,-1 1 0 0 0,0 0 0 0 0,0 0 0 0 0,1 0 1 0 0,-1 0-1 0 0,0 1 0 0 0,0-1 0 0 0,1 0 0 0 0,-1 0 0 0 0,0 1 0 0 0,0-1 0 0 0,0 1 0 0 0,2 0-32 0 0,-2-1 118 0 0,23 0 201 0 0,103 0 159 0 0,8 0-1264 0 0,-133 0 720 0 0,19 2-328 0 0,-2 7 173 0 0,-17-9 202 0 0,-2 0 15 0 0,23 2-193 0 0,-17 4 146 0 0,1 20 530 0 0,-37 19-368 0 0,-43 83-727 0 0,22-72-1341 0 0,33-46 1599 0 0,21-7 352 0 0,31-24 548 0 0,27 3-170 0 0,14 15-237 0 0,-74 3-247 0 0,10 0 59 0 0,48 0 157 0 0,-57 0-74 0 0,-2 0 4 0 0,0 0-24 0 0,0 0-12 0 0,0 0 32 0 0,0 0-26 0 0,0 0-15 0 0,0 0 2 0 0,0 0 11 0 0,0 0-52 0 0,22 3 84 0 0,-8 28-13 0 0,-21 16-37 0 0,6-45 62 0 0,0 25 70 0 0,-24 62-99 0 0,-3 35-79 0 0,18-93 161 0 0,-7-6-141 0 0,4-18 188 0 0,-193-78-5292 0 0,175 59 3212 0 0,-53-10-8348 0 0,80 22 8961 0 0</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4:44.712"/>
    </inkml:context>
    <inkml:brush xml:id="br0">
      <inkml:brushProperty name="width" value="0.05" units="cm"/>
      <inkml:brushProperty name="height" value="0.05" units="cm"/>
    </inkml:brush>
  </inkml:definitions>
  <inkml:trace contextRef="#ctx0" brushRef="#br0">34 85 1120 0 0,'0'0'716'0'0,"0"0"-101"0"0,0 0-14 0 0,0 0 70 0 0,0 0 30 0 0,0 0-58 0 0,0 0-69 0 0,0 0-8 0 0,0 0 71 0 0,0 0-30 0 0,0 0-37 0 0,0 0-50 0 0,0 0 36 0 0,0 0-35 0 0,0 0-25 0 0,0 0 13 0 0,0 0 81 0 0,0 0-55 0 0,0 0-61 0 0,0 0-161 0 0,0 0-44 0 0,0 0 14 0 0,0 0 13 0 0,0 0-52 0 0,0 0-70 0 0,0 0-26 0 0,0 0-46 0 0,0 0 24 0 0,0 0 43 0 0,0 0-29 0 0,0 0-43 0 0,0 0 27 0 0,0 0 28 0 0,0 0 14 0 0,0 0-72 0 0,0 0 35 0 0,0 0-19 0 0,0 0 31 0 0,0 0-44 0 0,0 0 81 0 0,0 0 11 0 0,0 0-19 0 0,0 0-6 0 0,0 0 49 0 0,0 0 32 0 0,0 0 22 0 0,0 0-43 0 0,0 0-134 0 0,0 0-3 0 0,0 0 136 0 0,10 0 362 0 0,133 146 1349 0 0,-81-78-1294 0 0,-9 6-483 0 0,-2-23-280 0 0,-29-36-5838 0 0,-42-29-886 0 0,5 7 1965 0 0,11 6 3345 0 0</inkml:trace>
  <inkml:trace contextRef="#ctx0" brushRef="#br0" timeOffset="1220.428">349 5 1088 0 0,'0'0'3540'0'0,"3"-3"-781"0"0,-2 1 3839 0 0,-12 33-6287 0 0,3-5 380 0 0,-52 54 185 0 0,-5 0-742 0 0,-15 1-205 0 0,31-21 175 0 0,14-9 67 0 0,35-51-138 0 0,0 0-30 0 0,0 0-35 0 0,0 0 46 0 0,0 0 60 0 0,0 0-4 0 0,0 0-144 0 0,0 0 12 0 0,0 0-10 0 0,-3 14-13 0 0,-12 3 31 0 0,-6 6-2904 0 0,18-22 2064 0 0,0 1-8244 0 0,5-2 7880 0 0</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4:48.281"/>
    </inkml:context>
    <inkml:brush xml:id="br0">
      <inkml:brushProperty name="width" value="0.05" units="cm"/>
      <inkml:brushProperty name="height" value="0.05" units="cm"/>
    </inkml:brush>
  </inkml:definitions>
  <inkml:trace contextRef="#ctx0" brushRef="#br0">62 41 944 0 0,'0'0'1258'0'0,"0"0"-84"0"0,0 0-34 0 0,0 0-118 0 0,0 0-69 0 0,0 0-72 0 0,0 0-65 0 0,0 0-62 0 0,0 0 5 0 0,0 0-108 0 0,0 0-9 0 0,0 0-10 0 0,0 0-21 0 0,0 0-31 0 0,0 0-31 0 0,0 0 54 0 0,0 0-49 0 0,0 0-26 0 0,0 0-22 0 0,0 0-94 0 0,0 0-8 0 0,0 0-7 0 0,0 0-28 0 0,0 0-15 0 0,0 0-41 0 0,0 0 17 0 0,0 0-23 0 0,0 0-33 0 0,0 0 41 0 0,0 0-28 0 0,0 0-30 0 0,0 0 11 0 0,0 0-26 0 0,0 0-33 0 0,0 0 2 0 0,0 0-27 0 0,0 0-1 0 0,0 0 29 0 0,4-6 11 0 0,12-19-36 0 0,25 16 649 0 0,-39 9-709 0 0,30 0 185 0 0,297 0 34 0 0,-328 0-402 0 0,-1 0 11 0 0,0 0-33 0 0,0 0-33 0 0,9 2-980 0 0,-6 11-324 0 0,-17 5-6949 0 0,-18-8-1162 0 0,26-9 7976 0 0</inkml:trace>
  <inkml:trace contextRef="#ctx0" brushRef="#br0" timeOffset="1899.907">261 48 1132 0 0,'0'-6'4800'0'0,"2"2"302"0"0,14 32-1572 0 0,-8 24-3013 0 0,-7-50-440 0 0,-1 49 184 0 0,-13 4-81 0 0,3 7 23 0 0,10-60-146 0 0,0-2 25 0 0,0 0-1 0 0,0 0-50 0 0,0 0 68 0 0,0 0-8 0 0,-7 30 70 0 0,9-29 273 0 0,-27-20 160 0 0,-11 3-938 0 0,-28-9 648 0 0,63 25-232 0 0,1 0-7 0 0,0 0-6 0 0,-36 3 482 0 0,-6 23-356 0 0,38-24-190 0 0,0 0 0 0 0,1 1 0 0 0,-1-1 0 0 0,1 1 0 0 0,-1 0 0 0 0,1 0 0 0 0,0 0 1 0 0,0 0-1 0 0,0 1 0 0 0,1-1 0 0 0,-1 1 0 0 0,1 0 0 0 0,0 0 0 0 0,0 0 0 0 0,0 0 0 0 0,0 0 1 0 0,1 0-1 0 0,0 0 0 0 0,0 0 0 0 0,0 1 0 0 0,0-1 0 0 0,1 0 0 0 0,-1 1 0 0 0,1 0 5 0 0,0-3-124 0 0,0 11 91 0 0,0 53-249 0 0,0-65 290 0 0,0 24 131 0 0,0-20-119 0 0,0-1-1 0 0,0 1 0 0 0,0-1 0 0 0,1 1 1 0 0,0-1-1 0 0,0 0 0 0 0,0 1 0 0 0,0-1 1 0 0,1 0-1 0 0,-1 0 0 0 0,1 0 0 0 0,0 0 1 0 0,1 0-1 0 0,-1 0 0 0 0,1 0 0 0 0,-1-1 1 0 0,1 1-1 0 0,0-1 0 0 0,0 0 0 0 0,1 0 1 0 0,-1 0-1 0 0,1 0 0 0 0,-1 0 0 0 0,2-1-19 0 0,44 23 590 0 0,-49-25-561 0 0,0 0 52 0 0,0 0 13 0 0,40 0 128 0 0,-38 0-208 0 0,31 3 242 0 0,-2 13-162 0 0,-30-16-134 0 0,-1 0 60 0 0,0 0 20 0 0,41 0-90 0 0,5-27 155 0 0,1-3-352 0 0,-36 19-1824 0 0,-9 12-6519 0 0,-12 4 2363 0 0,7-3 4769 0 0</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4:53.907"/>
    </inkml:context>
    <inkml:brush xml:id="br0">
      <inkml:brushProperty name="width" value="0.05" units="cm"/>
      <inkml:brushProperty name="height" value="0.05" units="cm"/>
    </inkml:brush>
  </inkml:definitions>
  <inkml:trace contextRef="#ctx0" brushRef="#br0">14 1 2392 0 0,'0'0'1412'0'0,"0"0"-187"0"0,0 0-128 0 0,0 0-34 0 0,-4 0-133 0 0,-1 0-3265 0 0,1 0 3662 0 0,3 5 11911 0 0,8 0-11777 0 0,31-5 377 0 0,-37 0-1704 0 0,-1 0 20 0 0,34 0 830 0 0,45 0-200 0 0,-78 0-762 0 0,40 0-16 0 0,-17 0 20 0 0,57 0 3 0 0,-79 0 9 0 0,30 0-69 0 0,16 0-136 0 0,-46 0 239 0 0,-2 0-21 0 0,0 0-34 0 0,21 0-144 0 0,-5-1-175 0 0,7-1-528 0 0,-28 6-8514 0 0,-12 14-2543 0 0,15-13 10274 0 0</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4:56.589"/>
    </inkml:context>
    <inkml:brush xml:id="br0">
      <inkml:brushProperty name="width" value="0.05" units="cm"/>
      <inkml:brushProperty name="height" value="0.05" units="cm"/>
    </inkml:brush>
  </inkml:definitions>
  <inkml:trace contextRef="#ctx0" brushRef="#br0">38 0 1120 0 0,'0'0'1509'0'0,"0"0"-180"0"0,-4 0-106 0 0,3 0-2676 0 0,-8 0 4035 0 0,-14 6 15108 0 0,32 18-17502 0 0,26-21 555 0 0,256-2 344 0 0,-289-1-1093 0 0,43 0-341 0 0,5 5-624 0 0,-62 54 765 0 0,12-58 189 0 0,0 2 35 0 0,-19 123 13 0 0,8-4-314 0 0,2-29-2811 0 0,5-80 1740 0 0,4-12 901 0 0,-1-1 0 0 0,1 1 0 0 0,0 0 1 0 0,-1 0-1 0 0,1 0 0 0 0,-1-1 0 0 0,1 1 0 0 0,-1 0 0 0 0,1-1 0 0 0,-1 1 0 0 0,1 0 0 0 0,-1-1 0 0 0,0 1 0 0 0,1 0 1 0 0,-1-1-1 0 0,0 1 0 0 0,0-1 0 0 0,1 0 0 0 0,-1 1 0 0 0,0-1 0 0 0,0 0 0 0 0,0 1 0 0 0,1-1 0 0 0,-1 0 1 0 0,0 0-1 0 0,0 0 0 0 0,0 1 0 0 0,0-1 0 0 0,0 0 0 0 0,0 0 0 0 0,1 0 0 0 0,-1-1 0 0 0,0 1 0 0 0,0 0 0 0 0,0 0 1 0 0,0 0-1 0 0,0-1 453 0 0,-3-1-1524 0 0</inkml:trace>
  <inkml:trace contextRef="#ctx0" brushRef="#br0" timeOffset="827.252">61 323 1580 0 0,'-12'10'10476'0'0,"12"-9"-10088"0"0,0-1-9 0 0,-3 0 3006 0 0,54-21-43 0 0,85 21-1572 0 0,-84 0-1579 0 0,-50 0-159 0 0,30 0-1213 0 0,-31 0 1231 0 0,11 0-1358 0 0,-14 3-3671 0 0,-7 6-6186 0 0,7-8 9561 0 0</inkml:trace>
  <inkml:trace contextRef="#ctx0" brushRef="#br0" timeOffset="1772.078">45 542 1932 0 0,'-7'0'8078'0'0,"16"4"-38"0"0,-1-4-5759 0 0,172 0 332 0 0,-115 0-2651 0 0,-63 0 19 0 0,9 0-167 0 0,28 0-230 0 0,-38 0 384 0 0,-1 0 3 0 0,0 0-52 0 0,0 0-11 0 0,0 0-2 0 0,12-2-1180 0 0,-8-13-2360 0 0,-22 0-8551 0 0,16 14 10699 0 0,0-3 44 0 0</inkml:trace>
  <inkml:trace contextRef="#ctx0" brushRef="#br0" timeOffset="2332.44">357 378 1316 0 0,'3'-1'4866'0'0,"-2"1"-4451"0"0,1 41 2837 0 0,-8 11-3158 0 0,-5-26-1766 0 0,3-19-3518 0 0,6-5 3833 0 0</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5:00.415"/>
    </inkml:context>
    <inkml:brush xml:id="br0">
      <inkml:brushProperty name="width" value="0.05" units="cm"/>
      <inkml:brushProperty name="height" value="0.05" units="cm"/>
    </inkml:brush>
  </inkml:definitions>
  <inkml:trace contextRef="#ctx0" brushRef="#br0">42 1 1868 0 0,'0'0'965'0'0,"0"0"-76"0"0,-3 0-97 0 0,-35 0 14064 0 0,40 6-14650 0 0,8 21 5 0 0,29-17 1050 0 0,-37-10-1066 0 0,21 0 301 0 0,356 0 1105 0 0,-377 0-1588 0 0,31 1-1987 0 0,-23 2 1451 0 0,-22-5-4645 0 0,-23-4-3978 0 0,3 5 4748 0 0,16 1 3242 0 0</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5:08.416"/>
    </inkml:context>
    <inkml:brush xml:id="br0">
      <inkml:brushProperty name="width" value="0.05" units="cm"/>
      <inkml:brushProperty name="height" value="0.05" units="cm"/>
    </inkml:brush>
  </inkml:definitions>
  <inkml:trace contextRef="#ctx0" brushRef="#br0">325 0 2016 0 0,'0'0'987'0'0,"0"0"-98"0"0,0 0-75 0 0,0 0-61 0 0,0 0-101 0 0,0 0-36 0 0,0 0-8 0 0,0 0-100 0 0,0 0 4 0 0,0 0-24 0 0,0 0 17 0 0,0 0 1 0 0,0 0-68 0 0,0 0 7 0 0,0 0-20 0 0,0 0-57 0 0,0 0-22 0 0,0 0 42 0 0,0 0-22 0 0,0 0 23 0 0,0 0-39 0 0,0 0 17 0 0,0 0-4 0 0,-7 25 1197 0 0,-69 72 1194 0 0,-31 5-2283 0 0,67-71-529 0 0,8-14-71 0 0,19-11-160 0 0,-10-2 251 0 0,38 32 530 0 0,-13 7-384 0 0,-2-41-107 0 0,0-2-22 0 0,0 38 70 0 0,0 11-76 0 0,0-39 90 0 0,0 71-12 0 0,0-80-110 0 0,0 43-128 0 0,0-42 219 0 0,0 32-6 0 0,1-33-30 0 0,-1 1 0 0 0,0-1 0 0 0,0 1 0 0 0,1 0 0 0 0,-1-1 0 0 0,-1 1 0 0 0,1-1 0 0 0,0 1 0 0 0,0-1 0 0 0,0 1 0 0 0,-1-1 0 0 0,1 1 0 0 0,-1-1 0 0 0,1 0 0 0 0,-1 1 0 0 0,0-1 1 0 0,1 1-1 0 0,-1-1 0 0 0,0 0 0 0 0,0 0 0 0 0,0 1 0 0 0,0-1 0 0 0,0 0 0 0 0,0 0 0 0 0,0 0 0 0 0,0 0 0 0 0,-1 0 0 0 0,0 0 4 0 0,-1 9-1119 0 0,0-15-1454 0 0,-15-25-9852 0 0,14 23 10875 0 0</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5:11.046"/>
    </inkml:context>
    <inkml:brush xml:id="br0">
      <inkml:brushProperty name="width" value="0.05" units="cm"/>
      <inkml:brushProperty name="height" value="0.05" units="cm"/>
    </inkml:brush>
  </inkml:definitions>
  <inkml:trace contextRef="#ctx0" brushRef="#br0">34 1 1272 0 0,'0'0'976'0'0,"0"0"-74"0"0,0 0-117 0 0,0 0-82 0 0,0 0-48 0 0,0 0-37 0 0,0 0-16 0 0,0 0 8 0 0,0 0 18 0 0,0 0-47 0 0,0 0-46 0 0,0 0 19 0 0,0 0-73 0 0,0 0 66 0 0,0 0-13 0 0,0 0-101 0 0,0 0-45 0 0,0 0 28 0 0,0 0-92 0 0,-5 2-33 0 0,-18 9 30 0 0,18 29 1442 0 0,5-39-1533 0 0,0 13 306 0 0,0 310 1461 0 0,0-322-2007 0 0,0 12 75 0 0,0 7-16 0 0,0-19-47 0 0,0 10-104 0 0,0 76-350 0 0,13-77-104 0 0,-18-22-12610 0 0,4 11 11814 0 0</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5:12.093"/>
    </inkml:context>
    <inkml:brush xml:id="br0">
      <inkml:brushProperty name="width" value="0.05" units="cm"/>
      <inkml:brushProperty name="height" value="0.05" units="cm"/>
    </inkml:brush>
  </inkml:definitions>
  <inkml:trace contextRef="#ctx0" brushRef="#br0">0 22 1648 0 0,'0'0'814'0'0,"0"0"-98"0"0,0 0-106 0 0,0 0 38 0 0,0 0 5 0 0,0 0-36 0 0,0 0-40 0 0,0 0-32 0 0,0-4-20 0 0,0-10-25 0 0,0 10 45 0 0,0 4-67 0 0,0 0-8 0 0,0 0 3 0 0,0 0-26 0 0,0 0-77 0 0,0 0-20 0 0,0 0-32 0 0,0 0 17 0 0,0 0-56 0 0,0 0-4 0 0,0 0-14 0 0,0 0-13 0 0,0 0 13 0 0,0 0-11 0 0,0 0 2 0 0,0 0-94 0 0,0 0-31 0 0,0 0 15 0 0,0 0 54 0 0,12 15 429 0 0,-8 201 2404 0 0,5-179-3121 0 0,-9-36 81 0 0,0 12 32 0 0,0 109 181 0 0,-6-83-6934 0 0,4-37 2636 0 0,1-3 148 0 0,1 0 2498 0 0</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5:13.654"/>
    </inkml:context>
    <inkml:brush xml:id="br0">
      <inkml:brushProperty name="width" value="0.05" units="cm"/>
      <inkml:brushProperty name="height" value="0.05" units="cm"/>
    </inkml:brush>
  </inkml:definitions>
  <inkml:trace contextRef="#ctx0" brushRef="#br0">54 40 1836 0 0,'0'0'1272'0'0,"0"0"-131"0"0,0 0-88 0 0,0 0 21 0 0,-4 0-127 0 0,-6 0-406 0 0,3 0 3651 0 0,7-4-3451 0 0,0-10-98 0 0,0 10-49 0 0,0 4-59 0 0,0 0 45 0 0,0 0-41 0 0,0 0-50 0 0,0 0 26 0 0,0 0-63 0 0,0 0-2 0 0,0 0-36 0 0,0 0-58 0 0,0 0-54 0 0,0 0-21 0 0,0 0-4 0 0,0 0-79 0 0,0 0-18 0 0,0 0 0 0 0,0 0 9 0 0,0 0 10 0 0,0 0-28 0 0,0 0 51 0 0,0 0 9 0 0,0 0-33 0 0,0 0-7 0 0,0 0 23 0 0,0 0-26 0 0,0 0 0 0 0,0 0-16 0 0,1-13 150 0 0,40 9 388 0 0,-40 3-618 0 0,23 1 208 0 0,163 0-388 0 0,-185 0 13 0 0,11 0-80 0 0,23 0-203 0 0,-34 0 323 0 0,-2 0 22 0 0,0 0-17 0 0,0 0-23 0 0,32 0-1094 0 0,-11 8 923 0 0,-25 72 339 0 0,4-78-160 0 0,0 12-341 0 0,-11 51-1125 0 0,11-63 1025 0 0,0-2 8 0 0,0 13-1935 0 0,-15 18-2500 0 0,7-26-3285 0 0,6-5 6726 0 0</inkml:trace>
  <inkml:trace contextRef="#ctx0" brushRef="#br0" timeOffset="767.719">14 242 1172 0 0,'-14'0'12922'0'0,"25"-3"-7657"0"0,1 1-5237 0 0,220-5 3144 0 0,-189 7-3297 0 0,5-12-3294 0 0,-87 10-12028 0 0,36 2 14744 0 0,-5 0-670 0 0</inkml:trace>
  <inkml:trace contextRef="#ctx0" brushRef="#br0" timeOffset="1921.311">2 268 1976 0 0,'3'4'5299'0'0,"7"11"-2546"0"0,5 53 623 0 0,-15-67-3301 0 0,0-1-33 0 0,0 0-21 0 0,0 40 308 0 0,0 25 71 0 0,0-63-373 0 0,0-2 11 0 0,0 34 1351 0 0,-4-23-1068 0 0,4-11-205 0 0,0 0 1 0 0,0 0-1 0 0,0 0 1 0 0,0 0 0 0 0,-1 0-1 0 0,1 0 1 0 0,0 0-1 0 0,0 0 1 0 0,0 0-1 0 0,-1 0 1 0 0,1 0-1 0 0,0 0 1 0 0,0 0-1 0 0,0 0 1 0 0,0 0 0 0 0,-1 0-1 0 0,1 0 1 0 0,0 0-117 0 0,0-1 80 0 0,0 1 14 0 0,28-18 1524 0 0,14 2-812 0 0,82 15 84 0 0,-113-9-852 0 0,0 8-17 0 0,94 2 23 0 0,-103 0-60 0 0,11 0-14 0 0,4 0-18 0 0,-15 0 4 0 0,-2 0 47 0 0,23-2-2101 0 0,-20 1 2205 0 0,-2-5-5671 0 0,-11 6 1161 0 0,-14 0-1985 0 0,17 0 4822 0 0</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5:22.907"/>
    </inkml:context>
    <inkml:brush xml:id="br0">
      <inkml:brushProperty name="width" value="0.05" units="cm"/>
      <inkml:brushProperty name="height" value="0.05" units="cm"/>
    </inkml:brush>
  </inkml:definitions>
  <inkml:trace contextRef="#ctx0" brushRef="#br0">43 29 1028 0 0,'0'0'858'0'0,"0"0"-58"0"0,0 0-168 0 0,0 0-136 0 0,0 0-43 0 0,0 0-54 0 0,0 0 79 0 0,0 0-41 0 0,0 0 7 0 0,0 0 3 0 0,0 0 14 0 0,0 0-29 0 0,0 0 16 0 0,0 0-32 0 0,0 0-14 0 0,0 0 82 0 0,0 0-41 0 0,0 0-9 0 0,0 0-5 0 0,0 0 76 0 0,0 0-89 0 0,0 0-43 0 0,0 0 26 0 0,0 0-26 0 0,0 0-37 0 0,0 0-6 0 0,0 0 68 0 0,0 0-70 0 0,0 0-14 0 0,0 0 110 0 0,0 0-7 0 0,0 0-42 0 0,0 0-30 0 0,0 0-6 0 0,0 0 7 0 0,0 0-119 0 0,0 0 1 0 0,0 0 28 0 0,0 0 4 0 0,0 0 1 0 0,0 0-12 0 0,0 0-7 0 0,0 0-1 0 0,0 0-82 0 0,0 0-46 0 0,0 0 50 0 0,0 0-14 0 0,0 0-28 0 0,0 0-26 0 0,0 0 44 0 0,0 0-45 0 0,0 0 0 0 0,0 0 58 0 0,0 0-50 0 0,0 0 14 0 0,0 0-22 0 0,0 0-1 0 0,0 0-9 0 0,3-5 49 0 0,-2 3-114 0 0,-1 1-1 0 0,1-1 1 0 0,0 1 0 0 0,0 0 0 0 0,0-1 0 0 0,0 1 0 0 0,0 0-1 0 0,0-1 1 0 0,1 1 0 0 0,-1 0 0 0 0,0 0 0 0 0,1 0-1 0 0,-1 0 1 0 0,0 0 0 0 0,1 0 0 0 0,-1 1 0 0 0,1-1-1 0 0,0 0 1 0 0,-1 1 0 0 0,1-1 0 0 0,-1 1 0 0 0,1 0-1 0 0,0-1 1 0 0,-1 1 0 0 0,1 0 0 0 0,0 0 0 0 0,-1 0-1 0 0,1 0 1 0 0,0 0-19 0 0,93 0 517 0 0,-89 3-513 0 0,32 17 17 0 0,-36-19-39 0 0,-2-1 37 0 0,45 0 72 0 0,5 0-2008 0 0,-49 3 1369 0 0,5 10-77 0 0,-40 17-11745 0 0,19-24 9321 0 0,9-5 1467 0 0</inkml:trace>
  <inkml:trace contextRef="#ctx0" brushRef="#br0" timeOffset="2339.91">26 57 1392 0 0,'9'-16'11691'0'0,"-10"47"-9678"0"0,1 39-1322 0 0,0 35-381 0 0,0-103-261 0 0,0 40 127 0 0,0-40-158 0 0,0-2 7 0 0,0 0-3 0 0,0 0-36 0 0,0 0-26 0 0,0 2 42 0 0,2 9-16 0 0,-5-5 1521 0 0,8-9-1356 0 0,1 0-1 0 0,-1 0 1 0 0,0 0 0 0 0,1 0 0 0 0,0 1 0 0 0,0 0 0 0 0,-1 0 0 0 0,1 1 0 0 0,0-1-1 0 0,0 1 1 0 0,1 1 0 0 0,-1-1 0 0 0,4 1-151 0 0,-8 0 46 0 0,-2 0-43 0 0,34 0 126 0 0,61 0-140 0 0,-94 0-33 0 0,43 0-560 0 0,-21 15 519 0 0,-16-8 93 0 0,-10 20-15 0 0,-2-7-25 0 0,2-3 47 0 0,-5 35-65 0 0,1-2 140 0 0,5 0-581 0 0,2-48 512 0 0,-1 30 84 0 0,-2-21 20 0 0,-12 2-370 0 0,1-18 113 0 0,-49-8 480 0 0,62 13-363 0 0,1 0-34 0 0,0 0 72 0 0,-11 0-8 0 0,-7 0 9 0 0,17 0 1 0 0,-24 0 74 0 0,-28 0 157 0 0,51 0-230 0 0,-30 0 576 0 0,9-9-449 0 0,23 9-128 0 0,-7 1-2124 0 0,-2 0-3339 0 0,-7-8-4323 0 0,14 8 8461 0 0</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6:54.905"/>
    </inkml:context>
    <inkml:brush xml:id="br0">
      <inkml:brushProperty name="width" value="0.05" units="cm"/>
      <inkml:brushProperty name="height" value="0.05" units="cm"/>
    </inkml:brush>
  </inkml:definitions>
  <inkml:trace contextRef="#ctx0" brushRef="#br0">1 45 1192 0 0,'0'0'1168'0'0,"0"0"-86"0"0,0 0-73 0 0,0 0-100 0 0,0 0-15 0 0,0 0-81 0 0,0 0-80 0 0,0 0-61 0 0,0 0-57 0 0,0 0-27 0 0,0 0-81 0 0,0 0-15 0 0,0-4-39 0 0,0-10 43 0 0,0 10-5 0 0,0 4-109 0 0,0 0-35 0 0,0 0-36 0 0,0 0-5 0 0,0 0 91 0 0,0 0-63 0 0,0 0-24 0 0,0 0-20 0 0,0 0-31 0 0,0 0-19 0 0,0 0-15 0 0,0 0-58 0 0,0 0-33 0 0,0 0-28 0 0,0 0-19 0 0,0-3-6 0 0,0-12 8 0 0,0 11 29 0 0,0 4 23 0 0,0 0 0 0 0,0 0-12 0 0,0 0-10 0 0,0 0-10 0 0,0 0 9 0 0,0 0 18 0 0,0 0-10 0 0,0 0-9 0 0,0 0 5 0 0,0 0 31 0 0,0 0-18 0 0,0 0-21 0 0,0 0 31 0 0,0 0-9 0 0,0 0 20 0 0,0 0-31 0 0,0 0-82 0 0,0 0 33 0 0,0 0 40 0 0,0 0-12 0 0,0 0-19 0 0,5 2-8 0 0,-3-1-73 0 0,-1 0 6 0 0,0-1 0 0 0,1 0 1 0 0,-1 1-1 0 0,0-1 0 0 0,0 1 1 0 0,0-1-1 0 0,0 1 0 0 0,0 0 1 0 0,0-1-1 0 0,0 1 0 0 0,0 0 1 0 0,0 0-1 0 0,0 0 0 0 0,-1 0 1 0 0,1 0-1 0 0,0 0 0 0 0,-1 0 1 0 0,1 0-1 0 0,0 0 0 0 0,-1 0 1 0 0,1 0-1 0 0,-1 0 0 0 0,0 0 1 0 0,1 0-1 0 0,-1 1 0 0 0,0-1 1 0 0,1 0-1 0 0,-1 0 0 0 0,0 0 1 0 0,0 1-1 0 0,0-1 0 0 0,0 1-10 0 0,-2 142 461 0 0,3-78-550 0 0,-1 84-476 0 0,0-74 172 0 0,0-74 380 0 0,0 19-76 0 0,0-11 96 0 0,-3 76-1036 0 0,1-88-1721 0 0,-3-42-9750 0 0,6 37 11022 0 0</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6:56.542"/>
    </inkml:context>
    <inkml:brush xml:id="br0">
      <inkml:brushProperty name="width" value="0.05" units="cm"/>
      <inkml:brushProperty name="height" value="0.05" units="cm"/>
    </inkml:brush>
  </inkml:definitions>
  <inkml:trace contextRef="#ctx0" brushRef="#br0">0 51 1380 0 0,'0'0'1342'0'0,"0"0"-133"0"0,0 0-52 0 0,0 0-174 0 0,0 0-44 0 0,0 0 16 0 0,0 0-16 0 0,0 0-41 0 0,0 0-96 0 0,0 0-87 0 0,0 0-42 0 0,0 0 94 0 0,0 0 5 0 0,0 0-50 0 0,0 0 8 0 0,0-3-39 0 0,0-12-42 0 0,0 11-22 0 0,0 4-47 0 0,0 0-54 0 0,0 0-21 0 0,0 0-40 0 0,0 0-77 0 0,0 0 4 0 0,0 0-46 0 0,0 0-37 0 0,2-5-15 0 0,-1 3-281 0 0,-1 1 18 0 0,0 0 0 0 0,0 0 0 0 0,1 0 0 0 0,-1 0 0 0 0,0 0 0 0 0,1 0 1 0 0,-1 0-1 0 0,1 0 0 0 0,-1 0 0 0 0,1 0 0 0 0,0 0 0 0 0,-1 1 0 0 0,1-1 0 0 0,0 0 1 0 0,-1 0-1 0 0,1 1 0 0 0,0-1 0 0 0,0 0 0 0 0,0 1 0 0 0,-1-1 0 0 0,1 1 0 0 0,0-1 1 0 0,0 1-1 0 0,0-1 0 0 0,0 1 0 0 0,0 0 0 0 0,0 0 0 0 0,0-1 0 0 0,0 1 0 0 0,0 0 1 0 0,0 0-1 0 0,0 0 0 0 0,0 0 0 0 0,0 0 0 0 0,0 0 0 0 0,0 0 0 0 0,1 1-31 0 0,80-2 2130 0 0,51 1-1823 0 0,-128 3-308 0 0,33 15-293 0 0,-27-16 855 0 0,0 1-3342 0 0,-17 1-9411 0 0,-8 0 5613 0 0,10 2 5197 0 0</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6:57.517"/>
    </inkml:context>
    <inkml:brush xml:id="br0">
      <inkml:brushProperty name="width" value="0.05" units="cm"/>
      <inkml:brushProperty name="height" value="0.05" units="cm"/>
    </inkml:brush>
  </inkml:definitions>
  <inkml:trace contextRef="#ctx0" brushRef="#br0">18 1 1648 0 0,'-12'0'9890'0'0,"7"0"-3067"0"0,8 2-3432 0 0,63 5-2183 0 0,-65-7-1057 0 0,21 0 222 0 0,189 0 709 0 0,-122 11-1016 0 0,61-11-371 0 0,-148 0 178 0 0,4 0-212 0 0,12-1-3900 0 0,-17-5-2520 0 0,-22 13-758 0 0,7-3 4873 0 0,7-4 1138 0 0</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7:05.489"/>
    </inkml:context>
    <inkml:brush xml:id="br0">
      <inkml:brushProperty name="width" value="0.05" units="cm"/>
      <inkml:brushProperty name="height" value="0.05" units="cm"/>
    </inkml:brush>
  </inkml:definitions>
  <inkml:trace contextRef="#ctx0" brushRef="#br0">18 107 1372 0 0,'0'0'590'0'0,"0"0"-70"0"0,0 0-83 0 0,0 0-60 0 0,0 0-65 0 0,0 0-98 0 0,0 0-22 0 0,0 0 70 0 0,0 0-18 0 0,0 0 28 0 0,0 0-24 0 0,0 0-13 0 0,0 0-13 0 0,0 0-45 0 0,0 0-42 0 0,0 0 72 0 0,0 0-5 0 0,0 0 2 0 0,0 0-36 0 0,0-4-25 0 0,0-11-76 0 0,0 11 3 0 0,0 4 93 0 0,0 0-7 0 0,0 0-26 0 0,0 0-24 0 0,0-4-38 0 0,-15-36 122 0 0,12 35-78 0 0,8-14 849 0 0,0 10-362 0 0,-4 3-204 0 0,7 6 1643 0 0,3 91-94 0 0,-11 138-1263 0 0,0-227-705 0 0,0-2 63 0 0,0 14-35 0 0,0 85-249 0 0,-5-83-283 0 0,-1-33-10009 0 0,5 13 9067 0 0</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7:06.896"/>
    </inkml:context>
    <inkml:brush xml:id="br0">
      <inkml:brushProperty name="width" value="0.05" units="cm"/>
      <inkml:brushProperty name="height" value="0.05" units="cm"/>
    </inkml:brush>
  </inkml:definitions>
  <inkml:trace contextRef="#ctx0" brushRef="#br0">1 46 1612 0 0,'0'0'605'0'0,"0"0"-152"0"0,0 0 53 0 0,0 0 28 0 0,0 0-133 0 0,0 0-29 0 0,0 0-43 0 0,0 0 46 0 0,0 0-35 0 0,0 0 29 0 0,0 0-39 0 0,0 0-23 0 0,0 0-7 0 0,0 0-20 0 0,0 0-36 0 0,0 0-59 0 0,0 0-2 0 0,0-4-35 0 0,0-11-44 0 0,0 11 12 0 0,0 4-21 0 0,0 0-15 0 0,0 0-15 0 0,0 0 11 0 0,0 0-7 0 0,0 0-10 0 0,0 0-23 0 0,0 0 65 0 0,0 0 12 0 0,0 0 11 0 0,0 0 2 0 0,0 0-41 0 0,0 0-42 0 0,0 0 18 0 0,0 0 5 0 0,0-3 25 0 0,0-12 3 0 0,0 12-43 0 0,0 3-12 0 0,0 0-20 0 0,0 0 38 0 0,0 0-34 0 0,0 0 65 0 0,0 0 5 0 0,0 0-10 0 0,0 0-4 0 0,0 0-14 0 0,0 0 57 0 0,0 0-8 0 0,0 0-28 0 0,0 0-52 0 0,0 0 3 0 0,0 0-22 0 0,0 0-4 0 0,0 0 48 0 0,0 0 39 0 0,0 0 40 0 0,0 0-30 0 0,0 0 5 0 0,0 0-28 0 0,0 0-17 0 0,0 0-2 0 0,0 0 2 0 0,0 0 25 0 0,0 0 50 0 0,0 0-55 0 0,0 0-8 0 0,0 0 46 0 0,0 0 19 0 0,0 0-58 0 0,0 0-28 0 0,4-1 27 0 0,-2 1-88 0 0,-1 0 8 0 0,0 0 0 0 0,0 0 0 0 0,-1-1 0 0 0,1 1-1 0 0,0 0 1 0 0,0 0 0 0 0,-1 0 0 0 0,1 0 0 0 0,0 0 0 0 0,0 0 0 0 0,-1 1-1 0 0,1-1 1 0 0,0 0 0 0 0,0 0 0 0 0,-1 0 0 0 0,1 1 0 0 0,0-1 0 0 0,0 0-1 0 0,-1 1 1 0 0,1-1 0 0 0,-1 1 0 0 0,1-1 0 0 0,0 0 0 0 0,-1 1 0 0 0,1 0-1 0 0,-1-1 1 0 0,1 1 0 0 0,-1-1 0 0 0,1 1 0 0 0,-1 0 0 0 0,0-1 0 0 0,1 1-1 0 0,-1 0 1 0 0,0-1 0 0 0,1 1 0 0 0,-1 0 0 0 0,0-1 0 0 0,0 1 0 0 0,0 0-1 0 0,1 0 1 0 0,-1-1 0 0 0,0 1 0 0 0,0 0 0 0 0,0 0 0 0 0,0 0 0 0 0,-1-1-1 0 0,1 1 1 0 0,0 0 0 0 0,0 0 0 0 0,0-1 0 0 0,-1 1-6 0 0,1 64 924 0 0,0-63-865 0 0,0 22 40 0 0,0 7 22 0 0,0-30-70 0 0,0-1-16 0 0,0 0-27 0 0,0 0-26 0 0,0 12 182 0 0,0 46-231 0 0,-12-61-5730 0 0,7-3 102 0 0,4 4 4295 0 0</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7:08.384"/>
    </inkml:context>
    <inkml:brush xml:id="br0">
      <inkml:brushProperty name="width" value="0.05" units="cm"/>
      <inkml:brushProperty name="height" value="0.05" units="cm"/>
    </inkml:brush>
  </inkml:definitions>
  <inkml:trace contextRef="#ctx0" brushRef="#br0">19 1 1128 0 0,'0'0'814'0'0,"0"0"-104"0"0,0 0-76 0 0,0 0-34 0 0,0 0 5 0 0,0 0-42 0 0,0 0-51 0 0,0 0-31 0 0,0 0-47 0 0,0 0-44 0 0,0 0-42 0 0,0 0-36 0 0,0 0 30 0 0,0 0-8 0 0,0 0-34 0 0,0 0-29 0 0,0 0 48 0 0,0 0 24 0 0,0 0-35 0 0,0 0-26 0 0,0 0-9 0 0,0 0-32 0 0,0 0 7 0 0,0 0-36 0 0,0 0-31 0 0,0 0-2 0 0,0 0 13 0 0,0 0 4 0 0,0 0-42 0 0,0 0 12 0 0,0 0 21 0 0,-3 0 16 0 0,2 1-165 0 0,0 0 1 0 0,0 0-1 0 0,0-1 1 0 0,-1 1-1 0 0,2 0 0 0 0,-1 0 1 0 0,0 0-1 0 0,0 1 1 0 0,0-1-1 0 0,0 0 1 0 0,1 0-1 0 0,-1 0 1 0 0,1 1-1 0 0,-1-1 1 0 0,1 0-1 0 0,-1 1 0 0 0,1-1 1 0 0,0 0-1 0 0,-1 1 1 0 0,1-1-1 0 0,0 0 1 0 0,0 1-1 0 0,0-1 1 0 0,0 0-1 0 0,0 1 0 0 0,0-1 1 0 0,1 1-1 0 0,-1-1 1 0 0,0 0-1 0 0,1 1 1 0 0,-1-1-1 0 0,1 0 1 0 0,0 1-39 0 0,-1 0 86 0 0,0-2-10 0 0,0 25 444 0 0,0 227 340 0 0,10-243-820 0 0,-8 27 6 0 0,-2 27 117 0 0,0-61-110 0 0,0 34 329 0 0,0 38-34 0 0,0-72-295 0 0,0-2-13 0 0,0 35 116 0 0,0 18 912 0 0,0-51-958 0 0,0-2-50 0 0,0 0-146 0 0,0 0 27 0 0,0 0-94 0 0,0 0-40 0 0,8 8-228 0 0,-11-14-1401 0 0,-5-6-1088 0 0,1-10-6251 0 0,7 18 7670 0 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7:20.707"/>
    </inkml:context>
    <inkml:brush xml:id="br0">
      <inkml:brushProperty name="width" value="0.05" units="cm"/>
      <inkml:brushProperty name="height" value="0.05" units="cm"/>
    </inkml:brush>
  </inkml:definitions>
  <inkml:trace contextRef="#ctx0" brushRef="#br0">0 21 1240 0 0,'0'0'1822'0'0,"0"0"-302"0"0,0 0-169 0 0,0 0-119 0 0,0 0-2 0 0,0 0-97 0 0,0 0-134 0 0,0 0-125 0 0,0 0-39 0 0,0 0-57 0 0,0 0-49 0 0,0 0-55 0 0,0 0-74 0 0,0 0 23 0 0,0 0-10 0 0,0 0-62 0 0,0 0 3 0 0,0 0-20 0 0,0 0-1 0 0,0 0-20 0 0,0 0-34 0 0,0 0-46 0 0,0 0 13 0 0,0 0-42 0 0,0 0-42 0 0,0 0 17 0 0,0 0-19 0 0,0 0-37 0 0,0 0-6 0 0,0 0-10 0 0,0 0 2 0 0,0 0-51 0 0,0 0 27 0 0,0 0-25 0 0,10 9 420 0 0,26-5 308 0 0,-35-4-931 0 0,-1 0 70 0 0,35 0 471 0 0,107 0-38 0 0,-140 0-572 0 0,32 0-16 0 0,35 0-699 0 0,-67 0 714 0 0,-2 0-19 0 0,32 0-137 0 0,6 0-218 0 0,-37 0 337 0 0,43 0-204 0 0,-13 0 97 0 0,-12-9-120 0 0,12 7-1141 0 0,-20-11-187 0 0,-2 5 1071 0 0,-15 7-4903 0 0,-37 31-6119 0 0,33-22 10534 0 0,-3 1-486 0 0</inkml:trace>
  <inkml:trace contextRef="#ctx0" brushRef="#br0" timeOffset="1746.215">167 19 1100 0 0,'0'0'1006'0'0,"0"0"-136"0"0,0 0-99 0 0,0 0-33 0 0,0 0-66 0 0,0 0-82 0 0,0 0 2 0 0,0 0-14 0 0,0 0-50 0 0,0 0-33 0 0,0 0-44 0 0,0 0-33 0 0,0 0-5 0 0,0 0-5 0 0,0 0-53 0 0,0 0-42 0 0,0 0-9 0 0,0 0-14 0 0,0 0-44 0 0,0 0-64 0 0,0 5 34 0 0,-17 64 870 0 0,-19-5-665 0 0,12 3-241 0 0,7-20 23 0 0,14-42-26 0 0,-4 9 1127 0 0,5 3-529 0 0,-7 4-242 0 0,9-22 704 0 0,76-12 1435 0 0,-74 12-2563 0 0,-2 1-14 0 0,35 0 288 0 0,93 0 802 0 0,-126 0-1190 0 0,30 0 137 0 0,16 0-308 0 0,-47 0 98 0 0,31 0-878 0 0,-11-9-2653 0 0,-38 0-10217 0 0,16 8 13022 0 0,-4-1-874 0 0</inkml:trace>
  <inkml:trace contextRef="#ctx0" brushRef="#br0" timeOffset="3003.255">325 97 1468 0 0,'-2'7'10192'0'0,"-8"45"-9606"0"0,-25 92-250 0 0,22-91-344 0 0,12-52 0 0 0,1-1 0 0 0,0 67 22 0 0,-11-33 74 0 0,3 14 56 0 0,8-47-78 0 0,0-1 61 0 0,0 0-1 0 0,0 0-73 0 0,0 0-16 0 0,0 0 13 0 0,0 0-50 0 0,0 0 34 0 0,0 0 10 0 0,0 0 30 0 0,0 0-80 0 0,0 0 15 0 0,2 26 234 0 0,-2-28-229 0 0,-1-5-3148 0 0,0-8-4643 0 0,1 13 6253 0 0</inkml:trace>
  <inkml:trace contextRef="#ctx0" brushRef="#br0" timeOffset="4361.461">8 581 1172 0 0,'0'0'879'0'0,"0"0"-57"0"0,0 0-54 0 0,0 0-123 0 0,0 0-69 0 0,0 0-28 0 0,0 0-17 0 0,0 0 31 0 0,0 0-26 0 0,0 0-18 0 0,0 0 8 0 0,0 0 16 0 0,0 0-17 0 0,0 0 9 0 0,0 0-62 0 0,0 0-12 0 0,0 0 21 0 0,0 0-88 0 0,0 0-49 0 0,0 0-57 0 0,0 0 8 0 0,0 0-45 0 0,0 0-69 0 0,0 0 7 0 0,0 0 54 0 0,0 0-6 0 0,0 0-72 0 0,0 0-28 0 0,0 0 3 0 0,0 0-3 0 0,0 0 32 0 0,0 0-51 0 0,0 0 43 0 0,0 0-36 0 0,0 0-24 0 0,0 0 5 0 0,0 0-10 0 0,0 0-3 0 0,0 0 7 0 0,0 0-5 0 0,0 0 75 0 0,0 0-75 0 0,0 0 41 0 0,0 0 42 0 0,0 0-10 0 0,0 0-59 0 0,0 0 21 0 0,0 0-10 0 0,0 0-11 0 0,5 0-2 0 0,39-6 991 0 0,28-9 287 0 0,-71 15-1325 0 0,-1 0-4 0 0,0 0-43 0 0,0 0-19 0 0,47 0-65 0 0,-45 0 60 0 0,-2 0-32 0 0,0 0 76 0 0,0 0-94 0 0,0 0-22 0 0,11 0 78 0 0,27 0 201 0 0,-36 0-178 0 0,-2 0 32 0 0,11 0 8 0 0,28 0-203 0 0,-38 0 135 0 0,-1 0-8 0 0,8-2 24 0 0,11-7-174 0 0,-17 9 179 0 0,-2 0-41 0 0,0 0 44 0 0,33 0-227 0 0,-16 0 9 0 0,-16 0 179 0 0,-1 0 47 0 0,0 0 42 0 0,0 0-32 0 0,0 0-12 0 0,0 0-15 0 0,11 0-679 0 0,-3 1 417 0 0,3-7-3016 0 0,-26-15-8256 0 0,13 19 10098 0 0</inkml:trace>
  <inkml:trace contextRef="#ctx0" brushRef="#br0" timeOffset="5158.776">307 26 1016 0 0,'0'0'950'0'0,"0"0"-195"0"0,0 0-39 0 0,0 0-49 0 0,0 0-111 0 0,0 0-50 0 0,0 0-27 0 0,0 0-43 0 0,0 0-139 0 0,0 0 26 0 0,0 0 1 0 0,0 0-15 0 0,0 0-62 0 0,0 0-31 0 0,0 0-17 0 0,0 0-1 0 0,0 0 17 0 0,0 0-21 0 0,0 0-32 0 0,0 0 14 0 0,0 0-43 0 0,0 0-18 0 0,0 0 4 0 0,0 0-15 0 0,0 0 67 0 0,0 0 4 0 0,0 0-40 0 0,0 0-30 0 0,0 0 23 0 0,0 0-17 0 0,0 0 5 0 0,3 7-19 0 0,10 31 51 0 0,-21-11-1969 0 0,-1-14-3872 0 0,7-8 4401 0 0</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7:32.361"/>
    </inkml:context>
    <inkml:brush xml:id="br0">
      <inkml:brushProperty name="width" value="0.05" units="cm"/>
      <inkml:brushProperty name="height" value="0.05" units="cm"/>
    </inkml:brush>
  </inkml:definitions>
  <inkml:trace contextRef="#ctx0" brushRef="#br0">312 0 2628 0 0,'0'0'1688'0'0,"0"0"-275"0"0,0 0-147 0 0,0 0-124 0 0,0 0-101 0 0,0 0 21 0 0,0 0-97 0 0,0 0-141 0 0,0 0-18 0 0,0 0-71 0 0,0 0-48 0 0,0 0-61 0 0,0 0-3 0 0,0 0-34 0 0,0 0-57 0 0,0 0-49 0 0,0 0-3 0 0,0 0-28 0 0,0 0 50 0 0,0 0-20 0 0,0 0-75 0 0,0 0-47 0 0,0 0 6 0 0,0 0 1 0 0,0 0-20 0 0,0 0-34 0 0,0 0-42 0 0,0 0-37 0 0,0 0-28 0 0,4 1 2 0 0,-1 0-197 0 0,-3-1 5 0 0,1-1-1 0 0,0 1 1 0 0,0 1 0 0 0,-1-1 0 0 0,1 0 0 0 0,0 0-1 0 0,-1 0 1 0 0,1 0 0 0 0,0 0 0 0 0,-1 1 0 0 0,1-1 0 0 0,0 0-1 0 0,-1 1 1 0 0,1-1 0 0 0,-1 0 0 0 0,1 1 0 0 0,-1-1-1 0 0,1 1 1 0 0,0-1 0 0 0,-1 1 0 0 0,0-1 0 0 0,1 1 0 0 0,-1-1-1 0 0,1 1 1 0 0,-1-1 0 0 0,0 1 0 0 0,1 0 0 0 0,-1-1-1 0 0,0 1 1 0 0,1 0 0 0 0,-1-1 0 0 0,0 1 0 0 0,0 0 0 0 0,0-1-1 0 0,0 1 1 0 0,0 0 0 0 0,0-1 0 0 0,0 1 0 0 0,0 0-1 0 0,0-1 1 0 0,0 1 0 0 0,0 0 0 0 0,0 0 0 0 0,0-1 0 0 0,-1 1-1 0 0,1 0 1 0 0,0-1 0 0 0,0 1 0 0 0,-1-1 0 0 0,1 1-1 0 0,0 0 1 0 0,-1-1 0 0 0,0 1-16 0 0,-63 142 1004 0 0,-21-23-1140 0 0,47-67-231 0 0,-27 17-1613 0 0,12-39-3300 0 0,50-30 4213 0 0,-4 1 914 0 0,4-2-3528 0 0,-1 1-3938 0 0,-6-1 6168 0 0</inkml:trace>
  <inkml:trace contextRef="#ctx0" brushRef="#br0" timeOffset="736.9">254 249 1684 0 0,'2'-3'1350'0'0,"4"-3"2157"0"0,-3 12 3888 0 0,0 180-5314 0 0,-28-94-2953 0 0,2-23-2035 0 0,20-51-6361 0 0,3-18 7722 0 0</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7:47.328"/>
    </inkml:context>
    <inkml:brush xml:id="br0">
      <inkml:brushProperty name="width" value="0.05" units="cm"/>
      <inkml:brushProperty name="height" value="0.05" units="cm"/>
    </inkml:brush>
  </inkml:definitions>
  <inkml:trace contextRef="#ctx0" brushRef="#br0">1 22 964 0 0,'0'0'1163'0'0,"0"0"-81"0"0,0 0-201 0 0,0 0-137 0 0,0 0-100 0 0,0 0 1 0 0,0 0-55 0 0,0 0-44 0 0,0 0-34 0 0,0 0-99 0 0,0-4-50 0 0,0-10 23 0 0,0 10-1 0 0,0 4-77 0 0,0 0 36 0 0,0 0 36 0 0,0 0-30 0 0,0 0 65 0 0,0 0-21 0 0,0 0-10 0 0,0 0 49 0 0,0 0-39 0 0,0 0-59 0 0,0 0 13 0 0,0 0 10 0 0,0 0-60 0 0,0 0 21 0 0,0 0-70 0 0,0 0 51 0 0,0 0-25 0 0,0 0-27 0 0,0 0-13 0 0,0 0 15 0 0,0 0 10 0 0,0 0 1 0 0,0 0-23 0 0,0 0-6 0 0,0 0-17 0 0,0 0-69 0 0,0 0-29 0 0,0 0 6 0 0,0 0 55 0 0,3 0 24 0 0,5 2-138 0 0,0 0 0 0 0,-1 1-1 0 0,1-1 1 0 0,-1 1 0 0 0,1 1 0 0 0,-1 0 0 0 0,0 0-1 0 0,0 0 1 0 0,-1 1 0 0 0,1-1 0 0 0,-1 2 0 0 0,0-1-1 0 0,0 1 1 0 0,3 4-64 0 0,15 12 2 0 0,-15-14-33 0 0,8 8-169 0 0,-8-11-3174 0 0,-25-5-8746 0 0,13 0 10763 0 0</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7:48.152"/>
    </inkml:context>
    <inkml:brush xml:id="br0">
      <inkml:brushProperty name="width" value="0.05" units="cm"/>
      <inkml:brushProperty name="height" value="0.05" units="cm"/>
    </inkml:brush>
  </inkml:definitions>
  <inkml:trace contextRef="#ctx0" brushRef="#br0">1 278 1036 0 0,'0'0'1134'0'0,"0"0"-139"0"0,0 0-108 0 0,0 0-97 0 0,0 0-75 0 0,0 0-40 0 0,0 0-40 0 0,0 0-33 0 0,0 0-55 0 0,0 0-14 0 0,0 0-82 0 0,0 0 58 0 0,0 0 46 0 0,0 0-22 0 0,0 0-44 0 0,0 0-46 0 0,0 0-27 0 0,0 0 27 0 0,0 0-34 0 0,0 0-7 0 0,0 0-18 0 0,0 0 17 0 0,0 0-13 0 0,2-3-60 0 0,113-82 1121 0 0,45-33-3767 0 0,-85 52-9043 0 0,-67 60 9991 0 0</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7:54.777"/>
    </inkml:context>
    <inkml:brush xml:id="br0">
      <inkml:brushProperty name="width" value="0.05" units="cm"/>
      <inkml:brushProperty name="height" value="0.05" units="cm"/>
    </inkml:brush>
  </inkml:definitions>
  <inkml:trace contextRef="#ctx0" brushRef="#br0">3 25 1756 0 0,'0'-18'1054'0'0,"0"14"-60"0"0,0 4-149 0 0,0 0-102 0 0,0 0-42 0 0,0 0-5 0 0,0 0-50 0 0,0 0-56 0 0,0 0-94 0 0,0 0-56 0 0,0 0-22 0 0,0 0 4 0 0,0 0-9 0 0,0 0-40 0 0,0 0-6 0 0,0 0-19 0 0,0 0-30 0 0,0 0 62 0 0,0 0 2 0 0,0 0-52 0 0,0 0-36 0 0,0 0-42 0 0,0 0-25 0 0,0 0 46 0 0,0 0 20 0 0,0 0-42 0 0,4 0-29 0 0,-3 0-222 0 0,0-1 18 0 0,-1 1 1 0 0,1 0 0 0 0,0-1-1 0 0,-1 1 1 0 0,1 0 0 0 0,0 0-1 0 0,0 0 1 0 0,-1 0-1 0 0,1 0 1 0 0,0 0 0 0 0,0 0-1 0 0,0 0 1 0 0,-1 0-1 0 0,1 0 1 0 0,0 0 0 0 0,0 0-1 0 0,-1 1 1 0 0,1-1-1 0 0,0 0 1 0 0,-1 0 0 0 0,1 1-1 0 0,0-1 1 0 0,-1 1 0 0 0,1-1-1 0 0,0 1 1 0 0,-1-1-1 0 0,1 1 1 0 0,-1-1 0 0 0,1 1-1 0 0,-1-1 1 0 0,1 1-1 0 0,-1-1 1 0 0,1 1 0 0 0,-1 0-1 0 0,0-1 1 0 0,1 1-1 0 0,-1 0 1 0 0,0 0 0 0 0,0-1-1 0 0,1 1 1 0 0,-1 0 0 0 0,0 0-1 0 0,0-1 1 0 0,0 1-1 0 0,0 0 1 0 0,0 0 0 0 0,0-1-1 0 0,0 1 1 0 0,0 0-1 0 0,0 0 1 0 0,0-1 0 0 0,0 1-1 0 0,-1 0 1 0 0,1 0-1 0 0,0-1 1 0 0,-1 2-19 0 0,3 328 1401 0 0,-2-328-1378 0 0,0 45 137 0 0,-15-12-178 0 0,12-22 1398 0 0,3-12-1225 0 0,-11 4 1583 0 0,8 2 561 0 0,79-1-670 0 0,-75-6-1599 0 0,35 0 35 0 0,158 0 68 0 0,-192 0-141 0 0,30 0-431 0 0,-4-12-4266 0 0,-54 2-11298 0 0,24 8 14413 0 0</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7:51.140"/>
    </inkml:context>
    <inkml:brush xml:id="br0">
      <inkml:brushProperty name="width" value="0.05" units="cm"/>
      <inkml:brushProperty name="height" value="0.05" units="cm"/>
    </inkml:brush>
  </inkml:definitions>
  <inkml:trace contextRef="#ctx0" brushRef="#br0">46 55 2048 0 0,'0'0'1394'0'0,"0"0"-220"0"0,0 0-82 0 0,0 0-110 0 0,0 0-83 0 0,0 0-79 0 0,0 0-20 0 0,0 0-1 0 0,0 0-157 0 0,0 0-20 0 0,0-4-16 0 0,0-11 60 0 0,0 11-61 0 0,0 4 12 0 0,0 0-78 0 0,0 0 5 0 0,0 0-92 0 0,0 0-3 0 0,0 0-38 0 0,0 0-134 0 0,0 0-16 0 0,0 0 54 0 0,0 0-51 0 0,0 0-36 0 0,0 0 24 0 0,0 0-11 0 0,0 0-10 0 0,0 0-2 0 0,0 0-50 0 0,0 0-2 0 0,0 0-23 0 0,0 0-18 0 0,0 0-25 0 0,1 3 26 0 0,4 154 956 0 0,-24-62-1056 0 0,2 34-864 0 0,13-71-1932 0 0,4-56 2448 0 0,0-2-39 0 0,0 0-53 0 0,-7 16-2711 0 0,3-26-5049 0 0,4 7 6713 0 0,0 0 20 0 0</inkml:trace>
  <inkml:trace contextRef="#ctx0" brushRef="#br0" timeOffset="1145.928">14 11 1624 0 0,'7'-10'11422'0'0,"7"9"-7550"0"0,34 1-519 0 0,-47 1-3139 0 0,31-1 663 0 0,93 0-36 0 0,1 0-1744 0 0,-124 0 807 0 0,36 0-537 0 0,-36 0 557 0 0,-2 0 32 0 0,38 0-721 0 0,-36 0 748 0 0,0 3 34 0 0,10 12 79 0 0,-11-15-68 0 0,-25 209 299 0 0,4-34-1606 0 0,13-109-6057 0 0,0-79-1690 0 0,8 16 7754 0 0</inkml:trace>
  <inkml:trace contextRef="#ctx0" brushRef="#br0" timeOffset="1980.735">82 482 1624 0 0,'-26'-11'9149'0'0,"18"7"-4797"0"0,18 9-1211 0 0,53 6-1206 0 0,-62-10-1777 0 0,216-1 1312 0 0,-215 0-1503 0 0,32-1-3199 0 0,-27-3 3176 0 0,-10-1-6400 0 0,-7-5-2544 0 0,10 8 7620 0 0</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8:01.257"/>
    </inkml:context>
    <inkml:brush xml:id="br0">
      <inkml:brushProperty name="width" value="0.05" units="cm"/>
      <inkml:brushProperty name="height" value="0.05" units="cm"/>
    </inkml:brush>
  </inkml:definitions>
  <inkml:trace contextRef="#ctx0" brushRef="#br0">30 51 2040 0 0,'0'0'1236'0'0,"0"0"-58"0"0,0 0-127 0 0,0 0-76 0 0,0 0 1 0 0,0 0-117 0 0,0 0-93 0 0,0 0-81 0 0,0 0-80 0 0,0 0-28 0 0,0-3-115 0 0,0-12 1 0 0,0 11-4 0 0,0 4-7 0 0,0 0-51 0 0,0 0 15 0 0,0 0-90 0 0,0 0 3 0 0,0 0-18 0 0,0 0-30 0 0,0 0 0 0 0,0 0-22 0 0,0 0-11 0 0,0 0 45 0 0,0 0-20 0 0,0 0-25 0 0,0 0-20 0 0,0 0-16 0 0,0 0 10 0 0,0 0 31 0 0,0 0-18 0 0,0 0 4 0 0,0 0-31 0 0,1-14 239 0 0,1 25 154 0 0,0 29 319 0 0,-15 102-2 0 0,-4 25-262 0 0,17-166-666 0 0,0 106-581 0 0,0-106 471 0 0,0-1-21 0 0,-1 21-2526 0 0,-2-14 478 0 0,2-19-617 0 0,5-23-6915 0 0,-3 29 8285 0 0</inkml:trace>
  <inkml:trace contextRef="#ctx0" brushRef="#br0" timeOffset="1309.877">13 18 1792 0 0,'0'0'213'0'0,"0"0"0"0"0,1 0 0 0 0,-1 0 1 0 0,0-1-1 0 0,0 1 0 0 0,1 0 0 0 0,-1 0 0 0 0,0 0 0 0 0,0 0 0 0 0,1-1 0 0 0,-1 1 0 0 0,0 0 1 0 0,0 0-1 0 0,0 0 0 0 0,0-1 0 0 0,1 1 0 0 0,-1 0 0 0 0,0 0 0 0 0,0-1 0 0 0,0 1 0 0 0,0 0 1 0 0,0-1-1 0 0,0 1 0 0 0,0 0 0 0 0,0 0 0 0 0,1-1 0 0 0,-1 1 0 0 0,0 0 0 0 0,0-1 0 0 0,0 1 1 0 0,0 0-1 0 0,-1 0 0 0 0,1-1 0 0 0,0 1 0 0 0,0 0 0 0 0,0 0 0 0 0,0-1 0 0 0,0 1 0 0 0,0 0 1 0 0,0-1-1 0 0,0 1 0 0 0,-1 0 0 0 0,1 0 0 0 0,0 0 0 0 0,0-1 0 0 0,0 1 0 0 0,-1 0 0 0 0,1 0 1 0 0,0 0-1 0 0,0-1 0 0 0,0 1 0 0 0,-1 0 0 0 0,1 0 0 0 0,0 0 0 0 0,0 0 0 0 0,-1 0 0 0 0,1-1 1 0 0,0 1-1 0 0,0 0 0 0 0,-1 0 0 0 0,1 0 0 0 0,0 0 0 0 0,-1 0 0 0 0,1 0 0 0 0,0 0 0 0 0,-1 0-213 0 0,112-2 6773 0 0,7 0-5662 0 0,-60 8-1025 0 0,19-3-724 0 0,-76-3 569 0 0,11 0-279 0 0,6 0-73 0 0,-16 0 343 0 0,10 0-122 0 0,5 0 4 0 0,-15 0 178 0 0,-2 0 20 0 0,0 0-51 0 0,24 0-385 0 0,-6-9-24 0 0,-18 9 475 0 0,-6 36-93 0 0,0 2 71 0 0,6-37 23 0 0,0 15-21 0 0,-8 130-43 0 0,-1 33-3533 0 0,9-177 3295 0 0,0-2-19 0 0,1 14-630 0 0,-4-3-5415 0 0,-6-2 4778 0 0,5-5-1197 0 0,3-5 1349 0 0,0-2-1 0 0</inkml:trace>
  <inkml:trace contextRef="#ctx0" brushRef="#br0" timeOffset="2298.003">58 503 860 0 0,'-23'-10'11148'0'0,"38"-3"-6133"0"0,-14 12-4768 0 0,-1 1 43 0 0,0 0-72 0 0,16-2 204 0 0,25 0 944 0 0,-40 2-1180 0 0,36 0 663 0 0,156 0 143 0 0,-191 0-1067 0 0,59 0-282 0 0,-59 0 316 0 0,-2 0 9 0 0,9-2-175 0 0,12-10-2428 0 0,-14 7 2675 0 0,-11 0-5655 0 0,-18 4-4798 0 0,18 1 9003 0 0</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8:06.986"/>
    </inkml:context>
    <inkml:brush xml:id="br0">
      <inkml:brushProperty name="width" value="0.05" units="cm"/>
      <inkml:brushProperty name="height" value="0.05" units="cm"/>
    </inkml:brush>
  </inkml:definitions>
  <inkml:trace contextRef="#ctx0" brushRef="#br0">52 41 1516 0 0,'0'0'1433'0'0,"0"0"-194"0"0,0 0-201 0 0,0 0-99 0 0,0 0-50 0 0,0 0-52 0 0,0 0-69 0 0,0 0-9 0 0,0 0-57 0 0,0 0-30 0 0,0 0-56 0 0,0 0-89 0 0,0 0-30 0 0,0 0 86 0 0,0 0-2 0 0,0 0 16 0 0,0 0-103 0 0,0 0 15 0 0,0 0-34 0 0,0 0-42 0 0,0 0 4 0 0,0 0-56 0 0,0 0-66 0 0,0 0-52 0 0,0 0-27 0 0,0 0 8 0 0,0 0-26 0 0,0 0-8 0 0,0 0-60 0 0,0 0-10 0 0,0 0-50 0 0,0 0-33 0 0,0 0 55 0 0,0 0 23 0 0,0 0-21 0 0,0 0-22 0 0,0 0 0 0 0,0 0 22 0 0,0 0 14 0 0,0 0 2 0 0,0 0-38 0 0,-2 5-6 0 0,-9 96 460 0 0,11 95-556 0 0,-19-116-509 0 0,19-38-1772 0 0,0-40 1847 0 0,0-2-30 0 0,0 0-72 0 0,0 0-53 0 0,-1 10-912 0 0,0 1-287 0 0,1-19-2802 0 0,4-1-100 0 0,-2 6 3238 0 0</inkml:trace>
  <inkml:trace contextRef="#ctx0" brushRef="#br0" timeOffset="1098.816">1 35 1844 0 0,'1'-4'7331'0'0,"4"-2"-3508"0"0,24-9-602 0 0,12 6-1088 0 0,-40 9-1907 0 0,242 0 1679 0 0,-199 10-1913 0 0,-44-10 11 0 0,0 0-10 0 0,0 0-74 0 0,0 0 11 0 0,0 0 57 0 0,0 0-1 0 0,0 0-15 0 0,0 0-14 0 0,0 0 37 0 0,0 0-16 0 0,0 0-55 0 0,0 0 7 0 0,0 0 53 0 0,0 0 7 0 0,0 0-49 0 0,19 6 105 0 0,-10 13 9 0 0,-10 168-106 0 0,-1-3-4579 0 0,2-182 4062 0 0,0-2-11 0 0,-9 20-8800 0 0,2-17 8021 0 0,7-4-86 0 0</inkml:trace>
  <inkml:trace contextRef="#ctx0" brushRef="#br0" timeOffset="1628.178">69 237 1192 0 0,'8'4'7617'0'0,"7"-1"-3452"0"0,78 4-1331 0 0,-8-7-2186 0 0,-49 0-9742 0 0,-33 2 7336 0 0,6 5 89 0 0,-6-2 42 0 0</inkml:trace>
  <inkml:trace contextRef="#ctx0" brushRef="#br0" timeOffset="2256.307">42 500 2092 0 0,'-8'-2'6041'0'0,"6"-3"-1481"0"0,34-10-68 0 0,74 0-878 0 0,-104 15-3480 0 0,95 0 705 0 0,-73 1-973 0 0,8-1-1274 0 0,-13-1-7185 0 0,-17 14 4887 0 0,1-8 2947 0 0,0 9-3143 0 0,-3-11 2592 0 0</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8:17.837"/>
    </inkml:context>
    <inkml:brush xml:id="br0">
      <inkml:brushProperty name="width" value="0.05" units="cm"/>
      <inkml:brushProperty name="height" value="0.05" units="cm"/>
    </inkml:brush>
  </inkml:definitions>
  <inkml:trace contextRef="#ctx0" brushRef="#br0">34 51 1440 0 0,'0'0'1292'0'0,"0"0"-130"0"0,0-4-162 0 0,0-11-97 0 0,0 12-71 0 0,0 3-59 0 0,0 0-28 0 0,0 0-79 0 0,0 0-20 0 0,0 0-61 0 0,0 0-41 0 0,0 0 51 0 0,0 0 59 0 0,0 0-81 0 0,0 0-63 0 0,0 0-118 0 0,0 0-25 0 0,0 0-30 0 0,0 0-33 0 0,0 0-32 0 0,0 0-29 0 0,0 0-17 0 0,0 0 8 0 0,0 0 76 0 0,0 0-56 0 0,0 0-20 0 0,0 0-20 0 0,0 0-9 0 0,0 0 9 0 0,0 0-40 0 0,0 0 12 0 0,0 0 43 0 0,0 0-1 0 0,0 0 32 0 0,0 0-49 0 0,0 0-33 0 0,0 0-2 0 0,0 0 28 0 0,0 0-36 0 0,-10 0 40 0 0,13 46 178 0 0,-3 201 303 0 0,0-142-2982 0 0,0-103 1819 0 0,0-2-42 0 0,0 0-77 0 0,0 3-43 0 0,1 8-1728 0 0,-1-30-6415 0 0,-1 13 7177 0 0,1 0 104 0 0</inkml:trace>
  <inkml:trace contextRef="#ctx0" brushRef="#br0" timeOffset="774.68">0 32 1664 0 0,'14'-21'11200'0'0,"34"11"-6316"0"0,-38 9-4273 0 0,-8 1-344 0 0,53 0 901 0 0,105 0-342 0 0,-158 0-913 0 0,0 0 83 0 0,0 1-1 0 0,0-1 1 0 0,0 0 0 0 0,0 1 0 0 0,0 0 0 0 0,0-1 0 0 0,0 1 0 0 0,0 0 0 0 0,-1 0 0 0 0,1 0 0 0 0,0 0 0 0 0,0 0 0 0 0,-1 1 0 0 0,1-1 0 0 0,-1 1 0 0 0,1-1 0 0 0,-1 1 0 0 0,1-1 0 0 0,-1 1 0 0 0,0 0 0 0 0,0-1 0 0 0,0 1 0 0 0,0 0-1 0 0,0 0 1 0 0,0 0 0 0 0,-1 0 0 0 0,1 0 0 0 0,0 0 0 0 0,-1 0 0 0 0,0 0 0 0 0,1 0 0 0 0,-1 0 0 0 0,0 0 0 0 0,0 0 0 0 0,0 1 0 0 0,0-1 0 0 0,-1 0 0 0 0,1 0 0 0 0,-1 0 0 0 0,1 0 0 0 0,-1 0 0 0 0,0 0 0 0 0,1 0 0 0 0,-1 0 0 0 0,-1 1 4 0 0,0 20 4 0 0,2 14-251 0 0,0 130 360 0 0,0-58-3569 0 0,0-106 2747 0 0,-6 3-105 0 0,3-2-255 0 0,-1 2-3317 0 0,2-4 4222 0 0,-9 3-1518 0 0,3-13-2559 0 0,4 3 2773 0 0</inkml:trace>
  <inkml:trace contextRef="#ctx0" brushRef="#br0" timeOffset="1182.7">69 280 1312 0 0,'-4'-7'10295'0'0,"69"3"-5989"0"0,-63 4-4112 0 0,13 0-352 0 0,35 0 278 0 0,-34-1-4150 0 0,0 0-4249 0 0,-15 2 6815 0 0</inkml:trace>
  <inkml:trace contextRef="#ctx0" brushRef="#br0" timeOffset="1636.405">13 432 840 0 0,'8'22'10268'0'0,"30"-16"-3458"0"0,12-12-3048 0 0,30 8-2239 0 0,-26 0-1583 0 0,-9-2-2885 0 0,-18 0-7179 0 0,-23-3 8313 0 0,-2 0 1380 0 0,6-8-1100 0 0,-4 0-2279 0 0,-3 8 2503 0 0</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8:10.322"/>
    </inkml:context>
    <inkml:brush xml:id="br0">
      <inkml:brushProperty name="width" value="0.05" units="cm"/>
      <inkml:brushProperty name="height" value="0.05" units="cm"/>
    </inkml:brush>
  </inkml:definitions>
  <inkml:trace contextRef="#ctx0" brushRef="#br0">75 25 1088 0 0,'0'0'1508'0'0,"0"0"-171"0"0,0 0-204 0 0,0 0-94 0 0,0 0-45 0 0,0 0-137 0 0,0 0-96 0 0,0 0-27 0 0,0 0-69 0 0,0 0-48 0 0,0 0 38 0 0,0 0-36 0 0,0 0-10 0 0,0 0-18 0 0,0 0-35 0 0,0 0-75 0 0,0 0-24 0 0,0 0 0 0 0,0 0-18 0 0,2-3-58 0 0,32-9 1634 0 0,-13 13-1158 0 0,39-1 294 0 0,-55 3-1096 0 0,38 16 148 0 0,-31 25-717 0 0,-11-33 301 0 0,-3 79-5828 0 0,-13-44 151 0 0,13-30 1208 0 0,2-11 3231 0 0</inkml:trace>
  <inkml:trace contextRef="#ctx0" brushRef="#br0" timeOffset="739.645">88 56 1128 0 0,'0'0'1046'0'0,"0"0"-187"0"0,0 0-166 0 0,0 0-3 0 0,0 0-80 0 0,0 0-92 0 0,0 0-66 0 0,0 0 23 0 0,0 0-67 0 0,0 0-5 0 0,3 4-40 0 0,10 13-85 0 0,-1-7-211 0 0,-10-4-3964 0 0,-2-3 2919 0 0,0 1-473 0 0</inkml:trace>
  <inkml:trace contextRef="#ctx0" brushRef="#br0" timeOffset="992.103">42 219 1428 0 0,'0'0'1096'0'0,"4"0"3362"0"0,44-29-804 0 0,17-23-3172 0 0,-30 22-4123 0 0,-31 26-991 0 0,-4 4 3003 0 0</inkml:trace>
  <inkml:trace contextRef="#ctx0" brushRef="#br0" timeOffset="1637.029">302 1 2056 0 0,'7'6'8008'0'0,"8"0"-4529"0"0,43 6 999 0 0,31-12-3609 0 0,-87 0-873 0 0,-2 0-26 0 0,12 0-178 0 0,-11 3 41 0 0,1 0 0 0 0,0 0 0 0 0,-1 0 0 0 0,1 0 0 0 0,-1 0 0 0 0,0 1 0 0 0,0-1 0 0 0,0 0 0 0 0,-1 1 0 0 0,1-1 0 0 0,-1 0 0 0 0,0 1 0 0 0,0-1 1 0 0,0 1-1 0 0,0-1 0 0 0,-1 1 0 0 0,1-1 0 0 0,-1 0 0 0 0,0 1 0 0 0,0 1 167 0 0,-1 16-3578 0 0,-17 25-3883 0 0,18-41 5980 0 0,-2-3-72 0 0</inkml:trace>
  <inkml:trace contextRef="#ctx0" brushRef="#br0" timeOffset="2029.311">365 73 1860 0 0,'-2'2'7027'0'0,"26"35"-6780"0"0,-27-18-6771 0 0,3-16 4938 0 0</inkml:trace>
  <inkml:trace contextRef="#ctx0" brushRef="#br0" timeOffset="2294.259">321 201 1180 0 0,'13'-6'7951'0'0,"44"-23"-4648"0"0,-22-3-5001 0 0,-19 14-6647 0 0,-14 12 6858 0 0</inkml:trace>
  <inkml:trace contextRef="#ctx0" brushRef="#br0" timeOffset="2575.483">475 61 1588 0 0,'-2'41'5445'0'0,"-2"0"-6096"0"0,4-39-83 0 0,0-2-243 0 0,0 2-117 0 0,0 9-403 0 0</inkml:trace>
  <inkml:trace contextRef="#ctx0" brushRef="#br0" timeOffset="3356.06">158 252 2028 0 0,'19'17'11214'0'0,"-14"-4"-10805"0"0,-4-11-297 0 0,-1 1 1 0 0,1-1 0 0 0,-1 1 0 0 0,0 0-1 0 0,0-1 1 0 0,0 1 0 0 0,-1 0-1 0 0,1-1 1 0 0,-1 1 0 0 0,1-1 0 0 0,-1 1-1 0 0,0-1 1 0 0,0 1 0 0 0,0-1 0 0 0,0 1-1 0 0,0-1 1 0 0,-1 0 0 0 0,1 0-1 0 0,-1 0 1 0 0,0 0 0 0 0,-1 2-113 0 0,-4 7 152 0 0,-6 10-439 0 0,-1-1 0 0 0,-1 0 0 0 0,-1-1 0 0 0,0-1-1 0 0,-1 0 1 0 0,-7 3 287 0 0,-5-5-6207 0 0,15-11 1557 0 0,14-5 3276 0 0</inkml:trace>
  <inkml:trace contextRef="#ctx0" brushRef="#br0" timeOffset="3840.111">114 443 1760 0 0,'34'-12'9447'0'0,"-33"12"-9343"0"0,0 0-1 0 0,0 0 1 0 0,0 0-1 0 0,0 0 1 0 0,0 0-1 0 0,0 0 1 0 0,0 1-1 0 0,-1-1 1 0 0,1 0-1 0 0,0 0 1 0 0,0 1 0 0 0,0-1-1 0 0,0 0 1 0 0,0 1-1 0 0,0-1 1 0 0,-1 1-1 0 0,1 0 1 0 0,0-1-1 0 0,0 1 1 0 0,-1-1-1 0 0,1 1 1 0 0,0 0-1 0 0,-1 0 1 0 0,1-1 0 0 0,-1 1-1 0 0,1 0 1 0 0,-1 0-1 0 0,1 0 1 0 0,-1 0-1 0 0,1-1 1 0 0,-1 1-1 0 0,0 0 1 0 0,0 0-1 0 0,1 0 1 0 0,-1 0 0 0 0,0 0-1 0 0,0 0 1 0 0,0 0-1 0 0,0 0 1 0 0,0 0-1 0 0,0 0 1 0 0,0 0-1 0 0,-1 0 1 0 0,1 0-1 0 0,0 0 1 0 0,0 0-1 0 0,-1 0-103 0 0,-2 44 1042 0 0,2-44-927 0 0,1 38-83 0 0,0 71-706 0 0,-11-82 170 0 0,0-2-2974 0 0,17-33-5357 0 0,-3 2 7348 0 0</inkml:trace>
  <inkml:trace contextRef="#ctx0" brushRef="#br0" timeOffset="4266.482">355 242 1224 0 0,'-1'-3'8352'0'0,"6"13"-5680"0"0,-4-9-2278 0 0,21 24 977 0 0,-26 5-11491 0 0,3-27 8701 0 0,0 1 45 0 0</inkml:trace>
  <inkml:trace contextRef="#ctx0" brushRef="#br0" timeOffset="4673.271">232 392 1712 0 0,'-4'-4'5177'0'0,"10"8"314"0"0,17 1-3042 0 0,-17-4-1541 0 0,69-5 1675 0 0,-8-17-1973 0 0,-18 10-3739 0 0,-67 13-9311 0 0,15 1 10847 0 0</inkml:trace>
  <inkml:trace contextRef="#ctx0" brushRef="#br0" timeOffset="5033.558">308 458 1468 0 0,'-1'0'154'0'0,"1"0"0"0"0,-1 0 0 0 0,1 1-1 0 0,0-1 1 0 0,-1 0 0 0 0,1 0 0 0 0,0 0 0 0 0,-1 1-1 0 0,1-1 1 0 0,0 0 0 0 0,-1 0 0 0 0,1 1 0 0 0,0-1-1 0 0,0 0 1 0 0,-1 0 0 0 0,1 1 0 0 0,0-1 0 0 0,0 0-1 0 0,0 1 1 0 0,-1-1 0 0 0,1 1 0 0 0,0-1 0 0 0,0 0-1 0 0,0 1 1 0 0,0-1 0 0 0,0 0 0 0 0,0 1 0 0 0,0-1-1 0 0,0 1 1 0 0,0-1 0 0 0,0 0 0 0 0,0 1 0 0 0,0-1-1 0 0,0 1 1 0 0,0-1 0 0 0,0 0 0 0 0,0 1 0 0 0,0-1 0 0 0,0 0-1 0 0,1 1 1 0 0,-1-1 0 0 0,0 1 0 0 0,0-1 0 0 0,0 0-1 0 0,1 0 1 0 0,-1 1 0 0 0,0-1 0 0 0,0 0 0 0 0,1 1-1 0 0,-1-1 1 0 0,0 0 0 0 0,1 0 0 0 0,-1 1 0 0 0,0-1-1 0 0,1 0 1 0 0,-1 0 0 0 0,0 0 0 0 0,1 0 0 0 0,-1 1-1 0 0,0-1 1 0 0,1 0 0 0 0,-1 0 0 0 0,1 0 0 0 0,-1 0-1 0 0,0 0 1 0 0,1 0 0 0 0,-1 0 0 0 0,1 0 0 0 0,-1 0-1 0 0,0 0-153 0 0,45-1 3516 0 0,6 0-2401 0 0,-50 1-1316 0 0,-1 0-94 0 0,4-2-93 0 0,15-14-538 0 0,-32-1-11676 0 0,9 18 11009 0 0</inkml:trace>
  <inkml:trace contextRef="#ctx0" brushRef="#br0" timeOffset="5346.894">353 395 1392 0 0,'3'9'6727'0'0,"4"19"-4150"0"0,-4 110 227 0 0,-4-80-4402 0 0,1-56 1169 0 0,0-2-31 0 0,0 0-35 0 0,0 0-239 0 0,0 0-166 0 0,-4 3-126 0 0,-11 9-222 0 0,5-13-2886 0 0,6-5 2534 0 0</inkml:trace>
  <inkml:trace contextRef="#ctx0" brushRef="#br0" timeOffset="5659.635">293 609 1892 0 0,'-8'-14'8430'0'0,"11"12"-8162"0"0,0 0 1 0 0,0-1 0 0 0,0 1 0 0 0,1 1 0 0 0,-1-1 0 0 0,1 0 0 0 0,-1 1 0 0 0,1 0-1 0 0,0 0 1 0 0,-1 0 0 0 0,1 0 0 0 0,0 1 0 0 0,0-1 0 0 0,0 1 0 0 0,-1 0 0 0 0,1 0-1 0 0,0 0 1 0 0,2 1-269 0 0,-3-1 204 0 0,-2 0-26 0 0,-1 0-84 0 0,0 0-27 0 0,33 0-1018 0 0,-23 0-117 0 0,-19 6-4865 0 0,-8 6 3787 0 0,-23 23 1246 0 0,29-28 890 0 0</inkml:trace>
  <inkml:trace contextRef="#ctx0" brushRef="#br0" timeOffset="6065.242">302 653 5072 0 0,'-72'53'5860'0'0,"62"-46"-3562"0"0,18-8 872 0 0,-8 1-2778 0 0,44-5 2742 0 0,106 3-418 0 0,-74 4-3365 0 0,-74-2 394 0 0,15 8-6728 0 0,-34 6-3426 0 0,13-14 8874 0 0,0 0-80 0 0</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8:22.757"/>
    </inkml:context>
    <inkml:brush xml:id="br0">
      <inkml:brushProperty name="width" value="0.05" units="cm"/>
      <inkml:brushProperty name="height" value="0.05" units="cm"/>
    </inkml:brush>
  </inkml:definitions>
  <inkml:trace contextRef="#ctx0" brushRef="#br0">79 118 1808 0 0,'0'0'1402'0'0,"0"0"-169"0"0,0 0-127 0 0,0 0-94 0 0,0 0-15 0 0,0 0-80 0 0,0 0-135 0 0,0 0-45 0 0,0 0 147 0 0,0 0-43 0 0,0 0-78 0 0,0 0-35 0 0,0 0-45 0 0,0 0-13 0 0,0 0-62 0 0,0 0-5 0 0,0 0-36 0 0,0 0-4 0 0,0 0-24 0 0,0 0 40 0 0,0 0-17 0 0,0 0-52 0 0,0 0-4 0 0,0 0-25 0 0,0 0-3 0 0,0 0-64 0 0,0 0-12 0 0,0 0-34 0 0,0 0-40 0 0,0 0-34 0 0,0 0-15 0 0,0 0-26 0 0,0 0-7 0 0,0 0 10 0 0,3 0 16 0 0,53 6 997 0 0,-55-6-1046 0 0,20 0 274 0 0,402 0-549 0 0,-421 0-82 0 0,30-1-4051 0 0,-89-4-14292 0 0,48 7 16877 0 0</inkml:trace>
  <inkml:trace contextRef="#ctx0" brushRef="#br0" timeOffset="632.774">333 1 880 0 0,'7'0'9197'0'0,"-4"11"-6101"0"0,-2-4-3103 0 0,1 183 3172 0 0,-2 21-3770 0 0,0-209 350 0 0,0 10-2308 0 0,0-4 1366 0 0,-7 9-7519 0 0,3-12 9155 0 0,2-2-1833 0 0</inkml:trace>
  <inkml:trace contextRef="#ctx0" brushRef="#br0" timeOffset="1107.783">312 152 2184 0 0,'1'7'7721'0'0,"-7"12"-4230"0"0,-17 12-2911 0 0,-2-1 0 0 0,-1-1 0 0 0,-1-2 0 0 0,-2 0-1 0 0,-5 2-579 0 0,-90 34-3542 0 0,112-60 1002 0 0,5-3-3933 0 0,7 0 5113 0 0</inkml:trace>
  <inkml:trace contextRef="#ctx0" brushRef="#br0" timeOffset="1609.168">363 165 1824 0 0,'9'6'7482'0'0,"8"15"-3728"0"0,-3-4-2176 0 0,17 19 572 0 0,44 33-750 0 0,-44-50-1380 0 0,14 8-1450 0 0,-11-17-4578 0 0,3-8-1798 0 0,-4-18 6234 0 0</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8:26.112"/>
    </inkml:context>
    <inkml:brush xml:id="br0">
      <inkml:brushProperty name="width" value="0.05" units="cm"/>
      <inkml:brushProperty name="height" value="0.05" units="cm"/>
    </inkml:brush>
  </inkml:definitions>
  <inkml:trace contextRef="#ctx0" brushRef="#br0">8 0 2024 0 0,'0'0'914'0'0,"0"0"-104"0"0,0 0-125 0 0,0 0-12 0 0,0 0-64 0 0,0 0-33 0 0,0 0-35 0 0,0 0-56 0 0,0 0-17 0 0,0 0-37 0 0,0 0-33 0 0,0 0 20 0 0,0 0-22 0 0,0 0-4 0 0,0 0-50 0 0,0 0-60 0 0,0 0 17 0 0,0 0 1 0 0,0 0-54 0 0,0 0-7 0 0,0 0 12 0 0,0 0-64 0 0,0 0-5 0 0,0 0 44 0 0,0 0-3 0 0,0 0 6 0 0,0 0 24 0 0,0 0-40 0 0,0 0-58 0 0,0 0-52 0 0,0 0-10 0 0,0 0 69 0 0,0 0 47 0 0,0 0-73 0 0,0 0 61 0 0,0 0 14 0 0,0 0-100 0 0,0 0 51 0 0,0 0 15 0 0,0 0-50 0 0,0 0 8 0 0,0 0 28 0 0,4 1-73 0 0,-4-1-75 0 0,1 0 0 0 0,0 1 0 0 0,0-1 0 0 0,0 0 0 0 0,0 0 0 0 0,0 1 0 0 0,-1-1 0 0 0,1 0 0 0 0,0 1 0 0 0,0-1 0 0 0,-1 1 0 0 0,1-1 0 0 0,0 1 0 0 0,-1-1 0 0 0,1 1 0 0 0,0-1 0 0 0,-1 1 0 0 0,1 0 0 0 0,-1 0 0 0 0,1-1 0 0 0,-1 1 0 0 0,1 0 0 0 0,-1 0 0 0 0,0-1 0 0 0,1 1 0 0 0,-1 0 0 0 0,0 0 0 0 0,0 0 0 0 0,1 0 0 0 0,-1-1 0 0 0,0 1 0 0 0,0 0 0 0 0,0 0 0 0 0,0 0 0 0 0,0 0 0 0 0,0 0 0 0 0,0-1 0 0 0,-1 1 0 0 0,1 0 0 0 0,0 0 0 0 0,0 0 0 0 0,-1 0 0 0 0,1-1 0 0 0,0 1-15 0 0,-2 22 473 0 0,2 213-99 0 0,0-234-490 0 0,0 11-151 0 0,0-5-161 0 0,1-7 209 0 0,-1 0 0 0 0,1 1 0 0 0,-1-1 0 0 0,0 1 0 0 0,1-1 0 0 0,-1 1 0 0 0,0-1 0 0 0,0 0 0 0 0,0 1 0 0 0,0-1 0 0 0,0 1 0 0 0,-1-1 0 0 0,1 1-1 0 0,0-1 1 0 0,-1 1 0 0 0,1-1 0 0 0,-1 0 0 0 0,1 1 0 0 0,-1-1 0 0 0,0 0 0 0 0,1 1 0 0 0,-1-1 0 0 0,0 0 0 0 0,0 0 0 0 0,0 0 0 0 0,0 0 0 0 0,0 0 0 0 0,0 0 0 0 0,0 0 0 0 0,0 0-1 0 0,-1 0 1 0 0,1 0 0 0 0,0-1 0 0 0,0 1 0 0 0,-1 0 0 0 0,1-1 0 0 0,0 1 0 0 0,-1-1 0 0 0,1 0 219 0 0,0 0-1452 0 0,-1 0-1604 0 0,2 0 1488 0 0</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8:27.383"/>
    </inkml:context>
    <inkml:brush xml:id="br0">
      <inkml:brushProperty name="width" value="0.05" units="cm"/>
      <inkml:brushProperty name="height" value="0.05" units="cm"/>
    </inkml:brush>
  </inkml:definitions>
  <inkml:trace contextRef="#ctx0" brushRef="#br0">18 0 1044 0 0,'0'0'483'0'0,"0"0"-114"0"0,0 0-35 0 0,0 0-40 0 0,0 0-118 0 0,0 0 9 0 0,0 0 34 0 0,0 0 153 0 0,0 0 88 0 0,0 0-52 0 0,0 0-123 0 0,0 0 23 0 0,0 0 26 0 0,0 0-29 0 0,0 0-42 0 0,0 0 7 0 0,0 0-140 0 0,0 0-46 0 0,0 0 91 0 0,0 0-4 0 0,0 0-19 0 0,0 0-11 0 0,0 0-22 0 0,0 0-3 0 0,0 0-39 0 0,0 0 48 0 0,0 0-5 0 0,0 0-8 0 0,0 0 20 0 0,0 0 32 0 0,0 0-30 0 0,0 0 4 0 0,0 0 32 0 0,0 0-21 0 0,0 0 39 0 0,0 0 7 0 0,0 0-4 0 0,0 0-56 0 0,0 0 4 0 0,0 0-12 0 0,0 0-20 0 0,0 0 33 0 0,0 0-54 0 0,0 0-19 0 0,0 0 23 0 0,0 0-26 0 0,0 0-33 0 0,0 0 46 0 0,0 0 28 0 0,0 0-33 0 0,0 0-22 0 0,0 0 30 0 0,0 0-10 0 0,0 0-26 0 0,0 0-8 0 0,0 0 40 0 0,0 0-57 0 0,0 0-42 0 0,0 0 3 0 0,0 0 33 0 0,0 0-22 0 0,0 0 38 0 0,0 0-22 0 0,0 0 39 0 0,0 0 32 0 0,0 0 20 0 0,0 0-8 0 0,0 0-40 0 0,0 0 45 0 0,0 0 49 0 0,0 0 6 0 0,0 0-62 0 0,0 0 1 0 0,0 0 4 0 0,0 0 58 0 0,0 0-5 0 0,0 0-72 0 0,0 0-10 0 0,0 0-10 0 0,0 0-37 0 0,0 0 25 0 0,0 0 6 0 0,0 0 34 0 0,0 0-30 0 0,0 0-19 0 0,0 0 5 0 0,0 0 20 0 0,0 0-34 0 0,0 4 29 0 0,6 78 487 0 0,-6 141-720 0 0,-12-214-823 0 0,11-7 698 0 0,-7 13-1394 0 0,6-21-2778 0 0,3-1 1598 0 0,0 3 1401 0 0</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8:30.471"/>
    </inkml:context>
    <inkml:brush xml:id="br0">
      <inkml:brushProperty name="width" value="0.05" units="cm"/>
      <inkml:brushProperty name="height" value="0.05" units="cm"/>
    </inkml:brush>
  </inkml:definitions>
  <inkml:trace contextRef="#ctx0" brushRef="#br0">0 126 976 0 0,'0'0'818'0'0,"0"0"-84"0"0,0-4-38 0 0,0-5-450 0 0,0 5 3110 0 0,0 0 3543 0 0,4 4-6729 0 0,9 0-43 0 0,-9 0 1 0 0,0 1 9 0 0,-3-1-126 0 0,-1 0 0 0 0,1 0 1 0 0,0 0-1 0 0,0 0 0 0 0,-1 1 1 0 0,1-1-1 0 0,0 0 1 0 0,0 0-1 0 0,-1 1 0 0 0,1-1 1 0 0,0 0-1 0 0,-1 1 0 0 0,1-1 1 0 0,0 0-1 0 0,-1 1 0 0 0,1-1 1 0 0,0 1-1 0 0,-1 0 1 0 0,1-1-1 0 0,-1 1 0 0 0,1-1 1 0 0,-1 1-1 0 0,0 0 0 0 0,1-1 1 0 0,-1 1-1 0 0,1 0 0 0 0,-1-1 1 0 0,0 1-1 0 0,0 0 1 0 0,1 0-1 0 0,-1-1 0 0 0,0 1 1 0 0,0 0-1 0 0,0 0 0 0 0,0 0 1 0 0,0-1-1 0 0,0 1 0 0 0,0 0 1 0 0,0 0-1 0 0,0-1 1 0 0,0 1-1 0 0,-1 0 0 0 0,1 0 1 0 0,0-1-1 0 0,0 1 0 0 0,-1 0 1 0 0,1 0-12 0 0,3 47 420 0 0,-3-46-378 0 0,0 0-35 0 0,0 6 38 0 0,0 59 3563 0 0,0-65-3536 0 0,0-2-29 0 0,0 24 245 0 0,0 2 364 0 0,30-13-213 0 0,9-20-123 0 0,-38 7-263 0 0,-1 0-8 0 0,24 0 31 0 0,155 0-180 0 0,-161 0-44 0 0,-17 0 62 0 0,32-2-1114 0 0,-21-5 478 0 0,-13 0-3518 0 0,-13-2-7328 0 0,13 8 10149 0 0</inkml:trace>
  <inkml:trace contextRef="#ctx0" brushRef="#br0" timeOffset="618.696">414 106 1372 0 0,'-4'-5'6845'0'0,"4"85"-1550"0"0,0 2-6189 0 0,0-80 460 0 0,0 16-1239 0 0,0-13-6012 0 0,0-5 6299 0 0</inkml:trace>
  <inkml:trace contextRef="#ctx0" brushRef="#br0" timeOffset="1574.61">271 6 880 0 0,'9'-5'11901'0'0,"-10"79"-11154"0"0,1-73-659 0 0,0 39 381 0 0,0-25-402 0 0,0 190 409 0 0,0-69-763 0 0,0-135 173 0 0,0 38-2674 0 0,0-22 1509 0 0,0-3-6055 0 0,0-4 5844 0 0</inkml:trace>
  <inkml:trace contextRef="#ctx0" brushRef="#br0" timeOffset="2607.707">59 555 1184 0 0,'-13'5'10268'0'0,"18"6"-4530"0"0,75-5-929 0 0,-29-18-4239 0 0,32-1 208 0 0,33 13-1252 0 0,-114 0 426 0 0,10 0-120 0 0,5 0 84 0 0,-15 0 57 0 0,30 0-416 0 0,21 0-2086 0 0,-64-17-13545 0 0,9 16 14506 0 0</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8:35.409"/>
    </inkml:context>
    <inkml:brush xml:id="br0">
      <inkml:brushProperty name="width" value="0.05" units="cm"/>
      <inkml:brushProperty name="height" value="0.05" units="cm"/>
    </inkml:brush>
  </inkml:definitions>
  <inkml:trace contextRef="#ctx0" brushRef="#br0">57 223 1148 0 0,'0'0'1536'0'0,"-3"0"-244"0"0,-7 1 669 0 0,-4 10 10406 0 0,14-3-11189 0 0,3 2-3310 0 0,4 61 2142 0 0,-6-35-4320 0 0,-2-21-1876 0 0,1-13 4486 0 0,0-2 134 0 0,0 0 56 0 0</inkml:trace>
  <inkml:trace contextRef="#ctx0" brushRef="#br0" timeOffset="724.959">46 142 2284 0 0,'0'0'1396'0'0,"0"0"-146"0"0,0 0 5604 0 0,23 12-575 0 0,25-10-4201 0 0,-47-2-1936 0 0,1 0-28 0 0,141 0 930 0 0,-104 1-1055 0 0,-14 8-110 0 0,11 7-215 0 0,-32-13 257 0 0,-4-3-27 0 0,33 0-581 0 0,10-21 242 0 0,-43 21 425 0 0,0 0 18 0 0,0 0-10 0 0,0 0-44 0 0,0 0 74 0 0,0 0 46 0 0,0 0-54 0 0,2 4-36 0 0,17 71-54 0 0,-19-73-99 0 0,0 25-916 0 0,-21 37-3899 0 0,12-48 1338 0 0,-2 12-3030 0 0,8-23 5172 0 0</inkml:trace>
  <inkml:trace contextRef="#ctx0" brushRef="#br0" timeOffset="1466.941">54 403 856 0 0,'-18'-1'9413'0'0,"18"1"-9115"0"0,0 1 0 0 0,1-1 0 0 0,-1 0-1 0 0,0 0 1 0 0,0 0 0 0 0,0 0-1 0 0,0 0 1 0 0,0 1 0 0 0,0-1 0 0 0,0 0-1 0 0,0 0 1 0 0,0 0 0 0 0,0 1 0 0 0,0-1-1 0 0,0 0 1 0 0,0 0 0 0 0,0 0 0 0 0,0 0-1 0 0,0 1 1 0 0,0-1 0 0 0,0 0 0 0 0,0 0-298 0 0,12 1 1315 0 0,63 4 2000 0 0,226-5-2713 0 0,-299 0-928 0 0,-2 0 4 0 0,12-3-2786 0 0,-4-13 997 0 0,-27 8-6931 0 0,1 4 4459 0 0,13 4 3135 0 0</inkml:trace>
  <inkml:trace contextRef="#ctx0" brushRef="#br0" timeOffset="2215.336">192 33 1504 0 0,'13'-28'10340'0'0,"-6"26"-9455"0"0,-7 2-850 0 0,0-1 1 0 0,1 1-1 0 0,-1 0 0 0 0,0 0 1 0 0,1-1-1 0 0,-1 1 0 0 0,1 0 1 0 0,-1 0-1 0 0,1 0 0 0 0,-1 0 0 0 0,1-1 1 0 0,-1 1-1 0 0,1 0 0 0 0,-1 0 1 0 0,1 0-1 0 0,-1 0 0 0 0,1 0 1 0 0,-1 0-1 0 0,0 0 0 0 0,1 1 0 0 0,-1-1 1 0 0,1 0-1 0 0,-1 0 0 0 0,1 0 1 0 0,-1 0-1 0 0,1 1 0 0 0,-1-1 1 0 0,0 0-1 0 0,1 0 0 0 0,-1 1 1 0 0,1-1-1 0 0,-1 0 0 0 0,0 0 0 0 0,1 1 1 0 0,-1-1-1 0 0,0 1 0 0 0,1-1 1 0 0,-1 0-1 0 0,0 1 0 0 0,0-1 1 0 0,0 1-1 0 0,1-1 0 0 0,-1 0 0 0 0,0 1 1 0 0,0-1-1 0 0,0 1 0 0 0,0-1 1 0 0,0 1-1 0 0,0-1 0 0 0,1 1 1 0 0,-1-1-1 0 0,0 1 0 0 0,-1-1 1 0 0,1 1-1 0 0,0-1 0 0 0,0 1 0 0 0,0-1 1 0 0,0 1-1 0 0,0-1-35 0 0,1 250 1629 0 0,-10-105-1502 0 0,4-109-257 0 0,-17 33-517 0 0,22-67 437 0 0,-8 29-1657 0 0,-4-22-7685 0 0,11-8 8008 0 0,1 2 14 0 0</inkml:trace>
  <inkml:trace contextRef="#ctx0" brushRef="#br0" timeOffset="3039.362">12 604 2296 0 0,'-6'-3'7043'0'0,"4"7"-3918"0"0,-1-1 2001 0 0,5-2-4941 0 0,0 1 0 0 0,0-1 0 0 0,0 0 0 0 0,0 0 0 0 0,0 0 1 0 0,0 0-1 0 0,0 0 0 0 0,0 0 0 0 0,0-1 0 0 0,1 1 1 0 0,-1-1-1 0 0,0 0 0 0 0,0 1 0 0 0,1-1 0 0 0,-1 0 0 0 0,0 0 1 0 0,1 0-1 0 0,-1-1 0 0 0,0 1 0 0 0,0-1 0 0 0,1 1 0 0 0,-1-1 1 0 0,1 0-186 0 0,20-1 996 0 0,83-8 307 0 0,73-1-349 0 0,-117 12-921 0 0,-57 2-42 0 0,26 14 155 0 0,-25-16-151 0 0,20 1-1857 0 0,-17-4-4315 0 0,-26-9-8113 0 0,13 11 12696 0 0</inkml:trace>
  <inkml:trace contextRef="#ctx0" brushRef="#br0" timeOffset="3478.391">477 528 1616 0 0,'0'0'8279'0'0,"12"40"-2678"0"0,10 20-3267 0 0,-15-36-1857 0 0,2 7-564 0 0,-6-12-4953 0 0,-3-17 3252 0 0,0-2-61 0 0,0 0 4 0 0,0 0 149 0 0,-4 13-1228 0 0,2-13 1618 0 0</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8:40.435"/>
    </inkml:context>
    <inkml:brush xml:id="br0">
      <inkml:brushProperty name="width" value="0.05" units="cm"/>
      <inkml:brushProperty name="height" value="0.05" units="cm"/>
    </inkml:brush>
  </inkml:definitions>
  <inkml:trace contextRef="#ctx0" brushRef="#br0">23 75 1636 0 0,'0'0'1067'0'0,"0"0"-101"0"0,0 0-81 0 0,0 0-37 0 0,0 0-105 0 0,0 0 13 0 0,0 0-38 0 0,0 0-97 0 0,0 0-32 0 0,0 0-12 0 0,0 0 33 0 0,0 0-88 0 0,0 0 15 0 0,0 0 13 0 0,0 0-83 0 0,0 0-62 0 0,0 0-17 0 0,0 0 74 0 0,0 0-42 0 0,-5 12 753 0 0,9 25-238 0 0,-4-36-809 0 0,0 1 104 0 0,0 55 1068 0 0,0-16-4816 0 0,-11-21 1469 0 0,3-14-4797 0 0,7-6 5215 0 0,0 0 82 0 0</inkml:trace>
  <inkml:trace contextRef="#ctx0" brushRef="#br0" timeOffset="793.358">26 25 2224 0 0,'0'-9'10051'0'0,"15"3"-5646"0"0,-10 4-3831 0 0,20-2 962 0 0,121 0 609 0 0,-90 4-2013 0 0,-33 12-73 0 0,69 13-207 0 0,-82 13-81 0 0,-10-37 223 0 0,0 13-96 0 0,-3 60-1227 0 0,-23-19-1624 0 0,26-54 2159 0 0,0-1 30 0 0,0 0-38 0 0,0 10-1466 0 0,-2-4-3519 0 0,-15 14 2656 0 0,17-17 1558 0 0</inkml:trace>
  <inkml:trace contextRef="#ctx0" brushRef="#br0" timeOffset="1419.452">31 256 888 0 0,'-26'8'14747'0'0,"32"-12"-14380"0"0,0 1 1 0 0,0-1 0 0 0,1 2 0 0 0,-1-1-1 0 0,1 1 1 0 0,-1 0 0 0 0,1 0-1 0 0,0 1 1 0 0,0 0 0 0 0,0 0-1 0 0,-1 1 1 0 0,1 0 0 0 0,0 0 0 0 0,4 1-368 0 0,11-2 472 0 0,-20 1-374 0 0,0 0-21 0 0,127 0 795 0 0,-72 0-6466 0 0,-51 5 1612 0 0,-12 1-1815 0 0,6-6 5469 0 0,-8 9-2919 0 0,6-5 1749 0 0</inkml:trace>
  <inkml:trace contextRef="#ctx0" brushRef="#br0" timeOffset="1888.478">103 299 1180 0 0,'12'12'9384'0'0,"-13"21"-6496"0"0,-1-12-2011 0 0,-17 31 43 0 0,-35 46-1934 0 0,36-87-749 0 0,11-9-1363 0 0,1-1-3684 0 0,6-1 5402 0 0</inkml:trace>
  <inkml:trace contextRef="#ctx0" brushRef="#br0" timeOffset="2685.471">229 279 1228 0 0,'5'-5'5125'0'0,"-5"5"-2289"0"0,5 7 247 0 0,-4 62 885 0 0,-1-67-3758 0 0,0 0-20 0 0,-21 92 766 0 0,19-46 134 0 0,2-46-1061 0 0,0-2 57 0 0,0 0 3 0 0,3 13 284 0 0,1-10-321 0 0,-1 0-1 0 0,1 0 1 0 0,0-1-1 0 0,0 0 1 0 0,0 1-1 0 0,0-1 1 0 0,0-1-1 0 0,0 1 1 0 0,1-1 0 0 0,-1 1-1 0 0,1-1 1 0 0,-1-1-1 0 0,1 1 1 0 0,-1 0-1 0 0,1-1 1 0 0,2 0-52 0 0,-6 0 32 0 0,43 0 183 0 0,53 0-41 0 0,-96 0-179 0 0,32-9 14 0 0,-20-11-1388 0 0,-27-12-4983 0 0,-17 5 251 0 0,13 16 5179 0 0,-25-14-2111 0 0,25 11 1417 0 0</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9:24.244"/>
    </inkml:context>
    <inkml:brush xml:id="br0">
      <inkml:brushProperty name="width" value="0.05" units="cm"/>
      <inkml:brushProperty name="height" value="0.05" units="cm"/>
    </inkml:brush>
  </inkml:definitions>
  <inkml:trace contextRef="#ctx0" brushRef="#br0">23 130 1860 0 0,'0'0'946'0'0,"0"0"-44"0"0,0 0-140 0 0,0 0-60 0 0,0 0-37 0 0,0 0-80 0 0,0 0-80 0 0,0 0-41 0 0,0 0-24 0 0,0 0-27 0 0,0 0 30 0 0,0 0-72 0 0,0-4-21 0 0,-1-8 830 0 0,-2 21 1890 0 0,-1 13-511 0 0,3-10-3593 0 0,1-11 1014 0 0,0 37 181 0 0,0 31-45 0 0,-11-53-187 0 0,11 26 275 0 0,0-40-242 0 0,-2 30 814 0 0,2-32-736 0 0,1 0 1 0 0,-1 0-1 0 0,1 0 0 0 0,-1 0 1 0 0,0 1-1 0 0,1-1 1 0 0,-1 0-1 0 0,1 0 0 0 0,-1 0 1 0 0,0 0-1 0 0,1 1 1 0 0,-1-1-1 0 0,0 0 0 0 0,1 0 1 0 0,-1 1-1 0 0,0-1 0 0 0,1 0 1 0 0,-1 1-1 0 0,0-1 1 0 0,1 0-1 0 0,-1 1 0 0 0,0-1 1 0 0,0 0-1 0 0,0 1 1 0 0,1-1-1 0 0,-1 0 0 0 0,0 1 1 0 0,0-1-1 0 0,0 1 1 0 0,0-1-1 0 0,0 1 0 0 0,0-1 1 0 0,0 0-1 0 0,0 1 0 0 0,0-1 1 0 0,0 1-1 0 0,0-1 1 0 0,0 1-1 0 0,0-1 0 0 0,0 0 1 0 0,0 1-1 0 0,0-1 1 0 0,0 1-1 0 0,0-1 0 0 0,-1 0 1 0 0,1 1-1 0 0,0-1 1 0 0,0 0-1 0 0,0 1 0 0 0,-1-1 1 0 0,1 0-1 0 0,0 1 0 0 0,-1-1 1 0 0,1 0-1 0 0,0 1 1 0 0,-1-1-1 0 0,1 0-40 0 0,23-6 1001 0 0,45-24 269 0 0,-2 6-965 0 0,-1 4-309 0 0,-22 16-1277 0 0,-34 0-2600 0 0,-25 6-5362 0 0,12-1 6169 0 0,1-5 1444 0 0</inkml:trace>
  <inkml:trace contextRef="#ctx0" brushRef="#br0" timeOffset="971.429">264 27 1372 0 0,'11'-26'8064'0'0,"-11"26"-7770"0"0,0 0 2 0 0,0 0-40 0 0,0 0-38 0 0,0 0-50 0 0,0 0 13 0 0,0 0-8 0 0,0 0-2 0 0,0 0 8 0 0,0 0 27 0 0,0 0-1 0 0,0 0-2 0 0,0 0-15 0 0,0 0 12 0 0,0 0-28 0 0,0 0 59 0 0,0 0-18 0 0,0 0 44 0 0,0 0 13 0 0,0 0-72 0 0,0 0 19 0 0,1 6 51 0 0,8 63 576 0 0,-9-68-737 0 0,0 25 268 0 0,0 415 1029 0 0,0-440-1328 0 0,0 34-304 0 0,-3-22-632 0 0,0-22-8625 0 0,0 4 6332 0 0,2 1 1681 0 0</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9:30.538"/>
    </inkml:context>
    <inkml:brush xml:id="br0">
      <inkml:brushProperty name="width" value="0.05" units="cm"/>
      <inkml:brushProperty name="height" value="0.05" units="cm"/>
    </inkml:brush>
  </inkml:definitions>
  <inkml:trace contextRef="#ctx0" brushRef="#br0">0 168 2016 0 0,'0'0'1190'0'0,"0"0"-109"0"0,0 0-157 0 0,0 0-20 0 0,0 0-81 0 0,0 0-8 0 0,0 0-71 0 0,0 0-38 0 0,0 0-92 0 0,0 0-29 0 0,0 0 33 0 0,0 0 3 0 0,0 0-28 0 0,0 0-60 0 0,0 0-59 0 0,0 0-49 0 0,0 0-46 0 0,0 0-43 0 0,7 0 4 0 0,-5 0-327 0 0,-1 0 17 0 0,0-1 1 0 0,0 1-1 0 0,1 0 0 0 0,-1 0 1 0 0,0 0-1 0 0,0 0 1 0 0,0 0-1 0 0,0 0 0 0 0,0 0 1 0 0,0 0-1 0 0,0 1 0 0 0,0-1 1 0 0,0 0-1 0 0,0 0 0 0 0,0 1 1 0 0,0-1-1 0 0,0 1 0 0 0,0-1 1 0 0,0 1-1 0 0,0-1 0 0 0,0 1 1 0 0,-1 0-1 0 0,1-1 0 0 0,0 1 1 0 0,0 0-1 0 0,-1 0 1 0 0,1 0-1 0 0,0-1 0 0 0,-1 1 1 0 0,1 0-1 0 0,-1 0 0 0 0,1 0 1 0 0,-1 0-1 0 0,1 0 0 0 0,-1 0 1 0 0,0 0-1 0 0,1 0 0 0 0,-1 0 1 0 0,0 0-1 0 0,0 0 0 0 0,0 1 1 0 0,0-1-1 0 0,0 0 0 0 0,0 0 1 0 0,0 0-1 0 0,0 0 0 0 0,-1 0 1 0 0,1 1-31 0 0,0 35 529 0 0,2 16-141 0 0,-1-19-217 0 0,-1-11-19 0 0,1 0 66 0 0,-1-7-19 0 0,-1 1-204 0 0,-2 14-2124 0 0,3-23-4347 0 0,7-43 160 0 0,-4 25 4774 0 0</inkml:trace>
  <inkml:trace contextRef="#ctx0" brushRef="#br0" timeOffset="1018.144">23 55 1612 0 0,'-6'-13'11627'0'0,"10"8"-7572"0"0,51 8-1379 0 0,66-4-1844 0 0,-19-28-765 0 0,-84 24-38 0 0,-6 2-50 0 0,-3 2-60 0 0,18 1 148 0 0,9 0-215 0 0,-35 0 145 0 0,-1 0-4 0 0,34 0-93 0 0,-18 0 34 0 0,-14 0 115 0 0,-2 0-43 0 0,0 0-36 0 0,0 0-14 0 0,13 2 97 0 0,0 40-114 0 0,-13-32 26 0 0,0 35 190 0 0,0-43-124 0 0,0 0-83 0 0,0 145 40 0 0,0-87-360 0 0,0-20-232 0 0,0 21-1530 0 0,0-22-3305 0 0,-5-28 3724 0 0,2-8-277 0 0,2 2-3495 0 0,1-5 4059 0 0</inkml:trace>
  <inkml:trace contextRef="#ctx0" brushRef="#br0" timeOffset="1796.27">65 489 876 0 0,'-36'-1'12046'0'0,"32"5"-6171"0"0,69-15-4058 0 0,-64 11-1698 0 0,24 0 230 0 0,266 0 341 0 0,-290 0-767 0 0,24-3-1708 0 0,-24 2 1459 0 0,7-10 213 0 0,-10 7-3287 0 0,-21 3-4794 0 0,-4 0 3306 0 0,13 1 3531 0 0</inkml:trace>
  <inkml:trace contextRef="#ctx0" brushRef="#br0" timeOffset="2924.369">21 97 1240 0 0,'0'0'743'0'0,"1"-10"3314"0"0,1 14 2244 0 0,10 123-5909 0 0,2-88-393 0 0,-14-37-28 0 0,0-2-5 0 0,0 0 20 0 0,0 0 29 0 0,0 14-651 0 0,-3-9-1894 0 0,2-7-3416 0 0,-1 2 4352 0 0</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9:28.061"/>
    </inkml:context>
    <inkml:brush xml:id="br0">
      <inkml:brushProperty name="width" value="0.05" units="cm"/>
      <inkml:brushProperty name="height" value="0.05" units="cm"/>
    </inkml:brush>
  </inkml:definitions>
  <inkml:trace contextRef="#ctx0" brushRef="#br0">18 69 1808 0 0,'0'0'1072'0'0,"0"0"-116"0"0,0 0-122 0 0,0 0-95 0 0,0 0-30 0 0,0 0-16 0 0,0 0-79 0 0,0 0-58 0 0,0 0-4 0 0,0 0-13 0 0,0 0 53 0 0,0 0 8 0 0,0 0-9 0 0,0 0 36 0 0,0 0-66 0 0,0 0-74 0 0,0 0 28 0 0,0 0-32 0 0,0 0-49 0 0,0 0-19 0 0,0 0 9 0 0,0 0-18 0 0,0 0-38 0 0,0 0-44 0 0,0 0-28 0 0,0 0 36 0 0,-3 0-91 0 0,2 0-187 0 0,0 0 0 0 0,1 0 0 0 0,-1 0 0 0 0,1 0 1 0 0,-1 0-1 0 0,1-1 0 0 0,-1 1 0 0 0,0 0 0 0 0,1 0 0 0 0,-1 0 0 0 0,1 0 0 0 0,-1-1 0 0 0,1 1 0 0 0,-1 0 0 0 0,1-1 0 0 0,-1 1 0 0 0,1 0 0 0 0,0-1 1 0 0,-1 1-1 0 0,1-1 0 0 0,-1 1 0 0 0,1 0 0 0 0,0-1 0 0 0,-1 1 0 0 0,1-1 0 0 0,0 1 0 0 0,0-1 0 0 0,-1 1 0 0 0,1-1 0 0 0,0 1 0 0 0,0-1 0 0 0,0 0 1 0 0,-1 1-1 0 0,1-1 0 0 0,0 1 0 0 0,0-1 0 0 0,0 1 0 0 0,0-1 0 0 0,0 0 0 0 0,0 1 0 0 0,0-1 0 0 0,1 1 0 0 0,-1-1 0 0 0,0 1 0 0 0,0-1 0 0 0,0 1 1 0 0,1-1-1 0 0,-1 1 0 0 0,0-1 0 0 0,0 1 0 0 0,1-1 0 0 0,-1 1 0 0 0,0-1 0 0 0,1 1 0 0 0,-1-1 0 0 0,1 1 0 0 0,-1 0 0 0 0,0-1 0 0 0,1 1 0 0 0,-1 0 1 0 0,1-1-55 0 0,36-11 962 0 0,60-2-26 0 0,5 0-585 0 0,-2 11-657 0 0,-99 3 255 0 0,33 0-471 0 0,-33 0 521 0 0,0 0 1 0 0,0 0-1 0 0,0 0 0 0 0,0 0 0 0 0,0 0 0 0 0,0 0 0 0 0,0 0 0 0 0,0 0 0 0 0,0 0 1 0 0,0 0-1 0 0,0 0 0 0 0,0 1 0 0 0,0-1 0 0 0,0 0 0 0 0,-1 1 0 0 0,1-1 1 0 0,0 1-1 0 0,0-1 0 0 0,0 1 0 0 0,0-1 0 0 0,-1 1 0 0 0,1 0 0 0 0,0-1 0 0 0,-1 1 1 0 0,1 0-1 0 0,0 0 0 0 0,-1 0 0 0 0,1-1 0 0 0,-1 1 0 0 0,1 0 0 0 0,-1 0 0 0 0,0 0 1 0 0,1 0-1 0 0,-1 0 0 0 0,0 0 0 0 0,1 0 0 0 0,-1 0 0 0 0,0 0 0 0 0,0 0 1 0 0,0-1-1 0 0,0 1 0 0 0,0 0 0 0 0,0 0 0 0 0,0 0 0 0 0,0 0 0 0 0,-1 0 0 0 0,1 0 1 0 0,0 0-1 0 0,-1 0 0 0 0,1 0 0 0 0,0 0 0 0 0,-1 0 0 0 0,1 0 0 0 0,-1-1 0 0 0,1 1 1 0 0,-1 0 0 0 0,-2 88-372 0 0,-2-66-276 0 0,-2 9-4137 0 0,0-1-4001 0 0,1-23 8319 0 0,0-4-2471 0 0,4-5 1457 0 0</inkml:trace>
  <inkml:trace contextRef="#ctx0" brushRef="#br0" timeOffset="673.656">46 219 1588 0 0,'-12'2'5134'0'0,"0"7"4359"0"0,84-12-5378 0 0,17 3-3204 0 0,67 0-2614 0 0,-146-1-419 0 0,-9 1-1212 0 0,-18 13-5741 0 0,13-8 7549 0 0,-1-1 97 0 0</inkml:trace>
  <inkml:trace contextRef="#ctx0" brushRef="#br0" timeOffset="1660.78">70 279 848 0 0,'0'-1'3530'0'0,"5"10"2243"0"0,-1 62-3165 0 0,-4-56-2196 0 0,0-3-339 0 0,0 1 66 0 0,0 68 1257 0 0,0-79-1304 0 0,0-2-12 0 0,0 0 112 0 0,-3 24 2103 0 0,-6-15 630 0 0,80-23-977 0 0,-69 14-1839 0 0,10 0 124 0 0,121-7 303 0 0,9 7-737 0 0,-139 0-96 0 0,7-1-1610 0 0,-1 1-2341 0 0,-17-3-2571 0 0,-7-8 442 0 0,11 7 4993 0 0</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9:35.198"/>
    </inkml:context>
    <inkml:brush xml:id="br0">
      <inkml:brushProperty name="width" value="0.05" units="cm"/>
      <inkml:brushProperty name="height" value="0.05" units="cm"/>
    </inkml:brush>
  </inkml:definitions>
  <inkml:trace contextRef="#ctx0" brushRef="#br0">65 13 1616 0 0,'0'0'794'0'0,"0"0"-124"0"0,0 0-28 0 0,0 0 2 0 0,0 0-15 0 0,0 0 3 0 0,0 0-58 0 0,0 0 27 0 0,0 0 56 0 0,0 0-21 0 0,0 0-49 0 0,0 0 44 0 0,0 0 10 0 0,0 0-63 0 0,0 0-1 0 0,0 0-32 0 0,0 0 6 0 0,0 0-78 0 0,0 0-17 0 0,0 0 107 0 0,0 0-38 0 0,0 0-42 0 0,0 0-39 0 0,0 0 11 0 0,0 0-73 0 0,0 0-31 0 0,0 0-42 0 0,0 0 6 0 0,0 0-40 0 0,0 0-6 0 0,0 0-10 0 0,0 0 11 0 0,0 0-20 0 0,0 0 14 0 0,0 0 4 0 0,0 0 12 0 0,0 0-32 0 0,0 0-3 0 0,0 0 2 0 0,0 0 5 0 0,5-13 491 0 0,246 15 1483 0 0,-249-2-2258 0 0,38 0-204 0 0,-38 0 207 0 0,-2 0-15 0 0,1 0 22 0 0,5 0 13 0 0,-4 0 23 0 0,-2 0-12 0 0,1 0-5 0 0,0 0 0 0 0,-1 0-1 0 0,1 0 1 0 0,0 0-1 0 0,0 0 1 0 0,0 0 0 0 0,0 1-1 0 0,0-1 1 0 0,0 0-1 0 0,0 1 1 0 0,-1-1 0 0 0,1 0-1 0 0,0 1 1 0 0,0-1-1 0 0,-1 1 1 0 0,1-1 0 0 0,0 1-1 0 0,0 0 1 0 0,-1-1 0 0 0,1 1-1 0 0,-1 0 1 0 0,1-1-1 0 0,-1 1 1 0 0,1 0 0 0 0,-1 0-1 0 0,1-1 1 0 0,-1 1-1 0 0,1 0 1 0 0,-1 0 0 0 0,0 0-1 0 0,0 0 1 0 0,1 0-1 0 0,-1-1 1 0 0,0 1 0 0 0,0 0-1 0 0,0 0 1 0 0,0 0-1 0 0,0 0 1 0 0,0 0 0 0 0,0 0-1 0 0,0 0 1 0 0,-1 0-1 0 0,1-1 1 0 0,0 1 0 0 0,0 0-1 0 0,-1 0 1 0 0,1 0-1 0 0,-1 0 1 0 0,1-1 0 0 0,0 1-1 0 0,-1 0 1 0 0,0 0 3 0 0,1 2-37 0 0,-31 70-6528 0 0,5-31-6559 0 0,25-38 11685 0 0</inkml:trace>
  <inkml:trace contextRef="#ctx0" brushRef="#br0" timeOffset="609.793">27 204 1412 0 0,'-7'-2'10792'0'0,"23"3"-7407"0"0,35-1-621 0 0,-50 0-2566 0 0,23 0 307 0 0,155 0 521 0 0,-178 0-1115 0 0,24-3-2538 0 0,-24-7 902 0 0,-18 15-7480 0 0,5 1 6177 0 0,4-3 1352 0 0</inkml:trace>
  <inkml:trace contextRef="#ctx0" brushRef="#br0" timeOffset="1502.277">0 212 1664 0 0,'16'11'8162'0'0,"-10"10"-6429"0"0,-4-5-1652 0 0,-1-1 138 0 0,-1-6 425 0 0,0 12 173 0 0,0 11-260 0 0,0-30-457 0 0,0 32 1100 0 0,4 3 2382 0 0,60-41-1321 0 0,-63 4-2136 0 0,21 0 163 0 0,147 0 275 0 0,-163-3-542 0 0,84-24-558 0 0,-82 28-9817 0 0,-23 8 2926 0 0,11-7 6014 0 0</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9:39.302"/>
    </inkml:context>
    <inkml:brush xml:id="br0">
      <inkml:brushProperty name="width" value="0.05" units="cm"/>
      <inkml:brushProperty name="height" value="0.05" units="cm"/>
    </inkml:brush>
  </inkml:definitions>
  <inkml:trace contextRef="#ctx0" brushRef="#br0">1 62 2156 0 0,'0'0'1200'0'0,"0"0"-92"0"0,0 0-113 0 0,0 0-27 0 0,0 0-42 0 0,0 0-48 0 0,0 0-122 0 0,0 0-75 0 0,0 0 52 0 0,0 0-56 0 0,0 0-25 0 0,0 0-57 0 0,0 0-67 0 0,0 0-5 0 0,0 0 126 0 0,0 0-37 0 0,0 0-18 0 0,0 0-38 0 0,0 0-20 0 0,0 0-55 0 0,0 0-28 0 0,0 0-32 0 0,0 0 7 0 0,0 0-22 0 0,0 0-48 0 0,0 0-38 0 0,0 0-4 0 0,0 0-43 0 0,0 0-17 0 0,0 0-37 0 0,0 0-2 0 0,0 0-19 0 0,0 0 0 0 0,0 0-11 0 0,0 0-10 0 0,0 0-17 0 0,0 0 28 0 0,0 0 10 0 0,0 0-19 0 0,0 0-22 0 0,0 0-30 0 0,0 0 19 0 0,0 0-41 0 0,0 0-11 0 0,0 0 38 0 0,0 0 4 0 0,0 0-20 0 0,0 0-52 0 0,1 7-10 0 0,30 55 172 0 0,68 58 105 0 0,-65-72-1087 0 0,-59-77-18196 0 0,26 23 17588 0 0,-3 2 8 0 0</inkml:trace>
  <inkml:trace contextRef="#ctx0" brushRef="#br0" timeOffset="1027.117">363 1 1676 0 0,'5'6'9214'0'0,"-20"49"-3533"0"0,-37 24-4618 0 0,35-56-692 0 0,-78 97 440 0 0,92-115-1417 0 0,-11 7-3845 0 0,22-24 3711 0 0,4 10 3280 0 0,-8 80 63 0 0,-4-77-2542 0 0,0 4 42 0 0,0 14 97 0 0,0-10-121 0 0,0-3 4 0 0,0 26 42 0 0,0 20-2687 0 0,0-50 1749 0 0,0 3-470 0 0,0 8-2325 0 0,0-6-4209 0 0,0 2 6323 0 0</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9:43.295"/>
    </inkml:context>
    <inkml:brush xml:id="br0">
      <inkml:brushProperty name="width" value="0.05" units="cm"/>
      <inkml:brushProperty name="height" value="0.05" units="cm"/>
    </inkml:brush>
  </inkml:definitions>
  <inkml:trace contextRef="#ctx0" brushRef="#br0">1 1 2108 0 0,'0'0'1202'0'0,"0"0"-143"0"0,0 0-128 0 0,0 0-48 0 0,0 0-67 0 0,0 0-100 0 0,0 0 14 0 0,0 0-65 0 0,0 0-26 0 0,0 0-22 0 0,0 0 19 0 0,0 0-34 0 0,0 0-27 0 0,0 0-52 0 0,0 0-59 0 0,0 0-48 0 0,0 0-44 0 0,0 0-36 0 0,0 0-10 0 0,0 0-17 0 0,0 0 23 0 0,0 0 72 0 0,0 0 24 0 0,0 0-22 0 0,0 0-55 0 0,0 0-45 0 0,0 0-18 0 0,0 0 22 0 0,0 0-38 0 0,4 1-42 0 0,5 4-108 0 0,0 0 0 0 0,0 0 1 0 0,-1 2-1 0 0,0-1 0 0 0,0 1 1 0 0,0 0-1 0 0,-1 0 0 0 0,0 1 1 0 0,-1 0-1 0 0,1 0 0 0 0,-2 1 1 0 0,1 0-1 0 0,-1 0 0 0 0,0 1-122 0 0,13 18 367 0 0,33 35 72 0 0,14 9-358 0 0,-38-45 759 0 0,-25-23 151 0 0,16-17-285 0 0,142-136-301 0 0,-63 87-412 0 0,-50 28-1472 0 0,-60 37-12835 0 0,-3 4 9279 0 0,9-5 3457 0 0</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9:45.699"/>
    </inkml:context>
    <inkml:brush xml:id="br0">
      <inkml:brushProperty name="width" value="0.05" units="cm"/>
      <inkml:brushProperty name="height" value="0.05" units="cm"/>
    </inkml:brush>
  </inkml:definitions>
  <inkml:trace contextRef="#ctx0" brushRef="#br0">0 58 1016 0 0,'0'0'947'0'0,"0"0"-43"0"0,0 0-145 0 0,3 0-26 0 0,5-1 569 0 0,-1-7 7856 0 0,-6-1-10173 0 0,-1 5 1134 0 0,0 4 13 0 0,0 0-38 0 0,0 0 39 0 0,0 0-5 0 0,0 0 23 0 0,13 0 107 0 0,-5 0 3061 0 0,-5 4-3201 0 0,-1 0-85 0 0,0 0 0 0 0,-1 1 1 0 0,1-1-1 0 0,-1 1 0 0 0,0-1 0 0 0,0 1 1 0 0,0 0-1 0 0,0-1 0 0 0,-1 1 1 0 0,0 0-1 0 0,0-1 0 0 0,0 1 1 0 0,-1 0-1 0 0,0 0 0 0 0,0-1 0 0 0,0 1 1 0 0,0 0-34 0 0,-19 212 417 0 0,17-143-2874 0 0,-10-89-8753 0 0,13 6 8315 0 0,1 3 1454 0 0</inkml:trace>
  <inkml:trace contextRef="#ctx0" brushRef="#br0" timeOffset="988.185">29 39 1612 0 0,'-2'-17'13287'0'0,"28"1"-9429"0"0,19 11-2679 0 0,-44 5-1060 0 0,31 0 355 0 0,245 0 234 0 0,-239 17-772 0 0,-38-17 79 0 0,0 0-10 0 0,0 0-24 0 0,0 0 38 0 0,0 0-41 0 0,0 0 30 0 0,0 0-23 0 0,0 0-44 0 0,0 0-3 0 0,0 0 6 0 0,0 0 49 0 0,0 0 22 0 0,0 0-4 0 0,0 0-29 0 0,21 1 36 0 0,-29 67-7 0 0,6 85-39 0 0,-12-56-795 0 0,9-54-4729 0 0,6-27-6698 0 0,-1-16 10822 0 0</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9:49.325"/>
    </inkml:context>
    <inkml:brush xml:id="br0">
      <inkml:brushProperty name="width" value="0.05" units="cm"/>
      <inkml:brushProperty name="height" value="0.05" units="cm"/>
    </inkml:brush>
  </inkml:definitions>
  <inkml:trace contextRef="#ctx0" brushRef="#br0">23 22 1148 0 0,'0'0'995'0'0,"0"-3"-146"0"0,0-12-101 0 0,0 12-78 0 0,0 3 32 0 0,0 0-67 0 0,0 0-32 0 0,0 0 28 0 0,0 0-68 0 0,0 0-20 0 0,0 0 0 0 0,0 0-48 0 0,0 0-44 0 0,0 0-26 0 0,0 0-50 0 0,0 0 42 0 0,0 0 11 0 0,0 0-21 0 0,0 0-38 0 0,0 0-48 0 0,0 0-4 0 0,0 0-38 0 0,0 0-17 0 0,0 0 5 0 0,0 0-50 0 0,0 0 29 0 0,0 0-4 0 0,0 0 67 0 0,0 0-84 0 0,0 0-15 0 0,0 0 23 0 0,0 0-53 0 0,0 0 54 0 0,0 0-1 0 0,0 0 3 0 0,0 0-3 0 0,0 0 8 0 0,0 0 31 0 0,0 0-13 0 0,0 0-22 0 0,0 0-17 0 0,-4 0-52 0 0,3 1-154 0 0,0 0-1 0 0,0-1 0 0 0,0 1 1 0 0,0-1-1 0 0,0 1 1 0 0,0 0-1 0 0,0 0 0 0 0,0 0 1 0 0,0 0-1 0 0,0-1 0 0 0,0 1 1 0 0,1 0-1 0 0,-1 0 1 0 0,0 1-1 0 0,0-1 0 0 0,1 0 1 0 0,-1 0-1 0 0,1 0 0 0 0,-1 0 1 0 0,1 1-1 0 0,0-1 1 0 0,-1 0-1 0 0,1 0 0 0 0,0 0 1 0 0,0 1-1 0 0,0-1 0 0 0,0 0 1 0 0,0 1-1 0 0,0-1 1 0 0,0 0-1 0 0,1 0 0 0 0,-1 1 1 0 0,0-1-1 0 0,1 0 0 0 0,-1 1-13 0 0,0 10 130 0 0,0 85 381 0 0,0-32-296 0 0,0 0-116 0 0,0-22-106 0 0,0-6 41 0 0,0 32 23 0 0,0-11-126 0 0,0-56 52 0 0,2 24-3152 0 0,0-20 3127 0 0,0-3-2889 0 0,2-12-3543 0 0,-6 2 3418 0 0,2 5 1513 0 0</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9:52.218"/>
    </inkml:context>
    <inkml:brush xml:id="br0">
      <inkml:brushProperty name="width" value="0.05" units="cm"/>
      <inkml:brushProperty name="height" value="0.05" units="cm"/>
    </inkml:brush>
  </inkml:definitions>
  <inkml:trace contextRef="#ctx0" brushRef="#br0">14 0 1520 0 0,'0'0'1320'0'0,"0"0"-118"0"0,0 0-130 0 0,0 0-87 0 0,0 0-29 0 0,0 0-11 0 0,0 0-162 0 0,0 0-41 0 0,0 0-70 0 0,0 0 32 0 0,0 0-87 0 0,0 0-79 0 0,0 0-58 0 0,0 0-17 0 0,0 0 105 0 0,0 0-10 0 0,0 0-64 0 0,0 0-44 0 0,0 0 14 0 0,0 0-29 0 0,0 0-28 0 0,0 0-6 0 0,0 0-29 0 0,0 0-44 0 0,0 0-12 0 0,0 0-22 0 0,0 0 30 0 0,0 0-31 0 0,0 0 7 0 0,0 0-12 0 0,0 0-29 0 0,0 0 0 0 0,0 0-3 0 0,0 0-62 0 0,0 0 5 0 0,0 0 12 0 0,15 4 563 0 0,16 2-120 0 0,-30-6-560 0 0,-1 0 3 0 0,25 0 220 0 0,233 0-417 0 0,-256 2 97 0 0,0 0 0 0 0,0 0 0 0 0,-1 0-1 0 0,1 0 1 0 0,-1 1 0 0 0,0-1 0 0 0,1 0 0 0 0,-1 1-1 0 0,0-1 1 0 0,0 1 0 0 0,-1 0 0 0 0,1-1-1 0 0,0 1 1 0 0,-1-1 0 0 0,0 1 0 0 0,1 0 0 0 0,-1-1-1 0 0,0 1 1 0 0,0 0 0 0 0,-1-1 0 0 0,1 1-1 0 0,0 0 1 0 0,-1-1 0 0 0,0 1 0 0 0,0 0 0 0 0,0-1-1 0 0,0 1 1 0 0,0-1 0 0 0,0 0 0 0 0,0 1-1 0 0,-1-1 1 0 0,0 1 3 0 0,0 2-4 0 0,2-4 12 0 0,-1 2 7 0 0,-11 63 16 0 0,11-64-46 0 0,1 13 10 0 0,0 169-3691 0 0,0-182 3011 0 0,-3 11-1886 0 0,1-10 2103 0 0,-9 6 247 0 0,1-6-3543 0 0,2-10-4328 0 0,7 4 6573 0 0</inkml:trace>
  <inkml:trace contextRef="#ctx0" brushRef="#br0" timeOffset="957.973">7 387 1568 0 0,'-6'-3'6087'0'0,"6"5"-2732"0"0,0 0-2858 0 0,-1-1 204 0 0,3 1-547 0 0,4-4 3093 0 0,84-26 229 0 0,-89 28-3348 0 0,-1 0 11 0 0,2 0-43 0 0,152 0 1157 0 0,-118 17-1202 0 0,-21-16-388 0 0,-13-1 192 0 0,-2 0-13 0 0,0 0-24 0 0,3 0-134 0 0,13-2-2162 0 0,-28 2-5254 0 0,1 5 1322 0 0,7-4 4920 0 0</inkml:trace>
  <inkml:trace contextRef="#ctx0" brushRef="#br0" timeOffset="2135.347">166 169 916 0 0,'0'0'1050'0'0,"0"0"-174"0"0,0 0-97 0 0,0 0-120 0 0,0 0-42 0 0,0 0-4 0 0,0 0-22 0 0,0 0-49 0 0,0 0-3 0 0,0 0-5 0 0,0 0-41 0 0,0 0 10 0 0,0 0-42 0 0,0 0-4 0 0,0 0 23 0 0,0 0-59 0 0,0 0-48 0 0,0 0-19 0 0,0 0 71 0 0,0 0-62 0 0,0 0-71 0 0,0 0-13 0 0,0 0-55 0 0,0 0-1 0 0,0 0-3 0 0,0 0-7 0 0,0 0-9 0 0,0 0-22 0 0,0 0 16 0 0,0 0-58 0 0,0 0-65 0 0,0 0 28 0 0,0 0 22 0 0,0 0 12 0 0,0 0-45 0 0,0 0 35 0 0,0 0-12 0 0,0 0 16 0 0,0 0-59 0 0,0 0-25 0 0,0 0 70 0 0,0 0 14 0 0,0 0-18 0 0,0 0 38 0 0,0 0-69 0 0,0 0-54 0 0,0 0-22 0 0,0 0 22 0 0,0 0-9 0 0,0 0-30 0 0,0 0 71 0 0,0 0-24 0 0,0 0 12 0 0,0 0 42 0 0,0 0-23 0 0,0 0-46 0 0,0 0 0 0 0,0 0-20 0 0,0 0 36 0 0,0 0-8 0 0,0 0-79 0 0,0 0 3 0 0,0 0 11 0 0,0 0 43 0 0,0 0-61 0 0,0 0 0 0 0,0 0 38 0 0,0 0-21 0 0,0 0 18 0 0,0 0 69 0 0,0 0 32 0 0,0 0-32 0 0,0 0-26 0 0,0 0-22 0 0,0 0 24 0 0,0 0 0 0 0,0 0-1 0 0,0 0 8 0 0,0 0-34 0 0,0 0 4 0 0,0 0-4 0 0,0 0 37 0 0,0 0-2 0 0,0 0-13 0 0,0 0 28 0 0,0 0-106 0 0,0 0 33 0 0,0 0 63 0 0,0 0-15 0 0,0 0-34 0 0,0 0 88 0 0,0 0-53 0 0,0 0-78 0 0,0 0 77 0 0,0 0-19 0 0,0 0-18 0 0,0 0 4 0 0,0 0-40 0 0,0 0 11 0 0,0 0 6 0 0,0 0 46 0 0,0 0-30 0 0,0 0 58 0 0,0 0-33 0 0,-3 0 11 0 0,-15 6 813 0 0,12 19-804 0 0,-9-36-1239 0 0,0 8-1115 0 0,-11 4-7232 0 0,22 1 7996 0 0,0-1-11 0 0</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03.311"/>
    </inkml:context>
    <inkml:brush xml:id="br0">
      <inkml:brushProperty name="width" value="0.05" units="cm"/>
      <inkml:brushProperty name="height" value="0.05" units="cm"/>
    </inkml:brush>
  </inkml:definitions>
  <inkml:trace contextRef="#ctx0" brushRef="#br0">183 74 1748 0 0,'0'0'1148'0'0,"0"0"-192"0"0,0 0-106 0 0,0 0-33 0 0,0 0-107 0 0,0 0-74 0 0,0 0-61 0 0,0 0 1 0 0,0 0-31 0 0,0 0 30 0 0,0 0-28 0 0,0 0-74 0 0,0 0-9 0 0,0 0-21 0 0,0 0-23 0 0,0 0-29 0 0,0 0 33 0 0,0 0-22 0 0,0 0 12 0 0,0 0-35 0 0,0 0-40 0 0,0 0 32 0 0,0 0-43 0 0,0 0-26 0 0,0 0-20 0 0,0 0-2 0 0,0 0-15 0 0,0 0-27 0 0,0-4-13 0 0,0-11 12 0 0,0 12-36 0 0,0 3-88 0 0,0 0-15 0 0,0 0 26 0 0,0 0 17 0 0,0 0 5 0 0,0 0 7 0 0,0 0-37 0 0,0 0 42 0 0,0 0 0 0 0,0 0-22 0 0,0 0-38 0 0,-2-7-10 0 0,-5-21 9 0 0,6 27-75 0 0,1 0-1 0 0,-1 0 1 0 0,1 1 0 0 0,-1-1-1 0 0,1 0 1 0 0,-1 0 0 0 0,1 0-1 0 0,-1 0 1 0 0,0 0 0 0 0,1 1-1 0 0,-1-1 1 0 0,0 0 0 0 0,0 0 0 0 0,0 1-1 0 0,0-1 1 0 0,1 1 0 0 0,-1-1-1 0 0,0 1 1 0 0,0-1 0 0 0,0 1-1 0 0,0-1 1 0 0,0 1 0 0 0,0 0-1 0 0,0 0 1 0 0,0 0 0 0 0,0-1-1 0 0,0 1 1 0 0,-1 0 0 0 0,1 0-1 0 0,0 0 1 0 0,0 0 0 0 0,0 1-1 0 0,0-1 1 0 0,0 0 0 0 0,0 0-1 0 0,0 1 1 0 0,0-1 0 0 0,0 0-1 0 0,0 1 1 0 0,0-1 0 0 0,0 1 0 0 0,1 0-1 0 0,-1-1 1 0 0,0 1 0 0 0,0 0-22 0 0,-4 1 102 0 0,4-2-29 0 0,1 0-53 0 0,0 0 14 0 0,-33 19-59 0 0,-32 48 184 0 0,42-11-112 0 0,17-10-170 0 0,6-46 52 0 0,0 0 93 0 0,0 37 8 0 0,32 17 33 0 0,25-2 25 0 0,-23-33-124 0 0,-34-19 52 0 0,0 0 0 0 0,2 0 28 0 0,4 0-38 0 0,-2 0-19 0 0,66 0-214 0 0,-68 0 199 0 0,22-2-4 0 0,11-24-334 0 0,-35 26 280 0 0,0 0 44 0 0,0 0 74 0 0,0 0-13 0 0,3-3 34 0 0,4-5-19 0 0,4-9-46 0 0,-7 9 12 0 0,2-2 28 0 0,-2 4 17 0 0,16-47-476 0 0,-5-12 643 0 0,-30 2-138 0 0,-19 9-64 0 0,-12 23 834 0 0,-11 29 133 0 0,23 19-719 0 0,-16 4-2006 0 0,36-10-913 0 0,-10 12-6114 0 0,13-7 4221 0 0,8-11 3139 0 0</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08.654"/>
    </inkml:context>
    <inkml:brush xml:id="br0">
      <inkml:brushProperty name="width" value="0.05" units="cm"/>
      <inkml:brushProperty name="height" value="0.05" units="cm"/>
    </inkml:brush>
  </inkml:definitions>
  <inkml:trace contextRef="#ctx0" brushRef="#br0">263 71 2056 0 0,'0'0'1177'0'0,"0"0"-85"0"0,0 0-48 0 0,0 0-21 0 0,0 0-70 0 0,0 0-53 0 0,0 0-98 0 0,0 0-83 0 0,0-4 3 0 0,0-10-54 0 0,0 10-63 0 0,0 4-9 0 0,0 0-35 0 0,0 0 10 0 0,0 0-48 0 0,0 0-40 0 0,0 0 28 0 0,0 0-10 0 0,0 0-33 0 0,0 0-36 0 0,0 0-56 0 0,0 0-95 0 0,0 0-3 0 0,0 0 25 0 0,0 0-20 0 0,0 0 5 0 0,0 0-34 0 0,-6 3-35 0 0,-40 35 358 0 0,27-10-394 0 0,-11 14 116 0 0,11-17-141 0 0,8-8-69 0 0,-1 0-19 0 0,5-6-36 0 0,-4 7-70 0 0,-7 7 32 0 0,1 0 42 0 0,-30 54-3778 0 0,35-63 2008 0 0,6-10-5190 0 0,5-5 2998 0 0,1-1 2361 0 0</inkml:trace>
  <inkml:trace contextRef="#ctx0" brushRef="#br0" timeOffset="884.12">267 7 1632 0 0,'5'-6'8794'0'0,"13"13"-5352"0"0,84 98 472 0 0,8 44-2717 0 0,-68-95-1006 0 0,-12-2-123 0 0,-7-8 354 0 0,-69-81-17156 0 0,31 25 15164 0 0</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06.878"/>
    </inkml:context>
    <inkml:brush xml:id="br0">
      <inkml:brushProperty name="width" value="0.05" units="cm"/>
      <inkml:brushProperty name="height" value="0.05" units="cm"/>
    </inkml:brush>
  </inkml:definitions>
  <inkml:trace contextRef="#ctx0" brushRef="#br0">12 32 1996 0 0,'0'0'1273'0'0,"0"0"-22"0"0,0 0-74 0 0,0 0-146 0 0,0 0-21 0 0,0 0-81 0 0,-3 0-148 0 0,-6-2 1066 0 0,9-14 11125 0 0,6 10-11763 0 0,3 2-3554 0 0,20 0 3284 0 0,-27 5-825 0 0,45-1 561 0 0,90 0-379 0 0,-86 15-353 0 0,49-12 230 0 0,-41 22-294 0 0,-1-3-173 0 0,-47-18 262 0 0,14-7-6870 0 0,-39 0-5275 0 0,7 4 9512 0 0,3-1 1069 0 0</inkml:trace>
  <inkml:trace contextRef="#ctx0" brushRef="#br0" timeOffset="599.521">293 11 1756 0 0,'-6'1'8682'0'0,"6"50"-2701"0"0,2-31-5176 0 0,-2-18-557 0 0,0 139 1343 0 0,-16-82-1484 0 0,9 5-787 0 0,3-51 375 0 0,0-4-3605 0 0,8-16-7270 0 0,-1 4 9733 0 0</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12.657"/>
    </inkml:context>
    <inkml:brush xml:id="br0">
      <inkml:brushProperty name="width" value="0.05" units="cm"/>
      <inkml:brushProperty name="height" value="0.05" units="cm"/>
    </inkml:brush>
  </inkml:definitions>
  <inkml:trace contextRef="#ctx0" brushRef="#br0">50 1 1484 0 0,'0'0'1282'0'0,"0"0"-184"0"0,0 0-120 0 0,0 0-86 0 0,0 0-51 0 0,0 0 5 0 0,0 0-54 0 0,0 0-72 0 0,0 0-15 0 0,0 0-22 0 0,0 0-39 0 0,0 0-26 0 0,0 0-21 0 0,0 0-26 0 0,0 0 43 0 0,0 0-7 0 0,0 0-28 0 0,0 0-35 0 0,0 0-115 0 0,0 0-100 0 0,0 0 13 0 0,0 0 9 0 0,0 0-16 0 0,0 0-29 0 0,0 0-35 0 0,0 0-29 0 0,0 0-30 0 0,0 3-22 0 0,2 3-39 0 0,1 0 0 0 0,0 0 0 0 0,0 0 0 0 0,0-1-1 0 0,0 1 1 0 0,1-1 0 0 0,0 0 0 0 0,0 0 0 0 0,1 0 0 0 0,-1 0-1 0 0,1-1 1 0 0,4 4-151 0 0,-8-7 8 0 0,63 62 381 0 0,-1 5-380 0 0,-38-44 147 0 0,-18-17-242 0 0,5 11 353 0 0,-12-18-223 0 0,-17 8 654 0 0,-67 58-618 0 0,13-11-738 0 0,14 1-2677 0 0,40-41 38 0 0,-8 10-7620 0 0,23-20 9507 0 0</inkml:trace>
  <inkml:trace contextRef="#ctx0" brushRef="#br0" timeOffset="1076.091">303 227 1044 0 0,'0'0'1098'0'0,"0"0"-105"0"0,-8-4 8809 0 0,17 10-903 0 0,43 4-8359 0 0,161-6 410 0 0,-212-4-948 0 0,43 1 19 0 0,-14 21-29 0 0,-17-13-784 0 0,-13-9-393 0 0,-11 9-3980 0 0,-27 8-7748 0 0,32-15 11383 0 0</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16.170"/>
    </inkml:context>
    <inkml:brush xml:id="br0">
      <inkml:brushProperty name="width" value="0.05" units="cm"/>
      <inkml:brushProperty name="height" value="0.05" units="cm"/>
    </inkml:brush>
  </inkml:definitions>
  <inkml:trace contextRef="#ctx0" brushRef="#br0">6 41 1132 0 0,'0'-19'1324'0'0,"0"15"-162"0"0,0 4-206 0 0,0 0-51 0 0,0 0-86 0 0,0 0 8 0 0,0 0-31 0 0,0 0-110 0 0,0 0-81 0 0,0 0-51 0 0,0 0-82 0 0,0-4-32 0 0,1-9 886 0 0,2 24 2135 0 0,-1 16-357 0 0,-1-9-3868 0 0,-1 137 1776 0 0,0-50-667 0 0,0-42-245 0 0,0-21-72 0 0,0 26-43 0 0,0-66 38 0 0,0 11-57 0 0,0 27-834 0 0,0-39 536 0 0,0-1-69 0 0,0 0-92 0 0,0 0-76 0 0,0 0-157 0 0,0 3-150 0 0,-3 6 917 0 0,-5-19-12679 0 0,7 5 11164 0 0</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17.630"/>
    </inkml:context>
    <inkml:brush xml:id="br0">
      <inkml:brushProperty name="width" value="0.05" units="cm"/>
      <inkml:brushProperty name="height" value="0.05" units="cm"/>
    </inkml:brush>
  </inkml:definitions>
  <inkml:trace contextRef="#ctx0" brushRef="#br0">233 2 1036 0 0,'0'0'1312'0'0,"3"0"-130"0"0,0 0-3823 0 0,0 0 4097 0 0,1-1 13273 0 0,-9 2-13111 0 0,-28 39-889 0 0,-54 36-98 0 0,17-27-617 0 0,32-27-733 0 0,26-16 528 0 0,21 7 472 0 0,7 20 44 0 0,-3 95-127 0 0,-13 72-2742 0 0,0-198 2015 0 0,0-2-104 0 0,0 0-68 0 0,0 0-81 0 0,0 0-501 0 0,0 0-323 0 0,-5 10-6578 0 0,4-14 6538 0 0</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20.169"/>
    </inkml:context>
    <inkml:brush xml:id="br0">
      <inkml:brushProperty name="width" value="0.05" units="cm"/>
      <inkml:brushProperty name="height" value="0.05" units="cm"/>
    </inkml:brush>
  </inkml:definitions>
  <inkml:trace contextRef="#ctx0" brushRef="#br0">0 0 2052 0 0,'0'0'1190'0'0,"0"0"-45"0"0,0 0-92 0 0,0 0-38 0 0,0 0-54 0 0,0 0 15 0 0,0 0-109 0 0,0 0-89 0 0,0 0-77 0 0,0 0 16 0 0,0 0-42 0 0,0 0-12 0 0,0 0-33 0 0,0 0-56 0 0,0 0-7 0 0,0 0-23 0 0,0 0 13 0 0,0 0-68 0 0,0 0-31 0 0,0 0-38 0 0,0 0 30 0 0,0 0-40 0 0,0 0-46 0 0,0 0-31 0 0,0 0 35 0 0,0 0 6 0 0,0 0-21 0 0,0 0-38 0 0,0 0-12 0 0,0 0-20 0 0,0 0 27 0 0,0 0-18 0 0,0 0-34 0 0,0 0-48 0 0,0 3 17 0 0,1-2-167 0 0,0 1 0 0 0,-1-1 0 0 0,1 1 0 0 0,0-1 0 0 0,0 0 0 0 0,0 1-1 0 0,0-1 1 0 0,0 0 0 0 0,0 0 0 0 0,0 0 0 0 0,0 0 0 0 0,1 0 0 0 0,-1 0 0 0 0,0 0 0 0 0,1 0 0 0 0,-1 0 0 0 0,1 0 0 0 0,-1-1-1 0 0,1 1 1 0 0,-1-1 0 0 0,1 1 0 0 0,-1-1 0 0 0,1 0 0 0 0,-1 1 0 0 0,1-1 0 0 0,0 0 0 0 0,-1 0 0 0 0,1 0 0 0 0,-1 0 0 0 0,1-1 0 0 0,0 1-60 0 0,131 0 1324 0 0,-67 19-1142 0 0,43-16 84 0 0,-103 0-269 0 0,48 13 52 0 0,31-16 49 0 0,-83 0-125 0 0,6 0 33 0 0,16 0-3198 0 0,-27-1-1160 0 0,-30-3-6168 0 0,8-6 6807 0 0,2-4 2206 0 0,-6-1 112 0 0</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21.272"/>
    </inkml:context>
    <inkml:brush xml:id="br0">
      <inkml:brushProperty name="width" value="0.05" units="cm"/>
      <inkml:brushProperty name="height" value="0.05" units="cm"/>
    </inkml:brush>
  </inkml:definitions>
  <inkml:trace contextRef="#ctx0" brushRef="#br0">0 3 1804 0 0,'0'0'1524'0'0,"0"0"-82"0"0,0 0-141 0 0,0 0-75 0 0,0 0-126 0 0,0 0-105 0 0,0 0 5 0 0,0 0-59 0 0,0 0-85 0 0,0 0-51 0 0,0 0-38 0 0,0 0-73 0 0,0 0-33 0 0,0 0-26 0 0,0 0-21 0 0,0 0-42 0 0,0 0-31 0 0,0 0-25 0 0,0 0-31 0 0,0 0-48 0 0,0 0-28 0 0,8-1-36 0 0,23-1-19 0 0,21 33 1229 0 0,12 15-2583 0 0,-57-38-10964 0 0,-7 1 6821 0 0,-15 12 5454 0 0,13-19-1674 0 0,-5 8 35 0 0</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21.965"/>
    </inkml:context>
    <inkml:brush xml:id="br0">
      <inkml:brushProperty name="width" value="0.05" units="cm"/>
      <inkml:brushProperty name="height" value="0.05" units="cm"/>
    </inkml:brush>
  </inkml:definitions>
  <inkml:trace contextRef="#ctx0" brushRef="#br0">5 3 1772 0 0,'0'0'1031'0'0,"-4"-3"11988"0"0,21 25-7621 0 0,-8-15-5112 0 0,75 44 768 0 0,-54-31-1768 0 0,-9-10-5033 0 0,-21-10 3881 0 0,0 0-217 0 0,0 0 93 0 0,0 0 197 0 0,-2 11-3112 0 0,0-9 3327 0 0</inkml:trace>
  <inkml:trace contextRef="#ctx0" brushRef="#br0" timeOffset="487.02">52 385 2216 0 0,'-10'9'10426'0'0,"18"-17"-4895"0"0,62-56-3163 0 0,-1 0-2086 0 0,46-49-5624 0 0,-35 34-6292 0 0,-75 74 10327 0 0,1-2-9 0 0</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24.791"/>
    </inkml:context>
    <inkml:brush xml:id="br0">
      <inkml:brushProperty name="width" value="0.05" units="cm"/>
      <inkml:brushProperty name="height" value="0.05" units="cm"/>
    </inkml:brush>
  </inkml:definitions>
  <inkml:trace contextRef="#ctx0" brushRef="#br0">68 1 1664 0 0,'0'0'1098'0'0,"0"0"-125"0"0,0 0-75 0 0,0 0-85 0 0,0 0 13 0 0,0 0-54 0 0,0 0-15 0 0,0 0 22 0 0,0 0 13 0 0,0 0-100 0 0,0 0-100 0 0,0 0-8 0 0,0 0 12 0 0,0 0-30 0 0,0 0-43 0 0,0 0-5 0 0,-4 1-44 0 0,3 0-411 0 0,0 0-1 0 0,0 0 1 0 0,0 0-1 0 0,0 1 1 0 0,0-1-1 0 0,0 0 1 0 0,0 0-1 0 0,0 0 1 0 0,0 1-1 0 0,0-1 1 0 0,1 1-1 0 0,-1-1 1 0 0,0 0 0 0 0,1 1-1 0 0,-1-1 1 0 0,1 1-1 0 0,0-1 1 0 0,-1 1-1 0 0,1-1 1 0 0,0 1-1 0 0,0 0 1 0 0,0-1-1 0 0,0 1 1 0 0,0-1-1 0 0,1 1 1 0 0,-1-1-1 0 0,0 1 1 0 0,1-1-1 0 0,-1 1 1 0 0,1-1-1 0 0,-1 1 1 0 0,1-1-1 0 0,0 0 1 0 0,0 1-1 0 0,-1-1 1 0 0,1 0-1 0 0,0 0 1 0 0,1 1-63 0 0,-2 0 33 0 0,34 137 1614 0 0,-16-103-4647 0 0,-9-26-1381 0 0,2-2-3367 0 0,-11-8 6160 0 0</inkml:trace>
  <inkml:trace contextRef="#ctx0" brushRef="#br0" timeOffset="671.086">245 27 1664 0 0,'3'17'10813'0'0,"19"48"-8737"0"0,-17-56-1265 0 0,5 4-3571 0 0,7-7-5040 0 0,-12-5 6316 0 0,0 1-92 0 0</inkml:trace>
  <inkml:trace contextRef="#ctx0" brushRef="#br0" timeOffset="4995.566">488 57 1152 0 0,'0'0'952'0'0,"0"0"-146"0"0,0 0-104 0 0,0 0-48 0 0,0 0-110 0 0,0 0-56 0 0,0 0-68 0 0,0 0-9 0 0,0 0-45 0 0,0 0-18 0 0,0 0-19 0 0,0 0-36 0 0,0 0-4 0 0,0 0 16 0 0,0 0-18 0 0,0 0-1 0 0,0 0-5 0 0,0 0-4 0 0,0 0 30 0 0,0 0-12 0 0,0 0-28 0 0,0 0-22 0 0,0 0 21 0 0,0 0-18 0 0,0 0-44 0 0,0 0 7 0 0,0 0-6 0 0,0 0-31 0 0,0 0 27 0 0,0 0-28 0 0,0 0-33 0 0,0 0 14 0 0,0 0-6 0 0,0 0-27 0 0,0 0 31 0 0,0 0-20 0 0,0 0 5 0 0,0 0 30 0 0,0 0-59 0 0,0 0 19 0 0,0 0 18 0 0,0 0-40 0 0,0 0 33 0 0,0 0-51 0 0,0 0-19 0 0,0 0-28 0 0,0 0 54 0 0,0 0 42 0 0,0 0-58 0 0,0 0-47 0 0,0 0-6 0 0,0 0 50 0 0,0 0-9 0 0,0 0-27 0 0,0 0 45 0 0,0 0-2 0 0,0 0-53 0 0,0 0-76 0 0,0 0 25 0 0,0 0 27 0 0,0 0 9 0 0,0 0 11 0 0,0 0-4 0 0,0 0-6 0 0,0 0 27 0 0,0 0-2 0 0,0 0-6 0 0,0 0-26 0 0,0 0 52 0 0,0 0-33 0 0,0 0-28 0 0,0 0 22 0 0,0 0 32 0 0,0 0 1 0 0,0 0-20 0 0,0 0 16 0 0,0 0-1 0 0,0 0 42 0 0,0 0-95 0 0,3 0-52 0 0,-2 0 59 0 0,0 1-1 0 0,0-1 0 0 0,0 1 0 0 0,0-1 0 0 0,0 1 1 0 0,-1-1-1 0 0,1 1 0 0 0,0-1 0 0 0,0 1 0 0 0,-1 0 0 0 0,1-1 1 0 0,-1 1-1 0 0,1 0 0 0 0,0 0 0 0 0,-1-1 0 0 0,1 1 1 0 0,-1 0-1 0 0,0 0 0 0 0,1 0 0 0 0,-1 0 0 0 0,0 0 0 0 0,1 0 1 0 0,-1 0-1 0 0,0 0 0 0 0,0-1 0 0 0,0 1 0 0 0,0 0 1 0 0,0 0-1 0 0,0 0 0 0 0,0 0 0 0 0,0 0 0 0 0,0 0 1 0 0,-1 0-1 0 0,1 0 0 0 0,0 0 0 0 0,0 0 0 0 0,-1 0 0 0 0,1-1 1 0 0,-1 1-1 0 0,1 0 0 0 0,-1 0 0 0 0,1 0 0 0 0,-1-1 1 0 0,1 1-1 0 0,-1 0 0 0 0,0 0 0 0 0,0-1 0 0 0,1 1 0 0 0,-1-1 1 0 0,0 1-1 0 0,0-1 0 0 0,1 1 0 0 0,-1-1 0 0 0,-1 1-2 0 0,-78 128 664 0 0,23-23-666 0 0,51-96-45 0 0,-1 0 1 0 0,1-1 0 0 0,-2 0-1 0 0,1 0 1 0 0,-2-1 0 0 0,1 0-1 0 0,-1 0 1 0 0,0-1 0 0 0,-3 2 46 0 0,-30 16-475 0 0,14-13-83 0 0,4-4 137 0 0,-58 21-3107 0 0,-2-8-3911 0 0,70-18 6058 0 0</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32.634"/>
    </inkml:context>
    <inkml:brush xml:id="br0">
      <inkml:brushProperty name="width" value="0.05" units="cm"/>
      <inkml:brushProperty name="height" value="0.05" units="cm"/>
    </inkml:brush>
  </inkml:definitions>
  <inkml:trace contextRef="#ctx0" brushRef="#br0">48 1 2408 0 0,'0'0'1298'0'0,"0"0"-146"0"0,0 0-116 0 0,0 0 24 0 0,0 0-83 0 0,0 0-125 0 0,0 0-63 0 0,0 0-74 0 0,0 0-38 0 0,0 0 106 0 0,0 0 11 0 0,0 0-6 0 0,0 0-60 0 0,-3 0-20 0 0,-7 0-392 0 0,2 0 7985 0 0,10 6-8170 0 0,6 18 36 0 0,29-25 453 0 0,116 0-93 0 0,-93 1-1170 0 0,-58 0 627 0 0,25 0-412 0 0,-24-12 279 0 0,37 16-673 0 0,-60 95 795 0 0,12-46-1106 0 0,-7-1-3420 0 0,3-39 362 0 0,-1-2-6048 0 0,11-10 8793 0 0</inkml:trace>
  <inkml:trace contextRef="#ctx0" brushRef="#br0" timeOffset="606.89">21 277 1652 0 0,'-18'6'10413'0'0,"21"-2"-6203"0"0,123-20 454 0 0,-35 7-4132 0 0,-90 9-576 0 0,-1 0-34 0 0,12 0-390 0 0,5 0-402 0 0,-15 0 469 0 0,-2 0-89 0 0,19 1-2933 0 0,-49-3-8464 0 0,24 3 10457 0 0</inkml:trace>
  <inkml:trace contextRef="#ctx0" brushRef="#br0" timeOffset="1465.753">0 282 976 0 0,'10'8'6382'0'0,"-4"8"-3366"0"0,-6 38-813 0 0,0-53-1989 0 0,0-1-13 0 0,0 105 3279 0 0,0-104-3370 0 0,0-1 34 0 0,0 0 20 0 0,0 0-25 0 0,0 0 9 0 0,-9 27 1215 0 0,83-41 2315 0 0,-73 14-3618 0 0,-1 0 17 0 0,123 0 526 0 0,-69 17-610 0 0,6-16-136 0 0,-37-1-2318 0 0,-21 0 1454 0 0,-2 0-182 0 0,0 0-767 0 0,5 3-5874 0 0,-18 1 3121 0 0,6-3 3229 0 0</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36.543"/>
    </inkml:context>
    <inkml:brush xml:id="br0">
      <inkml:brushProperty name="width" value="0.05" units="cm"/>
      <inkml:brushProperty name="height" value="0.05" units="cm"/>
    </inkml:brush>
  </inkml:definitions>
  <inkml:trace contextRef="#ctx0" brushRef="#br0">17 28 1348 0 0,'0'0'1438'0'0,"0"0"-196"0"0,0 0-96 0 0,0 0-32 0 0,0 0-102 0 0,0 0 6 0 0,0 0-58 0 0,0 0-138 0 0,0 0-58 0 0,0 0 115 0 0,0 0-2 0 0,0 0-49 0 0,0 0 6 0 0,0 0-22 0 0,0 0-11 0 0,0 0-33 0 0,-3 0-30 0 0,-11-4 7949 0 0,28-3-6809 0 0,29-6-1566 0 0,156 9-166 0 0,-148 4-817 0 0,-49 0 622 0 0,-2 0 10 0 0,0 0-28 0 0,0 0 14 0 0,2 0-16 0 0,4 0 7 0 0,-4 0 23 0 0,-2 0-16 0 0,1 0 52 0 0,0 0-1 0 0,0 0 0 0 0,0 0 0 0 0,0 1 0 0 0,0-1 0 0 0,0 0 0 0 0,0 0 0 0 0,0 1 0 0 0,-1-1 0 0 0,1 1 0 0 0,0-1 1 0 0,0 1-1 0 0,0-1 0 0 0,0 1 0 0 0,0-1 0 0 0,-1 1 0 0 0,1 0 0 0 0,0-1 0 0 0,-1 1 0 0 0,1 0 0 0 0,0 0 0 0 0,-1 0 1 0 0,1-1-1 0 0,-1 1 0 0 0,1 0 0 0 0,-1 0 0 0 0,0 0 0 0 0,1 0 0 0 0,-1 0 0 0 0,0 0 0 0 0,0 0 0 0 0,1 0 0 0 0,-1 0 0 0 0,0 0 1 0 0,0 0-1 0 0,0 0 0 0 0,0 0 0 0 0,0 0 0 0 0,-1 0 0 0 0,1 0 0 0 0,0 0 0 0 0,0 0 0 0 0,-1 0 0 0 0,1 0 0 0 0,0 0 4 0 0,0 241-962 0 0,-21-181 32 0 0,17-29 100 0 0,-2 8-4580 0 0,-15-65-10679 0 0,21 19 14570 0 0</inkml:trace>
  <inkml:trace contextRef="#ctx0" brushRef="#br0" timeOffset="561.521">55 174 1792 0 0,'-2'-1'1784'0'0,"-6"-13"10281"0"0,78 25-7932 0 0,46 8-3453 0 0,-75-16-4457 0 0,-69 2-10584 0 0,23-3 12885 0 0</inkml:trace>
  <inkml:trace contextRef="#ctx0" brushRef="#br0" timeOffset="1186.202">18 417 2164 0 0,'1'3'8618'0'0,"12"-4"-5231"0"0,37-8 1059 0 0,45 8-1428 0 0,-38 1-2613 0 0,-19-1-540 0 0,-37 1-115 0 0,21 0-2415 0 0,-13 1-956 0 0,-18-1-5115 0 0,1 1 5767 0 0,2 0 1579 0 0</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39.824"/>
    </inkml:context>
    <inkml:brush xml:id="br0">
      <inkml:brushProperty name="width" value="0.05" units="cm"/>
      <inkml:brushProperty name="height" value="0.05" units="cm"/>
    </inkml:brush>
  </inkml:definitions>
  <inkml:trace contextRef="#ctx0" brushRef="#br0">31 49 1460 0 0,'0'0'1102'0'0,"0"0"-104"0"0,0 0-86 0 0,0 0-56 0 0,0 0 20 0 0,0 0-136 0 0,0 0-31 0 0,0 0-73 0 0,0 0-18 0 0,0 0 1 0 0,0 0 1 0 0,0 0-80 0 0,-4 0-114 0 0,-6 0-290 0 0,3 0 9285 0 0,7-4-9257 0 0,0 3-133 0 0,0-1-1 0 0,1 1 1 0 0,-1 0 0 0 0,1-1 0 0 0,0 1 0 0 0,-1 0 0 0 0,1 0 0 0 0,0 0 0 0 0,-1 0 0 0 0,1-1 0 0 0,0 1 0 0 0,0 0 0 0 0,0 0 0 0 0,0 1 0 0 0,0-1-1 0 0,0 0 1 0 0,0 0 0 0 0,1 0 0 0 0,-1 1 0 0 0,0-1 0 0 0,0 0 0 0 0,1 1 0 0 0,-1 0 0 0 0,0-1 0 0 0,0 1 0 0 0,1 0 0 0 0,-1-1 0 0 0,1 1 0 0 0,-1 0-1 0 0,0 0 1 0 0,1 0 0 0 0,-1 0 0 0 0,0 0 0 0 0,1 0 0 0 0,-1 1 0 0 0,0-1 0 0 0,1 0 0 0 0,-1 1 0 0 0,0-1 0 0 0,1 1 0 0 0,-1 0-31 0 0,174-1 764 0 0,-109-20-1000 0 0,-35 17-452 0 0,-30 2 489 0 0,-1 1-34 0 0,0 0-29 0 0,7 0-453 0 0,-2 0-3053 0 0,-26 11-8571 0 0,15-8 10858 0 0,-1-2-91 0 0</inkml:trace>
  <inkml:trace contextRef="#ctx0" brushRef="#br0" timeOffset="1864.187">31 39 1068 0 0,'4'13'8057'0'0,"1"105"-3609"0"0,-8-70-4062 0 0,-12 9 19 0 0,15-3 492 0 0,18-56-78 0 0,49-11 3226 0 0,-66 13-3919 0 0,-1 0-23 0 0,17-5 37 0 0,123-14 645 0 0,-99 15-935 0 0,-40 4 108 0 0,-1 0-12 0 0,0 0 32 0 0,40 0-284 0 0,-38 0 251 0 0,-2 0-32 0 0,0 0 37 0 0,0 0 44 0 0,0 0-14 0 0,23 2-1003 0 0,-22-1 1029 0 0,0 0 0 0 0,0 0 0 0 0,0 0 0 0 0,0 0 0 0 0,0 0 0 0 0,0 0 0 0 0,0 1 0 0 0,-1-1 0 0 0,1 0 0 0 0,0 1-1 0 0,-1-1 1 0 0,1 0 0 0 0,-1 1 0 0 0,0-1 0 0 0,1 1 0 0 0,-1-1 0 0 0,0 1 0 0 0,0-1 0 0 0,0 1 0 0 0,0-1 0 0 0,0 1-1 0 0,0-1 1 0 0,0 1 0 0 0,-1-1 0 0 0,1 0 0 0 0,0 1 0 0 0,-1-1 0 0 0,1 1 0 0 0,-2 0-6 0 0,1 5 4 0 0,-13 142 22 0 0,2-85-41 0 0,12-64-8 0 0,0 0-26 0 0,0 0 51 0 0,0 0-23 0 0,-2 13-201 0 0,-53-25 453 0 0,21 2-228 0 0,-11-4-39 0 0,20 7 98 0 0,24 7-97 0 0,1 0 25 0 0,-24 0-65 0 0,-8 0 86 0 0,30 0 0 0 0,-10 0 63 0 0,-20 0 232 0 0,30 0-236 0 0,-9 0 201 0 0,-39 0-225 0 0,49 0-117 0 0,1 0-2 0 0,0 0-6 0 0,0 0-52 0 0,0 0-230 0 0,-8 0-261 0 0,6-1-2706 0 0,-1-1-3612 0 0,2 1 6411 0 0,-8-9 193 0 0,7 2-4438 0 0,4 7 3459 0 0</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43.891"/>
    </inkml:context>
    <inkml:brush xml:id="br0">
      <inkml:brushProperty name="width" value="0.05" units="cm"/>
      <inkml:brushProperty name="height" value="0.05" units="cm"/>
    </inkml:brush>
  </inkml:definitions>
  <inkml:trace contextRef="#ctx0" brushRef="#br0">1 22 1544 0 0,'0'0'995'0'0,"0"0"-178"0"0,0 0-41 0 0,0 0-31 0 0,0 0-37 0 0,0 0-71 0 0,0 0-38 0 0,0 0-45 0 0,0 0-5 0 0,0 0 4 0 0,0 0-7 0 0,0 0-81 0 0,0 0-18 0 0,0 0 32 0 0,0 0 31 0 0,0 0-40 0 0,0 0-23 0 0,0 0-36 0 0,0 0 17 0 0,0 0-57 0 0,0 0 0 0 0,0 0 45 0 0,0 0-2 0 0,0 0 43 0 0,0 0-27 0 0,0 0-39 0 0,0 0-32 0 0,0 0-53 0 0,0 0-23 0 0,0 0-41 0 0,0 0 72 0 0,0 0 11 0 0,0 0-54 0 0,0 0 19 0 0,0 0 45 0 0,0 0-38 0 0,0 0 4 0 0,0 0-11 0 0,0 0 1 0 0,0 0-10 0 0,0 0-40 0 0,0 0-10 0 0,0 0-36 0 0,0 0-36 0 0,0 0 5 0 0,0 0 1 0 0,0 0-12 0 0,2-3-37 0 0,-1 1-80 0 0,1 1-1 0 0,-1-1 1 0 0,1 1-1 0 0,0-1 1 0 0,-1 1 0 0 0,1 0-1 0 0,0 0 1 0 0,0-1-1 0 0,0 1 1 0 0,0 1-1 0 0,0-1 1 0 0,0 0-1 0 0,0 0 1 0 0,0 1 0 0 0,0-1-1 0 0,0 1 1 0 0,0 0-1 0 0,0-1 1 0 0,1 1-1 0 0,-1 0 1 0 0,0 0-1 0 0,0 1 1 0 0,0-1-1 0 0,0 0 1 0 0,2 1-36 0 0,-3-1 51 0 0,-1 0 15 0 0,13 0 121 0 0,59 0 190 0 0,-20 4-202 0 0,-32 12-154 0 0,-19-16-26 0 0,-1 0 4 0 0,0 0 17 0 0,34 0-187 0 0,8-1-143 0 0,-19 4-507 0 0,-20 6 795 0 0,-7 4 27 0 0,0 0 1 0 0,1 0 0 0 0,0 0-1 0 0,1 0 1 0 0,0 0 0 0 0,1 1 0 0 0,0-1-1 0 0,2 13-1 0 0,-3 29 3 0 0,1 72-16 0 0,1-126 25 0 0,0 36-27 0 0,0 6-73 0 0,0-41 56 0 0,0-2-16 0 0,0 0-2 0 0,12 27-930 0 0,-19-24-4084 0 0,-19-13-7720 0 0,22 5 11487 0 0</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46.385"/>
    </inkml:context>
    <inkml:brush xml:id="br0">
      <inkml:brushProperty name="width" value="0.05" units="cm"/>
      <inkml:brushProperty name="height" value="0.05" units="cm"/>
    </inkml:brush>
  </inkml:definitions>
  <inkml:trace contextRef="#ctx0" brushRef="#br0">74 23 1140 0 0,'0'0'1066'0'0,"0"0"-100"0"0,0 0-105 0 0,0 0-7 0 0,0 0-69 0 0,0 0-54 0 0,0 0-13 0 0,0 0-12 0 0,0 0-97 0 0,0 0-29 0 0,0 0-13 0 0,0 0-38 0 0,0-4-10 0 0,0-11-42 0 0,0 12-18 0 0,0 3 36 0 0,0 0-61 0 0,0 0-76 0 0,0 0-25 0 0,0 0 47 0 0,0 0-43 0 0,0 0 15 0 0,0 0-49 0 0,0 0-86 0 0,0 0 27 0 0,0 0 27 0 0,0 0-37 0 0,0 0-33 0 0,0 0-37 0 0,0 0 7 0 0,0 0 85 0 0,0 0-53 0 0,0 0-10 0 0,-4 2 58 0 0,-15 37 479 0 0,17 147 707 0 0,-24-103-1564 0 0,8 32-1624 0 0,16-107 840 0 0,0-5-4895 0 0,5-18-2171 0 0,-2 10 6462 0 0</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47.284"/>
    </inkml:context>
    <inkml:brush xml:id="br0">
      <inkml:brushProperty name="width" value="0.05" units="cm"/>
      <inkml:brushProperty name="height" value="0.05" units="cm"/>
    </inkml:brush>
  </inkml:definitions>
  <inkml:trace contextRef="#ctx0" brushRef="#br0">13 12 1060 0 0,'7'-11'5631'0'0,"-5"11"3815"0"0,0 262-6469 0 0,-2-98-3198 0 0,0-163-120 0 0,1 20-978 0 0,-6-8-6301 0 0,-9-1 5805 0 0,12-10 1229 0 0,1-1-3598 0 0,-1-5 2688 0 0</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52.731"/>
    </inkml:context>
    <inkml:brush xml:id="br0">
      <inkml:brushProperty name="width" value="0.05" units="cm"/>
      <inkml:brushProperty name="height" value="0.05" units="cm"/>
    </inkml:brush>
  </inkml:definitions>
  <inkml:trace contextRef="#ctx0" brushRef="#br0">1 23 1744 0 0,'0'0'1587'0'0,"0"0"-120"0"0,0 0-170 0 0,0 0-101 0 0,0 0-122 0 0,0 0-74 0 0,0 0-105 0 0,0 0-105 0 0,0 0-92 0 0,0 0-42 0 0,0-4 85 0 0,0-10-8 0 0,0 10-21 0 0,0 4-53 0 0,0 0 15 0 0,0 0-16 0 0,0 0-67 0 0,0 0-11 0 0,0 0-12 0 0,0 0-38 0 0,0 0-12 0 0,0 0-17 0 0,0 0-63 0 0,0 0-45 0 0,0 0 16 0 0,0 0-39 0 0,0 0-26 0 0,0 0-61 0 0,0 0-34 0 0,0 0-10 0 0,0 0 0 0 0,0 0-39 0 0,0 0 16 0 0,0 0-46 0 0,0 0-7 0 0,0 0 52 0 0,0 0-18 0 0,0 0-15 0 0,0 0-66 0 0,0 0 53 0 0,0 0-24 0 0,0 0 3 0 0,0 0-52 0 0,0 0 21 0 0,0 0 20 0 0,2 3-22 0 0,72 127 839 0 0,-13-17-893 0 0,-16-35 43 0 0,-22-39-16 0 0,0-19 174 0 0,20-59-206 0 0,67-42-232 0 0,-18 5-328 0 0,-26 15-149 0 0,-50 38 239 0 0,6-9-95 0 0,-7 4 238 0 0,-15 28 200 0 0,0 0 7 0 0,0 0-26 0 0,-10-15-5624 0 0,-37 19-9198 0 0,39-5 13378 0 0</inkml:trace>
  <inkml:trace contextRef="#ctx0" brushRef="#br0" timeOffset="923.099">231 82 1212 0 0,'11'-5'6705'0'0,"7"5"-964"0"0,-2 26-2067 0 0,-24-55-2350 0 0,1 26-935 0 0,-4 7-101 0 0,7 0-2897 0 0,-1-12-7740 0 0,7-1 6537 0 0,-1 4 2225 0 0</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0:55.851"/>
    </inkml:context>
    <inkml:brush xml:id="br0">
      <inkml:brushProperty name="width" value="0.05" units="cm"/>
      <inkml:brushProperty name="height" value="0.05" units="cm"/>
    </inkml:brush>
  </inkml:definitions>
  <inkml:trace contextRef="#ctx0" brushRef="#br0">38 18 1216 0 0,'0'0'1272'0'0,"0"0"-113"0"0,0 0-96 0 0,0 0-94 0 0,0 0-63 0 0,0 0-65 0 0,0 0-96 0 0,0 0-25 0 0,0 0-27 0 0,0 0-3 0 0,0 0-62 0 0,0 0 56 0 0,0 0-60 0 0,0 0-63 0 0,0 0-9 0 0,0 0-26 0 0,0 0-68 0 0,-3 0 47 0 0,-6 0-1131 0 0,4-8 8778 0 0,10 1-7213 0 0,40 5 416 0 0,-44 2-1177 0 0,2 0-20 0 0,333 0 826 0 0,-335 0-1173 0 0,7 0-113 0 0,-3 3-3759 0 0,1 9 2522 0 0,-22-7-6921 0 0,-1-1 4503 0 0,-11-2-901 0 0,26-2 3160 0 0</inkml:trace>
  <inkml:trace contextRef="#ctx0" brushRef="#br0" timeOffset="1202.312">13 25 1240 0 0,'6'-6'5788'0'0,"-1"4"-1700"0"0,12 77 228 0 0,-12-37-3749 0 0,-5-36-521 0 0,0 13 130 0 0,-3 47 309 0 0,-17-5-429 0 0,13-12 30 0 0,-8 10 3006 0 0,15-44-1057 0 0,94 1-346 0 0,214-12-801 0 0,-306 0-893 0 0,30 2-2516 0 0,-22 5 2771 0 0,-13-10-3908 0 0,-29-24-11254 0 0,29 22 13446 0 0</inkml:trace>
  <inkml:trace contextRef="#ctx0" brushRef="#br0" timeOffset="1959.187">228 173 1712 0 0,'2'2'8600'0'0,"8"30"-4731"0"0,-12-23-2604 0 0,0-16-892 0 0,-2-2-618 0 0,1 0-2359 0 0,-4-1-6706 0 0,5 10 7874 0 0</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1:00.730"/>
    </inkml:context>
    <inkml:brush xml:id="br0">
      <inkml:brushProperty name="width" value="0.05" units="cm"/>
      <inkml:brushProperty name="height" value="0.05" units="cm"/>
    </inkml:brush>
  </inkml:definitions>
  <inkml:trace contextRef="#ctx0" brushRef="#br0">54 1 1368 0 0,'0'0'1252'0'0,"0"0"-142"0"0,0 0-148 0 0,0 0-109 0 0,0 0-80 0 0,0 0-22 0 0,0 0-1 0 0,0 0-49 0 0,0 0-19 0 0,0 0-74 0 0,0 0-29 0 0,0 0 3 0 0,0 0-59 0 0,0 0-72 0 0,0 0 78 0 0,0 0-26 0 0,0 0-36 0 0,0 0 28 0 0,0 0-31 0 0,0 0-60 0 0,0 0 9 0 0,0 0 9 0 0,0 0-31 0 0,0 0-32 0 0,0 0-41 0 0,0 0-45 0 0,0 0 56 0 0,0 0-35 0 0,0 0-29 0 0,0 0-4 0 0,0 0-19 0 0,0 0-8 0 0,0 0-8 0 0,0 0-18 0 0,0 0-21 0 0,0 0-8 0 0,0 0-5 0 0,0 0-4 0 0,0 0-14 0 0,0 0-32 0 0,0 0 18 0 0,0 0 11 0 0,0 0-41 0 0,0 0-2 0 0,0 0 6 0 0,0 0-9 0 0,0 0 30 0 0,0 0-13 0 0,0 0-13 0 0,0 0-18 0 0,0 0 17 0 0,0 0-8 0 0,0 0-8 0 0,0 0 0 0 0,0 0-8 0 0,0 6-24 0 0,1 20 12 0 0,28 9 332 0 0,121 91 217 0 0,-99-80-471 0 0,-15-17-257 0 0,-36-29 96 0 0,0 0-22 0 0,0 0 7 0 0,0 0-2 0 0,0 0 28 0 0,0 0 6 0 0,0 0-20 0 0,0 0-43 0 0,0 0 20 0 0,0 0 40 0 0,13 9 63 0 0,-54 15 642 0 0,17-8-781 0 0,0 1 0 0 0,1 1 0 0 0,0 2 1 0 0,2 0-1 0 0,0 1 0 0 0,-4 8 71 0 0,-72 66-2422 0 0,72-64-1978 0 0,18-23-1645 0 0,5-3-1186 0 0,2-5 5758 0 0</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1:02.809"/>
    </inkml:context>
    <inkml:brush xml:id="br0">
      <inkml:brushProperty name="width" value="0.05" units="cm"/>
      <inkml:brushProperty name="height" value="0.05" units="cm"/>
    </inkml:brush>
  </inkml:definitions>
  <inkml:trace contextRef="#ctx0" brushRef="#br0">37 22 1324 0 0,'0'0'1102'0'0,"0"0"-80"0"0,0 0-102 0 0,0 0-52 0 0,0 0-59 0 0,0 0-36 0 0,0 0-53 0 0,0 0-43 0 0,0 0-19 0 0,0 0 11 0 0,0 0-57 0 0,0 0 32 0 0,0 0-35 0 0,0 0-136 0 0,0 0 33 0 0,0 0-16 0 0,0 0-41 0 0,0 0-4 0 0,0 0-28 0 0,0 0-22 0 0,0 0-38 0 0,0 0-17 0 0,0 0 30 0 0,-8 10 470 0 0,8 25-7 0 0,0-33-630 0 0,0 1-83 0 0,0 265 1449 0 0,0-87-5937 0 0,-10-178 2801 0 0,6 1 1870 0 0,-4 2-3017 0 0,1-18-5626 0 0,7 7 6872 0 0</inkml:trace>
  <inkml:trace contextRef="#ctx0" brushRef="#br0" timeOffset="1101.668">46 15 2200 0 0,'0'-9'9816'0'0,"10"4"-3319"0"0,162 10-2230 0 0,37-5-3698 0 0,-207 0-541 0 0,30 0-19 0 0,25 0-684 0 0,-55 0 655 0 0,-2 0-1 0 0,0 0 18 0 0,7 43-85 0 0,-14 31-2 0 0,-1 12-7 0 0,-1 73-1117 0 0,8-135 302 0 0,-15 33-6162 0 0,0-46-3040 0 0,13-10 8576 0 0</inkml:trace>
  <inkml:trace contextRef="#ctx0" brushRef="#br0" timeOffset="2343.984">80 468 1480 0 0,'-8'2'6048'0'0,"-3"-7"-1871"0"0,-9 8 3228 0 0,19 3-4066 0 0,341-2-1584 0 0,-338-4-1743 0 0,38 0-106 0 0,-38 0 67 0 0,-2 0-16 0 0,32 3-1274 0 0,-32-3 1109 0 0,0 0 0 0 0,0 0 1 0 0,0 0-1 0 0,-1 0 1 0 0,1 1-1 0 0,0-1 0 0 0,0 0 1 0 0,0 0-1 0 0,-1 0 0 0 0,1 1 1 0 0,0-1-1 0 0,0 0 0 0 0,0 0 1 0 0,0 1-1 0 0,0-1 0 0 0,0 0 1 0 0,0 1-1 0 0,0-1 208 0 0,-62-16-13871 0 0,54 12 12375 0 0,-1 3 38 0 0</inkml:trace>
  <inkml:trace contextRef="#ctx0" brushRef="#br0" timeOffset="3249.398">255 181 1484 0 0,'13'14'8111'0'0,"3"4"-4324"0"0,-10 5-323 0 0,-7-23-3452 0 0,1 0 0 0 0,-1 1-1 0 0,1-1 1 0 0,-1 0 0 0 0,1 0 0 0 0,-1 1-1 0 0,1-1 1 0 0,-1 0 0 0 0,0 0 0 0 0,1 0-1 0 0,-1 0 1 0 0,1 0 0 0 0,-1 0-1 0 0,1 0 1 0 0,-1 0 0 0 0,1 0 0 0 0,-1 0-1 0 0,0 0 1 0 0,1-1 0 0 0,-1 1 0 0 0,1 0-1 0 0,-1 0 1 0 0,1 0 0 0 0,-1-1 0 0 0,1 1-1 0 0,-1 0 1 0 0,1-1 0 0 0,-1 1-1 0 0,1 0 1 0 0,0-1 0 0 0,-1 1 0 0 0,1 0-1 0 0,0-1 1 0 0,-1 1 0 0 0,1-1 0 0 0,0 1-1 0 0,-1-1 1 0 0,1 1 0 0 0,0-1-1 0 0,0 1 1 0 0,-1-1 0 0 0,1 1 0 0 0,0-1-1 0 0,0 1 1 0 0,0-1 0 0 0,0 0 0 0 0,0 1-1 0 0,0-1 1 0 0,0 1 0 0 0,0-1 0 0 0,0 1-1 0 0,0-1-11 0 0,-18 0-175 0 0,7-5 353 0 0,6 10-41 0 0,-10-2-3911 0 0,-4 2-6636 0 0,17-5 8958 0 0</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1:07.721"/>
    </inkml:context>
    <inkml:brush xml:id="br0">
      <inkml:brushProperty name="width" value="0.05" units="cm"/>
      <inkml:brushProperty name="height" value="0.05" units="cm"/>
    </inkml:brush>
  </inkml:definitions>
  <inkml:trace contextRef="#ctx0" brushRef="#br0">37 95 1060 0 0,'0'0'1193'0'0,"0"0"-185"0"0,0 0-102 0 0,0 0-83 0 0,0 0-78 0 0,0 0 11 0 0,0 0-54 0 0,0 0-60 0 0,0 0-12 0 0,0 0-51 0 0,0 0-81 0 0,0 0-4 0 0,0 0-60 0 0,0 0 36 0 0,0 0-23 0 0,0 0 12 0 0,0 0-60 0 0,0 0-35 0 0,0 0 38 0 0,0 0-10 0 0,0 0-68 0 0,0 0-42 0 0,0 0-30 0 0,5 6 398 0 0,-2 68 1359 0 0,-3 85-383 0 0,0-54-3480 0 0,-14-90 0 0 0,10-25-2790 0 0,2-10-2041 0 0,2 14 5240 0 0</inkml:trace>
  <inkml:trace contextRef="#ctx0" brushRef="#br0" timeOffset="1964.86">46 27 1412 0 0,'-2'-14'13893'0'0,"20"7"-8816"0"0,33 5-3717 0 0,-47 2-475 0 0,-2 0-697 0 0,34 0 685 0 0,108 0 5 0 0,-138 3-890 0 0,49 16 42 0 0,-16-16-638 0 0,-37-3 570 0 0,23 0-208 0 0,-8 0 8 0 0,-15 0 205 0 0,-2 0-7 0 0,11 0-300 0 0,22 14-151 0 0,-15 3 268 0 0,-22 183 246 0 0,-7-143-52 0 0,11 61-828 0 0,0-115 791 0 0,0 17-865 0 0,0-6-2908 0 0,-8-4 3461 0 0,6-10 197 0 0,2 0-3 0 0,0 0-21 0 0,0 0 29 0 0,0 0 53 0 0,0 0 17 0 0,-2 3-32 0 0,-14 12-84 0 0,5-11 563 0 0,10-4-310 0 0,-8 1 1021 0 0,-90-11 1397 0 0,97 10-2385 0 0,-32 0-114 0 0,-68 0 673 0 0,100 0-685 0 0,-11 0 115 0 0,-5 0-62 0 0,17 0-61 0 0,-24 0 279 0 0,-13 0-162 0 0,36 0-51 0 0,2 0 29 0 0,-11 0 31 0 0,-7 0-58 0 0,17 0-15 0 0,1 0-8 0 0,0 0 33 0 0,-14 0-4 0 0,13 0-62 0 0,0-1 0 0 0,-1 1 0 0 0,1 0 0 0 0,-1 0 0 0 0,1 0 0 0 0,-1 0 0 0 0,1 0-1 0 0,-1 0 1 0 0,1 0 0 0 0,-1 1 0 0 0,1-1 0 0 0,0 1 0 0 0,-1-1 0 0 0,1 1 0 0 0,-1-1-1 0 0,1 1 1 0 0,0 0 0 0 0,0-1 0 0 0,-1 1 0 0 0,1 0 0 0 0,0 0 0 0 0,0 0 0 0 0,0 0-1 0 0,0 0 1 0 0,0 0 0 0 0,0 0 0 0 0,0 1 0 0 0,0 0 58 0 0,0-2-348 0 0,0 1-1 0 0,1-1 1 0 0,-1 1-1 0 0,0-1 1 0 0,1 0-1 0 0,-1 0 1 0 0,0 1 0 0 0,1-1-1 0 0,-1 0 1 0 0,0 0-1 0 0,1 0 1 0 0,-1 0-1 0 0,0 0 1 0 0,0 0-1 0 0,1 0 1 0 0,-1 0 0 0 0,0 0-1 0 0,1 0 1 0 0,-1 0-1 0 0,0-1 1 0 0,0 1-1 0 0,1 0 1 0 0,-1 0 0 0 0,1-1-1 0 0,-1 1 1 0 0,0 0-1 0 0,1-1 1 0 0,-1 1-1 0 0,1-1 1 0 0,-1 1 0 0 0,0-1-1 0 0,1 1 1 0 0,-1-1-1 0 0,1 1 1 0 0,0-1-1 0 0,-1 1 1 0 0,1-1-1 0 0,-1 0 1 0 0,1 1 0 0 0,0-1-1 0 0,0 0 1 0 0,-1 1-1 0 0,1-1 349 0 0,1-3-1660 0 0</inkml:trace>
  <inkml:trace contextRef="#ctx0" brushRef="#br0" timeOffset="2668.234">37 13 1556 0 0,'-4'-13'7940'0'0,"4"13"-7762"0"0,0 0 25 0 0,0 0 37 0 0,0 0 3 0 0,0 0-33 0 0,0 0-42 0 0,0 0 33 0 0,0 0 30 0 0,0 0-10 0 0,0 0-20 0 0,0 0-42 0 0,1 6-22 0 0,15 71 758 0 0,-16-76-839 0 0,0-1-12 0 0,1 47-553 0 0,-2-28-2203 0 0,1-17 1703 0 0,0-2-313 0 0,0 0 28 0 0,0 0 93 0 0,0 0-16 0 0,0 0-298 0 0</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1:12.574"/>
    </inkml:context>
    <inkml:brush xml:id="br0">
      <inkml:brushProperty name="width" value="0.05" units="cm"/>
      <inkml:brushProperty name="height" value="0.05" units="cm"/>
    </inkml:brush>
  </inkml:definitions>
  <inkml:trace contextRef="#ctx0" brushRef="#br0">41 0 1048 0 0,'0'0'1015'0'0,"0"0"-143"0"0,0 0-86 0 0,0 0-72 0 0,0 0-41 0 0,0 0-82 0 0,0 0-37 0 0,0 0-49 0 0,0 0-30 0 0,0 0-38 0 0,0 0-50 0 0,0 0-61 0 0,0 0 6 0 0,0 0-14 0 0,0 0 1 0 0,0 0 1 0 0,0 0-44 0 0,0 0-4 0 0,0 0-14 0 0,0 0-10 0 0,0 0-44 0 0,0 0-23 0 0,0 0 17 0 0,0 0 49 0 0,0 0-1 0 0,0 0-22 0 0,0 0 24 0 0,0 0-28 0 0,0 0-34 0 0,0 0-25 0 0,0 0-41 0 0,0 0 62 0 0,0 0-18 0 0,0 0 27 0 0,0 0-50 0 0,0 0-74 0 0,0 0 29 0 0,0 0 0 0 0,0 0 0 0 0,0 0 6 0 0,0 0 1 0 0,0 0-50 0 0,0 0-44 0 0,0 0 25 0 0,0 0 56 0 0,0 0-40 0 0,0 0 47 0 0,0 0-53 0 0,0 0 23 0 0,0 0 19 0 0,0 0 10 0 0,0 0 21 0 0,0 0-45 0 0,0 0-42 0 0,0 0 2 0 0,0 0 49 0 0,0 0-37 0 0,0 0-62 0 0,0 0 28 0 0,0 0 55 0 0,0 0 44 0 0,0 0-56 0 0,0 0-39 0 0,0 0 59 0 0,0 24 447 0 0,0 210-138 0 0,-23-187-270 0 0,18 44-89 0 0,-1-75 533 0 0,0-15 1510 0 0,10-6-1908 0 0,0 1 0 0 0,0 0 1 0 0,1 1-1 0 0,-1-1 0 0 0,1 1 0 0 0,0 0 1 0 0,0 0-1 0 0,0 0 0 0 0,1 1 0 0 0,-1 0 1 0 0,1 0-1 0 0,-1 0 0 0 0,1 1 0 0 0,5-2-158 0 0,22-1 209 0 0,-32 4-201 0 0,-1 0 23 0 0,30 0 101 0 0,107 0-18 0 0,-135 0-152 0 0,28 8 18 0 0,-7-2-7 0 0,-8 12-50 0 0,-14-18-88 0 0,-1 0-1 0 0,1 0 1 0 0,-1 0-1 0 0,1 0 1 0 0,-1 0-1 0 0,1-1 1 0 0,-1 1-1 0 0,0 0 1 0 0,1 0-1 0 0,-1 0 1 0 0,1-1-1 0 0,-1 1 1 0 0,1 0-1 0 0,-1-1 0 0 0,0 1 1 0 0,1 0-1 0 0,-1-1 1 0 0,0 1-1 0 0,1 0 1 0 0,-1-1-1 0 0,0 1 1 0 0,1-1-1 0 0,-1 1 1 0 0,0 0-1 0 0,0-1 1 0 0,0 1-1 0 0,1-1 1 0 0,-1 1-1 0 0,0-1 1 0 0,0 1-1 0 0,0-1 1 0 0,0 1-1 0 0,0-1 0 0 0,0 1 1 0 0,0-1-1 0 0,0 1 1 0 0,0-1-1 0 0,0 1 1 0 0,0-1-1 0 0,0 1 1 0 0,0-1-1 0 0,0 1 1 0 0,-1-1-1 0 0,1 1 1 0 0,0-1-1 0 0,0 1 1 0 0,-1-1-1 0 0,1 1 1 0 0,0 0-1 0 0,0-1 1 0 0,-1 1-1 0 0,1-1 1 0 0,0 1-1 0 0,-1 0 1 0 0,1-1-1 0 0,-1 1 0 0 0,1 0 1 0 0,0 0-1 0 0,-1-1 1 0 0,1 1-1 0 0,-1 0 166 0 0,-25-13-8164 0 0,18 10 6768 0 0</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1:20.158"/>
    </inkml:context>
    <inkml:brush xml:id="br0">
      <inkml:brushProperty name="width" value="0.05" units="cm"/>
      <inkml:brushProperty name="height" value="0.05" units="cm"/>
    </inkml:brush>
  </inkml:definitions>
  <inkml:trace contextRef="#ctx0" brushRef="#br0">20 1 888 0 0,'0'0'1132'0'0,"0"0"-93"0"0,0 0-81 0 0,0 0-93 0 0,0 0-8 0 0,0 0-74 0 0,0 0-26 0 0,0 0-32 0 0,0 0-2 0 0,0 0-87 0 0,0 0-57 0 0,0 0-43 0 0,0 0 15 0 0,0 0-8 0 0,0 0-117 0 0,0 0-30 0 0,0 0 11 0 0,0 0-70 0 0,0 0 46 0 0,0 0-49 0 0,0 0-79 0 0,0 0 12 0 0,0 0-3 0 0,0 0 22 0 0,0 0-24 0 0,0 0-30 0 0,0 0-35 0 0,0 0-9 0 0,0 0-1 0 0,0 0 41 0 0,0 0-11 0 0,0 0-9 0 0,2 2 25 0 0,3 55 1356 0 0,-5 115-903 0 0,0-53-622 0 0,0-117-24 0 0,0 10-142 0 0,0 7 10 0 0,0-17 146 0 0,0-2-68 0 0,0 12 158 0 0,-3 22 1988 0 0,-19 30-1013 0 0,21-63-52 0 0,14-17-721 0 0,42 0 421 0 0,87 10 166 0 0,-50 6-765 0 0,-30 24 24 0 0,22-6-323 0 0,-74-16-264 0 0,-1 0-3357 0 0,-17 6-6418 0 0,-20-3 1691 0 0,22-6 6930 0 0</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1:23.528"/>
    </inkml:context>
    <inkml:brush xml:id="br0">
      <inkml:brushProperty name="width" value="0.05" units="cm"/>
      <inkml:brushProperty name="height" value="0.05" units="cm"/>
    </inkml:brush>
  </inkml:definitions>
  <inkml:trace contextRef="#ctx0" brushRef="#br0">22 22 1356 0 0,'0'0'870'0'0,"0"0"-110"0"0,0 0-48 0 0,0 0-74 0 0,0 0-72 0 0,0-4-37 0 0,0-10 15 0 0,0 10 32 0 0,0 4-53 0 0,0 0-59 0 0,0 0-16 0 0,0 0 16 0 0,0 0-14 0 0,0 0-34 0 0,0 0-17 0 0,0 0-69 0 0,0 0-13 0 0,0 0 19 0 0,0 0-6 0 0,0 0-7 0 0,0 0 1 0 0,0 0-16 0 0,0 0-3 0 0,0 0-60 0 0,0 0 41 0 0,0 0 7 0 0,0 0-14 0 0,0 0-38 0 0,0 0-60 0 0,0 0-6 0 0,0 0 32 0 0,0 0 8 0 0,0 0-60 0 0,0 0 25 0 0,0 0-2 0 0,0 0-4 0 0,0 0-13 0 0,0 0 35 0 0,0 0-55 0 0,0 0 41 0 0,0 0-46 0 0,0 0 30 0 0,0 0 13 0 0,0 0-13 0 0,0 0-11 0 0,0 0-14 0 0,0 0 1 0 0,0 0 38 0 0,0 0 0 0 0,0 0 26 0 0,0 0-96 0 0,-4 2 4 0 0,3-2-100 0 0,0 0 0 0 0,1 0 0 0 0,-1 0 0 0 0,0 0 0 0 0,0 1 0 0 0,0-1 0 0 0,1 0 0 0 0,-1 1 0 0 0,0-1 0 0 0,1 1 0 0 0,-1-1 0 0 0,0 0 0 0 0,0 1 0 0 0,1 0 1 0 0,-1-1-1 0 0,1 1 0 0 0,-1-1 0 0 0,1 1 0 0 0,-1 0 0 0 0,1-1 0 0 0,-1 1 0 0 0,1 0 0 0 0,-1 0 0 0 0,1-1 0 0 0,0 1 0 0 0,0 0 0 0 0,-1 0 0 0 0,1 0 0 0 0,0-1 0 0 0,0 1 1 0 0,0 0-1 0 0,0 0 0 0 0,0 0 0 0 0,0 0 0 0 0,0-1 0 0 0,0 1 0 0 0,0 0 0 0 0,0 0 0 0 0,0 0 0 0 0,1 0 0 0 0,-1-1 0 0 0,0 1 0 0 0,0 0 0 0 0,1 0-14 0 0,8 311 2185 0 0,-10-199-2053 0 0,1-58-276 0 0,16-43-2633 0 0,-28-57-9473 0 0,8 38 9229 0 0,4 3 1570 0 0</inkml:trace>
  <inkml:trace contextRef="#ctx0" brushRef="#br0" timeOffset="657.995">3 228 1372 0 0,'2'-3'9443'0'0,"4"6"-3611"0"0,32 10-705 0 0,161-13-1206 0 0,-197 0-3951 0 0,19 2-2722 0 0,-14 6 2069 0 0,-21-8-8951 0 0,-15-1 335 0 0,23 2 7894 0 0</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11.118"/>
    </inkml:context>
    <inkml:brush xml:id="br0">
      <inkml:brushProperty name="width" value="0.05" units="cm"/>
      <inkml:brushProperty name="height" value="0.05" units="cm"/>
    </inkml:brush>
  </inkml:definitions>
  <inkml:trace contextRef="#ctx0" brushRef="#br0">14 20 1724 0 0,'5'-19'9526'0'0,"-6"42"-6244"0"0,1 529 196 0 0,-3-547-3499 0 0,-11 29-26 0 0,13-33 15 0 0,1-1-31 0 0,0 0-54 0 0,0 26-233 0 0,0-8-575 0 0,0-16 619 0 0,0-2-10 0 0,1 2-14 0 0,2 7-499 0 0,-2-21-3113 0 0,0-17-3501 0 0,1 21 6022 0 0</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09.609"/>
    </inkml:context>
    <inkml:brush xml:id="br0">
      <inkml:brushProperty name="width" value="0.05" units="cm"/>
      <inkml:brushProperty name="height" value="0.05" units="cm"/>
    </inkml:brush>
  </inkml:definitions>
  <inkml:trace contextRef="#ctx0" brushRef="#br0">22 319 904 0 0,'0'0'1499'0'0,"0"0"-162"0"0,0 0-150 0 0,0 0-25 0 0,0 0 5 0 0,0 0-120 0 0,0 0-158 0 0,0 0-60 0 0,-4-4 120 0 0,-10-11-61 0 0,11 11-96 0 0,3 4-137 0 0,0 0-50 0 0,0 0-2 0 0,0 0-8 0 0,0 0-23 0 0,0 0-28 0 0,0 0-70 0 0,0 0-9 0 0,0 0 10 0 0,0 0-35 0 0,0 0 0 0 0,0 0-26 0 0,0 0-18 0 0,0 0-39 0 0,0 0-48 0 0,0 0 14 0 0,0 0-33 0 0,0 0-46 0 0,0 0-46 0 0,0 0 13 0 0,0 0 2 0 0,0 0-9 0 0,2-4-65 0 0,9-13-9 0 0,17 11 460 0 0,19 8-25 0 0,33-2-401 0 0,-38 0-394 0 0,-6 10-4017 0 0,-42-20-11392 0 0,5 8 14358 0 0</inkml:trace>
  <inkml:trace contextRef="#ctx0" brushRef="#br0" timeOffset="684.626">261 17 1944 0 0,'1'-17'6926'0'0,"0"30"-3426"0"0,0 33-1350 0 0,-6 80 142 0 0,-17 9-1630 0 0,10 4-200 0 0,12-21 166 0 0,-14-64-438 0 0,13-33-2002 0 0,3-34-2624 0 0,7-27-5164 0 0,-5 32 8262 0 0</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15.758"/>
    </inkml:context>
    <inkml:brush xml:id="br0">
      <inkml:brushProperty name="width" value="0.05" units="cm"/>
      <inkml:brushProperty name="height" value="0.05" units="cm"/>
    </inkml:brush>
  </inkml:definitions>
  <inkml:trace contextRef="#ctx0" brushRef="#br0">58 25 1832 0 0,'0'0'1022'0'0,"-3"0"-39"0"0,-5 0 565 0 0,1-9 9359 0 0,6 0-11955 0 0,1 6 1417 0 0,0 3-21 0 0,0 0-59 0 0,0 0 59 0 0,0 0 4 0 0,0 0-28 0 0,0 0-29 0 0,0 0 59 0 0,0 0-70 0 0,0 0-32 0 0,0 0 7 0 0,0 0 23 0 0,0 0 14 0 0,0 0-52 0 0,0 0-27 0 0,0 0 40 0 0,0 0 8 0 0,10-3 594 0 0,25 6 126 0 0,-34-2-897 0 0,28-1 199 0 0,84 22 111 0 0,-22-8-203 0 0,-64-7-331 0 0,-8-7-373 0 0,-17 0 263 0 0,8 3-337 0 0,2 11-145 0 0,-12-14 133 0 0,-22 1-11963 0 0,9-2 7754 0 0,9 1 3244 0 0</inkml:trace>
  <inkml:trace contextRef="#ctx0" brushRef="#br0" timeOffset="1022.213">28 34 1468 0 0,'11'-6'6549'0'0,"-7"23"-3550"0"0,2 23-980 0 0,-8 59-580 0 0,-15-49-1230 0 0,17-49-77 0 0,0 2-40 0 0,0 79 536 0 0,0-80-626 0 0,-2 12 112 0 0,-22 19 308 0 0,21-14 1937 0 0,78-24 474 0 0,-74 5-2811 0 0,2 0 8 0 0,231 0 459 0 0,-196 17-1017 0 0,-38-17 374 0 0,0 0-93 0 0,0 0-449 0 0,0 0-209 0 0,5-5-1741 0 0,-12 3-5321 0 0,-15 0 2011 0 0,16 0 4717 0 0</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19.811"/>
    </inkml:context>
    <inkml:brush xml:id="br0">
      <inkml:brushProperty name="width" value="0.05" units="cm"/>
      <inkml:brushProperty name="height" value="0.05" units="cm"/>
    </inkml:brush>
  </inkml:definitions>
  <inkml:trace contextRef="#ctx0" brushRef="#br0">21 298 2040 0 0,'0'0'1344'0'0,"0"0"-201"0"0,0 0-133 0 0,-3 0 29 0 0,-11 0-8 0 0,10 0-135 0 0,4 0-75 0 0,0 0-50 0 0,0 0 72 0 0,0 0-29 0 0,0 0-6 0 0,0 0-71 0 0,0 0-73 0 0,0 0-69 0 0,0 0-88 0 0,0 0 61 0 0,0 0-2 0 0,0 0-105 0 0,0 0-8 0 0,0 0-42 0 0,0 0 22 0 0,0 0 2 0 0,0 0-35 0 0,0 0 12 0 0,0 0-26 0 0,0 0-36 0 0,0 0-25 0 0,0 0 28 0 0,0 0-36 0 0,0 0 3 0 0,0 0-38 0 0,0 0-38 0 0,1-3-9 0 0,-1 2-207 0 0,1 0 0 0 0,-1 0 0 0 0,0 0 1 0 0,1 0-1 0 0,-1 0 0 0 0,1 0 0 0 0,-1 0 0 0 0,1 1 0 0 0,-1-1 0 0 0,1 0 0 0 0,0 0 1 0 0,-1 1-1 0 0,1-1 0 0 0,0 0 0 0 0,0 1 0 0 0,0-1 0 0 0,-1 0 0 0 0,1 1 0 0 0,0-1 1 0 0,0 1-1 0 0,0 0 0 0 0,0-1 0 0 0,0 1 0 0 0,0 0 0 0 0,0-1 0 0 0,0 1 0 0 0,0 0 1 0 0,0 0-1 0 0,0 0 0 0 0,0 0 0 0 0,0 0 0 0 0,0 0 0 0 0,0 0 0 0 0,0 0 1 0 0,0 1-1 0 0,0-1 0 0 0,0 0 0 0 0,0 1 0 0 0,1-1-28 0 0,14 1 342 0 0,168-1 653 0 0,-103 0-6369 0 0,-66 13 1830 0 0,-21-5-5139 0 0,5-9 5454 0 0,1-1 1651 0 0</inkml:trace>
  <inkml:trace contextRef="#ctx0" brushRef="#br0" timeOffset="665.076">359 28 1612 0 0,'0'-27'9828'0'0,"-6"76"-5525"0"0,2 73-1914 0 0,-11-38-1710 0 0,-1 110-75 0 0,15-64-1671 0 0,1-128 525 0 0,0-2-102 0 0,0 0-41 0 0,-4 17-3033 0 0,-5-38-6307 0 0,7 13 8579 0 0</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21.941"/>
    </inkml:context>
    <inkml:brush xml:id="br0">
      <inkml:brushProperty name="width" value="0.05" units="cm"/>
      <inkml:brushProperty name="height" value="0.05" units="cm"/>
    </inkml:brush>
  </inkml:definitions>
  <inkml:trace contextRef="#ctx0" brushRef="#br0">27 26 988 0 0,'0'0'1450'0'0,"0"0"-187"0"0,0 0-132 0 0,0 0-148 0 0,0 0-121 0 0,0 0-45 0 0,0 0-13 0 0,0 0 29 0 0,0 0-122 0 0,0 0-52 0 0,0 0-47 0 0,0 0-65 0 0,0 0-45 0 0,0 0 0 0 0,0 0-42 0 0,0 0-52 0 0,0 0-24 0 0,0 0 14 0 0,0 0-29 0 0,0 0-17 0 0,0 0 48 0 0,0 0-7 0 0,0 0-45 0 0,0 0 26 0 0,0 0-16 0 0,0 0-50 0 0,0 0-6 0 0,0 0-59 0 0,0 0-9 0 0,0 0 39 0 0,0 0 7 0 0,0 0-42 0 0,0 0 24 0 0,0 0-36 0 0,0 0 21 0 0,0-4-4 0 0,0 1-243 0 0,0 2 16 0 0,0 1 0 0 0,0-1 0 0 0,0 0 0 0 0,0 0 0 0 0,0 1 0 0 0,0-1 0 0 0,0 0 0 0 0,1 1 0 0 0,-1-1 0 0 0,0 0 0 0 0,0 1 0 0 0,0-1 0 0 0,1 0 0 0 0,-1 1 0 0 0,0-1 0 0 0,1 1 0 0 0,-1-1 0 0 0,1 0 0 0 0,-1 1 0 0 0,1-1 0 0 0,-1 1 0 0 0,1-1 0 0 0,-1 1 0 0 0,1-1 0 0 0,-1 1 0 0 0,1 0 0 0 0,-1-1 0 0 0,1 1 0 0 0,0 0 0 0 0,-1-1 0 0 0,1 1 0 0 0,0 0 0 0 0,-1 0 0 0 0,1 0 0 0 0,0 0 0 0 0,-1-1 0 0 0,1 1 0 0 0,0 0 0 0 0,0 0 0 0 0,-1 0 0 0 0,1 0 0 0 0,0 1 0 0 0,-1-1 0 0 0,1 0 0 0 0,0 0 0 0 0,-1 0 0 0 0,1 0 0 0 0,0 1 0 0 0,-1-1 0 0 0,1 0 0 0 0,0 1 0 0 0,-1-1 0 0 0,1 0 0 0 0,0 1-16 0 0,224 0 1303 0 0,-223-1-1306 0 0,11 0-28 0 0,5 0-87 0 0,-17 0 134 0 0,-1 0-64 0 0,12 2-76 0 0,3 52 97 0 0,-15-52 18 0 0,0 62-2515 0 0,0-20-3386 0 0,-12-16 1997 0 0,1-9-2261 0 0,7-15 4708 0 0</inkml:trace>
  <inkml:trace contextRef="#ctx0" brushRef="#br0" timeOffset="586.055">17 207 1068 0 0,'-16'-9'9211'0'0,"16"9"-6837"0"0,30 6 2263 0 0,12-5-3143 0 0,-41-1-1287 0 0,24 0 321 0 0,176 0-367 0 0,-199 0-470 0 0,-2 0-4 0 0,3 0-113 0 0,9 2-268 0 0,-25 0-7870 0 0,-14 4 1798 0 0,19-4 5086 0 0</inkml:trace>
  <inkml:trace contextRef="#ctx0" brushRef="#br0" timeOffset="1256.053">21 226 1532 0 0,'1'16'8429'0'0,"1"1"-5574"0"0,1 29-1635 0 0,-3 47 398 0 0,-13-72-1260 0 0,11-17-224 0 0,2-4-61 0 0,0 0-23 0 0,3 35 3281 0 0,40-18-2398 0 0,74-15 719 0 0,-64 17-1430 0 0,71-3-2084 0 0,-123-16 1061 0 0,-1 0-197 0 0,0 0-146 0 0,0-16-4740 0 0,-28 15-2447 0 0,18 3 6972 0 0</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24.630"/>
    </inkml:context>
    <inkml:brush xml:id="br0">
      <inkml:brushProperty name="width" value="0.05" units="cm"/>
      <inkml:brushProperty name="height" value="0.05" units="cm"/>
    </inkml:brush>
  </inkml:definitions>
  <inkml:trace contextRef="#ctx0" brushRef="#br0">35 1 1604 0 0,'0'0'1494'0'0,"0"0"-156"0"0,0 0-57 0 0,0 0-75 0 0,0 0-75 0 0,0 0-121 0 0,0 0-124 0 0,0 0-111 0 0,0 0-66 0 0,0 0 46 0 0,0 0-2 0 0,0 0-18 0 0,0 0-30 0 0,0 0-88 0 0,0 0-13 0 0,0 0-40 0 0,0 0-20 0 0,0 0-13 0 0,0 0-1 0 0,0 0-19 0 0,0 0-53 0 0,0 0 5 0 0,0 0-31 0 0,0 0-12 0 0,0 0-48 0 0,0 0 6 0 0,2 11 287 0 0,37-13 749 0 0,282 2-521 0 0,-319 0-907 0 0,-2 0 10 0 0,0 0 2 0 0,10 4-61 0 0,-8 0 42 0 0,1 0 0 0 0,-1 1 0 0 0,0-1 1 0 0,0 1-1 0 0,0 0 0 0 0,-1-1 0 0 0,1 1 0 0 0,-1 0 1 0 0,0 0-1 0 0,-1 0 0 0 0,1 0 0 0 0,-1 0 0 0 0,0 0 1 0 0,0 0-1 0 0,-1 2 21 0 0,1-6-138 0 0,0 12-631 0 0,0 4 1003 0 0,1-11-1026 0 0,0-1-1 0 0,-1 1 0 0 0,0-1 0 0 0,0 1 0 0 0,-1 0 0 0 0,0-1 0 0 0,1 1 1 0 0,-2-1-1 0 0,1 1 0 0 0,-1-1 0 0 0,0 0 0 0 0,0 0 0 0 0,0 1 0 0 0,-2 0 793 0 0,-18 21-9134 0 0,19-25 7778 0 0</inkml:trace>
  <inkml:trace contextRef="#ctx0" brushRef="#br0" timeOffset="654.863">27 213 1060 0 0,'-20'-5'10758'0'0,"13"5"-5269"0"0,34 5-2591 0 0,35-5-658 0 0,108 0-917 0 0,-60 0-4042 0 0,-109 0 2148 0 0,-1 0-126 0 0,2-3-118 0 0,0-8-230 0 0,-23 14-8000 0 0,1 2 4023 0 0,14-4 3576 0 0,0 0 2 0 0</inkml:trace>
  <inkml:trace contextRef="#ctx0" brushRef="#br0" timeOffset="1557.187">12 248 1008 0 0,'2'-14'9350'0'0,"12"95"-5925"0"0,-15-79-3289 0 0,1 0-31 0 0,0 128 1650 0 0,0-128-1661 0 0,0-2 34 0 0,1 27 1160 0 0,11-9 350 0 0,170-26 1710 0 0,-113 10-3048 0 0,37-2-298 0 0,-104 0-133 0 0,10 0-2501 0 0,-2 3 1607 0 0,-13-2-5998 0 0,3-1 5153 0 0,-16-5-4428 0 0,7 2 4912 0 0</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31.011"/>
    </inkml:context>
    <inkml:brush xml:id="br0">
      <inkml:brushProperty name="width" value="0.05" units="cm"/>
      <inkml:brushProperty name="height" value="0.05" units="cm"/>
    </inkml:brush>
  </inkml:definitions>
  <inkml:trace contextRef="#ctx0" brushRef="#br0">12 19 1172 0 0,'-3'-5'1933'0'0,"-3"-9"4982"0"0,6 28-2494 0 0,5 214-129 0 0,-7-133-3749 0 0,2-34-434 0 0,0 13-237 0 0,0-24-3983 0 0,-6-46-3273 0 0,12-24 2366 0 0,-2 13 3402 0 0</inkml:trace>
  <inkml:trace contextRef="#ctx0" brushRef="#br0" timeOffset="373.572">62 268 1936 0 0,'9'-23'11600'0'0,"51"32"-5177"0"0,-21 1-5226 0 0,-5-4-686 0 0,-32-5-585 0 0,-2-1-91 0 0,8-1-568 0 0,15 2-2601 0 0,-13-3-6122 0 0,-2-6 8124 0 0,-8 5-1877 0 0,-2 2 1745 0 0</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28.890"/>
    </inkml:context>
    <inkml:brush xml:id="br0">
      <inkml:brushProperty name="width" value="0.05" units="cm"/>
      <inkml:brushProperty name="height" value="0.05" units="cm"/>
    </inkml:brush>
  </inkml:definitions>
  <inkml:trace contextRef="#ctx0" brushRef="#br0">25 112 1636 0 0,'0'0'1191'0'0,"0"0"-162"0"0,0 0-100 0 0,0 0-82 0 0,0 0-52 0 0,0 0-32 0 0,0-4-68 0 0,0-11-54 0 0,0 11-37 0 0,0 4 25 0 0,0 0-59 0 0,0 0-64 0 0,0 0 37 0 0,0 0-5 0 0,0 0-46 0 0,0 0-54 0 0,0 0-45 0 0,0 0-41 0 0,0 0-10 0 0,0 0 92 0 0,0 0 20 0 0,0 0-78 0 0,0 0 24 0 0,0 0 2 0 0,0 0-25 0 0,0 0-8 0 0,0 0-37 0 0,0 0-20 0 0,0 0 20 0 0,0 0-17 0 0,0 0-25 0 0,0 0-4 0 0,0 0-12 0 0,-6 11 504 0 0,17 245 770 0 0,-27-185-1539 0 0,11-43-3845 0 0,0-45-4506 0 0,2 1 3217 0 0,4 9 3559 0 0</inkml:trace>
  <inkml:trace contextRef="#ctx0" brushRef="#br0" timeOffset="856.372">53 27 2132 0 0,'-3'-18'7172'0'0,"1"9"-676"0"0,6 14-5166 0 0,45 19 2688 0 0,112-1-2260 0 0,-11-22-1462 0 0,-148-1-306 0 0,32 0 65 0 0,-22 15 167 0 0,3 6-168 0 0,-19 109 93 0 0,4 51-1519 0 0,0-179 1018 0 0,-2 20-3276 0 0,-22-7 104 0 0,-9-16-8664 0 0,29-1 10580 0 0</inkml:trace>
  <inkml:trace contextRef="#ctx0" brushRef="#br0" timeOffset="1403.422">82 444 1972 0 0,'-27'7'11143'0'0,"84"-17"-4277"0"0,186 5-2328 0 0,-140 6-7946 0 0,-94-10-898 0 0,-17 5-1444 0 0,-14-4-2474 0 0,18 5 6945 0 0</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43.142"/>
    </inkml:context>
    <inkml:brush xml:id="br0">
      <inkml:brushProperty name="width" value="0.05" units="cm"/>
      <inkml:brushProperty name="height" value="0.05" units="cm"/>
    </inkml:brush>
  </inkml:definitions>
  <inkml:trace contextRef="#ctx0" brushRef="#br0">20 49 1008 0 0,'0'0'1606'0'0,"0"0"-208"0"0,0 0-88 0 0,0 0-57 0 0,0 0-134 0 0,0 0-137 0 0,0 0-120 0 0,0 0-75 0 0,0 0 24 0 0,0 0 33 0 0,0 0 1 0 0,0 0-36 0 0,0 0-70 0 0,0 0-31 0 0,0 0-7 0 0,0 0-25 0 0,0 0-53 0 0,0 0-21 0 0,0 0-36 0 0,0 0-48 0 0,0-5-45 0 0,-1 0-420 0 0,1 4-26 0 0,0 1 1 0 0,-1-1 0 0 0,1 1-1 0 0,0-1 1 0 0,0 1 0 0 0,0-1-1 0 0,0 1 1 0 0,0-1 0 0 0,0 0-1 0 0,-1 1 1 0 0,1-1-1 0 0,1 1 1 0 0,-1-1 0 0 0,0 0-1 0 0,0 1 1 0 0,0-1 0 0 0,0 1-1 0 0,0-1 1 0 0,0 1 0 0 0,1-1-1 0 0,-1 0 1 0 0,0 1-1 0 0,0-1 1 0 0,1 1 0 0 0,-1-1-1 0 0,1 1 1 0 0,-1 0 0 0 0,0-1-1 0 0,1 1 1 0 0,-1-1 0 0 0,1 1-1 0 0,-1 0 1 0 0,1-1 0 0 0,-1 1-1 0 0,1 0 1 0 0,-1-1-1 0 0,1 1 1 0 0,-1 0 0 0 0,1 0-1 0 0,-1-1 1 0 0,1 1 0 0 0,-1 0-1 0 0,1 0 1 0 0,0 0 0 0 0,-1 0-1 0 0,1 0 1 0 0,-1 0-1 0 0,1 0 1 0 0,0 0 0 0 0,-1 0-1 0 0,1 0 1 0 0,-1 0 0 0 0,1 1-1 0 0,-1-1 1 0 0,1 0 0 0 0,0 0-28 0 0,79-2 2187 0 0,-22-11-1634 0 0,31 9 133 0 0,18 4-536 0 0,-105 0-165 0 0,13 25-101 0 0,-19 68-2044 0 0,-12-39-744 0 0,10-35-1085 0 0,-16-5-7800 0 0,18-14 10245 0 0</inkml:trace>
  <inkml:trace contextRef="#ctx0" brushRef="#br0" timeOffset="574.915">62 228 1428 0 0,'-35'0'12062'0'0,"35"0"-11883"0"0,0 0 0 0 0,0-1 0 0 0,0 1-1 0 0,0 0 1 0 0,0 0 0 0 0,0 0 0 0 0,0-1 0 0 0,0 1 0 0 0,0 0 0 0 0,0 0 0 0 0,0 0-1 0 0,0-1 1 0 0,0 1 0 0 0,0 0 0 0 0,0 0 0 0 0,0 0 0 0 0,-1 0 0 0 0,1 0 0 0 0,0-1-1 0 0,0 1 1 0 0,0 0 0 0 0,0 0 0 0 0,0 0 0 0 0,-1 0 0 0 0,1 0 0 0 0,0 0 0 0 0,0 0-1 0 0,0-1 1 0 0,0 1 0 0 0,-1 0 0 0 0,1 0-179 0 0,63-5 2150 0 0,-62 5-1964 0 0,12 0 104 0 0,174 0-83 0 0,-186 0-450 0 0,13-3-2592 0 0,-2-8 1943 0 0,-38 8-9653 0 0,-19 23 5827 0 0,24-12 3011 0 0</inkml:trace>
  <inkml:trace contextRef="#ctx0" brushRef="#br0" timeOffset="1135.859">33 226 1712 0 0,'-4'9'7179'0'0,"1"20"-4461"0"0,2-14-1408 0 0,-1 100 2657 0 0,-19-58-2242 0 0,21-56-1652 0 0,0 0 1 0 0,-1 0-1 0 0,1 0 0 0 0,0 0 0 0 0,-1 1 1 0 0,1-1-1 0 0,0 0 0 0 0,0 0 0 0 0,0 0 0 0 0,0 0 1 0 0,0 0-1 0 0,1 1 0 0 0,-1-1 0 0 0,0 0 1 0 0,0 0-1 0 0,1 0 0 0 0,-1 0 0 0 0,1 0 1 0 0,-1 0-1 0 0,1 0 0 0 0,-1 0 0 0 0,1 0 1 0 0,0 0-1 0 0,-1 0 0 0 0,1 0 0 0 0,0 0 1 0 0,0 0-1 0 0,0 0 0 0 0,-1-1 0 0 0,1 1 1 0 0,0 0-1 0 0,0-1 0 0 0,0 1 0 0 0,0-1 1 0 0,1 1-1 0 0,-1-1 0 0 0,0 1 0 0 0,0-1 1 0 0,0 0-1 0 0,0 1 0 0 0,0-1 0 0 0,0 0 1 0 0,1 0-1 0 0,-1 0 0 0 0,0 0 0 0 0,0 0 1 0 0,0 0-1 0 0,0 0 0 0 0,1-1-73 0 0,138 17 1486 0 0,-16 1-976 0 0,-46 13-588 0 0,-72-27 1082 0 0,-5-2-1250 0 0,0-1 0 0 0,-1 1 0 0 0,1-1 0 0 0,0 1 0 0 0,0-1 0 0 0,-1 0 0 0 0,1 1 0 0 0,0-1 0 0 0,0 0 0 0 0,0 1 0 0 0,0-1 0 0 0,0 0 0 0 0,-1 0 0 0 0,1 0 0 0 0,0 0 0 0 0,0 0 0 0 0,0 0 0 0 0,0 0 0 0 0,0 0 0 0 0,0 0 0 0 0,0 0 0 0 0,-1 0 0 0 0,1-1 0 0 0,0 1 0 0 0,0 0 0 0 0,0 0 0 0 0,0-1 0 0 0,-1 1 0 0 0,1-1 0 0 0,0 1 0 0 0,0-1 0 0 0,-1 1-1 0 0,1-1 1 0 0,0 0 0 0 0,-1 1 0 0 0,1-1 0 0 0,0 0 246 0 0,-27-28-12466 0 0,21 22 11057 0 0</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40.778"/>
    </inkml:context>
    <inkml:brush xml:id="br0">
      <inkml:brushProperty name="width" value="0.05" units="cm"/>
      <inkml:brushProperty name="height" value="0.05" units="cm"/>
    </inkml:brush>
  </inkml:definitions>
  <inkml:trace contextRef="#ctx0" brushRef="#br0">71 34 3276 0 0,'0'0'1073'0'0,"0"0"-96"0"0,0 0-44 0 0,0 0-43 0 0,0 0-6 0 0,0 0-149 0 0,0 0-16 0 0,-3 0-86 0 0,-11 0-112 0 0,10 0 2 0 0,4 0 36 0 0,0 0-53 0 0,0 0-105 0 0,0 0 0 0 0,0 0 63 0 0,0 0-18 0 0,0 0-21 0 0,0 0 50 0 0,0 0-27 0 0,0 0-41 0 0,0 0-4 0 0,0 0-42 0 0,0 0-50 0 0,0 0 59 0 0,0 0-53 0 0,0 0 34 0 0,0 0-68 0 0,3-5-31 0 0,-2 2-242 0 0,0 1 20 0 0,-1 1 0 0 0,1 0 1 0 0,-1-1-1 0 0,1 1 0 0 0,0 0 0 0 0,-1-1 0 0 0,1 1 0 0 0,0 0 0 0 0,0 0 0 0 0,0 0 1 0 0,0 0-1 0 0,0 0 0 0 0,0 0 0 0 0,0 0 0 0 0,0 0 0 0 0,0 0 0 0 0,1 0 0 0 0,-1 0 1 0 0,0 1-1 0 0,0-1 0 0 0,1 1 0 0 0,-1-1 0 0 0,1 1 0 0 0,-1-1 0 0 0,0 1 0 0 0,1 0 1 0 0,-1 0-1 0 0,1-1 0 0 0,-1 1 0 0 0,1 0 0 0 0,-1 0 0 0 0,1 1 0 0 0,-1-1 0 0 0,1 0-30 0 0,125 2 1523 0 0,-67 22-1243 0 0,19 3 184 0 0,-40-21-198 0 0,-38-6-266 0 0,1 0 0 0 0,-1 0 0 0 0,0-1 0 0 0,0 1-1 0 0,0 0 1 0 0,1 0 0 0 0,-1 0 0 0 0,0 1 0 0 0,0-1 0 0 0,1 0-1 0 0,-1 0 1 0 0,0 1 0 0 0,0-1 0 0 0,0 0 0 0 0,0 1-1 0 0,0-1 1 0 0,1 1 0 0 0,-1 0 0 0 0,0-1 0 0 0,0 1-1 0 0,0 0 1 0 0,0-1 0 0 0,-1 1 0 0 0,1 0 0 0 0,0 0 0 0 0,0 0-1 0 0,0 0 1 0 0,-1 0 0 0 0,1 0 0 0 0,0 0 0 0 0,-1 0-1 0 0,1 0 1 0 0,-1 0 0 0 0,0 1 0 0 0,1-1 0 0 0,-1 0 0 0 0,0 0-1 0 0,1 0 1 0 0,-1 1 0 0 0,0-1 0 0 0,0 0 0 0 0,0 0-1 0 0,0 1 1 0 0,0-1 0 0 0,0 0 0 0 0,-1 0 0 0 0,1 1 0 0 0,-4 36-106 0 0,4-37 72 0 0,0 15-387 0 0,-12 47-1586 0 0,-2-27-5712 0 0,-4-21-645 0 0,11-12 6796 0 0</inkml:trace>
  <inkml:trace contextRef="#ctx0" brushRef="#br0" timeOffset="585.502">88 271 1624 0 0,'-34'-20'10726'0'0,"41"24"-5403"0"0,67 6-2451 0 0,37 5-2092 0 0,-50 4-570 0 0,-20-6-1688 0 0,-80-12-12054 0 0,25 2 10008 0 0,7-1 2019 0 0</inkml:trace>
  <inkml:trace contextRef="#ctx0" brushRef="#br0" timeOffset="1301.769">49 260 1612 0 0,'-3'0'3589'0'0,"-6"14"2378"0"0,11 120-2368 0 0,-24-58-3157 0 0,21-30 429 0 0,1-44-749 0 0,0-2-9 0 0,-2 4 16 0 0,-11 20 162 0 0,13-24-143 0 0,0 0 3 0 0,0 0 66 0 0,0 0-3 0 0,0 0-104 0 0,0 0-29 0 0,0 0 91 0 0,0 0 35 0 0,0 0-94 0 0,0 0 45 0 0,0 0 32 0 0,3 3-41 0 0,1-1-1 0 0,-1 0 1 0 0,1 0 0 0 0,-1 0-1 0 0,1 0 1 0 0,0-1-1 0 0,0 0 1 0 0,0 1-1 0 0,0-1 1 0 0,0-1-1 0 0,0 1 1 0 0,0-1 0 0 0,0 1-1 0 0,0-1 1 0 0,1 0-1 0 0,2-1-148 0 0,-6 1 206 0 0,23 2 342 0 0,42 10 264 0 0,20-12-447 0 0,-21 22-207 0 0,-4-20-1729 0 0,-60-2 797 0 0,-1 0-187 0 0,13-4-945 0 0,-12 1-1472 0 0,-12-16-8506 0 0,11 14 10432 0 0</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39.120"/>
    </inkml:context>
    <inkml:brush xml:id="br0">
      <inkml:brushProperty name="width" value="0.05" units="cm"/>
      <inkml:brushProperty name="height" value="0.05" units="cm"/>
    </inkml:brush>
  </inkml:definitions>
  <inkml:trace contextRef="#ctx0" brushRef="#br0">37 0 1720 0 0,'0'0'1111'0'0,"0"0"-148"0"0,0 0-99 0 0,0 0-48 0 0,0 0-39 0 0,0 0-47 0 0,0 0-82 0 0,0 0-42 0 0,0 0-78 0 0,0 0 12 0 0,0 0-27 0 0,0 0-6 0 0,0 0-12 0 0,0 0 69 0 0,0 0-36 0 0,0 0 18 0 0,0 0-104 0 0,0 0-64 0 0,0 0-17 0 0,-1 3 27 0 0,-7 112 2430 0 0,9-75-2551 0 0,-1-11-123 0 0,0 88 162 0 0,0-81-144 0 0,0-13 3 0 0,0 0 59 0 0,0-7-35 0 0,0 17-44 0 0,0 15-320 0 0,-20-2-413 0 0,12-3-2085 0 0,9-47-4284 0 0,0 0 5502 0 0,5-5-1532 0 0,-3 4 1593 0 0</inkml:trace>
  <inkml:trace contextRef="#ctx0" brushRef="#br0" timeOffset="431.46">59 338 1780 0 0,'3'-18'8692'0'0,"21"17"-2176"0"0,24 7-3049 0 0,-46-7-3197 0 0,21 1 557 0 0,64 0-2621 0 0,-85 0 928 0 0,12-1-7853 0 0,-9-1 8211 0 0,1-8-289 0 0,3-4-4479 0 0,-8 13 4080 0 0</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37.538"/>
    </inkml:context>
    <inkml:brush xml:id="br0">
      <inkml:brushProperty name="width" value="0.05" units="cm"/>
      <inkml:brushProperty name="height" value="0.05" units="cm"/>
    </inkml:brush>
  </inkml:definitions>
  <inkml:trace contextRef="#ctx0" brushRef="#br0">243 3 1024 0 0,'0'0'1170'0'0,"0"0"-155"0"0,0 0-113 0 0,0 0-108 0 0,0 0-92 0 0,0 0 25 0 0,0 0-70 0 0,0 0 41 0 0,0 0-35 0 0,0 0-90 0 0,0 0 11 0 0,0 0-78 0 0,0 0 43 0 0,0 0 13 0 0,0 0-8 0 0,0 0-9 0 0,0 0-56 0 0,0 0-2 0 0,0 0-25 0 0,0 0-4 0 0,0 0-22 0 0,0 0-46 0 0,-1 2-38 0 0,-85 123 2462 0 0,-9-12-2455 0 0,65-73-1717 0 0,13-9-3641 0 0,6-20 2600 0 0,9-14-4793 0 0,4 0 5644 0 0</inkml:trace>
  <inkml:trace contextRef="#ctx0" brushRef="#br0" timeOffset="673.095">243 29 1172 0 0,'17'-29'9818'0'0,"-3"30"-4736"0"0,13 44-2153 0 0,-11-18-2211 0 0,70 102 481 0 0,-45-68-930 0 0,-28-39-133 0 0,-11-20-111 0 0,-1 1 6 0 0,1 1-10 0 0,1 1-2 0 0,3 8-30 0 0,4 1 61 0 0,-9-20-4664 0 0,-16-27-8846 0 0,9 27 12084 0 0</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47.895"/>
    </inkml:context>
    <inkml:brush xml:id="br0">
      <inkml:brushProperty name="width" value="0.05" units="cm"/>
      <inkml:brushProperty name="height" value="0.05" units="cm"/>
    </inkml:brush>
  </inkml:definitions>
  <inkml:trace contextRef="#ctx0" brushRef="#br0">31 1 2384 0 0,'0'0'912'0'0,"0"0"-82"0"0,0 0-34 0 0,0 0-100 0 0,0 0-64 0 0,0 0 43 0 0,0 0-50 0 0,0 0-87 0 0,0 0 28 0 0,0 0-28 0 0,0 0-16 0 0,0 0-11 0 0,0 0-60 0 0,0 0-10 0 0,0 0-15 0 0,0 0-19 0 0,0 0-43 0 0,0 0-50 0 0,0 0 41 0 0,0 0-29 0 0,0 0 61 0 0,0 0-28 0 0,0 0-23 0 0,0 0-58 0 0,0 0-38 0 0,0 0-24 0 0,0 38 1161 0 0,0-36-1099 0 0,0 254 1933 0 0,0-82-1852 0 0,0-165-329 0 0,0 4-148 0 0,0 8 336 0 0,0 26-2720 0 0,-4-44 1870 0 0,-10 9-47 0 0,13-12 383 0 0,1 0-1 0 0,-1-1 1 0 0,0 1-1 0 0,1 0 1 0 0,-1-1-1 0 0,0 1 1 0 0,1 0-1 0 0,-1-1 1 0 0,1 1-1 0 0,-1-1 1 0 0,1 1-1 0 0,-1-1 1 0 0,1 1-1 0 0,-1-1 1 0 0,1 1-1 0 0,-1-1 1 0 0,1 0-1 0 0,0 1 1 0 0,-1-1 0 0 0,1 1-1 0 0,0-1 1 0 0,0 0-1 0 0,-1 1 1 0 0,1-1-1 0 0,0 0 1 0 0,0 0-1 0 0,0 1 1 0 0,0-1-1 0 0,0 0 1 0 0,0 1-1 0 0,0-1 1 0 0,0 0-1 0 0,0 0 1 0 0,0 1-1 0 0,0-1 1 0 0,1 0-1 0 0,-1 1 1 0 0,0-1-1 0 0,0 0 1 0 0,1 1-1 0 0,-1-1 1 0 0,0 1-1 0 0,1-1 1 0 0,-1 0 296 0 0,2-3-1458 0 0</inkml:trace>
  <inkml:trace contextRef="#ctx0" brushRef="#br0" timeOffset="499.055">57 326 1880 0 0,'15'-18'13006'0'0,"4"13"-10608"0"0,59 4 684 0 0,11 0-3637 0 0,-87 1 52 0 0,10 2-1047 0 0,-7-5-3157 0 0,-20 3-3460 0 0,11 0 5903 0 0,-1-1 704 0 0</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51.766"/>
    </inkml:context>
    <inkml:brush xml:id="br0">
      <inkml:brushProperty name="width" value="0.05" units="cm"/>
      <inkml:brushProperty name="height" value="0.05" units="cm"/>
    </inkml:brush>
  </inkml:definitions>
  <inkml:trace contextRef="#ctx0" brushRef="#br0">0 258 1428 0 0,'0'0'1174'0'0,"0"0"-141"0"0,0 0-124 0 0,0 0-69 0 0,0 0-66 0 0,0 0-4 0 0,0 0-41 0 0,0 0-41 0 0,0 0 22 0 0,0 0-120 0 0,0 0-99 0 0,0 0 34 0 0,0 0 30 0 0,0 0-43 0 0,0 0-16 0 0,0 0-9 0 0,0 0-27 0 0,0 0-69 0 0,0 0-6 0 0,0 0-29 0 0,0 0-31 0 0,0 0-30 0 0,0 0-74 0 0,0 0-28 0 0,0 0-17 0 0,0 0-13 0 0,0 0 16 0 0,0 0 139 0 0,11-16 751 0 0,116-59 1333 0 0,-58 26-1988 0 0,31-23-47 0 0,-70 52-651 0 0,-4-5-477 0 0,-26 46 1215 0 0,-7 207-139 0 0,7-24-252 0 0,0-202-73 0 0,0 10 42 0 0,0 6-23 0 0,0-16-53 0 0,0 22 152 0 0,-12-4-654 0 0,0-37-12000 0 0,11 8 9273 0 0,0 5 1671 0 0</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54.198"/>
    </inkml:context>
    <inkml:brush xml:id="br0">
      <inkml:brushProperty name="width" value="0.05" units="cm"/>
      <inkml:brushProperty name="height" value="0.05" units="cm"/>
    </inkml:brush>
  </inkml:definitions>
  <inkml:trace contextRef="#ctx0" brushRef="#br0">0 234 1240 0 0,'0'0'1288'0'0,"0"0"-215"0"0,0 0-81 0 0,0 0-31 0 0,0 0-87 0 0,0 0 31 0 0,0 0-79 0 0,0 0-102 0 0,0 0-63 0 0,0 0-20 0 0,0 0 15 0 0,0 0-51 0 0,0 0-64 0 0,0 0-26 0 0,0 0 88 0 0,0 0-7 0 0,0 0-64 0 0,0 0 20 0 0,0 0 8 0 0,0 0-60 0 0,0 0-51 0 0,0 0 15 0 0,0 0-36 0 0,0 0-50 0 0,0 0 0 0 0,0 0 9 0 0,0 0-40 0 0,0 0-44 0 0,0 0-6 0 0,0 0-9 0 0,0 0-4 0 0,0 0 5 0 0,0 0-53 0 0,0 0 9 0 0,0 0-4 0 0,0 0-51 0 0,4 0-30 0 0,70 0 1100 0 0,-41 2-495 0 0,111 20-109 0 0,-110-20-594 0 0,-33-2-36 0 0,64 0-793 0 0,-63 0 514 0 0,11 0-1526 0 0,-13 1 1543 0 0,0-1-1 0 0,0 0 1 0 0,0 0-1 0 0,0 0 0 0 0,0 1 1 0 0,0-1-1 0 0,0 0 0 0 0,0 0 1 0 0,0 1-1 0 0,0-1 1 0 0,0 0-1 0 0,0 0 0 0 0,1 0 1 0 0,-1 0-1 0 0,0 1 0 0 0,0-1 1 0 0,0 0-1 0 0,0 0 0 0 0,0 0 1 0 0,1 0-1 0 0,-1 1 1 0 0,0-1-1 0 0,0 0 0 0 0,0 0 1 0 0,1 0-1 0 0,-1 0 0 0 0,0 0 1 0 0,0 0-1 0 0,0 0 1 0 0,1 0 236 0 0,-9 3-5443 0 0,6-4 251 0 0,1-1 3722 0 0</inkml:trace>
  <inkml:trace contextRef="#ctx0" brushRef="#br0" timeOffset="727.273">387 12 1460 0 0,'-1'-12'7330'0'0,"4"21"-2111"0"0,6 44-3234 0 0,-11 240 394 0 0,2-200-2341 0 0,-9-56 35 0 0,9 90 41 0 0,0-125-130 0 0,0-2-42 0 0,0 0-166 0 0,-2 3-80 0 0,-9-1-1283 0 0,5-32-6634 0 0,6 28 7761 0 0,0-20-4198 0 0,0 15 3276 0 0</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57.645"/>
    </inkml:context>
    <inkml:brush xml:id="br0">
      <inkml:brushProperty name="width" value="0.05" units="cm"/>
      <inkml:brushProperty name="height" value="0.05" units="cm"/>
    </inkml:brush>
  </inkml:definitions>
  <inkml:trace contextRef="#ctx0" brushRef="#br0">79 23 1896 0 0,'0'0'1038'0'0,"0"0"-100"0"0,0 0-68 0 0,0 0-73 0 0,0-4-97 0 0,0-11-27 0 0,0 11-81 0 0,0 4-73 0 0,0 0 25 0 0,0 0 9 0 0,0 0-64 0 0,0 0-58 0 0,0 0-1 0 0,0 0 14 0 0,0 0 21 0 0,0 0-56 0 0,0 0-46 0 0,0 0-1 0 0,0 0 20 0 0,0 0 66 0 0,0 0-6 0 0,0 0-94 0 0,0 0-118 0 0,0 0 8 0 0,0 0-14 0 0,0 0-30 0 0,0 0-23 0 0,0 0 56 0 0,0 0-60 0 0,0 0-47 0 0,-5 1 74 0 0,2-1-130 0 0,1 0 0 0 0,0 1 0 0 0,-1-1 0 0 0,1 1 1 0 0,0-1-1 0 0,-1 1 0 0 0,1 0 0 0 0,0 0 0 0 0,0 0 0 0 0,0 0 0 0 0,0 1 0 0 0,0-1 0 0 0,0 0 0 0 0,0 1 0 0 0,0-1 1 0 0,1 1-1 0 0,-1 0 0 0 0,0 0 0 0 0,1 0 0 0 0,0-1 0 0 0,-1 1 0 0 0,1 1 0 0 0,0-1 0 0 0,-1 2-64 0 0,-2 4 82 0 0,0 1 0 0 0,0 0-1 0 0,1 0 1 0 0,1 0 0 0 0,-1 0-1 0 0,1 1 1 0 0,1-1 0 0 0,0 1 0 0 0,0-1-1 0 0,1 1 1 0 0,0 1-82 0 0,0-8 24 0 0,-1-1-1 0 0,1 1 1 0 0,0 0-1 0 0,1-1 1 0 0,-1 1 0 0 0,0 0-1 0 0,1-1 1 0 0,0 1-1 0 0,-1 0 1 0 0,1-1-1 0 0,0 1 1 0 0,0-1 0 0 0,0 0-1 0 0,1 1 1 0 0,-1-1-1 0 0,1 0 1 0 0,-1 0 0 0 0,1 0-1 0 0,0 0 1 0 0,-1 0-1 0 0,3 2-23 0 0,-1 0 25 0 0,0-1 0 0 0,1 1-1 0 0,-1 0 1 0 0,1-1-1 0 0,0 0 1 0 0,0 0-1 0 0,0 0 1 0 0,1 0-1 0 0,-1-1 1 0 0,0 1 0 0 0,1-1-1 0 0,0 0 1 0 0,0-1-1 0 0,-1 1 1 0 0,1-1-1 0 0,0 0 1 0 0,0 0-1 0 0,4 0-24 0 0,80-1 491 0 0,-41-34-414 0 0,13-26-227 0 0,-50-33 52 0 0,-40 55 280 0 0,-10 25 137 0 0,-45 12 751 0 0,82 1-1094 0 0,-11 0-103 0 0,-17 3-3395 0 0,29-3 3128 0 0,-1 0 1 0 0,1 0-1 0 0,-1 0 0 0 0,1 0 0 0 0,0 1 0 0 0,-1-1 1 0 0,1 1-1 0 0,0-1 0 0 0,-1 1 0 0 0,1-1 1 0 0,0 1-1 0 0,0 0 0 0 0,-1 0 0 0 0,1 0 1 0 0,0-1-1 0 0,0 1 0 0 0,0 0 0 0 0,0 0 0 0 0,0 1 1 0 0,0-1-1 0 0,1 0 0 0 0,-1 0 0 0 0,0 0 1 0 0,0 0-1 0 0,1 1 0 0 0,-1-1 0 0 0,1 0 1 0 0,-1 1-1 0 0,1-1 0 0 0,-1 1 0 0 0,1-1 1 0 0,0 0-1 0 0,0 1 394 0 0,-1-1-1566 0 0,0 2 116 0 0</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7:58.807"/>
    </inkml:context>
    <inkml:brush xml:id="br0">
      <inkml:brushProperty name="width" value="0.05" units="cm"/>
      <inkml:brushProperty name="height" value="0.05" units="cm"/>
    </inkml:brush>
  </inkml:definitions>
  <inkml:trace contextRef="#ctx0" brushRef="#br0">1 26 1100 0 0,'0'0'1192'0'0,"0"0"-122"0"0,0 0-49 0 0,0 0-2 0 0,0 0-60 0 0,0 0-116 0 0,0 0 63 0 0,0 0-86 0 0,0 0-51 0 0,0 0 43 0 0,0 0-67 0 0,0 0-56 0 0,0 0 14 0 0,0 0-76 0 0,0 0-32 0 0,0 0-30 0 0,0 0-51 0 0,0 0 2 0 0,0 0-56 0 0,0 0-36 0 0,0 0-60 0 0,0 0 5 0 0,0 0-17 0 0,0 0 1 0 0,0 0-42 0 0,0 0-26 0 0,0 0 6 0 0,0 0 17 0 0,0 0-16 0 0,0 0-30 0 0,0 0 3 0 0,0 0-3 0 0,0 0-12 0 0,0 0 6 0 0,27-5 464 0 0,263-1 979 0 0,-288 6-1772 0 0,-2 0-23 0 0,0 0-23 0 0,21-2-2961 0 0,-20-11 444 0 0,-25 16-9583 0 0,18-2 10526 0 0,-1 0 185 0 0</inkml:trace>
  <inkml:trace contextRef="#ctx0" brushRef="#br0" timeOffset="573.071">168 52 1128 0 0,'0'0'1176'0'0,"6"-3"9066"0"0,-2 84-6947 0 0,-4-79-3188 0 0,1 122 786 0 0,-2-64-3372 0 0,-7-51-405 0 0,6-9 1174 0 0,-17 13-4419 0 0,15-13 4594 0 0</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8:07.482"/>
    </inkml:context>
    <inkml:brush xml:id="br0">
      <inkml:brushProperty name="width" value="0.05" units="cm"/>
      <inkml:brushProperty name="height" value="0.05" units="cm"/>
    </inkml:brush>
  </inkml:definitions>
  <inkml:trace contextRef="#ctx0" brushRef="#br0">95 58 1932 0 0,'0'0'1122'0'0,"0"0"-103"0"0,0 0-10 0 0,0 0-19 0 0,0 0-103 0 0,0 0-144 0 0,0 0-10 0 0,0-4 1 0 0,0-11-47 0 0,0 12-20 0 0,0 3-50 0 0,0 0-93 0 0,0 0-3 0 0,0 0-84 0 0,0 0-28 0 0,0 0-31 0 0,0 0-42 0 0,0 0-12 0 0,0 0 62 0 0,0 0 34 0 0,0 0-34 0 0,0 0-78 0 0,0 0-40 0 0,0 0-24 0 0,0 0-23 0 0,0 0-16 0 0,0 0-4 0 0,-5-2-26 0 0,-18-5-18 0 0,-9 38 938 0 0,26-19-945 0 0,0 0 0 0 0,2 1 0 0 0,-1-1 0 0 0,1 1 0 0 0,1 0 0 0 0,1 1 1 0 0,0-1-1 0 0,0 0 0 0 0,1 1 0 0 0,1 8-150 0 0,3 73 564 0 0,84-26-116 0 0,-14-50-290 0 0,-72-19-141 0 0,-1 0 13 0 0,24 0-41 0 0,57-53 244 0 0,-3-30-293 0 0,-66 6 57 0 0,-12 63 10 0 0,0 13 21 0 0,0 1-3 0 0,-3-40 118 0 0,-51-33 153 0 0,49 68-212 0 0,0 0 1 0 0,-1 1-1 0 0,0-1 0 0 0,0 1 0 0 0,0 0 0 0 0,0 1 0 0 0,-1-1 0 0 0,1 1 0 0 0,-1 1 0 0 0,0-1 1 0 0,0 1-1 0 0,-2 0-84 0 0,-33-3 355 0 0,40 5-306 0 0,-22 3 51 0 0,-12 19-154 0 0,-18 23-4293 0 0,49-40 3369 0 0,1 0-1 0 0,0 1 1 0 0,0-1-1 0 0,1 1 1 0 0,-1 0-1 0 0,1 0 1 0 0,0 0-1 0 0,1 0 1 0 0,0 1-1 0 0,0-1 1 0 0,0 1-1 0 0,1 0 1 0 0,0-1-1 0 0,0 6 979 0 0,1-11-1460 0 0,0-1 75 0 0</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8:14.335"/>
    </inkml:context>
    <inkml:brush xml:id="br0">
      <inkml:brushProperty name="width" value="0.05" units="cm"/>
      <inkml:brushProperty name="height" value="0.05" units="cm"/>
    </inkml:brush>
  </inkml:definitions>
  <inkml:trace contextRef="#ctx0" brushRef="#br0">1 10 1644 0 0,'0'0'1190'0'0,"0"0"-142"0"0,0 0-112 0 0,0 0-46 0 0,0 0-23 0 0,0 0-4 0 0,0 0-46 0 0,0 0-34 0 0,0 0-23 0 0,0 0-80 0 0,0 0 25 0 0,0 0-23 0 0,0 0-66 0 0,0 0-53 0 0,0 0 13 0 0,0 0-1 0 0,0 0-28 0 0,0 0-76 0 0,0 0-9 0 0,0 0-15 0 0,0 0 7 0 0,0 0-36 0 0,0 0-57 0 0,0 0 17 0 0,0 0-9 0 0,0 0-11 0 0,0 0-40 0 0,0 0-20 0 0,0 0-2 0 0,0 0-22 0 0,0 0-10 0 0,0 0-38 0 0,0 0-25 0 0,0 0 19 0 0,0 0 0 0 0,0 0-6 0 0,0 0-22 0 0,0 0-51 0 0,0 0-22 0 0,0 0 40 0 0,0 0-33 0 0,0 0-57 0 0,0 0 18 0 0,0 0 13 0 0,0 0-9 0 0,0 0-13 0 0,0 0 5 0 0,0 0-19 0 0,0 0 11 0 0,0 0 33 0 0,0 0-2 0 0,0 0 9 0 0,0 0 10 0 0,0 0-3 0 0,0 0-15 0 0,0 0-2 0 0,0 0-8 0 0,0 0-42 0 0,2 11 154 0 0,36-9 207 0 0,-37-2-364 0 0,11 0 72 0 0,209 0-23 0 0,-220 0-82 0 0,33 0-178 0 0,2 0-305 0 0,-34 0 373 0 0,-2 0-4 0 0,0 0-19 0 0,12 1-998 0 0,2-2 234 0 0,-10 1-2415 0 0,-8 0-4439 0 0,-7 8 828 0 0,7-6 5370 0 0</inkml:trace>
  <inkml:trace contextRef="#ctx0" brushRef="#br0" timeOffset="588.503">190 1 1636 0 0,'-7'2'8794'0'0,"0"15"-6225"0"0,16 79 2448 0 0,-9 160-2746 0 0,-10-222-2366 0 0,10-32-60 0 0,-2 11-1695 0 0,-8-10 431 0 0,9-20-7903 0 0,1-4 5250 0 0,0 14 2578 0 0</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8:23.037"/>
    </inkml:context>
    <inkml:brush xml:id="br0">
      <inkml:brushProperty name="width" value="0.05" units="cm"/>
      <inkml:brushProperty name="height" value="0.05" units="cm"/>
    </inkml:brush>
  </inkml:definitions>
  <inkml:trace contextRef="#ctx0" brushRef="#br0">54 9 1912 0 0,'0'0'1194'0'0,"0"0"-56"0"0,0 0-169 0 0,0 0-23 0 0,0 0-56 0 0,0 0-49 0 0,0 0-20 0 0,0 0-26 0 0,0 0-66 0 0,0 0-36 0 0,0 0-46 0 0,0 0 14 0 0,0 0-66 0 0,0 0-109 0 0,0 0-61 0 0,0 0-45 0 0,0 0-23 0 0,0 0 59 0 0,0 0 38 0 0,0 0-62 0 0,0 0-21 0 0,0 0 12 0 0,0 0-90 0 0,0 0 18 0 0,0 0 63 0 0,0 0-34 0 0,0 0-12 0 0,0 0 15 0 0,0 0 9 0 0,0 0-20 0 0,0 0 0 0 0,0 0-21 0 0,0 0-7 0 0,0 0-30 0 0,0 0-18 0 0,11-9 426 0 0,135 32 1168 0 0,3-5-1719 0 0,-111-17-1405 0 0,-37-1 975 0 0,-1 0-52 0 0,0 0-32 0 0,17 1-2707 0 0,-39 5-6948 0 0,2-1 5314 0 0,13-3 3311 0 0</inkml:trace>
  <inkml:trace contextRef="#ctx0" brushRef="#br0" timeOffset="574.319">153 23 1484 0 0,'2'18'7506'0'0,"-5"30"-4811"0"0,0 93-151 0 0,-9-118-2446 0 0,-10 32-635 0 0,20-48-5694 0 0,5-17 1134 0 0,-1 7 3523 0 0</inkml:trace>
  <inkml:trace contextRef="#ctx0" brushRef="#br0" timeOffset="1229.933">281 79 1004 0 0,'27'-23'7791'0'0,"-22"16"-6253"0"0,-5 8-1420 0 0,0-1 1 0 0,0 1-1 0 0,0-1 0 0 0,0 0 1 0 0,0 1-1 0 0,1-1 1 0 0,-1 0-1 0 0,0 1 1 0 0,0-1-1 0 0,0 0 1 0 0,0 1-1 0 0,0-1 0 0 0,1 0 1 0 0,-1 1-1 0 0,0-1 1 0 0,0 0-1 0 0,1 1 1 0 0,-1-1-1 0 0,0 0 1 0 0,0 0-1 0 0,1 1 1 0 0,-1-1-1 0 0,0 0 0 0 0,1 0 1 0 0,-1 0-1 0 0,0 1 1 0 0,1-1-1 0 0,-1 0 1 0 0,0 0-1 0 0,1 0 1 0 0,-1 0-1 0 0,0 0 1 0 0,1 0-1 0 0,-1 0 0 0 0,1 0 1 0 0,-1 0-1 0 0,1 0-118 0 0,-18 92 1354 0 0,17-90-1297 0 0,0 59 481 0 0,0 37-1957 0 0,-10-87 399 0 0,9-11 343 0 0,1 0-78 0 0,-2 8-1525 0 0,-16 2 16 0 0,10-7-2782 0 0,7-2 3383 0 0</inkml:trace>
  <inkml:trace contextRef="#ctx0" brushRef="#br0" timeOffset="2149.42">1 345 1700 0 0,'1'-2'5834'0'0,"2"3"-1482"0"0,43 10 2613 0 0,96-2-3619 0 0,-93-10-3104 0 0,-6 1-97 0 0,-37 2-162 0 0,43 17 73 0 0,-4-5 86 0 0,-2-9-239 0 0,-41-5 22 0 0,-2 0 30 0 0,0 0-27 0 0,26-12-5173 0 0,-52 14-8744 0 0,24-3 12571 0 0</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8:29.621"/>
    </inkml:context>
    <inkml:brush xml:id="br0">
      <inkml:brushProperty name="width" value="0.05" units="cm"/>
      <inkml:brushProperty name="height" value="0.05" units="cm"/>
    </inkml:brush>
  </inkml:definitions>
  <inkml:trace contextRef="#ctx0" brushRef="#br0">41 3 1504 0 0,'1'-3'6415'0'0,"0"6"-3348"0"0,2 16-782 0 0,-1 36 479 0 0,-5 48-1382 0 0,-36 85-11 0 0,33-115-442 0 0,12-64 89 0 0,4-14-816 0 0,-1 0 0 0 0,1 1 1 0 0,0 0-1 0 0,0 1 0 0 0,0 0 1 0 0,0 0-1 0 0,1 1 0 0 0,-1 0 1 0 0,1 1-1 0 0,-1 0 1 0 0,1 1-1 0 0,0 0 0 0 0,9 2-202 0 0,-12-2 5 0 0,49 26 226 0 0,48-1-1169 0 0,-102-36-11039 0 0,-10-5 5185 0 0,7 12 5254 0 0</inkml:trace>
  <inkml:trace contextRef="#ctx0" brushRef="#br0" timeOffset="638.693">91 2 2040 0 0,'-1'0'6053'0'0,"-2"2"-1135"0"0,28 10 755 0 0,40 1-3197 0 0,75 14-1658 0 0,-110-39-6170 0 0,-46 3-7576 0 0,14 9 11470 0 0</inkml:trace>
  <inkml:trace contextRef="#ctx0" brushRef="#br0" timeOffset="1305.42">88 199 1976 0 0,'-9'6'6390'0'0,"-3"0"-557"0"0,6 4 737 0 0,75-11-4688 0 0,-68 1-1812 0 0,20 0 147 0 0,105 0-1656 0 0,-124 0 849 0 0,-2 0-133 0 0,0 0-149 0 0,13-1-5171 0 0,-36 11-3218 0 0,17-9 8071 0 0,1 0-446 0 0</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8:27.398"/>
    </inkml:context>
    <inkml:brush xml:id="br0">
      <inkml:brushProperty name="width" value="0.05" units="cm"/>
      <inkml:brushProperty name="height" value="0.05" units="cm"/>
    </inkml:brush>
  </inkml:definitions>
  <inkml:trace contextRef="#ctx0" brushRef="#br0">28 1 1348 0 0,'0'0'1270'0'0,"0"0"-188"0"0,0 0-114 0 0,0 0-37 0 0,0 0-50 0 0,0 0-120 0 0,0 0-79 0 0,0 0 15 0 0,0 0 0 0 0,0 0-138 0 0,0 0-43 0 0,0 0-16 0 0,0 0-11 0 0,0 0-59 0 0,0 0 43 0 0,0 0-25 0 0,0 0-53 0 0,0 0-13 0 0,0 0 62 0 0,12 11 624 0 0,-18 160 1351 0 0,-9-63-1810 0 0,15-6-1234 0 0,-19-66-899 0 0,21-73-11236 0 0,-1 33 11344 0 0</inkml:trace>
  <inkml:trace contextRef="#ctx0" brushRef="#br0" timeOffset="527.389">76 194 1268 0 0,'6'-8'11944'0'0,"11"22"-6929"0"0,14 5-2513 0 0,80 4-534 0 0,-56-17-1528 0 0,-51-6-20 0 0,18 4-547 0 0,23-9-5787 0 0,-57-12-8888 0 0,10 14 13220 0 0</inkml:trace>
  <inkml:trace contextRef="#ctx0" brushRef="#br0" timeOffset="1134.139">353 42 1240 0 0,'7'-31'10139'0'0,"1"44"-4464"0"0,-9 43-4173 0 0,1 121 434 0 0,0 37-1095 0 0,0-212-1022 0 0,0 10-1101 0 0,-23 6-1220 0 0,17-22-5577 0 0,4-11 3086 0 0,4 10 3541 0 0,0 1-76 0 0</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8:32.356"/>
    </inkml:context>
    <inkml:brush xml:id="br0">
      <inkml:brushProperty name="width" value="0.05" units="cm"/>
      <inkml:brushProperty name="height" value="0.05" units="cm"/>
    </inkml:brush>
  </inkml:definitions>
  <inkml:trace contextRef="#ctx0" brushRef="#br0">51 88 944 0 0,'0'0'1140'0'0,"0"0"-122"0"0,0 0-190 0 0,0 0-94 0 0,0 0-41 0 0,0 0-111 0 0,0 0-32 0 0,0 0-10 0 0,0 0-45 0 0,0 0-14 0 0,0 0-57 0 0,0 0-14 0 0,0 0 21 0 0,0-3 24 0 0,0-12-43 0 0,0 11 27 0 0,0 4-17 0 0,0 0-44 0 0,0 0-42 0 0,0 0 31 0 0,-2-6-57 0 0,-8-18-21 0 0,13 19 1669 0 0,-9 83 1449 0 0,6-77-3270 0 0,0 47 57 0 0,-8 47 54 0 0,5 19 90 0 0,3-30-586 0 0,-10-62 116 0 0,10-20 28 0 0,-11 20-2057 0 0,9-57-9296 0 0,1 29 9850 0 0,2 0 8 0 0</inkml:trace>
  <inkml:trace contextRef="#ctx0" brushRef="#br0" timeOffset="1602.849">71 33 1192 0 0,'4'-12'12403'0'0,"22"45"-8910"0"0,61 71-1413 0 0,-32-27-1238 0 0,-28-45-423 0 0,-26-32-400 0 0,0 0 0 0 0,0 0 0 0 0,0 0 0 0 0,1 0 0 0 0,-1 0 0 0 0,0 0 0 0 0,0 0 0 0 0,0-1 0 0 0,0 1 0 0 0,0 0 0 0 0,0-1 0 0 0,0 1 0 0 0,0-1 0 0 0,0 0 0 0 0,0 1 0 0 0,0-1 0 0 0,0 0 0 0 0,0 1 0 0 0,0-1 0 0 0,0 0 0 0 0,0 0 0 0 0,-1 0 0 0 0,1 0 0 0 0,0 0 0 0 0,-1 0 0 0 0,1 0 0 0 0,-1 0 0 0 0,1 0 0 0 0,-1 0 0 0 0,1 0 0 0 0,-1 0 0 0 0,0 0 0 0 0,1 0-19 0 0,28-45 47 0 0,49-47-56 0 0,-34 35-919 0 0,-17 24-170 0 0,-14 29 74 0 0,-10-5 1264 0 0,-11 51 214 0 0,7-7-277 0 0,1-32-111 0 0,0 23 74 0 0,0 289-21 0 0,0-313-93 0 0,-2 33 194 0 0,-7-6-152 0 0,9 3-100 0 0,0-29 27 0 0,0-2-43 0 0,-2 11-157 0 0,-15 11-451 0 0,0-42-15427 0 0,15 18 14618 0 0</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8:37.135"/>
    </inkml:context>
    <inkml:brush xml:id="br0">
      <inkml:brushProperty name="width" value="0.05" units="cm"/>
      <inkml:brushProperty name="height" value="0.05" units="cm"/>
    </inkml:brush>
  </inkml:definitions>
  <inkml:trace contextRef="#ctx0" brushRef="#br0">1 12 1404 0 0,'0'0'1078'0'0,"0"0"-68"0"0,0 0-81 0 0,0 0-86 0 0,0 0-60 0 0,0 0-23 0 0,0 0-104 0 0,0 0-78 0 0,0 0 26 0 0,0 0-82 0 0,0 0-22 0 0,0 0 15 0 0,0 0-80 0 0,0 0-35 0 0,0 0-53 0 0,0 0-15 0 0,0 0 28 0 0,0 0-104 0 0,0 0-18 0 0,0 0 51 0 0,0 0-28 0 0,0 0 12 0 0,0 0-45 0 0,0 0 45 0 0,0 0 59 0 0,0 0-16 0 0,0 0-70 0 0,0 0-40 0 0,0 0 4 0 0,0 0 81 0 0,0 0-7 0 0,0 0-48 0 0,0 0-84 0 0,0 0 4 0 0,0 0 114 0 0,0 0 6 0 0,0 0-10 0 0,0 0 40 0 0,0 0-23 0 0,0 0-26 0 0,0 0-22 0 0,0 0 40 0 0,0 0-26 0 0,0 0-2 0 0,3 2-13 0 0,0-1-158 0 0,0 1 1 0 0,-1 1-1 0 0,0-1 1 0 0,1 0-1 0 0,-1 0 0 0 0,0 1 1 0 0,0 0-1 0 0,0-1 0 0 0,-1 1 1 0 0,1 0-1 0 0,-1 0 1 0 0,1 0-1 0 0,-1 0 0 0 0,0 0 1 0 0,0 0-1 0 0,0 0 0 0 0,-1 0 1 0 0,1 3-77 0 0,65 192 1704 0 0,-40-137-1463 0 0,-15-43-184 0 0,-9-18-52 0 0,0 0-1 0 0,-1 0 1 0 0,1-1-1 0 0,0 1 1 0 0,-1 0-1 0 0,1-1 1 0 0,0 0-1 0 0,-1 1 1 0 0,1-1-1 0 0,-1 0 1 0 0,1 0-1 0 0,-1 1 1 0 0,1-1 0 0 0,-1-1-1 0 0,1 1 1 0 0,-1 0-1 0 0,0 0 1 0 0,0 0-1 0 0,0-1 1 0 0,1 1-1 0 0,-1 0 1 0 0,-1-1-1 0 0,1 1 1 0 0,0-1-1 0 0,0 1 1 0 0,0-1-1 0 0,-1 0 1 0 0,1 1 0 0 0,-1-1-1 0 0,1-1-4 0 0,93-131 35 0 0,-39 46-536 0 0,-25 35-78 0 0,-11 31 446 0 0,-4 9-282 0 0,-20 15-2975 0 0,-22 20-10899 0 0,24-17 12915 0 0</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8:39.150"/>
    </inkml:context>
    <inkml:brush xml:id="br0">
      <inkml:brushProperty name="width" value="0.05" units="cm"/>
      <inkml:brushProperty name="height" value="0.05" units="cm"/>
    </inkml:brush>
  </inkml:definitions>
  <inkml:trace contextRef="#ctx0" brushRef="#br0">3 1 2164 0 0,'0'0'1351'0'0,"0"0"-90"0"0,0 3-1 0 0,0 12-91 0 0,0-12-65 0 0,0-3-129 0 0,0 0-97 0 0,0 0-76 0 0,0 0-35 0 0,0 0-56 0 0,0 0 36 0 0,0 0-38 0 0,0 0-52 0 0,0 0-51 0 0,0 0-34 0 0,0 0-12 0 0,0 0 28 0 0,0 0-11 0 0,0 0-59 0 0,0 0 0 0 0,0 0-24 0 0,0 0-22 0 0,0 0-73 0 0,0 0 11 0 0,0 6-21 0 0,-1-3-384 0 0,1-3 23 0 0,0 1 1 0 0,-1 0-1 0 0,1 0 1 0 0,0-1-1 0 0,0 1 1 0 0,0 0-1 0 0,0 0 1 0 0,0 0-1 0 0,0 0 1 0 0,0-1-1 0 0,0 1 1 0 0,0 0-1 0 0,0 0 1 0 0,0 0-1 0 0,0-1 0 0 0,0 1 1 0 0,1 0-1 0 0,-1 0 1 0 0,0-1-1 0 0,1 1 1 0 0,-1 0-1 0 0,1-1 1 0 0,-1 1-1 0 0,1 0 1 0 0,-1-1-1 0 0,1 1 1 0 0,-1 0-1 0 0,1-1 1 0 0,-1 1-1 0 0,1-1 1 0 0,0 1-1 0 0,-1-1 0 0 0,1 1 1 0 0,0-1-1 0 0,-1 0 1 0 0,1 1-1 0 0,0-1 1 0 0,0 0-1 0 0,0 0 1 0 0,-1 1-1 0 0,1-1 1 0 0,0 0-1 0 0,0 0 1 0 0,0 0-1 0 0,-1 0 1 0 0,1 0-1 0 0,0 0 0 0 0,0 0 1 0 0,0 0-1 0 0,-1-1 1 0 0,1 1-1 0 0,0 0 1 0 0,0 0-1 0 0,0-1 1 0 0,0 1-29 0 0,213 0 2488 0 0,-161 20-2360 0 0,84-16-1366 0 0,-135-4 1030 0 0,-2 0-66 0 0,16-14-5774 0 0,-66 26-7790 0 0,42-9 12423 0 0</inkml:trace>
  <inkml:trace contextRef="#ctx0" brushRef="#br0" timeOffset="497.729">130 88 1004 0 0,'0'0'4512'0'0,"-2"4"-2499"0"0,4 68 3306 0 0,-3-39-4429 0 0,1 142 107 0 0,0-173-1258 0 0,0-1-67 0 0,-17 22-609 0 0,14-20 337 0 0,3-3 5 0 0,0 0-67 0 0,4-9-7897 0 0,0 3 7070 0 0</inkml:trace>
  <inkml:trace contextRef="#ctx0" brushRef="#br0" timeOffset="935.744">259 95 1324 0 0,'1'0'246'0'0,"-1"0"0"0"0,0 0 0 0 0,0 0-1 0 0,1 1 1 0 0,-1-1 0 0 0,0 0 0 0 0,0 0 0 0 0,1 0 0 0 0,-1 0-1 0 0,0 0 1 0 0,0 0 0 0 0,1 0 0 0 0,-1 0 0 0 0,0 0 0 0 0,0 0-1 0 0,1 0 1 0 0,-1 0 0 0 0,0 0 0 0 0,0 0 0 0 0,1 0-1 0 0,-1 0 1 0 0,0 0 0 0 0,0 0 0 0 0,1 0 0 0 0,-1 0 0 0 0,0-1-1 0 0,0 1 1 0 0,1 0 0 0 0,-1 0 0 0 0,0 0 0 0 0,0 0 0 0 0,0-1-1 0 0,1 1 1 0 0,-1 0 0 0 0,0 0-246 0 0,10 34 2908 0 0,-8 193-1172 0 0,-21-202-6992 0 0,17-34-1084 0 0,4 3 4844 0 0</inkml:trace>
  <inkml:trace contextRef="#ctx0" brushRef="#br0" timeOffset="1386.777">392 57 976 0 0,'1'0'164'0'0,"-1"1"0"0"0,0-1 0 0 0,0 0 1 0 0,0 0-1 0 0,1 0 0 0 0,-1 0 0 0 0,0 1 0 0 0,0-1 0 0 0,1 0 0 0 0,-1 0 1 0 0,0 0-1 0 0,0 0 0 0 0,1 0 0 0 0,-1 0 0 0 0,0 0 0 0 0,0 1 0 0 0,1-1 1 0 0,-1 0-1 0 0,0 0 0 0 0,0 0 0 0 0,1 0 0 0 0,-1 0 0 0 0,0 0 0 0 0,1 0 0 0 0,-1-1 1 0 0,0 1-1 0 0,0 0 0 0 0,1 0 0 0 0,-1 0 0 0 0,0 0 0 0 0,0 0 0 0 0,1 0 1 0 0,-1 0-1 0 0,0-1 0 0 0,0 1 0 0 0,1 0 0 0 0,-1 0 0 0 0,0 0 0 0 0,0 0 0 0 0,0-1 1 0 0,1 1-1 0 0,-1 0 0 0 0,0 0 0 0 0,0-1 0 0 0,0 1 0 0 0,0 0 0 0 0,0 0 1 0 0,1-1-1 0 0,-1 1 0 0 0,0 0 0 0 0,0 0 0 0 0,0-1 0 0 0,0 1 0 0 0,0 0 0 0 0,0-1 1 0 0,0 1-165 0 0,-3 52 2929 0 0,0 36-579 0 0,-22 59-2390 0 0,16-122-2102 0 0,1-16-6614 0 0,8-10 7292 0 0,-2 0-85 0 0</inkml:trace>
  <inkml:trace contextRef="#ctx0" brushRef="#br0" timeOffset="2371.275">39 406 1792 0 0,'-15'1'10051'0'0,"4"-2"-4082"0"0,88 0-987 0 0,221 1-3208 0 0,-296 0-1743 0 0,23 0-54 0 0,7 0 79 0 0,-4 2 26 0 0,-6 7-197 0 0,-21-9 140 0 0,17 0-213 0 0,-15 9 41 0 0,13-7-515 0 0,-14-2 370 0 0,9 6-1772 0 0,-44-29-15200 0 0,26 20 15628 0 0,0 0 233 0 0</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8:44.694"/>
    </inkml:context>
    <inkml:brush xml:id="br0">
      <inkml:brushProperty name="width" value="0.05" units="cm"/>
      <inkml:brushProperty name="height" value="0.05" units="cm"/>
    </inkml:brush>
  </inkml:definitions>
  <inkml:trace contextRef="#ctx0" brushRef="#br0">19 32 1216 0 0,'0'0'1261'0'0,"0"0"-80"0"0,0 0-98 0 0,0 0-89 0 0,0 0-102 0 0,0 0-19 0 0,0 0-139 0 0,0 0-63 0 0,0 0-57 0 0,0 0-11 0 0,0 0-33 0 0,0 0 104 0 0,0 0-42 0 0,0 0-94 0 0,0 0-120 0 0,0 0-105 0 0,0 0-46 0 0,0 0-14 0 0,0 0 17 0 0,0 0 20 0 0,0 0 120 0 0,0 0 46 0 0,0 0-47 0 0,0 0-46 0 0,0 0-23 0 0,0 0-7 0 0,0 0 0 0 0,0 0-6 0 0,0 0-50 0 0,0 0-30 0 0,-4 6-22 0 0,-11 18 22 0 0,23 24 843 0 0,10 28-369 0 0,8 46-137 0 0,-11-38-271 0 0,-8-52 83 0 0,4-28 36 0 0,37-118-205 0 0,1-15-461 0 0,4 33-100 0 0,-22 44 311 0 0,-20 21-1542 0 0,-11 31 1223 0 0,0 0-86 0 0,0 0-76 0 0,0 0-89 0 0,0 0-113 0 0,-3-4-938 0 0,-5 3-4866 0 0,5 9 505 0 0,8-4 4560 0 0</inkml:trace>
  <inkml:trace contextRef="#ctx0" brushRef="#br0" timeOffset="728.238">312 79 1216 0 0,'-7'5'10187'0'0,"25"-2"-5022"0"0,20-4-2212 0 0,30 3-1288 0 0,-18-2-1350 0 0,48 0-3367 0 0,-86-14 1582 0 0,-16 11-6287 0 0,-14 6 1829 0 0,13 2 4554 0 0</inkml:trace>
  <inkml:trace contextRef="#ctx0" brushRef="#br0" timeOffset="1257.326">383 154 1792 0 0,'12'4'7766'0'0,"-9"22"-4152"0"0,-3-22-3485 0 0,-15 144 1569 0 0,14-66-3012 0 0,1-82 1191 0 0,-1-1 1 0 0,1 1-1 0 0,0 0 1 0 0,-1 0-1 0 0,1 0 1 0 0,0 0 0 0 0,0 0-1 0 0,-1 0 1 0 0,1-1-1 0 0,0 1 1 0 0,-1 0-1 0 0,1 0 1 0 0,0 0-1 0 0,-1 0 1 0 0,1 0 0 0 0,0 0-1 0 0,-1 0 1 0 0,1 1-1 0 0,0-1 1 0 0,-1 0-1 0 0,1 0 1 0 0,0 0-1 0 0,-1 0 1 0 0,1 0 0 0 0,0 0-1 0 0,0 1 1 0 0,-1-1-1 0 0,1 0 1 0 0,0 0-1 0 0,-1 0 1 0 0,1 1 0 0 0,0-1-1 0 0,0 0 1 0 0,0 0-1 0 0,-1 1 1 0 0,1-1-1 0 0,0 0 1 0 0,0 0-1 0 0,0 1 123 0 0,5-24-6207 0 0,-4 17 4877 0 0</inkml:trace>
  <inkml:trace contextRef="#ctx0" brushRef="#br0" timeOffset="1661.724">493 137 1228 0 0,'20'-8'9060'0'0,"-13"58"-5994"0"0,-9 109-1028 0 0,-19-97-3223 0 0,11-35-1823 0 0,-2-14-5029 0 0,9-12 6667 0 0</inkml:trace>
  <inkml:trace contextRef="#ctx0" brushRef="#br0" timeOffset="2335.408">279 416 1216 0 0,'-22'-3'11182'0'0,"21"4"-10693"0"0,5-4 4009 0 0,89 3 482 0 0,0 0-3507 0 0,93-1-1231 0 0,-184 1-281 0 0,9 0-720 0 0,5-9-7431 0 0,-37-2-147 0 0,5 9 5197 0 0,7 1 1681 0 0</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8:48.531"/>
    </inkml:context>
    <inkml:brush xml:id="br0">
      <inkml:brushProperty name="width" value="0.05" units="cm"/>
      <inkml:brushProperty name="height" value="0.05" units="cm"/>
    </inkml:brush>
  </inkml:definitions>
  <inkml:trace contextRef="#ctx0" brushRef="#br0">4 0 1996 0 0,'0'0'1051'0'0,"0"0"-62"0"0,0 0-126 0 0,0 0-90 0 0,0 0-26 0 0,0 0-84 0 0,0 0-10 0 0,0 0 27 0 0,0 0 0 0 0,0 0-62 0 0,0 0-57 0 0,0 0-61 0 0,0 0-46 0 0,0 0 19 0 0,0 0-38 0 0,0 0 39 0 0,0 0-23 0 0,0 0-23 0 0,0 0 48 0 0,0 0-27 0 0,0 0-19 0 0,0 0 41 0 0,0 0-79 0 0,0 0-5 0 0,0 0-25 0 0,0 0-68 0 0,0 0 7 0 0,0 0-16 0 0,0 0 63 0 0,0 0 16 0 0,-1 4-34 0 0,8 35 730 0 0,55 94 843 0 0,-26-58-1583 0 0,13 37 156 0 0,-16-34-340 0 0,-30-68-581 0 0,-3-12-3399 0 0,-17-40-10146 0 0,16 36 12424 0 0</inkml:trace>
  <inkml:trace contextRef="#ctx0" brushRef="#br0" timeOffset="588.077">224 58 1520 0 0,'17'-37'10309'0'0,"-13"28"-6116"0"0,-30 64-2634 0 0,-32 62-598 0 0,-56 92-681 0 0,67-115-2897 0 0,69-126-10399 0 0,-18 26 11571 0 0</inkml:trace>
  <inkml:trace contextRef="#ctx0" brushRef="#br0" timeOffset="1335.532">332 44 2080 0 0,'-4'0'5883'0'0,"3"0"-5791"0"0,1 0-1 0 0,-1 0 1 0 0,1 1 0 0 0,0-1 0 0 0,-1 0-1 0 0,1 0 1 0 0,0 0 0 0 0,0 1-1 0 0,-1-1 1 0 0,1 0 0 0 0,0 0-1 0 0,-1 1 1 0 0,1-1 0 0 0,0 0-1 0 0,0 0 1 0 0,0 1 0 0 0,-1-1 0 0 0,1 0-1 0 0,0 1 1 0 0,0-1 0 0 0,0 0-1 0 0,0 1 1 0 0,0-1 0 0 0,-1 0-1 0 0,1 1 1 0 0,0-1 0 0 0,0 0 0 0 0,0 1-1 0 0,0-1 1 0 0,0 1 0 0 0,0-1-1 0 0,0 0 1 0 0,0 1 0 0 0,0-1-1 0 0,0 0 1 0 0,1 1 0 0 0,-1-1 0 0 0,0 0-1 0 0,0 1 1 0 0,0-1 0 0 0,0 0-1 0 0,1 1 1 0 0,-1-1 0 0 0,0 0-1 0 0,0 1 1 0 0,0-1 0 0 0,1 0 0 0 0,-1 0-1 0 0,0 1 1 0 0,0-1 0 0 0,1 0-1 0 0,-1 0 1 0 0,0 1 0 0 0,1-1-1 0 0,-1 0 1 0 0,0 0 0 0 0,1 0-1 0 0,-1 0 1 0 0,0 0 0 0 0,1 1 0 0 0,-1-1-92 0 0,81 1 5633 0 0,-46-2-5253 0 0,-29-2-363 0 0,50-16-286 0 0,-36 18-3387 0 0,-28-1-3292 0 0,0 3 1892 0 0,4-1 3502 0 0</inkml:trace>
  <inkml:trace contextRef="#ctx0" brushRef="#br0" timeOffset="1817.202">435 60 1428 0 0,'0'8'7322'0'0,"1"28"-4790"0"0,-7 33-572 0 0,6-21-1626 0 0,0 50 107 0 0,-20-45-397 0 0,11-20-2533 0 0,1-36-5952 0 0,8 4 7114 0 0</inkml:trace>
  <inkml:trace contextRef="#ctx0" brushRef="#br0" timeOffset="2462.294">317 425 1808 0 0,'-2'3'8488'0'0,"0"-2"-5310"0"0,34-9 2673 0 0,8 5-4093 0 0,-40 3-1640 0 0,0 0-11 0 0,38 0 521 0 0,25 0-144 0 0,-61 0-475 0 0,42 1-636 0 0,-26-7-2663 0 0,-33-3-2024 0 0,-2-4-4030 0 0,15 9 7906 0 0,-2 3-30 0 0</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8:52.747"/>
    </inkml:context>
    <inkml:brush xml:id="br0">
      <inkml:brushProperty name="width" value="0.05" units="cm"/>
      <inkml:brushProperty name="height" value="0.05" units="cm"/>
    </inkml:brush>
  </inkml:definitions>
  <inkml:trace contextRef="#ctx0" brushRef="#br0">23 3 964 0 0,'0'0'1104'0'0,"0"0"-146"0"0,0 0-55 0 0,0 0-96 0 0,0 0-48 0 0,0 0-48 0 0,0 0-35 0 0,0 0-56 0 0,0 0-10 0 0,0 0-71 0 0,0 0-61 0 0,0 0-35 0 0,0 0-20 0 0,0 0 72 0 0,0 0-5 0 0,0 0-5 0 0,0 0 14 0 0,0 0-19 0 0,0 0-93 0 0,0 0-47 0 0,0 0-21 0 0,0 0-20 0 0,0 0-27 0 0,0 0-29 0 0,0 0-15 0 0,0 0 44 0 0,-3 0 16 0 0,3 1-272 0 0,-1-1 1 0 0,0 0-1 0 0,1 0 0 0 0,-1 0 0 0 0,0 0 0 0 0,1 1 1 0 0,-1-1-1 0 0,0 0 0 0 0,1 0 0 0 0,-1 1 1 0 0,1-1-1 0 0,-1 1 0 0 0,1-1 0 0 0,-1 1 1 0 0,1-1-1 0 0,-1 0 0 0 0,1 1 0 0 0,-1-1 1 0 0,1 1-1 0 0,-1 0 0 0 0,1-1 0 0 0,0 1 1 0 0,-1-1-1 0 0,1 1 0 0 0,0 0 0 0 0,0-1 1 0 0,0 1-1 0 0,-1 0 0 0 0,1-1 0 0 0,0 1 1 0 0,0 0-1 0 0,0-1 0 0 0,0 1 0 0 0,0 0 0 0 0,0-1 1 0 0,0 1-1 0 0,0 0 0 0 0,0-1 0 0 0,1 1 1 0 0,-1 0-1 0 0,0-1 0 0 0,0 1 0 0 0,0 0 1 0 0,1-1-1 0 0,-1 1 0 0 0,0-1 0 0 0,1 1 1 0 0,-1 0-17 0 0,3 15 325 0 0,1 16 93 0 0,-4-30-285 0 0,0 10 44 0 0,0 300 699 0 0,0-178-3946 0 0,0-134 2907 0 0,-1 0 0 0 0,1-1-1 0 0,0 1 1 0 0,0 0 0 0 0,0 0 0 0 0,-1 0 0 0 0,1-1 0 0 0,0 1 0 0 0,0 0 0 0 0,-1 0 0 0 0,1 0 0 0 0,0 0 0 0 0,-1 0 0 0 0,1 0 0 0 0,0-1 0 0 0,0 1 0 0 0,-1 0-1 0 0,1 0 1 0 0,0 0 0 0 0,-1 0 0 0 0,1 0 0 0 0,0 0 0 0 0,0 0 0 0 0,-1 0 0 0 0,1 1 0 0 0,0-1 0 0 0,-1 0 0 0 0,1 0 0 0 0,0 0 0 0 0,0 0 0 0 0,-1 0-1 0 0,1 0 1 0 0,0 0 0 0 0,0 1 0 0 0,-1-1 0 0 0,1 0 0 0 0,0 0 0 0 0,0 0 0 0 0,-1 1 0 0 0,1-1 0 0 0,0 0 0 0 0,0 0 0 0 0,0 1 163 0 0,0-17-4749 0 0,0 9 3319 0 0</inkml:trace>
  <inkml:trace contextRef="#ctx0" brushRef="#br0" timeOffset="7741.875">41 0 1004 0 0,'0'0'952'0'0,"0"0"-93"0"0,0 0-73 0 0,0 0-33 0 0,-4 0-105 0 0,-3 2 998 0 0,7 9 10788 0 0,6-8-11261 0 0,3 0-3430 0 0,86 18 4187 0 0,-94-21-1900 0 0,-1 0-30 0 0,50 0 187 0 0,-49 0-174 0 0,-1 0 8 0 0,24 2-320 0 0,-6 4-647 0 0,-25-4 695 0 0,-5 5 444 0 0,10-9 115 0 0,6-4-303 0 0,13 42-8 0 0,39 25-56 0 0,-26-28 4 0 0,-30-32 79 0 0,0-1-26 0 0,0 0-12 0 0,0 0-41 0 0,0 0 30 0 0,0 0 4 0 0,0 0 5 0 0,0 0-14 0 0,0 0-81 0 0,0 0 5 0 0,0 0 97 0 0,0 0 64 0 0,24 13-23 0 0,-23-13-27 0 0,2 2-170 0 0,-1 40 410 0 0,-2 11-274 0 0,0-51 39 0 0,0 43 51 0 0,0-43-126 0 0,0 32 286 0 0,0 6-209 0 0,0-39 25 0 0,0-1-3 0 0,0 0-5 0 0,0 0-1 0 0,2 39-669 0 0,-10-40 259 0 0,-53 39-120 0 0,20 6-858 0 0,16-20 989 0 0,25-23 320 0 0,0-1-38 0 0,0 0 44 0 0,0 0 50 0 0,0 0-2 0 0,0 0 2 0 0,0 0 2 0 0,0 0 50 0 0,0 0-65 0 0,0 0-34 0 0,-11 25-269 0 0,5-28-1346 0 0,-36-7 2529 0 0,-10 6 35 0 0,51 4-875 0 0,1 0-29 0 0,0 0-37 0 0,-32 0 559 0 0,2 8-550 0 0,18-6-753 0 0,1-17-1967 0 0,10 15 2839 0 0,2 0-90 0 0,-1-3-88 0 0,-4 1-297 0 0,-7-1-5075 0 0,8 1 2423 0 0,2-1 1557 0 0</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03.386"/>
    </inkml:context>
    <inkml:brush xml:id="br0">
      <inkml:brushProperty name="width" value="0.05" units="cm"/>
      <inkml:brushProperty name="height" value="0.05" units="cm"/>
    </inkml:brush>
  </inkml:definitions>
  <inkml:trace contextRef="#ctx0" brushRef="#br0">48 1 1544 0 0,'0'0'1095'0'0,"0"0"-114"0"0,0 0-147 0 0,0 0-91 0 0,0 0-25 0 0,0 0 0 0 0,0 0-42 0 0,0 0-72 0 0,0 0-14 0 0,0 0-4 0 0,0 0-5 0 0,0 0-39 0 0,0 0-82 0 0,0 0 45 0 0,0 0-17 0 0,0 0-89 0 0,0 0-21 0 0,0 0 52 0 0,0 0-19 0 0,0 0-8 0 0,0 0-20 0 0,0 0 18 0 0,0 0-3 0 0,0 0 46 0 0,0 0-65 0 0,0 0-28 0 0,0 0-60 0 0,0 0-60 0 0,0 0 54 0 0,-4 0 10 0 0,4 0-261 0 0,-1 0 0 0 0,0 0 0 0 0,0 0 1 0 0,0 0-1 0 0,0 0 0 0 0,1 0 0 0 0,-1 0 0 0 0,0 0 1 0 0,0 1-1 0 0,1-1 0 0 0,-1 0 0 0 0,0 1 1 0 0,0-1-1 0 0,1 0 0 0 0,-1 1 0 0 0,0-1 1 0 0,1 1-1 0 0,-1-1 0 0 0,1 1 0 0 0,-1 0 1 0 0,0-1-1 0 0,1 1 0 0 0,-1 0 0 0 0,1-1 1 0 0,0 1-1 0 0,-1 0 0 0 0,1-1 0 0 0,-1 1 1 0 0,1 0-1 0 0,0 0 0 0 0,0-1 0 0 0,0 1 0 0 0,-1 0 1 0 0,1 0-1 0 0,0 0 0 0 0,0-1 0 0 0,0 1 1 0 0,0 0-1 0 0,0 0 0 0 0,0 0 0 0 0,0 0 1 0 0,1-1-1 0 0,-1 1 0 0 0,0 0 0 0 0,0 0 1 0 0,1-1-1 0 0,-1 1 0 0 0,0 0 0 0 0,1 0-34 0 0,-1 14 415 0 0,0-14-179 0 0,0 24 373 0 0,0 173 398 0 0,-17-138-1046 0 0,7-13 129 0 0,10-47-72 0 0,0 0 15 0 0,0 0-28 0 0,0 0 26 0 0,0 0-36 0 0,0 0 33 0 0,0 0-38 0 0,0 0-10 0 0,0 0 8 0 0,0 0 66 0 0,0 0 16 0 0,0 0 10 0 0,0 0 16 0 0,0 17 1012 0 0,12-21-62 0 0,45 6-391 0 0,-55-2-589 0 0,33 0 198 0 0,207 0-1547 0 0,-241 0 1044 0 0,20-3-5027 0 0,-14-6 3487 0 0,-37 5-11809 0 0,25 6 12033 0 0</inkml:trace>
  <inkml:trace contextRef="#ctx0" brushRef="#br0" timeOffset="700.625">63 7 2108 0 0,'-18'6'11660'0'0,"36"-7"-6173"0"0,34 2-3943 0 0,-51-1-1386 0 0,1 0 9 0 0,90 20 353 0 0,6-19-2399 0 0,-82-9-3385 0 0,-28 15-6332 0 0,10-4 10175 0 0</inkml:trace>
  <inkml:trace contextRef="#ctx0" brushRef="#br0" timeOffset="1259.139">56 201 1312 0 0,'-15'12'12132'0'0,"35"-8"-7439"0"0,84-11 204 0 0,-34 8-4919 0 0,-4 0-7087 0 0,-65-1 5106 0 0,-1 0-15 0 0,0 0 114 0 0,0 0 49 0 0,0 0 189 0 0,2 1 85 0 0,7 3 79 0 0,-6-5-4 0 0</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05.746"/>
    </inkml:context>
    <inkml:brush xml:id="br0">
      <inkml:brushProperty name="width" value="0.05" units="cm"/>
      <inkml:brushProperty name="height" value="0.05" units="cm"/>
    </inkml:brush>
  </inkml:definitions>
  <inkml:trace contextRef="#ctx0" brushRef="#br0">20 1 1448 0 0,'0'0'1334'0'0,"0"0"-191"0"0,0 0-82 0 0,0 0-34 0 0,0 0-35 0 0,0 0-120 0 0,0 0-74 0 0,0 0-75 0 0,0 0-77 0 0,0 0-60 0 0,0 0 64 0 0,0 0-132 0 0,0 0 2 0 0,0 0-8 0 0,0 0-41 0 0,0 0-25 0 0,0 0 42 0 0,0 0 2 0 0,0 0-50 0 0,0 0-99 0 0,0 0 53 0 0,-3 1 5 0 0,2 0-346 0 0,-1 0 1 0 0,1 1 0 0 0,0-1-1 0 0,-1 0 1 0 0,1 1-1 0 0,0 0 1 0 0,0-1-1 0 0,0 1 1 0 0,0 0-1 0 0,0-1 1 0 0,0 1 0 0 0,1 0-1 0 0,-1 0 1 0 0,1 0-1 0 0,-1 0 1 0 0,1-1-1 0 0,0 1 1 0 0,-1 0-1 0 0,1 0 1 0 0,0 0 0 0 0,0 0-1 0 0,0 0 1 0 0,1 0-1 0 0,-1 0 1 0 0,0 0-1 0 0,1 0 1 0 0,-1 0 0 0 0,1-1-1 0 0,0 1 1 0 0,0 0-1 0 0,-1 0 1 0 0,1-1-1 0 0,1 2-53 0 0,16 229 1501 0 0,-15-152-3956 0 0,-3-78 1923 0 0,0-2-95 0 0,0 0-72 0 0,2 19-11855 0 0,0-20 10966 0 0</inkml:trace>
  <inkml:trace contextRef="#ctx0" brushRef="#br0" timeOffset="853.579">41 180 1780 0 0,'0'0'1234'0'0,"0"0"-123"0"0,0 0-178 0 0,0 0-94 0 0,0 0-45 0 0,0 0-79 0 0,0 0-44 0 0,0 0-11 0 0,0 0-33 0 0,0 0-39 0 0,0 0-31 0 0,0 0-3 0 0,0 0-83 0 0,0 0 15 0 0,0 0-33 0 0,0 0-45 0 0,0 0-14 0 0,0 0 24 0 0,0 0 1 0 0,0 0 85 0 0,0 0-35 0 0,0 0-39 0 0,0 0 7 0 0,0 0-66 0 0,0 0 12 0 0,0 0-29 0 0,6-2-35 0 0,129-8 2377 0 0,-130 13-2645 0 0,72 17-203 0 0,-70-20-5457 0 0,-3-3 3979 0 0,5-1-903 0 0,-11 2-3039 0 0,-2 0 3224 0 0,4 0 1014 0 0</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08.359"/>
    </inkml:context>
    <inkml:brush xml:id="br0">
      <inkml:brushProperty name="width" value="0.05" units="cm"/>
      <inkml:brushProperty name="height" value="0.05" units="cm"/>
    </inkml:brush>
  </inkml:definitions>
  <inkml:trace contextRef="#ctx0" brushRef="#br0">1 17 2064 0 0,'0'0'1133'0'0,"0"0"-21"0"0,0 0-125 0 0,0 0-142 0 0,0 0-1 0 0,0 0-32 0 0,0 0-113 0 0,0 0-9 0 0,0 0 18 0 0,0 0-43 0 0,0 0-79 0 0,0 0 23 0 0,0 0-72 0 0,0 0-67 0 0,0 0-49 0 0,0 0 8 0 0,0 0 150 0 0,0 0-70 0 0,0 0-107 0 0,0 0 15 0 0,0 0 18 0 0,0 0-36 0 0,0 0-30 0 0,0 0 52 0 0,0 0 9 0 0,0 0-43 0 0,0 0-18 0 0,5-2 0 0 0,44-11 1069 0 0,200 11 1144 0 0,-247 2-2590 0 0,29 2-153 0 0,-15 50-15 0 0,-20 61-1493 0 0,4-83-1695 0 0,0-29 2476 0 0,-2 4-90 0 0,-2-2 385 0 0,-5 10-142 0 0,6 1-2938 0 0,-1-9-4117 0 0,0-5 6432 0 0</inkml:trace>
  <inkml:trace contextRef="#ctx0" brushRef="#br0" timeOffset="577.958">23 255 1268 0 0,'-15'4'9754'0'0,"51"-5"-3061"0"0,1-1-4996 0 0,-36 2-1427 0 0,1 0-46 0 0,115 0 1495 0 0,-37 0-3811 0 0,-78 0 1591 0 0,-2 0-93 0 0,0 0-119 0 0,0 0-124 0 0,0 0-91 0 0,3 1-114 0 0,5 2-3601 0 0,-25 1-2460 0 0,12-4 5651 0 0</inkml:trace>
  <inkml:trace contextRef="#ctx0" brushRef="#br0" timeOffset="1383.788">54 277 1184 0 0,'-10'7'7241'0'0,"7"18"-3724"0"0,10 163 620 0 0,-7-186-4039 0 0,0 21 1004 0 0,-4-9-907 0 0,14-12 1099 0 0,22-6 23 0 0,-3 1-595 0 0,-28 3-598 0 0,23 0 376 0 0,231 0 1080 0 0,-253 0-1688 0 0,23-5-6692 0 0,-41-11-855 0 0,-1 2 4544 0 0,-18-18 98 0 0,19 14 1637 0 0</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10.566"/>
    </inkml:context>
    <inkml:brush xml:id="br0">
      <inkml:brushProperty name="width" value="0.05" units="cm"/>
      <inkml:brushProperty name="height" value="0.05" units="cm"/>
    </inkml:brush>
  </inkml:definitions>
  <inkml:trace contextRef="#ctx0" brushRef="#br0">137 1 1108 0 0,'0'0'1326'0'0,"0"0"-138"0"0,0 0-108 0 0,0 0-49 0 0,0 0-115 0 0,0 0-99 0 0,0 0-38 0 0,0 0-84 0 0,0 0 15 0 0,0 0-18 0 0,0 0-44 0 0,0 0-91 0 0,0 0-26 0 0,0 0-49 0 0,0 0-34 0 0,0 0 24 0 0,0 0-34 0 0,0 0-46 0 0,0 0-39 0 0,0 0 1 0 0,4 3 59 0 0,55 63 2239 0 0,-24-27-3296 0 0,-34-34-2093 0 0,-12 5-9512 0 0,6-10 10725 0 0</inkml:trace>
  <inkml:trace contextRef="#ctx0" brushRef="#br0" timeOffset="896.715">14 191 1028 0 0,'-3'1'3511'0'0,"-7"17"7620"0"0,12-16-10910 0 0,1 0 0 0 0,0 0 0 0 0,0 0 0 0 0,0-1 0 0 0,0 1 0 0 0,1-1 0 0 0,-1 1 0 0 0,0-1 0 0 0,1 0 0 0 0,-1-1 0 0 0,1 1 0 0 0,-1 0 0 0 0,1-1 1 0 0,-1 0-1 0 0,1 0 0 0 0,-1 0 0 0 0,1 0 0 0 0,-1 0 0 0 0,1-1 0 0 0,-1 0 0 0 0,0 1 0 0 0,1-1-221 0 0,14 0 500 0 0,168 1 146 0 0,-184 0-702 0 0,30 0-504 0 0,-9 19 472 0 0,-65 22 4 0 0,-6 10-36 0 0,-100 90-688 0 0,131-122 345 0 0,-30 13-3245 0 0,38-31 3401 0 0,-18 1-12599 0 0,27-2 11555 0 0</inkml:trace>
  <inkml:trace contextRef="#ctx0" brushRef="#br0" timeOffset="1582.95">204 410 1132 0 0,'-2'-7'10204'0'0,"47"32"-4571"0"0,60 62-3536 0 0,-95-79-2133 0 0,8 8-567 0 0,-13-4-2588 0 0,-5-12 1631 0 0,0 0-252 0 0,0 0 54 0 0,0 0 1 0 0,0 0 48 0 0,-2 2 128 0 0,-10 3 137 0 0,4-3 53 0 0</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13.627"/>
    </inkml:context>
    <inkml:brush xml:id="br0">
      <inkml:brushProperty name="width" value="0.05" units="cm"/>
      <inkml:brushProperty name="height" value="0.05" units="cm"/>
    </inkml:brush>
  </inkml:definitions>
  <inkml:trace contextRef="#ctx0" brushRef="#br0">15 24 1760 0 0,'0'0'1034'0'0,"0"0"-46"0"0,0 0-137 0 0,0 0-29 0 0,0 0-14 0 0,0 0-104 0 0,0 0-46 0 0,0 0-51 0 0,0 0 8 0 0,0 0-75 0 0,0 0-33 0 0,0 0-80 0 0,0 0-14 0 0,0 0 61 0 0,0 0-58 0 0,0 0-24 0 0,0 0-34 0 0,0 0 33 0 0,0 0-12 0 0,0 0-14 0 0,4 0 1 0 0,-3 1-327 0 0,1 0-1 0 0,-1-1 0 0 0,0 1 0 0 0,0 0 1 0 0,1 0-1 0 0,-1 0 0 0 0,0 0 0 0 0,0 0 1 0 0,0 0-1 0 0,0 1 0 0 0,0-1 0 0 0,0 0 1 0 0,-1 0-1 0 0,1 1 0 0 0,0-1 1 0 0,-1 1-1 0 0,1-1 0 0 0,-1 0 0 0 0,1 1 1 0 0,-1-1-1 0 0,1 1 0 0 0,-1-1 0 0 0,0 1 1 0 0,0-1-1 0 0,0 1 0 0 0,0-1 0 0 0,0 1 1 0 0,0-1-1 0 0,0 1 0 0 0,-1-1 1 0 0,1 1-1 0 0,0-1 0 0 0,-1 1 0 0 0,1-1-38 0 0,-1 14 261 0 0,1 97 169 0 0,-21-8-390 0 0,12-19-1787 0 0,8-80 420 0 0,-3-11-8795 0 0,6 2 8859 0 0</inkml:trace>
  <inkml:trace contextRef="#ctx0" brushRef="#br0" timeOffset="453.041">46 211 1712 0 0,'4'-6'8340'0'0,"14"0"-3753"0"0,91 6 815 0 0,1 0-6575 0 0,-96 2-251 0 0,-14-3-2525 0 0,-6-3-2633 0 0,6 1 3321 0 0,0 1 1701 0 0</inkml:trace>
  <inkml:trace contextRef="#ctx0" brushRef="#br0" timeOffset="1026.55">316 14 848 0 0,'-3'-13'6114'0'0,"2"17"-230"0"0,-1 103-2571 0 0,-1-9-2879 0 0,-9-71-332 0 0,9 29-151 0 0,3 36 797 0 0,-11-31-1534 0 0,11-53 286 0 0,-8 11-6478 0 0,5-25 652 0 0,5 2 4790 0 0</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18.732"/>
    </inkml:context>
    <inkml:brush xml:id="br0">
      <inkml:brushProperty name="width" value="0.05" units="cm"/>
      <inkml:brushProperty name="height" value="0.05" units="cm"/>
    </inkml:brush>
  </inkml:definitions>
  <inkml:trace contextRef="#ctx0" brushRef="#br0">1 6 1744 0 0,'0'0'1350'0'0,"0"0"-98"0"0,0 0-70 0 0,0 0-95 0 0,0 0-37 0 0,0 0-23 0 0,0 0-148 0 0,0 0-94 0 0,0 0-126 0 0,0 0-5 0 0,0 0-23 0 0,0 0 40 0 0,0 0-27 0 0,0 0-22 0 0,0 0 0 0 0,0 0 4 0 0,0 0-67 0 0,0 0 3 0 0,0 0-25 0 0,0 0-58 0 0,0 0 1 0 0,0 0-29 0 0,0 0-79 0 0,0 0 3 0 0,0 0-19 0 0,0 0-18 0 0,0 0-25 0 0,-1 3-38 0 0,3 3-127 0 0,0 0 1 0 0,1 0-1 0 0,-1 0 0 0 0,1 0 0 0 0,1 0 1 0 0,-1 0-1 0 0,1-1 0 0 0,0 0 1 0 0,0 1-1 0 0,0-2 0 0 0,1 1 1 0 0,4 4-149 0 0,3 4 125 0 0,56 73 571 0 0,-16-16-411 0 0,20 17-230 0 0,2 10 70 0 0,-13-12-330 0 0,-49-76-1082 0 0,-15-27-7405 0 0,-12-14-1200 0 0,13 25 8560 0 0</inkml:trace>
  <inkml:trace contextRef="#ctx0" brushRef="#br0" timeOffset="1080.448">433 0 1440 0 0,'0'0'1041'0'0,"0"0"-100"0"0,0 0-145 0 0,0 0-166 0 0,0 0-13 0 0,0 0-10 0 0,0 0-20 0 0,0 0-49 0 0,0 0 4 0 0,0 0-9 0 0,0 0-36 0 0,0 0-7 0 0,0 0-29 0 0,0 0-80 0 0,0 0 19 0 0,0 0 29 0 0,0 0-51 0 0,0 0-60 0 0,0 0 21 0 0,0 0 58 0 0,0 0-28 0 0,0 0-26 0 0,0 0-5 0 0,0 0 29 0 0,0 0-35 0 0,0 0-16 0 0,0 0 50 0 0,0 0-32 0 0,0 0-14 0 0,0 0 28 0 0,0 0-20 0 0,0 0-35 0 0,0 0-32 0 0,0 0-28 0 0,0 0-19 0 0,0 0-17 0 0,0 0-29 0 0,-4 6 15 0 0,-71 84 888 0 0,-32 16-522 0 0,60-53-1681 0 0,32-32-424 0 0,16-16-5759 0 0,-4-8 1119 0 0,3 2 4787 0 0</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24.687"/>
    </inkml:context>
    <inkml:brush xml:id="br0">
      <inkml:brushProperty name="width" value="0.05" units="cm"/>
      <inkml:brushProperty name="height" value="0.05" units="cm"/>
    </inkml:brush>
  </inkml:definitions>
  <inkml:trace contextRef="#ctx0" brushRef="#br0">1 4 988 0 0,'0'0'1450'0'0,"0"0"-171"0"0,0 0-158 0 0,0 0-26 0 0,0 0-7 0 0,0 0-53 0 0,0 0-91 0 0,0 0-52 0 0,0 0-132 0 0,0 0-92 0 0,0 0-24 0 0,0 0 127 0 0,0 0-35 0 0,0 0-30 0 0,0 0-2 0 0,0 0-20 0 0,0 0-63 0 0,0 0-8 0 0,0 0-46 0 0,0 0-46 0 0,0 0-22 0 0,0 0-12 0 0,0 0 21 0 0,0 0-15 0 0,0 0-22 0 0,0 0-31 0 0,0 0-52 0 0,0 0-47 0 0,0 0 14 0 0,0 0-73 0 0,0 0-32 0 0,2-1 12 0 0,-1 0-227 0 0,0 1 1 0 0,0 0-1 0 0,1-1 1 0 0,-1 1 0 0 0,0 0-1 0 0,0 0 1 0 0,0 0-1 0 0,0 0 1 0 0,0 0-1 0 0,1 0 1 0 0,-1 0 0 0 0,0 0-1 0 0,0 1 1 0 0,0-1-1 0 0,0 0 1 0 0,0 1-1 0 0,0-1 1 0 0,0 1 0 0 0,1-1-1 0 0,-1 1 1 0 0,-1-1-1 0 0,1 1 1 0 0,0 0-1 0 0,0 0 1 0 0,0-1 0 0 0,0 1-1 0 0,0 0 1 0 0,-1 0-1 0 0,1 0 1 0 0,0 0-1 0 0,-1 0 1 0 0,1 0 0 0 0,-1 0-1 0 0,1 0 1 0 0,-1 0-1 0 0,1 0 1 0 0,-1 0-1 0 0,0 0 1 0 0,1 1 0 0 0,-1-1-36 0 0,97 145 1112 0 0,-27-22-880 0 0,-33-66-445 0 0,-25-38-416 0 0,58-98 772 0 0,29-39-751 0 0,-34 51-247 0 0,-27 38 170 0 0,-7 0 405 0 0,-27 20 67 0 0,-3 7 90 0 0,-1 1 0 0 0,1-1 1 0 0,-1 1-1 0 0,0-1 0 0 0,0 1 1 0 0,1-1-1 0 0,-1 1 0 0 0,0-1 1 0 0,0 1-1 0 0,0-1 0 0 0,0 1 1 0 0,0-1-1 0 0,1 1 0 0 0,-1-1 1 0 0,0 0-1 0 0,0 1 0 0 0,0-1 1 0 0,0 1-1 0 0,-1-1 0 0 0,1 1 1 0 0,0-1-1 0 0,0 1 0 0 0,0-1 1 0 0,0 1-1 0 0,0-1 0 0 0,-1 1 1 0 0,1-1-1 0 0,0 1 0 0 0,-1-1 1 0 0,1 1-1 0 0,0-1 0 0 0,-1 1 1 0 0,1-1-1 0 0,0 1 0 0 0,-1 0 1 0 0,1-1-1 0 0,-1 1 0 0 0,1 0 1 0 0,-1-1-1 0 0,1 1 0 0 0,-1 0 1 0 0,1 0-1 0 0,-1-1 0 0 0,1 1 1 0 0,-1 0-1 0 0,1 0 0 0 0,-1 0 0 0 0,1 0 1 0 0,-1 0-1 0 0,1 0 0 0 0,-1 0 1 0 0,1 0-1 0 0,-1 0 0 0 0,0 0 123 0 0,-17-9-9278 0 0,14 5 6259 0 0,3 3 1551 0 0</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26.082"/>
    </inkml:context>
    <inkml:brush xml:id="br0">
      <inkml:brushProperty name="width" value="0.05" units="cm"/>
      <inkml:brushProperty name="height" value="0.05" units="cm"/>
    </inkml:brush>
  </inkml:definitions>
  <inkml:trace contextRef="#ctx0" brushRef="#br0">16 1 2612 0 0,'0'0'1397'0'0,"0"0"-152"0"0,0 0-13 0 0,0 0-33 0 0,0 0-195 0 0,0 0-113 0 0,0 0 28 0 0,0 0-12 0 0,0 0-119 0 0,0 0-39 0 0,0 0-103 0 0,0 0-50 0 0,0 0-53 0 0,0 0-71 0 0,0 0 19 0 0,0 0 34 0 0,0 0-33 0 0,0 0-29 0 0,0 0-10 0 0,0 0-32 0 0,0 0-2 0 0,0 0-22 0 0,0 0-16 0 0,3 6-31 0 0,15 33 341 0 0,62 32 2037 0 0,18 3-2142 0 0,-64-48-536 0 0,-34-25-38 0 0,0-1 22 0 0,0 0-23 0 0,0 0-46 0 0,0 0 4 0 0,0 0 54 0 0,0 0-27 0 0,0 0-26 0 0,0 0 12 0 0,0 0-8 0 0,3 1 23 0 0,13 23 664 0 0,-40 2-358 0 0,-35 26-195 0 0,-32 4-960 0 0,26-50-6430 0 0,52-6 3624 0 0,13 0 2413 0 0,0 0-103 0 0,-1 9-1663 0 0,-1-9 2426 0 0,-3 1-25 0 0,3 2-2789 0 0,-3 12 1845 0 0</inkml:trace>
  <inkml:trace contextRef="#ctx0" brushRef="#br0" timeOffset="1353.535">257 240 1028 0 0,'0'0'1175'0'0,"0"0"-46"0"0,0 0-167 0 0,0 0-44 0 0,0 0 17 0 0,0 0-47 0 0,0 0-87 0 0,0 0-76 0 0,0 0 55 0 0,0 0-23 0 0,0 0-56 0 0,0 0-30 0 0,0 0-39 0 0,0 0 22 0 0,0 0-7 0 0,0 0 18 0 0,0 0-14 0 0,0 0-58 0 0,0 0-12 0 0,0 0-31 0 0,0 0-15 0 0,0 0 1 0 0,0 0-47 0 0,0 0-44 0 0,0 0-34 0 0,0 0-20 0 0,0 0-23 0 0,0 0-31 0 0,0 0-43 0 0,0 0-10 0 0,0 0-26 0 0,0 0 11 0 0,0 0-47 0 0,0 0-6 0 0,0 0 25 0 0,0 0-23 0 0,4 1-15 0 0,182 0 2135 0 0,-184-1-2290 0 0,38 0 53 0 0,-38 0-108 0 0,-2 0 23 0 0,33 0 20 0 0,15 0-633 0 0,-37 7-66 0 0,-14-6-3054 0 0,-20-2-4862 0 0,-13-3 531 0 0,27 2 6444 0 0</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30.858"/>
    </inkml:context>
    <inkml:brush xml:id="br0">
      <inkml:brushProperty name="width" value="0.05" units="cm"/>
      <inkml:brushProperty name="height" value="0.05" units="cm"/>
    </inkml:brush>
  </inkml:definitions>
  <inkml:trace contextRef="#ctx0" brushRef="#br0">67 3 908 0 0,'0'0'1614'0'0,"0"0"-247"0"0,0 0-106 0 0,0 0-44 0 0,0 0-105 0 0,0 0-82 0 0,0 0-61 0 0,0 0-91 0 0,0 0-42 0 0,0 0-29 0 0,0 0-30 0 0,0 0-66 0 0,0 0 2 0 0,0 0-24 0 0,0 0-54 0 0,0 0-81 0 0,0 0-18 0 0,0 0 36 0 0,0 0-39 0 0,0 0-36 0 0,0 0-49 0 0,0 0 17 0 0,0 0-28 0 0,0 0-27 0 0,0 0-23 0 0,0 0-46 0 0,0 0-18 0 0,0 0-8 0 0,0 0-31 0 0,0 0-18 0 0,0 0-37 0 0,0 0 10 0 0,0 0 15 0 0,0 0-48 0 0,0 0-22 0 0,7-1 36 0 0,70 0 976 0 0,-76 1-1149 0 0,67 3 268 0 0,2 20-55 0 0,79-16-2427 0 0,-148-7 1809 0 0,-1 0-17 0 0,0 0-124 0 0,0 0-182 0 0,0 0-123 0 0,0 0-86 0 0,6-1-817 0 0,0-1 445 0 0,-12 0-2997 0 0,-10 0-4247 0 0,12 2 7052 0 0</inkml:trace>
  <inkml:trace contextRef="#ctx0" brushRef="#br0" timeOffset="635.055">236 47 1196 0 0,'0'-1'5156'0'0,"1"0"663"0"0,5 17-3485 0 0,-2 168 1046 0 0,-4-106-5772 0 0,-8-69 1166 0 0,6-9 500 0 0,2 0-149 0 0,-14 14-2394 0 0,6-13-3286 0 0,4-3 4969 0 0</inkml:trace>
  <inkml:trace contextRef="#ctx0" brushRef="#br0" timeOffset="1396.136">9 355 2128 0 0,'-7'0'6464'0'0,"5"2"-4379"0"0,10-1 6327 0 0,17 5-6114 0 0,245 15 1175 0 0,-190-3-3316 0 0,10-18 275 0 0,-49 0-3019 0 0,-38 2 1500 0 0,2 6-1000 0 0,-21 1-8111 0 0,5-6 7809 0 0,-10 6-2344 0 0,10-5 3465 0 0</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35.098"/>
    </inkml:context>
    <inkml:brush xml:id="br0">
      <inkml:brushProperty name="width" value="0.05" units="cm"/>
      <inkml:brushProperty name="height" value="0.05" units="cm"/>
    </inkml:brush>
  </inkml:definitions>
  <inkml:trace contextRef="#ctx0" brushRef="#br0">35 12 1920 0 0,'0'0'965'0'0,"0"0"-18"0"0,0 0-126 0 0,0 0 17 0 0,0 0-70 0 0,0 0-123 0 0,0 0-8 0 0,0 0-16 0 0,0 0 5 0 0,0 0-54 0 0,-3 3-104 0 0,-4 35 1188 0 0,5 16 149 0 0,2 133-1669 0 0,-4-175-694 0 0,-1 4-3844 0 0,5-16 4011 0 0,1 7-331 0 0,-4-3-3939 0 0,-8 7 3342 0 0</inkml:trace>
  <inkml:trace contextRef="#ctx0" brushRef="#br0" timeOffset="1195.032">19 16 1316 0 0,'8'-16'13297'0'0,"26"19"-8217"0"0,0 2-3401 0 0,117-5 46 0 0,-26 0-1658 0 0,-123 0-66 0 0,-2 0-25 0 0,0 0 4 0 0,0 0 10 0 0,7 0-86 0 0,16-1-150 0 0,-13-1 180 0 0,-11 2 25 0 0,4 4 108 0 0,4 21-73 0 0,-7 12 36 0 0,-4 145-35 0 0,-6-157-30 0 0,10 52-1583 0 0,0-75 1357 0 0,0-2-42 0 0,0 0-185 0 0,-2 2-57 0 0,2-1 557 0 0,-11 8-1086 0 0,-2-18-4725 0 0,0-2-3806 0 0,11 8 8013 0 0</inkml:trace>
  <inkml:trace contextRef="#ctx0" brushRef="#br0" timeOffset="2151.048">35 363 1280 0 0,'0'0'352'0'0,"0"0"-1"0"0,0 0 0 0 0,0 1 1 0 0,0-1-1 0 0,0 0 1 0 0,0 0-1 0 0,0 1 0 0 0,0-1 1 0 0,0 0-1 0 0,0 1 1 0 0,0-1-1 0 0,0 0 0 0 0,0 0 1 0 0,0 1-1 0 0,0-1 1 0 0,0 0-1 0 0,0 0 0 0 0,0 1 1 0 0,-1-1-1 0 0,1 0 1 0 0,0 0-1 0 0,0 1 0 0 0,0-1 1 0 0,0 0-1 0 0,-1 0 1 0 0,1 0-1 0 0,0 1 0 0 0,0-1 1 0 0,0 0-1 0 0,-1 0 1 0 0,1 0-1 0 0,0 0 0 0 0,0 0 1 0 0,-1 1-1 0 0,1-1-351 0 0,7 2 2685 0 0,81-10 2139 0 0,-62 10-4267 0 0,47-2-43 0 0,-72 0-501 0 0,12 0-12 0 0,26 0 92 0 0,-38 0-112 0 0,-1 0 19 0 0,12 0 48 0 0,28 0-76 0 0,-39 0 24 0 0,-1 0-15 0 0,24 0-117 0 0,-15 0-2486 0 0,1 0 2277 0 0,-11 1-5736 0 0,-22-3-3617 0 0,16-1 8404 0 0</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33.592"/>
    </inkml:context>
    <inkml:brush xml:id="br0">
      <inkml:brushProperty name="width" value="0.05" units="cm"/>
      <inkml:brushProperty name="height" value="0.05" units="cm"/>
    </inkml:brush>
  </inkml:definitions>
  <inkml:trace contextRef="#ctx0" brushRef="#br0">145 121 1796 0 0,'0'0'865'0'0,"0"0"-29"0"0,0 0-71 0 0,0 0-53 0 0,0 0-59 0 0,0 0-55 0 0,0 0 5 0 0,0 0-56 0 0,0 0-37 0 0,0 0 77 0 0,0 0-62 0 0,0 0-48 0 0,0 0 2 0 0,0 0 24 0 0,0 0-31 0 0,0 0-22 0 0,0 0 20 0 0,0 0 24 0 0,0 0-29 0 0,0 0 5 0 0,0 0-19 0 0,0 0 31 0 0,0 0-13 0 0,0 0-53 0 0,0 0-45 0 0,0 0-24 0 0,0 0 32 0 0,0 0-18 0 0,0 0-1 0 0,0 0-65 0 0,0 0 25 0 0,0 0 32 0 0,0 0 6 0 0,0 0 10 0 0,0 0-14 0 0,0 0-8 0 0,0 3-14 0 0,0-2-280 0 0,0 0 0 0 0,1 0-1 0 0,-1 0 1 0 0,1 0 0 0 0,-1 0 0 0 0,1 0 0 0 0,-1 0 0 0 0,1 0 0 0 0,-1 0 0 0 0,1 0 0 0 0,0 0-1 0 0,0 0 1 0 0,-1 0 0 0 0,1-1 0 0 0,0 1 0 0 0,0 0 0 0 0,0 0 0 0 0,0-1 0 0 0,0 1-1 0 0,0-1 1 0 0,0 1 0 0 0,0-1 0 0 0,0 0 0 0 0,0 1 0 0 0,0-1 0 0 0,0 0 0 0 0,1 1 0 0 0,-1-1-1 0 0,0 0 1 0 0,0 0 0 0 0,0 0 0 0 0,0 0 0 0 0,0 0 0 0 0,1-1 0 0 0,-1 1 0 0 0,0 0-52 0 0,9 1 252 0 0,-9-1-62 0 0,11 0 200 0 0,68 9 687 0 0,208-5-1011 0 0,-286-4-397 0 0,-2 0-125 0 0,9 5-903 0 0,-14-4-1887 0 0,3 0 2804 0 0,-52 8-14905 0 0,47-6 14083 0 0</inkml:trace>
  <inkml:trace contextRef="#ctx0" brushRef="#br0" timeOffset="573.064">327 20 928 0 0,'15'-20'7576'0'0,"-15"20"-7037"0"0,11 15 3561 0 0,-24 65-1232 0 0,-24 9-2411 0 0,-78 100-66 0 0,17-96-2331 0 0,16-60-6440 0 0,75-32 5057 0 0,7-1 1915 0 0</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40.077"/>
    </inkml:context>
    <inkml:brush xml:id="br0">
      <inkml:brushProperty name="width" value="0.05" units="cm"/>
      <inkml:brushProperty name="height" value="0.05" units="cm"/>
    </inkml:brush>
  </inkml:definitions>
  <inkml:trace contextRef="#ctx0" brushRef="#br0">271 0 848 0 0,'0'0'1429'0'0,"0"0"-158"0"0,0 0-90 0 0,0 0-7 0 0,0 0-90 0 0,0 0-10 0 0,0 0-58 0 0,0 0-106 0 0,0 0-73 0 0,0 0 65 0 0,0 0 14 0 0,0 0-90 0 0,0 0-45 0 0,0 0-73 0 0,0 0-42 0 0,0 0-44 0 0,0 0-19 0 0,0 0-29 0 0,0 0-52 0 0,0 0-68 0 0,0 0-22 0 0,0 0 16 0 0,0 0-53 0 0,0 0-62 0 0,0 0-25 0 0,0 0-45 0 0,0 0-1 0 0,0 0 3 0 0,0 0-7 0 0,3 6 463 0 0,-103 136 147 0 0,34-69-586 0 0,24-39-241 0 0,-4 6-488 0 0,26-31 238 0 0,29 0 752 0 0,70 40 831 0 0,2 15-1110 0 0,-17-22-315 0 0,2 5-243 0 0,-63-43 45 0 0,8 8-324 0 0,-15-14-6786 0 0,-34-25-5234 0 0,34 22 11153 0 0</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43.107"/>
    </inkml:context>
    <inkml:brush xml:id="br0">
      <inkml:brushProperty name="width" value="0.05" units="cm"/>
      <inkml:brushProperty name="height" value="0.05" units="cm"/>
    </inkml:brush>
  </inkml:definitions>
  <inkml:trace contextRef="#ctx0" brushRef="#br0">1 2 2284 0 0,'0'0'1332'0'0,"0"0"-144"0"0,0 0-73 0 0,0 0-11 0 0,0 0-94 0 0,0 0-43 0 0,0 0-64 0 0,0 0 42 0 0,0 0-36 0 0,0 0-89 0 0,0 0-86 0 0,0 0-54 0 0,0 0-47 0 0,0 0 34 0 0,0 0-82 0 0,0 0-21 0 0,0 0-37 0 0,0 0-68 0 0,0 0-15 0 0,0 0 36 0 0,0 0-15 0 0,0 0-5 0 0,0 0-13 0 0,0 0-30 0 0,0 0-62 0 0,0 0-4 0 0,0 0 45 0 0,0 0 4 0 0,26-1 1463 0 0,144 2 675 0 0,25-1-2136 0 0,-171 10-397 0 0,3-10-924 0 0,-15 0-2043 0 0,-3 19-724 0 0,-40 15-12508 0 0,24-34 14842 0 0</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45.407"/>
    </inkml:context>
    <inkml:brush xml:id="br0">
      <inkml:brushProperty name="width" value="0.05" units="cm"/>
      <inkml:brushProperty name="height" value="0.05" units="cm"/>
    </inkml:brush>
  </inkml:definitions>
  <inkml:trace contextRef="#ctx0" brushRef="#br0">27 0 1228 0 0,'0'0'1139'0'0,"0"0"-112"0"0,0 0-87 0 0,0 0-104 0 0,0 0-53 0 0,0 0-37 0 0,0 0-15 0 0,0 0-58 0 0,0 0-29 0 0,0 0-42 0 0,0 0-94 0 0,0 0-46 0 0,0 0 5 0 0,0 0-28 0 0,0 0 17 0 0,0 0-45 0 0,0 0 52 0 0,0 0-66 0 0,0 0-43 0 0,0 0-67 0 0,0 0-4 0 0,0 0 110 0 0,0 0-5 0 0,0 0-34 0 0,0 4-36 0 0,8 98 2058 0 0,-8 304-971 0 0,-10-374-1303 0 0,10 23-8 0 0,0-53-94 0 0,-2 32-1379 0 0,-10-33-316 0 0,6-20-4748 0 0,3 8 2375 0 0,1 2 793 0 0,2 5 1689 0 0</inkml:trace>
  <inkml:trace contextRef="#ctx0" brushRef="#br0" timeOffset="591.059">56 324 2272 0 0,'-4'-11'11022'0'0,"16"12"-6518"0"0,74 7-322 0 0,36-8-3260 0 0,-120 0-951 0 0,21-3-2868 0 0,-18-10 1978 0 0,-5 12 557 0 0,-1 1 0 0 0,1-1-1 0 0,-1 0 1 0 0,1 1-1 0 0,-1-1 1 0 0,1 0-1 0 0,-1 1 1 0 0,0-1-1 0 0,1 1 1 0 0,-1-1-1 0 0,0 1 1 0 0,0-1-1 0 0,1 1 1 0 0,-1-1-1 0 0,0 1 1 0 0,0 0-1 0 0,0-1 1 0 0,0 1 0 0 0,1 0-1 0 0,-1 0 1 0 0,0 0-1 0 0,0 0 1 0 0,0 0-1 0 0,0 0 1 0 0,0 0-1 0 0,0 0 1 0 0,1 0-1 0 0,-1 0 1 0 0,0 0-1 0 0,0 0 1 0 0,0 1-1 0 0,0-1 1 0 0,0 0-1 0 0,1 1 1 0 0,-1-1 0 0 0,0 0-1 0 0,0 1 1 0 0,1-1-1 0 0,-1 1 363 0 0,-5 2-1541 0 0,0-1 29 0 0</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48.332"/>
    </inkml:context>
    <inkml:brush xml:id="br0">
      <inkml:brushProperty name="width" value="0.05" units="cm"/>
      <inkml:brushProperty name="height" value="0.05" units="cm"/>
    </inkml:brush>
  </inkml:definitions>
  <inkml:trace contextRef="#ctx0" brushRef="#br0">1 23 1652 0 0,'0'0'1378'0'0,"0"0"-175"0"0,0 0-140 0 0,0 0-74 0 0,0 0-93 0 0,0-4-101 0 0,0-11-36 0 0,0 11-24 0 0,0 4-112 0 0,0 0-42 0 0,0 0-23 0 0,0 0-92 0 0,0 0 2 0 0,0 0 24 0 0,0 0-59 0 0,0 0-51 0 0,0 0-42 0 0,0 0 9 0 0,0 0 138 0 0,0 0 13 0 0,0 0-34 0 0,0 0 10 0 0,0 0-9 0 0,0 0-55 0 0,0 0-95 0 0,0 0 17 0 0,0 0 5 0 0,0 0-58 0 0,0 0 7 0 0,0 0-8 0 0,0 0 6 0 0,0 0-7 0 0,0 0-16 0 0,0 0-44 0 0,0 0 13 0 0,0 0 7 0 0,0 0-29 0 0,0 0-30 0 0,0 0-14 0 0,0 0-7 0 0,0 0 14 0 0,0 0 3 0 0,14 2 294 0 0,40 48 342 0 0,-33-31-698 0 0,-5-4-2214 0 0,-4-8-3120 0 0,-9 0-588 0 0,-4-5-551 0 0,1-2 4983 0 0</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49.029"/>
    </inkml:context>
    <inkml:brush xml:id="br0">
      <inkml:brushProperty name="width" value="0.05" units="cm"/>
      <inkml:brushProperty name="height" value="0.05" units="cm"/>
    </inkml:brush>
  </inkml:definitions>
  <inkml:trace contextRef="#ctx0" brushRef="#br0">1 255 1544 0 0,'0'4'9219'0'0,"2"0"-5331"0"0,32-5 1830 0 0,19-30-5061 0 0,-36 20-174 0 0,58-54-371 0 0,1-14-3430 0 0,-42 47-84 0 0,26-7-7967 0 0,-53 35 9901 0 0</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49:52.119"/>
    </inkml:context>
    <inkml:brush xml:id="br0">
      <inkml:brushProperty name="width" value="0.05" units="cm"/>
      <inkml:brushProperty name="height" value="0.05" units="cm"/>
    </inkml:brush>
  </inkml:definitions>
  <inkml:trace contextRef="#ctx0" brushRef="#br0">256 1 1100 0 0,'0'0'1057'0'0,"0"0"-106"0"0,0 0-152 0 0,0 0-90 0 0,0 0-11 0 0,3 0-79 0 0,5 0 597 0 0,-12 6 8860 0 0,-3-1-8026 0 0,-2 2-3997 0 0,-44 44 2455 0 0,-21 10-69 0 0,3-9-2011 0 0,40-28 885 0 0,13-15 590 0 0,22-10 1268 0 0,18 81 961 0 0,-22-79-2124 0 0,0 35 126 0 0,0 194 20 0 0,0-229-152 0 0,0 36-364 0 0,5-10-2319 0 0,-2-25-843 0 0,-1-17-5391 0 0,-3 13 7552 0 0,-2-1 4 0 0</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50:01.170"/>
    </inkml:context>
    <inkml:brush xml:id="br0">
      <inkml:brushProperty name="width" value="0.05" units="cm"/>
      <inkml:brushProperty name="height" value="0.05" units="cm"/>
    </inkml:brush>
  </inkml:definitions>
  <inkml:trace contextRef="#ctx0" brushRef="#br0">0 25 1496 0 0,'0'0'1482'0'0,"0"0"-214"0"0,0 0-172 0 0,0 0-67 0 0,0 0-51 0 0,0 0-46 0 0,0 0-99 0 0,0 0-46 0 0,0 0-50 0 0,0 0-81 0 0,0 0-39 0 0,0 0 79 0 0,0 0 19 0 0,0 0-45 0 0,0 0-29 0 0,0 0-39 0 0,0 0 31 0 0,0 0-39 0 0,0 0-12 0 0,0 0-3 0 0,0 0-53 0 0,0 0-11 0 0,0 0-40 0 0,0 0-36 0 0,0 0-13 0 0,0 0-39 0 0,0 0-19 0 0,3 0 12 0 0,40 1 3197 0 0,0 0-3089 0 0,224-3-705 0 0,-266 2 158 0 0,-1 0-27 0 0,15-1-93 0 0,12-7-182 0 0,-1-7-780 0 0,-37 15 1307 0 0,11 0-142 0 0,0 0 10 0 0,-4 2 186 0 0,4-2-228 0 0,10 27 305 0 0,30 55-212 0 0,16 27-158 0 0,-34-65 50 0 0,21 22-156 0 0,-23-46-3253 0 0,-78-56-13678 0 0,52 33 15752 0 0</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50:06.317"/>
    </inkml:context>
    <inkml:brush xml:id="br0">
      <inkml:brushProperty name="width" value="0.05" units="cm"/>
      <inkml:brushProperty name="height" value="0.05" units="cm"/>
    </inkml:brush>
  </inkml:definitions>
  <inkml:trace contextRef="#ctx0" brushRef="#br0">17 1 1700 0 0,'0'0'1121'0'0,"0"0"-178"0"0,0 0-97 0 0,0 0-140 0 0,0 0-29 0 0,0 0-64 0 0,0 0-83 0 0,0 0-19 0 0,0 0-54 0 0,0 0-30 0 0,0 0-1 0 0,0 0-24 0 0,0 0-58 0 0,0 0-7 0 0,0 0 3 0 0,0 0 16 0 0,0 0 20 0 0,0 0-38 0 0,0 0-11 0 0,0 0-57 0 0,0 0-7 0 0,0 0 4 0 0,0 0-7 0 0,0 0-40 0 0,0 0-2 0 0,0 0 84 0 0,0 0 11 0 0,0 0-31 0 0,0 0-25 0 0,0 0-54 0 0,0 0-23 0 0,0 0-25 0 0,0 0 17 0 0,0 0 110 0 0,0 3 6 0 0,2 301 2873 0 0,-2-233-3148 0 0,-3-67-97 0 0,-13 16-1309 0 0,18-58-12314 0 0,-1 33 12260 0 0</inkml:trace>
  <inkml:trace contextRef="#ctx0" brushRef="#br0" timeOffset="922.178">27 25 1132 0 0,'-9'-2'13863'0'0,"14"-3"-10784"0"0,110 8 1392 0 0,-83-3-4371 0 0,140 0-166 0 0,-171 0 42 0 0,11 0-153 0 0,5 0-99 0 0,-15 0 168 0 0,-2 0 7 0 0,11 0-671 0 0,6 0-593 0 0,-15 0 944 0 0,-2 0-111 0 0,0 0-35 0 0,0 0-146 0 0,0 0-96 0 0,0 0-107 0 0,3-1-509 0 0,-1-1 865 0 0,8-4-1500 0 0,-14 7-6799 0 0,3 0 7553 0 0</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50:08.461"/>
    </inkml:context>
    <inkml:brush xml:id="br0">
      <inkml:brushProperty name="width" value="0.05" units="cm"/>
      <inkml:brushProperty name="height" value="0.05" units="cm"/>
    </inkml:brush>
  </inkml:definitions>
  <inkml:trace contextRef="#ctx0" brushRef="#br0">12 2 836 0 0,'0'0'1545'0'0,"0"0"-250"0"0,0 0-191 0 0,0 0-99 0 0,0 0 12 0 0,0 0-66 0 0,0 0-33 0 0,0 0-35 0 0,0 0-160 0 0,0 0-67 0 0,0 0-20 0 0,0 0-100 0 0,0 0-6 0 0,0 0-40 0 0,0 0-53 0 0,0 0-34 0 0,0 0 1 0 0,0 0-4 0 0,0 0 87 0 0,0 0-19 0 0,0 0 10 0 0,0 0-17 0 0,0 0-49 0 0,0 0-18 0 0,0 0 5 0 0,0 0-26 0 0,0 0-22 0 0,0 0-6 0 0,0 0-38 0 0,0 0-28 0 0,0 0 4 0 0,0 0 16 0 0,0 0-6 0 0,10 18 699 0 0,108 102 773 0 0,-33-33-1241 0 0,16 31-165 0 0,-68-70-373 0 0,-11-27-126 0 0,-28-35-7778 0 0,-13-19-4840 0 0,18 27 11162 0 0</inkml:trace>
  <inkml:trace contextRef="#ctx0" brushRef="#br0" timeOffset="856.391">429 13 1344 0 0,'-1'-6'7131'0'0,"-1"1"-3323"0"0,-13 4-589 0 0,-129 109 733 0 0,-12 25-3339 0 0,62-11-980 0 0,88-116 964 0 0,-4 4-3681 0 0,11-22-4708 0 0,5-1 1972 0 0,-3 9 4431 0 0</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50:12.801"/>
    </inkml:context>
    <inkml:brush xml:id="br0">
      <inkml:brushProperty name="width" value="0.05" units="cm"/>
      <inkml:brushProperty name="height" value="0.05" units="cm"/>
    </inkml:brush>
  </inkml:definitions>
  <inkml:trace contextRef="#ctx0" brushRef="#br0">305 1 1024 0 0,'0'0'1242'0'0,"0"0"-180"0"0,0 0-102 0 0,0 0-58 0 0,0 0-51 0 0,0 0-50 0 0,0 0-116 0 0,0 0-51 0 0,0 0-28 0 0,0 0-79 0 0,0 0 22 0 0,0 0 25 0 0,0 0-69 0 0,0 0 12 0 0,0 0-95 0 0,0 0-7 0 0,0 0-10 0 0,0 0 51 0 0,0 0-12 0 0,0 0-46 0 0,0 0-39 0 0,0 0-28 0 0,0 0 25 0 0,0 0 18 0 0,0 0-8 0 0,0 0-28 0 0,0 0-29 0 0,0 0-19 0 0,0 0-33 0 0,0 0-6 0 0,0 0-28 0 0,0 0-53 0 0,0 0 54 0 0,0 0 9 0 0,0 0-51 0 0,0 0 0 0 0,2 3-2 0 0,-5 29 350 0 0,-46 26 158 0 0,-47 54-420 0 0,34-40-257 0 0,24-19 154 0 0,30-24-207 0 0,-3-19-39 0 0,-13 10 139 0 0,8-5 1747 0 0,58-22-979 0 0,-10 7-551 0 0,-31 0-207 0 0,13 0 88 0 0,371 0 201 0 0,-368 0-788 0 0,-15 0 117 0 0,-2 0-91 0 0,0 0-82 0 0,8 6-2626 0 0,-60 7-12849 0 0,47-14 14610 0 0</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50:16.302"/>
    </inkml:context>
    <inkml:brush xml:id="br0">
      <inkml:brushProperty name="width" value="0.05" units="cm"/>
      <inkml:brushProperty name="height" value="0.05" units="cm"/>
    </inkml:brush>
  </inkml:definitions>
  <inkml:trace contextRef="#ctx0" brushRef="#br0">206 0 1088 0 0,'0'0'1224'0'0,"0"0"-104"0"0,0 0-70 0 0,0 0-75 0 0,0 0-24 0 0,0 0 43 0 0,0 0-103 0 0,0 0-86 0 0,0 0-17 0 0,0 0-70 0 0,0 0 20 0 0,0 0-41 0 0,0 0-11 0 0,0 0-20 0 0,0 0-33 0 0,0 0-34 0 0,0 0-85 0 0,0 0 7 0 0,0 0 0 0 0,0 0-50 0 0,0 0-45 0 0,0 0-46 0 0,0 0-52 0 0,0 0 6 0 0,0 0-9 0 0,0 0-16 0 0,0 0-7 0 0,0 0 8 0 0,0 0-32 0 0,0 0 9 0 0,0 0 3 0 0,0 0-52 0 0,0 0 9 0 0,0 0-24 0 0,0 0-20 0 0,0 0 34 0 0,0 0-23 0 0,0 0-34 0 0,0 0-16 0 0,8 6 18 0 0,61 55 736 0 0,5 11-253 0 0,-20-32-516 0 0,-27-12-159 0 0,7-1-466 0 0,-2-6-173 0 0,-20-18 243 0 0,-87-8 601 0 0,74 5-215 0 0,1 0 34 0 0,-12 0 45 0 0,-27 0 70 0 0,37 0-77 0 0,-25 0 60 0 0,-87 0 39 0 0,112 0-168 0 0,-11 0 35 0 0,-48 0 84 0 0,60 0-100 0 0,-22 0 54 0 0,-18 0 0 0 0,40 0-30 0 0,1 0-20 0 0,0 0-34 0 0,0 0 34 0 0,-12-1-37 0 0,-16 0 136 0 0,-7 0-1393 0 0,13 8-6260 0 0,15-3 1381 0 0,7-4 4469 0 0,0 0 106 0 0,0 0 54 0 0,2-1-54 0 0</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50:19.563"/>
    </inkml:context>
    <inkml:brush xml:id="br0">
      <inkml:brushProperty name="width" value="0.05" units="cm"/>
      <inkml:brushProperty name="height" value="0.05" units="cm"/>
    </inkml:brush>
  </inkml:definitions>
  <inkml:trace contextRef="#ctx0" brushRef="#br0">111 1 1648 0 0,'0'0'1550'0'0,"0"0"-197"0"0,0 0-149 0 0,0 0-42 0 0,0 0-24 0 0,0 0-190 0 0,0 0-57 0 0,0 0-59 0 0,-4 0 18 0 0,-10 0-68 0 0,11 0-87 0 0,3 0-94 0 0,0 0-146 0 0,0 0-43 0 0,0 0 93 0 0,0 0 34 0 0,0 0-33 0 0,0 0-37 0 0,0 0-13 0 0,0 0-18 0 0,0 0-30 0 0,0 0-10 0 0,0 0-22 0 0,0 0-44 0 0,0 0 28 0 0,0 0-48 0 0,0 0-48 0 0,0 0 11 0 0,0 0-15 0 0,0 0-28 0 0,0 0 1 0 0,0 0 6 0 0,0 0-7 0 0,0 0 11 0 0,0 0-30 0 0,0 0-16 0 0,0 0 1 0 0,9 2 317 0 0,109 139 619 0 0,-55-64-621 0 0,41 50-77 0 0,-28-38-288 0 0,-40-51-118 0 0,-18-20 18 0 0,-14-13-3986 0 0,-25-8-4095 0 0,-17-7-1968 0 0,31 6 8383 0 0</inkml:trace>
  <inkml:trace contextRef="#ctx0" brushRef="#br0" timeOffset="897.373">232 216 1468 0 0,'25'-14'8118'0'0,"-14"14"-4953"0"0,-23 19 1425 0 0,-128 131-2371 0 0,60-62-2261 0 0,57-71-2103 0 0,20-13 1031 0 0,-5 10-441 0 0,6-11-2539 0 0,2-1-3284 0 0,0-2 5806 0 0</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50:23.479"/>
    </inkml:context>
    <inkml:brush xml:id="br0">
      <inkml:brushProperty name="width" value="0.05" units="cm"/>
      <inkml:brushProperty name="height" value="0.05" units="cm"/>
    </inkml:brush>
  </inkml:definitions>
  <inkml:trace contextRef="#ctx0" brushRef="#br0">270 1 1576 0 0,'0'0'1324'0'0,"0"0"-122"0"0,0 0-126 0 0,0 0-48 0 0,0 0-126 0 0,0 0-109 0 0,0 0-19 0 0,0 0-11 0 0,0 0-87 0 0,0 0-72 0 0,0 0-11 0 0,0 0 142 0 0,0 0-59 0 0,0 0-171 0 0,0 0-39 0 0,0 0-11 0 0,0 0 71 0 0,0 0 18 0 0,0 0-81 0 0,0 0-47 0 0,0 0 18 0 0,0 0-26 0 0,4 3-57 0 0,-3-3-352 0 0,0 1 26 0 0,0-1-1 0 0,0 1 1 0 0,0-1 0 0 0,0 1-1 0 0,0-1 1 0 0,0 1 0 0 0,0 0-1 0 0,-1 0 1 0 0,1-1 0 0 0,0 1-1 0 0,0 0 1 0 0,-1 0 0 0 0,1 0-1 0 0,0 0 1 0 0,-1 0 0 0 0,1 0-1 0 0,-1 0 1 0 0,0 0 0 0 0,1 0-1 0 0,-1 0 1 0 0,0 0 0 0 0,1 0-1 0 0,-1 0 1 0 0,0 1 0 0 0,0-1-1 0 0,0 0 1 0 0,0 0 0 0 0,0 0-1 0 0,0 0 1 0 0,0 0 0 0 0,-1 0-1 0 0,1 0 1 0 0,0 1 0 0 0,-1-1-1 0 0,1 0 1 0 0,0 0 0 0 0,-1 0-1 0 0,0 0 1 0 0,1 0 0 0 0,-1 0-1 0 0,1-1 1 0 0,-1 1-25 0 0,-10 18 210 0 0,0-1 0 0 0,-1 0 0 0 0,-1-1 0 0 0,-1 0 0 0 0,0-1 0 0 0,-1-1 0 0 0,-1 0 0 0 0,-2 0-210 0 0,-56 66 65 0 0,32-38 92 0 0,4-18-150 0 0,31-17 2308 0 0,8-8-2262 0 0,27 10 1327 0 0,140 125 52 0 0,-91-42-1260 0 0,-37-56-1089 0 0,-40-37 498 0 0,-21-53-16514 0 0,17 31 12144 0 0,3 13 3269 0 0</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50:24.755"/>
    </inkml:context>
    <inkml:brush xml:id="br0">
      <inkml:brushProperty name="width" value="0.05" units="cm"/>
      <inkml:brushProperty name="height" value="0.05" units="cm"/>
    </inkml:brush>
  </inkml:definitions>
  <inkml:trace contextRef="#ctx0" brushRef="#br0">3 17 1392 0 0,'0'0'983'0'0,"0"0"-133"0"0,0 0-45 0 0,0 0-71 0 0,0 0-60 0 0,0 0-12 0 0,0-3-38 0 0,0-5 662 0 0,7 3 8453 0 0,1 11-10748 0 0,-5 40 2411 0 0,-3 138 45 0 0,0 115-597 0 0,0-297-868 0 0,0 0-10 0 0,0 5 11 0 0,0-5-19 0 0,-3 17-894 0 0,-3-31-2353 0 0,-5-49-8969 0 0,10 49 10685 0 0</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50:26.003"/>
    </inkml:context>
    <inkml:brush xml:id="br0">
      <inkml:brushProperty name="width" value="0.05" units="cm"/>
      <inkml:brushProperty name="height" value="0.05" units="cm"/>
    </inkml:brush>
  </inkml:definitions>
  <inkml:trace contextRef="#ctx0" brushRef="#br0">188 65 1908 0 0,'0'0'1274'0'0,"0"0"-127"0"0,0 0-124 0 0,0 0-32 0 0,0 0-8 0 0,0 0-88 0 0,0 0 42 0 0,0 0-155 0 0,0 0-80 0 0,0 0 45 0 0,0 0-44 0 0,0 0-73 0 0,0 0-55 0 0,0 0-12 0 0,0 0-44 0 0,0 0-5 0 0,0 0-50 0 0,0 0 0 0 0,4 5 162 0 0,-86 74 932 0 0,-5 8-167 0 0,64-66 156 0 0,54 5 111 0 0,83 44-228 0 0,-41 5-1315 0 0,-25-26-201 0 0,-40-46-1904 0 0,-13-26-7368 0 0,-4 3 723 0 0,5 14 7050 0 0</inkml:trace>
  <inkml:trace contextRef="#ctx0" brushRef="#br0" timeOffset="1406.848">453 1 1544 0 0,'0'5'7602'0'0,"-1"0"-3742"0"0,-6 8-4102 0 0,4-6 819 0 0,-53 65 2773 0 0,37-54-2999 0 0,-81 73 1154 0 0,57-58-889 0 0,8-3-801 0 0,102 2 2575 0 0,-53-26-2284 0 0,0 1 0 0 0,0 0 0 0 0,-1 0 0 0 0,0 2 0 0 0,0-1 0 0 0,-1 2 0 0 0,0 0-1 0 0,-1 0 1 0 0,2 3-106 0 0,62 59 5 0 0,-62-63-1032 0 0,-17-17-4845 0 0,-11-3-1739 0 0,-2 2 4324 0 0,0 0 1764 0 0,3 0 21 0 0</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55:31.536"/>
    </inkml:context>
    <inkml:brush xml:id="br0">
      <inkml:brushProperty name="width" value="0.05" units="cm"/>
      <inkml:brushProperty name="height" value="0.05" units="cm"/>
    </inkml:brush>
  </inkml:definitions>
  <inkml:trace contextRef="#ctx0" brushRef="#br0">7 39 1452 0 0,'0'0'1042'0'0,"0"0"-71"0"0,0 0-79 0 0,0 0-42 0 0,0 0-58 0 0,0 0-23 0 0,0 0-2 0 0,0 0 8 0 0,0 0-22 0 0,0 0-120 0 0,0 0-49 0 0,-6 1 318 0 0,6-3 5264 0 0,52-15-4968 0 0,32 10-602 0 0,-30 1-627 0 0,54 10-77 0 0,-107-4 141 0 0,12-6 319 0 0,0 1-3669 0 0,-16 9-4454 0 0,-5 7 3210 0 0,7-8 3626 0 0,-4 3-653 0 0</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55:34.582"/>
    </inkml:context>
    <inkml:brush xml:id="br0">
      <inkml:brushProperty name="width" value="0.05" units="cm"/>
      <inkml:brushProperty name="height" value="0.05" units="cm"/>
    </inkml:brush>
  </inkml:definitions>
  <inkml:trace contextRef="#ctx0" brushRef="#br0">10 278 1080 0 0,'1'11'6549'0'0,"3"13"-4025"0"0,3 14-1920 0 0,-5 33 713 0 0,0-15-5086 0 0,-6-50-1325 0 0,5-6 3719 0 0</inkml:trace>
  <inkml:trace contextRef="#ctx0" brushRef="#br0" timeOffset="-2268.254">104 37 936 0 0,'0'0'1083'0'0,"0"0"-145"0"0,0 0-77 0 0,0 0-40 0 0,0 0-131 0 0,0 0-29 0 0,0 0-20 0 0,0 0-104 0 0,0 0-43 0 0,0 0-7 0 0,0 0-33 0 0,0 0-30 0 0,0 0-47 0 0,0 0 20 0 0,0 0-11 0 0,0 0 25 0 0,0 0-25 0 0,6 24 1282 0 0,4 45-941 0 0,-10-69-1002 0 0,-3 13-9107 0 0,1-12 7977 0 0,2-2 56 0 0</inkml:trace>
  <inkml:trace contextRef="#ctx0" brushRef="#br0" timeOffset="-1400.156">110 34 1056 0 0,'2'-12'11024'0'0,"12"8"-7890"0"0,0 2-2484 0 0,199-13 1623 0 0,-213 15-2312 0 0,1 0-51 0 0,2 0 14 0 0,-2 0 65 0 0,0 0 1 0 0,0 0-1 0 0,0 0 0 0 0,1 1 0 0 0,-1-1 0 0 0,0 0 0 0 0,0 0 0 0 0,0 1 0 0 0,0-1 0 0 0,0 1 0 0 0,0-1 1 0 0,0 1-1 0 0,0 0 0 0 0,0-1 0 0 0,0 1 0 0 0,0 0 0 0 0,0 0 0 0 0,0 0 0 0 0,0-1 0 0 0,-1 1 0 0 0,1 0 1 0 0,0 0-1 0 0,-1 0 0 0 0,1 0 0 0 0,0 0 0 0 0,-1 1 0 0 0,0-1 0 0 0,1 0 0 0 0,-1 0 0 0 0,1 0 1 0 0,-1 0-1 0 0,0 0 0 0 0,0 1 0 0 0,0-1 0 0 0,0 0 0 0 0,0 0 0 0 0,0 0 0 0 0,0 1 11 0 0,0-2-66 0 0,-1 21-233 0 0,-7 5-1813 0 0,4-11-1887 0 0,-2-1-3731 0 0,5-11 6522 0 0</inkml:trace>
  <inkml:trace contextRef="#ctx0" brushRef="#br0" timeOffset="-700.038">136 152 1192 0 0,'-4'-1'11912'0'0,"26"-3"-8372"0"0,12-2-3272 0 0,98-6 1506 0 0,-97 19-1810 0 0,-35-7 105 0 0,9 0-518 0 0,8-3-5661 0 0,-25 8-2174 0 0,2 0 6760 0 0</inkml:trace>
  <inkml:trace contextRef="#ctx0" brushRef="#br0" timeOffset="1426.11">1 291 1004 0 0,'2'-9'8040'0'0,"4"2"-3793"0"0,13-1-2388 0 0,-6 4-2008 0 0,0 0 1198 0 0,135-29 1167 0 0,-42 33-1384 0 0,-65-3-720 0 0,-6 9-306 0 0,-34-6 197 0 0,20 6-593 0 0,-1 11-679 0 0,-15 68 80 0 0,0 27 1714 0 0,-17-84-685 0 0,12-27 129 0 0,0-1-48 0 0,-4 19 249 0 0,-14-14-617 0 0,-5-22-896 0 0,-46-20-10741 0 0,63 37 10714 0 0</inkml:trace>
  <inkml:trace contextRef="#ctx0" brushRef="#br0" timeOffset="2007.229">128 282 1080 0 0,'7'10'6176'0'0,"11"6"-4416"0"0,-7-6-946 0 0,25 15-1617 0 0,-35-25-276 0 0,6 0-4388 0 0,-6 0 4054 0 0</inkml:trace>
  <inkml:trace contextRef="#ctx0" brushRef="#br0" timeOffset="2298.13">285 276 1532 0 0,'-10'17'8048'0'0,"-25"11"-7758"0"0,14-11-617 0 0,-28 13-5995 0 0,42-27 4881 0 0</inkml:trace>
  <inkml:trace contextRef="#ctx0" brushRef="#br0" timeOffset="2861.051">112 396 1452 0 0,'21'-3'9309'0'0,"13"-7"-6067"0"0,12-4-2401 0 0,80 0 748 0 0,-119 14-127 0 0,2 0-1884 0 0,0 1-4352 0 0,-20 7-5251 0 0,5-7 8743 0 0</inkml:trace>
  <inkml:trace contextRef="#ctx0" brushRef="#br0" timeOffset="3282.051">209 374 1780 0 0,'2'12'6805'0'0,"2"13"-5399"0"0,-4-16-1512 0 0,0 14-1195 0 0,0-8-3973 0 0,0-14 3924 0 0</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56:21.494"/>
    </inkml:context>
    <inkml:brush xml:id="br0">
      <inkml:brushProperty name="width" value="0.05" units="cm"/>
      <inkml:brushProperty name="height" value="0.05" units="cm"/>
    </inkml:brush>
  </inkml:definitions>
  <inkml:trace contextRef="#ctx0" brushRef="#br0">1 1 3056 0 0,'6'14'584'0'0,"-1"-1"-76"0"0,-2-1-1152 0 0,-1-3 44 0 0,-1-4-1144 0 0</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2T16:39:07.680"/>
    </inkml:context>
    <inkml:brush xml:id="br0">
      <inkml:brushProperty name="width" value="0.05" units="cm"/>
      <inkml:brushProperty name="height" value="0.05" units="cm"/>
    </inkml:brush>
  </inkml:definitions>
  <inkml:trace contextRef="#ctx0" brushRef="#br0">43 338 2068 0 0,'0'0'1125'0'0,"0"0"-175"0"0,0 0-9 0 0,0 0-64 0 0,0 0-27 0 0,0 0-39 0 0,0 0-34 0 0,0 0-67 0 0,0 0-64 0 0,0 0-73 0 0,0 0-3 0 0,0 0-44 0 0,0 0-28 0 0,0 0 47 0 0,0 0-7 0 0,0 0 46 0 0,0 0-30 0 0,0 0-37 0 0,0 0 20 0 0,0 0-47 0 0,0 0-52 0 0,0 0-53 0 0,0 0 1 0 0,0 0-11 0 0,0 0-29 0 0,0 0-11 0 0,0 0-16 0 0,0 0-18 0 0,0 0 23 0 0,0 0-29 0 0,0 0-22 0 0,0 0-17 0 0,0 0-30 0 0,0 0-21 0 0,0 0-11 0 0,0 0-46 0 0,0 0-7 0 0,0 0-8 0 0,0 0 13 0 0,0 0-20 0 0,0 0-28 0 0,0 0 6 0 0,9 6 219 0 0,24-9 192 0 0,-32 3-483 0 0,-1 0-19 0 0,32 0 245 0 0,91 0-184 0 0,-120 0-92 0 0,29 0-246 0 0,1-4-2107 0 0,-24 2-9062 0 0,-11 4 6619 0 0,2 0 3422 0 0</inkml:trace>
  <inkml:trace contextRef="#ctx0" brushRef="#br0" timeOffset="756.744">172 217 1196 0 0,'3'-6'3656'0'0,"-1"10"3467"0"0,4 25-6833 0 0,-10 13 934 0 0,-20 25-640 0 0,-39 66-278 0 0,28-83-619 0 0,5-22-1034 0 0,15-24-6105 0 0,7-12 4703 0 0,5 2 1435 0 0</inkml:trace>
  <inkml:trace contextRef="#ctx0" brushRef="#br0" timeOffset="1618.551">187 360 1216 0 0,'11'1'8015'0'0,"-10"109"-2481"0"0,0 10-4351 0 0,-1-119-1098 0 0,0-1 55 0 0,3 23 263 0 0,-1-19-288 0 0,1-1 0 0 0,0 0 0 0 0,0-1 0 0 0,0 1 0 0 0,1 0 1 0 0,-1-1-1 0 0,1 0 0 0 0,-1 0 0 0 0,1 0 0 0 0,0 0 0 0 0,0-1 1 0 0,0 1-1 0 0,0-1 0 0 0,0 0 0 0 0,0 0 0 0 0,0 0 0 0 0,0-1 1 0 0,0 1-1 0 0,2-1-115 0 0,-5 0 130 0 0,-1 0 9 0 0,40 0 232 0 0,42 0 139 0 0,-81 0-502 0 0,45-3-203 0 0,-44 1 129 0 0,-1 1 1 0 0,1-1-1 0 0,-1 0 0 0 0,1 1 1 0 0,-1-1-1 0 0,0 0 0 0 0,0 0 1 0 0,0 0-1 0 0,0 0 0 0 0,0 0 0 0 0,0 0 1 0 0,-1 0-1 0 0,1 0 0 0 0,-1 0 1 0 0,1 0-1 0 0,-1-1 0 0 0,0 1 1 0 0,0 0-1 0 0,0 0 0 0 0,0 0 0 0 0,0-1 1 0 0,0 1-1 0 0,-1 0 0 0 0,1 0 1 0 0,-1 0-1 0 0,0-2 66 0 0,-29-85-6158 0 0,4 94-2295 0 0,22-4 6977 0 0</inkml:trace>
  <inkml:trace contextRef="#ctx0" brushRef="#br0" timeOffset="184786.539">579 0 876 0 0,'0'0'828'0'0,"0"0"-50"0"0,0 0-101 0 0,0 0-110 0 0,0 0-37 0 0,0 0 5 0 0,0 0-75 0 0,0 0-16 0 0,0 0-28 0 0,0 0-34 0 0,0 0 17 0 0,0 0-22 0 0,0 0-47 0 0,0 0-9 0 0,0 0-24 0 0,0 0-47 0 0,0 0-31 0 0,0 0 42 0 0,0 0-6 0 0,0 0-71 0 0,0 0-38 0 0,0 0 12 0 0,0 0-19 0 0,0 0 36 0 0,12 6 248 0 0,-12 115 588 0 0,0-32-1059 0 0,0-88 44 0 0,3 11 173 0 0,0-8-1562 0 0,-6-11-3950 0 0,3 6 3852 0 0,-1 1 23 0 0</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3:04.199"/>
    </inkml:context>
    <inkml:brush xml:id="br0">
      <inkml:brushProperty name="width" value="0.05" units="cm"/>
      <inkml:brushProperty name="height" value="0.05" units="cm"/>
      <inkml:brushProperty name="color" value="#FFFFFF"/>
    </inkml:brush>
  </inkml:definitions>
  <inkml:trace contextRef="#ctx0" brushRef="#br0">2149 782 1544 0 0,'0'0'655'0'0,"0"0"-1"0"0,0-3-84 0 0,-17-51 1867 0 0,14 6 82 0 0,3 47-2351 0 0,0 1 24 0 0,0 0 1 0 0,0 0 41 0 0,-2-30 1869 0 0,10 97-449 0 0,-6 33-653 0 0,9 177 414 0 0,-12-202-1154 0 0,12 53 126 0 0,-11 363-15 0 0,-18-394-388 0 0,18 476-111 0 0,-24-482 33 0 0,17-32 35 0 0,7 346 67 0 0,0-263 373 0 0,0-140-313 0 0,2 22-338 0 0,7 5-4735 0 0,-16-38-1572 0 0,5 1 5437 0 0,-2 0-8 0 0</inkml:trace>
  <inkml:trace contextRef="#ctx0" brushRef="#br0" timeOffset="2385.287">746 1799 1588 0 0,'0'0'681'0'0,"0"-4"-51"0"0,0-11 2 0 0,0 12-104 0 0,0 3-71 0 0,0 0 19 0 0,0 0 21 0 0,0 0-7 0 0,0 0-29 0 0,0 0 21 0 0,0 0-45 0 0,0 0 8 0 0,0 0 24 0 0,0 0-61 0 0,0 0 65 0 0,0 0-5 0 0,0 0-11 0 0,0 0-2 0 0,0 0-84 0 0,0 0 10 0 0,0 0 54 0 0,0 0-66 0 0,3 0-24 0 0,50 0 1521 0 0,9 23 553 0 0,150 6-223 0 0,-142-20-1730 0 0,308-9 796 0 0,-277 17-1091 0 0,-4-31-114 0 0,-12 1-52 0 0,-69 13 78 0 0,53-3-12 0 0,70-35-79 0 0,-64 37 64 0 0,-25-17-50 0 0,83 11 24 0 0,198 7 24 0 0,-282 10-133 0 0,25-1-22 0 0,-47-4 153 0 0,-12 7-65 0 0,-12-9 25 0 0,21-3 50 0 0,167 0-25 0 0,-139 12 1 0 0,21 3-124 0 0,-28-12 158 0 0,2 9-68 0 0,14-2-26 0 0,76-4-447 0 0,-47-31-63 0 0,-49 21-2665 0 0,-57 23-4402 0 0,-83 23 898 0 0,65-34 5294 0 0</inkml:trace>
  <inkml:trace contextRef="#ctx0" brushRef="#br0" timeOffset="8218.956">2979 709 1100 0 0,'0'0'463'0'0,"0"0"-32"0"0,0 0 66 0 0,4 0 55 0 0,9 0-19 0 0,-10-3-76 0 0,-2-4-1862 0 0,1 3 5038 0 0,-5 9 2229 0 0,-121 156-3707 0 0,-11 15-1676 0 0,8 19-559 0 0,8-20-210 0 0,25-60-256 0 0,49-49 338 0 0,6-19 181 0 0,-4-1-128 0 0,-20 15 355 0 0,-18 43-260 0 0,26-52 154 0 0,-19 9-220 0 0,27-21 302 0 0,-22 12-272 0 0,24-16-12 0 0,-74 59-388 0 0,65-48 366 0 0,-10 5-55 0 0,9 2 226 0 0,-31 23-233 0 0,-10 3 91 0 0,-13 17-59 0 0,36-28 138 0 0,48-47 26 0 0,-2-1-354 0 0,8-3 254 0 0,-16 15 94 0 0,-8 1 12 0 0,27-17-76 0 0,15-17 106 0 0,1 0-36 0 0,0 0 10 0 0,0 0-16 0 0,0 0 32 0 0,0 0 8 0 0,0 0-49 0 0,0 0-18 0 0,0 0 49 0 0,0 0-36 0 0,0 0-2 0 0,-15 20 75 0 0,-11-2 254 0 0,16-13-1020 0 0,12-4-7939 0 0,-2-1 8478 0 0,-3 0-1407 0 0</inkml:trace>
  <inkml:trace contextRef="#ctx0" brushRef="#br0" timeOffset="11395.296">1049 663 1532 0 0,'0'0'817'0'0,"0"0"-41"0"0,0 0-80 0 0,0 0-109 0 0,0 0 5 0 0,0 0-39 0 0,0 0 20 0 0,0 0-33 0 0,0 0-27 0 0,0 0-39 0 0,0 0-68 0 0,0-4-14 0 0,0 4-246 0 0,0 1 0 0 0,0-1 0 0 0,0 0 0 0 0,1 0 0 0 0,-1 1-1 0 0,0-1 1 0 0,0 0 0 0 0,1 0 0 0 0,-1 1 0 0 0,0-1-1 0 0,0 0 1 0 0,1 0 0 0 0,-1 0 0 0 0,0 0 0 0 0,1 1 0 0 0,-1-1-1 0 0,0 0 1 0 0,1 0 0 0 0,-1 0 0 0 0,0 0 0 0 0,1 0-1 0 0,-1 0 1 0 0,0 0 0 0 0,0 0 0 0 0,1 0 0 0 0,-1 0 0 0 0,0 0-1 0 0,1 0 1 0 0,-1 0 0 0 0,0 0 0 0 0,1 0 0 0 0,-1 0-1 0 0,0 0 1 0 0,1-1 0 0 0,-1 1 0 0 0,0 0 0 0 0,1 0 0 0 0,-1 0-1 0 0,0 0 1 0 0,0-1 0 0 0,1 1 0 0 0,-1 0 0 0 0,0 0-146 0 0,17 22 683 0 0,40 34 312 0 0,54 57 618 0 0,-37-44-1420 0 0,-31-30 121 0 0,156 165 610 0 0,-136-132-855 0 0,-30-37-112 0 0,-1-7 129 0 0,17 23-250 0 0,28 28 231 0 0,7 14 2 0 0,-54-71-191 0 0,6 14 206 0 0,62 67-146 0 0,37 40 188 0 0,-64-71-163 0 0,-70-72 11 0 0,-1 0 25 0 0,0 0 27 0 0,2 3-8 0 0,128 153 158 0 0,-30-27-262 0 0,-45-49-31 0 0,21 35-114 0 0,-30-58 455 0 0,17 30-118 0 0,13 2-484 0 0,-32-43 484 0 0,41 49-116 0 0,-47-61 24 0 0,-38-34-8 0 0,0 0 8 0 0,0 0-32 0 0,0 0 43 0 0,0 0-2 0 0,0 0 5 0 0,3 3-6 0 0,15 14-90 0 0,9 9 43 0 0,-15-19 56 0 0,-12-8-3 0 0,0 1-39 0 0,0 0-12 0 0,-15 6-5777 0 0,-21 8-4015 0 0,29-11 8352 0 0</inkml:trace>
  <inkml:trace contextRef="#ctx0" brushRef="#br0" timeOffset="13456.562">549 460 1404 0 0,'0'0'1364'0'0,"0"0"-196"0"0,0 0-98 0 0,0 0-141 0 0,0 0-71 0 0,0 0-131 0 0,0 0-86 0 0,0 0 26 0 0,0 0 22 0 0,6 2-132 0 0,-5-2-513 0 0,1 0-1 0 0,-1 1 1 0 0,1-1 0 0 0,-1 1-1 0 0,0-1 1 0 0,1 1-1 0 0,-1 0 1 0 0,0-1-1 0 0,1 1 1 0 0,-1 0 0 0 0,0 0-1 0 0,0 0 1 0 0,1 0-1 0 0,-1 0 1 0 0,0 0-1 0 0,0 0 1 0 0,0 0 0 0 0,-1 1-1 0 0,1-1 1 0 0,0 0-1 0 0,0 0 1 0 0,-1 1-1 0 0,1-1 1 0 0,0 1 0 0 0,-1-1-1 0 0,0 0 1 0 0,1 1-1 0 0,-1-1 1 0 0,0 1-1 0 0,0-1 1 0 0,1 1 0 0 0,-1-1-1 0 0,-1 1 1 0 0,1-1-1 0 0,0 1 1 0 0,0-1-1 0 0,-1 2-43 0 0,1 146 1402 0 0,-28-36-1966 0 0,25-93-100 0 0,-2 13-1073 0 0,-4-19-3600 0 0,7-13 3940 0 0,2-1 24 0 0</inkml:trace>
  <inkml:trace contextRef="#ctx0" brushRef="#br0" timeOffset="13879.512">565 420 1336 0 0,'19'-18'9022'0'0,"37"16"-5162"0"0,-41 3-2586 0 0,106-1 42 0 0,-115 3-1217 0 0,44 51 718 0 0,-43-22-1611 0 0,0 1-1 0 0,-2 0 0 0 0,-2 1 0 0 0,-1-1 1 0 0,-1 1-1 0 0,-2 3 795 0 0,1-27-467 0 0,-20 49-4337 0 0,20-57 3223 0 0,0-2-1 0 0,0 2 35 0 0,0 8 124 0 0</inkml:trace>
  <inkml:trace contextRef="#ctx0" brushRef="#br0" timeOffset="14124.324">696 642 1368 0 0,'-10'-11'6534'0'0,"21"-3"-5950"0"0,-10 13-1217 0 0,-2 2-4315 0 0,0 2 3347 0 0</inkml:trace>
  <inkml:trace contextRef="#ctx0" brushRef="#br0" timeOffset="14855.707">636 660 1332 0 0,'0'0'1238'0'0,"0"0"-183"0"0,0 0-106 0 0,0 0-18 0 0,0 0 3 0 0,0 0-118 0 0,0 0-114 0 0,-3 0-46 0 0,-6-10 7578 0 0,16 2-8858 0 0,30 9 2115 0 0,-36-1-1345 0 0,22 0 464 0 0,50 0-1155 0 0,-57-14-514 0 0,-16 14 766 0 0,0 0 0 0 0,-1 1 0 0 0,1-1 1 0 0,0 0-1 0 0,-1 0 0 0 0,1 0 0 0 0,0 0 1 0 0,0 1-1 0 0,-1-1 0 0 0,1 0 0 0 0,0 0 1 0 0,-1 0-1 0 0,1 0 0 0 0,0 0 0 0 0,-1 0 1 0 0,1 0-1 0 0,0 0 0 0 0,-1 0 0 0 0,1 0 1 0 0,0 0-1 0 0,0 0 0 0 0,-1 0 0 0 0,1 0 1 0 0,0-1-1 0 0,-1 1 0 0 0,1 0 0 0 0,0 0 0 0 0,-1 0 1 0 0,1 0-1 0 0,0 0 0 0 0,0-1 0 0 0,-1 1 1 0 0,1 0-1 0 0,0 0 0 0 0,0-1 0 0 0,0 1 1 0 0,-1 0-1 0 0,1 0 0 0 0,0-1 0 0 0,0 1 1 0 0,0 0-1 0 0,0 0 0 0 0,-1-1 0 0 0,1 1 1 0 0,0 0-1 0 0,0-1 293 0 0,-4 6-1567 0 0</inkml:trace>
  <inkml:trace contextRef="#ctx0" brushRef="#br0" timeOffset="15264.742">553 854 1504 0 0,'-9'8'4814'0'0,"6"-3"2605"0"0,16-7-5897 0 0,29-18 376 0 0,67-10 719 0 0,-10 6-2530 0 0,-98 24-346 0 0,3 0-1012 0 0,-3-1 1023 0 0,0 1 0 0 0,-1 0 0 0 0,1 0 0 0 0,0-1 0 0 0,-1 1 0 0 0,1 0 0 0 0,0 0 0 0 0,-1-1 0 0 0,1 1 1 0 0,0 0-1 0 0,-1 0 0 0 0,1 0 0 0 0,0 0 0 0 0,-1 0 0 0 0,1 0 0 0 0,0 0 0 0 0,0 1 0 0 0,-1-1 0 0 0,1 0 0 0 0,0 0 0 0 0,-1 0 0 0 0,1 1 0 0 0,0-1 1 0 0,-1 0-1 0 0,1 1 0 0 0,-1-1 0 0 0,1 0 0 0 0,0 1 0 0 0,-1-1 0 0 0,1 1 0 0 0,-1-1 0 0 0,1 1 0 0 0,-1-1 0 0 0,0 1 0 0 0,1 0 0 0 0,-1-1 1 0 0,1 1-1 0 0,-1-1 0 0 0,0 1 0 0 0,0 0 0 0 0,1-1 0 0 0,-1 1 0 0 0,0 0 0 0 0,0 0 248 0 0,-5 15-4768 0 0,1-10 3242 0 0</inkml:trace>
  <inkml:trace contextRef="#ctx0" brushRef="#br0" timeOffset="16639.808">1 1636 1744 0 0,'0'0'1330'0'0,"0"0"-142"0"0,0 0-122 0 0,0 0-23 0 0,0 0 19 0 0,0 0-135 0 0,0 0-107 0 0,5 2-5 0 0,-2-1-719 0 0,0 0 0 0 0,0 0 0 0 0,-1 1 0 0 0,1 0 0 0 0,-1-1 0 0 0,1 1 0 0 0,-1 0 0 0 0,0 0 0 0 0,1 0 0 0 0,-1 1 0 0 0,0-1 0 0 0,0 0 0 0 0,-1 1 0 0 0,1-1 0 0 0,0 1 0 0 0,-1 0 0 0 0,0-1-1 0 0,1 1 1 0 0,-1 0 0 0 0,0 0 0 0 0,-1 0 0 0 0,1 0 0 0 0,0 0 0 0 0,-1 0 0 0 0,0 0 0 0 0,0 0 0 0 0,0 2-96 0 0,1-3 62 0 0,16 130 2541 0 0,-16-43-4639 0 0,-1-84 1727 0 0,0-3-322 0 0,0-2 558 0 0,0 1 1 0 0,0-1-1 0 0,0 0 1 0 0,-1 1-1 0 0,1-1 0 0 0,0 0 1 0 0,0 0-1 0 0,0 1 1 0 0,0-1-1 0 0,0 0 0 0 0,-1 0 1 0 0,1 1-1 0 0,0-1 0 0 0,0 0 1 0 0,-1 0-1 0 0,1 1 1 0 0,0-1-1 0 0,0 0 0 0 0,-1 0 1 0 0,1 0-1 0 0,0 0 0 0 0,-1 1 1 0 0,1-1-1 0 0,0 0 1 0 0,0 0-1 0 0,-1 0 0 0 0,1 0 1 0 0,0 0-1 0 0,-1 0 0 0 0,1 0 1 0 0,0 0-1 0 0,-1 0 1 0 0,1 0-1 0 0,0 0 0 0 0,-1 0 1 0 0,1 0-1 0 0,0 0 0 0 0,-1 0 1 0 0,1 0-1 0 0,0-1 1 0 0,0 1-1 0 0,-1 0 0 0 0,1 0 1 0 0,0 0-1 0 0,-1 0 0 0 0,1-1 1 0 0,0 1-1 0 0,0 0 1 0 0,-1 0-1 0 0,1 0 0 0 0,0-1 1 0 0,0 1-1 0 0,0 0 0 0 0,-1 0 1 0 0,1-1-1 0 0,0 1 1 0 0,0 0-1 0 0,0-1 0 0 0,0 1 1 0 0,0 0-1 0 0,0 0 0 0 0,-1-1 1 0 0,1 1-1 0 0,0 0 1 0 0,0-1-1 0 0,0 1 0 0 0,0-1 73 0 0,0-24-4625 0 0,0 14 3189 0 0</inkml:trace>
  <inkml:trace contextRef="#ctx0" brushRef="#br0" timeOffset="16947.844">61 1668 1008 0 0,'7'-23'8170'0'0,"20"8"-2763"0"0,122-26-1226 0 0,78 13-2125 0 0,-221 31-2119 0 0,-4-1-41 0 0,0-1 1 0 0,0 1-1 0 0,0-1 1 0 0,-1 1 0 0 0,1-1-1 0 0,0 1 1 0 0,-1 0 0 0 0,0 0-1 0 0,1 0 1 0 0,-1 0 0 0 0,0 0-1 0 0,0 0 1 0 0,0 0-1 0 0,0 0 1 0 0,0 1 0 0 0,-1-1-1 0 0,1 0 1 0 0,0 0 0 0 0,-1 1-1 0 0,0-1 1 0 0,0 0 0 0 0,0 1-1 0 0,0-1 1 0 0,0 0-1 0 0,0 1 1 0 0,0-1 0 0 0,-1 0-1 0 0,1 1 1 0 0,-1-1 0 0 0,0 0-1 0 0,0 0 1 0 0,0 2 103 0 0,-10 21-1681 0 0,-1 0 0 0 0,-1-1 0 0 0,-1 0 0 0 0,-1 0 0 0 0,-1-2 0 0 0,-1 0 0 0 0,-1-1 0 0 0,-1-1 0 0 0,-13 11 1681 0 0,13-14-1482 0 0</inkml:trace>
  <inkml:trace contextRef="#ctx0" brushRef="#br0" timeOffset="17234.074">91 1938 1484 0 0,'1'-2'2625'0'0,"16"-9"3296"0"0,85-27-2389 0 0,-12 0-1593 0 0,8 10-548 0 0,-95 27-2194 0 0,21-9 472 0 0,-18 6-3111 0 0,-3 1-3801 0 0,-6 1 5640 0 0,-11-7-63 0 0</inkml:trace>
  <inkml:trace contextRef="#ctx0" brushRef="#br0" timeOffset="17530.474">229 1393 1792 0 0,'1'-12'6625'0'0,"8"31"-3136"0"0,18 261 775 0 0,-24-211-3820 0 0,-1 243-2654 0 0,-4-167-8492 0 0,2-143 9244 0 0</inkml:trace>
  <inkml:trace contextRef="#ctx0" brushRef="#br0" timeOffset="18324.138">393 2795 2260 0 0,'0'0'1484'0'0,"0"0"-162"0"0,0 0-135 0 0,0 0-3 0 0,0 0-192 0 0,0 0-91 0 0,0 0-137 0 0,0 0-114 0 0,0 0-30 0 0,0 0-92 0 0,0 0-67 0 0,0 0-32 0 0,0 0 17 0 0,0 0 4 0 0,0 0 103 0 0,0 0-50 0 0,0 4-39 0 0,-1-3-460 0 0,1 0 26 0 0,0 0 0 0 0,0-1-1 0 0,-1 1 1 0 0,1 0 0 0 0,0 0-1 0 0,0-1 1 0 0,0 1-1 0 0,0 0 1 0 0,0 0 0 0 0,0 0-1 0 0,0-1 1 0 0,0 1 0 0 0,0 0-1 0 0,0 0 1 0 0,0 0 0 0 0,1-1-1 0 0,-1 1 1 0 0,0 0 0 0 0,1 0-1 0 0,-1-1 1 0 0,0 1 0 0 0,1 0-1 0 0,-1-1 1 0 0,1 1-1 0 0,-1 0 1 0 0,1-1 0 0 0,-1 1-1 0 0,1-1 1 0 0,-1 1 0 0 0,1-1-1 0 0,0 1 1 0 0,-1-1 0 0 0,1 1-1 0 0,0-1 1 0 0,-1 0 0 0 0,1 1-1 0 0,0-1 1 0 0,0 0 0 0 0,-1 0-1 0 0,1 1 1 0 0,0-1-1 0 0,0 0 1 0 0,0 0 0 0 0,-1 0-1 0 0,1 0 1 0 0,0 0 0 0 0,0 0-1 0 0,0 0 1 0 0,-1 0 0 0 0,1 0-1 0 0,0-1 1 0 0,0 1 0 0 0,-1 0-1 0 0,1 0 1 0 0,0-1-30 0 0,94 1 1552 0 0,-33 0-5786 0 0,-60 0 2888 0 0,-2 0-123 0 0,0 0-265 0 0,0 0 25 0 0,0 0 106 0 0,13-17-1164 0 0,-11 12 1544 0 0</inkml:trace>
  <inkml:trace contextRef="#ctx0" brushRef="#br0" timeOffset="18586.043">509 2725 1368 0 0,'-5'34'6392'0'0,"7"-20"-5469"0"0,-10 122 682 0 0,3-105-2208 0 0,-6 16-5852 0 0,9-41 4981 0 0</inkml:trace>
  <inkml:trace contextRef="#ctx0" brushRef="#br0" timeOffset="19624.272">404 3030 1604 0 0,'-9'37'5028'0'0,"5"-14"-4600"0"0,-5-38-161 0 0,48-58 2826 0 0,13 45-650 0 0,11 16-875 0 0,-43 12-1882 0 0,-19 1 283 0 0,-1 1 1 0 0,1-1-1 0 0,-1 1 1 0 0,1 0-1 0 0,-1-1 1 0 0,0 1-1 0 0,0 0 1 0 0,0-1-1 0 0,0 1 1 0 0,0-1 0 0 0,0 1-1 0 0,0 0 1 0 0,0-1-1 0 0,-1 1 1 0 0,1-1-1 0 0,0 1 1 0 0,-1 0-1 0 0,0-1 1 0 0,1 1-1 0 0,-1-1 1 0 0,0 0-1 0 0,0 1 1 0 0,0-1 0 0 0,0 0-1 0 0,0 1 1 0 0,0-1-1 0 0,0 0 1 0 0,0 0-1 0 0,-1 0 1 0 0,1 0-1 0 0,0 0 1 0 0,-2 1 30 0 0,-40 26-530 0 0,40-26 525 0 0,0 2 153 0 0,21-7 164 0 0,-11 3-264 0 0,-6-1-49 0 0,-1 1-1 0 0,0 0 1 0 0,1 0 0 0 0,-1-1 0 0 0,1 1-1 0 0,-1 0 1 0 0,0 0 0 0 0,1 0 0 0 0,-1-1-1 0 0,1 1 1 0 0,-1 0 0 0 0,1 0 0 0 0,-1 0 0 0 0,1 0-1 0 0,-1 0 1 0 0,1 0 0 0 0,-1 0 0 0 0,1 0-1 0 0,-1 0 1 0 0,0 0 0 0 0,1 0 0 0 0,-1 1-1 0 0,1-1 1 0 0,-1 0 0 0 0,1 0 0 0 0,-1 0 0 0 0,1 1-1 0 0,-1-1 1 0 0,0 0 0 0 0,1 0 0 0 0,-1 1-1 0 0,0-1 1 0 0,1 0 0 0 0,-1 1 0 0 0,0-1 0 0 0,1 0-1 0 0,-1 1 1 0 0,0-1 0 0 0,0 1 0 0 0,1-1-1 0 0,-1 0 1 0 0,0 1 0 0 0,0-1 0 0 0,0 1-1 0 0,1-1 1 0 0,-1 1 0 0 0,0-1 0 0 0,0 0 0 0 0,0 1-1 0 0,0-1 1 0 0,0 1 0 0 0,0-1 0 0 0,0 1-1 0 0,0-1 1 0 0,0 1 0 0 0,0-1 0 0 0,0 1-1 0 0,-1-1 1 0 0,1 1 0 0 0,0-1 0 0 0,0 0 0 0 0,0 1-1 0 0,-1-1 1 0 0,1 1 0 0 0,0-1 0 0 0,0 0-1 0 0,-1 1 1 0 0,1-1 1 0 0,-32 38-1303 0 0,-52 46-1696 0 0,-56 22 4499 0 0,75-69 2700 0 0,64-36-3987 0 0,1-1-10 0 0,0 0 24 0 0,14-14 1193 0 0,177-56 1572 0 0,-77 44-2228 0 0,-53 15-686 0 0,-59 11-177 0 0,29 1-2728 0 0,-28-1 2916 0 0,1 0-2839 0 0,-33-14-2740 0 0,-21-26 6068 0 0,49 40-510 0 0,0 0 0 0 0,0 0 0 0 0,-1 0 1 0 0,1 0-1 0 0,0 0 0 0 0,0 0 0 0 0,0 1 0 0 0,-1-1 0 0 0,1 0 0 0 0,0 1 1 0 0,0-1-1 0 0,0 1 0 0 0,0-1 0 0 0,0 1 0 0 0,0 0 0 0 0,0-1 1 0 0,0 1-1 0 0,0 0 0 0 0,0 0 0 0 0,0 0 0 0 0,0 0 0 0 0,1 0 0 0 0,-1 0 1 0 0,0 0-1 0 0,0 0 0 0 0,1 0 0 0 0,-1 0 0 0 0,1 0 0 0 0,-1 0 1 0 0,1 0-1 0 0,0 0 0 0 0,-1 1 0 0 0,1-1 0 0 0,0 0 0 0 0,0 0 0 0 0,0 0 1 0 0,0 1-1 0 0,0-1 0 0 0,0 0 0 0 0,0 0 0 0 0,0 0 0 0 0,0 1 1 0 0,1-1-1 0 0,-1 0 0 0 0,1 1-68 0 0,-6 138 549 0 0,6-89-6103 0 0,-1-49 3964 0 0,0-2 15 0 0,0 3 57 0 0,-3 12 20 0 0</inkml:trace>
  <inkml:trace contextRef="#ctx0" brushRef="#br0" timeOffset="20333.807">640 2886 1644 0 0,'74'-30'10098'0'0,"-61"26"-9322"0"0,-13 4-808 0 0,0 0 0 0 0,0 1 0 0 0,0-1-1 0 0,0 0 1 0 0,0 1 0 0 0,0-1 0 0 0,0 0-1 0 0,0 1 1 0 0,0-1 0 0 0,0 0 0 0 0,0 0-1 0 0,0 1 1 0 0,0-1 0 0 0,1 0 0 0 0,-1 1-1 0 0,0-1 1 0 0,0 0 0 0 0,0 1 0 0 0,0-1-1 0 0,0 0 1 0 0,1 0 0 0 0,-1 1 0 0 0,0-1-1 0 0,0 0 1 0 0,1 0 0 0 0,-1 1 0 0 0,0-1-1 0 0,0 0 1 0 0,1 0 0 0 0,-1 0 0 0 0,0 1-1 0 0,0-1 1 0 0,1 0 0 0 0,-1 0 0 0 0,0 0 32 0 0,-117 112 338 0 0,117-112-314 0 0,0 0 1 0 0,1 0 0 0 0,-1 0 0 0 0,0 0-1 0 0,1 0 1 0 0,-1 1 0 0 0,0-1 0 0 0,1 0-1 0 0,-1 0 1 0 0,0 0 0 0 0,0 1-1 0 0,1-1 1 0 0,-1 0 0 0 0,0 0 0 0 0,0 1-1 0 0,1-1 1 0 0,-1 0 0 0 0,0 0-1 0 0,0 1 1 0 0,0-1 0 0 0,1 0 0 0 0,-1 1-1 0 0,0-1 1 0 0,0 0 0 0 0,0 1 0 0 0,0-1-1 0 0,0 0 1 0 0,0 1 0 0 0,0-1-1 0 0,0 0 1 0 0,0 1 0 0 0,0-1 0 0 0,0 0-1 0 0,0 1 1 0 0,0-1 0 0 0,0 0-1 0 0,0 1 1 0 0,0-1 0 0 0,0 0 0 0 0,0 1-1 0 0,0-1 1 0 0,-1 0 0 0 0,1 1 0 0 0,0-1-1 0 0,0 0 1 0 0,0 0 0 0 0,-1 1-1 0 0,1-1 1 0 0,0 0 0 0 0,0 0 0 0 0,0 1-1 0 0,-1-1 1 0 0,1 0 0 0 0,0 0 0 0 0,-1 0-1 0 0,1 1 1 0 0,0-1 0 0 0,-1 0-1 0 0,1 0 1 0 0,0 0 0 0 0,0 0 0 0 0,-1 0-1 0 0,1 0 1 0 0,-1 0 0 0 0,1 0-1 0 0,0 0 1 0 0,-1 0-25 0 0,33-3 1289 0 0,-19 1-1263 0 0,31-2-202 0 0,-34 28-330 0 0,-82 50 334 0 0,37-40 1418 0 0,101-45 45 0 0,84-13-297 0 0,-84 24 151 0 0,-65 0-1155 0 0,0 1 1 0 0,0-1-1 0 0,-1 0 1 0 0,1 1-1 0 0,0-1 0 0 0,-1 1 1 0 0,1-1-1 0 0,0 1 1 0 0,-1-1-1 0 0,1 1 0 0 0,0-1 1 0 0,-1 1-1 0 0,1 0 1 0 0,-1-1-1 0 0,1 1 0 0 0,-1 0 1 0 0,0-1-1 0 0,1 1 1 0 0,-1 0-1 0 0,0 0 0 0 0,1-1 1 0 0,-1 1-1 0 0,0 0 1 0 0,0 0-1 0 0,0 0 0 0 0,1-1 1 0 0,-1 1-1 0 0,0 0 1 0 0,0 0-1 0 0,0 0 0 0 0,0-1 1 0 0,-1 1-1 0 0,1 0 1 0 0,0 0-1 0 0,0 0 0 0 0,0-1 1 0 0,-1 1-1 0 0,1 0 1 0 0,0 0-1 0 0,-1 0 0 0 0,1-1 1 0 0,-1 1-1 0 0,1 0 0 0 0,-1-1 1 0 0,1 1-1 0 0,-1-1 1 0 0,0 1 9 0 0,-4 5-324 0 0,0-1 0 0 0,0 0 0 0 0,-1 0 1 0 0,0 0-1 0 0,0-1 0 0 0,0 0 0 0 0,0 0 0 0 0,-1-1 1 0 0,0 1-1 0 0,1-1 0 0 0,-1-1 0 0 0,0 0 1 0 0,0 0-1 0 0,-1 0 0 0 0,1-1 0 0 0,0 1 1 0 0,-1-2-1 0 0,-3 1 324 0 0,3-4-615 0 0,0 0 0 0 0,0 0 1 0 0,1 0-1 0 0,-1-1 0 0 0,1 0 0 0 0,-1-1 1 0 0,1 0-1 0 0,1 0 0 0 0,-1 0 1 0 0,1-1-1 0 0,0 0 0 0 0,0 0 0 0 0,1-1 1 0 0,-1 1-1 0 0,-3-7 615 0 0,-4-7-1445 0 0</inkml:trace>
  <inkml:trace contextRef="#ctx0" brushRef="#br0" timeOffset="20567.589">595 2798 876 0 0,'0'-4'1226'0'0,"0"2"-932"0"0,0 0 0 0 0,0 1 0 0 0,0-1 0 0 0,0 1 0 0 0,1-1 0 0 0,-1 1 0 0 0,0-1 0 0 0,1 1 0 0 0,-1-1 0 0 0,1 1 0 0 0,-1-1 0 0 0,1 1 0 0 0,-1-1 0 0 0,1 1 0 0 0,0 0 0 0 0,0-1 0 0 0,0 1 0 0 0,0 0 0 0 0,0 0 0 0 0,0 0 0 0 0,0-1 0 0 0,0 1 0 0 0,1 0 0 0 0,-1 1 0 0 0,0-1 0 0 0,1 0 0 0 0,-1 0 0 0 0,0 1 0 0 0,1-1-294 0 0,17 28 2591 0 0,-11-6-2168 0 0,0 0-1 0 0,-2 0 1 0 0,0 1-1 0 0,-1 0 1 0 0,-1 0-1 0 0,-1 1 1 0 0,-1 1-423 0 0,2 9 373 0 0,16 301 289 0 0,-20-190-9524 0 0,0-104 4027 0 0,0-32 3264 0 0</inkml:trace>
  <inkml:trace contextRef="#ctx0" brushRef="#br0" timeOffset="22597.582">1582 3204 1848 0 0,'0'0'1309'0'0,"0"0"-153"0"0,0 3-165 0 0,-1 19 472 0 0,0-20-1341 0 0,1 1-1 0 0,-1-1 1 0 0,1 1-1 0 0,0-1 1 0 0,0 0-1 0 0,0 1 1 0 0,0-1-1 0 0,0 1 1 0 0,1-1 0 0 0,-1 1-1 0 0,1-1 1 0 0,0 0-1 0 0,-1 1 1 0 0,1-1-1 0 0,0 0 1 0 0,0 1-1 0 0,0-1 1 0 0,1 0-1 0 0,-1 0 1 0 0,1 0 0 0 0,-1 0-1 0 0,1 0 1 0 0,-1 0-1 0 0,1-1-121 0 0,42 27-219 0 0,-21-29-4270 0 0,1-16 2754 0 0,-19 12 1341 0 0,10-6-1137 0 0</inkml:trace>
  <inkml:trace contextRef="#ctx0" brushRef="#br0" timeOffset="22943.616">1810 3204 1820 0 0,'-1'7'4382'0'0,"-20"13"-1955"0"0,19-18-2213 0 0,-39 34 830 0 0,-2-2 0 0 0,-1-2 0 0 0,-1-1 0 0 0,-6-1-1044 0 0,9-11 975 0 0,41-19-953 0 0,1 0 12 0 0,0 0 40 0 0,0 0 10 0 0,22-2 31 0 0,90-13 782 0 0,0-12-1918 0 0,-90 21-847 0 0,-7-21-7720 0 0,-15 22 7985 0 0</inkml:trace>
  <inkml:trace contextRef="#ctx0" brushRef="#br0" timeOffset="23192.738">1706 3114 848 0 0,'1'12'4579'0'0,"0"13"-2742"0"0,19 68 1093 0 0,-20-17-3759 0 0,0-28-5973 0 0,0-46 5295 0 0</inkml:trace>
  <inkml:trace contextRef="#ctx0" brushRef="#br0" timeOffset="23907.303">1699 3401 840 0 0,'-50'30'5790'0'0,"39"-21"-5397"0"0,-42 33 1185 0 0,116-33-202 0 0,-62-9-1267 0 0,4 2 31 0 0,6 4-24 0 0,-1-1 0 0 0,1 2 0 0 0,-1-1 1 0 0,-1 1-1 0 0,1 1 0 0 0,-1 0 1 0 0,0 0-1 0 0,-1 1 0 0 0,0 0 0 0 0,3 4-116 0 0,-11-12-19 0 0,0 1-1 0 0,0-2 0 0 0,-1 1 0 0 0,1 0 1 0 0,0 0-1 0 0,0 0 0 0 0,-1 0 0 0 0,1 0 1 0 0,-1 0-1 0 0,1 0 0 0 0,-1 0 0 0 0,0 0 1 0 0,1-1-1 0 0,-1 1 0 0 0,0 0 0 0 0,1 0 1 0 0,-1-1-1 0 0,0 1 0 0 0,0-1 0 0 0,0 1 1 0 0,1 0-1 0 0,-1-1 0 0 0,0 0 0 0 0,0 1 1 0 0,0-1-1 0 0,0 1 0 0 0,0-1 1 0 0,0 0-1 0 0,0 0 0 0 0,0 0 0 0 0,0 1 1 0 0,0-1-1 0 0,0 0 0 0 0,0 0 0 0 0,0 0 1 0 0,0-1-1 0 0,0 1 0 0 0,0 0 0 0 0,0 0 1 0 0,0 0-1 0 0,0-1 0 0 0,0 1 0 0 0,0-1 1 0 0,0 1-1 0 0,0-1 0 0 0,0 1 0 0 0,1-1 1 0 0,-1 1-1 0 0,0-1 0 0 0,0 0 0 0 0,1 1 1 0 0,-1-1 19 0 0,-14-7 48 0 0,0-1 0 0 0,1-1 0 0 0,0 0 1 0 0,0-1-1 0 0,1 0 0 0 0,1-1 0 0 0,0-1 0 0 0,1 0 1 0 0,-4-6-49 0 0,-3-10 1751 0 0,141 19 1118 0 0,-119 14-2840 0 0,-2-3-35 0 0,-1 1 0 0 0,1 0 0 0 0,-1-1 0 0 0,0 1 1 0 0,0 0-1 0 0,0 0 0 0 0,0 0 0 0 0,0 0 0 0 0,0 0 1 0 0,-1 0-1 0 0,1 0 0 0 0,-1 0 0 0 0,1 0 0 0 0,-1 1 0 0 0,0-1 1 0 0,1 0-1 0 0,-1 0 0 0 0,-1 0 0 0 0,1 0 0 0 0,0 1 1 0 0,0-1-1 0 0,-1 0 0 0 0,1 0 0 0 0,-1 0 0 0 0,0 0 0 0 0,1 0 1 0 0,-1 0-1 0 0,0 0 0 0 0,0 0 0 0 0,-1 0 0 0 0,1 0 1 0 0,0-1-1 0 0,-2 3 6 0 0,-4 4-100 0 0,-28 17-884 0 0,34-26 907 0 0,0-1-1 0 0,0 1 1 0 0,0-1-1 0 0,0 0 1 0 0,0 1-1 0 0,0-1 1 0 0,0 0-1 0 0,1 0 1 0 0,-1 1-1 0 0,1-1 1 0 0,-1 0-1 0 0,1 0 1 0 0,0 0-1 0 0,-1 0 1 0 0,1 1-1 0 0,0-1 1 0 0,0 0-1 0 0,0 0 0 0 0,1 0 1 0 0,-1 0-1 0 0,0 0 1 0 0,1 1-1 0 0,-1-1 1 0 0,1 0-1 0 0,0 0 1 0 0,0 1-1 0 0,0-2 78 0 0,1-3-86 0 0,6-22-615 0 0,1 0-1 0 0,1 0 1 0 0,2 1 0 0 0,1 1 0 0 0,1 0 0 0 0,1 0-1 0 0,2 0 702 0 0,42-82-3117 0 0,-47 85 2705 0 0</inkml:trace>
  <inkml:trace contextRef="#ctx0" brushRef="#br0" timeOffset="24318.777">1846 3102 3832 0 0,'50'-73'1827'0'0,"-26"42"1456"0"0,-24 30-2782 0 0,0 1-32 0 0,-5 21 1861 0 0,-46 144 516 0 0,34-94-2084 0 0,17-70-665 0 0,4 25 41 0 0,59 34 48 0 0,-59-59-170 0 0,-1 0 0 0 0,0 1 0 0 0,0 0-1 0 0,1 0 1 0 0,-1 0 0 0 0,0 0 0 0 0,-1 0 0 0 0,1 0 0 0 0,0 1 0 0 0,-1 0 0 0 0,1-1 0 0 0,-1 1 0 0 0,0 0-1 0 0,0 0 1 0 0,0 0 0 0 0,0 0 0 0 0,0 1 0 0 0,-1-1 0 0 0,0 0 0 0 0,1 1 0 0 0,-1-1 0 0 0,-1 1 0 0 0,1 0 0 0 0,0-1-1 0 0,-1 1 1 0 0,0-1 0 0 0,0 1 0 0 0,0 0 0 0 0,0-1 0 0 0,0 1 0 0 0,-1 0 0 0 0,0-1 0 0 0,1 1 0 0 0,-2 0-16 0 0,-3 11-57 0 0,-1-1 0 0 0,-1 0 1 0 0,-1 0-1 0 0,0 0 0 0 0,-1-1 1 0 0,0 0-1 0 0,-1-1 0 0 0,0 0 0 0 0,-1 0 1 0 0,0-1-1 0 0,-5 2 57 0 0,-19 0-1372 0 0,34-13 817 0 0,1 0-48 0 0,-25-16-2953 0 0,11-25-4142 0 0,14 31 6270 0 0</inkml:trace>
  <inkml:trace contextRef="#ctx0" brushRef="#br0" timeOffset="24586.392">1797 3470 1484 0 0,'0'-1'201'0'0,"0"-1"1"0"0,0 1-1 0 0,1 0 0 0 0,-1-1 1 0 0,1 1-1 0 0,-1 0 0 0 0,1 0 1 0 0,-1-1-1 0 0,1 1 0 0 0,0 0 0 0 0,0 0 1 0 0,0 0-1 0 0,-1 0 0 0 0,1 0 1 0 0,0 0-1 0 0,0 0 0 0 0,0 0 0 0 0,1 0 1 0 0,-1 1-1 0 0,0-1 0 0 0,0 0 1 0 0,0 1-1 0 0,0-1 0 0 0,1 0 1 0 0,-1 1-1 0 0,0 0 0 0 0,1-1 0 0 0,-1 1 1 0 0,0 0-1 0 0,1 0 0 0 0,-1-1 1 0 0,0 1-1 0 0,1 0 0 0 0,-1 1 1 0 0,0-1-1 0 0,1 0 0 0 0,-1 0 0 0 0,1 0 1 0 0,-1 1-1 0 0,0-1 0 0 0,0 1 1 0 0,1-1-1 0 0,-1 1 0 0 0,0-1 0 0 0,0 1 1 0 0,0 0-1 0 0,1 0 0 0 0,-1 0-201 0 0,124 79 3957 0 0,-11-19-2251 0 0,-74-41-3706 0 0,3-31-9809 0 0,-39 8 11712 0 0,5 0-1390 0 0</inkml:trace>
  <inkml:trace contextRef="#ctx0" brushRef="#br0" timeOffset="26379.025">3444 2762 888 0 0,'-17'0'1226'0'0,"14"-3"-190"0"0,2-7 451 0 0,-3 10 5466 0 0,0 12-1676 0 0,3 1-6769 0 0,7 92 3821 0 0,-3-53-3623 0 0,-1 0-5910 0 0,-14-39 3909 0 0,7-13 192 0 0,3-3 1523 0 0</inkml:trace>
  <inkml:trace contextRef="#ctx0" brushRef="#br0" timeOffset="26775.12">3313 2881 1652 0 0,'-37'-26'13158'0'0,"53"24"-8411"0"0,40 2-3544 0 0,-41 0-804 0 0,114-3 704 0 0,-23-17-737 0 0,-63 15-311 0 0,34 5-3747 0 0,-75 0 2861 0 0,0-2-37 0 0,6-7 213 0 0,-18-4-11037 0 0,3 9 10706 0 0,4 1-425 0 0,-1-1-169 0 0</inkml:trace>
  <inkml:trace contextRef="#ctx0" brushRef="#br0" timeOffset="26949.077">3656 2747 1792 0 0,'0'0'141'0'0,"0"1"0"0"0,0-1 0 0 0,0 1 1 0 0,0-1-1 0 0,0 0 0 0 0,0 1 0 0 0,0-1 0 0 0,-1 1 0 0 0,1-1 0 0 0,0 0 0 0 0,0 1 0 0 0,0-1 0 0 0,-1 0 1 0 0,1 1-1 0 0,0-1 0 0 0,-1 0 0 0 0,1 1 0 0 0,0-1 0 0 0,-1 0 0 0 0,1 0 0 0 0,0 1 0 0 0,-1-1 0 0 0,1 0 1 0 0,0 0-1 0 0,-1 0 0 0 0,1 1 0 0 0,-1-1 0 0 0,1 0 0 0 0,0 0 0 0 0,-1 0 0 0 0,1 0 0 0 0,-1 0 0 0 0,1 0 1 0 0,-1 0-1 0 0,1 0 0 0 0,0 0 0 0 0,-1 0 0 0 0,1 0 0 0 0,-1 0 0 0 0,1 0 0 0 0,0 0 0 0 0,-1 0 0 0 0,1-1 1 0 0,-1 1-1 0 0,1 0 0 0 0,0 0 0 0 0,-1 0 0 0 0,1-1 0 0 0,0 1 0 0 0,-1 0 0 0 0,1-1 0 0 0,0 1 0 0 0,-1 0 1 0 0,1 0-1 0 0,0-1 0 0 0,-1 1 0 0 0,1-1-141 0 0,-3 71 1910 0 0,-17 25-4000 0 0,-3-42-3742 0 0,14-40 4249 0 0</inkml:trace>
  <inkml:trace contextRef="#ctx0" brushRef="#br0" timeOffset="27167.094">3357 3160 1604 0 0,'0'8'860'0'0,"0"0"36"0"0,0-3-116 0 0,-2-2-96 0 0,4 2-160 0 0,-2 2-107 0 0,-2-4 3 0 0,4 4-208 0 0,-2-5-92 0 0,0 2-152 0 0,0 0 8 0 0,-4 0-592 0 0,2 0-241 0 0,1-4-243 0 0,-1 2 52 0 0,0-1-588 0 0</inkml:trace>
  <inkml:trace contextRef="#ctx0" brushRef="#br0" timeOffset="27469.581">3320 3172 1720 0 0,'15'-53'8198'0'0,"14"26"-6032"0"0,-10 15-1603 0 0,0 1-1 0 0,1 1 0 0 0,1 1 1 0 0,0 1-1 0 0,0 0 0 0 0,0 2 0 0 0,1 0 1 0 0,0 1-1 0 0,0 2 0 0 0,0 0 0 0 0,1 1 1 0 0,20 2-563 0 0,21 0 215 0 0,-58 14-1072 0 0,-33 23-2172 0 0,12-21 1368 0 0,-1-1-1 0 0,-1-1 0 0 0,0-1 0 0 0,-1 0 0 0 0,0-1 0 0 0,-1-1 1 0 0,-16 7 1661 0 0,22-11-711 0 0,-9 7-691 0 0</inkml:trace>
  <inkml:trace contextRef="#ctx0" brushRef="#br0" timeOffset="27818.193">3192 3263 1944 0 0,'-27'4'6821'0'0,"43"-17"-1606"0"0,173-55-405 0 0,80 40-2071 0 0,-179 24-1845 0 0,-53 4-2383 0 0,-5-2-4445 0 0,-81 5-5580 0 0,38-3 9924 0 0</inkml:trace>
  <inkml:trace contextRef="#ctx0" brushRef="#br0" timeOffset="28084.28">3528 2925 1708 0 0,'-15'103'10235'0'0,"-81"153"-8128"0"0,30-164-4234 0 0,62-92-4653 0 0,-2-14 5393 0 0,5 6-145 0 0</inkml:trace>
  <inkml:trace contextRef="#ctx0" brushRef="#br0" timeOffset="28241.861">3444 3216 1664 0 0,'8'0'365'0'0,"-1"1"0"0"0,1-1 0 0 0,0 1 1 0 0,-1 1-1 0 0,1-1 0 0 0,-1 1 0 0 0,0 1 0 0 0,0-1 0 0 0,1 1 0 0 0,-2 0 0 0 0,1 1 0 0 0,0 0 1 0 0,-1 0-1 0 0,1 0-365 0 0,13 7 779 0 0,177 121 3715 0 0,-175-118-4248 0 0,-2 0-890 0 0,-6-7-2542 0 0,-2-7-1577 0 0,-4 0 3369 0 0</inkml:trace>
  <inkml:trace contextRef="#ctx0" brushRef="#br0" timeOffset="29890.946">3791 1374 1280 0 0,'0'0'1695'0'0,"3"0"-95"0"0,37 2 5815 0 0,-28-1-7739 0 0,8 41 1927 0 0,-20-41-1607 0 0,11 46-1765 0 0,-9-14-2972 0 0,-14-6 1661 0 0,7-14 1569 0 0</inkml:trace>
  <inkml:trace contextRef="#ctx0" brushRef="#br0" timeOffset="30192.05">3734 1639 1932 0 0,'1'0'199'0'0,"-1"1"0"0"0,0-1 0 0 0,0 0-1 0 0,1 0 1 0 0,-1 0 0 0 0,0 0 0 0 0,0 0-1 0 0,0 0 1 0 0,1 1 0 0 0,-1-1 0 0 0,0 0 0 0 0,0 0-1 0 0,0 0 1 0 0,0 0 0 0 0,1 1 0 0 0,-1-1 0 0 0,0 0-1 0 0,0 0 1 0 0,0 0 0 0 0,0 1 0 0 0,0-1-1 0 0,0 0 1 0 0,0 0 0 0 0,1 1 0 0 0,-1-1 0 0 0,0 0-1 0 0,0 0 1 0 0,0 1 0 0 0,0-1 0 0 0,0 0 0 0 0,0 0-1 0 0,0 1 1 0 0,0-1 0 0 0,0 0 0 0 0,-1 0-1 0 0,1 1 1 0 0,0-1 0 0 0,0 0 0 0 0,0 0 0 0 0,0 1-1 0 0,0-1 1 0 0,0 0 0 0 0,0 0 0 0 0,0 0-1 0 0,-1 1 1 0 0,1-1 0 0 0,0 0 0 0 0,0 0 0 0 0,0 0-1 0 0,-1 1 1 0 0,1-1 0 0 0,0 0-199 0 0,27 3 2930 0 0,-26-3-2756 0 0,36-10 1355 0 0,108-39 167 0 0,-82 19-4851 0 0,-60 29 2197 0 0,-4 12-11067 0 0,0-8 12688 0 0,0 3-2134 0 0</inkml:trace>
  <inkml:trace contextRef="#ctx0" brushRef="#br0" timeOffset="30537.233">3849 1803 1360 0 0,'5'2'6334'0'0,"17"1"-2454"0"0,51-3 2402 0 0,-68 4-6163 0 0,-1 1-99 0 0,-1 1 0 0 0,-1 0 1 0 0,1 0-1 0 0,-1 1 0 0 0,0-1 0 0 0,0 0 1 0 0,-1 1-1 0 0,0-1 0 0 0,0 1 0 0 0,0 0 0 0 0,-1-1 1 0 0,0 6-21 0 0,0-7-119 0 0,0 1 1 0 0,-1 0-1 0 0,1-1 1 0 0,-1 1-1 0 0,0 0 1 0 0,-1-1-1 0 0,0 1 1 0 0,1-1-1 0 0,-2 0 1 0 0,1 1 0 0 0,-1-1-1 0 0,1 0 1 0 0,-1 0-1 0 0,-1-1 1 0 0,1 1-1 0 0,-1-1 1 0 0,0 0-1 0 0,0 1 1 0 0,-1 0 118 0 0,-22 8-3146 0 0,26-13 1857 0 0,-2-3-67 0 0,-42-80-6479 0 0,37 59 6410 0 0</inkml:trace>
  <inkml:trace contextRef="#ctx0" brushRef="#br0" timeOffset="30741.517">3840 1597 2204 0 0,'0'0'145'0'0,"0"0"-1"0"0,1 1 0 0 0,-1-1 1 0 0,0 0-1 0 0,0 0 0 0 0,0 0 1 0 0,1 1-1 0 0,-1-1 0 0 0,0 0 1 0 0,0 0-1 0 0,0 0 0 0 0,1 0 1 0 0,-1 0-1 0 0,0 0 0 0 0,0 0 1 0 0,1 1-1 0 0,-1-1 0 0 0,0 0 1 0 0,1 0-1 0 0,-1 0 0 0 0,0 0 1 0 0,0 0-1 0 0,1 0 0 0 0,-1 0 1 0 0,0 0-1 0 0,0 0 0 0 0,1 0 1 0 0,-1 0-1 0 0,0-1 0 0 0,0 1 1 0 0,1 0-1 0 0,-1 0 0 0 0,0 0 1 0 0,0 0-1 0 0,1 0 1 0 0,-1 0-1 0 0,0-1 0 0 0,0 1 1 0 0,0 0-1 0 0,1 0 0 0 0,-1 0 1 0 0,0 0-1 0 0,0-1 0 0 0,0 1 1 0 0,0 0-1 0 0,1 0 0 0 0,-1-1 1 0 0,0 1-1 0 0,0 0 0 0 0,0 0 1 0 0,0-1-145 0 0,3 28 2501 0 0,-9 44-554 0 0,-1-32-1561 0 0,2-5-266 0 0,-1 0 1 0 0,-2-1-1 0 0,-1 1 1 0 0,-2-2-1 0 0,-1 1 0 0 0,-2-2 1 0 0,-7 12-121 0 0,-6-5-4079 0 0,26-38 2611 0 0,1 0-178 0 0,0-24-2955 0 0,9 6 3032 0 0</inkml:trace>
  <inkml:trace contextRef="#ctx0" brushRef="#br0" timeOffset="31207.591">4138 1321 1912 0 0,'-10'54'10854'0'0,"-28"26"-9521"0"0,12-29-619 0 0,-56 82-2716 0 0,82-133 1949 0 0,0-1 1 0 0,0 1 0 0 0,-1 0 0 0 0,1-1 0 0 0,0 1 0 0 0,0 0 0 0 0,0-1 0 0 0,0 1 0 0 0,0 0 0 0 0,0 0-1 0 0,0-1 1 0 0,0 1 0 0 0,-1 0 0 0 0,1 0 0 0 0,0-1 0 0 0,0 1 0 0 0,0 0 0 0 0,-1 0 0 0 0,1 0 0 0 0,0-1-1 0 0,0 1 1 0 0,-1 0 0 0 0,1 0 0 0 0,0 0 0 0 0,0 0 0 0 0,-1-1 0 0 0,1 1 0 0 0,0 0 0 0 0,0 0 0 0 0,-1 0-1 0 0,1 0 1 0 0,0 0 0 0 0,-1 0 0 0 0,1 0 0 0 0,0 0 0 0 0,0 0 0 0 0,-1 0 0 0 0,1 0 0 0 0,0 0 0 0 0,-1 0-1 0 0,1 0 1 0 0,0 0 0 0 0,-1 0 0 0 0,1 0 0 0 0,0 1 0 0 0,0-1 0 0 0,-1 0 0 0 0,1 0 0 0 0,0 0 0 0 0,0 0 0 0 0,-1 1-1 0 0,1-1 1 0 0,0 0 0 0 0,0 0 0 0 0,-1 0 52 0 0,8-27-1071 0 0,0 16 1210 0 0,0 0-1 0 0,0 0 1 0 0,1 0 0 0 0,0 1-1 0 0,1 0 1 0 0,0 1 0 0 0,1 0-1 0 0,0 0 1 0 0,1 1-1 0 0,-1 1 1 0 0,1-1 0 0 0,1 2-1 0 0,10-5-138 0 0,164-14 3511 0 0,-171 19-4535 0 0,-9 4-2149 0 0,-7 6-3990 0 0,-3-2 5692 0 0</inkml:trace>
  <inkml:trace contextRef="#ctx0" brushRef="#br0" timeOffset="31529.557">3982 1694 1076 0 0,'16'0'7763'0'0,"8"1"-4369"0"0,54 0-1540 0 0,12-25-530 0 0,-10 14-2674 0 0,-78 10 725 0 0,-2 0-68 0 0,8-5-2851 0 0,-18 8-2984 0 0,6-4 5005 0 0</inkml:trace>
  <inkml:trace contextRef="#ctx0" brushRef="#br0" timeOffset="31784.4">4145 1556 2196 0 0,'0'0'142'0'0,"0"0"0"0"0,1 1 0 0 0,-1-1 0 0 0,0 0 0 0 0,1 1 0 0 0,-1-1 0 0 0,0 0 0 0 0,0 1 0 0 0,0-1 0 0 0,1 1 0 0 0,-1-1 0 0 0,0 1 0 0 0,0-1 0 0 0,0 1 0 0 0,0-1 1 0 0,0 0-1 0 0,0 1 0 0 0,0-1 0 0 0,0 1 0 0 0,0-1 0 0 0,0 1 0 0 0,0-1 0 0 0,0 1 0 0 0,0-1 0 0 0,0 1 0 0 0,0-1 0 0 0,-1 1 0 0 0,1-1 0 0 0,0 0 0 0 0,0 1 0 0 0,0-1 0 0 0,-1 1 0 0 0,1-1 0 0 0,0 0 0 0 0,-1 1 0 0 0,1-1 0 0 0,0 0 0 0 0,-1 1 0 0 0,1-1 0 0 0,0 0 0 0 0,-1 0 0 0 0,1 1 0 0 0,0-1 0 0 0,-1 0 0 0 0,1 0 0 0 0,-1 0 0 0 0,1 1 0 0 0,-1-1 0 0 0,1 0 0 0 0,-1 0 0 0 0,1 0 0 0 0,0 0 0 0 0,-1 0 0 0 0,1 0 0 0 0,-1 0 0 0 0,1 0 0 0 0,-1 0 0 0 0,1 0 0 0 0,-1 0 0 0 0,1 0 0 0 0,-1 0 0 0 0,1 0 0 0 0,0-1 0 0 0,-1 1 0 0 0,0 0-142 0 0,4 50 1424 0 0,-2-47-1260 0 0,-19 129 1840 0 0,18 25-2028 0 0,-12-133-938 0 0,9-21 317 0 0,9-5-3269 0 0,9-61-2034 0 0,-6 37 4526 0 0</inkml:trace>
  <inkml:trace contextRef="#ctx0" brushRef="#br0" timeOffset="32002.658">4218 1567 1804 0 0,'16'5'5276'0'0,"0"27"-3452"0"0,-15-30-1702 0 0,26 103 3469 0 0,-24 1-3661 0 0,-3-90-269 0 0,-13 18-990 0 0,-3-14-3631 0 0,8-18 2229 0 0,3-2 1411 0 0</inkml:trace>
  <inkml:trace contextRef="#ctx0" brushRef="#br0" timeOffset="32689.532">4208 1825 1644 0 0,'-1'-3'497'0'0,"0"0"-1"0"0,0 0 1 0 0,0-1-1 0 0,0 1 1 0 0,0-1-1 0 0,1 1 1 0 0,-1 0-1 0 0,1-1 1 0 0,0 1-1 0 0,0-1 1 0 0,0 1-1 0 0,1-1 1 0 0,-1 1-1 0 0,1 0 1 0 0,0-1-1 0 0,0 1 1 0 0,1-4-497 0 0,21 1 3277 0 0,-17 18-4122 0 0,-7-8 736 0 0,0 0 0 0 0,0 1-1 0 0,-1-2 1 0 0,1 1 0 0 0,-1 0 0 0 0,0 0 0 0 0,0 0-1 0 0,0-1 1 0 0,-1 1 0 0 0,1-1 0 0 0,-1 0-1 0 0,0 1 1 0 0,0-1 0 0 0,0-1 0 0 0,0 1-1 0 0,-1 0 1 0 0,1-1 0 0 0,-1 0 0 0 0,1 1 0 0 0,-1-1-1 0 0,0-1 1 0 0,0 1 0 0 0,0-1 0 0 0,-4 2 109 0 0,7-3 201 0 0,1 0 54 0 0,0 0-19 0 0,-11 0 464 0 0,-25 0 1927 0 0,32 3-2531 0 0,-28 20 84 0 0,13-12 86 0 0,54-20 714 0 0,78 2 94 0 0,-72-13-1318 0 0,-40 19 177 0 0,-1 1 40 0 0,39 0-1683 0 0,-27-14 971 0 0,-11 15-2804 0 0,-8 4-4189 0 0,5-5 6371 0 0</inkml:trace>
  <inkml:trace contextRef="#ctx0" brushRef="#br0" timeOffset="33018.801">4118 1940 2492 0 0,'-10'24'6276'0'0,"-34"76"-2891"0"0,13-48-4188 0 0,30-52 403 0 0,16-30-2395 0 0,62-75-1229 0 0,-67 92 3797 0 0</inkml:trace>
  <inkml:trace contextRef="#ctx0" brushRef="#br0" timeOffset="33176.45">4181 1948 4640 0 0,'10'0'369'0'0,"-1"1"-1"0"0,1 0 1 0 0,-1 1-1 0 0,0 0 1 0 0,0 1 0 0 0,1-1-1 0 0,-1 2 1 0 0,-1-1-1 0 0,1 1 1 0 0,-1 1-1 0 0,1-1 1 0 0,-1 2-1 0 0,-1-1 1 0 0,3 3-369 0 0,43 23 1709 0 0,49 43 1027 0 0,-101-60-8923 0 0,-28 15 1557 0 0,20-26 3082 0 0</inkml:trace>
  <inkml:trace contextRef="#ctx0" brushRef="#br0" timeOffset="35046.005">3226 247 1780 0 0,'0'0'1509'0'0,"0"0"-44"0"0,0 0-190 0 0,0 0-89 0 0,0 0-92 0 0,0 0 25 0 0,0 0-73 0 0,0 0-164 0 0,0 0-77 0 0,-1-4 10 0 0,1 4-776 0 0,1 1 0 0 0,-1-1 0 0 0,0 1 0 0 0,1-1 0 0 0,-1 0 0 0 0,1 1 0 0 0,-1-1 0 0 0,1 0 0 0 0,-1 1 0 0 0,0-1 0 0 0,1 0 0 0 0,-1 0 0 0 0,1 1 0 0 0,0-1 0 0 0,-1 0 0 0 0,1 0 0 0 0,-1 0 0 0 0,1 0 0 0 0,-1 0 0 0 0,1 0 0 0 0,-1 0 0 0 0,1 0 0 0 0,-1 0 0 0 0,1 0 0 0 0,-1 0 0 0 0,1 0 0 0 0,0 0 0 0 0,-1 0 0 0 0,1 0 1 0 0,-1-1-1 0 0,1 1 0 0 0,-1 0 0 0 0,1 0 0 0 0,-1-1 0 0 0,1 1 0 0 0,-1 0 0 0 0,0-1 0 0 0,1 1 0 0 0,-1 0 0 0 0,1-1 0 0 0,-1 1 0 0 0,0-1 0 0 0,1 1 0 0 0,-1 0 0 0 0,0-1 0 0 0,0 1 0 0 0,1-1 0 0 0,-1 1 0 0 0,0-1 0 0 0,0 1 0 0 0,0-1 0 0 0,1 1 0 0 0,-1-1 0 0 0,0 0 0 0 0,0 1 0 0 0,0-1 0 0 0,0 1 0 0 0,0-1 0 0 0,0 1 0 0 0,0-1 0 0 0,0 1 0 0 0,0-1 0 0 0,0 1 0 0 0,-1-1 0 0 0,1 1 0 0 0,0-1 0 0 0,0 0 0 0 0,0 1 0 0 0,-1-1-39 0 0,7 2 244 0 0,155 16 2700 0 0,10-12-1020 0 0,-85-28-2939 0 0,-85 20-4977 0 0,-21 4 736 0 0,-5 7 254 0 0,17-4 3495 0 0</inkml:trace>
  <inkml:trace contextRef="#ctx0" brushRef="#br0" timeOffset="35313.159">3475 262 2136 0 0,'-24'12'7314'0'0,"20"-9"-7073"0"0,-185 126 618 0 0,136-103-6317 0 0,50-25 3875 0 0,0 1 6 0 0</inkml:trace>
  <inkml:trace contextRef="#ctx0" brushRef="#br0" timeOffset="35520.054">3213 410 1932 0 0,'2'1'281'0'0,"0"-1"-1"0"0,0 1 1 0 0,-1 0-1 0 0,1 0 1 0 0,0 0-1 0 0,0 0 1 0 0,-1 1-1 0 0,1-1 1 0 0,-1 0-1 0 0,1 1 1 0 0,-1-1-1 0 0,0 1 1 0 0,1-1-1 0 0,-1 1 1 0 0,0 0-1 0 0,0 0 1 0 0,0-1-1 0 0,0 1 1 0 0,-1 0-1 0 0,1 0 0 0 0,0 0 1 0 0,-1 0-1 0 0,1 0 1 0 0,-1 0-281 0 0,5 11 354 0 0,18 69 2506 0 0,-20-28-3711 0 0,-3-53 404 0 0,0-1-55 0 0,0 0-276 0 0,-1 3-220 0 0,0 0 932 0 0,1-3-162 0 0,0 0 0 0 0,0 0-1 0 0,0 0 1 0 0,0 0 0 0 0,0-1 0 0 0,-1 1 0 0 0,1 0 0 0 0,0 0 0 0 0,0 0 0 0 0,0 0 0 0 0,0 0 0 0 0,-1 0 0 0 0,1 0 0 0 0,0 0 0 0 0,0 0 0 0 0,0 0 0 0 0,0 0 0 0 0,0 0 0 0 0,-1 0-1 0 0,1 0 1 0 0,0 0 0 0 0,0 0 0 0 0,0 0 228 0 0,0-5-1434 0 0</inkml:trace>
  <inkml:trace contextRef="#ctx0" brushRef="#br0" timeOffset="35801.553">3297 475 1236 0 0,'0'-3'413'0'0,"1"0"0"0"0,0-1 0 0 0,-1 1 0 0 0,1 0 0 0 0,1 0 0 0 0,-1 0 0 0 0,0 0 0 0 0,1 0 0 0 0,-1 0 0 0 0,1 0 0 0 0,0 1 0 0 0,0-1 0 0 0,0 0 0 0 0,1 1 0 0 0,-1 0 0 0 0,0-1 0 0 0,1 1 0 0 0,0 0 0 0 0,-1 0 0 0 0,1 1 0 0 0,0-1 0 0 0,0 1 0 0 0,0-1 0 0 0,0 1 0 0 0,0 0 0 0 0,0 0 0 0 0,1 0 1 0 0,1 0-414 0 0,20-6 868 0 0,0 2 1 0 0,0 1 0 0 0,0 0 0 0 0,0 2 0 0 0,0 1 0 0 0,21 2-869 0 0,-31-1 189 0 0,23 22 287 0 0,-36-21-495 0 0,0 1 0 0 0,0-1 0 0 0,0 1 0 0 0,0-1-1 0 0,-1 1 1 0 0,1 0 0 0 0,-1-1 0 0 0,1 1 0 0 0,-1 0 0 0 0,0 0 0 0 0,1 0 0 0 0,-1 0 0 0 0,0 1-1 0 0,0-1 1 0 0,-1 0 0 0 0,1 0 0 0 0,0 0 0 0 0,-1 1 0 0 0,1-1 0 0 0,-1 0 0 0 0,0 1 0 0 0,0-1-1 0 0,0 0 1 0 0,0 2 19 0 0,0-2-419 0 0,-3 15-671 0 0,-46 63-1860 0 0,5-31-3008 0 0,16-32 1457 0 0,19-14 3263 0 0</inkml:trace>
  <inkml:trace contextRef="#ctx0" brushRef="#br0" timeOffset="36943.212">3363 515 860 0 0,'10'-25'7320'0'0,"39"14"-3160"0"0,-62 52-6562 0 0,10-34 2114 0 0,2-7 290 0 0,1 0-1 0 0,-1 1 1 0 0,0-1 0 0 0,1 1-1 0 0,-1-1 1 0 0,1 1-1 0 0,-1-1 1 0 0,0 1-1 0 0,1-1 1 0 0,0 1-1 0 0,-1-1 1 0 0,1 1-1 0 0,-1 0 1 0 0,1-1-1 0 0,0 1 1 0 0,-1 0 0 0 0,1-1-1 0 0,0 1 1 0 0,-1 0-1 0 0,1 0 1 0 0,0-1-1 0 0,0 1 1 0 0,0 0-1 0 0,0 0 1 0 0,0-1-1 0 0,0 1 1 0 0,0 0-1 0 0,0 0 1 0 0,0-1-1 0 0,0 1 1 0 0,0 0 0 0 0,1 0-1 0 0,-1-1 1 0 0,0 1-1 0 0,0 0 1 0 0,1-1-1 0 0,-1 1 1 0 0,1 0-1 0 0,-1-1 1 0 0,0 1-1 0 0,1 0 1 0 0,-1-1-1 0 0,1 1 1 0 0,-1-1 0 0 0,1 1-1 0 0,0-1 1 0 0,-1 1-1 0 0,1-1 1 0 0,0 0-1 0 0,-1 1 1 0 0,1-1-1 0 0,0 0 1 0 0,-1 1-1 0 0,1-1 1 0 0,0 0-1 0 0,-1 0 1 0 0,1 1 0 0 0,0-1-1 0 0,0 0 1 0 0,-1 0-1 0 0,1 0 1 0 0,0 0-1 0 0,0 0 1 0 0,-1 0-1 0 0,2-1-1 0 0,14 1 342 0 0,-16 0-325 0 0,-1 0 0 0 0,1 1-1 0 0,0-1 1 0 0,-1 1 0 0 0,1-1 0 0 0,0 0 0 0 0,-1 1 0 0 0,1-1 0 0 0,0 1 0 0 0,0-1 0 0 0,0 1 0 0 0,-1-1 0 0 0,1 1 0 0 0,0-1 0 0 0,0 1-1 0 0,0-1 1 0 0,0 1 0 0 0,0-1 0 0 0,0 1 0 0 0,0-1 0 0 0,0 1 0 0 0,0-1 0 0 0,0 1 0 0 0,1-1 0 0 0,-1 1 0 0 0,0-1 0 0 0,0 1-1 0 0,0-1 1 0 0,0 1 0 0 0,1-1 0 0 0,-1 1 0 0 0,0-1 0 0 0,1 1 0 0 0,-1-1 0 0 0,0 0 0 0 0,1 1 0 0 0,-1-1 0 0 0,0 0 0 0 0,1 1 0 0 0,-1-1-1 0 0,1 0 1 0 0,-1 1 0 0 0,1-1 0 0 0,-1 0 0 0 0,0 0 0 0 0,1 1 0 0 0,-1-1 0 0 0,1 0 0 0 0,-1 0 0 0 0,1 0 0 0 0,0 0 0 0 0,-1 0 0 0 0,1 0-1 0 0,-1 0 1 0 0,1 0-17 0 0,-49 54-66 0 0,18-29 302 0 0,30-25-230 0 0,0-10 28 0 0,-24 44-147 0 0,-65 45 582 0 0,78-70-316 0 0,-9 7 141 0 0,26-29-218 0 0,27-26 429 0 0,-111 115-186 0 0,68-69-2136 0 0,20-20 966 0 0,22-20 435 0 0,-22 25 484 0 0,0 1 1 0 0,1 0-1 0 0,-1 0 0 0 0,1 2 1 0 0,1-1-1 0 0,-1 1 0 0 0,1 1 1 0 0,0 0-1 0 0,0 1 1 0 0,0 0-1 0 0,8 0-68 0 0,159-25 2834 0 0,-92 28-626 0 0,-80 17-1943 0 0,-8-14-267 0 0,1 0 0 0 0,-1 0-1 0 0,0 0 1 0 0,0 0 0 0 0,0 0 0 0 0,0 0 0 0 0,-1-1-1 0 0,1 1 1 0 0,-1 0 0 0 0,0-1 0 0 0,0 0 0 0 0,0 1-1 0 0,0-1 1 0 0,0 0 0 0 0,0 0 0 0 0,0 0-1 0 0,-1 0 1 0 0,1 0 0 0 0,-2 0 2 0 0,0 2-25 0 0,-16 12-520 0 0,0-1 1 0 0,0-1-1 0 0,-2 0 1 0 0,0-2-1 0 0,0-1 1 0 0,-1 0 0 0 0,0-2-1 0 0,-10 2 545 0 0,-36-5-7718 0 0,67-6 6233 0 0</inkml:trace>
  <inkml:trace contextRef="#ctx0" brushRef="#br0" timeOffset="37165.251">3304 780 2024 0 0,'58'-1'5822'0'0,"23"33"-3530"0"0,-57-20-1544 0 0,158 74 2671 0 0,-170-84-3324 0 0,16-1-10675 0 0,-26-1 9144 0 0</inkml:trace>
  <inkml:trace contextRef="#ctx0" brushRef="#br0" timeOffset="38396.378">1767 48 1096 0 0,'0'0'1300'0'0,"0"0"-71"0"0,0 0-123 0 0,0 0-153 0 0,0 0-48 0 0,0-4-72 0 0,0-13 604 0 0,7 14-816 0 0,22-8-63 0 0,8 25 1000 0 0,-15 4-1083 0 0,-2 0 0 0 0,0 1 0 0 0,-1 1 0 0 0,0 1 1 0 0,-2 1-1 0 0,14 22-475 0 0,21 43 780 0 0,-47-72-699 0 0,2 0 164 0 0,-2 0-1 0 0,0 0 1 0 0,-1 0-1 0 0,-1 0 1 0 0,0 1-1 0 0,-1-1 1 0 0,-1 1-1 0 0,0 1-244 0 0,-1-11 7 0 0,-1 0-1 0 0,-1 0 0 0 0,1 0 0 0 0,-1 0 1 0 0,0 0-1 0 0,0-1 0 0 0,0 1 1 0 0,-1-1-1 0 0,0 1 0 0 0,0-1 0 0 0,-1 0 1 0 0,1 0-1 0 0,-1-1 0 0 0,0 1-6 0 0,0-3-171 0 0,0 1 0 0 0,1-1 0 0 0,-1 0 0 0 0,0-1-1 0 0,0 1 1 0 0,0-1 0 0 0,0 0 0 0 0,-1 0 0 0 0,1 0-1 0 0,0 0 1 0 0,0-1 0 0 0,0 0 0 0 0,-1 0 0 0 0,1 0-1 0 0,0 0 1 0 0,-1-1 0 0 0,1 1 0 0 0,0-1 0 0 0,0 0-1 0 0,0 0 1 0 0,0-1 0 0 0,0 1 0 0 0,0-1 0 0 0,0 0 0 0 0,0 0-1 0 0,1 0 1 0 0,-1-1 0 0 0,1 1 0 0 0,-3-3 171 0 0,-45-56-9164 0 0,48 49 7732 0 0</inkml:trace>
  <inkml:trace contextRef="#ctx0" brushRef="#br0" timeOffset="38698.417">1995 1 1008 0 0,'15'0'7394'0'0,"-23"23"-4880"0"0,-3 1-2091 0 0,0-2 0 0 0,-2 1 0 0 0,-1-2 0 0 0,0 0 0 0 0,-2 0 0 0 0,-14 14-423 0 0,-106 90-2492 0 0,127-117 1149 0 0,-4 2-4460 0 0,13-10 4211 0 0</inkml:trace>
  <inkml:trace contextRef="#ctx0" brushRef="#br0" timeOffset="38950.819">1940 230 2104 0 0,'18'28'6772'0'0,"-32"8"-4024"0"0,7-26-2754 0 0,0 1 1 0 0,-1 0 0 0 0,0-1 0 0 0,-1-1 0 0 0,0 0-1 0 0,0 0 1 0 0,-1 0 0 0 0,0-1 0 0 0,-1-1-1 0 0,0 0 1 0 0,0 0 0 0 0,0-1 0 0 0,-9 3 5 0 0,13-7 135 0 0,-9 1-8875 0 0,15-3 7181 0 0</inkml:trace>
  <inkml:trace contextRef="#ctx0" brushRef="#br0" timeOffset="39402.619">2261 29 968 0 0,'14'-8'8544'0'0,"-16"20"-5380"0"0,-2 1-2948 0 0,0 0 23 0 0,-1 0 1 0 0,-1 0-1 0 0,0 0 1 0 0,0-1-1 0 0,-1 0 1 0 0,-1 0 0 0 0,0-1-1 0 0,-9 10-239 0 0,-23 10-1233 0 0,40-31 946 0 0,-7-19-9919 0 0,7 16 8644 0 0</inkml:trace>
  <inkml:trace contextRef="#ctx0" brushRef="#br0" timeOffset="39981.174">2075 81 1180 0 0,'-1'-2'6079'0'0,"1"2"-4773"0"0,9-1 837 0 0,64-9 1931 0 0,41 11-2374 0 0,-48 0-1047 0 0,-45-8-3555 0 0,-31 4-573 0 0,-41 25-3715 0 0,31-9 5702 0 0</inkml:trace>
  <inkml:trace contextRef="#ctx0" brushRef="#br0" timeOffset="40370.615">2044 220 1016 0 0,'-35'17'9577'0'0,"43"-17"-4630"0"0,22-1-2868 0 0,-6 0-1150 0 0,245-1 2329 0 0,-137 3-6324 0 0,-122-17 526 0 0,-66 28-11206 0 0,48-9 12276 0 0</inkml:trace>
  <inkml:trace contextRef="#ctx0" brushRef="#br0" timeOffset="40681.164">2340 125 1360 0 0,'2'-1'7104'0'0,"-6"10"-5340"0"0,-47 55 625 0 0,35-43-2130 0 0,-1-1 0 0 0,-1 0 0 0 0,-1-2 0 0 0,0 0 0 0 0,-2-1 0 0 0,-11 7-259 0 0,-45 38-842 0 0,40-40-731 0 0,12-17-3047 0 0,24-5 3543 0 0,1-5-1997 0 0,0 0 1461 0 0</inkml:trace>
  <inkml:trace contextRef="#ctx0" brushRef="#br0" timeOffset="41131.691">2098 332 1028 0 0,'64'4'8369'0'0,"-30"25"-6136"0"0,-30-25-2085 0 0,-1 1 0 0 0,0 0 0 0 0,0 0 0 0 0,0 0 0 0 0,0 0 0 0 0,-1 0 0 0 0,0 1 0 0 0,0-1 0 0 0,0 0 0 0 0,-1 1 0 0 0,0 0 0 0 0,0-1 0 0 0,0 1 0 0 0,-1 1-148 0 0,0-6 58 0 0,-2 33-1477 0 0,-15-20 269 0 0,16-44-1504 0 0,10-15 2528 0 0,-9 44 346 0 0,2-2 38 0 0,-1-1-46 0 0,1 0 1 0 0,-1 0 0 0 0,1 0-1 0 0,0 0 1 0 0,1 0 0 0 0,-1 1-1 0 0,1-1 1 0 0,-1 1 0 0 0,1 0-1 0 0,0 0 1 0 0,0 0 0 0 0,1 0-1 0 0,-1 0 1 0 0,0 0 0 0 0,1 1-1 0 0,0 0 1 0 0,0 0 0 0 0,-1 0-1 0 0,1 0 1 0 0,0 1 0 0 0,1-1-1 0 0,-1 1 1 0 0,0 0 0 0 0,0 0-1 0 0,0 1 1 0 0,2-1-213 0 0,98-2 2990 0 0,-102 4-3064 0 0,0 1 0 0 0,0-1 0 0 0,0 1 0 0 0,0-1 0 0 0,0 1 0 0 0,0 0 0 0 0,-1 0 0 0 0,1 0 0 0 0,-1 0 0 0 0,1 0 0 0 0,-1 0 0 0 0,0 0 0 0 0,0 1 0 0 0,0-1 0 0 0,0 0-1 0 0,0 1 1 0 0,0-1 0 0 0,-1 1 0 0 0,1-1 0 0 0,-1 1 0 0 0,1-1 0 0 0,-1 1 0 0 0,0-1 0 0 0,0 1 0 0 0,0-1 0 0 0,-1 1 0 0 0,1-1 0 0 0,0 1 0 0 0,-1-1 0 0 0,0 1 74 0 0,0-1-527 0 0,1 1 1 0 0,-1-1-1 0 0,0 0 1 0 0,0 0-1 0 0,0 0 1 0 0,0-1-1 0 0,0 1 1 0 0,0 0-1 0 0,-1 0 1 0 0,1 0-1 0 0,-1-1 1 0 0,1 1-1 0 0,-1-1 1 0 0,0 1-1 0 0,1-1 1 0 0,-1 0 0 0 0,0 0-1 0 0,0 1 1 0 0,0-1-1 0 0,0-1 1 0 0,0 1-1 0 0,0 0 1 0 0,-2 0 526 0 0,-2 0-1642 0 0</inkml:trace>
  <inkml:trace contextRef="#ctx0" brushRef="#br0" timeOffset="41474.879">2312 423 1592 0 0,'15'-17'6935'0'0,"-15"18"-6944"0"0,-1-1 0 0 0,1 0 0 0 0,0 0 1 0 0,-1 1-1 0 0,1-1 0 0 0,-1 0 0 0 0,1 1 0 0 0,0-1 0 0 0,-1 0 0 0 0,1 1 0 0 0,0-1 1 0 0,-1 1-1 0 0,1-1 0 0 0,0 1 0 0 0,-1-1 0 0 0,1 1 0 0 0,0-1 0 0 0,0 1 1 0 0,0-1-1 0 0,0 1 0 0 0,-1-1 0 0 0,1 1 0 0 0,0-1 0 0 0,0 1 0 0 0,0-1 0 0 0,0 1 1 0 0,0-1-1 0 0,0 1 0 0 0,0-1 0 0 0,0 1 0 0 0,1-1 0 0 0,-1 1 0 0 0,0-1 0 0 0,0 1 1 0 0,0-1-1 0 0,0 1 0 0 0,1-1 0 0 0,-1 1 0 0 0,0-1 0 0 0,1 1 0 0 0,-1-1 0 0 0,0 0 1 0 0,1 1-1 0 0,-1-1 0 0 0,0 1 0 0 0,1-1 0 0 0,-1 0 0 0 0,1 1 0 0 0,-1-1 1 0 0,0 0-1 0 0,1 0 0 0 0,-1 1 0 0 0,1-1 0 0 0,-1 0 0 0 0,1 0 0 0 0,-1 0 0 0 0,1 0 1 0 0,-1 0-1 0 0,1 1 0 0 0,0-1 0 0 0,-1 0 0 0 0,1 0 0 0 0,-1 0 0 0 0,1 0 0 0 0,-1-1 1 0 0,1 1-1 0 0,-1 0 9 0 0,-19 41-457 0 0,14-12 3003 0 0,19-13-1999 0 0,-13-15-495 0 0,1 0 0 0 0,-1 0 0 0 0,1 0 0 0 0,-1 0-1 0 0,1-1 1 0 0,-1 1 0 0 0,1 0 0 0 0,-1-1 0 0 0,1 0 0 0 0,-1 1 0 0 0,1-1 0 0 0,0 0 0 0 0,-1 0 0 0 0,1 0-1 0 0,0 0 1 0 0,-1 0 0 0 0,1 0 0 0 0,0 0 0 0 0,-1 0 0 0 0,1-1 0 0 0,-1 1 0 0 0,1-1 0 0 0,0 1 0 0 0,-1-1 0 0 0,1 1-1 0 0,0-2-51 0 0,7 0-2884 0 0,-1 0-3450 0 0,-8 2 4914 0 0</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7:32.213"/>
    </inkml:context>
    <inkml:brush xml:id="br0">
      <inkml:brushProperty name="width" value="0.05" units="cm"/>
      <inkml:brushProperty name="height" value="0.05" units="cm"/>
    </inkml:brush>
  </inkml:definitions>
  <inkml:trace contextRef="#ctx0" brushRef="#br0">0 405 1784 0 0,'0'0'1096'0'0,"0"0"-81"0"0,0 0-141 0 0,0 0-106 0 0,0 0-150 0 0,0 0-70 0 0,0 0 0 0 0,0 0-28 0 0,0 0-81 0 0,0 0 22 0 0,0 0 17 0 0,0 0-52 0 0,0 0 51 0 0,0 0-25 0 0,0 0 49 0 0,0 0-79 0 0,0 0-51 0 0,0 0-9 0 0,0 0 56 0 0,0 0 72 0 0,0 0-3 0 0,0 0 53 0 0,0 0-31 0 0,0 0-58 0 0,0 0-50 0 0,0 0-7 0 0,0 0-17 0 0,0 0 22 0 0,0 0-37 0 0,0 0-3 0 0,0 0 5 0 0,0 0-16 0 0,0 0-31 0 0,0 0-17 0 0,0 0-40 0 0,0 0-67 0 0,0 0 18 0 0,0 0 18 0 0,0 0-45 0 0,0 0 31 0 0,13 6 351 0 0,124-166 827 0 0,-50 56-1043 0 0,-20 31-604 0 0,-20 26-568 0 0,-20 21 1639 0 0,-27 26-742 0 0,10 4 741 0 0,-6-2-734 0 0,1 1 0 0 0,-1-1 1 0 0,1 1-1 0 0,-1 0 0 0 0,0 0 1 0 0,0 0-1 0 0,0 1 0 0 0,0 0 0 0 0,-1-1 1 0 0,1 1-1 0 0,-1 0 0 0 0,0 1 1 0 0,0-1-1 0 0,-1 0 0 0 0,1 3-82 0 0,12 13 104 0 0,104 115 82 0 0,-93-107-162 0 0,-5-4 33 0 0,-9-12-14 0 0,-1-2-13 0 0,-5-3-19 0 0,80 98-114 0 0,-39-60-651 0 0,-30-33-4136 0 0,-30-13-2462 0 0,-10 8 2275 0 0,13-4 2816 0 0,0 2 647 0 0,-5 5 15 0 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7:35.760"/>
    </inkml:context>
    <inkml:brush xml:id="br0">
      <inkml:brushProperty name="width" value="0.05" units="cm"/>
      <inkml:brushProperty name="height" value="0.05" units="cm"/>
    </inkml:brush>
  </inkml:definitions>
  <inkml:trace contextRef="#ctx0" brushRef="#br0">146 7 1576 0 0,'0'0'1346'0'0,"0"0"-84"0"0,0 0-10 0 0,0 0-53 0 0,0 0-178 0 0,0 0-136 0 0,0 0-102 0 0,0 0-32 0 0,0 0 177 0 0,0 0 9 0 0,0 0-73 0 0,0 0-21 0 0,0 0-71 0 0,0 0-84 0 0,3-2-8 0 0,-3 2-618 0 0,1-1-1 0 0,0 1 1 0 0,-1-1-1 0 0,1 1 1 0 0,0 0-1 0 0,0-1 1 0 0,0 1-1 0 0,-1 0 1 0 0,1-1-1 0 0,0 1 1 0 0,0 0-1 0 0,0 0 1 0 0,0 0-1 0 0,0 0 1 0 0,0 0-1 0 0,-1 0 1 0 0,1 0-1 0 0,0 0 1 0 0,0 0-1 0 0,0 0 1 0 0,0 1-1 0 0,0-1 1 0 0,-1 0-1 0 0,1 0 1 0 0,0 1-1 0 0,0-1 1 0 0,0 1-1 0 0,-1-1 1 0 0,1 1-1 0 0,0-1 1 0 0,-1 1-1 0 0,1-1 1 0 0,0 1-1 0 0,-1 0 1 0 0,1-1-1 0 0,-1 1 1 0 0,1 0-1 0 0,-1-1 1 0 0,1 1-1 0 0,-1 0 1 0 0,1 0-1 0 0,-1 0-61 0 0,15 13 875 0 0,81 82 825 0 0,66 59-585 0 0,-55-68-666 0 0,-23-17-424 0 0,-67-58-71 0 0,-16-12 66 0 0,0 0 0 0 0,0 0 0 0 0,-1 0 0 0 0,1 0 0 0 0,0 0 0 0 0,-1 1 0 0 0,1-1 0 0 0,0 0 0 0 0,0 0 0 0 0,-1 0 0 0 0,1 1 0 0 0,0-1 0 0 0,-1 0 0 0 0,1 1 0 0 0,-1-1 0 0 0,1 1 0 0 0,0-1 0 0 0,-1 0 0 0 0,1 1 0 0 0,-1-1 1 0 0,1 1-1 0 0,-1 0 0 0 0,1-1 0 0 0,-1 1 0 0 0,0-1 0 0 0,1 1 0 0 0,-1 0 0 0 0,0-1 0 0 0,1 1 0 0 0,-1 0 0 0 0,0-1 0 0 0,0 1 0 0 0,0 0 0 0 0,1-1 0 0 0,-1 1 0 0 0,0 0 0 0 0,0 0 0 0 0,0-1 0 0 0,0 1 0 0 0,0 0 0 0 0,0-1 0 0 0,-1 1 0 0 0,1 0 0 0 0,0 0 0 0 0,0-1 0 0 0,0 1 0 0 0,-1 0 0 0 0,1-1 0 0 0,0 1 0 0 0,-1 0 0 0 0,1-1 0 0 0,-1 1-20 0 0,-61 4 1287 0 0,61-5-1242 0 0,-23 0 169 0 0,-132 9 166 0 0,45 12-367 0 0,31-10 47 0 0,79-11-122 0 0,-1 0 38 0 0,-4 0 9 0 0,-11 0 42 0 0,-114 0-1538 0 0,128 0 1478 0 0,-8 0-165 0 0,-5 0 50 0 0,14 0 43 0 0,2 0-17 0 0,0 0-16 0 0,0 0-31 0 0,0 0-24 0 0,-13 0-2131 0 0,-7-6-1978 0 0,7-4-5667 0 0,7 8 6590 0 0,6 2 1876 0 0</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7:41.846"/>
    </inkml:context>
    <inkml:brush xml:id="br0">
      <inkml:brushProperty name="width" value="0.05" units="cm"/>
      <inkml:brushProperty name="height" value="0.05" units="cm"/>
    </inkml:brush>
  </inkml:definitions>
  <inkml:trace contextRef="#ctx0" brushRef="#br0">231 1 1880 0 0,'0'0'1170'0'0,"0"0"-83"0"0,0 0-68 0 0,0 0-52 0 0,0 0-108 0 0,0 0-88 0 0,0 0-14 0 0,0 0-103 0 0,0 0-39 0 0,0 0 8 0 0,0 0-42 0 0,0 0-29 0 0,0 0-47 0 0,0 0-41 0 0,0 0-17 0 0,0 0 76 0 0,0 0-36 0 0,0 0-31 0 0,0 0-50 0 0,0 0 35 0 0,0 0 3 0 0,0 0-46 0 0,0 0-103 0 0,0 0-44 0 0,0 0-21 0 0,2 7-22 0 0,-1-1-168 0 0,0-1 0 0 0,0 0 1 0 0,1 1-1 0 0,0-1 0 0 0,0 0 0 0 0,0 0 1 0 0,1 0-1 0 0,0 0 0 0 0,0 0 1 0 0,0-1-1 0 0,0 1 0 0 0,1-1 1 0 0,0 0-1 0 0,0 0 0 0 0,3 3-40 0 0,241 178 1678 0 0,-231-170-1648 0 0,-5-5-36 0 0,10 10 12 0 0,10 11 15 0 0,50 41-14 0 0,-46-47-253 0 0,-36-25 258 0 0,0 1 0 0 0,1 0 0 0 0,-1-1 0 0 0,0 1 0 0 0,1 0 0 0 0,-1-1 0 0 0,0 1 0 0 0,0 0 0 0 0,0 0 0 0 0,0-1 0 0 0,0 1 0 0 0,0 0 0 0 0,0 0 0 0 0,0-1 0 0 0,0 1 0 0 0,0 0 0 0 0,0 0 0 0 0,0-1 0 0 0,-1 1 0 0 0,1 0 0 0 0,0-1 0 0 0,0 1 0 0 0,-1 0 0 0 0,1 0 0 0 0,-1-1 0 0 0,1 1 0 0 0,0-1 0 0 0,-1 1 0 0 0,1 0 0 0 0,-1-1 0 0 0,0 1 0 0 0,1-1 0 0 0,-1 1 0 0 0,1-1 0 0 0,-1 0 0 0 0,0 1 0 0 0,1-1 0 0 0,-1 0 0 0 0,0 1 0 0 0,1-1 0 0 0,-1 0 0 0 0,0 0 0 0 0,0 1 0 0 0,1-1 0 0 0,-1 0 0 0 0,0 0 0 0 0,0 0 0 0 0,1 0 0 0 0,-1 0 0 0 0,0 0 0 0 0,0 0-1 0 0,1 0 1 0 0,-1-1 0 0 0,0 1 0 0 0,1 0 0 0 0,-1 0 0 0 0,0 0 0 0 0,0-1 0 0 0,1 1 0 0 0,-1 0 0 0 0,0-1 0 0 0,1 1 0 0 0,-1-1 0 0 0,1 1 0 0 0,-1-1 0 0 0,1 1 0 0 0,-1-1 0 0 0,1 1 0 0 0,-1-1-12 0 0,-18 0 135 0 0,-302 4 772 0 0,290 7-959 0 0,-46-7 67 0 0,24 11 21 0 0,-56-10 21 0 0,107-4-46 0 0,-10 0-2 0 0,-29 0-1705 0 0,34-2 825 0 0,-6-2-3318 0 0,4 3-6898 0 0,5 2 9537 0 0</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7:36.520"/>
    </inkml:context>
    <inkml:brush xml:id="br0">
      <inkml:brushProperty name="width" value="0.05" units="cm"/>
      <inkml:brushProperty name="height" value="0.05" units="cm"/>
    </inkml:brush>
  </inkml:definitions>
  <inkml:trace contextRef="#ctx0" brushRef="#br0">21 322 868 0 0,'0'0'800'0'0,"0"0"-236"0"0,0 0-118 0 0,0 0-73 0 0,0 0-84 0 0,0 0-41 0 0,0 0-34 0 0,0 0-58 0 0,0 0-72 0 0,0 0-68 0 0,0 0 92 0 0,0 0 28 0 0,0 0 14 0 0,0 0-4 0 0,0 0 29 0 0,0 0-6 0 0,0 0-18 0 0,0 0-78 0 0,0 0-298 0 0,0 0-310 0 0,0 0-329 0 0,0 0-172 0 0,0 0-542 0 0</inkml:trace>
  <inkml:trace contextRef="#ctx0" brushRef="#br0" timeOffset="3293.963">1 447 1192 0 0,'0'0'892'0'0,"0"0"-86"0"0,0 0-64 0 0,0 0-70 0 0,0 0-19 0 0,0 0-8 0 0,0 0-31 0 0,0 0 17 0 0,0 0-77 0 0,0 0-96 0 0,0 0-16 0 0,0 0-28 0 0,0 0-4 0 0,0 0-23 0 0,0 0-31 0 0,0 0 24 0 0,0 0-47 0 0,0 0-49 0 0,0 0-19 0 0,0 0 7 0 0,0 0-5 0 0,0 0 44 0 0,0 0-32 0 0,0 0-12 0 0,0 0-63 0 0,0-3 61 0 0,26-68 1292 0 0,37-2-604 0 0,52-65-116 0 0,-63 80-1102 0 0,-9 10 99 0 0,-8 2 582 0 0,-30 37 2643 0 0,-5 9-2919 0 0,0 0-2 0 0,3 6 2142 0 0,36 7-1935 0 0,135-4-264 0 0,-115-10-31 0 0,5-17-123 0 0,110 18-809 0 0,-173 0 752 0 0,30 2-4649 0 0,-31 0 4354 0 0,0 0 1 0 0,0 0-1 0 0,0 0 0 0 0,0 0 0 0 0,0-1 1 0 0,-1 1-1 0 0,1 0 0 0 0,-1 0 0 0 0,1 0 1 0 0,-1-1-1 0 0,1 1 0 0 0,-1 0 1 0 0,0 0-1 0 0,0-1 0 0 0,0 1 0 0 0,0-1 1 0 0,0 1-1 0 0,-1-1 0 0 0,1 1 0 0 0,0-1 1 0 0,-1 0-1 0 0,1 1 0 0 0,-1-1 0 0 0,1 0 1 0 0,-1 0-1 0 0,1 0 0 0 0,-1 0 0 0 0,0 0 425 0 0,-13 12-1048 0 0,0 3-487 0 0</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7:43.956"/>
    </inkml:context>
    <inkml:brush xml:id="br0">
      <inkml:brushProperty name="width" value="0.05" units="cm"/>
      <inkml:brushProperty name="height" value="0.05" units="cm"/>
    </inkml:brush>
  </inkml:definitions>
  <inkml:trace contextRef="#ctx0" brushRef="#br0">0 26 2296 0 0,'0'0'1361'0'0,"0"0"-132"0"0,0 0-138 0 0,0 0-117 0 0,0 0-52 0 0,0 0-112 0 0,0 0-61 0 0,0 0 33 0 0,0 0-44 0 0,0 0-35 0 0,0 0-68 0 0,0 0-69 0 0,0 0-34 0 0,0 0 21 0 0,0 0-92 0 0,0 0-11 0 0,0 0-5 0 0,0 0-25 0 0,0 0-23 0 0,0 0-13 0 0,0 0-25 0 0,0 0 55 0 0,0 0-72 0 0,19-1 1084 0 0,76-11-372 0 0,1 4 0 0 0,0 4 0 0 0,63 6-1054 0 0,-26 0 0 0 0,118-2-661 0 0,-227 15 639 0 0,-21-12 26 0 0,-3-3-24 0 0,32 0-443 0 0,-6 9-3670 0 0,-35-2-3977 0 0,-15 3 1873 0 0,15-6 4810 0 0</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7:47.327"/>
    </inkml:context>
    <inkml:brush xml:id="br0">
      <inkml:brushProperty name="width" value="0.05" units="cm"/>
      <inkml:brushProperty name="height" value="0.05" units="cm"/>
    </inkml:brush>
  </inkml:definitions>
  <inkml:trace contextRef="#ctx0" brushRef="#br0">1 384 1944 0 0,'0'0'946'0'0,"0"0"-70"0"0,0 0-72 0 0,0 0-69 0 0,0 0-49 0 0,0 0-90 0 0,0 0-35 0 0,0 0-92 0 0,0-4-65 0 0,12-41 2545 0 0,0 83 572 0 0,0 107-2588 0 0,-1 75-1570 0 0,-11-219 371 0 0,-11 27-5357 0 0,6-43 442 0 0,5 11 3716 0 0</inkml:trace>
  <inkml:trace contextRef="#ctx0" brushRef="#br0" timeOffset="748.67">9 365 1612 0 0,'-1'7'5411'0'0,"-3"-5"-1647"0"0,2-1-1859 0 0,2 0-1658 0 0,35-29 2961 0 0,32-48-2027 0 0,129-114 211 0 0,-136 132-1230 0 0,-46 48-888 0 0,4-4-1090 0 0,-32 17-7330 0 0,2 3 4656 0 0,6-3 3102 0 0</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7:50.501"/>
    </inkml:context>
    <inkml:brush xml:id="br0">
      <inkml:brushProperty name="width" value="0.05" units="cm"/>
      <inkml:brushProperty name="height" value="0.05" units="cm"/>
    </inkml:brush>
  </inkml:definitions>
  <inkml:trace contextRef="#ctx0" brushRef="#br0">0 198 1944 0 0,'0'0'1194'0'0,"0"0"-135"0"0,0 0-102 0 0,0 0-68 0 0,0 0-81 0 0,0 0-83 0 0,0 0-22 0 0,0 0-82 0 0,0 0-64 0 0,0 0-8 0 0,0 0-39 0 0,0 0-14 0 0,0 0-53 0 0,0 0 9 0 0,0 0-52 0 0,0 0-24 0 0,0 0 30 0 0,0 0-44 0 0,0 0 56 0 0,0 0 11 0 0,0 0 46 0 0,0 0-73 0 0,0 0 52 0 0,0 0-22 0 0,0 0-42 0 0,0 0-39 0 0,16 14 452 0 0,153 175 904 0 0,-127-115-1209 0 0,-6-15-231 0 0,-26-56-67 0 0,0-23-62 0 0,-6-27-46 0 0,-1 4-1 0 0,8-15-123 0 0,11-77-61 0 0,-15-51-478 0 0,-7 184 527 0 0,0-22 101 0 0,8 3-2972 0 0,-27 56-10945 0 0,16-32 12368 0 0</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7:53.309"/>
    </inkml:context>
    <inkml:brush xml:id="br0">
      <inkml:brushProperty name="width" value="0.05" units="cm"/>
      <inkml:brushProperty name="height" value="0.05" units="cm"/>
    </inkml:brush>
  </inkml:definitions>
  <inkml:trace contextRef="#ctx0" brushRef="#br0">61 207 1556 0 0,'-3'0'1169'0'0,"-14"0"776"0"0,17-4-1086 0 0,-5-18 1480 0 0,-22-12-922 0 0,19 2 4184 0 0,12 22-2953 0 0,10 23-1390 0 0,-9-8-1287 0 0,81 87 1188 0 0,47 61-78 0 0,-41-53-457 0 0,-50-56-122 0 0,-42-43-495 0 0,1-1 0 0 0,-1 1 0 0 0,0-1 0 0 0,1 0 0 0 0,-1 1 0 0 0,1-1 0 0 0,-1 0 0 0 0,1 0 0 0 0,-1 1 0 0 0,1-1 0 0 0,-1 0 0 0 0,1 0 0 0 0,-1 0 0 0 0,1 0 0 0 0,0 1 0 0 0,-1-1 0 0 0,1 0 0 0 0,-1 0 0 0 0,1 0 0 0 0,-1 0 0 0 0,1 0 0 0 0,0 0 0 0 0,-1-1 0 0 0,1 1 0 0 0,-1 0 0 0 0,1 0 0 0 0,-1 0 0 0 0,1 0 0 0 0,-1-1 0 0 0,1 1 0 0 0,-1 0 0 0 0,1 0 0 0 0,-1-1 0 0 0,1 1 0 0 0,-1 0 0 0 0,1-1 0 0 0,-1 1 0 0 0,0-1 0 0 0,1 1 0 0 0,-1-1 0 0 0,0 1 1 0 0,1 0-1 0 0,-1-1 0 0 0,0 1 0 0 0,0-1 0 0 0,1 0 0 0 0,-1 1 0 0 0,0-1 0 0 0,0 1 0 0 0,0-1 0 0 0,0 1 0 0 0,0-1 0 0 0,0 1 0 0 0,1-1 0 0 0,-1 1 0 0 0,-1-1 0 0 0,1 0 0 0 0,0 1 0 0 0,0-1 0 0 0,0 1 0 0 0,0-1 0 0 0,0 1 0 0 0,0-1 0 0 0,-1 1 0 0 0,1-1 0 0 0,0 1 0 0 0,0-1 0 0 0,-1 0-7 0 0,53-137 199 0 0,54-23-119 0 0,-17 75 2 0 0,-4 6-398 0 0,-52 50-638 0 0,-65 60-7953 0 0,-42 59-1309 0 0,62-73 8722 0 0</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7:56.179"/>
    </inkml:context>
    <inkml:brush xml:id="br0">
      <inkml:brushProperty name="width" value="0.05" units="cm"/>
      <inkml:brushProperty name="height" value="0.05" units="cm"/>
    </inkml:brush>
  </inkml:definitions>
  <inkml:trace contextRef="#ctx0" brushRef="#br0">16 26 1440 0 0,'0'0'1410'0'0,"0"0"-179"0"0,0 0-155 0 0,0 0-112 0 0,0 0-43 0 0,0 4-116 0 0,0 6-347 0 0,0-3 6845 0 0,-3-7-6852 0 0,3 0-369 0 0,-1 0 0 0 0,1 0 0 0 0,0 0-1 0 0,-1 0 1 0 0,1 0 0 0 0,-1-1 0 0 0,1 1 0 0 0,0 0 0 0 0,-1 0 0 0 0,1 0 0 0 0,-1 1 0 0 0,1-1 0 0 0,0 0-1 0 0,-1 0 1 0 0,1 0 0 0 0,0 0 0 0 0,-1 0 0 0 0,1 0 0 0 0,0 0 0 0 0,-1 1 0 0 0,1-1 0 0 0,0 0 0 0 0,-1 0 0 0 0,1 1-1 0 0,0-1 1 0 0,-1 0 0 0 0,1 0 0 0 0,0 1 0 0 0,0-1 0 0 0,-1 0 0 0 0,1 1 0 0 0,0-1 0 0 0,0 0 0 0 0,0 1 0 0 0,0-1-1 0 0,-1 0 1 0 0,1 1 0 0 0,0-1 0 0 0,0 0 0 0 0,0 1 0 0 0,0-1 0 0 0,0 0 0 0 0,0 1 0 0 0,0-1 0 0 0,0 1-1 0 0,0-1 1 0 0,0 0 0 0 0,0 1 0 0 0,0-1 0 0 0,0 0 0 0 0,0 1 0 0 0,0-1 0 0 0,1 1 0 0 0,-1-1 0 0 0,0 0 0 0 0,0 1-1 0 0,0-1 1 0 0,0 0 0 0 0,1 1 0 0 0,-1-1-82 0 0,6 10-337 0 0,32-17 1535 0 0,206-52 409 0 0,-101 54-1184 0 0,138 5-827 0 0,-279 0 286 0 0,44 6-5518 0 0,-59 9-1753 0 0,-18 2 3130 0 0,26-14 3746 0 0,-17 7-1183 0 0,0 0 31 0 0</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7:58.880"/>
    </inkml:context>
    <inkml:brush xml:id="br0">
      <inkml:brushProperty name="width" value="0.05" units="cm"/>
      <inkml:brushProperty name="height" value="0.05" units="cm"/>
    </inkml:brush>
  </inkml:definitions>
  <inkml:trace contextRef="#ctx0" brushRef="#br0">0 436 1412 0 0,'0'0'1342'0'0,"0"0"-174"0"0,0 0-90 0 0,0 0-124 0 0,0 0-97 0 0,0 0-4 0 0,0 0-1 0 0,0 0-78 0 0,0 0-88 0 0,0 0-69 0 0,0 0-40 0 0,3 2-39 0 0,-1-2-453 0 0,-1 1 0 0 0,0-1 1 0 0,1 1-1 0 0,-1-1 1 0 0,0 0-1 0 0,1 1 0 0 0,-1-1 1 0 0,1 0-1 0 0,-1 0 0 0 0,0 0 1 0 0,1 0-1 0 0,-1 0 0 0 0,1 0 1 0 0,-1-1-1 0 0,0 1 0 0 0,1 0 1 0 0,-1-1-1 0 0,0 1 1 0 0,1-1-1 0 0,-1 0 0 0 0,0 1 1 0 0,0-1-1 0 0,1 0 0 0 0,-1 1 1 0 0,0-1-1 0 0,0 0 0 0 0,0 0 1 0 0,0 0-1 0 0,0 0 0 0 0,0 0 1 0 0,0-1-1 0 0,0 1 1 0 0,0-1-86 0 0,6-4 334 0 0,170-190 2173 0 0,-60 68-1861 0 0,-32 56-350 0 0,-57 51-248 0 0,-26 20-14 0 0,0 1 0 0 0,0 0 0 0 0,1 0 0 0 0,-1 0-1 0 0,0 0 1 0 0,0 1 0 0 0,0-1 0 0 0,0 0 0 0 0,0 1 0 0 0,0 0-1 0 0,0-1 1 0 0,0 1 0 0 0,0 0 0 0 0,0 0 0 0 0,-1 0-1 0 0,1 0 1 0 0,0 0 0 0 0,-1 1 0 0 0,1-1 0 0 0,0 0-1 0 0,-1 1 1 0 0,0-1 0 0 0,1 1 0 0 0,-1 0 0 0 0,0-1 0 0 0,0 1-1 0 0,0 0 1 0 0,0 0 0 0 0,0 0 0 0 0,0 0 0 0 0,0 0-1 0 0,-1 0 1 0 0,1 0 0 0 0,-1 0 0 0 0,1 0 0 0 0,-1 0 0 0 0,0 1-35 0 0,8 11 9 0 0,59 83 82 0 0,-19-53 81 0 0,63 59-222 0 0,-46-40-2128 0 0,-62-57-4961 0 0,-4 0 3623 0 0,-14 9 2376 0 0,7-10-2011 0 0,2-2 1672 0 0</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8:01.567"/>
    </inkml:context>
    <inkml:brush xml:id="br0">
      <inkml:brushProperty name="width" value="0.05" units="cm"/>
      <inkml:brushProperty name="height" value="0.05" units="cm"/>
    </inkml:brush>
  </inkml:definitions>
  <inkml:trace contextRef="#ctx0" brushRef="#br0">21 0 1312 0 0,'0'0'1481'0'0,"0"0"-264"0"0,0 0-93 0 0,0 0-9 0 0,0 0-159 0 0,0 0-82 0 0,0 0-24 0 0,0 0-95 0 0,0 0-69 0 0,0 0 44 0 0,0 0-85 0 0,0 0-68 0 0,0 0-59 0 0,0 0-56 0 0,0 0-10 0 0,0 0 75 0 0,0 0-92 0 0,0 0 6 0 0,0 0-13 0 0,1 3-34 0 0,81 94 1736 0 0,-40-55-1692 0 0,112 97 455 0 0,-60-50-1450 0 0,-94-88 564 0 0,-1-1 0 0 0,1 0 0 0 0,-1 0-1 0 0,1 0 1 0 0,0 0 0 0 0,-1 1 0 0 0,1-1 0 0 0,-1 0 0 0 0,1 1 0 0 0,0-1-1 0 0,-1 0 1 0 0,1 1 0 0 0,0-1 0 0 0,0 0 0 0 0,-1 1 0 0 0,1-1-1 0 0,0 0 1 0 0,0 1 0 0 0,-1-1 0 0 0,1 1 0 0 0,0-1 0 0 0,0 1 0 0 0,0-1-1 0 0,0 0 1 0 0,0 1 0 0 0,-1-1 0 0 0,1 1 0 0 0,0-1 0 0 0,0 1-1 0 0,0-1 1 0 0,0 1 0 0 0,0-1 0 0 0,1 1 0 0 0,-1-1 0 0 0,0 1 0 0 0,0-1-1 0 0,0 0 1 0 0,0 1 0 0 0,0-1 0 0 0,1 1 0 0 0,-1-1 0 0 0,0 0 0 0 0,0 1-1 0 0,1-1 1 0 0,-1 1 0 0 0,0-1 0 0 0,1 0 0 0 0,-1 1 0 0 0,0-1-1 0 0,1 0 1 0 0,-1 0 0 0 0,0 1 0 0 0,1-1 0 0 0,-1 0 0 0 0,1 0 0 0 0,-1 1-1 0 0,0-1 1 0 0,1 0 0 0 0,-1 0 0 0 0,1 0 0 0 0,-1 0 0 0 0,1 0-1 0 0,-1 0-6 0 0,-45 26 248 0 0,-92 62-246 0 0,2 13-1247 0 0,128-95 784 0 0,-29 15-1786 0 0,17-14-927 0 0,8-4-403 0 0,10-3 2913 0 0,-2 1 219 0 0,2-1-4396 0 0,1 0 3287 0 0</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8:02.888"/>
    </inkml:context>
    <inkml:brush xml:id="br0">
      <inkml:brushProperty name="width" value="0.05" units="cm"/>
      <inkml:brushProperty name="height" value="0.05" units="cm"/>
    </inkml:brush>
  </inkml:definitions>
  <inkml:trace contextRef="#ctx0" brushRef="#br0">0 476 2284 0 0,'0'0'1264'0'0,"0"0"-170"0"0,0 0-130 0 0,0 0-80 0 0,0 0-136 0 0,0 0-62 0 0,0 0-12 0 0,0 0 11 0 0,0 0-134 0 0,0 0-29 0 0,0 0-46 0 0,0 0-24 0 0,0 0-32 0 0,0 0-2 0 0,0 0-65 0 0,0 0-4 0 0,0 0 14 0 0,0 0-25 0 0,0 0 46 0 0,0 0-91 0 0,3 0 28 0 0,4-2-219 0 0,-1 0 0 0 0,0-1 0 0 0,0 0 0 0 0,-1 0 0 0 0,1 0 0 0 0,0-1 0 0 0,-1 0 0 0 0,0 0 0 0 0,0 0 0 0 0,0 0 0 0 0,0-1 0 0 0,-1 0 0 0 0,0 0 0 0 0,0 0 0 0 0,0-1 0 0 0,-1 1-102 0 0,8-8 123 0 0,171-192 738 0 0,-134 140-811 0 0,0 2-45 0 0,-5 9-123 0 0,-42 54 152 0 0,-1-1 0 0 0,1 0 0 0 0,-1 1 0 0 0,1-1 0 0 0,0 0 0 0 0,-1 1 0 0 0,1-1 0 0 0,0 1 1 0 0,-1-1-1 0 0,1 1 0 0 0,0 0 0 0 0,0-1 0 0 0,0 1 0 0 0,-1 0 0 0 0,1 0 0 0 0,0-1 0 0 0,0 1 1 0 0,0 0-1 0 0,0 0 0 0 0,-1 0 0 0 0,1 0 0 0 0,0 0 0 0 0,0 0 0 0 0,0 0 0 0 0,0 0 0 0 0,-1 0 1 0 0,1 0-1 0 0,0 1 0 0 0,0-1 0 0 0,0 0 0 0 0,0 1 0 0 0,-1-1 0 0 0,1 0 0 0 0,0 1 0 0 0,-1-1 1 0 0,1 1-1 0 0,0-1 0 0 0,0 1 0 0 0,-1-1 0 0 0,1 1 0 0 0,-1 0 0 0 0,1-1 0 0 0,-1 1 0 0 0,1 0 1 0 0,-1-1-1 0 0,1 1 0 0 0,-1 0 0 0 0,0 0 0 0 0,1 0 0 0 0,-1-1 0 0 0,0 1 0 0 0,0 0 0 0 0,1 0 1 0 0,-1 0-1 0 0,0 0 0 0 0,0-1 0 0 0,0 1 0 0 0,0 0 0 0 0,0 0 0 0 0,0 0 0 0 0,0 0 0 0 0,-1 0-34 0 0,98 130 164 0 0,-85-115-134 0 0,1-1 0 0 0,0 0-1 0 0,2-1 1 0 0,-1-1-1 0 0,2 0 1 0 0,13 9-30 0 0,49 44-90 0 0,-11 9-995 0 0,-105-65-13138 0 0,32-12 12661 0 0,0 0-122 0 0</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8:04.974"/>
    </inkml:context>
    <inkml:brush xml:id="br0">
      <inkml:brushProperty name="width" value="0.05" units="cm"/>
      <inkml:brushProperty name="height" value="0.05" units="cm"/>
    </inkml:brush>
  </inkml:definitions>
  <inkml:trace contextRef="#ctx0" brushRef="#br0">0 90 1160 0 0,'0'0'1000'0'0,"0"0"-74"0"0,0 0-73 0 0,0 0-81 0 0,0-3-98 0 0,13-45 1590 0 0,-6 10 3361 0 0,-1 65-3843 0 0,-2 333 271 0 0,-4-302-1972 0 0,0-18-28 0 0,0-1-47 0 0,0-14-49 0 0,0 9-149 0 0,-5 65-4734 0 0,5-99 4764 0 0,0-1 1 0 0,0 1 0 0 0,1 0-1 0 0,-1-1 1 0 0,0 1 0 0 0,0 0-1 0 0,0-1 1 0 0,0 1 0 0 0,0 0-1 0 0,0-1 1 0 0,0 1 0 0 0,0 0-1 0 0,1-1 1 0 0,-1 1 0 0 0,0 0-1 0 0,0-1 1 0 0,-1 1 0 0 0,1 0-1 0 0,0-1 1 0 0,0 1 0 0 0,0 0-1 0 0,0-1 1 0 0,0 1 0 0 0,0 0 0 0 0,0-1-1 0 0,0 1 1 0 0,-1 0 0 0 0,1 0-1 0 0,0-1 1 0 0,0 1 0 0 0,0 0-1 0 0,-1 0 1 0 0,1-1 0 0 0,0 1-1 0 0,0 0 1 0 0,-1 0 0 0 0,1-1-1 0 0,0 1 1 0 0,-1 0 0 0 0,1 0-1 0 0,0 0 1 0 0,0 0 0 0 0,-1 0-1 0 0,1-1 1 0 0,0 1 0 0 0,-1 0-1 0 0,1 0 1 0 0,0 0 0 0 0,-1 0-1 0 0,1 0 1 0 0,0 0 0 0 0,-1 0-1 0 0,1 0 1 0 0,-1 0 161 0 0,1-3-476 0 0,0-5-1020 0 0</inkml:trace>
  <inkml:trace contextRef="#ctx0" brushRef="#br0" timeOffset="669.05">31 47 1228 0 0,'-3'-9'5454'0'0,"-3"4"1400"0"0,21 19-3605 0 0,16 13-2625 0 0,106 116 805 0 0,-61-70-854 0 0,37 63-576 0 0,-104-125-309 0 0,6 7-197 0 0,-11-5-5375 0 0,-11-15 183 0 0,-6-9 1539 0 0,9 5 2774 0 0</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8:08.701"/>
    </inkml:context>
    <inkml:brush xml:id="br0">
      <inkml:brushProperty name="width" value="0.05" units="cm"/>
      <inkml:brushProperty name="height" value="0.05" units="cm"/>
    </inkml:brush>
  </inkml:definitions>
  <inkml:trace contextRef="#ctx0" brushRef="#br0">19 1 1996 0 0,'-15'0'1154'0'0,"12"0"-139"0"0,3 0-60 0 0,0 0-60 0 0,0 0-49 0 0,0 0-39 0 0,0 0-4 0 0,0 0-142 0 0,0 0-35 0 0,0 0 77 0 0,0 0-67 0 0,0 0-85 0 0,0 0-91 0 0,0 0-58 0 0,0 0-41 0 0,0 0-36 0 0,0 0-34 0 0,0 0 13 0 0,0 0 156 0 0,0 0 19 0 0,0 0-58 0 0,0 0-8 0 0,0 0-53 0 0,0 0-41 0 0,0 0-26 0 0,0 0-8 0 0,0 0-32 0 0,0 0-9 0 0,0 0-2 0 0,0 0-19 0 0,0 0-34 0 0,0 0 29 0 0,0 6 0 0 0,1-2-191 0 0,-2-3-17 0 0,1 0 0 0 0,0-1-1 0 0,0 1 1 0 0,0 0 0 0 0,-1-1 0 0 0,1 1-1 0 0,0 0 1 0 0,0 0 0 0 0,0-1 0 0 0,0 1 0 0 0,1 0-1 0 0,-1 0 1 0 0,0-1 0 0 0,0 1 0 0 0,0 0-1 0 0,0-1 1 0 0,1 1 0 0 0,-1 0 0 0 0,0-1-1 0 0,1 1 1 0 0,-1 0 0 0 0,1-1 0 0 0,-1 1 0 0 0,0-1-1 0 0,1 1 1 0 0,0 0 0 0 0,-1-1 0 0 0,1 1-1 0 0,-1-1 1 0 0,1 0 0 0 0,-1 1 0 0 0,1-1-1 0 0,0 1 1 0 0,-1-1 0 0 0,1 0 0 0 0,0 0 0 0 0,-1 1-1 0 0,1-1 1 0 0,0 0 0 0 0,0 0 0 0 0,-1 0-1 0 0,1 0 1 0 0,0 0 0 0 0,0 0 0 0 0,-1 0-1 0 0,1 0 1 0 0,0 0 0 0 0,0 0 0 0 0,-1 0 0 0 0,1 0-1 0 0,0-1 1 0 0,-1 1 0 0 0,1 0 0 0 0,0 0-1 0 0,0-1-9 0 0,110 0 1235 0 0,-7 1-755 0 0,50 0-483 0 0,-152 0-21 0 0,28 0-427 0 0,16-10 176 0 0,-39 34 602 0 0,-7 220-94 0 0,-1-122-1998 0 0,1-2-4110 0 0,-26-92 936 0 0,22-29 73 0 0,1-1 3221 0 0</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8:11.208"/>
    </inkml:context>
    <inkml:brush xml:id="br0">
      <inkml:brushProperty name="width" value="0.05" units="cm"/>
      <inkml:brushProperty name="height" value="0.05" units="cm"/>
    </inkml:brush>
  </inkml:definitions>
  <inkml:trace contextRef="#ctx0" brushRef="#br0">1 373 1148 0 0,'0'0'1058'0'0,"0"0"-20"0"0,0 0-127 0 0,0 0-96 0 0,0 0-66 0 0,0 0-11 0 0,0 0-36 0 0,0 0-46 0 0,0 0-88 0 0,0 0-62 0 0,0 0-50 0 0,0 0-42 0 0,0 0 36 0 0,0 0-16 0 0,0 0-17 0 0,0 0-57 0 0,0 0 1 0 0,7 5 526 0 0,192-166 1743 0 0,-186 148-2522 0 0,8-5 11 0 0,-4 4-55 0 0,-6 4-33 0 0,0 0-9 0 0,-5 2-11 0 0,34-36 24 0 0,27-15 401 0 0,-28 19-1166 0 0,-39 40 749 0 0,0 0 1 0 0,0 0-1 0 0,0 1 1 0 0,0-1-1 0 0,0 0 0 0 0,0 0 1 0 0,1 1-1 0 0,-1-1 1 0 0,0 0-1 0 0,0 0 0 0 0,0 0 1 0 0,0 1-1 0 0,1-1 0 0 0,-1 0 1 0 0,0 0-1 0 0,0 0 1 0 0,0 0-1 0 0,1 1 0 0 0,-1-1 1 0 0,0 0-1 0 0,0 0 0 0 0,1 0 1 0 0,-1 0-1 0 0,0 0 1 0 0,0 0-1 0 0,1 0 0 0 0,-1 0 1 0 0,0 0-1 0 0,0 1 1 0 0,1-1-1 0 0,-1 0 0 0 0,0 0 1 0 0,0-1-1 0 0,1 1 0 0 0,-1 0 1 0 0,0 0-1 0 0,0 0 1 0 0,1 0-1 0 0,-1 0 0 0 0,0 0 1 0 0,0 0-1 0 0,1 0 0 0 0,-1 0 1 0 0,0 0-1 0 0,0-1 1 0 0,1 1-1 0 0,-1 0 0 0 0,0 0 1 0 0,0 0-1 0 0,0-1 1 0 0,1 1-1 0 0,-1 0 0 0 0,0 0 1 0 0,0 0-1 0 0,0-1 0 0 0,0 1 1 0 0,0 0-1 0 0,1 0-19 0 0,-3 63 342 0 0,4 262-390 0 0,16-270-82 0 0,-5 0-344 0 0,-13 39-1509 0 0,0-92 1737 0 0,-2 19-1865 0 0,-3-19 2276 0 0,4 4-2544 0 0,-4-1-4671 0 0,-10 9 5662 0 0</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8:14.380"/>
    </inkml:context>
    <inkml:brush xml:id="br0">
      <inkml:brushProperty name="width" value="0.05" units="cm"/>
      <inkml:brushProperty name="height" value="0.05" units="cm"/>
    </inkml:brush>
  </inkml:definitions>
  <inkml:trace contextRef="#ctx0" brushRef="#br0">0 14 1660 0 0,'0'0'1056'0'0,"0"0"-75"0"0,0 0-172 0 0,0 0-79 0 0,0 0-72 0 0,0 0-81 0 0,0 0-11 0 0,0 0-62 0 0,0 0-19 0 0,0 0 27 0 0,0 0-34 0 0,0 0-57 0 0,0 0 34 0 0,0 0-36 0 0,0 0-24 0 0,0 0-17 0 0,0 0-21 0 0,0 0 6 0 0,0 0-15 0 0,0 0-8 0 0,0 0-23 0 0,0 0 59 0 0,0 0-76 0 0,0 0-25 0 0,0 0 0 0 0,0 0 15 0 0,0 0-13 0 0,0 0-12 0 0,0 0-53 0 0,0 0-44 0 0,0 0 48 0 0,0 0-95 0 0,0 0-80 0 0,0 0-13 0 0,0 0 14 0 0,0 0 48 0 0,0 0-14 0 0,0 0 23 0 0,0 0 0 0 0,0 0-11 0 0,0 0 30 0 0,0 0 147 0 0,0 0-9 0 0,0 0-73 0 0,0 0 48 0 0,1-3 15 0 0,0 2-226 0 0,-1 0 0 0 0,1 1 1 0 0,-1-1-1 0 0,1 0 0 0 0,-1 1 1 0 0,1-1-1 0 0,-1 1 0 0 0,1-1 1 0 0,0 0-1 0 0,-1 1 1 0 0,1-1-1 0 0,0 1 0 0 0,-1 0 1 0 0,1-1-1 0 0,0 1 0 0 0,0 0 1 0 0,-1-1-1 0 0,1 1 0 0 0,0 0 1 0 0,0 0-1 0 0,0 0 0 0 0,-1 0 1 0 0,1-1-1 0 0,0 1 1 0 0,0 0-1 0 0,0 0 0 0 0,0 1 1 0 0,-1-1-1 0 0,1 0 0 0 0,0 0 1 0 0,0 0-1 0 0,0 1 0 0 0,-1-1 1 0 0,1 0-1 0 0,0 1 1 0 0,0-1-1 0 0,-1 0 0 0 0,1 1 1 0 0,0-1-1 0 0,-1 1 0 0 0,1-1 1 0 0,0 1-1 0 0,-1-1 0 0 0,1 1 1 0 0,-1 0-1 0 0,1-1 0 0 0,-1 1 1 0 0,1 0-1 0 0,-1 0 1 0 0,0-1-1 0 0,1 1 0 0 0,-1 1-20 0 0,4 0 46 0 0,152 93 1025 0 0,-54-14-997 0 0,-93-73-63 0 0,-3-2-4 0 0,-1-2-10 0 0,9 8 46 0 0,4 6 203 0 0,1 1-247 0 0,4-4-236 0 0,-33-23 358 0 0,-2 42-19 0 0,9 6 17 0 0,3-38-149 0 0,0 22-47 0 0,0 376-3331 0 0,-11-396 2658 0 0,1 25-2236 0 0,8-25 1405 0 0,-4-2-6030 0 0,5-4 6175 0 0</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48:18.534"/>
    </inkml:context>
    <inkml:brush xml:id="br0">
      <inkml:brushProperty name="width" value="0.05" units="cm"/>
      <inkml:brushProperty name="height" value="0.05" units="cm"/>
    </inkml:brush>
  </inkml:definitions>
  <inkml:trace contextRef="#ctx0" brushRef="#br0">387 17 1060 0 0,'0'0'758'0'0,"0"0"-170"0"0,0 0-56 0 0,0 0-32 0 0,0 0-93 0 0,0 0-22 0 0,0 0-16 0 0,0 0-34 0 0,0 0 28 0 0,0 0 37 0 0,0 0-86 0 0,0 0-82 0 0,0 0 14 0 0,0 0-22 0 0,0 0 42 0 0,0 0 9 0 0,0 0-54 0 0,0 0-23 0 0,0 0-65 0 0,0 0 29 0 0,0 0-9 0 0,0 0-13 0 0,0 0 13 0 0,0 0-4 0 0,0 0 0 0 0,0 0-36 0 0,0-4-64 0 0,-12-9 5123 0 0,2 18-5661 0 0,12 35 1007 0 0,-2 77 82 0 0,0-37-460 0 0,0 1-44 0 0,0-27 14 0 0,0-2-128 0 0,0-50-22 0 0,0-2 38 0 0,1 30-457 0 0,8-12 1055 0 0,-43-1 57 0 0,-23 18-493 0 0,-112 107-634 0 0,103-72 76 0 0,19-24-921 0 0,45-44 2096 0 0,1-1-3570 0 0,0 0-6237 0 0,1-1 7404 0 0</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3-28T16:51:18.371"/>
    </inkml:context>
    <inkml:brush xml:id="br0">
      <inkml:brushProperty name="width" value="0.05" units="cm"/>
      <inkml:brushProperty name="height" value="0.05" units="cm"/>
      <inkml:brushProperty name="color" value="#E71224"/>
    </inkml:brush>
  </inkml:definitions>
  <inkml:trace contextRef="#ctx0" brushRef="#br0">24 2961 1508 0 0,'0'0'974'0'0,"0"0"-92"0"0,0 0-93 0 0,0 0-62 0 0,0 0-61 0 0,0 0-1 0 0,0 0-75 0 0,0 0-21 0 0,0 0-17 0 0,-3 0-49 0 0,-9 0-67 0 0,8 0 27 0 0,4 0-69 0 0,0 0-42 0 0,0 0-28 0 0,0 0-6 0 0,0 0-18 0 0,0 0-20 0 0,0 0-24 0 0,0 0 19 0 0,0 0-51 0 0,0 0 23 0 0,0 0 10 0 0,0 0-15 0 0,0 0-40 0 0,0 0-16 0 0,0 0 10 0 0,0 0 2 0 0,0 0-13 0 0,0 0-54 0 0,0 0 91 0 0,0 0-26 0 0,0 0-85 0 0,0 0 8 0 0,0 0 53 0 0,0 3-58 0 0,0 11-16 0 0,0-11 58 0 0,-1 2 0 0 0,1-4-155 0 0,-1 0 14 0 0,1 0 0 0 0,-1 0 0 0 0,1 0 1 0 0,0 0-1 0 0,-1 0 0 0 0,1 0 0 0 0,0 0 0 0 0,0 0 0 0 0,0 0 0 0 0,0 0 0 0 0,0 0 0 0 0,0 0 0 0 0,0 0 0 0 0,0 0 0 0 0,0 0 0 0 0,1 0 0 0 0,-1 0 0 0 0,0 0 0 0 0,1 0 0 0 0,-1 0 0 0 0,0 0 0 0 0,1 0 0 0 0,-1 0 0 0 0,1 0 0 0 0,0 0 0 0 0,-1 0 0 0 0,1 0 0 0 0,0-1 0 0 0,0 1 1 0 0,-1 0-1 0 0,1-1 0 0 0,0 1 0 0 0,0 0 0 0 0,0-1 0 0 0,0 1 0 0 0,0-1 0 0 0,0 1 0 0 0,0-1 0 0 0,0 1 0 0 0,0-1 0 0 0,0 0 0 0 0,0 0 0 0 0,0 0 0 0 0,0 1 0 0 0,0-1 0 0 0,1 0-15 0 0,17 8 182 0 0,1 0-1 0 0,0-1 1 0 0,1-1-1 0 0,0-1 1 0 0,-1-1-1 0 0,2-1 1 0 0,-1-1-1 0 0,1 0-181 0 0,46 6 164 0 0,28 10 22 0 0,-13-3-198 0 0,60 11 3 0 0,21-25-20 0 0,1144-1 343 0 0,-1248-27-477 0 0,111 20 453 0 0,-110-10-243 0 0,183 12-812 0 0,-204-18 1006 0 0,155-4 434 0 0,-189 24-605 0 0,114-29-443 0 0,139 16 508 0 0,-184-2-96 0 0,37 18-151 0 0,-28-12 98 0 0,56-19 164 0 0,-108 24-186 0 0,1 2 1 0 0,0 2-1 0 0,0 1 1 0 0,0 1 0 0 0,24 3 35 0 0,11 0 662 0 0,-41-13-781 0 0,736 11-508 0 0,-714 23 748 0 0,51-14 0 0 0,-77-4-714 0 0,-31-5-1246 0 0,-97-16-5628 0 0,17-10 2543 0 0,61 14 3384 0 0</inkml:trace>
  <inkml:trace contextRef="#ctx0" brushRef="#br0" timeOffset="3812.059">7798 0 1632 0 0,'4'0'996'0'0,"5"1"606"0"0,-16 9 8068 0 0,-5 1-10839 0 0,-113 102 2743 0 0,-15-2-1032 0 0,-1-3-413 0 0,-23 49 183 0 0,-6 10-188 0 0,68-69-176 0 0,53-54 3 0 0,-56 44 155 0 0,14-14 34 0 0,5 14-224 0 0,30-27 49 0 0,-7 16 227 0 0,6 5-335 0 0,-20 15 51 0 0,-18-3-68 0 0,57-59 168 0 0,-39 50 244 0 0,24-25-276 0 0,-56 50 132 0 0,50-48-190 0 0,-45 36 304 0 0,66-63-348 0 0,-59 57 87 0 0,9 1 59 0 0,42-36 80 0 0,-114 108-24 0 0,55-31-347 0 0,57-71-101 0 0,31-33 352 0 0,-93 112-338 0 0,52-68 357 0 0,-33 31-325 0 0,7-30 98 0 0,19-10-224 0 0,-14 5 515 0 0,24-25 33 0 0,-20 29-132 0 0,-20 10 10 0 0,-25 22-64 0 0,58-53 118 0 0,-71 75-64 0 0,80-77-88 0 0,20-13 230 0 0,-11 10-82 0 0,-41 42-168 0 0,34-38 287 0 0,5-11 145 0 0,25-15-124 0 0,21-26-177 0 0,0 0 40 0 0,0 0 5 0 0,0 0-63 0 0,0 0 5 0 0,0 0 29 0 0,0 0-66 0 0,0 0-86 0 0,0 0-64 0 0,0 0-30 0 0,-18 23-1476 0 0,3-12-5619 0 0,12-10 5811 0 0,-1-1 93 0 0</inkml:trace>
  <inkml:trace contextRef="#ctx0" brushRef="#br0" timeOffset="16933.531">1182 829 1024 0 0,'0'0'829'0'0,"0"0"-134"0"0,0 0-109 0 0,0 0 34 0 0,0 0-37 0 0,-4 0-16 0 0,3 0-511 0 0,0 0-1 0 0,0 1 1 0 0,0-1-1 0 0,0 0 1 0 0,0 1-1 0 0,0-1 1 0 0,0 0-1 0 0,0 1 1 0 0,0 0 0 0 0,0-1-1 0 0,0 1 1 0 0,0 0-1 0 0,0-1 1 0 0,0 1-1 0 0,1 0 1 0 0,-1 0-1 0 0,0 0 1 0 0,0-1-1 0 0,1 1 1 0 0,-1 0-1 0 0,1 0 1 0 0,-1 0-1 0 0,1 0 1 0 0,-1 0-1 0 0,1 0 1 0 0,-1 0-1 0 0,1 1 1 0 0,0-1-1 0 0,0 0 1 0 0,0 0-1 0 0,0 0 1 0 0,-1 0-1 0 0,1 0 1 0 0,1 0-1 0 0,-1 1 1 0 0,0-1-1 0 0,0 0 1 0 0,0 0-1 0 0,1 0 1 0 0,-1 0-1 0 0,0 0 1 0 0,1 0-1 0 0,-1 0 1 0 0,1 0-56 0 0,-1 3 207 0 0,0 326 2727 0 0,23-161-2374 0 0,-15 59 290 0 0,-10-143-490 0 0,15-20-177 0 0,-10 3-42 0 0,-3 346 246 0 0,-9-321-279 0 0,9 1289 2562 0 0,0-1278-2731 0 0,0-103 42 0 0,0 34 211 0 0,-1-3-1200 0 0,1-32 771 0 0,0 0 0 0 0,0 0 0 0 0,0 0 0 0 0,-1 0 0 0 0,1 0 0 0 0,0 0 0 0 0,0 0 0 0 0,-1 0 0 0 0,1 0 0 0 0,0 0 0 0 0,0 0 0 0 0,-1 0 0 0 0,1 0 0 0 0,0 0 0 0 0,0 0 1 0 0,-1 0-1 0 0,1 0 0 0 0,0 0 237 0 0,2-78-7133 0 0,-2 56 5572 0 0</inkml:trace>
  <inkml:trace contextRef="#ctx0" brushRef="#br0" timeOffset="19799.936">100 1957 2008 0 0,'0'0'1023'0'0,"0"0"-104"0"0,0 0-45 0 0,0 0-59 0 0,0 0-61 0 0,0 0-95 0 0,0 0 23 0 0,0 0-101 0 0,0 0-80 0 0,0 0 5 0 0,0 0 60 0 0,0 0-64 0 0,0 0-44 0 0,0 0-51 0 0,0 3 12 0 0,0-1-368 0 0,0 0 1 0 0,1 0 0 0 0,-1 0 0 0 0,1 0-1 0 0,-1-1 1 0 0,1 1 0 0 0,0 0 0 0 0,0 0-1 0 0,0-1 1 0 0,0 1 0 0 0,0 0 0 0 0,0-1-1 0 0,0 1 1 0 0,1-1 0 0 0,-1 0 0 0 0,0 1-1 0 0,1-1 1 0 0,-1 0 0 0 0,1 0-1 0 0,-1 0 1 0 0,1 0 0 0 0,0 0 0 0 0,0 0-1 0 0,-1 0 1 0 0,1 0 0 0 0,0-1 0 0 0,0 1-1 0 0,0-1 1 0 0,0 1 0 0 0,1-1-52 0 0,125-1 3021 0 0,24 1-2473 0 0,-76 23-366 0 0,106-4 172 0 0,150-14-381 0 0,37-5 297 0 0,-363-4-306 0 0,44-18 234 0 0,34 10-277 0 0,71 7-253 0 0,-61-28 739 0 0,60 24-579 0 0,-139 5 140 0 0,34-21-90 0 0,61 8 432 0 0,0 5-57 0 0,-2 0-530 0 0,104 0 19 0 0,-134-16 36 0 0,61 9 124 0 0,21 13 228 0 0,-79-14-162 0 0,39-1 254 0 0,18 20-620 0 0,-45 1 860 0 0,134 5-662 0 0,-226-5 129 0 0,232 0 180 0 0,-208 11-433 0 0,15-3 536 0 0,-6-6 278 0 0,-4-2-278 0 0,57 0-896 0 0,-77 5 368 0 0,2 0-4565 0 0,-12-5 4778 0 0,1 0 0 0 0,-1 0 1 0 0,0 0-1 0 0,1 0 0 0 0,-1 0 0 0 0,0 0 0 0 0,1 1 1 0 0,-1-1-1 0 0,1 0 0 0 0,-1 0 0 0 0,0 0 0 0 0,1 0 1 0 0,-1 0-1 0 0,0 0 0 0 0,1 1 0 0 0,-1-1 0 0 0,0 0 1 0 0,1 0-1 0 0,-1 0 0 0 0,0 1 0 0 0,0-1 0 0 0,1 0 0 0 0,-1 1 1 0 0,0-1-1 0 0,0 0 0 0 0,1 0 0 0 0,-1 1 0 0 0,0-1 1 0 0,0 0-1 0 0,0 1 0 0 0,0-1 0 0 0,0 1 0 0 0,1-1 1 0 0,-1 0-1 0 0,0 1 0 0 0,0-1 0 0 0,0 0 0 0 0,0 1 1 0 0,0-1-1 0 0,0 1 0 0 0,0-1 0 0 0,0 0 0 0 0,0 1 0 0 0,0-1 1 0 0,-1 0-1 0 0,1 1 0 0 0,0-1 0 0 0,0 0 0 0 0,0 1 1 0 0,0-1-1 0 0,0 0 0 0 0,-1 1 0 0 0,1-1 0 0 0,0 0 1 0 0,0 1-1 0 0,-1-1 0 0 0,1 0 0 0 0,0 0 0 0 0,0 1 1 0 0,-1-1-1 0 0,1 0 0 0 0,0 0 0 0 0,-1 1 0 0 0,1-1 1 0 0,0 0 101 0 0,-17 4-2667 0 0,7-2 1378 0 0</inkml:trace>
  <inkml:trace contextRef="#ctx0" brushRef="#br0" timeOffset="30741.411">1148 3914 1204 0 0,'0'0'790'0'0,"0"0"-180"0"0,0 0-42 0 0,0 0-52 0 0,0 0-49 0 0,0 0-15 0 0,0 0 43 0 0,0 0-44 0 0,0 0-95 0 0,0 0-32 0 0,0 0 5 0 0,0 0 18 0 0,0 0-20 0 0,0 0-43 0 0,0 0-29 0 0,0 0-23 0 0,0 0-42 0 0,0 0 22 0 0,0 0-27 0 0,2 0 0 0 0,56 33 680 0 0,-35-14-681 0 0,78 58 471 0 0,62 37-201 0 0,-37-19 43 0 0,27 21 164 0 0,-22-7-232 0 0,-18-11-72 0 0,29 21-335 0 0,-76-58 260 0 0,45 29 411 0 0,33 21-114 0 0,-99-75-315 0 0,-44-35-227 0 0,-1-1-16 0 0,0 0 22 0 0,26 21-74 0 0,36 33-49 0 0,-36-34 853 0 0,-19-15-222 0 0,-7 1-569 0 0,0-6-14 0 0,9 22-52 0 0,57 93 371 0 0,14 5-481 0 0,58 29 521 0 0,-18-60-431 0 0,4 6 68 0 0,-20-5-87 0 0,-17 4 276 0 0,3 6-239 0 0,-12 1 283 0 0,-35-43-327 0 0,29 22 131 0 0,-14-11 272 0 0,94 110-583 0 0,-77-84 405 0 0,55 52-121 0 0,-51-43-48 0 0,-44-63 180 0 0,41 61 13 0 0,-27-34-304 0 0,22 9 289 0 0,14 29 8 0 0,38 23-393 0 0,-9-18 102 0 0,-81-84 239 0 0,68 71-23 0 0,79 57-41 0 0,-97-77 75 0 0,77 91-439 0 0,-115-115 338 0 0,24 26 78 0 0,7 22-2 0 0,32 32-94 0 0,-59-76-186 0 0,65 74 294 0 0,-11-42-64 0 0,43 49-264 0 0,30 26 139 0 0,-76-72 0 0 0,-3 4 177 0 0,-69-58-120 0 0,130 154 64 0 0,-87-105 227 0 0,29 6-218 0 0,-1-24-255 0 0,19 3 308 0 0,-27-11-58 0 0,-27-17 70 0 0,-9-2-48 0 0,12 17-210 0 0,40 51 273 0 0,-43-52 32 0 0,2 5-74 0 0,13 24-298 0 0,-15-12 185 0 0,31 18 77 0 0,-50-55-104 0 0,-15-17 204 0 0,-6 0-871 0 0,-75-31-7613 0 0,19-6 5828 0 0,8 3 1031 0 0</inkml:trace>
  <inkml:trace contextRef="#ctx0" brushRef="#br0" timeOffset="36222.026">3231 4640 1588 0 0,'0'0'621'0'0,"0"0"-68"0"0,0 0-49 0 0,0 0-59 0 0,0 0-36 0 0,0 0 9 0 0,0 0-84 0 0,0 0 14 0 0,0 0-15 0 0,0 0-48 0 0,0 0-32 0 0,0 0 43 0 0,0 0-43 0 0,0 0 5 0 0,0 0-25 0 0,0 0-19 0 0,0 0 34 0 0,0 0 37 0 0,0 0-16 0 0,0 0-11 0 0,0 0-54 0 0,0 0-7 0 0,0 0-36 0 0,0 0 3 0 0,0 0 35 0 0,0 0 22 0 0,0 0-64 0 0,0 0-18 0 0,0 0 28 0 0,0 0 9 0 0,0 0-53 0 0,0 0-8 0 0,0 4 31 0 0,0 10 19 0 0,0-10 16 0 0,-4 2-25 0 0,-13 20-9 0 0,14 24 582 0 0,3 320 305 0 0,11-296-989 0 0,-11 291 441 0 0,11-321-554 0 0,-11-16 122 0 0,0-9-122 0 0,0 1-30 0 0,0-5 40 0 0,0 373 103 0 0,-11-364-90 0 0,11 146 185 0 0,-9-142-80 0 0,9 162-138 0 0,-9-170 127 0 0,7 22-135 0 0,2 232 73 0 0,8-237 35 0 0,-8-36-73 0 0,0 22 36 0 0,0 87 43 0 0,19-41-44 0 0,1 230-31 0 0,-20 262 119 0 0,12-514-29 0 0,-12 185 163 0 0,8-205-308 0 0,-8 149-122 0 0,9-153 98 0 0,-9 266 110 0 0,24-239 118 0 0,-15 42-206 0 0,-9-91 118 0 0,0 24-17 0 0,0 346 116 0 0,0-209-169 0 0,0-161 100 0 0,0 40 56 0 0,0-39-149 0 0,0-2 16 0 0,0 40-617 0 0,0-38 445 0 0,0-2-6 0 0,0 0-14 0 0,0 0-94 0 0,0 0-52 0 0,0 8-298 0 0,0-6-6694 0 0,0-2 5967 0 0</inkml:trace>
  <inkml:trace contextRef="#ctx0" brushRef="#br0" timeOffset="42710.432">8811 6554 1372 0 0,'0'0'848'0'0,"0"0"-36"0"0,0 0-102 0 0,0 0-147 0 0,0 0-84 0 0,0 0-43 0 0,0 0-8 0 0,-3 0-21 0 0,-10 0-77 0 0,9 0-39 0 0,4 0 16 0 0,0 0-28 0 0,0 0-56 0 0,0 0-43 0 0,0 0-12 0 0,0 0 13 0 0,0 0-50 0 0,0 0 3 0 0,0 0 49 0 0,0 0-10 0 0,0 0 16 0 0,0 0 32 0 0,0 0-51 0 0,0 0-22 0 0,0 0 12 0 0,0 0 19 0 0,0 0-20 0 0,0 0-1 0 0,0 0-42 0 0,0 0-10 0 0,-3 6 89 0 0,-10 17 9 0 0,14-4 559 0 0,-1 60 700 0 0,0 24-951 0 0,17-46-426 0 0,-4 107 142 0 0,-13-34-252 0 0,11-65 5 0 0,-11 25 57 0 0,11-60 100 0 0,-5-5-164 0 0,-1 1 0 0 0,-2 0-1 0 0,-1 0 1 0 0,-1 0 0 0 0,-1 0 0 0 0,-1 10 26 0 0,0 14 93 0 0,17 3-29 0 0,-5 216-155 0 0,-11-168 31 0 0,0-61 16 0 0,0-13 59 0 0,0 446-233 0 0,-11-419 149 0 0,3 46 142 0 0,5-59-141 0 0,-8-22 2 0 0,2 180-198 0 0,11-126 331 0 0,-2 466-105 0 0,7-518 68 0 0,-2 42-18 0 0,12-26-63 0 0,-5 62 111 0 0,-4 20-100 0 0,-8 234 20 0 0,9-331-109 0 0,-9-1-164 0 0,1-14-531 0 0,0 1 1 0 0,-1-1-1 0 0,0 0 0 0 0,-1 1 0 0 0,1-1 1 0 0,-1 0-1 0 0,-1 0 0 0 0,1 0 0 0 0,-1 1 1 0 0,-1-2-1 0 0,1 1 0 0 0,-3 4 824 0 0,-11 9-1474 0 0</inkml:trace>
  <inkml:trace contextRef="#ctx0" brushRef="#br0" timeOffset="45675.215">6852 8533 896 0 0,'15'0'987'0'0,"-12"0"-124"0"0,-3 0-122 0 0,0 0-76 0 0,4 0-78 0 0,9 0-42 0 0,-5-6-22 0 0,14-19-13 0 0,24 3 2527 0 0,14-12-960 0 0,21-34-1251 0 0,-19 2-307 0 0,20-16-406 0 0,-15 0 142 0 0,55-76-22 0 0,-66 70-327 0 0,-20 26 240 0 0,18-16-274 0 0,-23 25 186 0 0,8-2 18 0 0,-6-4-18 0 0,18-7-83 0 0,6-8-40 0 0,5-1 155 0 0,4-4-146 0 0,-13 23 5 0 0,28-33 170 0 0,-8 6-161 0 0,-8 3-86 0 0,-3-9 60 0 0,32-36 148 0 0,-54 81-256 0 0,26-35 139 0 0,6 8 68 0 0,-5 29-351 0 0,-34 28 296 0 0,-19 1 28 0 0,-3 2 16 0 0,-11 11 8 0 0,0 0-8 0 0,0 0-32 0 0,0 0-4 0 0,0 0 16 0 0,0 0-36 0 0,15-3 126 0 0,30-36-41 0 0,-21 25-134 0 0,-22 14 91 0 0,-2 0-14 0 0,0 0-12 0 0,0 0 48 0 0,0 0 39 0 0,0 0-18 0 0,0 0-61 0 0,0 0 42 0 0,0 0-34 0 0,0 0-15 0 0,0 0-10 0 0,0 0 23 0 0,0 0-20 0 0,31-26-91 0 0,-10 4 272 0 0,-17 19-52 0 0,-2 0-1921 0 0,-18 8-4110 0 0,5 0 3046 0 0,5 1 1414 0 0</inkml:trace>
  <inkml:trace contextRef="#ctx0" brushRef="#br0" timeOffset="52965.274">9678 9425 1044 0 0,'0'0'847'0'0,"0"0"-124"0"0,0 0-75 0 0,0 0-102 0 0,0 0-58 0 0,0 0-68 0 0,-3 0 34 0 0,-54 28 2700 0 0,-1 48-764 0 0,-84 71-1387 0 0,73-68-771 0 0,-66 78 43 0 0,109-121-256 0 0,-1-2 1 0 0,-2-1-1 0 0,-1-1 1 0 0,-11 8-20 0 0,13-13 9 0 0,-37 36-86 0 0,-19 18 64 0 0,-46 40 35 0 0,41-31-233 0 0,-87 83-3 0 0,57-53 46 0 0,-22 22 82 0 0,35-38 80 0 0,73-71 86 0 0,-15 16-9 0 0,-45 55-178 0 0,-12 5 82 0 0,-20 46 38 0 0,81-107-14 0 0,44-47-145 0 0,0-1-98 0 0,0 0-88 0 0,14-24-6899 0 0,-5 9 5687 0 0</inkml:trace>
  <inkml:trace contextRef="#ctx0" brushRef="#br0" timeOffset="54534.462">9640 9460 1324 0 0,'0'0'551'0'0,"0"0"66"0"0,0 0-27 0 0,0 0-72 0 0,0 0-36 0 0,0 0-14 0 0,0 0-27 0 0,0 0-45 0 0,0 0 2 0 0,0 0-104 0 0,0 0-23 0 0,0 0 42 0 0,0 0-21 0 0,0 0 8 0 0,0 0-6 0 0,0 0 11 0 0,0 0-43 0 0,0 0 12 0 0,0 0-3 0 0,0 0-1 0 0,0 0-15 0 0,0 0-50 0 0,0 0-4 0 0,0 0 53 0 0,0 0-20 0 0,0 0-44 0 0,0-3-60 0 0,0 3-118 0 0,0-1 0 0 0,1 1 1 0 0,-1-1-1 0 0,0 1 1 0 0,0-1-1 0 0,1 1 1 0 0,-1-1-1 0 0,0 1 1 0 0,0-1-1 0 0,1 1 0 0 0,-1 0 1 0 0,1-1-1 0 0,-1 1 1 0 0,0-1-1 0 0,1 1 1 0 0,-1 0-1 0 0,1 0 0 0 0,-1-1 1 0 0,1 1-1 0 0,-1 0 1 0 0,1 0-1 0 0,-1-1 1 0 0,1 1-1 0 0,-1 0 0 0 0,1 0 1 0 0,-1 0-1 0 0,1 0 1 0 0,-1 0-1 0 0,1 0 1 0 0,-1 0-1 0 0,1 0 0 0 0,-1 0 1 0 0,1 0-1 0 0,-1 0 1 0 0,1 0-1 0 0,-1 0 1 0 0,1 0-1 0 0,-1 1 0 0 0,1-1 1 0 0,-1 0-1 0 0,1 0 1 0 0,-1 0-1 0 0,1 1 1 0 0,-1-1-1 0 0,1 0 0 0 0,-1 1 1 0 0,1-1-1 0 0,-1 0 1 0 0,0 1-1 0 0,1-1 1 0 0,-1 1-1 0 0,0-1 0 0 0,1 1 1 0 0,-1-1-1 0 0,0 1 1 0 0,0-1-1 0 0,0 1 1 0 0,1-1-1 0 0,-1 1 0 0 0,0-1 1 0 0,0 1-1 0 0,0-1 1 0 0,0 1-1 0 0,0-1 1 0 0,0 1-1 0 0,0-1 1 0 0,0 1-1 0 0,0-1 0 0 0,0 1 1 0 0,0-1-13 0 0,11 11 171 0 0,130 117 1454 0 0,-52-42-1174 0 0,1 16-153 0 0,52 75-53 0 0,-111-140-162 0 0,34 39 4 0 0,-19-22-86 0 0,-19-22 62 0 0,49 44-61 0 0,-8-15-83 0 0,-56-50-2206 0 0,-13-6-6183 0 0,-3-4 6948 0 0</inkml:trace>
  <inkml:trace contextRef="#ctx0" brushRef="#br0" timeOffset="64859.41">6736 13960 1292 0 0,'3'0'456'0'0,"10"0"-66"0"0,-9 0-148 0 0,-4 0-16 0 0,0 0 120 0 0,0 0-10 0 0,0 0-46 0 0,0 0 40 0 0,0 0-26 0 0,0 0-72 0 0,0 0 27 0 0,0 0 21 0 0,0 0-5 0 0,0 0-6 0 0,0 0 6 0 0,0 0-38 0 0,0 0 23 0 0,0 0-63 0 0,0 0 8 0 0,0 0-1 0 0,0 0-27 0 0,0-4-1 0 0,0-10-2 0 0,3 10-29 0 0,20-2 309 0 0,36-46 196 0 0,6-10-126 0 0,-18 17-197 0 0,99-110 129 0 0,-95 109-380 0 0,65-87 1 0 0,-23 14 45 0 0,-43 37-159 0 0,14 9-21 0 0,44-65 70 0 0,-43 61-50 0 0,22-11 88 0 0,-16 20 90 0 0,61-48-329 0 0,-50 49 89 0 0,5-2 85 0 0,-7 4-5 0 0,-2-7 161 0 0,107-124-320 0 0,-138 147 211 0 0,17-16-58 0 0,20-38 200 0 0,-33 44-206 0 0,65-69 18 0 0,-12 12-139 0 0,-3 10 300 0 0,81-71-48 0 0,-93 92-47 0 0,-32 29-5 0 0,22-65 22 0 0,-35 67-116 0 0,31-31 59 0 0,9 1-61 0 0,-18 23 88 0 0,-20 21 24 0 0,4-11-110 0 0,43-33 191 0 0,-11 1 58 0 0,-13 16-33 0 0,74-90-33 0 0,-81 96-139 0 0,35-46-113 0 0,-9 19 145 0 0,43-36-161 0 0,-30 25 247 0 0,-26 33-195 0 0,18-2 156 0 0,47-16-109 0 0,-54 3 166 0 0,13-34-29 0 0,-73 86-97 0 0,2 2 0 0 0,1 1 0 0 0,1 1 0 0 0,1 1-1 0 0,6-1-6 0 0,50-34-28 0 0,5 0-220 0 0,14-28 263 0 0,12-30 106 0 0,7-20 51 0 0,-54 58-180 0 0,-7 8 130 0 0,14-17-18 0 0,-11 1-164 0 0,6 10 122 0 0,-4 8 261 0 0,7-10-162 0 0,47-51 201 0 0,41-18 434 0 0,-43 75-523 0 0,-50 20-222 0 0,-24 10 20 0 0,41-35 45 0 0,19-11-190 0 0,-36 21 129 0 0,-17 16 50 0 0,-2 9-55 0 0,-44 36-1078 0 0,-10-8-8339 0 0,-6 9 9425 0 0,-2 1-1620 0 0</inkml:trace>
  <inkml:trace contextRef="#ctx0" brushRef="#br0" timeOffset="71560.169">4885 6555 1576 0 0,'0'1'45'0'0,"0"0"-1"0"0,0-1 1 0 0,-1 1 0 0 0,1 0-1 0 0,0-1 1 0 0,0 1 0 0 0,0 0-1 0 0,0-1 1 0 0,0 1 0 0 0,0 0-1 0 0,0-1 1 0 0,0 1 0 0 0,0 0-1 0 0,0-1 1 0 0,1 1-1 0 0,-1 0 1 0 0,0-1 0 0 0,0 1-1 0 0,1 0 1 0 0,-1-1 0 0 0,0 1-1 0 0,1-1 1 0 0,-1 1 0 0 0,0 0-1 0 0,1-1 1 0 0,-1 1 0 0 0,1-1-1 0 0,-1 1 1 0 0,1-1-1 0 0,-1 0 1 0 0,1 1 0 0 0,0-1-1 0 0,-1 0 1 0 0,1 1 0 0 0,-1-1-1 0 0,1 0 1 0 0,0 1 0 0 0,-1-1-1 0 0,1 0 1 0 0,0 0 0 0 0,-1 0-1 0 0,1 0 1 0 0,0 0-1 0 0,-1 0 1 0 0,1 0 0 0 0,0 0-1 0 0,-1 0 1 0 0,1 0 0 0 0,0 0-45 0 0,-1 3 518 0 0,0 11 11 0 0,7-5-63 0 0,76 64 2744 0 0,-28-5-1928 0 0,-1-12-778 0 0,31 55-98 0 0,-16-38-171 0 0,109 113-115 0 0,-70-65 88 0 0,10 22 250 0 0,12-6 6 0 0,-63-73-213 0 0,-23-9-12 0 0,2-8-16 0 0,52 68 83 0 0,60 73 69 0 0,13-15-377 0 0,-76-82 125 0 0,-5-3 62 0 0,1-8-440 0 0,-7-11 407 0 0,52 18-215 0 0,-39-25 81 0 0,38 35 167 0 0,80 71-237 0 0,-105-74 172 0 0,-15-3-361 0 0,-2 1 286 0 0,3 7 51 0 0,-24-25-121 0 0,7-2-105 0 0,36 51 407 0 0,-20-39-353 0 0,-43-38 127 0 0,-6 6 38 0 0,62 48-249 0 0,21 55 29 0 0,-48-42 190 0 0,-13-26-28 0 0,26 15 21 0 0,-52-60-27 0 0,25 25-99 0 0,13 3 110 0 0,25 34-21 0 0,-27-40-132 0 0,-52-42 32 0 0,50 43 152 0 0,-24-15-153 0 0,45 26 3 0 0,-13-4-52 0 0,23 24-143 0 0,-56-45 220 0 0,-8-5 99 0 0,26 30-52 0 0,44 30-43 0 0,-83-63 24 0 0,47 41 90 0 0,24 10-251 0 0,-62-61 400 0 0,40 33-301 0 0,-44-32 209 0 0,33 24-190 0 0,-43-35 81 0 0,37 24 31 0 0,12 15-232 0 0,0-2 378 0 0,-26-17-139 0 0,13 17-107 0 0,-19-17-67 0 0,34 36 567 0 0,-56-56-415 0 0,-40-28-7317 0 0,-11-5 3845 0 0,26 8 3313 0 0,-20-6-1409 0 0</inkml:trace>
  <inkml:trace contextRef="#ctx0" brushRef="#br0" timeOffset="77636.51">10704 12157 1612 0 0,'0'0'904'0'0,"0"0"-86"0"0,0 0-39 0 0,0 0-65 0 0,0 0-85 0 0,0 0-28 0 0,0 0 24 0 0,0 0-28 0 0,0 0-53 0 0,0 0-62 0 0,0 4-61 0 0,0 22 5190 0 0,0-18-6057 0 0,0-5 606 0 0,0-3-8 0 0,5 5-48 0 0,55 31 1018 0 0,103-8 537 0 0,-33-25-835 0 0,-34-3-633 0 0,-51 10 113 0 0,130-26-177 0 0,-18 7-32 0 0,-104 10-64 0 0,-3 21 159 0 0,-45-20-123 0 0,17-2 46 0 0,561 0 307 0 0,-540-11-302 0 0,46-14-182 0 0,30 4-26 0 0,-11 16 144 0 0,-50-10 194 0 0,2 5-256 0 0,338 9 1033 0 0,-355-23-977 0 0,15 10 130 0 0,166 12 705 0 0,-197-8-898 0 0,-23 10 23 0 0,0 0 0 0 0,0 0 0 0 0,0-1 0 0 0,0 0 0 0 0,0 0 0 0 0,0 0 0 0 0,-1 0 0 0 0,1 0 0 0 0,0-1 0 0 0,0 1 1 0 0,-1-1-1 0 0,1 0 0 0 0,-1-1 0 0 0,0 1 0 0 0,0 0 0 0 0,1-1 0 0 0,1-2-8 0 0,62-31 26 0 0,83 30-333 0 0,-35 6 234 0 0,-61-32 154 0 0,-11 17-75 0 0,-42 15 3 0 0,21 3 93 0 0,-10 4-92 0 0,90 34-3 0 0,-57-30 81 0 0,-44-11-76 0 0,-1 0 35 0 0,0 0-1 0 0,35 0-7 0 0,47 5-977 0 0,-81-5 762 0 0,-1 0 0 0 0,1 0 0 0 0,-1 0 0 0 0,1 0 1 0 0,-1 0-1 0 0,1 0 0 0 0,-1 0 0 0 0,1 1 0 0 0,-1-1 0 0 0,1 0 1 0 0,-1 0-1 0 0,1 1 0 0 0,-1-1 0 0 0,1 0 0 0 0,-1 0 1 0 0,1 1-1 0 0,-1-1 0 0 0,0 1 0 0 0,1-1 0 0 0,-1 0 0 0 0,1 1 1 0 0,-1-1-1 0 0,0 1 0 0 0,0-1 0 0 0,1 1 0 0 0,-1-1 1 0 0,0 1-1 0 0,0-1 0 0 0,1 1 0 0 0,-1-1 0 0 0,0 1 1 0 0,0-1-1 0 0,0 1 0 0 0,0 0 0 0 0,0-1 0 0 0,0 1 0 0 0,0-1 1 0 0,0 1-1 0 0,0-1 0 0 0,0 1 0 0 0,0-1 0 0 0,0 1 1 0 0,-1 0-1 0 0,1-1 0 0 0,0 1 0 0 0,0-1 0 0 0,-1 1 0 0 0,1-1 1 0 0,0 0-1 0 0,0 1 0 0 0,-1-1 0 0 0,1 1 0 0 0,0-1 1 0 0,-1 1-1 0 0,1-1 0 0 0,-1 0 0 0 0,1 1 0 0 0,-1-1 1 0 0,1 0-1 0 0,-1 1 0 0 0,1-1 176 0 0,-39 18-7482 0 0,28-13 7756 0 0,-15 12-1776 0 0</inkml:trace>
  <inkml:trace contextRef="#ctx0" brushRef="#br0" timeOffset="80800.53">14229 12101 1148 0 0,'0'0'985'0'0,"0"0"-178"0"0,0 0-77 0 0,0 0-73 0 0,0 0-68 0 0,0 0-43 0 0,0 0-101 0 0,0 0-6 0 0,0 0-26 0 0,0 0-29 0 0,0 0 5 0 0,0 0 62 0 0,0 0 21 0 0,0 0-28 0 0,0 0-30 0 0,0 0-20 0 0,0 0-45 0 0,0 0 18 0 0,6 1-32 0 0,-5-1-268 0 0,0-1-53 0 0,0 1 1 0 0,0 0-1 0 0,-1 0 1 0 0,1-1 0 0 0,0 1-1 0 0,0 0 1 0 0,0 0-1 0 0,-1 0 1 0 0,1 0-1 0 0,0 0 1 0 0,0 0 0 0 0,-1 0-1 0 0,1 0 1 0 0,0 1-1 0 0,0-1 1 0 0,0 0-1 0 0,-1 0 1 0 0,1 1 0 0 0,0-1-1 0 0,-1 0 1 0 0,1 1-1 0 0,0-1 1 0 0,-1 1-1 0 0,1-1 1 0 0,0 1 0 0 0,-1-1-1 0 0,1 1 1 0 0,-1-1-1 0 0,1 1 1 0 0,-1 0-1 0 0,1-1 1 0 0,-1 1 0 0 0,1 0-1 0 0,-1-1 1 0 0,0 1-1 0 0,1 0 1 0 0,-1-1-1 0 0,0 1 1 0 0,0 1-15 0 0,-3 289 2874 0 0,3 32-1800 0 0,-13-168-818 0 0,13 218 117 0 0,-16-298-421 0 0,4 105 341 0 0,9 111-293 0 0,4-168 189 0 0,-1 860 403 0 0,-10-936-746 0 0,-13 71 664 0 0,-4 106-950 0 0,27-36-40 0 0,-8-131 263 0 0,6-18-6 0 0,2 29 116 0 0,-9-32 117 0 0,9 25-165 0 0,0-18-1 0 0,0-34 87 0 0,0 280-361 0 0,0 138 437 0 0,0-410-41 0 0,9 9 80 0 0,-9 191 123 0 0,0-123-654 0 0,0-92 346 0 0,0 8-614 0 0,0 12-4580 0 0,0-19 4706 0 0,-1 2-116 0 0,-3-4-2770 0 0,0 0 2009 0 0</inkml:trace>
  <inkml:trace contextRef="#ctx0" brushRef="#br0" timeOffset="84468.637">17346 11243 1496 0 0,'0'-13'532'0'0,"0"5"8030"0"0,-4 8-8251 0 0,2 0-257 0 0,0 0 0 0 0,0 1 0 0 0,1-1 0 0 0,-1 0 0 0 0,0 1 0 0 0,0-1 0 0 0,0 1 0 0 0,0 0 0 0 0,1-1 0 0 0,-1 1 0 0 0,0 0 0 0 0,0 0 0 0 0,1 0 0 0 0,-1 1 0 0 0,1-1 1 0 0,-1 0-1 0 0,1 0 0 0 0,0 1 0 0 0,-1-1 0 0 0,1 1 0 0 0,0-1 0 0 0,0 1 0 0 0,0 0 0 0 0,0-1 0 0 0,0 1 0 0 0,0 0 0 0 0,1 0 0 0 0,-1 0 0 0 0,1 0 0 0 0,-1-1 0 0 0,1 1 0 0 0,0 0 0 0 0,-1 1-54 0 0,-2 77 994 0 0,4-54-825 0 0,1 198 851 0 0,13-69-633 0 0,1 24 18 0 0,-9 239-97 0 0,-7 913 1001 0 0,5-1193-1371 0 0,-5 391-188 0 0,-8-505 610 0 0,8 8-427 0 0,0 16 15 0 0,0 1 82 0 0,0 23 229 0 0,0 219-509 0 0,-11-227 414 0 0,11 111-504 0 0,0-173 292 0 0,0-2 9 0 0,-3 12-847 0 0,-11-5-414 0 0,-1-30-6140 0 0,-8-51 2626 0 0,12 45 3421 0 0</inkml:trace>
  <inkml:trace contextRef="#ctx0" brushRef="#br0" timeOffset="87423.568">14207 16904 1204 0 0,'0'0'615'0'0,"0"0"92"0"0,0 0-58 0 0,0 0-78 0 0,0 0-98 0 0,0 0-27 0 0,0 0-15 0 0,0 0-43 0 0,0 0 52 0 0,0 0-19 0 0,0 0-27 0 0,0 0-19 0 0,0 0-36 0 0,0 0-24 0 0,0 0 40 0 0,0 0-34 0 0,0 0 11 0 0,0 0-11 0 0,0 0-3 0 0,0 0-3 0 0,0 0-47 0 0,0 0-26 0 0,0 0 34 0 0,0 0-61 0 0,4-4 1 0 0,78-74 880 0 0,2-1-465 0 0,63-61-132 0 0,-32 45-265 0 0,-55 50-122 0 0,100-113 192 0 0,-50 39-482 0 0,-39 46 274 0 0,3 17-97 0 0,-19 12-81 0 0,2-13 176 0 0,-14 16-184 0 0,28-31 125 0 0,69-116 53 0 0,-17 29-196 0 0,-4 8 144 0 0,-31 54-11 0 0,-25 28-82 0 0,110-73 62 0 0,-82 53 171 0 0,38-46-133 0 0,16-3-125 0 0,6 2 26 0 0,-33 13 59 0 0,-30 27-49 0 0,54-62 145 0 0,-92 108-166 0 0,23-25 146 0 0,-19 32-31 0 0,8-7-174 0 0,26-17 194 0 0,-34 28-2 0 0,-24 16-171 0 0,-65 34-3388 0 0,-31 22-3688 0 0,57-29 5905 0 0</inkml:trace>
  <inkml:trace contextRef="#ctx0" brushRef="#br0" timeOffset="90068.298">16223 8275 1344 0 0,'0'-4'1130'0'0,"0"-10"-79"0"0,0 10-183 0 0,0 4-113 0 0,0 0-72 0 0,0 0-43 0 0,0 0 3 0 0,0 0-52 0 0,0 0-24 0 0,0 0-47 0 0,0 0-4 0 0,0 0-11 0 0,0 0-8 0 0,-4 3-70 0 0,2-1-337 0 0,1 0 0 0 0,-1 1 0 0 0,0-1 0 0 0,1 1 0 0 0,-1 0 0 0 0,1-1 0 0 0,0 1 0 0 0,0 0 1 0 0,0 0-1 0 0,0 0 0 0 0,0 0 0 0 0,0 0 0 0 0,1 0 0 0 0,0 0 0 0 0,0 0 0 0 0,-1 0 0 0 0,2 0 0 0 0,-1 0 0 0 0,0 0 0 0 0,1 2-90 0 0,-1 2 62 0 0,13 181 1647 0 0,-13-174-1628 0 0,0 152 1180 0 0,7 0 0 0 0,9 17-1261 0 0,1 146 1289 0 0,-17 120 89 0 0,-24-311-1204 0 0,24 360 61 0 0,-20-377-248 0 0,6 87 83 0 0,5 331-172 0 0,10-338 79 0 0,-1 695-267 0 0,15-799 316 0 0,5 56-830 0 0,-12-45 719 0 0,-7 95-122 0 0,15-145 259 0 0,-9 151 77 0 0,-7-29-49 0 0,0-104-3849 0 0,1-63 497 0 0,1-18-419 0 0,-2-41-1161 0 0,0 29 3475 0 0</inkml:trace>
  <inkml:trace contextRef="#ctx0" brushRef="#br0" timeOffset="97517.188">7795 26 1428 0 0,'0'0'748'0'0,"0"0"-137"0"0,0 0-106 0 0,3 0 10 0 0,12 18 450 0 0,-15-15-510 0 0,6 3-35 0 0,48 51 1810 0 0,-1-4-1202 0 0,9 18-205 0 0,33 35 82 0 0,41 25-162 0 0,-59-43-577 0 0,34 38 196 0 0,10 29 280 0 0,-5-8-25 0 0,61 11-108 0 0,-61-60-166 0 0,-65-49-410 0 0,46 37 178 0 0,-17-12 2 0 0,-35-32-206 0 0,47 71 45 0 0,-9-13 208 0 0,19 42-68 0 0,-12-33 34 0 0,-24-23-97 0 0,10-4-64 0 0,-8-7 59 0 0,21 31 4 0 0,-8-23-111 0 0,41 58 182 0 0,7-2-63 0 0,-56-56 12 0 0,49 45-22 0 0,-23-20 58 0 0,-35-51-72 0 0,29 21-149 0 0,-34-37 90 0 0,16 28 113 0 0,77 67-96 0 0,-126-101-138 0 0,57 39-137 0 0,-43-23 208 0 0,24 22 225 0 0,18 13-178 0 0,30 23-60 0 0,-61-49 116 0 0,83 48 110 0 0,57 46-318 0 0,-47-6 442 0 0,-91-92-282 0 0,47 80 43 0 0,-55-87-26 0 0,51 77 103 0 0,11-5-164 0 0,-4-36-132 0 0,2 10 278 0 0,43 45 58 0 0,-74-54 231 0 0,80 81 46 0 0,-46-56-327 0 0,21 23-185 0 0,-36-42 38 0 0,-45-46 55 0 0,73 82 34 0 0,-9-11-20 0 0,-58-59 54 0 0,15 3-105 0 0,28 34 227 0 0,-41-37-340 0 0,48 44 313 0 0,-22-27-39 0 0,41 48-255 0 0,-1 26 232 0 0,-69-95-239 0 0,39 49 302 0 0,31 17-97 0 0,-20 16-324 0 0,-49-92 336 0 0,-6 6 167 0 0,-21-14-311 0 0,84 75 309 0 0,20 22-227 0 0,15 14 84 0 0,-105-108 91 0 0,61 53-350 0 0,-27-37 242 0 0,88 63-125 0 0,-97-77-208 0 0,-3 5 423 0 0,-9-4-342 0 0,20 23-66 0 0,-23-25 353 0 0,33 20-212 0 0,-1-8 89 0 0,16 7 58 0 0,-36-22-194 0 0,-32-29-244 0 0,-14 5 49 0 0,-5-2-516 0 0,-12-11 715 0 0,1 1 0 0 0,-1-1-1 0 0,1 0 1 0 0,-1 0 0 0 0,0 1-1 0 0,1-1 1 0 0,-1 0 0 0 0,0 1-1 0 0,1-1 1 0 0,-1 1-1 0 0,0-1 1 0 0,0 0 0 0 0,1 1-1 0 0,-1-1 1 0 0,0 1 0 0 0,0-1-1 0 0,0 1 1 0 0,0-1 0 0 0,1 0-1 0 0,-1 1 1 0 0,0-1 0 0 0,0 1-1 0 0,0-1 1 0 0,0 1 0 0 0,0-1-1 0 0,0 1 1 0 0,0-1-1 0 0,0 1 1 0 0,0-1 0 0 0,-1 1-1 0 0,1-1 1 0 0,0 1 0 0 0,0-1-1 0 0,0 1 1 0 0,-1-1 0 0 0,1 0-1 0 0,0 1 1 0 0,0-1 0 0 0,-1 1-1 0 0,1-1 1 0 0,0 0 0 0 0,-1 1-1 0 0,1-1 1 0 0,0 0 0 0 0,-1 1-1 0 0,1-1 1 0 0,0 0-1 0 0,-1 0 1 0 0,1 1 0 0 0,-1-1-1 0 0,1 0 1 0 0,-1 0 0 0 0,1 0-1 0 0,-1 0 1 0 0,1 1 0 0 0,-1-1 160 0 0,-4 1-1306 0 0</inkml:trace>
  <inkml:trace contextRef="#ctx0" brushRef="#br0" timeOffset="101370.578">14183 123 2396 0 0,'0'0'863'0'0,"0"0"-149"0"0,0 0-99 0 0,0 0-44 0 0,0 0-63 0 0,0 0-38 0 0,0 0-18 0 0,5 7 7 0 0,15 21-44 0 0,-13 28 1686 0 0,-7 1043 1276 0 0,-12-1033-3370 0 0,5 68-5 0 0,-6-4 105 0 0,6-101-39 0 0,2 0 1 0 0,0 1-1 0 0,2-1 0 0 0,1 1 0 0 0,2 0 0 0 0,1 2-68 0 0,-1-30 3 0 0,0 1201 769 0 0,9-1167-766 0 0,-2 49-22 0 0,-3 14-8 0 0,6 63 108 0 0,-11-112-117 0 0,10 41 80 0 0,-2 5 86 0 0,-2-18 8 0 0,16 51-39 0 0,2 24-249 0 0,3 58 146 0 0,-26-46 63 0 0,22-81-162 0 0,-12 50 133 0 0,3-54 122 0 0,-11-40-345 0 0,-2 162 568 0 0,14-135-464 0 0,-14 93 179 0 0,17-64-97 0 0,-17 187-209 0 0,22-182 68 0 0,-4 45 138 0 0,-15 5-156 0 0,10-123 166 0 0,-7 73 11 0 0,4-85-42 0 0,-8-12 93 0 0,-2 20-76 0 0,0 295 55 0 0,3-312-6 0 0,8 13-18 0 0,-8 32 14 0 0,-3 77-695 0 0,0-127 372 0 0,0-2-156 0 0,3 17-3268 0 0,-3-42-2718 0 0,0 14 5057 0 0</inkml:trace>
  <inkml:trace contextRef="#ctx0" brushRef="#br0" timeOffset="103915.756">14307 4811 916 0 0,'0'0'786'0'0,"0"0"-4"0"0,0 0-65 0 0,0 0-97 0 0,0 0-63 0 0,0 0-60 0 0,0 0-5 0 0,0 0-10 0 0,0 0-37 0 0,0 0-36 0 0,0 0-22 0 0,0 0-27 0 0,0 0-6 0 0,0 0-13 0 0,0 0 13 0 0,0 0-7 0 0,0 0-33 0 0,0 0-85 0 0,0 0 3 0 0,0 0 23 0 0,0 0-41 0 0,0 3-13 0 0,8 47 1856 0 0,-7-49-2005 0 0,0 1 0 0 0,0 0 1 0 0,0-1-1 0 0,0 0 0 0 0,0 1 0 0 0,0-1 1 0 0,0 0-1 0 0,0 1 0 0 0,1-1 0 0 0,-1 0 1 0 0,0 0-1 0 0,1 0 0 0 0,-1 0 1 0 0,1 0-1 0 0,0-1 0 0 0,-1 1 0 0 0,1 0 1 0 0,-1-1-1 0 0,1 1 0 0 0,0-1 0 0 0,-1 1 1 0 0,1-1-1 0 0,0 0 0 0 0,0 0 0 0 0,-1 0 1 0 0,3 0-53 0 0,7 2 307 0 0,137 9 1165 0 0,-108-11-1281 0 0,24 15 149 0 0,71 9 133 0 0,-100-18-436 0 0,-1-1 0 0 0,1-1 0 0 0,0-2 0 0 0,0-2 0 0 0,25-2-37 0 0,17 0 138 0 0,177 2-366 0 0,-208-25 243 0 0,80-11-185 0 0,-67 33 213 0 0,27-29 113 0 0,-59 26-132 0 0,-25 5-46 0 0,9 1 28 0 0,59-13 121 0 0,3-5-291 0 0,-23 11 117 0 0,-49 7 63 0 0,10 0 30 0 0,104-10-64 0 0,-47 5-83 0 0,-27-9 294 0 0,-40 14-42 0 0,-1 0-30 0 0,33 0-243 0 0,134 0 35 0 0,-135-11 71 0 0,2-4-1895 0 0,-63 16-6754 0 0,6 0 5513 0 0,11-1 1612 0 0</inkml:trace>
  <inkml:trace contextRef="#ctx0" brushRef="#br0" timeOffset="107279.241">15433 1179 1076 0 0,'0'-4'703'0'0,"0"-11"-14"0"0,0 12-67 0 0,0 3-90 0 0,0 0-38 0 0,0 0 0 0 0,0 0-31 0 0,0 0-49 0 0,0 0-2 0 0,0 0-16 0 0,0 0-51 0 0,0 0 12 0 0,0 0-14 0 0,0 0-34 0 0,0 0-5 0 0,0 0-48 0 0,0 0-24 0 0,0 0 12 0 0,0 0-10 0 0,0 0 7 0 0,0 0 16 0 0,0 0 10 0 0,0 0 23 0 0,0 0 0 0 0,5 19 828 0 0,-6 712 2848 0 0,1 6-3793 0 0,-10-652-70 0 0,10 179-168 0 0,-8-187 39 0 0,8 316 132 0 0,8-350-108 0 0,2 62-20 0 0,-10 390-111 0 0,10-469 173 0 0,-7 22 265 0 0,13 3-413 0 0,-16-48 92 0 0,0 5 22 0 0,0-2 26 0 0,1 0-6 0 0,-1-2-24 0 0,5 44 67 0 0,1 4-120 0 0,12 109-233 0 0,-1-83 51 0 0,-12 81 264 0 0,-5 42 112 0 0,0-199-151 0 0,0 10 71 0 0,0 4 363 0 0,1 22-2704 0 0,-2-31-4818 0 0,-4-22 3991 0 0,3 7 1763 0 0</inkml:trace>
  <inkml:trace contextRef="#ctx0" brushRef="#br0" timeOffset="110008.441">13548 1165 1316 0 0,'0'0'481'0'0,"0"0"37"0"0,0 0 30 0 0,0 0-103 0 0,0 0 23 0 0,0 0-15 0 0,0 0-59 0 0,0 0 7 0 0,0 0-17 0 0,0 0-16 0 0,0 0 24 0 0,0 0 0 0 0,0 0-17 0 0,0 0 7 0 0,0 0 28 0 0,0 0 40 0 0,0 0-20 0 0,0 0-63 0 0,0 0-22 0 0,0 0 4 0 0,0 0-5 0 0,0 0-26 0 0,0 0-15 0 0,0 0 14 0 0,0 0 4 0 0,0 0-19 0 0,0 0 8 0 0,0 0-2 0 0,0 0-5 0 0,0 0-39 0 0,0 0-11 0 0,0 0-10 0 0,0 0-10 0 0,0 0-1 0 0,3 2-48 0 0,56 32 2343 0 0,132 0-779 0 0,-79-16-1418 0 0,121 18-5 0 0,15 9-208 0 0,-93-24 155 0 0,645-15 18 0 0,-737-33-250 0 0,-2 10 34 0 0,110-17-412 0 0,-81 22 405 0 0,106-12-95 0 0,-117 21 120 0 0,58-32-257 0 0,61 17 244 0 0,-30-7-320 0 0,-72 17 429 0 0,126 8-294 0 0,-217 3 161 0 0,152 49-59 0 0,-60-11-1690 0 0,-40-19-1936 0 0,-66-23-4639 0 0,-23-4 6435 0 0,-2-3 212 0 0</inkml:trace>
  <inkml:trace contextRef="#ctx0" brushRef="#br0" timeOffset="114275.04">9722 203 1784 0 0,'0'0'1039'0'0,"0"0"-120"0"0,0 0-107 0 0,0 0-76 0 0,0 0-71 0 0,0 0-15 0 0,0 0-4 0 0,0 0-69 0 0,0 0-32 0 0,0 0-59 0 0,0 0-57 0 0,0 0-36 0 0,0 0-38 0 0,0 0-73 0 0,0 0-18 0 0,0 0-11 0 0,0 0-12 0 0,0 0-15 0 0,0 0-28 0 0,0 0-3 0 0,0 0 30 0 0,0 0-31 0 0,0 0-20 0 0,0 0 15 0 0,0 0 10 0 0,0 0-40 0 0,0 0-40 0 0,0 3 40 0 0,0-3-147 0 0,0 1 0 0 0,0 0 1 0 0,0-1-1 0 0,0 1 1 0 0,0 0-1 0 0,0-1 1 0 0,0 1-1 0 0,1-1 1 0 0,-1 1-1 0 0,0 0 1 0 0,0-1-1 0 0,1 1 0 0 0,-1-1 1 0 0,0 1-1 0 0,1-1 1 0 0,-1 1-1 0 0,1-1 1 0 0,-1 1-1 0 0,0-1 1 0 0,1 1-1 0 0,-1-1 1 0 0,1 0-1 0 0,0 1 0 0 0,-1-1 1 0 0,1 0-1 0 0,-1 1 1 0 0,1-1-1 0 0,-1 0 1 0 0,1 0-1 0 0,0 1 1 0 0,-1-1-1 0 0,1 0 1 0 0,0 0-1 0 0,-1 0 0 0 0,1 0 1 0 0,-1 0-1 0 0,1 0 1 0 0,0 0-1 0 0,-1 0 1 0 0,1 0-1 0 0,0 0 1 0 0,-1-1-1 0 0,1 1 0 0 0,-1 0 1 0 0,1 0-1 0 0,0 0 1 0 0,-1-1-1 0 0,1 1 1 0 0,-1 0-1 0 0,1-1 1 0 0,-1 1-1 0 0,1-1-12 0 0,15-1 204 0 0,106-11 743 0 0,77 13-921 0 0,-137 13 220 0 0,154-9 394 0 0,198-4-603 0 0,-374 9 50 0 0,367-9-214 0 0,-361-11 149 0 0,45 0 143 0 0,58 6-279 0 0,-110-6 210 0 0,11 9-84 0 0,106 2-98 0 0,-89-26 228 0 0,-23 19-112 0 0,0 1 0 0 0,0 3 1 0 0,0 1-1 0 0,19 3-30 0 0,396-1 26 0 0,-377-25-55 0 0,135 19 115 0 0,-189-7 15 0 0,4 10-242 0 0,217 3 219 0 0,-204 16-82 0 0,3-13-103 0 0,1131-3 1115 0 0,-1136 9-1050 0 0,-13 0-9 0 0,-6-4 50 0 0,33 12 25 0 0,37-6 344 0 0,1-5 0 0 0,0-4 0 0 0,2-4-368 0 0,1 1-348 0 0,172 1-360 0 0,-265 3-3095 0 0,-23 0 218 0 0,-38 4-40 0 0,-38 5 396 0 0,47-8 1793 0 0</inkml:trace>
  <inkml:trace contextRef="#ctx0" brushRef="#br0" timeOffset="119001.585">11423 198 860 0 0,'0'0'827'0'0,"0"0"-129"0"0,0 0-187 0 0,0 0 3 0 0,0 3 62 0 0,-4 36 2412 0 0,-21 12-1399 0 0,24 100-211 0 0,1 1-1217 0 0,-23-15 57 0 0,14-28-92 0 0,6 292 295 0 0,-11-344-356 0 0,-3 25-39 0 0,6 90 70 0 0,11-78-35 0 0,-16-43 28 0 0,5 259-201 0 0,11 524 1918 0 0,-9-790-1823 0 0,9 1032 1200 0 0,0-1074-1206 0 0,0 38-76 0 0,0-39 47 0 0,0 15 286 0 0,0 3-3954 0 0,-1-19 3577 0 0,1 0-1 0 0,0 0 1 0 0,0 0-1 0 0,-1 0 1 0 0,1 0-1 0 0,0 0 1 0 0,0 0-1 0 0,-1 0 1 0 0,1 1-1 0 0,0-1 1 0 0,0 0-1 0 0,0 0 1 0 0,-1 0-1 0 0,1 0 1 0 0,0 0-1 0 0,0 0 1 0 0,0 1-1 0 0,-1-1 1 0 0,1 0-1 0 0,0 0 1 0 0,0 0-1 0 0,0 0 1 0 0,0 1-1 0 0,-1-1 1 0 0,1 0-1 0 0,0 0 1 0 0,0 0-1 0 0,0 1 1 0 0,0-1-1 0 0,0 0 0 0 0,0 0 1 0 0,0 1-1 0 0,0-1 1 0 0,0 0-1 0 0,0 0 1 0 0,0 1-1 0 0,0-1 1 0 0,0 0-1 0 0,0 0 1 0 0,0 1-1 0 0,0-1 1 0 0,0 0-1 0 0,0 0 1 0 0,0 0-1 0 0,0 1 144 0 0,-2-7-1538 0 0</inkml:trace>
  <inkml:trace contextRef="#ctx0" brushRef="#br0" timeOffset="123023.601">6714 4737 1664 0 0,'0'0'836'0'0,"0"0"-66"0"0,0 0-146 0 0,0 0-90 0 0,0 0 17 0 0,0 0-31 0 0,0 0-48 0 0,0 0-82 0 0,0 0-28 0 0,0 0 17 0 0,0 0-16 0 0,0 0-1 0 0,0 0-42 0 0,0 0 26 0 0,0 0-3 0 0,0 0-76 0 0,0 0-38 0 0,0 0 51 0 0,0 0-57 0 0,0 0-24 0 0,0-7 51 0 0,-1 1-190 0 0,14-38 340 0 0,153-112 1176 0 0,-55 54-1052 0 0,0-11-241 0 0,-15 11-165 0 0,9-14-120 0 0,-65 75-65 0 0,49-45 26 0 0,-1-16 77 0 0,-3 7-106 0 0,20-7 101 0 0,-51 50 32 0 0,12-6-163 0 0,21-18 186 0 0,2 0-19 0 0,44-33-266 0 0,-61 52 345 0 0,-23 19-52 0 0,24-30-158 0 0,29-22-4 0 0,83-78-20 0 0,-52 39 96 0 0,-33 36-294 0 0,46-40 295 0 0,-90 79-47 0 0,21-20 165 0 0,26-25-163 0 0,23-33 14 0 0,16-25 111 0 0,-43 39-208 0 0,5 17 154 0 0,3-12-37 0 0,-53 54-35 0 0,-10 3 95 0 0,52-46-120 0 0,-54 54 82 0 0,90-93 8 0 0,-11 13-102 0 0,-12 13 107 0 0,70-71-20 0 0,-89 95 45 0 0,3 16-93 0 0,-29 12 66 0 0,25-12-53 0 0,-9 6 89 0 0,-37 23-20 0 0,61-51 53 0 0,-24 33-196 0 0,-4 7-21 0 0,-67 47-752 0 0,-19 12-7786 0 0,7 0 7069 0 0</inkml:trace>
  <inkml:trace contextRef="#ctx0" brushRef="#br0" timeOffset="128489.439">2873 10399 1744 0 0,'0'0'980'0'0,"0"0"-112"0"0,0 0-57 0 0,0 0-154 0 0,0 0-28 0 0,0 0-62 0 0,0 0 6 0 0,0 0-28 0 0,0 0-84 0 0,0 0 2 0 0,0 0-72 0 0,0 0-41 0 0,0 0 14 0 0,0 0-20 0 0,0 0-10 0 0,0 0 16 0 0,0 0-3 0 0,0 0-52 0 0,0 0 0 0 0,0 0-11 0 0,0 0-32 0 0,0 0 2 0 0,0 0-43 0 0,0 0 29 0 0,0 0-10 0 0,0 0-45 0 0,1-6-38 0 0,3-20 43 0 0,32 10 728 0 0,63-19 29 0 0,-71 30-792 0 0,0 1 0 0 0,1 2 1 0 0,-1 0-1 0 0,0 2 0 0 0,17 2-155 0 0,22 0 352 0 0,729-2 1567 0 0,-652-39-1763 0 0,91 7-109 0 0,-184 19 2 0 0,56 0-199 0 0,-18 11 377 0 0,-57 2-295 0 0,328 0 413 0 0,-322-10-161 0 0,180 10 186 0 0,-175-11-221 0 0,148 11 281 0 0,-153-10-379 0 0,80 10 305 0 0,-46 21-294 0 0,3-11 294 0 0,-22 9-190 0 0,-36-12-73 0 0,0 0-1 0 0,0-2 0 0 0,1 0 0 0 0,-1-1 1 0 0,1 0-1 0 0,0-1 0 0 0,0-2 0 0 0,0 0 1 0 0,0 0-1 0 0,18-3-92 0 0,-18 2 9 0 0,21 16 186 0 0,137-4 382 0 0,-123 4-508 0 0,75-16 172 0 0,-33 0-105 0 0,-61 12-60 0 0,-1-4-107 0 0,38-7 182 0 0,52-1-108 0 0,-73 13-69 0 0,60 4 203 0 0,185-17-67 0 0,-225-7-17 0 0,15-10-51 0 0,-2 16-129 0 0,34 1 96 0 0,-86-11-79 0 0,18-10 41 0 0,89 1 85 0 0,13 3-35 0 0,-77 17-102 0 0,70 0 211 0 0,-141 0-126 0 0,3 0-17 0 0,45 0-79 0 0,-49 0 90 0 0,1 4-21 0 0,51 33-107 0 0,-53-37 37 0 0,-1 0-1 0 0,0 0 0 0 0,1 0 0 0 0,-1 0 0 0 0,1 0 0 0 0,-1 0 0 0 0,0 0 0 0 0,1 0 0 0 0,-1 0 0 0 0,1 0 0 0 0,-1 0 0 0 0,0 0 0 0 0,1 0 1 0 0,-1 0-1 0 0,1 1 0 0 0,-1-1 0 0 0,0 0 0 0 0,1 0 0 0 0,-1 0 0 0 0,0 0 0 0 0,1 1 0 0 0,-1-1 0 0 0,0 0 0 0 0,0 1 0 0 0,1-1 0 0 0,-1 0 1 0 0,0 0-1 0 0,0 1 0 0 0,1-1 0 0 0,-1 0 0 0 0,0 1 0 0 0,0-1 0 0 0,0 0 0 0 0,1 1 0 0 0,-1-1 0 0 0,0 1 0 0 0,0-1 0 0 0,0 0 0 0 0,0 1 0 0 0,0-1 1 0 0,0 0-1 0 0,0 1 0 0 0,0-1 0 0 0,0 1 0 0 0,0-1 0 0 0,0 0 0 0 0,0 1 0 0 0,0-1 0 0 0,0 1 0 0 0,-1-1 0 0 0,1 0 0 0 0,0 1 0 0 0,0-1 1 0 0,0 0-1 0 0,0 1 0 0 0,-1-1 0 0 0,1 0 0 0 0,0 1 0 0 0,0-1 0 0 0,-1 0 0 0 0,1 1 0 0 0,0-1 0 0 0,-1 0 0 0 0,1 0 0 0 0,0 0 0 0 0,-1 1 1 0 0,1-1 93 0 0,-33 1-8242 0 0,-12-10 4893 0 0,-33-13 373 0 0,37 9 1686 0 0</inkml:trace>
  <inkml:trace contextRef="#ctx0" brushRef="#br0" timeOffset="135329.449">1064 7591 2016 0 0,'0'0'1001'0'0,"0"0"-125"0"0,0 0-45 0 0,0 0-75 0 0,0 0-71 0 0,0 0-45 0 0,0 0-92 0 0,0 0-56 0 0,0 0 6 0 0,0 0-50 0 0,0 0-27 0 0,0 0-41 0 0,0 0-74 0 0,0 0 40 0 0,0 0-28 0 0,0 0-29 0 0,0 0 20 0 0,0 0-49 0 0,6 6-30 0 0,115 96 1049 0 0,35 34-46 0 0,-34-26-634 0 0,13 13-77 0 0,-31-32 40 0 0,-69-64-461 0 0,-1 1-1 0 0,-1 1 1 0 0,-2 3-1 0 0,9 11-100 0 0,6 4 79 0 0,7 2-186 0 0,126 138 270 0 0,-100-109-33 0 0,-3 10-128 0 0,32 12-114 0 0,16 29 1 0 0,-109-115 46 0 0,21 20 155 0 0,1-2 0 0 0,1-1 0 0 0,41 24-90 0 0,35 32 100 0 0,3-15-142 0 0,-27-6-139 0 0,-48-32 66 0 0,-26-19 131 0 0,1-2 1 0 0,0 0-1 0 0,0 0 0 0 0,2-2 0 0 0,-1-1 1 0 0,20 9-17 0 0,42 26 54 0 0,12 8-145 0 0,38 44 131 0 0,-29 2-328 0 0,-29-34 411 0 0,47 78 99 0 0,-85-92-223 0 0,21 21-209 0 0,-17-19 110 0 0,40 55 409 0 0,-41-69-380 0 0,58 62-101 0 0,-22-36-60 0 0,4 13 317 0 0,27 12-329 0 0,-14 0 74 0 0,8-4-76 0 0,-56-43 63 0 0,9 13 339 0 0,3-3-183 0 0,-26-29-441 0 0,-7-7 505 0 0,28 7-4128 0 0,-29-18-3248 0 0,-18-6 5958 0 0</inkml:trace>
  <inkml:trace contextRef="#ctx0" brushRef="#br0" timeOffset="140033.751">200 9418 1096 0 0,'15'0'813'0'0,"-12"0"-123"0"0,-3 0-149 0 0,0 0-78 0 0,0 0-64 0 0,0 0 47 0 0,0 0 38 0 0,0 0-99 0 0,0 0-70 0 0,4 4-26 0 0,13 13-48 0 0,-9 17-233 0 0,-8 46 4964 0 0,-2 1-3207 0 0,-8 65-893 0 0,2-70-592 0 0,-10 37 42 0 0,18 241 159 0 0,-25-211-315 0 0,20 59 388 0 0,4-67-807 0 0,1-121 230 0 0,0-6 20 0 0,0 4 8 0 0,0 9 12 0 0,0 9-39 0 0,0 836 132 0 0,11-797-53 0 0,-11 117-27 0 0,11-111-45 0 0,-11 80 53 0 0,9-77-82 0 0,0 41 136 0 0,-1-54-214 0 0,-7 22 161 0 0,10-46-80 0 0,-11 90 183 0 0,9-86-40 0 0,-9 1645 1139 0 0,12-1657-1129 0 0,-10 12 32 0 0,-2 852-4 0 0,15-837-513 0 0,-15-59 350 0 0,0 26-5 0 0,0 859-144 0 0,0-885 158 0 0,0 33 181 0 0,0 197-94 0 0,8-228-192 0 0,9 29 113 0 0,-15-23-920 0 0,-12-9-12163 0 0,8-3 11451 0 0</inkml:trace>
  <inkml:trace contextRef="#ctx0" brushRef="#br0" timeOffset="16177.393">4183 9246 1128 0 0,'0'-3'959'0'0,"0"-15"638"0"0,3 18-977 0 0,9-1-276 0 0,-7 2 3619 0 0,-8-15-1490 0 0,-1 16 171 0 0,-2 7-3315 0 0,-98 127 1925 0 0,48-63-1158 0 0,-64 59 197 0 0,50-64-120 0 0,-18 10-106 0 0,32-23-170 0 0,-26 12-35 0 0,-7 24 154 0 0,-29 32-89 0 0,30-26-40 0 0,-29 30 113 0 0,25-38 5 0 0,-66 28-116 0 0,50-37 189 0 0,32-20-388 0 0,-42 22 118 0 0,29-25 234 0 0,-88 68-152 0 0,100-56 52 0 0,-12 27 98 0 0,32-22-18 0 0,-3 3-169 0 0,-81 88 99 0 0,-61 65-89 0 0,124-144-95 0 0,-59 73 372 0 0,60-78-154 0 0,22-6 132 0 0,-3 17-238 0 0,-69 102 114 0 0,72-91-6 0 0,-5-37-30 0 0,-13 26 64 0 0,-3-3-204 0 0,-52 52 109 0 0,59-59-106 0 0,-4 5 203 0 0,30-35-106 0 0,-61 70 280 0 0,57-72-252 0 0,-28 25-132 0 0,52-57 334 0 0,-21 35-170 0 0,22-28 167 0 0,-3-1-353 0 0,21-28-3457 0 0,4 14-2787 0 0,-1-8 4875 0 0</inkml:trace>
  <inkml:trace contextRef="#ctx0" brushRef="#br0" timeOffset="24416.053">5163 14870 1204 0 0,'0'0'1232'0'0,"0"0"-192"0"0,0 0-125 0 0,0 0-101 0 0,0 0-78 0 0,0 0-19 0 0,0 0-31 0 0,0 0-27 0 0,0 0-15 0 0,0 0-44 0 0,0 0-102 0 0,0 0-53 0 0,0 0 7 0 0,0 0 15 0 0,-5 4-68 0 0,-26 19 341 0 0,-4-5 2615 0 0,-11-9-1410 0 0,10 0-1130 0 0,35-9-630 0 0,-25 0 295 0 0,-191 0 1279 0 0,156-17-1559 0 0,60 17-218 0 0,-23 0 24 0 0,-151 0 170 0 0,72-32-148 0 0,-33 19 106 0 0,-287 13 399 0 0,354 21-627 0 0,-40 5 100 0 0,65-22 28 0 0,43-4-43 0 0,-47 0-115 0 0,-60 0 151 0 0,7-23-81 0 0,-726 23-230 0 0,792 10 215 0 0,-45-10 117 0 0,78 0-48 0 0,-38 0-44 0 0,38 0 56 0 0,2 0-6 0 0,0 0-6 0 0,-31 1-1450 0 0,24 9-2707 0 0,5-10 2286 0 0,2 0-94 0 0,0 0 33 0 0,-10 0-1725 0 0,8 0 523 0 0,-7 0 1575 0 0</inkml:trace>
  <inkml:trace contextRef="#ctx0" brushRef="#br0" timeOffset="27837.089">2194 11226 1544 0 0,'0'0'628'0'0,"0"0"-63"0"0,0 0-20 0 0,0 0-34 0 0,0 0-62 0 0,0 0-65 0 0,0 0-64 0 0,0 0-58 0 0,0 0-27 0 0,0 0-7 0 0,0 0-14 0 0,0 0-76 0 0,0 0 45 0 0,0 0-13 0 0,0 0-17 0 0,0 0 1 0 0,0 0-86 0 0,0 0 42 0 0,0 0 81 0 0,0 0-72 0 0,0 0-38 0 0,0 0-53 0 0,0-3 71 0 0,0-11-61 0 0,0 11-52 0 0,0 3 106 0 0,0 0 18 0 0,0 0-21 0 0,0 0-32 0 0,0 0-9 0 0,0 0 22 0 0,0 0 4 0 0,0 0-31 0 0,0 0-24 0 0,0 0 69 0 0,0 0-54 0 0,0 0 0 0 0,0 0 35 0 0,0 0 8 0 0,0-3 19 0 0,6-58 1462 0 0,-6 147 22 0 0,3-33-1278 0 0,-3 207 387 0 0,11-185-655 0 0,-2 1 25 0 0,2-10 54 0 0,-9-2 63 0 0,-2 287 123 0 0,22-221-12 0 0,-22 74 156 0 0,25-129-347 0 0,-23 203 414 0 0,25-158-410 0 0,-27 1164 1149 0 0,11-1234-1232 0 0,-11 161-144 0 0,0-71 71 0 0,0-129 70 0 0,0-5-19 0 0,0 3-11 0 0,0 6-12 0 0,0 7 69 0 0,0 671-674 0 0,0-596 652 0 0,0 198 148 0 0,0-293-125 0 0,0 33 48 0 0,0 6-319 0 0,8-37 244 0 0,-7 36-220 0 0,-1-39 227 0 0,2 20-339 0 0,-2-21 244 0 0,0 0-1 0 0,0 0 0 0 0,0-1 0 0 0,0 1 0 0 0,0 0 1 0 0,1 0-1 0 0,-1 0 0 0 0,0 0 0 0 0,0 0 1 0 0,0 0-1 0 0,0 0 0 0 0,1 0 0 0 0,-1-1 1 0 0,0 1-1 0 0,0 0 0 0 0,0 0 0 0 0,1 0 0 0 0,-1 0 1 0 0,0 0-1 0 0,0 0 0 0 0,0 0 0 0 0,1 0 1 0 0,-1 0-1 0 0,0 0 0 0 0,0 0 0 0 0,0 0 1 0 0,1 0-1 0 0,-1 0 0 0 0,0 1 0 0 0,0-1 0 0 0,0 0 1 0 0,0 0-1 0 0,1 0 0 0 0,-1 0 0 0 0,0 0 1 0 0,0 0-1 0 0,0 0 0 0 0,0 1 0 0 0,1-1 0 0 0,-1 0 1 0 0,0 0-1 0 0,0 0 0 0 0,0 0 74 0 0,0-30-6833 0 0,0 19 5091 0 0,0 2 264 0 0</inkml:trace>
  <inkml:trace contextRef="#ctx0" brushRef="#br0" timeOffset="31483.45">5047 13851 968 0 0,'0'0'926'0'0,"0"0"-36"0"0,0 0-102 0 0,0 0-50 0 0,0 0-89 0 0,0 0-42 0 0,0 0-60 0 0,-3 0-23 0 0,1 2 9393 0 0,74 5-7998 0 0,447-7 762 0 0,-477 11-2654 0 0,73-3 79 0 0,-80-3-65 0 0,15 14 26 0 0,11-8-51 0 0,-60-11-26 0 0,39 0 69 0 0,10 14-104 0 0,5-4-25 0 0,89-5 22 0 0,-122 6 94 0 0,14-9 45 0 0,23 17-8 0 0,126-17-139 0 0,294-2 607 0 0,-391-10-574 0 0,-14 6 133 0 0,76-28 49 0 0,202 21 82 0 0,-228 13-212 0 0,8 6-16 0 0,50-6 136 0 0,113-2 87 0 0,-224 21-174 0 0,443-20 3 0 0,-446 9-114 0 0,-17-6-62 0 0,22 14-5 0 0,15-32-140 0 0,19-14-199 0 0,16 17-1130 0 0,-70 12-2982 0 0,4 0-8713 0 0,-57-1 11758 0 0</inkml:trace>
  <inkml:trace contextRef="#ctx0" brushRef="#br0" timeOffset="33809.557">7379 13910 848 0 0,'0'0'779'0'0,"0"0"-88"0"0,0 0 6 0 0,0 0-47 0 0,0 0-90 0 0,0 0-33 0 0,0 0-3 0 0,0 0-4 0 0,0 0-23 0 0,0 0-43 0 0,0 0-76 0 0,0 0 27 0 0,0 0-37 0 0,0 0-15 0 0,0 0-73 0 0,0 0 0 0 0,0 0-34 0 0,0 0 58 0 0,-4 1-79 0 0,2-1-191 0 0,1 1 1 0 0,-1-1 0 0 0,1 1-1 0 0,-1 0 1 0 0,1 0 0 0 0,0 0 0 0 0,-1 0-1 0 0,1 0 1 0 0,0 0 0 0 0,0 0-1 0 0,0 0 1 0 0,0 0 0 0 0,0 0-1 0 0,0 1 1 0 0,0-1 0 0 0,0 0 0 0 0,0 1-1 0 0,1-1 1 0 0,-1 0 0 0 0,0 1-1 0 0,1-1 1 0 0,-1 1 0 0 0,1-1 0 0 0,0 1-1 0 0,-1 0 1 0 0,1-1 0 0 0,0 1-1 0 0,0-1 1 0 0,0 1 0 0 0,0 0 0 0 0,0-1-1 0 0,1 1-34 0 0,-1 0 8 0 0,-11 186 1432 0 0,-7-126-1384 0 0,9 56 63 0 0,6-27 132 0 0,-13 6-213 0 0,16 23 61 0 0,0-38 117 0 0,0 13 23 0 0,0-38-96 0 0,0 29 69 0 0,0-14-42 0 0,0 218 401 0 0,9-233-592 0 0,-7 15 79 0 0,6 28 25 0 0,-7 16-138 0 0,-1 748 31 0 0,0-673-40 0 0,0-189-8 0 0,0 39-2039 0 0,0-39 1543 0 0,0-2-509 0 0,0 0-158 0 0,-16 16-4980 0 0,12-19 4754 0 0</inkml:trace>
  <inkml:trace contextRef="#ctx0" brushRef="#br0" timeOffset="37508.444">8690 16873 1172 0 0,'0'0'788'0'0,"0"0"-139"0"0,0 0-37 0 0,0 0-64 0 0,0 0-2 0 0,0 0-63 0 0,0 0-38 0 0,0 0-44 0 0,0 0 40 0 0,0 0 17 0 0,0 0-94 0 0,0 0-20 0 0,0 0-15 0 0,0 0 9 0 0,0 0-61 0 0,0 0-31 0 0,0 0 60 0 0,0 0-20 0 0,0 0-23 0 0,0 0-9 0 0,0 0-12 0 0,0 0-15 0 0,0 0-22 0 0,0 0 66 0 0,0 0-10 0 0,0 0-70 0 0,0 0 26 0 0,0 0-18 0 0,0 0 12 0 0,0 0-15 0 0,0 0-34 0 0,0 0-19 0 0,0 0 37 0 0,0 0 14 0 0,0 0 0 0 0,0 0 38 0 0,0 0-36 0 0,0 0 4 0 0,0-2-68 0 0,63-50 876 0 0,153-152 59 0 0,-166 147-1045 0 0,-2 9-213 0 0,1-4 428 0 0,-32 28-302 0 0,31-27-54 0 0,26-35-98 0 0,-13 19 23 0 0,-15 21 166 0 0,16-21 136 0 0,-35 38-32 0 0,17-25-152 0 0,-17 19-35 0 0,41-54-96 0 0,-23 35 483 0 0,-10 6-451 0 0,44-41 251 0 0,-46 44-57 0 0,49-55-82 0 0,-14 15 36 0 0,-30 35-69 0 0,15-14 356 0 0,8 2-314 0 0,25-26 137 0 0,-19 19-64 0 0,-42 44-71 0 0,-24 25 18 0 0,-1 0 36 0 0,0 0-9 0 0,0 0 15 0 0,0 0-9 0 0,14-15 57 0 0,3-4-354 0 0,-14 16 272 0 0,21-23 104 0 0,-4-2 46 0 0,47-54-119 0 0,-22 36-189 0 0,43-58 105 0 0,-65 72 161 0 0,32-22-205 0 0,-3-6 261 0 0,21-25-135 0 0,23-8-243 0 0,-56 58 236 0 0,11-17 114 0 0,4-16-227 0 0,-14 30-36 0 0,-3 0 327 0 0,7-15-309 0 0,19-20-164 0 0,-13 13 133 0 0,-24 34-778 0 0,-27 25 479 0 0,-25 17-9216 0 0,20-16 8178 0 0</inkml:trace>
  <inkml:trace contextRef="#ctx0" brushRef="#br0" timeOffset="40550.826">9750 15728 1508 0 0,'0'0'604'0'0,"0"0"18"0"0,0 0-60 0 0,0 0-84 0 0,0 0-89 0 0,0 0-15 0 0,0 0 19 0 0,0 0-48 0 0,0 0-13 0 0,0 0-46 0 0,0 0-28 0 0,0 0 94 0 0,0 0 10 0 0,0 0-47 0 0,0 0-20 0 0,0 0-43 0 0,0 0-61 0 0,0 0 42 0 0,0 0-17 0 0,0 0 4 0 0,0 0-22 0 0,0 0 20 0 0,0 0 17 0 0,0 0 38 0 0,0 0-27 0 0,0 0-25 0 0,0 0-42 0 0,0 0 42 0 0,0 0-11 0 0,0 0-21 0 0,0 0-36 0 0,0 0-17 0 0,0 0-4 0 0,3 0-21 0 0,38-22 332 0 0,-5 24 387 0 0,224-1 712 0 0,-46-1-519 0 0,-188-9-1019 0 0,123 9 674 0 0,-124-12-762 0 0,28-4 180 0 0,6 1 216 0 0,68-8-296 0 0,-14 3 205 0 0,-30 4-451 0 0,16 10 453 0 0,-76-7-347 0 0,68 2 396 0 0,-70 12-220 0 0,69-1 36 0 0,1158 0 959 0 0,-1208 0-1999 0 0,-38 0 451 0 0,-2 0-110 0 0,0 0-71 0 0,18-22-4430 0 0,-19 17 711 0 0,-7 3 2486 0 0,8 2 1759 0 0,-5 0-1116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0257EB-07F2-4809-ADF3-8581D54C6D3D}" type="datetimeFigureOut">
              <a:rPr lang="zh-CN" altLang="en-US" smtClean="0"/>
              <a:t>2023/5/2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A057CE-CCD8-48A1-883A-6BD1D7CCF7B8}" type="slidenum">
              <a:rPr lang="zh-CN" altLang="en-US" smtClean="0"/>
              <a:t>‹#›</a:t>
            </a:fld>
            <a:endParaRPr lang="zh-CN" altLang="en-US"/>
          </a:p>
        </p:txBody>
      </p:sp>
    </p:spTree>
    <p:extLst>
      <p:ext uri="{BB962C8B-B14F-4D97-AF65-F5344CB8AC3E}">
        <p14:creationId xmlns:p14="http://schemas.microsoft.com/office/powerpoint/2010/main" val="4181413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2A057CE-CCD8-48A1-883A-6BD1D7CCF7B8}" type="slidenum">
              <a:rPr lang="zh-CN" altLang="en-US" smtClean="0"/>
              <a:t>10</a:t>
            </a:fld>
            <a:endParaRPr lang="zh-CN" altLang="en-US"/>
          </a:p>
        </p:txBody>
      </p:sp>
    </p:spTree>
    <p:extLst>
      <p:ext uri="{BB962C8B-B14F-4D97-AF65-F5344CB8AC3E}">
        <p14:creationId xmlns:p14="http://schemas.microsoft.com/office/powerpoint/2010/main" val="2799483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0B32782E-AFFE-4B85-8299-58C66B217AD9}" type="datetimeFigureOut">
              <a:rPr lang="zh-CN" altLang="en-US" smtClean="0"/>
              <a:t>2023/5/2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1FA877-076B-4817-BACE-14E2944AE16F}" type="slidenum">
              <a:rPr lang="zh-CN" altLang="en-US" smtClean="0"/>
              <a:t>‹#›</a:t>
            </a:fld>
            <a:endParaRPr lang="zh-CN" altLang="en-US"/>
          </a:p>
        </p:txBody>
      </p:sp>
    </p:spTree>
    <p:extLst>
      <p:ext uri="{BB962C8B-B14F-4D97-AF65-F5344CB8AC3E}">
        <p14:creationId xmlns:p14="http://schemas.microsoft.com/office/powerpoint/2010/main" val="1615297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0B32782E-AFFE-4B85-8299-58C66B217AD9}" type="datetimeFigureOut">
              <a:rPr lang="zh-CN" altLang="en-US" smtClean="0"/>
              <a:t>2023/5/2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1FA877-076B-4817-BACE-14E2944AE16F}" type="slidenum">
              <a:rPr lang="zh-CN" altLang="en-US" smtClean="0"/>
              <a:t>‹#›</a:t>
            </a:fld>
            <a:endParaRPr lang="zh-CN" altLang="en-US"/>
          </a:p>
        </p:txBody>
      </p:sp>
    </p:spTree>
    <p:extLst>
      <p:ext uri="{BB962C8B-B14F-4D97-AF65-F5344CB8AC3E}">
        <p14:creationId xmlns:p14="http://schemas.microsoft.com/office/powerpoint/2010/main" val="2810790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0B32782E-AFFE-4B85-8299-58C66B217AD9}" type="datetimeFigureOut">
              <a:rPr lang="zh-CN" altLang="en-US" smtClean="0"/>
              <a:t>2023/5/2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1FA877-076B-4817-BACE-14E2944AE16F}" type="slidenum">
              <a:rPr lang="zh-CN" altLang="en-US" smtClean="0"/>
              <a:t>‹#›</a:t>
            </a:fld>
            <a:endParaRPr lang="zh-CN" altLang="en-US"/>
          </a:p>
        </p:txBody>
      </p:sp>
    </p:spTree>
    <p:extLst>
      <p:ext uri="{BB962C8B-B14F-4D97-AF65-F5344CB8AC3E}">
        <p14:creationId xmlns:p14="http://schemas.microsoft.com/office/powerpoint/2010/main" val="3629308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B32782E-AFFE-4B85-8299-58C66B217AD9}" type="datetimeFigureOut">
              <a:rPr lang="zh-CN" altLang="en-US" smtClean="0"/>
              <a:t>2023/5/2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1FA877-076B-4817-BACE-14E2944AE16F}" type="slidenum">
              <a:rPr lang="zh-CN" altLang="en-US" smtClean="0"/>
              <a:t>‹#›</a:t>
            </a:fld>
            <a:endParaRPr lang="zh-CN" altLang="en-US"/>
          </a:p>
        </p:txBody>
      </p:sp>
    </p:spTree>
    <p:extLst>
      <p:ext uri="{BB962C8B-B14F-4D97-AF65-F5344CB8AC3E}">
        <p14:creationId xmlns:p14="http://schemas.microsoft.com/office/powerpoint/2010/main" val="1156896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0B32782E-AFFE-4B85-8299-58C66B217AD9}" type="datetimeFigureOut">
              <a:rPr lang="zh-CN" altLang="en-US" smtClean="0"/>
              <a:t>2023/5/2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61FA877-076B-4817-BACE-14E2944AE16F}" type="slidenum">
              <a:rPr lang="zh-CN" altLang="en-US" smtClean="0"/>
              <a:t>‹#›</a:t>
            </a:fld>
            <a:endParaRPr lang="zh-CN" altLang="en-US"/>
          </a:p>
        </p:txBody>
      </p:sp>
    </p:spTree>
    <p:extLst>
      <p:ext uri="{BB962C8B-B14F-4D97-AF65-F5344CB8AC3E}">
        <p14:creationId xmlns:p14="http://schemas.microsoft.com/office/powerpoint/2010/main" val="3275082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0B32782E-AFFE-4B85-8299-58C66B217AD9}" type="datetimeFigureOut">
              <a:rPr lang="zh-CN" altLang="en-US" smtClean="0"/>
              <a:t>2023/5/2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61FA877-076B-4817-BACE-14E2944AE16F}" type="slidenum">
              <a:rPr lang="zh-CN" altLang="en-US" smtClean="0"/>
              <a:t>‹#›</a:t>
            </a:fld>
            <a:endParaRPr lang="zh-CN" altLang="en-US"/>
          </a:p>
        </p:txBody>
      </p:sp>
    </p:spTree>
    <p:extLst>
      <p:ext uri="{BB962C8B-B14F-4D97-AF65-F5344CB8AC3E}">
        <p14:creationId xmlns:p14="http://schemas.microsoft.com/office/powerpoint/2010/main" val="2481488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32782E-AFFE-4B85-8299-58C66B217AD9}" type="datetimeFigureOut">
              <a:rPr lang="zh-CN" altLang="en-US" smtClean="0"/>
              <a:t>2023/5/2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61FA877-076B-4817-BACE-14E2944AE16F}" type="slidenum">
              <a:rPr lang="zh-CN" altLang="en-US" smtClean="0"/>
              <a:t>‹#›</a:t>
            </a:fld>
            <a:endParaRPr lang="zh-CN" altLang="en-US"/>
          </a:p>
        </p:txBody>
      </p:sp>
    </p:spTree>
    <p:extLst>
      <p:ext uri="{BB962C8B-B14F-4D97-AF65-F5344CB8AC3E}">
        <p14:creationId xmlns:p14="http://schemas.microsoft.com/office/powerpoint/2010/main" val="292400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0B32782E-AFFE-4B85-8299-58C66B217AD9}" type="datetimeFigureOut">
              <a:rPr lang="zh-CN" altLang="en-US" smtClean="0"/>
              <a:t>2023/5/2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1FA877-076B-4817-BACE-14E2944AE16F}" type="slidenum">
              <a:rPr lang="zh-CN" altLang="en-US" smtClean="0"/>
              <a:t>‹#›</a:t>
            </a:fld>
            <a:endParaRPr lang="zh-CN" altLang="en-US"/>
          </a:p>
        </p:txBody>
      </p:sp>
    </p:spTree>
    <p:extLst>
      <p:ext uri="{BB962C8B-B14F-4D97-AF65-F5344CB8AC3E}">
        <p14:creationId xmlns:p14="http://schemas.microsoft.com/office/powerpoint/2010/main" val="1829087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0B32782E-AFFE-4B85-8299-58C66B217AD9}" type="datetimeFigureOut">
              <a:rPr lang="zh-CN" altLang="en-US" smtClean="0"/>
              <a:t>2023/5/2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1FA877-076B-4817-BACE-14E2944AE16F}" type="slidenum">
              <a:rPr lang="zh-CN" altLang="en-US" smtClean="0"/>
              <a:t>‹#›</a:t>
            </a:fld>
            <a:endParaRPr lang="zh-CN" altLang="en-US"/>
          </a:p>
        </p:txBody>
      </p:sp>
    </p:spTree>
    <p:extLst>
      <p:ext uri="{BB962C8B-B14F-4D97-AF65-F5344CB8AC3E}">
        <p14:creationId xmlns:p14="http://schemas.microsoft.com/office/powerpoint/2010/main" val="135149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0B32782E-AFFE-4B85-8299-58C66B217AD9}" type="datetimeFigureOut">
              <a:rPr lang="zh-CN" altLang="en-US" smtClean="0"/>
              <a:t>2023/5/2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1FA877-076B-4817-BACE-14E2944AE16F}" type="slidenum">
              <a:rPr lang="zh-CN" altLang="en-US" smtClean="0"/>
              <a:t>‹#›</a:t>
            </a:fld>
            <a:endParaRPr lang="zh-CN" altLang="en-US"/>
          </a:p>
        </p:txBody>
      </p:sp>
    </p:spTree>
    <p:extLst>
      <p:ext uri="{BB962C8B-B14F-4D97-AF65-F5344CB8AC3E}">
        <p14:creationId xmlns:p14="http://schemas.microsoft.com/office/powerpoint/2010/main" val="2388574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0B32782E-AFFE-4B85-8299-58C66B217AD9}" type="datetimeFigureOut">
              <a:rPr lang="zh-CN" altLang="en-US" smtClean="0"/>
              <a:t>2023/5/2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1FA877-076B-4817-BACE-14E2944AE16F}" type="slidenum">
              <a:rPr lang="zh-CN" altLang="en-US" smtClean="0"/>
              <a:t>‹#›</a:t>
            </a:fld>
            <a:endParaRPr lang="zh-CN" altLang="en-US"/>
          </a:p>
        </p:txBody>
      </p:sp>
    </p:spTree>
    <p:extLst>
      <p:ext uri="{BB962C8B-B14F-4D97-AF65-F5344CB8AC3E}">
        <p14:creationId xmlns:p14="http://schemas.microsoft.com/office/powerpoint/2010/main" val="839613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32782E-AFFE-4B85-8299-58C66B217AD9}" type="datetimeFigureOut">
              <a:rPr lang="zh-CN" altLang="en-US" smtClean="0"/>
              <a:t>2023/5/2</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1FA877-076B-4817-BACE-14E2944AE16F}" type="slidenum">
              <a:rPr lang="zh-CN" altLang="en-US" smtClean="0"/>
              <a:t>‹#›</a:t>
            </a:fld>
            <a:endParaRPr lang="zh-CN" altLang="en-US"/>
          </a:p>
        </p:txBody>
      </p:sp>
    </p:spTree>
    <p:extLst>
      <p:ext uri="{BB962C8B-B14F-4D97-AF65-F5344CB8AC3E}">
        <p14:creationId xmlns:p14="http://schemas.microsoft.com/office/powerpoint/2010/main" val="283707956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17" Type="http://schemas.openxmlformats.org/officeDocument/2006/relationships/image" Target="../media/image59.png"/><Relationship Id="rId21" Type="http://schemas.openxmlformats.org/officeDocument/2006/relationships/image" Target="../media/image1112.png"/><Relationship Id="rId42" Type="http://schemas.openxmlformats.org/officeDocument/2006/relationships/customXml" Target="../ink/ink21.xml"/><Relationship Id="rId63" Type="http://schemas.openxmlformats.org/officeDocument/2006/relationships/image" Target="../media/image32.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80.png"/><Relationship Id="rId107" Type="http://schemas.openxmlformats.org/officeDocument/2006/relationships/image" Target="../media/image54.png"/><Relationship Id="rId11" Type="http://schemas.openxmlformats.org/officeDocument/2006/relationships/image" Target="../media/image611.png"/><Relationship Id="rId32" Type="http://schemas.openxmlformats.org/officeDocument/2006/relationships/customXml" Target="../ink/ink16.xml"/><Relationship Id="rId53" Type="http://schemas.openxmlformats.org/officeDocument/2006/relationships/image" Target="../media/image27.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75.png"/><Relationship Id="rId5" Type="http://schemas.openxmlformats.org/officeDocument/2006/relationships/image" Target="../media/image3100.png"/><Relationship Id="rId95" Type="http://schemas.openxmlformats.org/officeDocument/2006/relationships/image" Target="../media/image48.png"/><Relationship Id="rId160" Type="http://schemas.openxmlformats.org/officeDocument/2006/relationships/customXml" Target="../ink/ink80.xml"/><Relationship Id="rId22" Type="http://schemas.openxmlformats.org/officeDocument/2006/relationships/customXml" Target="../ink/ink11.xml"/><Relationship Id="rId43" Type="http://schemas.openxmlformats.org/officeDocument/2006/relationships/image" Target="../media/image22.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70.png"/><Relationship Id="rId85" Type="http://schemas.openxmlformats.org/officeDocument/2006/relationships/image" Target="../media/image43.png"/><Relationship Id="rId150" Type="http://schemas.openxmlformats.org/officeDocument/2006/relationships/customXml" Target="../ink/ink75.xml"/><Relationship Id="rId12" Type="http://schemas.openxmlformats.org/officeDocument/2006/relationships/customXml" Target="../ink/ink6.xml"/><Relationship Id="rId33" Type="http://schemas.openxmlformats.org/officeDocument/2006/relationships/image" Target="../media/image1712.png"/><Relationship Id="rId108" Type="http://schemas.openxmlformats.org/officeDocument/2006/relationships/customXml" Target="../ink/ink54.xml"/><Relationship Id="rId129" Type="http://schemas.openxmlformats.org/officeDocument/2006/relationships/image" Target="../media/image65.png"/><Relationship Id="rId54" Type="http://schemas.openxmlformats.org/officeDocument/2006/relationships/customXml" Target="../ink/ink27.xml"/><Relationship Id="rId70" Type="http://schemas.openxmlformats.org/officeDocument/2006/relationships/customXml" Target="../ink/ink35.xml"/><Relationship Id="rId75" Type="http://schemas.openxmlformats.org/officeDocument/2006/relationships/image" Target="../media/image38.png"/><Relationship Id="rId91" Type="http://schemas.openxmlformats.org/officeDocument/2006/relationships/image" Target="../media/image46.png"/><Relationship Id="rId96" Type="http://schemas.openxmlformats.org/officeDocument/2006/relationships/customXml" Target="../ink/ink48.xml"/><Relationship Id="rId140" Type="http://schemas.openxmlformats.org/officeDocument/2006/relationships/customXml" Target="../ink/ink70.xml"/><Relationship Id="rId145" Type="http://schemas.openxmlformats.org/officeDocument/2006/relationships/image" Target="../media/image73.png"/><Relationship Id="rId161" Type="http://schemas.openxmlformats.org/officeDocument/2006/relationships/image" Target="../media/image81.png"/><Relationship Id="rId166" Type="http://schemas.openxmlformats.org/officeDocument/2006/relationships/customXml" Target="../ink/ink83.xml"/><Relationship Id="rId1" Type="http://schemas.openxmlformats.org/officeDocument/2006/relationships/slideLayout" Target="../slideLayouts/slideLayout2.xml"/><Relationship Id="rId6" Type="http://schemas.openxmlformats.org/officeDocument/2006/relationships/customXml" Target="../ink/ink3.xml"/><Relationship Id="rId23" Type="http://schemas.openxmlformats.org/officeDocument/2006/relationships/image" Target="../media/image1212.png"/><Relationship Id="rId28" Type="http://schemas.openxmlformats.org/officeDocument/2006/relationships/customXml" Target="../ink/ink14.xml"/><Relationship Id="rId49" Type="http://schemas.openxmlformats.org/officeDocument/2006/relationships/image" Target="../media/image25.png"/><Relationship Id="rId114" Type="http://schemas.openxmlformats.org/officeDocument/2006/relationships/customXml" Target="../ink/ink57.xml"/><Relationship Id="rId119" Type="http://schemas.openxmlformats.org/officeDocument/2006/relationships/image" Target="../media/image60.png"/><Relationship Id="rId44" Type="http://schemas.openxmlformats.org/officeDocument/2006/relationships/customXml" Target="../ink/ink22.xml"/><Relationship Id="rId60" Type="http://schemas.openxmlformats.org/officeDocument/2006/relationships/customXml" Target="../ink/ink30.xml"/><Relationship Id="rId65" Type="http://schemas.openxmlformats.org/officeDocument/2006/relationships/image" Target="../media/image33.png"/><Relationship Id="rId81" Type="http://schemas.openxmlformats.org/officeDocument/2006/relationships/image" Target="../media/image41.png"/><Relationship Id="rId86" Type="http://schemas.openxmlformats.org/officeDocument/2006/relationships/customXml" Target="../ink/ink43.xml"/><Relationship Id="rId130" Type="http://schemas.openxmlformats.org/officeDocument/2006/relationships/customXml" Target="../ink/ink65.xml"/><Relationship Id="rId135" Type="http://schemas.openxmlformats.org/officeDocument/2006/relationships/image" Target="../media/image68.png"/><Relationship Id="rId151" Type="http://schemas.openxmlformats.org/officeDocument/2006/relationships/image" Target="../media/image76.png"/><Relationship Id="rId156" Type="http://schemas.openxmlformats.org/officeDocument/2006/relationships/customXml" Target="../ink/ink78.xml"/><Relationship Id="rId13" Type="http://schemas.openxmlformats.org/officeDocument/2006/relationships/image" Target="../media/image713.png"/><Relationship Id="rId18" Type="http://schemas.openxmlformats.org/officeDocument/2006/relationships/customXml" Target="../ink/ink9.xml"/><Relationship Id="rId39" Type="http://schemas.openxmlformats.org/officeDocument/2006/relationships/image" Target="../media/image20.png"/><Relationship Id="rId109" Type="http://schemas.openxmlformats.org/officeDocument/2006/relationships/image" Target="../media/image55.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28.png"/><Relationship Id="rId76" Type="http://schemas.openxmlformats.org/officeDocument/2006/relationships/customXml" Target="../ink/ink38.xml"/><Relationship Id="rId97" Type="http://schemas.openxmlformats.org/officeDocument/2006/relationships/image" Target="../media/image49.png"/><Relationship Id="rId104" Type="http://schemas.openxmlformats.org/officeDocument/2006/relationships/customXml" Target="../ink/ink52.xml"/><Relationship Id="rId120" Type="http://schemas.openxmlformats.org/officeDocument/2006/relationships/customXml" Target="../ink/ink60.xml"/><Relationship Id="rId125" Type="http://schemas.openxmlformats.org/officeDocument/2006/relationships/image" Target="../media/image63.png"/><Relationship Id="rId141" Type="http://schemas.openxmlformats.org/officeDocument/2006/relationships/image" Target="../media/image71.png"/><Relationship Id="rId146" Type="http://schemas.openxmlformats.org/officeDocument/2006/relationships/customXml" Target="../ink/ink73.xml"/><Relationship Id="rId167" Type="http://schemas.openxmlformats.org/officeDocument/2006/relationships/image" Target="../media/image84.png"/><Relationship Id="rId7" Type="http://schemas.openxmlformats.org/officeDocument/2006/relationships/image" Target="../media/image4100.png"/><Relationship Id="rId71" Type="http://schemas.openxmlformats.org/officeDocument/2006/relationships/image" Target="../media/image36.png"/><Relationship Id="rId92" Type="http://schemas.openxmlformats.org/officeDocument/2006/relationships/customXml" Target="../ink/ink46.xml"/><Relationship Id="rId162" Type="http://schemas.openxmlformats.org/officeDocument/2006/relationships/customXml" Target="../ink/ink81.xml"/><Relationship Id="rId2" Type="http://schemas.openxmlformats.org/officeDocument/2006/relationships/customXml" Target="../ink/ink1.xml"/><Relationship Id="rId29" Type="http://schemas.openxmlformats.org/officeDocument/2006/relationships/image" Target="../media/image1512.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3.png"/><Relationship Id="rId66" Type="http://schemas.openxmlformats.org/officeDocument/2006/relationships/customXml" Target="../ink/ink33.xml"/><Relationship Id="rId87" Type="http://schemas.openxmlformats.org/officeDocument/2006/relationships/image" Target="../media/image44.png"/><Relationship Id="rId110" Type="http://schemas.openxmlformats.org/officeDocument/2006/relationships/customXml" Target="../ink/ink55.xml"/><Relationship Id="rId115" Type="http://schemas.openxmlformats.org/officeDocument/2006/relationships/image" Target="../media/image58.png"/><Relationship Id="rId131" Type="http://schemas.openxmlformats.org/officeDocument/2006/relationships/image" Target="../media/image66.png"/><Relationship Id="rId136" Type="http://schemas.openxmlformats.org/officeDocument/2006/relationships/customXml" Target="../ink/ink68.xml"/><Relationship Id="rId157" Type="http://schemas.openxmlformats.org/officeDocument/2006/relationships/image" Target="../media/image79.png"/><Relationship Id="rId61" Type="http://schemas.openxmlformats.org/officeDocument/2006/relationships/image" Target="../media/image31.png"/><Relationship Id="rId82" Type="http://schemas.openxmlformats.org/officeDocument/2006/relationships/customXml" Target="../ink/ink41.xml"/><Relationship Id="rId152" Type="http://schemas.openxmlformats.org/officeDocument/2006/relationships/customXml" Target="../ink/ink76.xml"/><Relationship Id="rId19" Type="http://schemas.openxmlformats.org/officeDocument/2006/relationships/image" Target="../media/image1012.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1812.png"/><Relationship Id="rId56" Type="http://schemas.openxmlformats.org/officeDocument/2006/relationships/customXml" Target="../ink/ink28.xml"/><Relationship Id="rId77" Type="http://schemas.openxmlformats.org/officeDocument/2006/relationships/image" Target="../media/image39.png"/><Relationship Id="rId100" Type="http://schemas.openxmlformats.org/officeDocument/2006/relationships/customXml" Target="../ink/ink50.xml"/><Relationship Id="rId105" Type="http://schemas.openxmlformats.org/officeDocument/2006/relationships/image" Target="../media/image53.png"/><Relationship Id="rId126" Type="http://schemas.openxmlformats.org/officeDocument/2006/relationships/customXml" Target="../ink/ink63.xml"/><Relationship Id="rId147" Type="http://schemas.openxmlformats.org/officeDocument/2006/relationships/image" Target="../media/image74.png"/><Relationship Id="rId168" Type="http://schemas.openxmlformats.org/officeDocument/2006/relationships/customXml" Target="../ink/ink84.xml"/><Relationship Id="rId8" Type="http://schemas.openxmlformats.org/officeDocument/2006/relationships/customXml" Target="../ink/ink4.xml"/><Relationship Id="rId51" Type="http://schemas.openxmlformats.org/officeDocument/2006/relationships/image" Target="../media/image26.png"/><Relationship Id="rId72" Type="http://schemas.openxmlformats.org/officeDocument/2006/relationships/customXml" Target="../ink/ink36.xml"/><Relationship Id="rId93" Type="http://schemas.openxmlformats.org/officeDocument/2006/relationships/image" Target="../media/image47.png"/><Relationship Id="rId98" Type="http://schemas.openxmlformats.org/officeDocument/2006/relationships/customXml" Target="../ink/ink49.xml"/><Relationship Id="rId121" Type="http://schemas.openxmlformats.org/officeDocument/2006/relationships/image" Target="../media/image61.png"/><Relationship Id="rId142" Type="http://schemas.openxmlformats.org/officeDocument/2006/relationships/customXml" Target="../ink/ink71.xml"/><Relationship Id="rId163" Type="http://schemas.openxmlformats.org/officeDocument/2006/relationships/image" Target="../media/image82.png"/><Relationship Id="rId3" Type="http://schemas.openxmlformats.org/officeDocument/2006/relationships/image" Target="../media/image2101.png"/><Relationship Id="rId25" Type="http://schemas.openxmlformats.org/officeDocument/2006/relationships/image" Target="../media/image1312.png"/><Relationship Id="rId46" Type="http://schemas.openxmlformats.org/officeDocument/2006/relationships/customXml" Target="../ink/ink23.xml"/><Relationship Id="rId67" Type="http://schemas.openxmlformats.org/officeDocument/2006/relationships/image" Target="../media/image34.png"/><Relationship Id="rId116" Type="http://schemas.openxmlformats.org/officeDocument/2006/relationships/customXml" Target="../ink/ink58.xml"/><Relationship Id="rId137" Type="http://schemas.openxmlformats.org/officeDocument/2006/relationships/image" Target="../media/image69.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21.png"/><Relationship Id="rId62" Type="http://schemas.openxmlformats.org/officeDocument/2006/relationships/customXml" Target="../ink/ink31.xml"/><Relationship Id="rId83" Type="http://schemas.openxmlformats.org/officeDocument/2006/relationships/image" Target="../media/image42.png"/><Relationship Id="rId88" Type="http://schemas.openxmlformats.org/officeDocument/2006/relationships/customXml" Target="../ink/ink44.xml"/><Relationship Id="rId111" Type="http://schemas.openxmlformats.org/officeDocument/2006/relationships/image" Target="../media/image56.png"/><Relationship Id="rId132" Type="http://schemas.openxmlformats.org/officeDocument/2006/relationships/customXml" Target="../ink/ink66.xml"/><Relationship Id="rId153" Type="http://schemas.openxmlformats.org/officeDocument/2006/relationships/image" Target="../media/image77.png"/><Relationship Id="rId15" Type="http://schemas.openxmlformats.org/officeDocument/2006/relationships/image" Target="../media/image812.png"/><Relationship Id="rId36" Type="http://schemas.openxmlformats.org/officeDocument/2006/relationships/customXml" Target="../ink/ink18.xml"/><Relationship Id="rId57" Type="http://schemas.openxmlformats.org/officeDocument/2006/relationships/image" Target="../media/image29.png"/><Relationship Id="rId106" Type="http://schemas.openxmlformats.org/officeDocument/2006/relationships/customXml" Target="../ink/ink53.xml"/><Relationship Id="rId127" Type="http://schemas.openxmlformats.org/officeDocument/2006/relationships/image" Target="../media/image64.png"/><Relationship Id="rId10" Type="http://schemas.openxmlformats.org/officeDocument/2006/relationships/customXml" Target="../ink/ink5.xml"/><Relationship Id="rId31" Type="http://schemas.openxmlformats.org/officeDocument/2006/relationships/image" Target="../media/image1612.png"/><Relationship Id="rId52" Type="http://schemas.openxmlformats.org/officeDocument/2006/relationships/customXml" Target="../ink/ink26.xml"/><Relationship Id="rId73" Type="http://schemas.openxmlformats.org/officeDocument/2006/relationships/image" Target="../media/image37.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50.png"/><Relationship Id="rId101" Type="http://schemas.openxmlformats.org/officeDocument/2006/relationships/image" Target="../media/image51.png"/><Relationship Id="rId122" Type="http://schemas.openxmlformats.org/officeDocument/2006/relationships/customXml" Target="../ink/ink61.xml"/><Relationship Id="rId143" Type="http://schemas.openxmlformats.org/officeDocument/2006/relationships/image" Target="../media/image72.png"/><Relationship Id="rId148" Type="http://schemas.openxmlformats.org/officeDocument/2006/relationships/customXml" Target="../ink/ink74.xml"/><Relationship Id="rId164" Type="http://schemas.openxmlformats.org/officeDocument/2006/relationships/customXml" Target="../ink/ink82.xml"/><Relationship Id="rId169" Type="http://schemas.openxmlformats.org/officeDocument/2006/relationships/image" Target="../media/image85.png"/><Relationship Id="rId4" Type="http://schemas.openxmlformats.org/officeDocument/2006/relationships/customXml" Target="../ink/ink2.xml"/><Relationship Id="rId9" Type="http://schemas.openxmlformats.org/officeDocument/2006/relationships/image" Target="../media/image521.png"/><Relationship Id="rId26" Type="http://schemas.openxmlformats.org/officeDocument/2006/relationships/customXml" Target="../ink/ink13.xml"/><Relationship Id="rId47" Type="http://schemas.openxmlformats.org/officeDocument/2006/relationships/image" Target="../media/image24.png"/><Relationship Id="rId68" Type="http://schemas.openxmlformats.org/officeDocument/2006/relationships/customXml" Target="../ink/ink34.xml"/><Relationship Id="rId89" Type="http://schemas.openxmlformats.org/officeDocument/2006/relationships/image" Target="../media/image45.png"/><Relationship Id="rId112" Type="http://schemas.openxmlformats.org/officeDocument/2006/relationships/customXml" Target="../ink/ink56.xml"/><Relationship Id="rId133" Type="http://schemas.openxmlformats.org/officeDocument/2006/relationships/image" Target="../media/image67.png"/><Relationship Id="rId154" Type="http://schemas.openxmlformats.org/officeDocument/2006/relationships/customXml" Target="../ink/ink77.xml"/><Relationship Id="rId16" Type="http://schemas.openxmlformats.org/officeDocument/2006/relationships/customXml" Target="../ink/ink8.xml"/><Relationship Id="rId37" Type="http://schemas.openxmlformats.org/officeDocument/2006/relationships/image" Target="../media/image1912.png"/><Relationship Id="rId58" Type="http://schemas.openxmlformats.org/officeDocument/2006/relationships/customXml" Target="../ink/ink29.xml"/><Relationship Id="rId79" Type="http://schemas.openxmlformats.org/officeDocument/2006/relationships/image" Target="../media/image40.png"/><Relationship Id="rId102" Type="http://schemas.openxmlformats.org/officeDocument/2006/relationships/customXml" Target="../ink/ink51.xml"/><Relationship Id="rId123" Type="http://schemas.openxmlformats.org/officeDocument/2006/relationships/image" Target="../media/image62.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83.png"/><Relationship Id="rId27" Type="http://schemas.openxmlformats.org/officeDocument/2006/relationships/image" Target="../media/image1412.png"/><Relationship Id="rId48" Type="http://schemas.openxmlformats.org/officeDocument/2006/relationships/customXml" Target="../ink/ink24.xml"/><Relationship Id="rId69" Type="http://schemas.openxmlformats.org/officeDocument/2006/relationships/image" Target="../media/image35.png"/><Relationship Id="rId113" Type="http://schemas.openxmlformats.org/officeDocument/2006/relationships/image" Target="../media/image57.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78.png"/><Relationship Id="rId17" Type="http://schemas.openxmlformats.org/officeDocument/2006/relationships/image" Target="../media/image912.png"/><Relationship Id="rId38" Type="http://schemas.openxmlformats.org/officeDocument/2006/relationships/customXml" Target="../ink/ink19.xml"/><Relationship Id="rId59" Type="http://schemas.openxmlformats.org/officeDocument/2006/relationships/image" Target="../media/image30.png"/><Relationship Id="rId103" Type="http://schemas.openxmlformats.org/officeDocument/2006/relationships/image" Target="../media/image52.png"/><Relationship Id="rId124" Type="http://schemas.openxmlformats.org/officeDocument/2006/relationships/customXml" Target="../ink/ink62.xml"/></Relationships>
</file>

<file path=ppt/slides/_rels/slide3.xml.rels><?xml version="1.0" encoding="UTF-8" standalone="yes"?>
<Relationships xmlns="http://schemas.openxmlformats.org/package/2006/relationships"><Relationship Id="rId26" Type="http://schemas.openxmlformats.org/officeDocument/2006/relationships/customXml" Target="../ink/ink97.xml"/><Relationship Id="rId117" Type="http://schemas.openxmlformats.org/officeDocument/2006/relationships/image" Target="../media/image132.png"/><Relationship Id="rId21" Type="http://schemas.openxmlformats.org/officeDocument/2006/relationships/image" Target="../media/image1610.png"/><Relationship Id="rId42" Type="http://schemas.openxmlformats.org/officeDocument/2006/relationships/customXml" Target="../ink/ink105.xml"/><Relationship Id="rId47" Type="http://schemas.openxmlformats.org/officeDocument/2006/relationships/image" Target="../media/image97.png"/><Relationship Id="rId63" Type="http://schemas.openxmlformats.org/officeDocument/2006/relationships/image" Target="../media/image105.png"/><Relationship Id="rId68" Type="http://schemas.openxmlformats.org/officeDocument/2006/relationships/customXml" Target="../ink/ink118.xml"/><Relationship Id="rId84" Type="http://schemas.openxmlformats.org/officeDocument/2006/relationships/customXml" Target="../ink/ink126.xml"/><Relationship Id="rId89" Type="http://schemas.openxmlformats.org/officeDocument/2006/relationships/image" Target="../media/image118.png"/><Relationship Id="rId112" Type="http://schemas.openxmlformats.org/officeDocument/2006/relationships/customXml" Target="../ink/ink140.xml"/><Relationship Id="rId16" Type="http://schemas.openxmlformats.org/officeDocument/2006/relationships/customXml" Target="../ink/ink92.xml"/><Relationship Id="rId107" Type="http://schemas.openxmlformats.org/officeDocument/2006/relationships/image" Target="../media/image127.png"/><Relationship Id="rId11" Type="http://schemas.openxmlformats.org/officeDocument/2006/relationships/image" Target="../media/image1110.png"/><Relationship Id="rId32" Type="http://schemas.openxmlformats.org/officeDocument/2006/relationships/customXml" Target="../ink/ink100.xml"/><Relationship Id="rId37" Type="http://schemas.openxmlformats.org/officeDocument/2006/relationships/image" Target="../media/image92.png"/><Relationship Id="rId53" Type="http://schemas.openxmlformats.org/officeDocument/2006/relationships/image" Target="../media/image100.png"/><Relationship Id="rId58" Type="http://schemas.openxmlformats.org/officeDocument/2006/relationships/customXml" Target="../ink/ink113.xml"/><Relationship Id="rId74" Type="http://schemas.openxmlformats.org/officeDocument/2006/relationships/customXml" Target="../ink/ink121.xml"/><Relationship Id="rId79" Type="http://schemas.openxmlformats.org/officeDocument/2006/relationships/image" Target="../media/image113.png"/><Relationship Id="rId102" Type="http://schemas.openxmlformats.org/officeDocument/2006/relationships/customXml" Target="../ink/ink135.xml"/><Relationship Id="rId123" Type="http://schemas.openxmlformats.org/officeDocument/2006/relationships/image" Target="../media/image135.png"/><Relationship Id="rId5" Type="http://schemas.openxmlformats.org/officeDocument/2006/relationships/image" Target="../media/image810.png"/><Relationship Id="rId90" Type="http://schemas.openxmlformats.org/officeDocument/2006/relationships/customXml" Target="../ink/ink129.xml"/><Relationship Id="rId95" Type="http://schemas.openxmlformats.org/officeDocument/2006/relationships/image" Target="../media/image121.png"/><Relationship Id="rId22" Type="http://schemas.openxmlformats.org/officeDocument/2006/relationships/customXml" Target="../ink/ink95.xml"/><Relationship Id="rId27" Type="http://schemas.openxmlformats.org/officeDocument/2006/relationships/image" Target="../media/image87.png"/><Relationship Id="rId43" Type="http://schemas.openxmlformats.org/officeDocument/2006/relationships/image" Target="../media/image95.png"/><Relationship Id="rId48" Type="http://schemas.openxmlformats.org/officeDocument/2006/relationships/customXml" Target="../ink/ink108.xml"/><Relationship Id="rId64" Type="http://schemas.openxmlformats.org/officeDocument/2006/relationships/customXml" Target="../ink/ink116.xml"/><Relationship Id="rId69" Type="http://schemas.openxmlformats.org/officeDocument/2006/relationships/image" Target="../media/image108.png"/><Relationship Id="rId113" Type="http://schemas.openxmlformats.org/officeDocument/2006/relationships/image" Target="../media/image130.png"/><Relationship Id="rId118" Type="http://schemas.openxmlformats.org/officeDocument/2006/relationships/customXml" Target="../ink/ink143.xml"/><Relationship Id="rId80" Type="http://schemas.openxmlformats.org/officeDocument/2006/relationships/customXml" Target="../ink/ink124.xml"/><Relationship Id="rId85" Type="http://schemas.openxmlformats.org/officeDocument/2006/relationships/image" Target="../media/image116.png"/><Relationship Id="rId12" Type="http://schemas.openxmlformats.org/officeDocument/2006/relationships/customXml" Target="../ink/ink90.xml"/><Relationship Id="rId17" Type="http://schemas.openxmlformats.org/officeDocument/2006/relationships/image" Target="../media/image1410.png"/><Relationship Id="rId33" Type="http://schemas.openxmlformats.org/officeDocument/2006/relationships/image" Target="../media/image90.png"/><Relationship Id="rId38" Type="http://schemas.openxmlformats.org/officeDocument/2006/relationships/customXml" Target="../ink/ink103.xml"/><Relationship Id="rId59" Type="http://schemas.openxmlformats.org/officeDocument/2006/relationships/image" Target="../media/image103.png"/><Relationship Id="rId103" Type="http://schemas.openxmlformats.org/officeDocument/2006/relationships/image" Target="../media/image125.png"/><Relationship Id="rId108" Type="http://schemas.openxmlformats.org/officeDocument/2006/relationships/customXml" Target="../ink/ink138.xml"/><Relationship Id="rId124" Type="http://schemas.openxmlformats.org/officeDocument/2006/relationships/customXml" Target="../ink/ink146.xml"/><Relationship Id="rId54" Type="http://schemas.openxmlformats.org/officeDocument/2006/relationships/customXml" Target="../ink/ink111.xml"/><Relationship Id="rId70" Type="http://schemas.openxmlformats.org/officeDocument/2006/relationships/customXml" Target="../ink/ink119.xml"/><Relationship Id="rId75" Type="http://schemas.openxmlformats.org/officeDocument/2006/relationships/image" Target="../media/image111.png"/><Relationship Id="rId91" Type="http://schemas.openxmlformats.org/officeDocument/2006/relationships/image" Target="../media/image119.png"/><Relationship Id="rId96" Type="http://schemas.openxmlformats.org/officeDocument/2006/relationships/customXml" Target="../ink/ink132.xml"/><Relationship Id="rId1" Type="http://schemas.openxmlformats.org/officeDocument/2006/relationships/slideLayout" Target="../slideLayouts/slideLayout2.xml"/><Relationship Id="rId6" Type="http://schemas.openxmlformats.org/officeDocument/2006/relationships/customXml" Target="../ink/ink87.xml"/><Relationship Id="rId23" Type="http://schemas.openxmlformats.org/officeDocument/2006/relationships/image" Target="../media/image1710.png"/><Relationship Id="rId28" Type="http://schemas.openxmlformats.org/officeDocument/2006/relationships/customXml" Target="../ink/ink98.xml"/><Relationship Id="rId49" Type="http://schemas.openxmlformats.org/officeDocument/2006/relationships/image" Target="../media/image98.png"/><Relationship Id="rId114" Type="http://schemas.openxmlformats.org/officeDocument/2006/relationships/customXml" Target="../ink/ink141.xml"/><Relationship Id="rId119" Type="http://schemas.openxmlformats.org/officeDocument/2006/relationships/image" Target="../media/image133.png"/><Relationship Id="rId44" Type="http://schemas.openxmlformats.org/officeDocument/2006/relationships/customXml" Target="../ink/ink106.xml"/><Relationship Id="rId60" Type="http://schemas.openxmlformats.org/officeDocument/2006/relationships/customXml" Target="../ink/ink114.xml"/><Relationship Id="rId65" Type="http://schemas.openxmlformats.org/officeDocument/2006/relationships/image" Target="../media/image106.png"/><Relationship Id="rId81" Type="http://schemas.openxmlformats.org/officeDocument/2006/relationships/image" Target="../media/image114.png"/><Relationship Id="rId86" Type="http://schemas.openxmlformats.org/officeDocument/2006/relationships/customXml" Target="../ink/ink127.xml"/><Relationship Id="rId13" Type="http://schemas.openxmlformats.org/officeDocument/2006/relationships/image" Target="../media/image1210.png"/><Relationship Id="rId18" Type="http://schemas.openxmlformats.org/officeDocument/2006/relationships/customXml" Target="../ink/ink93.xml"/><Relationship Id="rId39" Type="http://schemas.openxmlformats.org/officeDocument/2006/relationships/image" Target="../media/image93.png"/><Relationship Id="rId109" Type="http://schemas.openxmlformats.org/officeDocument/2006/relationships/image" Target="../media/image128.png"/><Relationship Id="rId34" Type="http://schemas.openxmlformats.org/officeDocument/2006/relationships/customXml" Target="../ink/ink101.xml"/><Relationship Id="rId50" Type="http://schemas.openxmlformats.org/officeDocument/2006/relationships/customXml" Target="../ink/ink109.xml"/><Relationship Id="rId55" Type="http://schemas.openxmlformats.org/officeDocument/2006/relationships/image" Target="../media/image101.png"/><Relationship Id="rId76" Type="http://schemas.openxmlformats.org/officeDocument/2006/relationships/customXml" Target="../ink/ink122.xml"/><Relationship Id="rId97" Type="http://schemas.openxmlformats.org/officeDocument/2006/relationships/image" Target="../media/image122.png"/><Relationship Id="rId104" Type="http://schemas.openxmlformats.org/officeDocument/2006/relationships/customXml" Target="../ink/ink136.xml"/><Relationship Id="rId120" Type="http://schemas.openxmlformats.org/officeDocument/2006/relationships/customXml" Target="../ink/ink144.xml"/><Relationship Id="rId125" Type="http://schemas.openxmlformats.org/officeDocument/2006/relationships/image" Target="../media/image136.png"/><Relationship Id="rId7" Type="http://schemas.openxmlformats.org/officeDocument/2006/relationships/image" Target="../media/image910.png"/><Relationship Id="rId71" Type="http://schemas.openxmlformats.org/officeDocument/2006/relationships/image" Target="../media/image109.png"/><Relationship Id="rId92" Type="http://schemas.openxmlformats.org/officeDocument/2006/relationships/customXml" Target="../ink/ink130.xml"/><Relationship Id="rId2" Type="http://schemas.openxmlformats.org/officeDocument/2006/relationships/customXml" Target="../ink/ink85.xml"/><Relationship Id="rId29" Type="http://schemas.openxmlformats.org/officeDocument/2006/relationships/image" Target="../media/image88.png"/><Relationship Id="rId24" Type="http://schemas.openxmlformats.org/officeDocument/2006/relationships/customXml" Target="../ink/ink96.xml"/><Relationship Id="rId40" Type="http://schemas.openxmlformats.org/officeDocument/2006/relationships/customXml" Target="../ink/ink104.xml"/><Relationship Id="rId45" Type="http://schemas.openxmlformats.org/officeDocument/2006/relationships/image" Target="../media/image96.png"/><Relationship Id="rId66" Type="http://schemas.openxmlformats.org/officeDocument/2006/relationships/customXml" Target="../ink/ink117.xml"/><Relationship Id="rId87" Type="http://schemas.openxmlformats.org/officeDocument/2006/relationships/image" Target="../media/image117.png"/><Relationship Id="rId110" Type="http://schemas.openxmlformats.org/officeDocument/2006/relationships/customXml" Target="../ink/ink139.xml"/><Relationship Id="rId115" Type="http://schemas.openxmlformats.org/officeDocument/2006/relationships/image" Target="../media/image131.png"/><Relationship Id="rId61" Type="http://schemas.openxmlformats.org/officeDocument/2006/relationships/image" Target="../media/image104.png"/><Relationship Id="rId82" Type="http://schemas.openxmlformats.org/officeDocument/2006/relationships/customXml" Target="../ink/ink125.xml"/><Relationship Id="rId19" Type="http://schemas.openxmlformats.org/officeDocument/2006/relationships/image" Target="../media/image1510.png"/><Relationship Id="rId14" Type="http://schemas.openxmlformats.org/officeDocument/2006/relationships/customXml" Target="../ink/ink91.xml"/><Relationship Id="rId30" Type="http://schemas.openxmlformats.org/officeDocument/2006/relationships/customXml" Target="../ink/ink99.xml"/><Relationship Id="rId35" Type="http://schemas.openxmlformats.org/officeDocument/2006/relationships/image" Target="../media/image91.png"/><Relationship Id="rId56" Type="http://schemas.openxmlformats.org/officeDocument/2006/relationships/customXml" Target="../ink/ink112.xml"/><Relationship Id="rId77" Type="http://schemas.openxmlformats.org/officeDocument/2006/relationships/image" Target="../media/image112.png"/><Relationship Id="rId100" Type="http://schemas.openxmlformats.org/officeDocument/2006/relationships/customXml" Target="../ink/ink134.xml"/><Relationship Id="rId105" Type="http://schemas.openxmlformats.org/officeDocument/2006/relationships/image" Target="../media/image126.png"/><Relationship Id="rId126" Type="http://schemas.openxmlformats.org/officeDocument/2006/relationships/customXml" Target="../ink/ink147.xml"/><Relationship Id="rId8" Type="http://schemas.openxmlformats.org/officeDocument/2006/relationships/customXml" Target="../ink/ink88.xml"/><Relationship Id="rId51" Type="http://schemas.openxmlformats.org/officeDocument/2006/relationships/image" Target="../media/image99.png"/><Relationship Id="rId72" Type="http://schemas.openxmlformats.org/officeDocument/2006/relationships/customXml" Target="../ink/ink120.xml"/><Relationship Id="rId93" Type="http://schemas.openxmlformats.org/officeDocument/2006/relationships/image" Target="../media/image120.png"/><Relationship Id="rId98" Type="http://schemas.openxmlformats.org/officeDocument/2006/relationships/customXml" Target="../ink/ink133.xml"/><Relationship Id="rId121" Type="http://schemas.openxmlformats.org/officeDocument/2006/relationships/image" Target="../media/image134.png"/><Relationship Id="rId3" Type="http://schemas.openxmlformats.org/officeDocument/2006/relationships/image" Target="../media/image711.png"/><Relationship Id="rId25" Type="http://schemas.openxmlformats.org/officeDocument/2006/relationships/image" Target="../media/image86.png"/><Relationship Id="rId46" Type="http://schemas.openxmlformats.org/officeDocument/2006/relationships/customXml" Target="../ink/ink107.xml"/><Relationship Id="rId67" Type="http://schemas.openxmlformats.org/officeDocument/2006/relationships/image" Target="../media/image107.png"/><Relationship Id="rId116" Type="http://schemas.openxmlformats.org/officeDocument/2006/relationships/customXml" Target="../ink/ink142.xml"/><Relationship Id="rId20" Type="http://schemas.openxmlformats.org/officeDocument/2006/relationships/customXml" Target="../ink/ink94.xml"/><Relationship Id="rId41" Type="http://schemas.openxmlformats.org/officeDocument/2006/relationships/image" Target="../media/image94.png"/><Relationship Id="rId62" Type="http://schemas.openxmlformats.org/officeDocument/2006/relationships/customXml" Target="../ink/ink115.xml"/><Relationship Id="rId83" Type="http://schemas.openxmlformats.org/officeDocument/2006/relationships/image" Target="../media/image115.png"/><Relationship Id="rId88" Type="http://schemas.openxmlformats.org/officeDocument/2006/relationships/customXml" Target="../ink/ink128.xml"/><Relationship Id="rId111" Type="http://schemas.openxmlformats.org/officeDocument/2006/relationships/image" Target="../media/image129.png"/><Relationship Id="rId15" Type="http://schemas.openxmlformats.org/officeDocument/2006/relationships/image" Target="../media/image1310.png"/><Relationship Id="rId36" Type="http://schemas.openxmlformats.org/officeDocument/2006/relationships/customXml" Target="../ink/ink102.xml"/><Relationship Id="rId57" Type="http://schemas.openxmlformats.org/officeDocument/2006/relationships/image" Target="../media/image102.png"/><Relationship Id="rId106" Type="http://schemas.openxmlformats.org/officeDocument/2006/relationships/customXml" Target="../ink/ink137.xml"/><Relationship Id="rId127" Type="http://schemas.openxmlformats.org/officeDocument/2006/relationships/image" Target="../media/image137.png"/><Relationship Id="rId10" Type="http://schemas.openxmlformats.org/officeDocument/2006/relationships/customXml" Target="../ink/ink89.xml"/><Relationship Id="rId31" Type="http://schemas.openxmlformats.org/officeDocument/2006/relationships/image" Target="../media/image89.png"/><Relationship Id="rId52" Type="http://schemas.openxmlformats.org/officeDocument/2006/relationships/customXml" Target="../ink/ink110.xml"/><Relationship Id="rId73" Type="http://schemas.openxmlformats.org/officeDocument/2006/relationships/image" Target="../media/image110.png"/><Relationship Id="rId78" Type="http://schemas.openxmlformats.org/officeDocument/2006/relationships/customXml" Target="../ink/ink123.xml"/><Relationship Id="rId94" Type="http://schemas.openxmlformats.org/officeDocument/2006/relationships/customXml" Target="../ink/ink131.xml"/><Relationship Id="rId99" Type="http://schemas.openxmlformats.org/officeDocument/2006/relationships/image" Target="../media/image123.png"/><Relationship Id="rId101" Type="http://schemas.openxmlformats.org/officeDocument/2006/relationships/image" Target="../media/image124.png"/><Relationship Id="rId122" Type="http://schemas.openxmlformats.org/officeDocument/2006/relationships/customXml" Target="../ink/ink145.xml"/><Relationship Id="rId4" Type="http://schemas.openxmlformats.org/officeDocument/2006/relationships/customXml" Target="../ink/ink86.xml"/><Relationship Id="rId9" Type="http://schemas.openxmlformats.org/officeDocument/2006/relationships/image" Target="../media/image1010.png"/></Relationships>
</file>

<file path=ppt/slides/_rels/slide4.xml.rels><?xml version="1.0" encoding="UTF-8" standalone="yes"?>
<Relationships xmlns="http://schemas.openxmlformats.org/package/2006/relationships"><Relationship Id="rId117" Type="http://schemas.openxmlformats.org/officeDocument/2006/relationships/image" Target="../media/image183.png"/><Relationship Id="rId21" Type="http://schemas.openxmlformats.org/officeDocument/2006/relationships/image" Target="../media/image2710.png"/><Relationship Id="rId42" Type="http://schemas.openxmlformats.org/officeDocument/2006/relationships/customXml" Target="../ink/ink168.xml"/><Relationship Id="rId63" Type="http://schemas.openxmlformats.org/officeDocument/2006/relationships/image" Target="../media/image156.png"/><Relationship Id="rId84" Type="http://schemas.openxmlformats.org/officeDocument/2006/relationships/customXml" Target="../ink/ink189.xml"/><Relationship Id="rId138" Type="http://schemas.openxmlformats.org/officeDocument/2006/relationships/customXml" Target="../ink/ink216.xml"/><Relationship Id="rId159" Type="http://schemas.openxmlformats.org/officeDocument/2006/relationships/image" Target="../media/image204.png"/><Relationship Id="rId170" Type="http://schemas.openxmlformats.org/officeDocument/2006/relationships/customXml" Target="../ink/ink232.xml"/><Relationship Id="rId191" Type="http://schemas.openxmlformats.org/officeDocument/2006/relationships/image" Target="../media/image220.png"/><Relationship Id="rId205" Type="http://schemas.openxmlformats.org/officeDocument/2006/relationships/image" Target="../media/image227.png"/><Relationship Id="rId107" Type="http://schemas.openxmlformats.org/officeDocument/2006/relationships/image" Target="../media/image178.png"/><Relationship Id="rId11" Type="http://schemas.openxmlformats.org/officeDocument/2006/relationships/image" Target="../media/image2210.png"/><Relationship Id="rId32" Type="http://schemas.openxmlformats.org/officeDocument/2006/relationships/customXml" Target="../ink/ink163.xml"/><Relationship Id="rId53" Type="http://schemas.openxmlformats.org/officeDocument/2006/relationships/image" Target="../media/image151.png"/><Relationship Id="rId74" Type="http://schemas.openxmlformats.org/officeDocument/2006/relationships/customXml" Target="../ink/ink184.xml"/><Relationship Id="rId128" Type="http://schemas.openxmlformats.org/officeDocument/2006/relationships/customXml" Target="../ink/ink211.xml"/><Relationship Id="rId149" Type="http://schemas.openxmlformats.org/officeDocument/2006/relationships/image" Target="../media/image199.png"/><Relationship Id="rId5" Type="http://schemas.openxmlformats.org/officeDocument/2006/relationships/image" Target="../media/image1910.png"/><Relationship Id="rId95" Type="http://schemas.openxmlformats.org/officeDocument/2006/relationships/image" Target="../media/image172.png"/><Relationship Id="rId160" Type="http://schemas.openxmlformats.org/officeDocument/2006/relationships/customXml" Target="../ink/ink227.xml"/><Relationship Id="rId181" Type="http://schemas.openxmlformats.org/officeDocument/2006/relationships/image" Target="../media/image215.png"/><Relationship Id="rId22" Type="http://schemas.openxmlformats.org/officeDocument/2006/relationships/customXml" Target="../ink/ink158.xml"/><Relationship Id="rId43" Type="http://schemas.openxmlformats.org/officeDocument/2006/relationships/image" Target="../media/image146.png"/><Relationship Id="rId64" Type="http://schemas.openxmlformats.org/officeDocument/2006/relationships/customXml" Target="../ink/ink179.xml"/><Relationship Id="rId118" Type="http://schemas.openxmlformats.org/officeDocument/2006/relationships/customXml" Target="../ink/ink206.xml"/><Relationship Id="rId139" Type="http://schemas.openxmlformats.org/officeDocument/2006/relationships/image" Target="../media/image194.png"/><Relationship Id="rId85" Type="http://schemas.openxmlformats.org/officeDocument/2006/relationships/image" Target="../media/image167.png"/><Relationship Id="rId150" Type="http://schemas.openxmlformats.org/officeDocument/2006/relationships/customXml" Target="../ink/ink222.xml"/><Relationship Id="rId171" Type="http://schemas.openxmlformats.org/officeDocument/2006/relationships/image" Target="../media/image210.png"/><Relationship Id="rId192" Type="http://schemas.openxmlformats.org/officeDocument/2006/relationships/customXml" Target="../ink/ink243.xml"/><Relationship Id="rId12" Type="http://schemas.openxmlformats.org/officeDocument/2006/relationships/customXml" Target="../ink/ink153.xml"/><Relationship Id="rId33" Type="http://schemas.openxmlformats.org/officeDocument/2006/relationships/image" Target="../media/image141.png"/><Relationship Id="rId108" Type="http://schemas.openxmlformats.org/officeDocument/2006/relationships/customXml" Target="../ink/ink201.xml"/><Relationship Id="rId129" Type="http://schemas.openxmlformats.org/officeDocument/2006/relationships/image" Target="../media/image189.png"/><Relationship Id="rId54" Type="http://schemas.openxmlformats.org/officeDocument/2006/relationships/customXml" Target="../ink/ink174.xml"/><Relationship Id="rId75" Type="http://schemas.openxmlformats.org/officeDocument/2006/relationships/image" Target="../media/image162.png"/><Relationship Id="rId96" Type="http://schemas.openxmlformats.org/officeDocument/2006/relationships/customXml" Target="../ink/ink195.xml"/><Relationship Id="rId140" Type="http://schemas.openxmlformats.org/officeDocument/2006/relationships/customXml" Target="../ink/ink217.xml"/><Relationship Id="rId161" Type="http://schemas.openxmlformats.org/officeDocument/2006/relationships/image" Target="../media/image205.png"/><Relationship Id="rId182" Type="http://schemas.openxmlformats.org/officeDocument/2006/relationships/customXml" Target="../ink/ink238.xml"/><Relationship Id="rId6" Type="http://schemas.openxmlformats.org/officeDocument/2006/relationships/customXml" Target="../ink/ink150.xml"/><Relationship Id="rId23" Type="http://schemas.openxmlformats.org/officeDocument/2006/relationships/image" Target="../media/image2810.png"/><Relationship Id="rId119" Type="http://schemas.openxmlformats.org/officeDocument/2006/relationships/image" Target="../media/image184.png"/><Relationship Id="rId44" Type="http://schemas.openxmlformats.org/officeDocument/2006/relationships/customXml" Target="../ink/ink169.xml"/><Relationship Id="rId65" Type="http://schemas.openxmlformats.org/officeDocument/2006/relationships/image" Target="../media/image157.png"/><Relationship Id="rId86" Type="http://schemas.openxmlformats.org/officeDocument/2006/relationships/customXml" Target="../ink/ink190.xml"/><Relationship Id="rId130" Type="http://schemas.openxmlformats.org/officeDocument/2006/relationships/customXml" Target="../ink/ink212.xml"/><Relationship Id="rId151" Type="http://schemas.openxmlformats.org/officeDocument/2006/relationships/image" Target="../media/image200.png"/><Relationship Id="rId172" Type="http://schemas.openxmlformats.org/officeDocument/2006/relationships/customXml" Target="../ink/ink233.xml"/><Relationship Id="rId193" Type="http://schemas.openxmlformats.org/officeDocument/2006/relationships/image" Target="../media/image221.png"/><Relationship Id="rId13" Type="http://schemas.openxmlformats.org/officeDocument/2006/relationships/image" Target="../media/image2310.png"/><Relationship Id="rId109" Type="http://schemas.openxmlformats.org/officeDocument/2006/relationships/image" Target="../media/image179.png"/><Relationship Id="rId34" Type="http://schemas.openxmlformats.org/officeDocument/2006/relationships/customXml" Target="../ink/ink164.xml"/><Relationship Id="rId55" Type="http://schemas.openxmlformats.org/officeDocument/2006/relationships/image" Target="../media/image152.png"/><Relationship Id="rId76" Type="http://schemas.openxmlformats.org/officeDocument/2006/relationships/customXml" Target="../ink/ink185.xml"/><Relationship Id="rId97" Type="http://schemas.openxmlformats.org/officeDocument/2006/relationships/image" Target="../media/image173.png"/><Relationship Id="rId120" Type="http://schemas.openxmlformats.org/officeDocument/2006/relationships/customXml" Target="../ink/ink207.xml"/><Relationship Id="rId141" Type="http://schemas.openxmlformats.org/officeDocument/2006/relationships/image" Target="../media/image195.png"/><Relationship Id="rId7" Type="http://schemas.openxmlformats.org/officeDocument/2006/relationships/image" Target="../media/image2010.png"/><Relationship Id="rId162" Type="http://schemas.openxmlformats.org/officeDocument/2006/relationships/customXml" Target="../ink/ink228.xml"/><Relationship Id="rId183" Type="http://schemas.openxmlformats.org/officeDocument/2006/relationships/image" Target="../media/image216.png"/><Relationship Id="rId24" Type="http://schemas.openxmlformats.org/officeDocument/2006/relationships/customXml" Target="../ink/ink159.xml"/><Relationship Id="rId40" Type="http://schemas.openxmlformats.org/officeDocument/2006/relationships/customXml" Target="../ink/ink167.xml"/><Relationship Id="rId45" Type="http://schemas.openxmlformats.org/officeDocument/2006/relationships/image" Target="../media/image147.png"/><Relationship Id="rId66" Type="http://schemas.openxmlformats.org/officeDocument/2006/relationships/customXml" Target="../ink/ink180.xml"/><Relationship Id="rId87" Type="http://schemas.openxmlformats.org/officeDocument/2006/relationships/image" Target="../media/image168.png"/><Relationship Id="rId110" Type="http://schemas.openxmlformats.org/officeDocument/2006/relationships/customXml" Target="../ink/ink202.xml"/><Relationship Id="rId115" Type="http://schemas.openxmlformats.org/officeDocument/2006/relationships/image" Target="../media/image182.png"/><Relationship Id="rId131" Type="http://schemas.openxmlformats.org/officeDocument/2006/relationships/image" Target="../media/image190.png"/><Relationship Id="rId136" Type="http://schemas.openxmlformats.org/officeDocument/2006/relationships/customXml" Target="../ink/ink215.xml"/><Relationship Id="rId157" Type="http://schemas.openxmlformats.org/officeDocument/2006/relationships/image" Target="../media/image203.png"/><Relationship Id="rId178" Type="http://schemas.openxmlformats.org/officeDocument/2006/relationships/customXml" Target="../ink/ink236.xml"/><Relationship Id="rId61" Type="http://schemas.openxmlformats.org/officeDocument/2006/relationships/image" Target="../media/image155.png"/><Relationship Id="rId82" Type="http://schemas.openxmlformats.org/officeDocument/2006/relationships/customXml" Target="../ink/ink188.xml"/><Relationship Id="rId152" Type="http://schemas.openxmlformats.org/officeDocument/2006/relationships/customXml" Target="../ink/ink223.xml"/><Relationship Id="rId173" Type="http://schemas.openxmlformats.org/officeDocument/2006/relationships/image" Target="../media/image211.png"/><Relationship Id="rId194" Type="http://schemas.openxmlformats.org/officeDocument/2006/relationships/customXml" Target="../ink/ink244.xml"/><Relationship Id="rId199" Type="http://schemas.openxmlformats.org/officeDocument/2006/relationships/image" Target="../media/image224.png"/><Relationship Id="rId203" Type="http://schemas.openxmlformats.org/officeDocument/2006/relationships/image" Target="../media/image226.png"/><Relationship Id="rId19" Type="http://schemas.openxmlformats.org/officeDocument/2006/relationships/image" Target="../media/image2610.png"/><Relationship Id="rId14" Type="http://schemas.openxmlformats.org/officeDocument/2006/relationships/customXml" Target="../ink/ink154.xml"/><Relationship Id="rId30" Type="http://schemas.openxmlformats.org/officeDocument/2006/relationships/customXml" Target="../ink/ink162.xml"/><Relationship Id="rId35" Type="http://schemas.openxmlformats.org/officeDocument/2006/relationships/image" Target="../media/image142.png"/><Relationship Id="rId56" Type="http://schemas.openxmlformats.org/officeDocument/2006/relationships/customXml" Target="../ink/ink175.xml"/><Relationship Id="rId77" Type="http://schemas.openxmlformats.org/officeDocument/2006/relationships/image" Target="../media/image163.png"/><Relationship Id="rId100" Type="http://schemas.openxmlformats.org/officeDocument/2006/relationships/customXml" Target="../ink/ink197.xml"/><Relationship Id="rId105" Type="http://schemas.openxmlformats.org/officeDocument/2006/relationships/image" Target="../media/image177.png"/><Relationship Id="rId126" Type="http://schemas.openxmlformats.org/officeDocument/2006/relationships/customXml" Target="../ink/ink210.xml"/><Relationship Id="rId147" Type="http://schemas.openxmlformats.org/officeDocument/2006/relationships/image" Target="../media/image198.png"/><Relationship Id="rId168" Type="http://schemas.openxmlformats.org/officeDocument/2006/relationships/customXml" Target="../ink/ink231.xml"/><Relationship Id="rId8" Type="http://schemas.openxmlformats.org/officeDocument/2006/relationships/customXml" Target="../ink/ink151.xml"/><Relationship Id="rId51" Type="http://schemas.openxmlformats.org/officeDocument/2006/relationships/image" Target="../media/image150.png"/><Relationship Id="rId72" Type="http://schemas.openxmlformats.org/officeDocument/2006/relationships/customXml" Target="../ink/ink183.xml"/><Relationship Id="rId93" Type="http://schemas.openxmlformats.org/officeDocument/2006/relationships/image" Target="../media/image171.png"/><Relationship Id="rId98" Type="http://schemas.openxmlformats.org/officeDocument/2006/relationships/customXml" Target="../ink/ink196.xml"/><Relationship Id="rId121" Type="http://schemas.openxmlformats.org/officeDocument/2006/relationships/image" Target="../media/image185.png"/><Relationship Id="rId142" Type="http://schemas.openxmlformats.org/officeDocument/2006/relationships/customXml" Target="../ink/ink218.xml"/><Relationship Id="rId163" Type="http://schemas.openxmlformats.org/officeDocument/2006/relationships/image" Target="../media/image206.png"/><Relationship Id="rId184" Type="http://schemas.openxmlformats.org/officeDocument/2006/relationships/customXml" Target="../ink/ink239.xml"/><Relationship Id="rId189" Type="http://schemas.openxmlformats.org/officeDocument/2006/relationships/image" Target="../media/image219.png"/><Relationship Id="rId3" Type="http://schemas.openxmlformats.org/officeDocument/2006/relationships/image" Target="../media/image1810.png"/><Relationship Id="rId25" Type="http://schemas.openxmlformats.org/officeDocument/2006/relationships/image" Target="../media/image2910.png"/><Relationship Id="rId46" Type="http://schemas.openxmlformats.org/officeDocument/2006/relationships/customXml" Target="../ink/ink170.xml"/><Relationship Id="rId67" Type="http://schemas.openxmlformats.org/officeDocument/2006/relationships/image" Target="../media/image158.png"/><Relationship Id="rId116" Type="http://schemas.openxmlformats.org/officeDocument/2006/relationships/customXml" Target="../ink/ink205.xml"/><Relationship Id="rId137" Type="http://schemas.openxmlformats.org/officeDocument/2006/relationships/image" Target="../media/image193.png"/><Relationship Id="rId158" Type="http://schemas.openxmlformats.org/officeDocument/2006/relationships/customXml" Target="../ink/ink226.xml"/><Relationship Id="rId20" Type="http://schemas.openxmlformats.org/officeDocument/2006/relationships/customXml" Target="../ink/ink157.xml"/><Relationship Id="rId41" Type="http://schemas.openxmlformats.org/officeDocument/2006/relationships/image" Target="../media/image145.png"/><Relationship Id="rId62" Type="http://schemas.openxmlformats.org/officeDocument/2006/relationships/customXml" Target="../ink/ink178.xml"/><Relationship Id="rId83" Type="http://schemas.openxmlformats.org/officeDocument/2006/relationships/image" Target="../media/image166.png"/><Relationship Id="rId88" Type="http://schemas.openxmlformats.org/officeDocument/2006/relationships/customXml" Target="../ink/ink191.xml"/><Relationship Id="rId111" Type="http://schemas.openxmlformats.org/officeDocument/2006/relationships/image" Target="../media/image180.png"/><Relationship Id="rId132" Type="http://schemas.openxmlformats.org/officeDocument/2006/relationships/customXml" Target="../ink/ink213.xml"/><Relationship Id="rId153" Type="http://schemas.openxmlformats.org/officeDocument/2006/relationships/image" Target="../media/image201.png"/><Relationship Id="rId174" Type="http://schemas.openxmlformats.org/officeDocument/2006/relationships/customXml" Target="../ink/ink234.xml"/><Relationship Id="rId179" Type="http://schemas.openxmlformats.org/officeDocument/2006/relationships/image" Target="../media/image214.png"/><Relationship Id="rId195" Type="http://schemas.openxmlformats.org/officeDocument/2006/relationships/image" Target="../media/image222.png"/><Relationship Id="rId190" Type="http://schemas.openxmlformats.org/officeDocument/2006/relationships/customXml" Target="../ink/ink242.xml"/><Relationship Id="rId204" Type="http://schemas.openxmlformats.org/officeDocument/2006/relationships/customXml" Target="../ink/ink249.xml"/><Relationship Id="rId15" Type="http://schemas.openxmlformats.org/officeDocument/2006/relationships/image" Target="../media/image2410.png"/><Relationship Id="rId36" Type="http://schemas.openxmlformats.org/officeDocument/2006/relationships/customXml" Target="../ink/ink165.xml"/><Relationship Id="rId57" Type="http://schemas.openxmlformats.org/officeDocument/2006/relationships/image" Target="../media/image153.png"/><Relationship Id="rId106" Type="http://schemas.openxmlformats.org/officeDocument/2006/relationships/customXml" Target="../ink/ink200.xml"/><Relationship Id="rId127" Type="http://schemas.openxmlformats.org/officeDocument/2006/relationships/image" Target="../media/image188.png"/><Relationship Id="rId10" Type="http://schemas.openxmlformats.org/officeDocument/2006/relationships/customXml" Target="../ink/ink152.xml"/><Relationship Id="rId31" Type="http://schemas.openxmlformats.org/officeDocument/2006/relationships/image" Target="../media/image140.png"/><Relationship Id="rId52" Type="http://schemas.openxmlformats.org/officeDocument/2006/relationships/customXml" Target="../ink/ink173.xml"/><Relationship Id="rId73" Type="http://schemas.openxmlformats.org/officeDocument/2006/relationships/image" Target="../media/image161.png"/><Relationship Id="rId78" Type="http://schemas.openxmlformats.org/officeDocument/2006/relationships/customXml" Target="../ink/ink186.xml"/><Relationship Id="rId94" Type="http://schemas.openxmlformats.org/officeDocument/2006/relationships/customXml" Target="../ink/ink194.xml"/><Relationship Id="rId99" Type="http://schemas.openxmlformats.org/officeDocument/2006/relationships/image" Target="../media/image174.png"/><Relationship Id="rId101" Type="http://schemas.openxmlformats.org/officeDocument/2006/relationships/image" Target="../media/image175.png"/><Relationship Id="rId122" Type="http://schemas.openxmlformats.org/officeDocument/2006/relationships/customXml" Target="../ink/ink208.xml"/><Relationship Id="rId143" Type="http://schemas.openxmlformats.org/officeDocument/2006/relationships/image" Target="../media/image196.png"/><Relationship Id="rId148" Type="http://schemas.openxmlformats.org/officeDocument/2006/relationships/customXml" Target="../ink/ink221.xml"/><Relationship Id="rId164" Type="http://schemas.openxmlformats.org/officeDocument/2006/relationships/customXml" Target="../ink/ink229.xml"/><Relationship Id="rId169" Type="http://schemas.openxmlformats.org/officeDocument/2006/relationships/image" Target="../media/image209.png"/><Relationship Id="rId185" Type="http://schemas.openxmlformats.org/officeDocument/2006/relationships/image" Target="../media/image217.png"/><Relationship Id="rId4" Type="http://schemas.openxmlformats.org/officeDocument/2006/relationships/customXml" Target="../ink/ink149.xml"/><Relationship Id="rId9" Type="http://schemas.openxmlformats.org/officeDocument/2006/relationships/image" Target="../media/image2110.png"/><Relationship Id="rId180" Type="http://schemas.openxmlformats.org/officeDocument/2006/relationships/customXml" Target="../ink/ink237.xml"/><Relationship Id="rId26" Type="http://schemas.openxmlformats.org/officeDocument/2006/relationships/customXml" Target="../ink/ink160.xml"/><Relationship Id="rId47" Type="http://schemas.openxmlformats.org/officeDocument/2006/relationships/image" Target="../media/image148.png"/><Relationship Id="rId68" Type="http://schemas.openxmlformats.org/officeDocument/2006/relationships/customXml" Target="../ink/ink181.xml"/><Relationship Id="rId89" Type="http://schemas.openxmlformats.org/officeDocument/2006/relationships/image" Target="../media/image169.png"/><Relationship Id="rId112" Type="http://schemas.openxmlformats.org/officeDocument/2006/relationships/customXml" Target="../ink/ink203.xml"/><Relationship Id="rId133" Type="http://schemas.openxmlformats.org/officeDocument/2006/relationships/image" Target="../media/image191.png"/><Relationship Id="rId154" Type="http://schemas.openxmlformats.org/officeDocument/2006/relationships/customXml" Target="../ink/ink224.xml"/><Relationship Id="rId175" Type="http://schemas.openxmlformats.org/officeDocument/2006/relationships/image" Target="../media/image212.png"/><Relationship Id="rId196" Type="http://schemas.openxmlformats.org/officeDocument/2006/relationships/customXml" Target="../ink/ink245.xml"/><Relationship Id="rId200" Type="http://schemas.openxmlformats.org/officeDocument/2006/relationships/customXml" Target="../ink/ink247.xml"/><Relationship Id="rId16" Type="http://schemas.openxmlformats.org/officeDocument/2006/relationships/customXml" Target="../ink/ink155.xml"/><Relationship Id="rId37" Type="http://schemas.openxmlformats.org/officeDocument/2006/relationships/image" Target="../media/image143.png"/><Relationship Id="rId58" Type="http://schemas.openxmlformats.org/officeDocument/2006/relationships/customXml" Target="../ink/ink176.xml"/><Relationship Id="rId79" Type="http://schemas.openxmlformats.org/officeDocument/2006/relationships/image" Target="../media/image164.png"/><Relationship Id="rId102" Type="http://schemas.openxmlformats.org/officeDocument/2006/relationships/customXml" Target="../ink/ink198.xml"/><Relationship Id="rId123" Type="http://schemas.openxmlformats.org/officeDocument/2006/relationships/image" Target="../media/image186.png"/><Relationship Id="rId144" Type="http://schemas.openxmlformats.org/officeDocument/2006/relationships/customXml" Target="../ink/ink219.xml"/><Relationship Id="rId90" Type="http://schemas.openxmlformats.org/officeDocument/2006/relationships/customXml" Target="../ink/ink192.xml"/><Relationship Id="rId165" Type="http://schemas.openxmlformats.org/officeDocument/2006/relationships/image" Target="../media/image207.png"/><Relationship Id="rId186" Type="http://schemas.openxmlformats.org/officeDocument/2006/relationships/customXml" Target="../ink/ink240.xml"/><Relationship Id="rId27" Type="http://schemas.openxmlformats.org/officeDocument/2006/relationships/image" Target="../media/image138.png"/><Relationship Id="rId48" Type="http://schemas.openxmlformats.org/officeDocument/2006/relationships/customXml" Target="../ink/ink171.xml"/><Relationship Id="rId69" Type="http://schemas.openxmlformats.org/officeDocument/2006/relationships/image" Target="../media/image159.png"/><Relationship Id="rId113" Type="http://schemas.openxmlformats.org/officeDocument/2006/relationships/image" Target="../media/image181.png"/><Relationship Id="rId134" Type="http://schemas.openxmlformats.org/officeDocument/2006/relationships/customXml" Target="../ink/ink214.xml"/><Relationship Id="rId80" Type="http://schemas.openxmlformats.org/officeDocument/2006/relationships/customXml" Target="../ink/ink187.xml"/><Relationship Id="rId155" Type="http://schemas.openxmlformats.org/officeDocument/2006/relationships/image" Target="../media/image202.png"/><Relationship Id="rId176" Type="http://schemas.openxmlformats.org/officeDocument/2006/relationships/customXml" Target="../ink/ink235.xml"/><Relationship Id="rId197" Type="http://schemas.openxmlformats.org/officeDocument/2006/relationships/image" Target="../media/image223.png"/><Relationship Id="rId201" Type="http://schemas.openxmlformats.org/officeDocument/2006/relationships/image" Target="../media/image225.png"/><Relationship Id="rId17" Type="http://schemas.openxmlformats.org/officeDocument/2006/relationships/image" Target="../media/image2510.png"/><Relationship Id="rId38" Type="http://schemas.openxmlformats.org/officeDocument/2006/relationships/customXml" Target="../ink/ink166.xml"/><Relationship Id="rId59" Type="http://schemas.openxmlformats.org/officeDocument/2006/relationships/image" Target="../media/image154.png"/><Relationship Id="rId103" Type="http://schemas.openxmlformats.org/officeDocument/2006/relationships/image" Target="../media/image176.png"/><Relationship Id="rId124" Type="http://schemas.openxmlformats.org/officeDocument/2006/relationships/customXml" Target="../ink/ink209.xml"/><Relationship Id="rId70" Type="http://schemas.openxmlformats.org/officeDocument/2006/relationships/customXml" Target="../ink/ink182.xml"/><Relationship Id="rId91" Type="http://schemas.openxmlformats.org/officeDocument/2006/relationships/image" Target="../media/image170.png"/><Relationship Id="rId145" Type="http://schemas.openxmlformats.org/officeDocument/2006/relationships/image" Target="../media/image197.png"/><Relationship Id="rId166" Type="http://schemas.openxmlformats.org/officeDocument/2006/relationships/customXml" Target="../ink/ink230.xml"/><Relationship Id="rId187" Type="http://schemas.openxmlformats.org/officeDocument/2006/relationships/image" Target="../media/image218.png"/><Relationship Id="rId1" Type="http://schemas.openxmlformats.org/officeDocument/2006/relationships/slideLayout" Target="../slideLayouts/slideLayout2.xml"/><Relationship Id="rId28" Type="http://schemas.openxmlformats.org/officeDocument/2006/relationships/customXml" Target="../ink/ink161.xml"/><Relationship Id="rId49" Type="http://schemas.openxmlformats.org/officeDocument/2006/relationships/image" Target="../media/image149.png"/><Relationship Id="rId114" Type="http://schemas.openxmlformats.org/officeDocument/2006/relationships/customXml" Target="../ink/ink204.xml"/><Relationship Id="rId60" Type="http://schemas.openxmlformats.org/officeDocument/2006/relationships/customXml" Target="../ink/ink177.xml"/><Relationship Id="rId81" Type="http://schemas.openxmlformats.org/officeDocument/2006/relationships/image" Target="../media/image165.png"/><Relationship Id="rId135" Type="http://schemas.openxmlformats.org/officeDocument/2006/relationships/image" Target="../media/image192.png"/><Relationship Id="rId156" Type="http://schemas.openxmlformats.org/officeDocument/2006/relationships/customXml" Target="../ink/ink225.xml"/><Relationship Id="rId177" Type="http://schemas.openxmlformats.org/officeDocument/2006/relationships/image" Target="../media/image213.png"/><Relationship Id="rId198" Type="http://schemas.openxmlformats.org/officeDocument/2006/relationships/customXml" Target="../ink/ink246.xml"/><Relationship Id="rId202" Type="http://schemas.openxmlformats.org/officeDocument/2006/relationships/customXml" Target="../ink/ink248.xml"/><Relationship Id="rId18" Type="http://schemas.openxmlformats.org/officeDocument/2006/relationships/customXml" Target="../ink/ink156.xml"/><Relationship Id="rId39" Type="http://schemas.openxmlformats.org/officeDocument/2006/relationships/image" Target="../media/image144.png"/><Relationship Id="rId50" Type="http://schemas.openxmlformats.org/officeDocument/2006/relationships/customXml" Target="../ink/ink172.xml"/><Relationship Id="rId104" Type="http://schemas.openxmlformats.org/officeDocument/2006/relationships/customXml" Target="../ink/ink199.xml"/><Relationship Id="rId125" Type="http://schemas.openxmlformats.org/officeDocument/2006/relationships/image" Target="../media/image187.png"/><Relationship Id="rId146" Type="http://schemas.openxmlformats.org/officeDocument/2006/relationships/customXml" Target="../ink/ink220.xml"/><Relationship Id="rId167" Type="http://schemas.openxmlformats.org/officeDocument/2006/relationships/image" Target="../media/image208.png"/><Relationship Id="rId188" Type="http://schemas.openxmlformats.org/officeDocument/2006/relationships/customXml" Target="../ink/ink241.xml"/><Relationship Id="rId71" Type="http://schemas.openxmlformats.org/officeDocument/2006/relationships/image" Target="../media/image160.png"/><Relationship Id="rId92" Type="http://schemas.openxmlformats.org/officeDocument/2006/relationships/customXml" Target="../ink/ink193.xml"/><Relationship Id="rId2" Type="http://schemas.openxmlformats.org/officeDocument/2006/relationships/customXml" Target="../ink/ink148.xml"/><Relationship Id="rId29" Type="http://schemas.openxmlformats.org/officeDocument/2006/relationships/image" Target="../media/image139.png"/></Relationships>
</file>

<file path=ppt/slides/_rels/slide5.xml.rels><?xml version="1.0" encoding="UTF-8" standalone="yes"?>
<Relationships xmlns="http://schemas.openxmlformats.org/package/2006/relationships"><Relationship Id="rId26" Type="http://schemas.openxmlformats.org/officeDocument/2006/relationships/customXml" Target="../ink/ink262.xml"/><Relationship Id="rId117" Type="http://schemas.openxmlformats.org/officeDocument/2006/relationships/image" Target="../media/image275.png"/><Relationship Id="rId21" Type="http://schemas.openxmlformats.org/officeDocument/2006/relationships/image" Target="../media/image3910.png"/><Relationship Id="rId42" Type="http://schemas.openxmlformats.org/officeDocument/2006/relationships/customXml" Target="../ink/ink270.xml"/><Relationship Id="rId47" Type="http://schemas.openxmlformats.org/officeDocument/2006/relationships/image" Target="../media/image240.png"/><Relationship Id="rId63" Type="http://schemas.openxmlformats.org/officeDocument/2006/relationships/image" Target="../media/image248.png"/><Relationship Id="rId68" Type="http://schemas.openxmlformats.org/officeDocument/2006/relationships/customXml" Target="../ink/ink283.xml"/><Relationship Id="rId84" Type="http://schemas.openxmlformats.org/officeDocument/2006/relationships/customXml" Target="../ink/ink291.xml"/><Relationship Id="rId89" Type="http://schemas.openxmlformats.org/officeDocument/2006/relationships/image" Target="../media/image261.png"/><Relationship Id="rId112" Type="http://schemas.openxmlformats.org/officeDocument/2006/relationships/customXml" Target="../ink/ink305.xml"/><Relationship Id="rId16" Type="http://schemas.openxmlformats.org/officeDocument/2006/relationships/customXml" Target="../ink/ink257.xml"/><Relationship Id="rId107" Type="http://schemas.openxmlformats.org/officeDocument/2006/relationships/image" Target="../media/image270.png"/><Relationship Id="rId11" Type="http://schemas.openxmlformats.org/officeDocument/2006/relationships/image" Target="../media/image3410.png"/><Relationship Id="rId32" Type="http://schemas.openxmlformats.org/officeDocument/2006/relationships/customXml" Target="../ink/ink265.xml"/><Relationship Id="rId37" Type="http://schemas.openxmlformats.org/officeDocument/2006/relationships/image" Target="../media/image235.png"/><Relationship Id="rId53" Type="http://schemas.openxmlformats.org/officeDocument/2006/relationships/image" Target="../media/image243.png"/><Relationship Id="rId58" Type="http://schemas.openxmlformats.org/officeDocument/2006/relationships/customXml" Target="../ink/ink278.xml"/><Relationship Id="rId74" Type="http://schemas.openxmlformats.org/officeDocument/2006/relationships/customXml" Target="../ink/ink286.xml"/><Relationship Id="rId79" Type="http://schemas.openxmlformats.org/officeDocument/2006/relationships/image" Target="../media/image256.png"/><Relationship Id="rId102" Type="http://schemas.openxmlformats.org/officeDocument/2006/relationships/customXml" Target="../ink/ink300.xml"/><Relationship Id="rId123" Type="http://schemas.openxmlformats.org/officeDocument/2006/relationships/image" Target="../media/image278.png"/><Relationship Id="rId5" Type="http://schemas.openxmlformats.org/officeDocument/2006/relationships/image" Target="../media/image3110.png"/><Relationship Id="rId90" Type="http://schemas.openxmlformats.org/officeDocument/2006/relationships/customXml" Target="../ink/ink294.xml"/><Relationship Id="rId95" Type="http://schemas.openxmlformats.org/officeDocument/2006/relationships/image" Target="../media/image264.png"/><Relationship Id="rId22" Type="http://schemas.openxmlformats.org/officeDocument/2006/relationships/customXml" Target="../ink/ink260.xml"/><Relationship Id="rId27" Type="http://schemas.openxmlformats.org/officeDocument/2006/relationships/image" Target="../media/image230.png"/><Relationship Id="rId43" Type="http://schemas.openxmlformats.org/officeDocument/2006/relationships/image" Target="../media/image238.png"/><Relationship Id="rId48" Type="http://schemas.openxmlformats.org/officeDocument/2006/relationships/customXml" Target="../ink/ink273.xml"/><Relationship Id="rId64" Type="http://schemas.openxmlformats.org/officeDocument/2006/relationships/customXml" Target="../ink/ink281.xml"/><Relationship Id="rId69" Type="http://schemas.openxmlformats.org/officeDocument/2006/relationships/image" Target="../media/image251.png"/><Relationship Id="rId113" Type="http://schemas.openxmlformats.org/officeDocument/2006/relationships/image" Target="../media/image273.png"/><Relationship Id="rId118" Type="http://schemas.openxmlformats.org/officeDocument/2006/relationships/customXml" Target="../ink/ink308.xml"/><Relationship Id="rId80" Type="http://schemas.openxmlformats.org/officeDocument/2006/relationships/customXml" Target="../ink/ink289.xml"/><Relationship Id="rId85" Type="http://schemas.openxmlformats.org/officeDocument/2006/relationships/image" Target="../media/image259.png"/><Relationship Id="rId12" Type="http://schemas.openxmlformats.org/officeDocument/2006/relationships/customXml" Target="../ink/ink255.xml"/><Relationship Id="rId17" Type="http://schemas.openxmlformats.org/officeDocument/2006/relationships/image" Target="../media/image3710.png"/><Relationship Id="rId33" Type="http://schemas.openxmlformats.org/officeDocument/2006/relationships/image" Target="../media/image233.png"/><Relationship Id="rId38" Type="http://schemas.openxmlformats.org/officeDocument/2006/relationships/customXml" Target="../ink/ink268.xml"/><Relationship Id="rId59" Type="http://schemas.openxmlformats.org/officeDocument/2006/relationships/image" Target="../media/image246.png"/><Relationship Id="rId103" Type="http://schemas.openxmlformats.org/officeDocument/2006/relationships/image" Target="../media/image268.png"/><Relationship Id="rId108" Type="http://schemas.openxmlformats.org/officeDocument/2006/relationships/customXml" Target="../ink/ink303.xml"/><Relationship Id="rId124" Type="http://schemas.openxmlformats.org/officeDocument/2006/relationships/customXml" Target="../ink/ink311.xml"/><Relationship Id="rId54" Type="http://schemas.openxmlformats.org/officeDocument/2006/relationships/customXml" Target="../ink/ink276.xml"/><Relationship Id="rId70" Type="http://schemas.openxmlformats.org/officeDocument/2006/relationships/customXml" Target="../ink/ink284.xml"/><Relationship Id="rId75" Type="http://schemas.openxmlformats.org/officeDocument/2006/relationships/image" Target="../media/image254.png"/><Relationship Id="rId91" Type="http://schemas.openxmlformats.org/officeDocument/2006/relationships/image" Target="../media/image262.png"/><Relationship Id="rId96" Type="http://schemas.openxmlformats.org/officeDocument/2006/relationships/customXml" Target="../ink/ink297.xml"/><Relationship Id="rId1" Type="http://schemas.openxmlformats.org/officeDocument/2006/relationships/slideLayout" Target="../slideLayouts/slideLayout2.xml"/><Relationship Id="rId6" Type="http://schemas.openxmlformats.org/officeDocument/2006/relationships/customXml" Target="../ink/ink252.xml"/><Relationship Id="rId23" Type="http://schemas.openxmlformats.org/officeDocument/2006/relationships/image" Target="../media/image228.png"/><Relationship Id="rId28" Type="http://schemas.openxmlformats.org/officeDocument/2006/relationships/customXml" Target="../ink/ink263.xml"/><Relationship Id="rId49" Type="http://schemas.openxmlformats.org/officeDocument/2006/relationships/image" Target="../media/image241.png"/><Relationship Id="rId114" Type="http://schemas.openxmlformats.org/officeDocument/2006/relationships/customXml" Target="../ink/ink306.xml"/><Relationship Id="rId119" Type="http://schemas.openxmlformats.org/officeDocument/2006/relationships/image" Target="../media/image276.png"/><Relationship Id="rId44" Type="http://schemas.openxmlformats.org/officeDocument/2006/relationships/customXml" Target="../ink/ink271.xml"/><Relationship Id="rId60" Type="http://schemas.openxmlformats.org/officeDocument/2006/relationships/customXml" Target="../ink/ink279.xml"/><Relationship Id="rId65" Type="http://schemas.openxmlformats.org/officeDocument/2006/relationships/image" Target="../media/image249.png"/><Relationship Id="rId81" Type="http://schemas.openxmlformats.org/officeDocument/2006/relationships/image" Target="../media/image257.png"/><Relationship Id="rId86" Type="http://schemas.openxmlformats.org/officeDocument/2006/relationships/customXml" Target="../ink/ink292.xml"/><Relationship Id="rId13" Type="http://schemas.openxmlformats.org/officeDocument/2006/relationships/image" Target="../media/image3510.png"/><Relationship Id="rId18" Type="http://schemas.openxmlformats.org/officeDocument/2006/relationships/customXml" Target="../ink/ink258.xml"/><Relationship Id="rId39" Type="http://schemas.openxmlformats.org/officeDocument/2006/relationships/image" Target="../media/image236.png"/><Relationship Id="rId109" Type="http://schemas.openxmlformats.org/officeDocument/2006/relationships/image" Target="../media/image271.png"/><Relationship Id="rId34" Type="http://schemas.openxmlformats.org/officeDocument/2006/relationships/customXml" Target="../ink/ink266.xml"/><Relationship Id="rId50" Type="http://schemas.openxmlformats.org/officeDocument/2006/relationships/customXml" Target="../ink/ink274.xml"/><Relationship Id="rId55" Type="http://schemas.openxmlformats.org/officeDocument/2006/relationships/image" Target="../media/image244.png"/><Relationship Id="rId76" Type="http://schemas.openxmlformats.org/officeDocument/2006/relationships/customXml" Target="../ink/ink287.xml"/><Relationship Id="rId97" Type="http://schemas.openxmlformats.org/officeDocument/2006/relationships/image" Target="../media/image265.png"/><Relationship Id="rId104" Type="http://schemas.openxmlformats.org/officeDocument/2006/relationships/customXml" Target="../ink/ink301.xml"/><Relationship Id="rId120" Type="http://schemas.openxmlformats.org/officeDocument/2006/relationships/customXml" Target="../ink/ink309.xml"/><Relationship Id="rId125" Type="http://schemas.openxmlformats.org/officeDocument/2006/relationships/image" Target="../media/image279.png"/><Relationship Id="rId7" Type="http://schemas.openxmlformats.org/officeDocument/2006/relationships/image" Target="../media/image3210.png"/><Relationship Id="rId71" Type="http://schemas.openxmlformats.org/officeDocument/2006/relationships/image" Target="../media/image252.png"/><Relationship Id="rId92" Type="http://schemas.openxmlformats.org/officeDocument/2006/relationships/customXml" Target="../ink/ink295.xml"/><Relationship Id="rId2" Type="http://schemas.openxmlformats.org/officeDocument/2006/relationships/customXml" Target="../ink/ink250.xml"/><Relationship Id="rId29" Type="http://schemas.openxmlformats.org/officeDocument/2006/relationships/image" Target="../media/image231.png"/><Relationship Id="rId24" Type="http://schemas.openxmlformats.org/officeDocument/2006/relationships/customXml" Target="../ink/ink261.xml"/><Relationship Id="rId40" Type="http://schemas.openxmlformats.org/officeDocument/2006/relationships/customXml" Target="../ink/ink269.xml"/><Relationship Id="rId45" Type="http://schemas.openxmlformats.org/officeDocument/2006/relationships/image" Target="../media/image239.png"/><Relationship Id="rId66" Type="http://schemas.openxmlformats.org/officeDocument/2006/relationships/customXml" Target="../ink/ink282.xml"/><Relationship Id="rId87" Type="http://schemas.openxmlformats.org/officeDocument/2006/relationships/image" Target="../media/image260.png"/><Relationship Id="rId110" Type="http://schemas.openxmlformats.org/officeDocument/2006/relationships/customXml" Target="../ink/ink304.xml"/><Relationship Id="rId115" Type="http://schemas.openxmlformats.org/officeDocument/2006/relationships/image" Target="../media/image274.png"/><Relationship Id="rId61" Type="http://schemas.openxmlformats.org/officeDocument/2006/relationships/image" Target="../media/image247.png"/><Relationship Id="rId82" Type="http://schemas.openxmlformats.org/officeDocument/2006/relationships/customXml" Target="../ink/ink290.xml"/><Relationship Id="rId19" Type="http://schemas.openxmlformats.org/officeDocument/2006/relationships/image" Target="../media/image3810.png"/><Relationship Id="rId14" Type="http://schemas.openxmlformats.org/officeDocument/2006/relationships/customXml" Target="../ink/ink256.xml"/><Relationship Id="rId30" Type="http://schemas.openxmlformats.org/officeDocument/2006/relationships/customXml" Target="../ink/ink264.xml"/><Relationship Id="rId35" Type="http://schemas.openxmlformats.org/officeDocument/2006/relationships/image" Target="../media/image234.png"/><Relationship Id="rId56" Type="http://schemas.openxmlformats.org/officeDocument/2006/relationships/customXml" Target="../ink/ink277.xml"/><Relationship Id="rId77" Type="http://schemas.openxmlformats.org/officeDocument/2006/relationships/image" Target="../media/image255.png"/><Relationship Id="rId100" Type="http://schemas.openxmlformats.org/officeDocument/2006/relationships/customXml" Target="../ink/ink299.xml"/><Relationship Id="rId105" Type="http://schemas.openxmlformats.org/officeDocument/2006/relationships/image" Target="../media/image269.png"/><Relationship Id="rId126" Type="http://schemas.openxmlformats.org/officeDocument/2006/relationships/customXml" Target="../ink/ink312.xml"/><Relationship Id="rId8" Type="http://schemas.openxmlformats.org/officeDocument/2006/relationships/customXml" Target="../ink/ink253.xml"/><Relationship Id="rId51" Type="http://schemas.openxmlformats.org/officeDocument/2006/relationships/image" Target="../media/image242.png"/><Relationship Id="rId72" Type="http://schemas.openxmlformats.org/officeDocument/2006/relationships/customXml" Target="../ink/ink285.xml"/><Relationship Id="rId93" Type="http://schemas.openxmlformats.org/officeDocument/2006/relationships/image" Target="../media/image263.png"/><Relationship Id="rId98" Type="http://schemas.openxmlformats.org/officeDocument/2006/relationships/customXml" Target="../ink/ink298.xml"/><Relationship Id="rId121" Type="http://schemas.openxmlformats.org/officeDocument/2006/relationships/image" Target="../media/image277.png"/><Relationship Id="rId3" Type="http://schemas.openxmlformats.org/officeDocument/2006/relationships/image" Target="../media/image3010.png"/><Relationship Id="rId25" Type="http://schemas.openxmlformats.org/officeDocument/2006/relationships/image" Target="../media/image229.png"/><Relationship Id="rId46" Type="http://schemas.openxmlformats.org/officeDocument/2006/relationships/customXml" Target="../ink/ink272.xml"/><Relationship Id="rId67" Type="http://schemas.openxmlformats.org/officeDocument/2006/relationships/image" Target="../media/image250.png"/><Relationship Id="rId116" Type="http://schemas.openxmlformats.org/officeDocument/2006/relationships/customXml" Target="../ink/ink307.xml"/><Relationship Id="rId20" Type="http://schemas.openxmlformats.org/officeDocument/2006/relationships/customXml" Target="../ink/ink259.xml"/><Relationship Id="rId41" Type="http://schemas.openxmlformats.org/officeDocument/2006/relationships/image" Target="../media/image237.png"/><Relationship Id="rId62" Type="http://schemas.openxmlformats.org/officeDocument/2006/relationships/customXml" Target="../ink/ink280.xml"/><Relationship Id="rId83" Type="http://schemas.openxmlformats.org/officeDocument/2006/relationships/image" Target="../media/image258.png"/><Relationship Id="rId88" Type="http://schemas.openxmlformats.org/officeDocument/2006/relationships/customXml" Target="../ink/ink293.xml"/><Relationship Id="rId111" Type="http://schemas.openxmlformats.org/officeDocument/2006/relationships/image" Target="../media/image272.png"/><Relationship Id="rId15" Type="http://schemas.openxmlformats.org/officeDocument/2006/relationships/image" Target="../media/image3610.png"/><Relationship Id="rId36" Type="http://schemas.openxmlformats.org/officeDocument/2006/relationships/customXml" Target="../ink/ink267.xml"/><Relationship Id="rId57" Type="http://schemas.openxmlformats.org/officeDocument/2006/relationships/image" Target="../media/image245.png"/><Relationship Id="rId106" Type="http://schemas.openxmlformats.org/officeDocument/2006/relationships/customXml" Target="../ink/ink302.xml"/><Relationship Id="rId127" Type="http://schemas.openxmlformats.org/officeDocument/2006/relationships/image" Target="../media/image280.png"/><Relationship Id="rId10" Type="http://schemas.openxmlformats.org/officeDocument/2006/relationships/customXml" Target="../ink/ink254.xml"/><Relationship Id="rId31" Type="http://schemas.openxmlformats.org/officeDocument/2006/relationships/image" Target="../media/image232.png"/><Relationship Id="rId52" Type="http://schemas.openxmlformats.org/officeDocument/2006/relationships/customXml" Target="../ink/ink275.xml"/><Relationship Id="rId73" Type="http://schemas.openxmlformats.org/officeDocument/2006/relationships/image" Target="../media/image253.png"/><Relationship Id="rId78" Type="http://schemas.openxmlformats.org/officeDocument/2006/relationships/customXml" Target="../ink/ink288.xml"/><Relationship Id="rId94" Type="http://schemas.openxmlformats.org/officeDocument/2006/relationships/customXml" Target="../ink/ink296.xml"/><Relationship Id="rId99" Type="http://schemas.openxmlformats.org/officeDocument/2006/relationships/image" Target="../media/image266.png"/><Relationship Id="rId101" Type="http://schemas.openxmlformats.org/officeDocument/2006/relationships/image" Target="../media/image267.png"/><Relationship Id="rId122" Type="http://schemas.openxmlformats.org/officeDocument/2006/relationships/customXml" Target="../ink/ink310.xml"/><Relationship Id="rId4" Type="http://schemas.openxmlformats.org/officeDocument/2006/relationships/customXml" Target="../ink/ink251.xml"/><Relationship Id="rId9" Type="http://schemas.openxmlformats.org/officeDocument/2006/relationships/image" Target="../media/image3310.png"/></Relationships>
</file>

<file path=ppt/slides/_rels/slide6.xml.rels><?xml version="1.0" encoding="UTF-8" standalone="yes"?>
<Relationships xmlns="http://schemas.openxmlformats.org/package/2006/relationships"><Relationship Id="rId117" Type="http://schemas.openxmlformats.org/officeDocument/2006/relationships/image" Target="../media/image332.png"/><Relationship Id="rId21" Type="http://schemas.openxmlformats.org/officeDocument/2006/relationships/image" Target="../media/image284.png"/><Relationship Id="rId42" Type="http://schemas.openxmlformats.org/officeDocument/2006/relationships/customXml" Target="../ink/ink333.xml"/><Relationship Id="rId47" Type="http://schemas.openxmlformats.org/officeDocument/2006/relationships/image" Target="../media/image297.png"/><Relationship Id="rId63" Type="http://schemas.openxmlformats.org/officeDocument/2006/relationships/image" Target="../media/image305.png"/><Relationship Id="rId68" Type="http://schemas.openxmlformats.org/officeDocument/2006/relationships/customXml" Target="../ink/ink346.xml"/><Relationship Id="rId84" Type="http://schemas.openxmlformats.org/officeDocument/2006/relationships/customXml" Target="../ink/ink354.xml"/><Relationship Id="rId89" Type="http://schemas.openxmlformats.org/officeDocument/2006/relationships/image" Target="../media/image318.png"/><Relationship Id="rId112" Type="http://schemas.openxmlformats.org/officeDocument/2006/relationships/customXml" Target="../ink/ink368.xml"/><Relationship Id="rId16" Type="http://schemas.openxmlformats.org/officeDocument/2006/relationships/customXml" Target="../ink/ink320.xml"/><Relationship Id="rId107" Type="http://schemas.openxmlformats.org/officeDocument/2006/relationships/image" Target="../media/image327.png"/><Relationship Id="rId11" Type="http://schemas.openxmlformats.org/officeDocument/2006/relationships/image" Target="../media/image4410.png"/><Relationship Id="rId32" Type="http://schemas.openxmlformats.org/officeDocument/2006/relationships/customXml" Target="../ink/ink328.xml"/><Relationship Id="rId37" Type="http://schemas.openxmlformats.org/officeDocument/2006/relationships/image" Target="../media/image292.png"/><Relationship Id="rId53" Type="http://schemas.openxmlformats.org/officeDocument/2006/relationships/image" Target="../media/image300.png"/><Relationship Id="rId58" Type="http://schemas.openxmlformats.org/officeDocument/2006/relationships/customXml" Target="../ink/ink341.xml"/><Relationship Id="rId74" Type="http://schemas.openxmlformats.org/officeDocument/2006/relationships/customXml" Target="../ink/ink349.xml"/><Relationship Id="rId79" Type="http://schemas.openxmlformats.org/officeDocument/2006/relationships/image" Target="../media/image313.png"/><Relationship Id="rId102" Type="http://schemas.openxmlformats.org/officeDocument/2006/relationships/customXml" Target="../ink/ink363.xml"/><Relationship Id="rId123" Type="http://schemas.openxmlformats.org/officeDocument/2006/relationships/image" Target="../media/image335.png"/><Relationship Id="rId128" Type="http://schemas.openxmlformats.org/officeDocument/2006/relationships/customXml" Target="../ink/ink376.xml"/><Relationship Id="rId5" Type="http://schemas.openxmlformats.org/officeDocument/2006/relationships/image" Target="../media/image4110.png"/><Relationship Id="rId90" Type="http://schemas.openxmlformats.org/officeDocument/2006/relationships/customXml" Target="../ink/ink357.xml"/><Relationship Id="rId95" Type="http://schemas.openxmlformats.org/officeDocument/2006/relationships/image" Target="../media/image321.png"/><Relationship Id="rId22" Type="http://schemas.openxmlformats.org/officeDocument/2006/relationships/customXml" Target="../ink/ink323.xml"/><Relationship Id="rId27" Type="http://schemas.openxmlformats.org/officeDocument/2006/relationships/image" Target="../media/image287.png"/><Relationship Id="rId43" Type="http://schemas.openxmlformats.org/officeDocument/2006/relationships/image" Target="../media/image295.png"/><Relationship Id="rId48" Type="http://schemas.openxmlformats.org/officeDocument/2006/relationships/customXml" Target="../ink/ink336.xml"/><Relationship Id="rId64" Type="http://schemas.openxmlformats.org/officeDocument/2006/relationships/customXml" Target="../ink/ink344.xml"/><Relationship Id="rId69" Type="http://schemas.openxmlformats.org/officeDocument/2006/relationships/image" Target="../media/image308.png"/><Relationship Id="rId113" Type="http://schemas.openxmlformats.org/officeDocument/2006/relationships/image" Target="../media/image330.png"/><Relationship Id="rId118" Type="http://schemas.openxmlformats.org/officeDocument/2006/relationships/customXml" Target="../ink/ink371.xml"/><Relationship Id="rId80" Type="http://schemas.openxmlformats.org/officeDocument/2006/relationships/customXml" Target="../ink/ink352.xml"/><Relationship Id="rId85" Type="http://schemas.openxmlformats.org/officeDocument/2006/relationships/image" Target="../media/image316.png"/><Relationship Id="rId12" Type="http://schemas.openxmlformats.org/officeDocument/2006/relationships/customXml" Target="../ink/ink318.xml"/><Relationship Id="rId17" Type="http://schemas.openxmlformats.org/officeDocument/2006/relationships/image" Target="../media/image282.png"/><Relationship Id="rId33" Type="http://schemas.openxmlformats.org/officeDocument/2006/relationships/image" Target="../media/image290.png"/><Relationship Id="rId38" Type="http://schemas.openxmlformats.org/officeDocument/2006/relationships/customXml" Target="../ink/ink331.xml"/><Relationship Id="rId59" Type="http://schemas.openxmlformats.org/officeDocument/2006/relationships/image" Target="../media/image303.png"/><Relationship Id="rId103" Type="http://schemas.openxmlformats.org/officeDocument/2006/relationships/image" Target="../media/image325.png"/><Relationship Id="rId108" Type="http://schemas.openxmlformats.org/officeDocument/2006/relationships/customXml" Target="../ink/ink366.xml"/><Relationship Id="rId124" Type="http://schemas.openxmlformats.org/officeDocument/2006/relationships/customXml" Target="../ink/ink374.xml"/><Relationship Id="rId129" Type="http://schemas.openxmlformats.org/officeDocument/2006/relationships/image" Target="../media/image338.png"/><Relationship Id="rId54" Type="http://schemas.openxmlformats.org/officeDocument/2006/relationships/customXml" Target="../ink/ink339.xml"/><Relationship Id="rId70" Type="http://schemas.openxmlformats.org/officeDocument/2006/relationships/customXml" Target="../ink/ink347.xml"/><Relationship Id="rId75" Type="http://schemas.openxmlformats.org/officeDocument/2006/relationships/image" Target="../media/image311.png"/><Relationship Id="rId91" Type="http://schemas.openxmlformats.org/officeDocument/2006/relationships/image" Target="../media/image319.png"/><Relationship Id="rId96" Type="http://schemas.openxmlformats.org/officeDocument/2006/relationships/customXml" Target="../ink/ink360.xml"/><Relationship Id="rId1" Type="http://schemas.openxmlformats.org/officeDocument/2006/relationships/slideLayout" Target="../slideLayouts/slideLayout2.xml"/><Relationship Id="rId6" Type="http://schemas.openxmlformats.org/officeDocument/2006/relationships/customXml" Target="../ink/ink315.xml"/><Relationship Id="rId23" Type="http://schemas.openxmlformats.org/officeDocument/2006/relationships/image" Target="../media/image285.png"/><Relationship Id="rId28" Type="http://schemas.openxmlformats.org/officeDocument/2006/relationships/customXml" Target="../ink/ink326.xml"/><Relationship Id="rId49" Type="http://schemas.openxmlformats.org/officeDocument/2006/relationships/image" Target="../media/image298.png"/><Relationship Id="rId114" Type="http://schemas.openxmlformats.org/officeDocument/2006/relationships/customXml" Target="../ink/ink369.xml"/><Relationship Id="rId119" Type="http://schemas.openxmlformats.org/officeDocument/2006/relationships/image" Target="../media/image333.png"/><Relationship Id="rId44" Type="http://schemas.openxmlformats.org/officeDocument/2006/relationships/customXml" Target="../ink/ink334.xml"/><Relationship Id="rId60" Type="http://schemas.openxmlformats.org/officeDocument/2006/relationships/customXml" Target="../ink/ink342.xml"/><Relationship Id="rId65" Type="http://schemas.openxmlformats.org/officeDocument/2006/relationships/image" Target="../media/image306.png"/><Relationship Id="rId81" Type="http://schemas.openxmlformats.org/officeDocument/2006/relationships/image" Target="../media/image314.png"/><Relationship Id="rId86" Type="http://schemas.openxmlformats.org/officeDocument/2006/relationships/customXml" Target="../ink/ink355.xml"/><Relationship Id="rId13" Type="http://schemas.openxmlformats.org/officeDocument/2006/relationships/image" Target="../media/image4510.png"/><Relationship Id="rId18" Type="http://schemas.openxmlformats.org/officeDocument/2006/relationships/customXml" Target="../ink/ink321.xml"/><Relationship Id="rId39" Type="http://schemas.openxmlformats.org/officeDocument/2006/relationships/image" Target="../media/image293.png"/><Relationship Id="rId109" Type="http://schemas.openxmlformats.org/officeDocument/2006/relationships/image" Target="../media/image328.png"/><Relationship Id="rId34" Type="http://schemas.openxmlformats.org/officeDocument/2006/relationships/customXml" Target="../ink/ink329.xml"/><Relationship Id="rId50" Type="http://schemas.openxmlformats.org/officeDocument/2006/relationships/customXml" Target="../ink/ink337.xml"/><Relationship Id="rId55" Type="http://schemas.openxmlformats.org/officeDocument/2006/relationships/image" Target="../media/image301.png"/><Relationship Id="rId76" Type="http://schemas.openxmlformats.org/officeDocument/2006/relationships/customXml" Target="../ink/ink350.xml"/><Relationship Id="rId97" Type="http://schemas.openxmlformats.org/officeDocument/2006/relationships/image" Target="../media/image322.png"/><Relationship Id="rId104" Type="http://schemas.openxmlformats.org/officeDocument/2006/relationships/customXml" Target="../ink/ink364.xml"/><Relationship Id="rId120" Type="http://schemas.openxmlformats.org/officeDocument/2006/relationships/customXml" Target="../ink/ink372.xml"/><Relationship Id="rId125" Type="http://schemas.openxmlformats.org/officeDocument/2006/relationships/image" Target="../media/image336.png"/><Relationship Id="rId7" Type="http://schemas.openxmlformats.org/officeDocument/2006/relationships/image" Target="../media/image4210.png"/><Relationship Id="rId71" Type="http://schemas.openxmlformats.org/officeDocument/2006/relationships/image" Target="../media/image309.png"/><Relationship Id="rId92" Type="http://schemas.openxmlformats.org/officeDocument/2006/relationships/customXml" Target="../ink/ink358.xml"/><Relationship Id="rId2" Type="http://schemas.openxmlformats.org/officeDocument/2006/relationships/customXml" Target="../ink/ink313.xml"/><Relationship Id="rId29" Type="http://schemas.openxmlformats.org/officeDocument/2006/relationships/image" Target="../media/image288.png"/><Relationship Id="rId24" Type="http://schemas.openxmlformats.org/officeDocument/2006/relationships/customXml" Target="../ink/ink324.xml"/><Relationship Id="rId40" Type="http://schemas.openxmlformats.org/officeDocument/2006/relationships/customXml" Target="../ink/ink332.xml"/><Relationship Id="rId45" Type="http://schemas.openxmlformats.org/officeDocument/2006/relationships/image" Target="../media/image296.png"/><Relationship Id="rId66" Type="http://schemas.openxmlformats.org/officeDocument/2006/relationships/customXml" Target="../ink/ink345.xml"/><Relationship Id="rId87" Type="http://schemas.openxmlformats.org/officeDocument/2006/relationships/image" Target="../media/image317.png"/><Relationship Id="rId110" Type="http://schemas.openxmlformats.org/officeDocument/2006/relationships/customXml" Target="../ink/ink367.xml"/><Relationship Id="rId115" Type="http://schemas.openxmlformats.org/officeDocument/2006/relationships/image" Target="../media/image331.png"/><Relationship Id="rId61" Type="http://schemas.openxmlformats.org/officeDocument/2006/relationships/image" Target="../media/image304.png"/><Relationship Id="rId82" Type="http://schemas.openxmlformats.org/officeDocument/2006/relationships/customXml" Target="../ink/ink353.xml"/><Relationship Id="rId19" Type="http://schemas.openxmlformats.org/officeDocument/2006/relationships/image" Target="../media/image283.png"/><Relationship Id="rId14" Type="http://schemas.openxmlformats.org/officeDocument/2006/relationships/customXml" Target="../ink/ink319.xml"/><Relationship Id="rId30" Type="http://schemas.openxmlformats.org/officeDocument/2006/relationships/customXml" Target="../ink/ink327.xml"/><Relationship Id="rId35" Type="http://schemas.openxmlformats.org/officeDocument/2006/relationships/image" Target="../media/image291.png"/><Relationship Id="rId56" Type="http://schemas.openxmlformats.org/officeDocument/2006/relationships/customXml" Target="../ink/ink340.xml"/><Relationship Id="rId77" Type="http://schemas.openxmlformats.org/officeDocument/2006/relationships/image" Target="../media/image312.png"/><Relationship Id="rId100" Type="http://schemas.openxmlformats.org/officeDocument/2006/relationships/customXml" Target="../ink/ink362.xml"/><Relationship Id="rId105" Type="http://schemas.openxmlformats.org/officeDocument/2006/relationships/image" Target="../media/image326.png"/><Relationship Id="rId126" Type="http://schemas.openxmlformats.org/officeDocument/2006/relationships/customXml" Target="../ink/ink375.xml"/><Relationship Id="rId8" Type="http://schemas.openxmlformats.org/officeDocument/2006/relationships/customXml" Target="../ink/ink316.xml"/><Relationship Id="rId51" Type="http://schemas.openxmlformats.org/officeDocument/2006/relationships/image" Target="../media/image299.png"/><Relationship Id="rId72" Type="http://schemas.openxmlformats.org/officeDocument/2006/relationships/customXml" Target="../ink/ink348.xml"/><Relationship Id="rId93" Type="http://schemas.openxmlformats.org/officeDocument/2006/relationships/image" Target="../media/image320.png"/><Relationship Id="rId98" Type="http://schemas.openxmlformats.org/officeDocument/2006/relationships/customXml" Target="../ink/ink361.xml"/><Relationship Id="rId121" Type="http://schemas.openxmlformats.org/officeDocument/2006/relationships/image" Target="../media/image334.png"/><Relationship Id="rId3" Type="http://schemas.openxmlformats.org/officeDocument/2006/relationships/image" Target="../media/image4010.png"/><Relationship Id="rId25" Type="http://schemas.openxmlformats.org/officeDocument/2006/relationships/image" Target="../media/image286.png"/><Relationship Id="rId46" Type="http://schemas.openxmlformats.org/officeDocument/2006/relationships/customXml" Target="../ink/ink335.xml"/><Relationship Id="rId67" Type="http://schemas.openxmlformats.org/officeDocument/2006/relationships/image" Target="../media/image307.png"/><Relationship Id="rId116" Type="http://schemas.openxmlformats.org/officeDocument/2006/relationships/customXml" Target="../ink/ink370.xml"/><Relationship Id="rId20" Type="http://schemas.openxmlformats.org/officeDocument/2006/relationships/customXml" Target="../ink/ink322.xml"/><Relationship Id="rId41" Type="http://schemas.openxmlformats.org/officeDocument/2006/relationships/image" Target="../media/image294.png"/><Relationship Id="rId62" Type="http://schemas.openxmlformats.org/officeDocument/2006/relationships/customXml" Target="../ink/ink343.xml"/><Relationship Id="rId83" Type="http://schemas.openxmlformats.org/officeDocument/2006/relationships/image" Target="../media/image315.png"/><Relationship Id="rId88" Type="http://schemas.openxmlformats.org/officeDocument/2006/relationships/customXml" Target="../ink/ink356.xml"/><Relationship Id="rId111" Type="http://schemas.openxmlformats.org/officeDocument/2006/relationships/image" Target="../media/image329.png"/><Relationship Id="rId15" Type="http://schemas.openxmlformats.org/officeDocument/2006/relationships/image" Target="../media/image281.png"/><Relationship Id="rId36" Type="http://schemas.openxmlformats.org/officeDocument/2006/relationships/customXml" Target="../ink/ink330.xml"/><Relationship Id="rId57" Type="http://schemas.openxmlformats.org/officeDocument/2006/relationships/image" Target="../media/image302.png"/><Relationship Id="rId106" Type="http://schemas.openxmlformats.org/officeDocument/2006/relationships/customXml" Target="../ink/ink365.xml"/><Relationship Id="rId127" Type="http://schemas.openxmlformats.org/officeDocument/2006/relationships/image" Target="../media/image337.png"/><Relationship Id="rId10" Type="http://schemas.openxmlformats.org/officeDocument/2006/relationships/customXml" Target="../ink/ink317.xml"/><Relationship Id="rId31" Type="http://schemas.openxmlformats.org/officeDocument/2006/relationships/image" Target="../media/image289.png"/><Relationship Id="rId52" Type="http://schemas.openxmlformats.org/officeDocument/2006/relationships/customXml" Target="../ink/ink338.xml"/><Relationship Id="rId73" Type="http://schemas.openxmlformats.org/officeDocument/2006/relationships/image" Target="../media/image310.png"/><Relationship Id="rId78" Type="http://schemas.openxmlformats.org/officeDocument/2006/relationships/customXml" Target="../ink/ink351.xml"/><Relationship Id="rId94" Type="http://schemas.openxmlformats.org/officeDocument/2006/relationships/customXml" Target="../ink/ink359.xml"/><Relationship Id="rId99" Type="http://schemas.openxmlformats.org/officeDocument/2006/relationships/image" Target="../media/image323.png"/><Relationship Id="rId101" Type="http://schemas.openxmlformats.org/officeDocument/2006/relationships/image" Target="../media/image324.png"/><Relationship Id="rId122" Type="http://schemas.openxmlformats.org/officeDocument/2006/relationships/customXml" Target="../ink/ink373.xml"/><Relationship Id="rId4" Type="http://schemas.openxmlformats.org/officeDocument/2006/relationships/customXml" Target="../ink/ink314.xml"/><Relationship Id="rId9" Type="http://schemas.openxmlformats.org/officeDocument/2006/relationships/image" Target="../media/image4310.png"/><Relationship Id="rId26" Type="http://schemas.openxmlformats.org/officeDocument/2006/relationships/customXml" Target="../ink/ink325.xml"/></Relationships>
</file>

<file path=ppt/slides/_rels/slide7.xml.rels><?xml version="1.0" encoding="UTF-8" standalone="yes"?>
<Relationships xmlns="http://schemas.openxmlformats.org/package/2006/relationships"><Relationship Id="rId26" Type="http://schemas.openxmlformats.org/officeDocument/2006/relationships/customXml" Target="../ink/ink389.xml"/><Relationship Id="rId21" Type="http://schemas.openxmlformats.org/officeDocument/2006/relationships/image" Target="../media/image341.png"/><Relationship Id="rId42" Type="http://schemas.openxmlformats.org/officeDocument/2006/relationships/customXml" Target="../ink/ink397.xml"/><Relationship Id="rId47" Type="http://schemas.openxmlformats.org/officeDocument/2006/relationships/image" Target="../media/image354.png"/><Relationship Id="rId63" Type="http://schemas.openxmlformats.org/officeDocument/2006/relationships/image" Target="../media/image362.png"/><Relationship Id="rId68" Type="http://schemas.openxmlformats.org/officeDocument/2006/relationships/customXml" Target="../ink/ink410.xml"/><Relationship Id="rId84" Type="http://schemas.openxmlformats.org/officeDocument/2006/relationships/customXml" Target="../ink/ink418.xml"/><Relationship Id="rId89" Type="http://schemas.openxmlformats.org/officeDocument/2006/relationships/image" Target="../media/image375.png"/><Relationship Id="rId16" Type="http://schemas.openxmlformats.org/officeDocument/2006/relationships/customXml" Target="../ink/ink384.xml"/><Relationship Id="rId11" Type="http://schemas.openxmlformats.org/officeDocument/2006/relationships/image" Target="../media/image5010.png"/><Relationship Id="rId32" Type="http://schemas.openxmlformats.org/officeDocument/2006/relationships/customXml" Target="../ink/ink392.xml"/><Relationship Id="rId37" Type="http://schemas.openxmlformats.org/officeDocument/2006/relationships/image" Target="../media/image349.png"/><Relationship Id="rId53" Type="http://schemas.openxmlformats.org/officeDocument/2006/relationships/image" Target="../media/image357.png"/><Relationship Id="rId58" Type="http://schemas.openxmlformats.org/officeDocument/2006/relationships/customXml" Target="../ink/ink405.xml"/><Relationship Id="rId74" Type="http://schemas.openxmlformats.org/officeDocument/2006/relationships/customXml" Target="../ink/ink413.xml"/><Relationship Id="rId79" Type="http://schemas.openxmlformats.org/officeDocument/2006/relationships/image" Target="../media/image370.png"/><Relationship Id="rId5" Type="http://schemas.openxmlformats.org/officeDocument/2006/relationships/image" Target="../media/image4710.png"/><Relationship Id="rId90" Type="http://schemas.openxmlformats.org/officeDocument/2006/relationships/customXml" Target="../ink/ink421.xml"/><Relationship Id="rId95" Type="http://schemas.openxmlformats.org/officeDocument/2006/relationships/image" Target="../media/image378.png"/><Relationship Id="rId22" Type="http://schemas.openxmlformats.org/officeDocument/2006/relationships/customXml" Target="../ink/ink387.xml"/><Relationship Id="rId27" Type="http://schemas.openxmlformats.org/officeDocument/2006/relationships/image" Target="../media/image344.png"/><Relationship Id="rId43" Type="http://schemas.openxmlformats.org/officeDocument/2006/relationships/image" Target="../media/image352.png"/><Relationship Id="rId48" Type="http://schemas.openxmlformats.org/officeDocument/2006/relationships/customXml" Target="../ink/ink400.xml"/><Relationship Id="rId64" Type="http://schemas.openxmlformats.org/officeDocument/2006/relationships/customXml" Target="../ink/ink408.xml"/><Relationship Id="rId69" Type="http://schemas.openxmlformats.org/officeDocument/2006/relationships/image" Target="../media/image365.png"/><Relationship Id="rId80" Type="http://schemas.openxmlformats.org/officeDocument/2006/relationships/customXml" Target="../ink/ink416.xml"/><Relationship Id="rId85" Type="http://schemas.openxmlformats.org/officeDocument/2006/relationships/image" Target="../media/image373.png"/><Relationship Id="rId12" Type="http://schemas.openxmlformats.org/officeDocument/2006/relationships/customXml" Target="../ink/ink382.xml"/><Relationship Id="rId17" Type="http://schemas.openxmlformats.org/officeDocument/2006/relationships/image" Target="../media/image339.png"/><Relationship Id="rId25" Type="http://schemas.openxmlformats.org/officeDocument/2006/relationships/image" Target="../media/image343.png"/><Relationship Id="rId33" Type="http://schemas.openxmlformats.org/officeDocument/2006/relationships/image" Target="../media/image347.png"/><Relationship Id="rId38" Type="http://schemas.openxmlformats.org/officeDocument/2006/relationships/customXml" Target="../ink/ink395.xml"/><Relationship Id="rId46" Type="http://schemas.openxmlformats.org/officeDocument/2006/relationships/customXml" Target="../ink/ink399.xml"/><Relationship Id="rId59" Type="http://schemas.openxmlformats.org/officeDocument/2006/relationships/image" Target="../media/image360.png"/><Relationship Id="rId67" Type="http://schemas.openxmlformats.org/officeDocument/2006/relationships/image" Target="../media/image364.png"/><Relationship Id="rId20" Type="http://schemas.openxmlformats.org/officeDocument/2006/relationships/customXml" Target="../ink/ink386.xml"/><Relationship Id="rId41" Type="http://schemas.openxmlformats.org/officeDocument/2006/relationships/image" Target="../media/image351.png"/><Relationship Id="rId54" Type="http://schemas.openxmlformats.org/officeDocument/2006/relationships/customXml" Target="../ink/ink403.xml"/><Relationship Id="rId62" Type="http://schemas.openxmlformats.org/officeDocument/2006/relationships/customXml" Target="../ink/ink407.xml"/><Relationship Id="rId70" Type="http://schemas.openxmlformats.org/officeDocument/2006/relationships/customXml" Target="../ink/ink411.xml"/><Relationship Id="rId75" Type="http://schemas.openxmlformats.org/officeDocument/2006/relationships/image" Target="../media/image368.png"/><Relationship Id="rId83" Type="http://schemas.openxmlformats.org/officeDocument/2006/relationships/image" Target="../media/image372.png"/><Relationship Id="rId88" Type="http://schemas.openxmlformats.org/officeDocument/2006/relationships/customXml" Target="../ink/ink420.xml"/><Relationship Id="rId91" Type="http://schemas.openxmlformats.org/officeDocument/2006/relationships/image" Target="../media/image376.png"/><Relationship Id="rId96" Type="http://schemas.openxmlformats.org/officeDocument/2006/relationships/customXml" Target="../ink/ink424.xml"/><Relationship Id="rId1" Type="http://schemas.openxmlformats.org/officeDocument/2006/relationships/slideLayout" Target="../slideLayouts/slideLayout2.xml"/><Relationship Id="rId6" Type="http://schemas.openxmlformats.org/officeDocument/2006/relationships/customXml" Target="../ink/ink379.xml"/><Relationship Id="rId15" Type="http://schemas.openxmlformats.org/officeDocument/2006/relationships/image" Target="../media/image520.png"/><Relationship Id="rId23" Type="http://schemas.openxmlformats.org/officeDocument/2006/relationships/image" Target="../media/image342.png"/><Relationship Id="rId28" Type="http://schemas.openxmlformats.org/officeDocument/2006/relationships/customXml" Target="../ink/ink390.xml"/><Relationship Id="rId36" Type="http://schemas.openxmlformats.org/officeDocument/2006/relationships/customXml" Target="../ink/ink394.xml"/><Relationship Id="rId49" Type="http://schemas.openxmlformats.org/officeDocument/2006/relationships/image" Target="../media/image355.png"/><Relationship Id="rId57" Type="http://schemas.openxmlformats.org/officeDocument/2006/relationships/image" Target="../media/image359.png"/><Relationship Id="rId10" Type="http://schemas.openxmlformats.org/officeDocument/2006/relationships/customXml" Target="../ink/ink381.xml"/><Relationship Id="rId31" Type="http://schemas.openxmlformats.org/officeDocument/2006/relationships/image" Target="../media/image346.png"/><Relationship Id="rId44" Type="http://schemas.openxmlformats.org/officeDocument/2006/relationships/customXml" Target="../ink/ink398.xml"/><Relationship Id="rId52" Type="http://schemas.openxmlformats.org/officeDocument/2006/relationships/customXml" Target="../ink/ink402.xml"/><Relationship Id="rId60" Type="http://schemas.openxmlformats.org/officeDocument/2006/relationships/customXml" Target="../ink/ink406.xml"/><Relationship Id="rId65" Type="http://schemas.openxmlformats.org/officeDocument/2006/relationships/image" Target="../media/image363.png"/><Relationship Id="rId73" Type="http://schemas.openxmlformats.org/officeDocument/2006/relationships/image" Target="../media/image367.png"/><Relationship Id="rId78" Type="http://schemas.openxmlformats.org/officeDocument/2006/relationships/customXml" Target="../ink/ink415.xml"/><Relationship Id="rId81" Type="http://schemas.openxmlformats.org/officeDocument/2006/relationships/image" Target="../media/image371.png"/><Relationship Id="rId86" Type="http://schemas.openxmlformats.org/officeDocument/2006/relationships/customXml" Target="../ink/ink419.xml"/><Relationship Id="rId94" Type="http://schemas.openxmlformats.org/officeDocument/2006/relationships/customXml" Target="../ink/ink423.xml"/><Relationship Id="rId99" Type="http://schemas.openxmlformats.org/officeDocument/2006/relationships/image" Target="../media/image380.png"/><Relationship Id="rId101" Type="http://schemas.openxmlformats.org/officeDocument/2006/relationships/image" Target="../media/image381.png"/><Relationship Id="rId4" Type="http://schemas.openxmlformats.org/officeDocument/2006/relationships/customXml" Target="../ink/ink378.xml"/><Relationship Id="rId9" Type="http://schemas.openxmlformats.org/officeDocument/2006/relationships/image" Target="../media/image4910.png"/><Relationship Id="rId13" Type="http://schemas.openxmlformats.org/officeDocument/2006/relationships/image" Target="../media/image519.png"/><Relationship Id="rId18" Type="http://schemas.openxmlformats.org/officeDocument/2006/relationships/customXml" Target="../ink/ink385.xml"/><Relationship Id="rId39" Type="http://schemas.openxmlformats.org/officeDocument/2006/relationships/image" Target="../media/image350.png"/><Relationship Id="rId34" Type="http://schemas.openxmlformats.org/officeDocument/2006/relationships/customXml" Target="../ink/ink393.xml"/><Relationship Id="rId50" Type="http://schemas.openxmlformats.org/officeDocument/2006/relationships/customXml" Target="../ink/ink401.xml"/><Relationship Id="rId55" Type="http://schemas.openxmlformats.org/officeDocument/2006/relationships/image" Target="../media/image358.png"/><Relationship Id="rId76" Type="http://schemas.openxmlformats.org/officeDocument/2006/relationships/customXml" Target="../ink/ink414.xml"/><Relationship Id="rId97" Type="http://schemas.openxmlformats.org/officeDocument/2006/relationships/image" Target="../media/image379.png"/><Relationship Id="rId7" Type="http://schemas.openxmlformats.org/officeDocument/2006/relationships/image" Target="../media/image4810.png"/><Relationship Id="rId71" Type="http://schemas.openxmlformats.org/officeDocument/2006/relationships/image" Target="../media/image366.png"/><Relationship Id="rId92" Type="http://schemas.openxmlformats.org/officeDocument/2006/relationships/customXml" Target="../ink/ink422.xml"/><Relationship Id="rId2" Type="http://schemas.openxmlformats.org/officeDocument/2006/relationships/customXml" Target="../ink/ink377.xml"/><Relationship Id="rId29" Type="http://schemas.openxmlformats.org/officeDocument/2006/relationships/image" Target="../media/image345.png"/><Relationship Id="rId24" Type="http://schemas.openxmlformats.org/officeDocument/2006/relationships/customXml" Target="../ink/ink388.xml"/><Relationship Id="rId40" Type="http://schemas.openxmlformats.org/officeDocument/2006/relationships/customXml" Target="../ink/ink396.xml"/><Relationship Id="rId45" Type="http://schemas.openxmlformats.org/officeDocument/2006/relationships/image" Target="../media/image353.png"/><Relationship Id="rId66" Type="http://schemas.openxmlformats.org/officeDocument/2006/relationships/customXml" Target="../ink/ink409.xml"/><Relationship Id="rId87" Type="http://schemas.openxmlformats.org/officeDocument/2006/relationships/image" Target="../media/image374.png"/><Relationship Id="rId61" Type="http://schemas.openxmlformats.org/officeDocument/2006/relationships/image" Target="../media/image361.png"/><Relationship Id="rId82" Type="http://schemas.openxmlformats.org/officeDocument/2006/relationships/customXml" Target="../ink/ink417.xml"/><Relationship Id="rId19" Type="http://schemas.openxmlformats.org/officeDocument/2006/relationships/image" Target="../media/image340.png"/><Relationship Id="rId14" Type="http://schemas.openxmlformats.org/officeDocument/2006/relationships/customXml" Target="../ink/ink383.xml"/><Relationship Id="rId30" Type="http://schemas.openxmlformats.org/officeDocument/2006/relationships/customXml" Target="../ink/ink391.xml"/><Relationship Id="rId35" Type="http://schemas.openxmlformats.org/officeDocument/2006/relationships/image" Target="../media/image348.png"/><Relationship Id="rId56" Type="http://schemas.openxmlformats.org/officeDocument/2006/relationships/customXml" Target="../ink/ink404.xml"/><Relationship Id="rId77" Type="http://schemas.openxmlformats.org/officeDocument/2006/relationships/image" Target="../media/image369.png"/><Relationship Id="rId100" Type="http://schemas.openxmlformats.org/officeDocument/2006/relationships/customXml" Target="../ink/ink426.xml"/><Relationship Id="rId8" Type="http://schemas.openxmlformats.org/officeDocument/2006/relationships/customXml" Target="../ink/ink380.xml"/><Relationship Id="rId51" Type="http://schemas.openxmlformats.org/officeDocument/2006/relationships/image" Target="../media/image356.png"/><Relationship Id="rId72" Type="http://schemas.openxmlformats.org/officeDocument/2006/relationships/customXml" Target="../ink/ink412.xml"/><Relationship Id="rId93" Type="http://schemas.openxmlformats.org/officeDocument/2006/relationships/image" Target="../media/image377.png"/><Relationship Id="rId98" Type="http://schemas.openxmlformats.org/officeDocument/2006/relationships/customXml" Target="../ink/ink425.xml"/><Relationship Id="rId3" Type="http://schemas.openxmlformats.org/officeDocument/2006/relationships/image" Target="../media/image4610.png"/></Relationships>
</file>

<file path=ppt/slides/_rels/slide8.xml.rels><?xml version="1.0" encoding="UTF-8" standalone="yes"?>
<Relationships xmlns="http://schemas.openxmlformats.org/package/2006/relationships"><Relationship Id="rId117" Type="http://schemas.openxmlformats.org/officeDocument/2006/relationships/image" Target="../media/image437.png"/><Relationship Id="rId21" Type="http://schemas.openxmlformats.org/officeDocument/2006/relationships/image" Target="../media/image389.png"/><Relationship Id="rId63" Type="http://schemas.openxmlformats.org/officeDocument/2006/relationships/image" Target="../media/image410.png"/><Relationship Id="rId84" Type="http://schemas.openxmlformats.org/officeDocument/2006/relationships/customXml" Target="../ink/ink467.xml"/><Relationship Id="rId138" Type="http://schemas.openxmlformats.org/officeDocument/2006/relationships/customXml" Target="../ink/ink494.xml"/><Relationship Id="rId159" Type="http://schemas.openxmlformats.org/officeDocument/2006/relationships/image" Target="../media/image458.png"/><Relationship Id="rId170" Type="http://schemas.openxmlformats.org/officeDocument/2006/relationships/customXml" Target="../ink/ink510.xml"/><Relationship Id="rId107" Type="http://schemas.openxmlformats.org/officeDocument/2006/relationships/image" Target="../media/image432.png"/><Relationship Id="rId11" Type="http://schemas.openxmlformats.org/officeDocument/2006/relationships/image" Target="../media/image384.png"/><Relationship Id="rId32" Type="http://schemas.openxmlformats.org/officeDocument/2006/relationships/customXml" Target="../ink/ink442.xml"/><Relationship Id="rId53" Type="http://schemas.openxmlformats.org/officeDocument/2006/relationships/image" Target="../media/image405.png"/><Relationship Id="rId74" Type="http://schemas.openxmlformats.org/officeDocument/2006/relationships/customXml" Target="../ink/ink462.xml"/><Relationship Id="rId128" Type="http://schemas.openxmlformats.org/officeDocument/2006/relationships/customXml" Target="../ink/ink489.xml"/><Relationship Id="rId149" Type="http://schemas.openxmlformats.org/officeDocument/2006/relationships/image" Target="../media/image453.png"/><Relationship Id="rId5" Type="http://schemas.openxmlformats.org/officeDocument/2006/relationships/image" Target="../media/image540.png"/><Relationship Id="rId95" Type="http://schemas.openxmlformats.org/officeDocument/2006/relationships/image" Target="../media/image426.png"/><Relationship Id="rId160" Type="http://schemas.openxmlformats.org/officeDocument/2006/relationships/customXml" Target="../ink/ink505.xml"/><Relationship Id="rId22" Type="http://schemas.openxmlformats.org/officeDocument/2006/relationships/customXml" Target="../ink/ink437.xml"/><Relationship Id="rId43" Type="http://schemas.openxmlformats.org/officeDocument/2006/relationships/image" Target="../media/image400.png"/><Relationship Id="rId64" Type="http://schemas.openxmlformats.org/officeDocument/2006/relationships/customXml" Target="../ink/ink457.xml"/><Relationship Id="rId118" Type="http://schemas.openxmlformats.org/officeDocument/2006/relationships/customXml" Target="../ink/ink484.xml"/><Relationship Id="rId139" Type="http://schemas.openxmlformats.org/officeDocument/2006/relationships/image" Target="../media/image448.png"/><Relationship Id="rId85" Type="http://schemas.openxmlformats.org/officeDocument/2006/relationships/image" Target="../media/image421.png"/><Relationship Id="rId150" Type="http://schemas.openxmlformats.org/officeDocument/2006/relationships/customXml" Target="../ink/ink500.xml"/><Relationship Id="rId171" Type="http://schemas.openxmlformats.org/officeDocument/2006/relationships/image" Target="../media/image3.png"/><Relationship Id="rId12" Type="http://schemas.openxmlformats.org/officeDocument/2006/relationships/customXml" Target="../ink/ink432.xml"/><Relationship Id="rId33" Type="http://schemas.openxmlformats.org/officeDocument/2006/relationships/image" Target="../media/image395.png"/><Relationship Id="rId108" Type="http://schemas.openxmlformats.org/officeDocument/2006/relationships/customXml" Target="../ink/ink479.xml"/><Relationship Id="rId129" Type="http://schemas.openxmlformats.org/officeDocument/2006/relationships/image" Target="../media/image443.png"/><Relationship Id="rId54" Type="http://schemas.openxmlformats.org/officeDocument/2006/relationships/customXml" Target="../ink/ink452.xml"/><Relationship Id="rId70" Type="http://schemas.openxmlformats.org/officeDocument/2006/relationships/customXml" Target="../ink/ink460.xml"/><Relationship Id="rId75" Type="http://schemas.openxmlformats.org/officeDocument/2006/relationships/image" Target="../media/image416.png"/><Relationship Id="rId91" Type="http://schemas.openxmlformats.org/officeDocument/2006/relationships/image" Target="../media/image424.png"/><Relationship Id="rId96" Type="http://schemas.openxmlformats.org/officeDocument/2006/relationships/customXml" Target="../ink/ink473.xml"/><Relationship Id="rId140" Type="http://schemas.openxmlformats.org/officeDocument/2006/relationships/customXml" Target="../ink/ink495.xml"/><Relationship Id="rId145" Type="http://schemas.openxmlformats.org/officeDocument/2006/relationships/image" Target="../media/image451.png"/><Relationship Id="rId161" Type="http://schemas.openxmlformats.org/officeDocument/2006/relationships/image" Target="../media/image459.png"/><Relationship Id="rId166" Type="http://schemas.openxmlformats.org/officeDocument/2006/relationships/customXml" Target="../ink/ink508.xml"/><Relationship Id="rId1" Type="http://schemas.openxmlformats.org/officeDocument/2006/relationships/slideLayout" Target="../slideLayouts/slideLayout2.xml"/><Relationship Id="rId6" Type="http://schemas.openxmlformats.org/officeDocument/2006/relationships/customXml" Target="../ink/ink429.xml"/><Relationship Id="rId23" Type="http://schemas.openxmlformats.org/officeDocument/2006/relationships/image" Target="../media/image390.png"/><Relationship Id="rId28" Type="http://schemas.openxmlformats.org/officeDocument/2006/relationships/customXml" Target="../ink/ink440.xml"/><Relationship Id="rId49" Type="http://schemas.openxmlformats.org/officeDocument/2006/relationships/image" Target="../media/image403.png"/><Relationship Id="rId114" Type="http://schemas.openxmlformats.org/officeDocument/2006/relationships/customXml" Target="../ink/ink482.xml"/><Relationship Id="rId119" Type="http://schemas.openxmlformats.org/officeDocument/2006/relationships/image" Target="../media/image438.png"/><Relationship Id="rId44" Type="http://schemas.openxmlformats.org/officeDocument/2006/relationships/customXml" Target="../ink/ink447.xml"/><Relationship Id="rId60" Type="http://schemas.openxmlformats.org/officeDocument/2006/relationships/customXml" Target="../ink/ink455.xml"/><Relationship Id="rId65" Type="http://schemas.openxmlformats.org/officeDocument/2006/relationships/image" Target="../media/image411.png"/><Relationship Id="rId81" Type="http://schemas.openxmlformats.org/officeDocument/2006/relationships/image" Target="../media/image419.png"/><Relationship Id="rId86" Type="http://schemas.openxmlformats.org/officeDocument/2006/relationships/customXml" Target="../ink/ink468.xml"/><Relationship Id="rId130" Type="http://schemas.openxmlformats.org/officeDocument/2006/relationships/customXml" Target="../ink/ink490.xml"/><Relationship Id="rId135" Type="http://schemas.openxmlformats.org/officeDocument/2006/relationships/image" Target="../media/image446.png"/><Relationship Id="rId151" Type="http://schemas.openxmlformats.org/officeDocument/2006/relationships/image" Target="../media/image454.png"/><Relationship Id="rId156" Type="http://schemas.openxmlformats.org/officeDocument/2006/relationships/customXml" Target="../ink/ink503.xml"/><Relationship Id="rId13" Type="http://schemas.openxmlformats.org/officeDocument/2006/relationships/image" Target="../media/image385.png"/><Relationship Id="rId18" Type="http://schemas.openxmlformats.org/officeDocument/2006/relationships/customXml" Target="../ink/ink435.xml"/><Relationship Id="rId39" Type="http://schemas.openxmlformats.org/officeDocument/2006/relationships/image" Target="../media/image398.png"/><Relationship Id="rId109" Type="http://schemas.openxmlformats.org/officeDocument/2006/relationships/image" Target="../media/image433.png"/><Relationship Id="rId34" Type="http://schemas.openxmlformats.org/officeDocument/2006/relationships/customXml" Target="../ink/ink443.xml"/><Relationship Id="rId50" Type="http://schemas.openxmlformats.org/officeDocument/2006/relationships/customXml" Target="../ink/ink450.xml"/><Relationship Id="rId55" Type="http://schemas.openxmlformats.org/officeDocument/2006/relationships/image" Target="../media/image406.png"/><Relationship Id="rId76" Type="http://schemas.openxmlformats.org/officeDocument/2006/relationships/customXml" Target="../ink/ink463.xml"/><Relationship Id="rId97" Type="http://schemas.openxmlformats.org/officeDocument/2006/relationships/image" Target="../media/image427.png"/><Relationship Id="rId104" Type="http://schemas.openxmlformats.org/officeDocument/2006/relationships/customXml" Target="../ink/ink477.xml"/><Relationship Id="rId120" Type="http://schemas.openxmlformats.org/officeDocument/2006/relationships/customXml" Target="../ink/ink485.xml"/><Relationship Id="rId125" Type="http://schemas.openxmlformats.org/officeDocument/2006/relationships/image" Target="../media/image441.png"/><Relationship Id="rId141" Type="http://schemas.openxmlformats.org/officeDocument/2006/relationships/image" Target="../media/image449.png"/><Relationship Id="rId146" Type="http://schemas.openxmlformats.org/officeDocument/2006/relationships/customXml" Target="../ink/ink498.xml"/><Relationship Id="rId167" Type="http://schemas.openxmlformats.org/officeDocument/2006/relationships/image" Target="../media/image462.png"/><Relationship Id="rId7" Type="http://schemas.openxmlformats.org/officeDocument/2006/relationships/image" Target="../media/image382.png"/><Relationship Id="rId71" Type="http://schemas.openxmlformats.org/officeDocument/2006/relationships/image" Target="../media/image414.png"/><Relationship Id="rId92" Type="http://schemas.openxmlformats.org/officeDocument/2006/relationships/customXml" Target="../ink/ink471.xml"/><Relationship Id="rId162" Type="http://schemas.openxmlformats.org/officeDocument/2006/relationships/customXml" Target="../ink/ink506.xml"/><Relationship Id="rId2" Type="http://schemas.openxmlformats.org/officeDocument/2006/relationships/customXml" Target="../ink/ink427.xml"/><Relationship Id="rId29" Type="http://schemas.openxmlformats.org/officeDocument/2006/relationships/image" Target="../media/image393.png"/><Relationship Id="rId24" Type="http://schemas.openxmlformats.org/officeDocument/2006/relationships/customXml" Target="../ink/ink438.xml"/><Relationship Id="rId40" Type="http://schemas.openxmlformats.org/officeDocument/2006/relationships/customXml" Target="../ink/ink446.xml"/><Relationship Id="rId45" Type="http://schemas.openxmlformats.org/officeDocument/2006/relationships/image" Target="../media/image401.png"/><Relationship Id="rId66" Type="http://schemas.openxmlformats.org/officeDocument/2006/relationships/customXml" Target="../ink/ink458.xml"/><Relationship Id="rId87" Type="http://schemas.openxmlformats.org/officeDocument/2006/relationships/image" Target="../media/image422.png"/><Relationship Id="rId110" Type="http://schemas.openxmlformats.org/officeDocument/2006/relationships/customXml" Target="../ink/ink480.xml"/><Relationship Id="rId115" Type="http://schemas.openxmlformats.org/officeDocument/2006/relationships/image" Target="../media/image436.png"/><Relationship Id="rId131" Type="http://schemas.openxmlformats.org/officeDocument/2006/relationships/image" Target="../media/image444.png"/><Relationship Id="rId136" Type="http://schemas.openxmlformats.org/officeDocument/2006/relationships/customXml" Target="../ink/ink493.xml"/><Relationship Id="rId157" Type="http://schemas.openxmlformats.org/officeDocument/2006/relationships/image" Target="../media/image457.png"/><Relationship Id="rId61" Type="http://schemas.openxmlformats.org/officeDocument/2006/relationships/image" Target="../media/image409.png"/><Relationship Id="rId82" Type="http://schemas.openxmlformats.org/officeDocument/2006/relationships/customXml" Target="../ink/ink466.xml"/><Relationship Id="rId152" Type="http://schemas.openxmlformats.org/officeDocument/2006/relationships/customXml" Target="../ink/ink501.xml"/><Relationship Id="rId19" Type="http://schemas.openxmlformats.org/officeDocument/2006/relationships/image" Target="../media/image388.png"/><Relationship Id="rId14" Type="http://schemas.openxmlformats.org/officeDocument/2006/relationships/customXml" Target="../ink/ink433.xml"/><Relationship Id="rId30" Type="http://schemas.openxmlformats.org/officeDocument/2006/relationships/customXml" Target="../ink/ink441.xml"/><Relationship Id="rId35" Type="http://schemas.openxmlformats.org/officeDocument/2006/relationships/image" Target="../media/image396.png"/><Relationship Id="rId56" Type="http://schemas.openxmlformats.org/officeDocument/2006/relationships/customXml" Target="../ink/ink453.xml"/><Relationship Id="rId77" Type="http://schemas.openxmlformats.org/officeDocument/2006/relationships/image" Target="../media/image417.png"/><Relationship Id="rId100" Type="http://schemas.openxmlformats.org/officeDocument/2006/relationships/customXml" Target="../ink/ink475.xml"/><Relationship Id="rId105" Type="http://schemas.openxmlformats.org/officeDocument/2006/relationships/image" Target="../media/image431.png"/><Relationship Id="rId126" Type="http://schemas.openxmlformats.org/officeDocument/2006/relationships/customXml" Target="../ink/ink488.xml"/><Relationship Id="rId147" Type="http://schemas.openxmlformats.org/officeDocument/2006/relationships/image" Target="../media/image452.png"/><Relationship Id="rId168" Type="http://schemas.openxmlformats.org/officeDocument/2006/relationships/customXml" Target="../ink/ink509.xml"/><Relationship Id="rId8" Type="http://schemas.openxmlformats.org/officeDocument/2006/relationships/customXml" Target="../ink/ink430.xml"/><Relationship Id="rId51" Type="http://schemas.openxmlformats.org/officeDocument/2006/relationships/image" Target="../media/image404.png"/><Relationship Id="rId72" Type="http://schemas.openxmlformats.org/officeDocument/2006/relationships/customXml" Target="../ink/ink461.xml"/><Relationship Id="rId93" Type="http://schemas.openxmlformats.org/officeDocument/2006/relationships/image" Target="../media/image425.png"/><Relationship Id="rId98" Type="http://schemas.openxmlformats.org/officeDocument/2006/relationships/customXml" Target="../ink/ink474.xml"/><Relationship Id="rId121" Type="http://schemas.openxmlformats.org/officeDocument/2006/relationships/image" Target="../media/image439.png"/><Relationship Id="rId142" Type="http://schemas.openxmlformats.org/officeDocument/2006/relationships/customXml" Target="../ink/ink496.xml"/><Relationship Id="rId163" Type="http://schemas.openxmlformats.org/officeDocument/2006/relationships/image" Target="../media/image460.png"/><Relationship Id="rId3" Type="http://schemas.openxmlformats.org/officeDocument/2006/relationships/image" Target="../media/image530.png"/><Relationship Id="rId25" Type="http://schemas.openxmlformats.org/officeDocument/2006/relationships/image" Target="../media/image391.png"/><Relationship Id="rId46" Type="http://schemas.openxmlformats.org/officeDocument/2006/relationships/customXml" Target="../ink/ink448.xml"/><Relationship Id="rId67" Type="http://schemas.openxmlformats.org/officeDocument/2006/relationships/image" Target="../media/image412.png"/><Relationship Id="rId116" Type="http://schemas.openxmlformats.org/officeDocument/2006/relationships/customXml" Target="../ink/ink483.xml"/><Relationship Id="rId137" Type="http://schemas.openxmlformats.org/officeDocument/2006/relationships/image" Target="../media/image447.png"/><Relationship Id="rId158" Type="http://schemas.openxmlformats.org/officeDocument/2006/relationships/customXml" Target="../ink/ink504.xml"/><Relationship Id="rId20" Type="http://schemas.openxmlformats.org/officeDocument/2006/relationships/customXml" Target="../ink/ink436.xml"/><Relationship Id="rId62" Type="http://schemas.openxmlformats.org/officeDocument/2006/relationships/customXml" Target="../ink/ink456.xml"/><Relationship Id="rId83" Type="http://schemas.openxmlformats.org/officeDocument/2006/relationships/image" Target="../media/image420.png"/><Relationship Id="rId88" Type="http://schemas.openxmlformats.org/officeDocument/2006/relationships/customXml" Target="../ink/ink469.xml"/><Relationship Id="rId111" Type="http://schemas.openxmlformats.org/officeDocument/2006/relationships/image" Target="../media/image434.png"/><Relationship Id="rId132" Type="http://schemas.openxmlformats.org/officeDocument/2006/relationships/customXml" Target="../ink/ink491.xml"/><Relationship Id="rId153" Type="http://schemas.openxmlformats.org/officeDocument/2006/relationships/image" Target="../media/image455.png"/><Relationship Id="rId15" Type="http://schemas.openxmlformats.org/officeDocument/2006/relationships/image" Target="../media/image386.png"/><Relationship Id="rId36" Type="http://schemas.openxmlformats.org/officeDocument/2006/relationships/customXml" Target="../ink/ink444.xml"/><Relationship Id="rId57" Type="http://schemas.openxmlformats.org/officeDocument/2006/relationships/image" Target="../media/image407.png"/><Relationship Id="rId106" Type="http://schemas.openxmlformats.org/officeDocument/2006/relationships/customXml" Target="../ink/ink478.xml"/><Relationship Id="rId127" Type="http://schemas.openxmlformats.org/officeDocument/2006/relationships/image" Target="../media/image442.png"/><Relationship Id="rId10" Type="http://schemas.openxmlformats.org/officeDocument/2006/relationships/customXml" Target="../ink/ink431.xml"/><Relationship Id="rId31" Type="http://schemas.openxmlformats.org/officeDocument/2006/relationships/image" Target="../media/image394.png"/><Relationship Id="rId52" Type="http://schemas.openxmlformats.org/officeDocument/2006/relationships/customXml" Target="../ink/ink451.xml"/><Relationship Id="rId73" Type="http://schemas.openxmlformats.org/officeDocument/2006/relationships/image" Target="../media/image415.png"/><Relationship Id="rId78" Type="http://schemas.openxmlformats.org/officeDocument/2006/relationships/customXml" Target="../ink/ink464.xml"/><Relationship Id="rId94" Type="http://schemas.openxmlformats.org/officeDocument/2006/relationships/customXml" Target="../ink/ink472.xml"/><Relationship Id="rId99" Type="http://schemas.openxmlformats.org/officeDocument/2006/relationships/image" Target="../media/image428.png"/><Relationship Id="rId101" Type="http://schemas.openxmlformats.org/officeDocument/2006/relationships/image" Target="../media/image429.png"/><Relationship Id="rId122" Type="http://schemas.openxmlformats.org/officeDocument/2006/relationships/customXml" Target="../ink/ink486.xml"/><Relationship Id="rId143" Type="http://schemas.openxmlformats.org/officeDocument/2006/relationships/image" Target="../media/image450.png"/><Relationship Id="rId148" Type="http://schemas.openxmlformats.org/officeDocument/2006/relationships/customXml" Target="../ink/ink499.xml"/><Relationship Id="rId164" Type="http://schemas.openxmlformats.org/officeDocument/2006/relationships/customXml" Target="../ink/ink507.xml"/><Relationship Id="rId169" Type="http://schemas.openxmlformats.org/officeDocument/2006/relationships/image" Target="../media/image2.png"/><Relationship Id="rId4" Type="http://schemas.openxmlformats.org/officeDocument/2006/relationships/customXml" Target="../ink/ink428.xml"/><Relationship Id="rId9" Type="http://schemas.openxmlformats.org/officeDocument/2006/relationships/image" Target="../media/image383.png"/><Relationship Id="rId26" Type="http://schemas.openxmlformats.org/officeDocument/2006/relationships/customXml" Target="../ink/ink439.xml"/><Relationship Id="rId47" Type="http://schemas.openxmlformats.org/officeDocument/2006/relationships/image" Target="../media/image402.png"/><Relationship Id="rId68" Type="http://schemas.openxmlformats.org/officeDocument/2006/relationships/customXml" Target="../ink/ink459.xml"/><Relationship Id="rId89" Type="http://schemas.openxmlformats.org/officeDocument/2006/relationships/image" Target="../media/image423.png"/><Relationship Id="rId112" Type="http://schemas.openxmlformats.org/officeDocument/2006/relationships/customXml" Target="../ink/ink481.xml"/><Relationship Id="rId133" Type="http://schemas.openxmlformats.org/officeDocument/2006/relationships/image" Target="../media/image445.png"/><Relationship Id="rId154" Type="http://schemas.openxmlformats.org/officeDocument/2006/relationships/customXml" Target="../ink/ink502.xml"/><Relationship Id="rId16" Type="http://schemas.openxmlformats.org/officeDocument/2006/relationships/customXml" Target="../ink/ink434.xml"/><Relationship Id="rId37" Type="http://schemas.openxmlformats.org/officeDocument/2006/relationships/image" Target="../media/image397.png"/><Relationship Id="rId58" Type="http://schemas.openxmlformats.org/officeDocument/2006/relationships/customXml" Target="../ink/ink454.xml"/><Relationship Id="rId79" Type="http://schemas.openxmlformats.org/officeDocument/2006/relationships/image" Target="../media/image418.png"/><Relationship Id="rId102" Type="http://schemas.openxmlformats.org/officeDocument/2006/relationships/customXml" Target="../ink/ink476.xml"/><Relationship Id="rId123" Type="http://schemas.openxmlformats.org/officeDocument/2006/relationships/image" Target="../media/image440.png"/><Relationship Id="rId144" Type="http://schemas.openxmlformats.org/officeDocument/2006/relationships/customXml" Target="../ink/ink497.xml"/><Relationship Id="rId90" Type="http://schemas.openxmlformats.org/officeDocument/2006/relationships/customXml" Target="../ink/ink470.xml"/><Relationship Id="rId165" Type="http://schemas.openxmlformats.org/officeDocument/2006/relationships/image" Target="../media/image461.png"/><Relationship Id="rId27" Type="http://schemas.openxmlformats.org/officeDocument/2006/relationships/image" Target="../media/image392.png"/><Relationship Id="rId48" Type="http://schemas.openxmlformats.org/officeDocument/2006/relationships/customXml" Target="../ink/ink449.xml"/><Relationship Id="rId69" Type="http://schemas.openxmlformats.org/officeDocument/2006/relationships/image" Target="../media/image413.png"/><Relationship Id="rId113" Type="http://schemas.openxmlformats.org/officeDocument/2006/relationships/image" Target="../media/image435.png"/><Relationship Id="rId134" Type="http://schemas.openxmlformats.org/officeDocument/2006/relationships/customXml" Target="../ink/ink492.xml"/><Relationship Id="rId80" Type="http://schemas.openxmlformats.org/officeDocument/2006/relationships/customXml" Target="../ink/ink465.xml"/><Relationship Id="rId155" Type="http://schemas.openxmlformats.org/officeDocument/2006/relationships/image" Target="../media/image456.png"/><Relationship Id="rId17" Type="http://schemas.openxmlformats.org/officeDocument/2006/relationships/image" Target="../media/image387.png"/><Relationship Id="rId38" Type="http://schemas.openxmlformats.org/officeDocument/2006/relationships/customXml" Target="../ink/ink445.xml"/><Relationship Id="rId59" Type="http://schemas.openxmlformats.org/officeDocument/2006/relationships/image" Target="../media/image408.png"/><Relationship Id="rId103" Type="http://schemas.openxmlformats.org/officeDocument/2006/relationships/image" Target="../media/image430.png"/><Relationship Id="rId124" Type="http://schemas.openxmlformats.org/officeDocument/2006/relationships/customXml" Target="../ink/ink487.xml"/></Relationships>
</file>

<file path=ppt/slides/_rels/slide9.xml.rels><?xml version="1.0" encoding="UTF-8" standalone="yes"?>
<Relationships xmlns="http://schemas.openxmlformats.org/package/2006/relationships"><Relationship Id="rId117" Type="http://schemas.openxmlformats.org/officeDocument/2006/relationships/image" Target="../media/image495.png"/><Relationship Id="rId21" Type="http://schemas.openxmlformats.org/officeDocument/2006/relationships/image" Target="../media/image640.png"/><Relationship Id="rId63" Type="http://schemas.openxmlformats.org/officeDocument/2006/relationships/image" Target="../media/image468.png"/><Relationship Id="rId68" Type="http://schemas.openxmlformats.org/officeDocument/2006/relationships/customXml" Target="../ink/ink527.xml"/><Relationship Id="rId84" Type="http://schemas.openxmlformats.org/officeDocument/2006/relationships/customXml" Target="../ink/ink535.xml"/><Relationship Id="rId89" Type="http://schemas.openxmlformats.org/officeDocument/2006/relationships/image" Target="../media/image481.png"/><Relationship Id="rId112" Type="http://schemas.openxmlformats.org/officeDocument/2006/relationships/customXml" Target="../ink/ink549.xml"/><Relationship Id="rId16" Type="http://schemas.openxmlformats.org/officeDocument/2006/relationships/customXml" Target="../ink/ink518.xml"/><Relationship Id="rId107" Type="http://schemas.openxmlformats.org/officeDocument/2006/relationships/image" Target="../media/image490.png"/><Relationship Id="rId11" Type="http://schemas.openxmlformats.org/officeDocument/2006/relationships/image" Target="../media/image590.png"/><Relationship Id="rId58" Type="http://schemas.openxmlformats.org/officeDocument/2006/relationships/customXml" Target="../ink/ink522.xml"/><Relationship Id="rId74" Type="http://schemas.openxmlformats.org/officeDocument/2006/relationships/customXml" Target="../ink/ink530.xml"/><Relationship Id="rId79" Type="http://schemas.openxmlformats.org/officeDocument/2006/relationships/image" Target="../media/image476.png"/><Relationship Id="rId102" Type="http://schemas.openxmlformats.org/officeDocument/2006/relationships/customXml" Target="../ink/ink544.xml"/><Relationship Id="rId123" Type="http://schemas.openxmlformats.org/officeDocument/2006/relationships/image" Target="../media/image498.png"/><Relationship Id="rId128" Type="http://schemas.openxmlformats.org/officeDocument/2006/relationships/customXml" Target="../ink/ink557.xml"/><Relationship Id="rId5" Type="http://schemas.openxmlformats.org/officeDocument/2006/relationships/image" Target="../media/image560.png"/><Relationship Id="rId90" Type="http://schemas.openxmlformats.org/officeDocument/2006/relationships/customXml" Target="../ink/ink538.xml"/><Relationship Id="rId95" Type="http://schemas.openxmlformats.org/officeDocument/2006/relationships/image" Target="../media/image484.png"/><Relationship Id="rId22" Type="http://schemas.openxmlformats.org/officeDocument/2006/relationships/customXml" Target="../ink/ink521.xml"/><Relationship Id="rId64" Type="http://schemas.openxmlformats.org/officeDocument/2006/relationships/customXml" Target="../ink/ink525.xml"/><Relationship Id="rId69" Type="http://schemas.openxmlformats.org/officeDocument/2006/relationships/image" Target="../media/image471.png"/><Relationship Id="rId113" Type="http://schemas.openxmlformats.org/officeDocument/2006/relationships/image" Target="../media/image493.png"/><Relationship Id="rId118" Type="http://schemas.openxmlformats.org/officeDocument/2006/relationships/customXml" Target="../ink/ink552.xml"/><Relationship Id="rId8" Type="http://schemas.openxmlformats.org/officeDocument/2006/relationships/customXml" Target="../ink/ink514.xml"/><Relationship Id="rId72" Type="http://schemas.openxmlformats.org/officeDocument/2006/relationships/customXml" Target="../ink/ink529.xml"/><Relationship Id="rId80" Type="http://schemas.openxmlformats.org/officeDocument/2006/relationships/customXml" Target="../ink/ink533.xml"/><Relationship Id="rId85" Type="http://schemas.openxmlformats.org/officeDocument/2006/relationships/image" Target="../media/image479.png"/><Relationship Id="rId93" Type="http://schemas.openxmlformats.org/officeDocument/2006/relationships/image" Target="../media/image483.png"/><Relationship Id="rId98" Type="http://schemas.openxmlformats.org/officeDocument/2006/relationships/customXml" Target="../ink/ink542.xml"/><Relationship Id="rId121" Type="http://schemas.openxmlformats.org/officeDocument/2006/relationships/image" Target="../media/image497.png"/><Relationship Id="rId3" Type="http://schemas.openxmlformats.org/officeDocument/2006/relationships/image" Target="../media/image550.png"/><Relationship Id="rId12" Type="http://schemas.openxmlformats.org/officeDocument/2006/relationships/customXml" Target="../ink/ink516.xml"/><Relationship Id="rId17" Type="http://schemas.openxmlformats.org/officeDocument/2006/relationships/image" Target="../media/image620.png"/><Relationship Id="rId59" Type="http://schemas.openxmlformats.org/officeDocument/2006/relationships/image" Target="../media/image466.png"/><Relationship Id="rId67" Type="http://schemas.openxmlformats.org/officeDocument/2006/relationships/image" Target="../media/image470.png"/><Relationship Id="rId103" Type="http://schemas.openxmlformats.org/officeDocument/2006/relationships/image" Target="../media/image488.png"/><Relationship Id="rId108" Type="http://schemas.openxmlformats.org/officeDocument/2006/relationships/customXml" Target="../ink/ink547.xml"/><Relationship Id="rId116" Type="http://schemas.openxmlformats.org/officeDocument/2006/relationships/customXml" Target="../ink/ink551.xml"/><Relationship Id="rId124" Type="http://schemas.openxmlformats.org/officeDocument/2006/relationships/customXml" Target="../ink/ink555.xml"/><Relationship Id="rId129" Type="http://schemas.openxmlformats.org/officeDocument/2006/relationships/image" Target="../media/image5.png"/><Relationship Id="rId20" Type="http://schemas.openxmlformats.org/officeDocument/2006/relationships/customXml" Target="../ink/ink520.xml"/><Relationship Id="rId62" Type="http://schemas.openxmlformats.org/officeDocument/2006/relationships/customXml" Target="../ink/ink524.xml"/><Relationship Id="rId70" Type="http://schemas.openxmlformats.org/officeDocument/2006/relationships/customXml" Target="../ink/ink528.xml"/><Relationship Id="rId75" Type="http://schemas.openxmlformats.org/officeDocument/2006/relationships/image" Target="../media/image474.png"/><Relationship Id="rId83" Type="http://schemas.openxmlformats.org/officeDocument/2006/relationships/image" Target="../media/image478.png"/><Relationship Id="rId88" Type="http://schemas.openxmlformats.org/officeDocument/2006/relationships/customXml" Target="../ink/ink537.xml"/><Relationship Id="rId91" Type="http://schemas.openxmlformats.org/officeDocument/2006/relationships/image" Target="../media/image482.png"/><Relationship Id="rId96" Type="http://schemas.openxmlformats.org/officeDocument/2006/relationships/customXml" Target="../ink/ink541.xml"/><Relationship Id="rId111" Type="http://schemas.openxmlformats.org/officeDocument/2006/relationships/image" Target="../media/image492.png"/><Relationship Id="rId1" Type="http://schemas.openxmlformats.org/officeDocument/2006/relationships/slideLayout" Target="../slideLayouts/slideLayout2.xml"/><Relationship Id="rId6" Type="http://schemas.openxmlformats.org/officeDocument/2006/relationships/customXml" Target="../ink/ink513.xml"/><Relationship Id="rId15" Type="http://schemas.openxmlformats.org/officeDocument/2006/relationships/image" Target="../media/image610.png"/><Relationship Id="rId57" Type="http://schemas.openxmlformats.org/officeDocument/2006/relationships/image" Target="../media/image465.png"/><Relationship Id="rId106" Type="http://schemas.openxmlformats.org/officeDocument/2006/relationships/customXml" Target="../ink/ink546.xml"/><Relationship Id="rId114" Type="http://schemas.openxmlformats.org/officeDocument/2006/relationships/customXml" Target="../ink/ink550.xml"/><Relationship Id="rId119" Type="http://schemas.openxmlformats.org/officeDocument/2006/relationships/image" Target="../media/image496.png"/><Relationship Id="rId127" Type="http://schemas.openxmlformats.org/officeDocument/2006/relationships/image" Target="../media/image4.png"/><Relationship Id="rId10" Type="http://schemas.openxmlformats.org/officeDocument/2006/relationships/customXml" Target="../ink/ink515.xml"/><Relationship Id="rId60" Type="http://schemas.openxmlformats.org/officeDocument/2006/relationships/customXml" Target="../ink/ink523.xml"/><Relationship Id="rId65" Type="http://schemas.openxmlformats.org/officeDocument/2006/relationships/image" Target="../media/image469.png"/><Relationship Id="rId73" Type="http://schemas.openxmlformats.org/officeDocument/2006/relationships/image" Target="../media/image473.png"/><Relationship Id="rId78" Type="http://schemas.openxmlformats.org/officeDocument/2006/relationships/customXml" Target="../ink/ink532.xml"/><Relationship Id="rId81" Type="http://schemas.openxmlformats.org/officeDocument/2006/relationships/image" Target="../media/image477.png"/><Relationship Id="rId86" Type="http://schemas.openxmlformats.org/officeDocument/2006/relationships/customXml" Target="../ink/ink536.xml"/><Relationship Id="rId94" Type="http://schemas.openxmlformats.org/officeDocument/2006/relationships/customXml" Target="../ink/ink540.xml"/><Relationship Id="rId99" Type="http://schemas.openxmlformats.org/officeDocument/2006/relationships/image" Target="../media/image486.png"/><Relationship Id="rId101" Type="http://schemas.openxmlformats.org/officeDocument/2006/relationships/image" Target="../media/image487.png"/><Relationship Id="rId122" Type="http://schemas.openxmlformats.org/officeDocument/2006/relationships/customXml" Target="../ink/ink554.xml"/><Relationship Id="rId4" Type="http://schemas.openxmlformats.org/officeDocument/2006/relationships/customXml" Target="../ink/ink512.xml"/><Relationship Id="rId9" Type="http://schemas.openxmlformats.org/officeDocument/2006/relationships/image" Target="../media/image580.png"/><Relationship Id="rId13" Type="http://schemas.openxmlformats.org/officeDocument/2006/relationships/image" Target="../media/image600.png"/><Relationship Id="rId18" Type="http://schemas.openxmlformats.org/officeDocument/2006/relationships/customXml" Target="../ink/ink519.xml"/><Relationship Id="rId109" Type="http://schemas.openxmlformats.org/officeDocument/2006/relationships/image" Target="../media/image491.png"/><Relationship Id="rId76" Type="http://schemas.openxmlformats.org/officeDocument/2006/relationships/customXml" Target="../ink/ink531.xml"/><Relationship Id="rId97" Type="http://schemas.openxmlformats.org/officeDocument/2006/relationships/image" Target="../media/image485.png"/><Relationship Id="rId104" Type="http://schemas.openxmlformats.org/officeDocument/2006/relationships/customXml" Target="../ink/ink545.xml"/><Relationship Id="rId120" Type="http://schemas.openxmlformats.org/officeDocument/2006/relationships/customXml" Target="../ink/ink553.xml"/><Relationship Id="rId125" Type="http://schemas.openxmlformats.org/officeDocument/2006/relationships/image" Target="../media/image499.png"/><Relationship Id="rId7" Type="http://schemas.openxmlformats.org/officeDocument/2006/relationships/image" Target="../media/image570.png"/><Relationship Id="rId71" Type="http://schemas.openxmlformats.org/officeDocument/2006/relationships/image" Target="../media/image472.png"/><Relationship Id="rId92" Type="http://schemas.openxmlformats.org/officeDocument/2006/relationships/customXml" Target="../ink/ink539.xml"/><Relationship Id="rId2" Type="http://schemas.openxmlformats.org/officeDocument/2006/relationships/customXml" Target="../ink/ink511.xml"/><Relationship Id="rId66" Type="http://schemas.openxmlformats.org/officeDocument/2006/relationships/customXml" Target="../ink/ink526.xml"/><Relationship Id="rId87" Type="http://schemas.openxmlformats.org/officeDocument/2006/relationships/image" Target="../media/image480.png"/><Relationship Id="rId110" Type="http://schemas.openxmlformats.org/officeDocument/2006/relationships/customXml" Target="../ink/ink548.xml"/><Relationship Id="rId115" Type="http://schemas.openxmlformats.org/officeDocument/2006/relationships/image" Target="../media/image494.png"/><Relationship Id="rId61" Type="http://schemas.openxmlformats.org/officeDocument/2006/relationships/image" Target="../media/image467.png"/><Relationship Id="rId82" Type="http://schemas.openxmlformats.org/officeDocument/2006/relationships/customXml" Target="../ink/ink534.xml"/><Relationship Id="rId19" Type="http://schemas.openxmlformats.org/officeDocument/2006/relationships/image" Target="../media/image630.png"/><Relationship Id="rId14" Type="http://schemas.openxmlformats.org/officeDocument/2006/relationships/customXml" Target="../ink/ink517.xml"/><Relationship Id="rId77" Type="http://schemas.openxmlformats.org/officeDocument/2006/relationships/image" Target="../media/image475.png"/><Relationship Id="rId100" Type="http://schemas.openxmlformats.org/officeDocument/2006/relationships/customXml" Target="../ink/ink543.xml"/><Relationship Id="rId105" Type="http://schemas.openxmlformats.org/officeDocument/2006/relationships/image" Target="../media/image489.png"/><Relationship Id="rId126" Type="http://schemas.openxmlformats.org/officeDocument/2006/relationships/customXml" Target="../ink/ink556.xml"/></Relationships>
</file>

<file path=ppt/slides/_rels/slide10.xml.rels><?xml version="1.0" encoding="UTF-8" standalone="yes"?>
<Relationships xmlns="http://schemas.openxmlformats.org/package/2006/relationships"><Relationship Id="rId117" Type="http://schemas.openxmlformats.org/officeDocument/2006/relationships/image" Target="../media/image1211.png"/><Relationship Id="rId21" Type="http://schemas.openxmlformats.org/officeDocument/2006/relationships/image" Target="../media/image730.png"/><Relationship Id="rId324" Type="http://schemas.openxmlformats.org/officeDocument/2006/relationships/customXml" Target="../ink/ink718.xml"/><Relationship Id="rId170" Type="http://schemas.openxmlformats.org/officeDocument/2006/relationships/customXml" Target="../ink/ink641.xml"/><Relationship Id="rId268" Type="http://schemas.openxmlformats.org/officeDocument/2006/relationships/customXml" Target="../ink/ink690.xml"/><Relationship Id="rId475" Type="http://schemas.openxmlformats.org/officeDocument/2006/relationships/image" Target="../media/image3000.png"/><Relationship Id="rId32" Type="http://schemas.openxmlformats.org/officeDocument/2006/relationships/customXml" Target="../ink/ink572.xml"/><Relationship Id="rId74" Type="http://schemas.openxmlformats.org/officeDocument/2006/relationships/customXml" Target="../ink/ink593.xml"/><Relationship Id="rId128" Type="http://schemas.openxmlformats.org/officeDocument/2006/relationships/customXml" Target="../ink/ink620.xml"/><Relationship Id="rId335" Type="http://schemas.openxmlformats.org/officeDocument/2006/relationships/image" Target="../media/image2300.png"/><Relationship Id="rId377" Type="http://schemas.openxmlformats.org/officeDocument/2006/relationships/image" Target="../media/image2511.png"/><Relationship Id="rId500" Type="http://schemas.openxmlformats.org/officeDocument/2006/relationships/customXml" Target="../ink/ink806.xml"/><Relationship Id="rId5" Type="http://schemas.openxmlformats.org/officeDocument/2006/relationships/image" Target="../media/image650.png"/><Relationship Id="rId181" Type="http://schemas.openxmlformats.org/officeDocument/2006/relationships/image" Target="../media/image1530.png"/><Relationship Id="rId237" Type="http://schemas.openxmlformats.org/officeDocument/2006/relationships/image" Target="../media/image1811.png"/><Relationship Id="rId402" Type="http://schemas.openxmlformats.org/officeDocument/2006/relationships/customXml" Target="../ink/ink757.xml"/><Relationship Id="rId279" Type="http://schemas.openxmlformats.org/officeDocument/2006/relationships/image" Target="../media/image2020.png"/><Relationship Id="rId444" Type="http://schemas.openxmlformats.org/officeDocument/2006/relationships/customXml" Target="../ink/ink778.xml"/><Relationship Id="rId486" Type="http://schemas.openxmlformats.org/officeDocument/2006/relationships/customXml" Target="../ink/ink799.xml"/><Relationship Id="rId43" Type="http://schemas.openxmlformats.org/officeDocument/2006/relationships/image" Target="../media/image840.png"/><Relationship Id="rId139" Type="http://schemas.openxmlformats.org/officeDocument/2006/relationships/image" Target="../media/image1320.png"/><Relationship Id="rId290" Type="http://schemas.openxmlformats.org/officeDocument/2006/relationships/customXml" Target="../ink/ink701.xml"/><Relationship Id="rId304" Type="http://schemas.openxmlformats.org/officeDocument/2006/relationships/customXml" Target="../ink/ink708.xml"/><Relationship Id="rId346" Type="http://schemas.openxmlformats.org/officeDocument/2006/relationships/customXml" Target="../ink/ink729.xml"/><Relationship Id="rId388" Type="http://schemas.openxmlformats.org/officeDocument/2006/relationships/customXml" Target="../ink/ink750.xml"/><Relationship Id="rId511" Type="http://schemas.openxmlformats.org/officeDocument/2006/relationships/image" Target="../media/image513.png"/><Relationship Id="rId85" Type="http://schemas.openxmlformats.org/officeDocument/2006/relationships/image" Target="../media/image1050.png"/><Relationship Id="rId150" Type="http://schemas.openxmlformats.org/officeDocument/2006/relationships/customXml" Target="../ink/ink631.xml"/><Relationship Id="rId192" Type="http://schemas.openxmlformats.org/officeDocument/2006/relationships/customXml" Target="../ink/ink652.xml"/><Relationship Id="rId206" Type="http://schemas.openxmlformats.org/officeDocument/2006/relationships/customXml" Target="../ink/ink659.xml"/><Relationship Id="rId413" Type="http://schemas.openxmlformats.org/officeDocument/2006/relationships/image" Target="../media/image2690.png"/><Relationship Id="rId248" Type="http://schemas.openxmlformats.org/officeDocument/2006/relationships/customXml" Target="../ink/ink680.xml"/><Relationship Id="rId455" Type="http://schemas.openxmlformats.org/officeDocument/2006/relationships/image" Target="../media/image2900.png"/><Relationship Id="rId497" Type="http://schemas.openxmlformats.org/officeDocument/2006/relationships/image" Target="../media/image506.png"/><Relationship Id="rId12" Type="http://schemas.openxmlformats.org/officeDocument/2006/relationships/customXml" Target="../ink/ink562.xml"/><Relationship Id="rId108" Type="http://schemas.openxmlformats.org/officeDocument/2006/relationships/customXml" Target="../ink/ink610.xml"/><Relationship Id="rId315" Type="http://schemas.openxmlformats.org/officeDocument/2006/relationships/image" Target="../media/image2200.png"/><Relationship Id="rId357" Type="http://schemas.openxmlformats.org/officeDocument/2006/relationships/image" Target="../media/image2411.png"/><Relationship Id="rId54" Type="http://schemas.openxmlformats.org/officeDocument/2006/relationships/customXml" Target="../ink/ink583.xml"/><Relationship Id="rId96" Type="http://schemas.openxmlformats.org/officeDocument/2006/relationships/customXml" Target="../ink/ink604.xml"/><Relationship Id="rId161" Type="http://schemas.openxmlformats.org/officeDocument/2006/relationships/image" Target="../media/image1430.png"/><Relationship Id="rId217" Type="http://schemas.openxmlformats.org/officeDocument/2006/relationships/image" Target="../media/image1711.png"/><Relationship Id="rId399" Type="http://schemas.openxmlformats.org/officeDocument/2006/relationships/image" Target="../media/image2620.png"/><Relationship Id="rId259" Type="http://schemas.openxmlformats.org/officeDocument/2006/relationships/image" Target="../media/image1920.png"/><Relationship Id="rId424" Type="http://schemas.openxmlformats.org/officeDocument/2006/relationships/customXml" Target="../ink/ink768.xml"/><Relationship Id="rId466" Type="http://schemas.openxmlformats.org/officeDocument/2006/relationships/customXml" Target="../ink/ink789.xml"/><Relationship Id="rId23" Type="http://schemas.openxmlformats.org/officeDocument/2006/relationships/image" Target="../media/image740.png"/><Relationship Id="rId119" Type="http://schemas.openxmlformats.org/officeDocument/2006/relationships/image" Target="../media/image1220.png"/><Relationship Id="rId270" Type="http://schemas.openxmlformats.org/officeDocument/2006/relationships/customXml" Target="../ink/ink691.xml"/><Relationship Id="rId326" Type="http://schemas.openxmlformats.org/officeDocument/2006/relationships/customXml" Target="../ink/ink719.xml"/><Relationship Id="rId65" Type="http://schemas.openxmlformats.org/officeDocument/2006/relationships/image" Target="../media/image950.png"/><Relationship Id="rId130" Type="http://schemas.openxmlformats.org/officeDocument/2006/relationships/customXml" Target="../ink/ink621.xml"/><Relationship Id="rId368" Type="http://schemas.openxmlformats.org/officeDocument/2006/relationships/customXml" Target="../ink/ink740.xml"/><Relationship Id="rId172" Type="http://schemas.openxmlformats.org/officeDocument/2006/relationships/customXml" Target="../ink/ink642.xml"/><Relationship Id="rId228" Type="http://schemas.openxmlformats.org/officeDocument/2006/relationships/customXml" Target="../ink/ink670.xml"/><Relationship Id="rId435" Type="http://schemas.openxmlformats.org/officeDocument/2006/relationships/image" Target="../media/image2800.png"/><Relationship Id="rId477" Type="http://schemas.openxmlformats.org/officeDocument/2006/relationships/image" Target="../media/image3011.png"/><Relationship Id="rId281" Type="http://schemas.openxmlformats.org/officeDocument/2006/relationships/image" Target="../media/image2030.png"/><Relationship Id="rId337" Type="http://schemas.openxmlformats.org/officeDocument/2006/relationships/image" Target="../media/image2311.png"/><Relationship Id="rId502" Type="http://schemas.openxmlformats.org/officeDocument/2006/relationships/customXml" Target="../ink/ink807.xml"/><Relationship Id="rId34" Type="http://schemas.openxmlformats.org/officeDocument/2006/relationships/customXml" Target="../ink/ink573.xml"/><Relationship Id="rId76" Type="http://schemas.openxmlformats.org/officeDocument/2006/relationships/customXml" Target="../ink/ink594.xml"/><Relationship Id="rId141" Type="http://schemas.openxmlformats.org/officeDocument/2006/relationships/image" Target="../media/image1330.png"/><Relationship Id="rId379" Type="http://schemas.openxmlformats.org/officeDocument/2006/relationships/image" Target="../media/image2520.png"/><Relationship Id="rId7" Type="http://schemas.openxmlformats.org/officeDocument/2006/relationships/image" Target="../media/image660.png"/><Relationship Id="rId183" Type="http://schemas.openxmlformats.org/officeDocument/2006/relationships/image" Target="../media/image1540.png"/><Relationship Id="rId239" Type="http://schemas.openxmlformats.org/officeDocument/2006/relationships/image" Target="../media/image1820.png"/><Relationship Id="rId390" Type="http://schemas.openxmlformats.org/officeDocument/2006/relationships/customXml" Target="../ink/ink751.xml"/><Relationship Id="rId404" Type="http://schemas.openxmlformats.org/officeDocument/2006/relationships/customXml" Target="../ink/ink758.xml"/><Relationship Id="rId446" Type="http://schemas.openxmlformats.org/officeDocument/2006/relationships/customXml" Target="../ink/ink779.xml"/><Relationship Id="rId250" Type="http://schemas.openxmlformats.org/officeDocument/2006/relationships/customXml" Target="../ink/ink681.xml"/><Relationship Id="rId292" Type="http://schemas.openxmlformats.org/officeDocument/2006/relationships/customXml" Target="../ink/ink702.xml"/><Relationship Id="rId306" Type="http://schemas.openxmlformats.org/officeDocument/2006/relationships/customXml" Target="../ink/ink709.xml"/><Relationship Id="rId488" Type="http://schemas.openxmlformats.org/officeDocument/2006/relationships/customXml" Target="../ink/ink800.xml"/><Relationship Id="rId45" Type="http://schemas.openxmlformats.org/officeDocument/2006/relationships/image" Target="../media/image850.png"/><Relationship Id="rId87" Type="http://schemas.openxmlformats.org/officeDocument/2006/relationships/image" Target="../media/image1060.png"/><Relationship Id="rId110" Type="http://schemas.openxmlformats.org/officeDocument/2006/relationships/customXml" Target="../ink/ink611.xml"/><Relationship Id="rId348" Type="http://schemas.openxmlformats.org/officeDocument/2006/relationships/customXml" Target="../ink/ink730.xml"/><Relationship Id="rId513" Type="http://schemas.openxmlformats.org/officeDocument/2006/relationships/image" Target="../media/image514.png"/><Relationship Id="rId152" Type="http://schemas.openxmlformats.org/officeDocument/2006/relationships/customXml" Target="../ink/ink632.xml"/><Relationship Id="rId194" Type="http://schemas.openxmlformats.org/officeDocument/2006/relationships/customXml" Target="../ink/ink653.xml"/><Relationship Id="rId208" Type="http://schemas.openxmlformats.org/officeDocument/2006/relationships/customXml" Target="../ink/ink660.xml"/><Relationship Id="rId415" Type="http://schemas.openxmlformats.org/officeDocument/2006/relationships/image" Target="../media/image2700.png"/><Relationship Id="rId457" Type="http://schemas.openxmlformats.org/officeDocument/2006/relationships/image" Target="../media/image2911.png"/><Relationship Id="rId261" Type="http://schemas.openxmlformats.org/officeDocument/2006/relationships/image" Target="../media/image1930.png"/><Relationship Id="rId499" Type="http://schemas.openxmlformats.org/officeDocument/2006/relationships/image" Target="../media/image507.png"/><Relationship Id="rId14" Type="http://schemas.openxmlformats.org/officeDocument/2006/relationships/customXml" Target="../ink/ink563.xml"/><Relationship Id="rId56" Type="http://schemas.openxmlformats.org/officeDocument/2006/relationships/customXml" Target="../ink/ink584.xml"/><Relationship Id="rId317" Type="http://schemas.openxmlformats.org/officeDocument/2006/relationships/image" Target="../media/image2211.png"/><Relationship Id="rId359" Type="http://schemas.openxmlformats.org/officeDocument/2006/relationships/image" Target="../media/image2420.png"/><Relationship Id="rId98" Type="http://schemas.openxmlformats.org/officeDocument/2006/relationships/customXml" Target="../ink/ink605.xml"/><Relationship Id="rId121" Type="http://schemas.openxmlformats.org/officeDocument/2006/relationships/image" Target="../media/image1230.png"/><Relationship Id="rId163" Type="http://schemas.openxmlformats.org/officeDocument/2006/relationships/image" Target="../media/image1440.png"/><Relationship Id="rId219" Type="http://schemas.openxmlformats.org/officeDocument/2006/relationships/image" Target="../media/image1720.png"/><Relationship Id="rId370" Type="http://schemas.openxmlformats.org/officeDocument/2006/relationships/customXml" Target="../ink/ink741.xml"/><Relationship Id="rId426" Type="http://schemas.openxmlformats.org/officeDocument/2006/relationships/customXml" Target="../ink/ink769.xml"/><Relationship Id="rId230" Type="http://schemas.openxmlformats.org/officeDocument/2006/relationships/customXml" Target="../ink/ink671.xml"/><Relationship Id="rId468" Type="http://schemas.openxmlformats.org/officeDocument/2006/relationships/customXml" Target="../ink/ink790.xml"/><Relationship Id="rId25" Type="http://schemas.openxmlformats.org/officeDocument/2006/relationships/image" Target="../media/image750.png"/><Relationship Id="rId67" Type="http://schemas.openxmlformats.org/officeDocument/2006/relationships/image" Target="../media/image960.png"/><Relationship Id="rId272" Type="http://schemas.openxmlformats.org/officeDocument/2006/relationships/customXml" Target="../ink/ink692.xml"/><Relationship Id="rId328" Type="http://schemas.openxmlformats.org/officeDocument/2006/relationships/customXml" Target="../ink/ink720.xml"/><Relationship Id="rId132" Type="http://schemas.openxmlformats.org/officeDocument/2006/relationships/customXml" Target="../ink/ink622.xml"/><Relationship Id="rId174" Type="http://schemas.openxmlformats.org/officeDocument/2006/relationships/customXml" Target="../ink/ink643.xml"/><Relationship Id="rId381" Type="http://schemas.openxmlformats.org/officeDocument/2006/relationships/image" Target="../media/image2530.png"/><Relationship Id="rId241" Type="http://schemas.openxmlformats.org/officeDocument/2006/relationships/image" Target="../media/image1830.png"/><Relationship Id="rId437" Type="http://schemas.openxmlformats.org/officeDocument/2006/relationships/image" Target="../media/image2811.png"/><Relationship Id="rId479" Type="http://schemas.openxmlformats.org/officeDocument/2006/relationships/image" Target="../media/image3020.png"/><Relationship Id="rId36" Type="http://schemas.openxmlformats.org/officeDocument/2006/relationships/customXml" Target="../ink/ink574.xml"/><Relationship Id="rId283" Type="http://schemas.openxmlformats.org/officeDocument/2006/relationships/image" Target="../media/image2040.png"/><Relationship Id="rId339" Type="http://schemas.openxmlformats.org/officeDocument/2006/relationships/image" Target="../media/image2320.png"/><Relationship Id="rId490" Type="http://schemas.openxmlformats.org/officeDocument/2006/relationships/customXml" Target="../ink/ink801.xml"/><Relationship Id="rId504" Type="http://schemas.openxmlformats.org/officeDocument/2006/relationships/customXml" Target="../ink/ink808.xml"/><Relationship Id="rId78" Type="http://schemas.openxmlformats.org/officeDocument/2006/relationships/customXml" Target="../ink/ink595.xml"/><Relationship Id="rId101" Type="http://schemas.openxmlformats.org/officeDocument/2006/relationships/image" Target="../media/image1130.png"/><Relationship Id="rId143" Type="http://schemas.openxmlformats.org/officeDocument/2006/relationships/image" Target="../media/image1340.png"/><Relationship Id="rId185" Type="http://schemas.openxmlformats.org/officeDocument/2006/relationships/image" Target="../media/image1550.png"/><Relationship Id="rId350" Type="http://schemas.openxmlformats.org/officeDocument/2006/relationships/customXml" Target="../ink/ink731.xml"/><Relationship Id="rId406" Type="http://schemas.openxmlformats.org/officeDocument/2006/relationships/customXml" Target="../ink/ink759.xml"/><Relationship Id="rId9" Type="http://schemas.openxmlformats.org/officeDocument/2006/relationships/image" Target="../media/image670.png"/><Relationship Id="rId210" Type="http://schemas.openxmlformats.org/officeDocument/2006/relationships/customXml" Target="../ink/ink661.xml"/><Relationship Id="rId392" Type="http://schemas.openxmlformats.org/officeDocument/2006/relationships/customXml" Target="../ink/ink752.xml"/><Relationship Id="rId448" Type="http://schemas.openxmlformats.org/officeDocument/2006/relationships/customXml" Target="../ink/ink780.xml"/><Relationship Id="rId252" Type="http://schemas.openxmlformats.org/officeDocument/2006/relationships/customXml" Target="../ink/ink682.xml"/><Relationship Id="rId294" Type="http://schemas.openxmlformats.org/officeDocument/2006/relationships/customXml" Target="../ink/ink703.xml"/><Relationship Id="rId308" Type="http://schemas.openxmlformats.org/officeDocument/2006/relationships/customXml" Target="../ink/ink710.xml"/><Relationship Id="rId515" Type="http://schemas.openxmlformats.org/officeDocument/2006/relationships/image" Target="../media/image515.png"/><Relationship Id="rId47" Type="http://schemas.openxmlformats.org/officeDocument/2006/relationships/image" Target="../media/image860.png"/><Relationship Id="rId89" Type="http://schemas.openxmlformats.org/officeDocument/2006/relationships/image" Target="../media/image1070.png"/><Relationship Id="rId112" Type="http://schemas.openxmlformats.org/officeDocument/2006/relationships/customXml" Target="../ink/ink612.xml"/><Relationship Id="rId154" Type="http://schemas.openxmlformats.org/officeDocument/2006/relationships/customXml" Target="../ink/ink633.xml"/><Relationship Id="rId361" Type="http://schemas.openxmlformats.org/officeDocument/2006/relationships/image" Target="../media/image2430.png"/><Relationship Id="rId196" Type="http://schemas.openxmlformats.org/officeDocument/2006/relationships/customXml" Target="../ink/ink654.xml"/><Relationship Id="rId417" Type="http://schemas.openxmlformats.org/officeDocument/2006/relationships/image" Target="../media/image2711.png"/><Relationship Id="rId459" Type="http://schemas.openxmlformats.org/officeDocument/2006/relationships/image" Target="../media/image2920.png"/><Relationship Id="rId16" Type="http://schemas.openxmlformats.org/officeDocument/2006/relationships/customXml" Target="../ink/ink564.xml"/><Relationship Id="rId221" Type="http://schemas.openxmlformats.org/officeDocument/2006/relationships/image" Target="../media/image1730.png"/><Relationship Id="rId263" Type="http://schemas.openxmlformats.org/officeDocument/2006/relationships/image" Target="../media/image1940.png"/><Relationship Id="rId319" Type="http://schemas.openxmlformats.org/officeDocument/2006/relationships/image" Target="../media/image2220.png"/><Relationship Id="rId470" Type="http://schemas.openxmlformats.org/officeDocument/2006/relationships/customXml" Target="../ink/ink791.xml"/><Relationship Id="rId58" Type="http://schemas.openxmlformats.org/officeDocument/2006/relationships/customXml" Target="../ink/ink585.xml"/><Relationship Id="rId123" Type="http://schemas.openxmlformats.org/officeDocument/2006/relationships/image" Target="../media/image1240.png"/><Relationship Id="rId330" Type="http://schemas.openxmlformats.org/officeDocument/2006/relationships/customXml" Target="../ink/ink721.xml"/><Relationship Id="rId165" Type="http://schemas.openxmlformats.org/officeDocument/2006/relationships/image" Target="../media/image1450.png"/><Relationship Id="rId372" Type="http://schemas.openxmlformats.org/officeDocument/2006/relationships/customXml" Target="../ink/ink742.xml"/><Relationship Id="rId428" Type="http://schemas.openxmlformats.org/officeDocument/2006/relationships/customXml" Target="../ink/ink770.xml"/><Relationship Id="rId232" Type="http://schemas.openxmlformats.org/officeDocument/2006/relationships/customXml" Target="../ink/ink672.xml"/><Relationship Id="rId274" Type="http://schemas.openxmlformats.org/officeDocument/2006/relationships/customXml" Target="../ink/ink693.xml"/><Relationship Id="rId481" Type="http://schemas.openxmlformats.org/officeDocument/2006/relationships/image" Target="../media/image3030.png"/><Relationship Id="rId27" Type="http://schemas.openxmlformats.org/officeDocument/2006/relationships/image" Target="../media/image760.png"/><Relationship Id="rId69" Type="http://schemas.openxmlformats.org/officeDocument/2006/relationships/image" Target="../media/image970.png"/><Relationship Id="rId134" Type="http://schemas.openxmlformats.org/officeDocument/2006/relationships/customXml" Target="../ink/ink623.xml"/><Relationship Id="rId80" Type="http://schemas.openxmlformats.org/officeDocument/2006/relationships/customXml" Target="../ink/ink596.xml"/><Relationship Id="rId176" Type="http://schemas.openxmlformats.org/officeDocument/2006/relationships/customXml" Target="../ink/ink644.xml"/><Relationship Id="rId341" Type="http://schemas.openxmlformats.org/officeDocument/2006/relationships/image" Target="../media/image2330.png"/><Relationship Id="rId383" Type="http://schemas.openxmlformats.org/officeDocument/2006/relationships/image" Target="../media/image2540.png"/><Relationship Id="rId439" Type="http://schemas.openxmlformats.org/officeDocument/2006/relationships/image" Target="../media/image2820.png"/><Relationship Id="rId201" Type="http://schemas.openxmlformats.org/officeDocument/2006/relationships/image" Target="../media/image1630.png"/><Relationship Id="rId243" Type="http://schemas.openxmlformats.org/officeDocument/2006/relationships/image" Target="../media/image1840.png"/><Relationship Id="rId285" Type="http://schemas.openxmlformats.org/officeDocument/2006/relationships/image" Target="../media/image2050.png"/><Relationship Id="rId450" Type="http://schemas.openxmlformats.org/officeDocument/2006/relationships/customXml" Target="../ink/ink781.xml"/><Relationship Id="rId506" Type="http://schemas.openxmlformats.org/officeDocument/2006/relationships/customXml" Target="../ink/ink809.xml"/><Relationship Id="rId38" Type="http://schemas.openxmlformats.org/officeDocument/2006/relationships/customXml" Target="../ink/ink575.xml"/><Relationship Id="rId103" Type="http://schemas.openxmlformats.org/officeDocument/2006/relationships/image" Target="../media/image1140.png"/><Relationship Id="rId310" Type="http://schemas.openxmlformats.org/officeDocument/2006/relationships/customXml" Target="../ink/ink711.xml"/><Relationship Id="rId492" Type="http://schemas.openxmlformats.org/officeDocument/2006/relationships/customXml" Target="../ink/ink802.xml"/><Relationship Id="rId91" Type="http://schemas.openxmlformats.org/officeDocument/2006/relationships/image" Target="../media/image1080.png"/><Relationship Id="rId145" Type="http://schemas.openxmlformats.org/officeDocument/2006/relationships/image" Target="../media/image1350.png"/><Relationship Id="rId187" Type="http://schemas.openxmlformats.org/officeDocument/2006/relationships/image" Target="../media/image1560.png"/><Relationship Id="rId352" Type="http://schemas.openxmlformats.org/officeDocument/2006/relationships/customXml" Target="../ink/ink732.xml"/><Relationship Id="rId394" Type="http://schemas.openxmlformats.org/officeDocument/2006/relationships/customXml" Target="../ink/ink753.xml"/><Relationship Id="rId408" Type="http://schemas.openxmlformats.org/officeDocument/2006/relationships/customXml" Target="../ink/ink760.xml"/><Relationship Id="rId212" Type="http://schemas.openxmlformats.org/officeDocument/2006/relationships/customXml" Target="../ink/ink662.xml"/><Relationship Id="rId254" Type="http://schemas.openxmlformats.org/officeDocument/2006/relationships/customXml" Target="../ink/ink683.xml"/><Relationship Id="rId49" Type="http://schemas.openxmlformats.org/officeDocument/2006/relationships/image" Target="../media/image870.png"/><Relationship Id="rId114" Type="http://schemas.openxmlformats.org/officeDocument/2006/relationships/customXml" Target="../ink/ink613.xml"/><Relationship Id="rId296" Type="http://schemas.openxmlformats.org/officeDocument/2006/relationships/customXml" Target="../ink/ink704.xml"/><Relationship Id="rId461" Type="http://schemas.openxmlformats.org/officeDocument/2006/relationships/image" Target="../media/image2930.png"/><Relationship Id="rId517" Type="http://schemas.openxmlformats.org/officeDocument/2006/relationships/image" Target="../media/image516.png"/><Relationship Id="rId60" Type="http://schemas.openxmlformats.org/officeDocument/2006/relationships/customXml" Target="../ink/ink586.xml"/><Relationship Id="rId156" Type="http://schemas.openxmlformats.org/officeDocument/2006/relationships/customXml" Target="../ink/ink634.xml"/><Relationship Id="rId198" Type="http://schemas.openxmlformats.org/officeDocument/2006/relationships/customXml" Target="../ink/ink655.xml"/><Relationship Id="rId321" Type="http://schemas.openxmlformats.org/officeDocument/2006/relationships/image" Target="../media/image2230.png"/><Relationship Id="rId363" Type="http://schemas.openxmlformats.org/officeDocument/2006/relationships/image" Target="../media/image2440.png"/><Relationship Id="rId419" Type="http://schemas.openxmlformats.org/officeDocument/2006/relationships/image" Target="../media/image2720.png"/><Relationship Id="rId223" Type="http://schemas.openxmlformats.org/officeDocument/2006/relationships/image" Target="../media/image1740.png"/><Relationship Id="rId430" Type="http://schemas.openxmlformats.org/officeDocument/2006/relationships/customXml" Target="../ink/ink771.xml"/><Relationship Id="rId18" Type="http://schemas.openxmlformats.org/officeDocument/2006/relationships/customXml" Target="../ink/ink565.xml"/><Relationship Id="rId265" Type="http://schemas.openxmlformats.org/officeDocument/2006/relationships/image" Target="../media/image1950.png"/><Relationship Id="rId472" Type="http://schemas.openxmlformats.org/officeDocument/2006/relationships/customXml" Target="../ink/ink792.xml"/><Relationship Id="rId125" Type="http://schemas.openxmlformats.org/officeDocument/2006/relationships/image" Target="../media/image1250.png"/><Relationship Id="rId167" Type="http://schemas.openxmlformats.org/officeDocument/2006/relationships/image" Target="../media/image1460.png"/><Relationship Id="rId332" Type="http://schemas.openxmlformats.org/officeDocument/2006/relationships/customXml" Target="../ink/ink722.xml"/><Relationship Id="rId374" Type="http://schemas.openxmlformats.org/officeDocument/2006/relationships/customXml" Target="../ink/ink743.xml"/><Relationship Id="rId71" Type="http://schemas.openxmlformats.org/officeDocument/2006/relationships/image" Target="../media/image980.png"/><Relationship Id="rId234" Type="http://schemas.openxmlformats.org/officeDocument/2006/relationships/customXml" Target="../ink/ink673.xml"/><Relationship Id="rId2" Type="http://schemas.openxmlformats.org/officeDocument/2006/relationships/notesSlide" Target="../notesSlides/notesSlide1.xml"/><Relationship Id="rId29" Type="http://schemas.openxmlformats.org/officeDocument/2006/relationships/image" Target="../media/image770.png"/><Relationship Id="rId276" Type="http://schemas.openxmlformats.org/officeDocument/2006/relationships/customXml" Target="../ink/ink694.xml"/><Relationship Id="rId441" Type="http://schemas.openxmlformats.org/officeDocument/2006/relationships/image" Target="../media/image2830.png"/><Relationship Id="rId483" Type="http://schemas.openxmlformats.org/officeDocument/2006/relationships/image" Target="../media/image3040.png"/><Relationship Id="rId40" Type="http://schemas.openxmlformats.org/officeDocument/2006/relationships/customXml" Target="../ink/ink576.xml"/><Relationship Id="rId136" Type="http://schemas.openxmlformats.org/officeDocument/2006/relationships/customXml" Target="../ink/ink624.xml"/><Relationship Id="rId178" Type="http://schemas.openxmlformats.org/officeDocument/2006/relationships/customXml" Target="../ink/ink645.xml"/><Relationship Id="rId301" Type="http://schemas.openxmlformats.org/officeDocument/2006/relationships/image" Target="../media/image2130.png"/><Relationship Id="rId343" Type="http://schemas.openxmlformats.org/officeDocument/2006/relationships/image" Target="../media/image2340.png"/><Relationship Id="rId82" Type="http://schemas.openxmlformats.org/officeDocument/2006/relationships/customXml" Target="../ink/ink597.xml"/><Relationship Id="rId203" Type="http://schemas.openxmlformats.org/officeDocument/2006/relationships/image" Target="../media/image1640.png"/><Relationship Id="rId385" Type="http://schemas.openxmlformats.org/officeDocument/2006/relationships/image" Target="../media/image2550.png"/><Relationship Id="rId245" Type="http://schemas.openxmlformats.org/officeDocument/2006/relationships/image" Target="../media/image1850.png"/><Relationship Id="rId287" Type="http://schemas.openxmlformats.org/officeDocument/2006/relationships/image" Target="../media/image2060.png"/><Relationship Id="rId410" Type="http://schemas.openxmlformats.org/officeDocument/2006/relationships/customXml" Target="../ink/ink761.xml"/><Relationship Id="rId452" Type="http://schemas.openxmlformats.org/officeDocument/2006/relationships/customXml" Target="../ink/ink782.xml"/><Relationship Id="rId494" Type="http://schemas.openxmlformats.org/officeDocument/2006/relationships/customXml" Target="../ink/ink803.xml"/><Relationship Id="rId508" Type="http://schemas.openxmlformats.org/officeDocument/2006/relationships/customXml" Target="../ink/ink810.xml"/><Relationship Id="rId105" Type="http://schemas.openxmlformats.org/officeDocument/2006/relationships/image" Target="../media/image1150.png"/><Relationship Id="rId147" Type="http://schemas.openxmlformats.org/officeDocument/2006/relationships/image" Target="../media/image1360.png"/><Relationship Id="rId312" Type="http://schemas.openxmlformats.org/officeDocument/2006/relationships/customXml" Target="../ink/ink712.xml"/><Relationship Id="rId354" Type="http://schemas.openxmlformats.org/officeDocument/2006/relationships/customXml" Target="../ink/ink733.xml"/><Relationship Id="rId51" Type="http://schemas.openxmlformats.org/officeDocument/2006/relationships/image" Target="../media/image880.png"/><Relationship Id="rId93" Type="http://schemas.openxmlformats.org/officeDocument/2006/relationships/image" Target="../media/image1090.png"/><Relationship Id="rId189" Type="http://schemas.openxmlformats.org/officeDocument/2006/relationships/image" Target="../media/image1570.png"/><Relationship Id="rId396" Type="http://schemas.openxmlformats.org/officeDocument/2006/relationships/customXml" Target="../ink/ink754.xml"/><Relationship Id="rId214" Type="http://schemas.openxmlformats.org/officeDocument/2006/relationships/customXml" Target="../ink/ink663.xml"/><Relationship Id="rId256" Type="http://schemas.openxmlformats.org/officeDocument/2006/relationships/customXml" Target="../ink/ink684.xml"/><Relationship Id="rId298" Type="http://schemas.openxmlformats.org/officeDocument/2006/relationships/customXml" Target="../ink/ink705.xml"/><Relationship Id="rId421" Type="http://schemas.openxmlformats.org/officeDocument/2006/relationships/image" Target="../media/image2730.png"/><Relationship Id="rId463" Type="http://schemas.openxmlformats.org/officeDocument/2006/relationships/image" Target="../media/image2940.png"/><Relationship Id="rId519" Type="http://schemas.openxmlformats.org/officeDocument/2006/relationships/image" Target="../media/image517.png"/><Relationship Id="rId116" Type="http://schemas.openxmlformats.org/officeDocument/2006/relationships/customXml" Target="../ink/ink614.xml"/><Relationship Id="rId158" Type="http://schemas.openxmlformats.org/officeDocument/2006/relationships/customXml" Target="../ink/ink635.xml"/><Relationship Id="rId323" Type="http://schemas.openxmlformats.org/officeDocument/2006/relationships/image" Target="../media/image2240.png"/><Relationship Id="rId20" Type="http://schemas.openxmlformats.org/officeDocument/2006/relationships/customXml" Target="../ink/ink566.xml"/><Relationship Id="rId62" Type="http://schemas.openxmlformats.org/officeDocument/2006/relationships/customXml" Target="../ink/ink587.xml"/><Relationship Id="rId365" Type="http://schemas.openxmlformats.org/officeDocument/2006/relationships/image" Target="../media/image2450.png"/><Relationship Id="rId225" Type="http://schemas.openxmlformats.org/officeDocument/2006/relationships/image" Target="../media/image1750.png"/><Relationship Id="rId267" Type="http://schemas.openxmlformats.org/officeDocument/2006/relationships/image" Target="../media/image1960.png"/><Relationship Id="rId432" Type="http://schemas.openxmlformats.org/officeDocument/2006/relationships/customXml" Target="../ink/ink772.xml"/><Relationship Id="rId474" Type="http://schemas.openxmlformats.org/officeDocument/2006/relationships/customXml" Target="../ink/ink793.xml"/><Relationship Id="rId127" Type="http://schemas.openxmlformats.org/officeDocument/2006/relationships/image" Target="../media/image1260.png"/><Relationship Id="rId31" Type="http://schemas.openxmlformats.org/officeDocument/2006/relationships/image" Target="../media/image780.png"/><Relationship Id="rId73" Type="http://schemas.openxmlformats.org/officeDocument/2006/relationships/image" Target="../media/image990.png"/><Relationship Id="rId169" Type="http://schemas.openxmlformats.org/officeDocument/2006/relationships/image" Target="../media/image1470.png"/><Relationship Id="rId334" Type="http://schemas.openxmlformats.org/officeDocument/2006/relationships/customXml" Target="../ink/ink723.xml"/><Relationship Id="rId376" Type="http://schemas.openxmlformats.org/officeDocument/2006/relationships/customXml" Target="../ink/ink744.xml"/><Relationship Id="rId4" Type="http://schemas.openxmlformats.org/officeDocument/2006/relationships/customXml" Target="../ink/ink558.xml"/><Relationship Id="rId180" Type="http://schemas.openxmlformats.org/officeDocument/2006/relationships/customXml" Target="../ink/ink646.xml"/><Relationship Id="rId236" Type="http://schemas.openxmlformats.org/officeDocument/2006/relationships/customXml" Target="../ink/ink674.xml"/><Relationship Id="rId278" Type="http://schemas.openxmlformats.org/officeDocument/2006/relationships/customXml" Target="../ink/ink695.xml"/><Relationship Id="rId401" Type="http://schemas.openxmlformats.org/officeDocument/2006/relationships/image" Target="../media/image2630.png"/><Relationship Id="rId443" Type="http://schemas.openxmlformats.org/officeDocument/2006/relationships/image" Target="../media/image2840.png"/><Relationship Id="rId303" Type="http://schemas.openxmlformats.org/officeDocument/2006/relationships/image" Target="../media/image2140.png"/><Relationship Id="rId485" Type="http://schemas.openxmlformats.org/officeDocument/2006/relationships/image" Target="../media/image500.png"/><Relationship Id="rId42" Type="http://schemas.openxmlformats.org/officeDocument/2006/relationships/customXml" Target="../ink/ink577.xml"/><Relationship Id="rId84" Type="http://schemas.openxmlformats.org/officeDocument/2006/relationships/customXml" Target="../ink/ink598.xml"/><Relationship Id="rId138" Type="http://schemas.openxmlformats.org/officeDocument/2006/relationships/customXml" Target="../ink/ink625.xml"/><Relationship Id="rId345" Type="http://schemas.openxmlformats.org/officeDocument/2006/relationships/image" Target="../media/image2350.png"/><Relationship Id="rId387" Type="http://schemas.openxmlformats.org/officeDocument/2006/relationships/image" Target="../media/image2560.png"/><Relationship Id="rId510" Type="http://schemas.openxmlformats.org/officeDocument/2006/relationships/customXml" Target="../ink/ink811.xml"/><Relationship Id="rId191" Type="http://schemas.openxmlformats.org/officeDocument/2006/relationships/image" Target="../media/image1580.png"/><Relationship Id="rId205" Type="http://schemas.openxmlformats.org/officeDocument/2006/relationships/image" Target="../media/image1650.png"/><Relationship Id="rId247" Type="http://schemas.openxmlformats.org/officeDocument/2006/relationships/image" Target="../media/image1860.png"/><Relationship Id="rId412" Type="http://schemas.openxmlformats.org/officeDocument/2006/relationships/customXml" Target="../ink/ink762.xml"/><Relationship Id="rId107" Type="http://schemas.openxmlformats.org/officeDocument/2006/relationships/image" Target="../media/image1160.png"/><Relationship Id="rId289" Type="http://schemas.openxmlformats.org/officeDocument/2006/relationships/image" Target="../media/image2070.png"/><Relationship Id="rId454" Type="http://schemas.openxmlformats.org/officeDocument/2006/relationships/customXml" Target="../ink/ink783.xml"/><Relationship Id="rId496" Type="http://schemas.openxmlformats.org/officeDocument/2006/relationships/customXml" Target="../ink/ink804.xml"/><Relationship Id="rId11" Type="http://schemas.openxmlformats.org/officeDocument/2006/relationships/image" Target="../media/image680.png"/><Relationship Id="rId53" Type="http://schemas.openxmlformats.org/officeDocument/2006/relationships/image" Target="../media/image890.png"/><Relationship Id="rId149" Type="http://schemas.openxmlformats.org/officeDocument/2006/relationships/image" Target="../media/image1370.png"/><Relationship Id="rId314" Type="http://schemas.openxmlformats.org/officeDocument/2006/relationships/customXml" Target="../ink/ink713.xml"/><Relationship Id="rId356" Type="http://schemas.openxmlformats.org/officeDocument/2006/relationships/customXml" Target="../ink/ink734.xml"/><Relationship Id="rId398" Type="http://schemas.openxmlformats.org/officeDocument/2006/relationships/customXml" Target="../ink/ink755.xml"/><Relationship Id="rId521" Type="http://schemas.openxmlformats.org/officeDocument/2006/relationships/image" Target="../media/image518.png"/><Relationship Id="rId95" Type="http://schemas.openxmlformats.org/officeDocument/2006/relationships/image" Target="../media/image1100.png"/><Relationship Id="rId160" Type="http://schemas.openxmlformats.org/officeDocument/2006/relationships/customXml" Target="../ink/ink636.xml"/><Relationship Id="rId216" Type="http://schemas.openxmlformats.org/officeDocument/2006/relationships/customXml" Target="../ink/ink664.xml"/><Relationship Id="rId423" Type="http://schemas.openxmlformats.org/officeDocument/2006/relationships/image" Target="../media/image2740.png"/><Relationship Id="rId258" Type="http://schemas.openxmlformats.org/officeDocument/2006/relationships/customXml" Target="../ink/ink685.xml"/><Relationship Id="rId465" Type="http://schemas.openxmlformats.org/officeDocument/2006/relationships/image" Target="../media/image2950.png"/><Relationship Id="rId22" Type="http://schemas.openxmlformats.org/officeDocument/2006/relationships/customXml" Target="../ink/ink567.xml"/><Relationship Id="rId64" Type="http://schemas.openxmlformats.org/officeDocument/2006/relationships/customXml" Target="../ink/ink588.xml"/><Relationship Id="rId118" Type="http://schemas.openxmlformats.org/officeDocument/2006/relationships/customXml" Target="../ink/ink615.xml"/><Relationship Id="rId325" Type="http://schemas.openxmlformats.org/officeDocument/2006/relationships/image" Target="../media/image2250.png"/><Relationship Id="rId367" Type="http://schemas.openxmlformats.org/officeDocument/2006/relationships/image" Target="../media/image2460.png"/><Relationship Id="rId171" Type="http://schemas.openxmlformats.org/officeDocument/2006/relationships/image" Target="../media/image1480.png"/><Relationship Id="rId227" Type="http://schemas.openxmlformats.org/officeDocument/2006/relationships/image" Target="../media/image1760.png"/><Relationship Id="rId269" Type="http://schemas.openxmlformats.org/officeDocument/2006/relationships/image" Target="../media/image1970.png"/><Relationship Id="rId434" Type="http://schemas.openxmlformats.org/officeDocument/2006/relationships/customXml" Target="../ink/ink773.xml"/><Relationship Id="rId476" Type="http://schemas.openxmlformats.org/officeDocument/2006/relationships/customXml" Target="../ink/ink794.xml"/><Relationship Id="rId33" Type="http://schemas.openxmlformats.org/officeDocument/2006/relationships/image" Target="../media/image790.png"/><Relationship Id="rId129" Type="http://schemas.openxmlformats.org/officeDocument/2006/relationships/image" Target="../media/image1270.png"/><Relationship Id="rId280" Type="http://schemas.openxmlformats.org/officeDocument/2006/relationships/customXml" Target="../ink/ink696.xml"/><Relationship Id="rId336" Type="http://schemas.openxmlformats.org/officeDocument/2006/relationships/customXml" Target="../ink/ink724.xml"/><Relationship Id="rId501" Type="http://schemas.openxmlformats.org/officeDocument/2006/relationships/image" Target="../media/image508.png"/><Relationship Id="rId75" Type="http://schemas.openxmlformats.org/officeDocument/2006/relationships/image" Target="../media/image1000.png"/><Relationship Id="rId140" Type="http://schemas.openxmlformats.org/officeDocument/2006/relationships/customXml" Target="../ink/ink626.xml"/><Relationship Id="rId182" Type="http://schemas.openxmlformats.org/officeDocument/2006/relationships/customXml" Target="../ink/ink647.xml"/><Relationship Id="rId378" Type="http://schemas.openxmlformats.org/officeDocument/2006/relationships/customXml" Target="../ink/ink745.xml"/><Relationship Id="rId403" Type="http://schemas.openxmlformats.org/officeDocument/2006/relationships/image" Target="../media/image2640.png"/><Relationship Id="rId6" Type="http://schemas.openxmlformats.org/officeDocument/2006/relationships/customXml" Target="../ink/ink559.xml"/><Relationship Id="rId238" Type="http://schemas.openxmlformats.org/officeDocument/2006/relationships/customXml" Target="../ink/ink675.xml"/><Relationship Id="rId445" Type="http://schemas.openxmlformats.org/officeDocument/2006/relationships/image" Target="../media/image2850.png"/><Relationship Id="rId487" Type="http://schemas.openxmlformats.org/officeDocument/2006/relationships/image" Target="../media/image501.png"/><Relationship Id="rId291" Type="http://schemas.openxmlformats.org/officeDocument/2006/relationships/image" Target="../media/image2080.png"/><Relationship Id="rId305" Type="http://schemas.openxmlformats.org/officeDocument/2006/relationships/image" Target="../media/image2150.png"/><Relationship Id="rId347" Type="http://schemas.openxmlformats.org/officeDocument/2006/relationships/image" Target="../media/image2360.png"/><Relationship Id="rId512" Type="http://schemas.openxmlformats.org/officeDocument/2006/relationships/customXml" Target="../ink/ink812.xml"/><Relationship Id="rId44" Type="http://schemas.openxmlformats.org/officeDocument/2006/relationships/customXml" Target="../ink/ink578.xml"/><Relationship Id="rId86" Type="http://schemas.openxmlformats.org/officeDocument/2006/relationships/customXml" Target="../ink/ink599.xml"/><Relationship Id="rId151" Type="http://schemas.openxmlformats.org/officeDocument/2006/relationships/image" Target="../media/image1380.png"/><Relationship Id="rId389" Type="http://schemas.openxmlformats.org/officeDocument/2006/relationships/image" Target="../media/image2570.png"/><Relationship Id="rId193" Type="http://schemas.openxmlformats.org/officeDocument/2006/relationships/image" Target="../media/image1590.png"/><Relationship Id="rId207" Type="http://schemas.openxmlformats.org/officeDocument/2006/relationships/image" Target="../media/image1660.png"/><Relationship Id="rId249" Type="http://schemas.openxmlformats.org/officeDocument/2006/relationships/image" Target="../media/image1870.png"/><Relationship Id="rId414" Type="http://schemas.openxmlformats.org/officeDocument/2006/relationships/customXml" Target="../ink/ink763.xml"/><Relationship Id="rId456" Type="http://schemas.openxmlformats.org/officeDocument/2006/relationships/customXml" Target="../ink/ink784.xml"/><Relationship Id="rId498" Type="http://schemas.openxmlformats.org/officeDocument/2006/relationships/customXml" Target="../ink/ink805.xml"/><Relationship Id="rId13" Type="http://schemas.openxmlformats.org/officeDocument/2006/relationships/image" Target="../media/image690.png"/><Relationship Id="rId109" Type="http://schemas.openxmlformats.org/officeDocument/2006/relationships/image" Target="../media/image1170.png"/><Relationship Id="rId260" Type="http://schemas.openxmlformats.org/officeDocument/2006/relationships/customXml" Target="../ink/ink686.xml"/><Relationship Id="rId316" Type="http://schemas.openxmlformats.org/officeDocument/2006/relationships/customXml" Target="../ink/ink714.xml"/><Relationship Id="rId55" Type="http://schemas.openxmlformats.org/officeDocument/2006/relationships/image" Target="../media/image900.png"/><Relationship Id="rId97" Type="http://schemas.openxmlformats.org/officeDocument/2006/relationships/image" Target="../media/image1111.png"/><Relationship Id="rId120" Type="http://schemas.openxmlformats.org/officeDocument/2006/relationships/customXml" Target="../ink/ink616.xml"/><Relationship Id="rId358" Type="http://schemas.openxmlformats.org/officeDocument/2006/relationships/customXml" Target="../ink/ink735.xml"/><Relationship Id="rId162" Type="http://schemas.openxmlformats.org/officeDocument/2006/relationships/customXml" Target="../ink/ink637.xml"/><Relationship Id="rId218" Type="http://schemas.openxmlformats.org/officeDocument/2006/relationships/customXml" Target="../ink/ink665.xml"/><Relationship Id="rId425" Type="http://schemas.openxmlformats.org/officeDocument/2006/relationships/image" Target="../media/image2750.png"/><Relationship Id="rId467" Type="http://schemas.openxmlformats.org/officeDocument/2006/relationships/image" Target="../media/image2960.png"/><Relationship Id="rId271" Type="http://schemas.openxmlformats.org/officeDocument/2006/relationships/image" Target="../media/image1980.png"/><Relationship Id="rId24" Type="http://schemas.openxmlformats.org/officeDocument/2006/relationships/customXml" Target="../ink/ink568.xml"/><Relationship Id="rId66" Type="http://schemas.openxmlformats.org/officeDocument/2006/relationships/customXml" Target="../ink/ink589.xml"/><Relationship Id="rId131" Type="http://schemas.openxmlformats.org/officeDocument/2006/relationships/image" Target="../media/image1280.png"/><Relationship Id="rId327" Type="http://schemas.openxmlformats.org/officeDocument/2006/relationships/image" Target="../media/image2260.png"/><Relationship Id="rId369" Type="http://schemas.openxmlformats.org/officeDocument/2006/relationships/image" Target="../media/image2470.png"/><Relationship Id="rId173" Type="http://schemas.openxmlformats.org/officeDocument/2006/relationships/image" Target="../media/image1490.png"/><Relationship Id="rId229" Type="http://schemas.openxmlformats.org/officeDocument/2006/relationships/image" Target="../media/image1770.png"/><Relationship Id="rId380" Type="http://schemas.openxmlformats.org/officeDocument/2006/relationships/customXml" Target="../ink/ink746.xml"/><Relationship Id="rId436" Type="http://schemas.openxmlformats.org/officeDocument/2006/relationships/customXml" Target="../ink/ink774.xml"/><Relationship Id="rId240" Type="http://schemas.openxmlformats.org/officeDocument/2006/relationships/customXml" Target="../ink/ink676.xml"/><Relationship Id="rId478" Type="http://schemas.openxmlformats.org/officeDocument/2006/relationships/customXml" Target="../ink/ink795.xml"/><Relationship Id="rId35" Type="http://schemas.openxmlformats.org/officeDocument/2006/relationships/image" Target="../media/image800.png"/><Relationship Id="rId77" Type="http://schemas.openxmlformats.org/officeDocument/2006/relationships/image" Target="../media/image1011.png"/><Relationship Id="rId100" Type="http://schemas.openxmlformats.org/officeDocument/2006/relationships/customXml" Target="../ink/ink606.xml"/><Relationship Id="rId282" Type="http://schemas.openxmlformats.org/officeDocument/2006/relationships/customXml" Target="../ink/ink697.xml"/><Relationship Id="rId338" Type="http://schemas.openxmlformats.org/officeDocument/2006/relationships/customXml" Target="../ink/ink725.xml"/><Relationship Id="rId503" Type="http://schemas.openxmlformats.org/officeDocument/2006/relationships/image" Target="../media/image509.png"/><Relationship Id="rId8" Type="http://schemas.openxmlformats.org/officeDocument/2006/relationships/customXml" Target="../ink/ink560.xml"/><Relationship Id="rId142" Type="http://schemas.openxmlformats.org/officeDocument/2006/relationships/customXml" Target="../ink/ink627.xml"/><Relationship Id="rId184" Type="http://schemas.openxmlformats.org/officeDocument/2006/relationships/customXml" Target="../ink/ink648.xml"/><Relationship Id="rId391" Type="http://schemas.openxmlformats.org/officeDocument/2006/relationships/image" Target="../media/image2580.png"/><Relationship Id="rId405" Type="http://schemas.openxmlformats.org/officeDocument/2006/relationships/image" Target="../media/image2650.png"/><Relationship Id="rId447" Type="http://schemas.openxmlformats.org/officeDocument/2006/relationships/image" Target="../media/image2860.png"/><Relationship Id="rId251" Type="http://schemas.openxmlformats.org/officeDocument/2006/relationships/image" Target="../media/image1880.png"/><Relationship Id="rId489" Type="http://schemas.openxmlformats.org/officeDocument/2006/relationships/image" Target="../media/image502.png"/><Relationship Id="rId46" Type="http://schemas.openxmlformats.org/officeDocument/2006/relationships/customXml" Target="../ink/ink579.xml"/><Relationship Id="rId293" Type="http://schemas.openxmlformats.org/officeDocument/2006/relationships/image" Target="../media/image2090.png"/><Relationship Id="rId307" Type="http://schemas.openxmlformats.org/officeDocument/2006/relationships/image" Target="../media/image2160.png"/><Relationship Id="rId349" Type="http://schemas.openxmlformats.org/officeDocument/2006/relationships/image" Target="../media/image2370.png"/><Relationship Id="rId514" Type="http://schemas.openxmlformats.org/officeDocument/2006/relationships/customXml" Target="../ink/ink813.xml"/><Relationship Id="rId88" Type="http://schemas.openxmlformats.org/officeDocument/2006/relationships/customXml" Target="../ink/ink600.xml"/><Relationship Id="rId111" Type="http://schemas.openxmlformats.org/officeDocument/2006/relationships/image" Target="../media/image1180.png"/><Relationship Id="rId153" Type="http://schemas.openxmlformats.org/officeDocument/2006/relationships/image" Target="../media/image1390.png"/><Relationship Id="rId195" Type="http://schemas.openxmlformats.org/officeDocument/2006/relationships/image" Target="../media/image1600.png"/><Relationship Id="rId209" Type="http://schemas.openxmlformats.org/officeDocument/2006/relationships/image" Target="../media/image1670.png"/><Relationship Id="rId360" Type="http://schemas.openxmlformats.org/officeDocument/2006/relationships/customXml" Target="../ink/ink736.xml"/><Relationship Id="rId416" Type="http://schemas.openxmlformats.org/officeDocument/2006/relationships/customXml" Target="../ink/ink764.xml"/><Relationship Id="rId220" Type="http://schemas.openxmlformats.org/officeDocument/2006/relationships/customXml" Target="../ink/ink666.xml"/><Relationship Id="rId458" Type="http://schemas.openxmlformats.org/officeDocument/2006/relationships/customXml" Target="../ink/ink785.xml"/><Relationship Id="rId15" Type="http://schemas.openxmlformats.org/officeDocument/2006/relationships/image" Target="../media/image700.png"/><Relationship Id="rId57" Type="http://schemas.openxmlformats.org/officeDocument/2006/relationships/image" Target="../media/image911.png"/><Relationship Id="rId262" Type="http://schemas.openxmlformats.org/officeDocument/2006/relationships/customXml" Target="../ink/ink687.xml"/><Relationship Id="rId318" Type="http://schemas.openxmlformats.org/officeDocument/2006/relationships/customXml" Target="../ink/ink715.xml"/><Relationship Id="rId99" Type="http://schemas.openxmlformats.org/officeDocument/2006/relationships/image" Target="../media/image1120.png"/><Relationship Id="rId122" Type="http://schemas.openxmlformats.org/officeDocument/2006/relationships/customXml" Target="../ink/ink617.xml"/><Relationship Id="rId164" Type="http://schemas.openxmlformats.org/officeDocument/2006/relationships/customXml" Target="../ink/ink638.xml"/><Relationship Id="rId371" Type="http://schemas.openxmlformats.org/officeDocument/2006/relationships/image" Target="../media/image2480.png"/><Relationship Id="rId427" Type="http://schemas.openxmlformats.org/officeDocument/2006/relationships/image" Target="../media/image2760.png"/><Relationship Id="rId469" Type="http://schemas.openxmlformats.org/officeDocument/2006/relationships/image" Target="../media/image2970.png"/><Relationship Id="rId26" Type="http://schemas.openxmlformats.org/officeDocument/2006/relationships/customXml" Target="../ink/ink569.xml"/><Relationship Id="rId231" Type="http://schemas.openxmlformats.org/officeDocument/2006/relationships/image" Target="../media/image1780.png"/><Relationship Id="rId273" Type="http://schemas.openxmlformats.org/officeDocument/2006/relationships/image" Target="../media/image1990.png"/><Relationship Id="rId329" Type="http://schemas.openxmlformats.org/officeDocument/2006/relationships/image" Target="../media/image2270.png"/><Relationship Id="rId480" Type="http://schemas.openxmlformats.org/officeDocument/2006/relationships/customXml" Target="../ink/ink796.xml"/><Relationship Id="rId68" Type="http://schemas.openxmlformats.org/officeDocument/2006/relationships/customXml" Target="../ink/ink590.xml"/><Relationship Id="rId133" Type="http://schemas.openxmlformats.org/officeDocument/2006/relationships/image" Target="../media/image1290.png"/><Relationship Id="rId175" Type="http://schemas.openxmlformats.org/officeDocument/2006/relationships/image" Target="../media/image1500.png"/><Relationship Id="rId340" Type="http://schemas.openxmlformats.org/officeDocument/2006/relationships/customXml" Target="../ink/ink726.xml"/><Relationship Id="rId200" Type="http://schemas.openxmlformats.org/officeDocument/2006/relationships/customXml" Target="../ink/ink656.xml"/><Relationship Id="rId382" Type="http://schemas.openxmlformats.org/officeDocument/2006/relationships/customXml" Target="../ink/ink747.xml"/><Relationship Id="rId438" Type="http://schemas.openxmlformats.org/officeDocument/2006/relationships/customXml" Target="../ink/ink775.xml"/><Relationship Id="rId242" Type="http://schemas.openxmlformats.org/officeDocument/2006/relationships/customXml" Target="../ink/ink677.xml"/><Relationship Id="rId284" Type="http://schemas.openxmlformats.org/officeDocument/2006/relationships/customXml" Target="../ink/ink698.xml"/><Relationship Id="rId491" Type="http://schemas.openxmlformats.org/officeDocument/2006/relationships/image" Target="../media/image503.png"/><Relationship Id="rId505" Type="http://schemas.openxmlformats.org/officeDocument/2006/relationships/image" Target="../media/image510.png"/><Relationship Id="rId37" Type="http://schemas.openxmlformats.org/officeDocument/2006/relationships/image" Target="../media/image811.png"/><Relationship Id="rId79" Type="http://schemas.openxmlformats.org/officeDocument/2006/relationships/image" Target="../media/image1020.png"/><Relationship Id="rId102" Type="http://schemas.openxmlformats.org/officeDocument/2006/relationships/customXml" Target="../ink/ink607.xml"/><Relationship Id="rId144" Type="http://schemas.openxmlformats.org/officeDocument/2006/relationships/customXml" Target="../ink/ink628.xml"/><Relationship Id="rId90" Type="http://schemas.openxmlformats.org/officeDocument/2006/relationships/customXml" Target="../ink/ink601.xml"/><Relationship Id="rId186" Type="http://schemas.openxmlformats.org/officeDocument/2006/relationships/customXml" Target="../ink/ink649.xml"/><Relationship Id="rId351" Type="http://schemas.openxmlformats.org/officeDocument/2006/relationships/image" Target="../media/image2380.png"/><Relationship Id="rId393" Type="http://schemas.openxmlformats.org/officeDocument/2006/relationships/image" Target="../media/image2590.png"/><Relationship Id="rId407" Type="http://schemas.openxmlformats.org/officeDocument/2006/relationships/image" Target="../media/image2660.png"/><Relationship Id="rId449" Type="http://schemas.openxmlformats.org/officeDocument/2006/relationships/image" Target="../media/image2870.png"/><Relationship Id="rId211" Type="http://schemas.openxmlformats.org/officeDocument/2006/relationships/image" Target="../media/image1680.png"/><Relationship Id="rId253" Type="http://schemas.openxmlformats.org/officeDocument/2006/relationships/image" Target="../media/image1890.png"/><Relationship Id="rId295" Type="http://schemas.openxmlformats.org/officeDocument/2006/relationships/image" Target="../media/image2100.png"/><Relationship Id="rId309" Type="http://schemas.openxmlformats.org/officeDocument/2006/relationships/image" Target="../media/image2170.png"/><Relationship Id="rId460" Type="http://schemas.openxmlformats.org/officeDocument/2006/relationships/customXml" Target="../ink/ink786.xml"/><Relationship Id="rId516" Type="http://schemas.openxmlformats.org/officeDocument/2006/relationships/customXml" Target="../ink/ink814.xml"/><Relationship Id="rId48" Type="http://schemas.openxmlformats.org/officeDocument/2006/relationships/customXml" Target="../ink/ink580.xml"/><Relationship Id="rId113" Type="http://schemas.openxmlformats.org/officeDocument/2006/relationships/image" Target="../media/image1190.png"/><Relationship Id="rId320" Type="http://schemas.openxmlformats.org/officeDocument/2006/relationships/customXml" Target="../ink/ink716.xml"/><Relationship Id="rId155" Type="http://schemas.openxmlformats.org/officeDocument/2006/relationships/image" Target="../media/image1400.png"/><Relationship Id="rId197" Type="http://schemas.openxmlformats.org/officeDocument/2006/relationships/image" Target="../media/image1611.png"/><Relationship Id="rId362" Type="http://schemas.openxmlformats.org/officeDocument/2006/relationships/customXml" Target="../ink/ink737.xml"/><Relationship Id="rId418" Type="http://schemas.openxmlformats.org/officeDocument/2006/relationships/customXml" Target="../ink/ink765.xml"/><Relationship Id="rId222" Type="http://schemas.openxmlformats.org/officeDocument/2006/relationships/customXml" Target="../ink/ink667.xml"/><Relationship Id="rId264" Type="http://schemas.openxmlformats.org/officeDocument/2006/relationships/customXml" Target="../ink/ink688.xml"/><Relationship Id="rId471" Type="http://schemas.openxmlformats.org/officeDocument/2006/relationships/image" Target="../media/image2980.png"/><Relationship Id="rId17" Type="http://schemas.openxmlformats.org/officeDocument/2006/relationships/image" Target="../media/image710.png"/><Relationship Id="rId59" Type="http://schemas.openxmlformats.org/officeDocument/2006/relationships/image" Target="../media/image920.png"/><Relationship Id="rId124" Type="http://schemas.openxmlformats.org/officeDocument/2006/relationships/customXml" Target="../ink/ink618.xml"/><Relationship Id="rId70" Type="http://schemas.openxmlformats.org/officeDocument/2006/relationships/customXml" Target="../ink/ink591.xml"/><Relationship Id="rId166" Type="http://schemas.openxmlformats.org/officeDocument/2006/relationships/customXml" Target="../ink/ink639.xml"/><Relationship Id="rId331" Type="http://schemas.openxmlformats.org/officeDocument/2006/relationships/image" Target="../media/image2280.png"/><Relationship Id="rId373" Type="http://schemas.openxmlformats.org/officeDocument/2006/relationships/image" Target="../media/image2490.png"/><Relationship Id="rId429" Type="http://schemas.openxmlformats.org/officeDocument/2006/relationships/image" Target="../media/image2770.png"/><Relationship Id="rId1" Type="http://schemas.openxmlformats.org/officeDocument/2006/relationships/slideLayout" Target="../slideLayouts/slideLayout2.xml"/><Relationship Id="rId233" Type="http://schemas.openxmlformats.org/officeDocument/2006/relationships/image" Target="../media/image1790.png"/><Relationship Id="rId440" Type="http://schemas.openxmlformats.org/officeDocument/2006/relationships/customXml" Target="../ink/ink776.xml"/><Relationship Id="rId28" Type="http://schemas.openxmlformats.org/officeDocument/2006/relationships/customXml" Target="../ink/ink570.xml"/><Relationship Id="rId275" Type="http://schemas.openxmlformats.org/officeDocument/2006/relationships/image" Target="../media/image2000.png"/><Relationship Id="rId300" Type="http://schemas.openxmlformats.org/officeDocument/2006/relationships/customXml" Target="../ink/ink706.xml"/><Relationship Id="rId482" Type="http://schemas.openxmlformats.org/officeDocument/2006/relationships/customXml" Target="../ink/ink797.xml"/><Relationship Id="rId81" Type="http://schemas.openxmlformats.org/officeDocument/2006/relationships/image" Target="../media/image1030.png"/><Relationship Id="rId135" Type="http://schemas.openxmlformats.org/officeDocument/2006/relationships/image" Target="../media/image1300.png"/><Relationship Id="rId177" Type="http://schemas.openxmlformats.org/officeDocument/2006/relationships/image" Target="../media/image1511.png"/><Relationship Id="rId342" Type="http://schemas.openxmlformats.org/officeDocument/2006/relationships/customXml" Target="../ink/ink727.xml"/><Relationship Id="rId384" Type="http://schemas.openxmlformats.org/officeDocument/2006/relationships/customXml" Target="../ink/ink748.xml"/><Relationship Id="rId202" Type="http://schemas.openxmlformats.org/officeDocument/2006/relationships/customXml" Target="../ink/ink657.xml"/><Relationship Id="rId244" Type="http://schemas.openxmlformats.org/officeDocument/2006/relationships/customXml" Target="../ink/ink678.xml"/><Relationship Id="rId39" Type="http://schemas.openxmlformats.org/officeDocument/2006/relationships/image" Target="../media/image820.png"/><Relationship Id="rId286" Type="http://schemas.openxmlformats.org/officeDocument/2006/relationships/customXml" Target="../ink/ink699.xml"/><Relationship Id="rId451" Type="http://schemas.openxmlformats.org/officeDocument/2006/relationships/image" Target="../media/image2880.png"/><Relationship Id="rId493" Type="http://schemas.openxmlformats.org/officeDocument/2006/relationships/image" Target="../media/image504.png"/><Relationship Id="rId507" Type="http://schemas.openxmlformats.org/officeDocument/2006/relationships/image" Target="../media/image511.png"/><Relationship Id="rId50" Type="http://schemas.openxmlformats.org/officeDocument/2006/relationships/customXml" Target="../ink/ink581.xml"/><Relationship Id="rId104" Type="http://schemas.openxmlformats.org/officeDocument/2006/relationships/customXml" Target="../ink/ink608.xml"/><Relationship Id="rId146" Type="http://schemas.openxmlformats.org/officeDocument/2006/relationships/customXml" Target="../ink/ink629.xml"/><Relationship Id="rId188" Type="http://schemas.openxmlformats.org/officeDocument/2006/relationships/customXml" Target="../ink/ink650.xml"/><Relationship Id="rId311" Type="http://schemas.openxmlformats.org/officeDocument/2006/relationships/image" Target="../media/image2180.png"/><Relationship Id="rId353" Type="http://schemas.openxmlformats.org/officeDocument/2006/relationships/image" Target="../media/image2390.png"/><Relationship Id="rId395" Type="http://schemas.openxmlformats.org/officeDocument/2006/relationships/image" Target="../media/image2600.png"/><Relationship Id="rId409" Type="http://schemas.openxmlformats.org/officeDocument/2006/relationships/image" Target="../media/image2670.png"/><Relationship Id="rId92" Type="http://schemas.openxmlformats.org/officeDocument/2006/relationships/customXml" Target="../ink/ink602.xml"/><Relationship Id="rId213" Type="http://schemas.openxmlformats.org/officeDocument/2006/relationships/image" Target="../media/image1690.png"/><Relationship Id="rId420" Type="http://schemas.openxmlformats.org/officeDocument/2006/relationships/customXml" Target="../ink/ink766.xml"/><Relationship Id="rId255" Type="http://schemas.openxmlformats.org/officeDocument/2006/relationships/image" Target="../media/image1900.png"/><Relationship Id="rId297" Type="http://schemas.openxmlformats.org/officeDocument/2006/relationships/image" Target="../media/image2111.png"/><Relationship Id="rId462" Type="http://schemas.openxmlformats.org/officeDocument/2006/relationships/customXml" Target="../ink/ink787.xml"/><Relationship Id="rId518" Type="http://schemas.openxmlformats.org/officeDocument/2006/relationships/customXml" Target="../ink/ink815.xml"/><Relationship Id="rId115" Type="http://schemas.openxmlformats.org/officeDocument/2006/relationships/image" Target="../media/image1200.png"/><Relationship Id="rId157" Type="http://schemas.openxmlformats.org/officeDocument/2006/relationships/image" Target="../media/image1411.png"/><Relationship Id="rId322" Type="http://schemas.openxmlformats.org/officeDocument/2006/relationships/customXml" Target="../ink/ink717.xml"/><Relationship Id="rId364" Type="http://schemas.openxmlformats.org/officeDocument/2006/relationships/customXml" Target="../ink/ink738.xml"/><Relationship Id="rId61" Type="http://schemas.openxmlformats.org/officeDocument/2006/relationships/image" Target="../media/image930.png"/><Relationship Id="rId199" Type="http://schemas.openxmlformats.org/officeDocument/2006/relationships/image" Target="../media/image1620.png"/><Relationship Id="rId19" Type="http://schemas.openxmlformats.org/officeDocument/2006/relationships/image" Target="../media/image720.png"/><Relationship Id="rId224" Type="http://schemas.openxmlformats.org/officeDocument/2006/relationships/customXml" Target="../ink/ink668.xml"/><Relationship Id="rId266" Type="http://schemas.openxmlformats.org/officeDocument/2006/relationships/customXml" Target="../ink/ink689.xml"/><Relationship Id="rId431" Type="http://schemas.openxmlformats.org/officeDocument/2006/relationships/image" Target="../media/image2780.png"/><Relationship Id="rId473" Type="http://schemas.openxmlformats.org/officeDocument/2006/relationships/image" Target="../media/image2990.png"/><Relationship Id="rId30" Type="http://schemas.openxmlformats.org/officeDocument/2006/relationships/customXml" Target="../ink/ink571.xml"/><Relationship Id="rId126" Type="http://schemas.openxmlformats.org/officeDocument/2006/relationships/customXml" Target="../ink/ink619.xml"/><Relationship Id="rId168" Type="http://schemas.openxmlformats.org/officeDocument/2006/relationships/customXml" Target="../ink/ink640.xml"/><Relationship Id="rId333" Type="http://schemas.openxmlformats.org/officeDocument/2006/relationships/image" Target="../media/image2290.png"/><Relationship Id="rId72" Type="http://schemas.openxmlformats.org/officeDocument/2006/relationships/customXml" Target="../ink/ink592.xml"/><Relationship Id="rId375" Type="http://schemas.openxmlformats.org/officeDocument/2006/relationships/image" Target="../media/image2500.png"/><Relationship Id="rId3" Type="http://schemas.openxmlformats.org/officeDocument/2006/relationships/image" Target="../media/image1.png"/><Relationship Id="rId235" Type="http://schemas.openxmlformats.org/officeDocument/2006/relationships/image" Target="../media/image1800.png"/><Relationship Id="rId277" Type="http://schemas.openxmlformats.org/officeDocument/2006/relationships/image" Target="../media/image2011.png"/><Relationship Id="rId400" Type="http://schemas.openxmlformats.org/officeDocument/2006/relationships/customXml" Target="../ink/ink756.xml"/><Relationship Id="rId442" Type="http://schemas.openxmlformats.org/officeDocument/2006/relationships/customXml" Target="../ink/ink777.xml"/><Relationship Id="rId484" Type="http://schemas.openxmlformats.org/officeDocument/2006/relationships/customXml" Target="../ink/ink798.xml"/><Relationship Id="rId137" Type="http://schemas.openxmlformats.org/officeDocument/2006/relationships/image" Target="../media/image1311.png"/><Relationship Id="rId302" Type="http://schemas.openxmlformats.org/officeDocument/2006/relationships/customXml" Target="../ink/ink707.xml"/><Relationship Id="rId344" Type="http://schemas.openxmlformats.org/officeDocument/2006/relationships/customXml" Target="../ink/ink728.xml"/><Relationship Id="rId41" Type="http://schemas.openxmlformats.org/officeDocument/2006/relationships/image" Target="../media/image830.png"/><Relationship Id="rId83" Type="http://schemas.openxmlformats.org/officeDocument/2006/relationships/image" Target="../media/image1040.png"/><Relationship Id="rId179" Type="http://schemas.openxmlformats.org/officeDocument/2006/relationships/image" Target="../media/image1520.png"/><Relationship Id="rId386" Type="http://schemas.openxmlformats.org/officeDocument/2006/relationships/customXml" Target="../ink/ink749.xml"/><Relationship Id="rId190" Type="http://schemas.openxmlformats.org/officeDocument/2006/relationships/customXml" Target="../ink/ink651.xml"/><Relationship Id="rId204" Type="http://schemas.openxmlformats.org/officeDocument/2006/relationships/customXml" Target="../ink/ink658.xml"/><Relationship Id="rId246" Type="http://schemas.openxmlformats.org/officeDocument/2006/relationships/customXml" Target="../ink/ink679.xml"/><Relationship Id="rId288" Type="http://schemas.openxmlformats.org/officeDocument/2006/relationships/customXml" Target="../ink/ink700.xml"/><Relationship Id="rId411" Type="http://schemas.openxmlformats.org/officeDocument/2006/relationships/image" Target="../media/image2680.png"/><Relationship Id="rId453" Type="http://schemas.openxmlformats.org/officeDocument/2006/relationships/image" Target="../media/image2890.png"/><Relationship Id="rId509" Type="http://schemas.openxmlformats.org/officeDocument/2006/relationships/image" Target="../media/image512.png"/><Relationship Id="rId106" Type="http://schemas.openxmlformats.org/officeDocument/2006/relationships/customXml" Target="../ink/ink609.xml"/><Relationship Id="rId313" Type="http://schemas.openxmlformats.org/officeDocument/2006/relationships/image" Target="../media/image2190.png"/><Relationship Id="rId495" Type="http://schemas.openxmlformats.org/officeDocument/2006/relationships/image" Target="../media/image505.png"/><Relationship Id="rId10" Type="http://schemas.openxmlformats.org/officeDocument/2006/relationships/customXml" Target="../ink/ink561.xml"/><Relationship Id="rId52" Type="http://schemas.openxmlformats.org/officeDocument/2006/relationships/customXml" Target="../ink/ink582.xml"/><Relationship Id="rId94" Type="http://schemas.openxmlformats.org/officeDocument/2006/relationships/customXml" Target="../ink/ink603.xml"/><Relationship Id="rId148" Type="http://schemas.openxmlformats.org/officeDocument/2006/relationships/customXml" Target="../ink/ink630.xml"/><Relationship Id="rId355" Type="http://schemas.openxmlformats.org/officeDocument/2006/relationships/image" Target="../media/image2400.png"/><Relationship Id="rId397" Type="http://schemas.openxmlformats.org/officeDocument/2006/relationships/image" Target="../media/image2611.png"/><Relationship Id="rId520" Type="http://schemas.openxmlformats.org/officeDocument/2006/relationships/customXml" Target="../ink/ink816.xml"/><Relationship Id="rId215" Type="http://schemas.openxmlformats.org/officeDocument/2006/relationships/image" Target="../media/image1700.png"/><Relationship Id="rId257" Type="http://schemas.openxmlformats.org/officeDocument/2006/relationships/image" Target="../media/image1911.png"/><Relationship Id="rId422" Type="http://schemas.openxmlformats.org/officeDocument/2006/relationships/customXml" Target="../ink/ink767.xml"/><Relationship Id="rId464" Type="http://schemas.openxmlformats.org/officeDocument/2006/relationships/customXml" Target="../ink/ink788.xml"/><Relationship Id="rId299" Type="http://schemas.openxmlformats.org/officeDocument/2006/relationships/image" Target="../media/image2120.png"/><Relationship Id="rId63" Type="http://schemas.openxmlformats.org/officeDocument/2006/relationships/image" Target="../media/image940.png"/><Relationship Id="rId159" Type="http://schemas.openxmlformats.org/officeDocument/2006/relationships/image" Target="../media/image1420.png"/><Relationship Id="rId366" Type="http://schemas.openxmlformats.org/officeDocument/2006/relationships/customXml" Target="../ink/ink739.xml"/><Relationship Id="rId226" Type="http://schemas.openxmlformats.org/officeDocument/2006/relationships/customXml" Target="../ink/ink669.xml"/><Relationship Id="rId433" Type="http://schemas.openxmlformats.org/officeDocument/2006/relationships/image" Target="../media/image279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466E891F-F6B3-4496-8FCA-8D050F7EBDC6}"/>
              </a:ext>
            </a:extLst>
          </p:cNvPr>
          <p:cNvPicPr>
            <a:picLocks noChangeAspect="1"/>
          </p:cNvPicPr>
          <p:nvPr/>
        </p:nvPicPr>
        <p:blipFill rotWithShape="1">
          <a:blip r:embed="rId2"/>
          <a:srcRect t="2233" r="2665"/>
          <a:stretch/>
        </p:blipFill>
        <p:spPr>
          <a:xfrm>
            <a:off x="5107577" y="108857"/>
            <a:ext cx="6796432" cy="6644046"/>
          </a:xfrm>
          <a:prstGeom prst="rect">
            <a:avLst/>
          </a:prstGeom>
        </p:spPr>
      </p:pic>
      <p:sp>
        <p:nvSpPr>
          <p:cNvPr id="3" name="内容占位符 2">
            <a:extLst>
              <a:ext uri="{FF2B5EF4-FFF2-40B4-BE49-F238E27FC236}">
                <a16:creationId xmlns:a16="http://schemas.microsoft.com/office/drawing/2014/main" id="{83115C68-7C5D-4A7C-ACBB-3A52EE2CE713}"/>
              </a:ext>
            </a:extLst>
          </p:cNvPr>
          <p:cNvSpPr>
            <a:spLocks noGrp="1"/>
          </p:cNvSpPr>
          <p:nvPr>
            <p:ph idx="1"/>
          </p:nvPr>
        </p:nvSpPr>
        <p:spPr>
          <a:xfrm>
            <a:off x="558800" y="2273302"/>
            <a:ext cx="4216400" cy="4271057"/>
          </a:xfrm>
        </p:spPr>
        <p:txBody>
          <a:bodyPr>
            <a:normAutofit/>
          </a:bodyPr>
          <a:lstStyle/>
          <a:p>
            <a:pPr marL="0" indent="0">
              <a:buNone/>
            </a:pPr>
            <a:r>
              <a:rPr lang="zh-CN" altLang="en-US" sz="1600" dirty="0"/>
              <a:t>迷失在邻国语言的丛林中，处处是分岔的幽径。 蓦然回首，芈雨和觅月已经找不到来时的道路。 夕阳西下，引路的旗帜逐渐遁入黑夜之中。事到 如今，却也无法回头，只有在交叉路口仔细观察， 才能寻找到在表面的道路背后属于语言真正的方向，逃出这文字的漩涡。 </a:t>
            </a:r>
            <a:endParaRPr lang="en-US" altLang="zh-CN" sz="1600" dirty="0"/>
          </a:p>
          <a:p>
            <a:pPr marL="0" indent="0">
              <a:buNone/>
            </a:pPr>
            <a:endParaRPr lang="en-US" altLang="zh-CN" sz="1600" dirty="0"/>
          </a:p>
          <a:p>
            <a:pPr marL="0" indent="0">
              <a:buNone/>
            </a:pPr>
            <a:r>
              <a:rPr lang="zh-CN" altLang="en-US" sz="1600" dirty="0">
                <a:solidFill>
                  <a:srgbClr val="FFFF00"/>
                </a:solidFill>
              </a:rPr>
              <a:t>您现在收看的是原始版（未被</a:t>
            </a:r>
            <a:r>
              <a:rPr lang="en-US" altLang="zh-CN" sz="1600" dirty="0" err="1">
                <a:solidFill>
                  <a:srgbClr val="FFFF00"/>
                </a:solidFill>
              </a:rPr>
              <a:t>Winfrid</a:t>
            </a:r>
            <a:r>
              <a:rPr lang="zh-CN" altLang="en-US" sz="1600" dirty="0">
                <a:solidFill>
                  <a:srgbClr val="FFFF00"/>
                </a:solidFill>
              </a:rPr>
              <a:t>削弱版）猫体的</a:t>
            </a:r>
            <a:r>
              <a:rPr lang="en-US" altLang="zh-CN" sz="1600" dirty="0">
                <a:solidFill>
                  <a:srgbClr val="FFFF00"/>
                </a:solidFill>
              </a:rPr>
              <a:t>Solution</a:t>
            </a:r>
            <a:r>
              <a:rPr lang="zh-CN" altLang="en-US" sz="1600" dirty="0">
                <a:solidFill>
                  <a:srgbClr val="FFFF00"/>
                </a:solidFill>
              </a:rPr>
              <a:t>，只在</a:t>
            </a:r>
            <a:r>
              <a:rPr lang="en-US" altLang="zh-CN" sz="1600" dirty="0">
                <a:solidFill>
                  <a:srgbClr val="FFFF00"/>
                </a:solidFill>
              </a:rPr>
              <a:t>clue</a:t>
            </a:r>
            <a:r>
              <a:rPr lang="zh-CN" altLang="en-US" sz="1600" dirty="0">
                <a:solidFill>
                  <a:srgbClr val="FFFF00"/>
                </a:solidFill>
              </a:rPr>
              <a:t>的表述上有所修改（变得更抽象了），并且少了字盘上的预填入提示，其余部分均与正式版相同。</a:t>
            </a:r>
            <a:endParaRPr lang="en-US" altLang="zh-CN" sz="1600" dirty="0">
              <a:solidFill>
                <a:srgbClr val="FFFF00"/>
              </a:solidFill>
            </a:endParaRPr>
          </a:p>
          <a:p>
            <a:pPr marL="0" indent="0">
              <a:buNone/>
            </a:pPr>
            <a:endParaRPr lang="zh-CN" altLang="en-US" sz="1600" dirty="0">
              <a:solidFill>
                <a:srgbClr val="FFFF00"/>
              </a:solidFill>
            </a:endParaRPr>
          </a:p>
        </p:txBody>
      </p:sp>
      <p:cxnSp>
        <p:nvCxnSpPr>
          <p:cNvPr id="5" name="直接连接符 4">
            <a:extLst>
              <a:ext uri="{FF2B5EF4-FFF2-40B4-BE49-F238E27FC236}">
                <a16:creationId xmlns:a16="http://schemas.microsoft.com/office/drawing/2014/main" id="{DA7618D4-7A61-4C95-B772-7988CC9FD832}"/>
              </a:ext>
            </a:extLst>
          </p:cNvPr>
          <p:cNvCxnSpPr>
            <a:cxnSpLocks/>
          </p:cNvCxnSpPr>
          <p:nvPr/>
        </p:nvCxnSpPr>
        <p:spPr>
          <a:xfrm>
            <a:off x="7410549" y="1287985"/>
            <a:ext cx="34823" cy="34163"/>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直接连接符 5">
            <a:extLst>
              <a:ext uri="{FF2B5EF4-FFF2-40B4-BE49-F238E27FC236}">
                <a16:creationId xmlns:a16="http://schemas.microsoft.com/office/drawing/2014/main" id="{FFBD72B3-E6DB-4405-8EBF-823B7EDB30E1}"/>
              </a:ext>
            </a:extLst>
          </p:cNvPr>
          <p:cNvCxnSpPr>
            <a:cxnSpLocks/>
          </p:cNvCxnSpPr>
          <p:nvPr/>
        </p:nvCxnSpPr>
        <p:spPr>
          <a:xfrm>
            <a:off x="7424840" y="1267494"/>
            <a:ext cx="34823" cy="34163"/>
          </a:xfrm>
          <a:prstGeom prst="line">
            <a:avLst/>
          </a:prstGeom>
          <a:ln w="9525"/>
        </p:spPr>
        <p:style>
          <a:lnRef idx="1">
            <a:schemeClr val="dk1"/>
          </a:lnRef>
          <a:fillRef idx="0">
            <a:schemeClr val="dk1"/>
          </a:fillRef>
          <a:effectRef idx="0">
            <a:schemeClr val="dk1"/>
          </a:effectRef>
          <a:fontRef idx="minor">
            <a:schemeClr val="tx1"/>
          </a:fontRef>
        </p:style>
      </p:cxnSp>
      <p:sp>
        <p:nvSpPr>
          <p:cNvPr id="7" name="椭圆 6">
            <a:extLst>
              <a:ext uri="{FF2B5EF4-FFF2-40B4-BE49-F238E27FC236}">
                <a16:creationId xmlns:a16="http://schemas.microsoft.com/office/drawing/2014/main" id="{F3BC2CFC-8EE3-4195-A139-4C3354FEB1DD}"/>
              </a:ext>
            </a:extLst>
          </p:cNvPr>
          <p:cNvSpPr/>
          <p:nvPr/>
        </p:nvSpPr>
        <p:spPr>
          <a:xfrm>
            <a:off x="8779637" y="2209067"/>
            <a:ext cx="36000" cy="360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39D02C3-12C6-464B-AD55-26CE56DE5E7C}"/>
              </a:ext>
            </a:extLst>
          </p:cNvPr>
          <p:cNvSpPr/>
          <p:nvPr/>
        </p:nvSpPr>
        <p:spPr>
          <a:xfrm>
            <a:off x="8672499" y="6235065"/>
            <a:ext cx="161280" cy="1714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a:extLst>
              <a:ext uri="{FF2B5EF4-FFF2-40B4-BE49-F238E27FC236}">
                <a16:creationId xmlns:a16="http://schemas.microsoft.com/office/drawing/2014/main" id="{83C22E9D-957F-4B3C-8935-20C0CB7FA374}"/>
              </a:ext>
            </a:extLst>
          </p:cNvPr>
          <p:cNvSpPr txBox="1">
            <a:spLocks/>
          </p:cNvSpPr>
          <p:nvPr/>
        </p:nvSpPr>
        <p:spPr>
          <a:xfrm>
            <a:off x="518768" y="459897"/>
            <a:ext cx="4622500" cy="16835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t>爱慕猫体邻国斯必克二</a:t>
            </a:r>
          </a:p>
        </p:txBody>
      </p:sp>
    </p:spTree>
    <p:extLst>
      <p:ext uri="{BB962C8B-B14F-4D97-AF65-F5344CB8AC3E}">
        <p14:creationId xmlns:p14="http://schemas.microsoft.com/office/powerpoint/2010/main" val="2054048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B31EB84-4E00-44C0-B9E3-205261CB5F37}"/>
              </a:ext>
            </a:extLst>
          </p:cNvPr>
          <p:cNvSpPr>
            <a:spLocks noGrp="1"/>
          </p:cNvSpPr>
          <p:nvPr>
            <p:ph idx="1"/>
          </p:nvPr>
        </p:nvSpPr>
        <p:spPr>
          <a:xfrm>
            <a:off x="838200" y="1825625"/>
            <a:ext cx="7748140" cy="4351338"/>
          </a:xfrm>
        </p:spPr>
        <p:txBody>
          <a:bodyPr>
            <a:normAutofit lnSpcReduction="10000"/>
          </a:bodyPr>
          <a:lstStyle/>
          <a:p>
            <a:r>
              <a:rPr lang="en-US" altLang="zh-CN" sz="1800" dirty="0">
                <a:latin typeface="Bookman Old Style" panose="02050604050505020204" pitchFamily="18" charset="0"/>
              </a:rPr>
              <a:t>1. 	</a:t>
            </a:r>
            <a:r>
              <a:rPr lang="en-US" altLang="zh-CN" sz="1800" b="1" dirty="0">
                <a:latin typeface="Bookman Old Style" panose="02050604050505020204" pitchFamily="18" charset="0"/>
              </a:rPr>
              <a:t>5</a:t>
            </a:r>
            <a:r>
              <a:rPr lang="en-US" altLang="zh-CN" sz="1800" dirty="0">
                <a:latin typeface="Bookman Old Style" panose="02050604050505020204" pitchFamily="18" charset="0"/>
              </a:rPr>
              <a:t> 8 1 2 5</a:t>
            </a:r>
            <a:r>
              <a:rPr lang="zh-CN" altLang="en-US" sz="1800" dirty="0">
                <a:latin typeface="Bookman Old Style" panose="02050604050505020204" pitchFamily="18" charset="0"/>
              </a:rPr>
              <a:t>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3. 	</a:t>
            </a:r>
            <a:r>
              <a:rPr lang="zh-CN" altLang="en-US" sz="1800" dirty="0">
                <a:latin typeface="Bookman Old Style" panose="02050604050505020204" pitchFamily="18" charset="0"/>
              </a:rPr>
              <a:t>代指调料混合物，但多被用来形容邻国食物无论被怎么制作最终都会形成的黄色糊糊状态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6. 	</a:t>
            </a:r>
            <a:r>
              <a:rPr lang="zh-CN" altLang="en-US" sz="1800" dirty="0">
                <a:latin typeface="Bookman Old Style" panose="02050604050505020204" pitchFamily="18" charset="0"/>
              </a:rPr>
              <a:t>蓝色，蓝色六角星，蓝色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7. 	</a:t>
            </a:r>
            <a:r>
              <a:rPr lang="zh-CN" altLang="en-US" sz="1800" dirty="0">
                <a:latin typeface="Bookman Old Style" panose="02050604050505020204" pitchFamily="18" charset="0"/>
              </a:rPr>
              <a:t>速度很快的家用电器（谐音梗）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A. 	“</a:t>
            </a:r>
            <a:r>
              <a:rPr lang="en-US" altLang="zh-CN" sz="1800" dirty="0"/>
              <a:t>↑↓↑↑↓</a:t>
            </a:r>
            <a:r>
              <a:rPr lang="zh-CN" altLang="en-US" sz="1800" dirty="0"/>
              <a:t>，↑↓↑↑↓</a:t>
            </a:r>
            <a:r>
              <a:rPr lang="zh-CN" altLang="en-US" sz="1800" dirty="0">
                <a:latin typeface="Bookman Old Style" panose="02050604050505020204" pitchFamily="18" charset="0"/>
              </a:rPr>
              <a:t>”</a:t>
            </a:r>
            <a:r>
              <a:rPr lang="en-US" altLang="zh-CN" sz="1800" dirty="0">
                <a:latin typeface="Bookman Old Style" panose="02050604050505020204" pitchFamily="18" charset="0"/>
              </a:rPr>
              <a:t>——by ______ </a:t>
            </a:r>
          </a:p>
          <a:p>
            <a:r>
              <a:rPr lang="en-US" altLang="zh-CN" sz="1800" dirty="0">
                <a:latin typeface="Bookman Old Style" panose="02050604050505020204" pitchFamily="18" charset="0"/>
              </a:rPr>
              <a:t>29.	</a:t>
            </a:r>
            <a:r>
              <a:rPr lang="zh-CN" altLang="en-US" sz="1800" dirty="0">
                <a:latin typeface="Bookman Old Style" panose="02050604050505020204" pitchFamily="18" charset="0"/>
              </a:rPr>
              <a:t>修女的书籍（直译）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32.	</a:t>
            </a:r>
            <a:r>
              <a:rPr lang="zh-CN" altLang="en-US" sz="1800" dirty="0">
                <a:latin typeface="Bookman Old Style" panose="02050604050505020204" pitchFamily="18" charset="0"/>
              </a:rPr>
              <a:t>巴萨罗纳足球队的传奇中场，后来他成为了该球队教练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34.	</a:t>
            </a:r>
            <a:r>
              <a:rPr lang="zh-CN" altLang="en-US" sz="1800" dirty="0">
                <a:latin typeface="Bookman Old Style" panose="02050604050505020204" pitchFamily="18" charset="0"/>
              </a:rPr>
              <a:t>这是一种中国传统武术，到日本就变成了咔咪哈咪哈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36.	</a:t>
            </a:r>
            <a:r>
              <a:rPr lang="zh-CN" altLang="en-US" sz="1800" dirty="0">
                <a:latin typeface="Bookman Old Style" panose="02050604050505020204" pitchFamily="18" charset="0"/>
              </a:rPr>
              <a:t>和</a:t>
            </a:r>
            <a:r>
              <a:rPr lang="en-US" altLang="zh-CN" sz="1800" dirty="0">
                <a:latin typeface="Bookman Old Style" panose="02050604050505020204" pitchFamily="18" charset="0"/>
              </a:rPr>
              <a:t>(31</a:t>
            </a:r>
            <a:r>
              <a:rPr lang="en-US" altLang="zh-CN" sz="1800" dirty="0"/>
              <a:t>↓</a:t>
            </a:r>
            <a:r>
              <a:rPr lang="en-US" altLang="zh-CN" sz="1800" dirty="0">
                <a:latin typeface="Bookman Old Style" panose="02050604050505020204" pitchFamily="18" charset="0"/>
              </a:rPr>
              <a:t>)</a:t>
            </a:r>
            <a:r>
              <a:rPr lang="zh-CN" altLang="en-US" sz="1800" dirty="0">
                <a:latin typeface="Bookman Old Style" panose="02050604050505020204" pitchFamily="18" charset="0"/>
              </a:rPr>
              <a:t>相同，不过每写一个字要将头逆时针转</a:t>
            </a:r>
            <a:r>
              <a:rPr lang="en-US" altLang="zh-CN" sz="1800" dirty="0">
                <a:latin typeface="Bookman Old Style" panose="02050604050505020204" pitchFamily="18" charset="0"/>
              </a:rPr>
              <a:t>90°</a:t>
            </a:r>
            <a:r>
              <a:rPr lang="zh-CN" altLang="en-US" sz="1800" dirty="0">
                <a:latin typeface="Bookman Old Style" panose="02050604050505020204" pitchFamily="18" charset="0"/>
              </a:rPr>
              <a:t>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37.	</a:t>
            </a:r>
            <a:r>
              <a:rPr lang="zh-CN" altLang="en-US" sz="1800" dirty="0">
                <a:latin typeface="Bookman Old Style" panose="02050604050505020204" pitchFamily="18" charset="0"/>
              </a:rPr>
              <a:t>这个东南亚国家即将在</a:t>
            </a:r>
            <a:r>
              <a:rPr lang="en-US" altLang="zh-CN" sz="1800" dirty="0">
                <a:latin typeface="Bookman Old Style" panose="02050604050505020204" pitchFamily="18" charset="0"/>
              </a:rPr>
              <a:t>(45</a:t>
            </a:r>
            <a:r>
              <a:rPr lang="en-US" altLang="zh-CN" sz="1800" dirty="0"/>
              <a:t>←</a:t>
            </a:r>
            <a:r>
              <a:rPr lang="en-US" altLang="zh-CN" sz="1800" dirty="0">
                <a:latin typeface="Bookman Old Style" panose="02050604050505020204" pitchFamily="18" charset="0"/>
              </a:rPr>
              <a:t>)</a:t>
            </a:r>
            <a:r>
              <a:rPr lang="zh-CN" altLang="en-US" sz="1800" dirty="0">
                <a:latin typeface="Bookman Old Style" panose="02050604050505020204" pitchFamily="18" charset="0"/>
              </a:rPr>
              <a:t>年迁都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M.	</a:t>
            </a:r>
            <a:r>
              <a:rPr lang="zh-CN" altLang="en-US" sz="1800" dirty="0">
                <a:latin typeface="Bookman Old Style" panose="02050604050505020204" pitchFamily="18" charset="0"/>
              </a:rPr>
              <a:t>原指一种表演形式，但现在常用于电子竞技中表示一种竞技手段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46.	</a:t>
            </a:r>
            <a:r>
              <a:rPr lang="zh-CN" altLang="en-US" sz="1800" dirty="0">
                <a:latin typeface="Bookman Old Style" panose="02050604050505020204" pitchFamily="18" charset="0"/>
              </a:rPr>
              <a:t>出征并与另一位祖先战于张家口，最终一败涂地 </a:t>
            </a:r>
            <a:endParaRPr lang="en-US" altLang="zh-CN" sz="1800" dirty="0">
              <a:latin typeface="Bookman Old Style" panose="02050604050505020204" pitchFamily="18" charset="0"/>
            </a:endParaRPr>
          </a:p>
          <a:p>
            <a:endParaRPr lang="zh-CN" altLang="en-US" sz="1800" dirty="0">
              <a:latin typeface="Bookman Old Style" panose="02050604050505020204" pitchFamily="18" charset="0"/>
            </a:endParaRPr>
          </a:p>
        </p:txBody>
      </p:sp>
      <mc:AlternateContent xmlns:mc="http://schemas.openxmlformats.org/markup-compatibility/2006" xmlns:p14="http://schemas.microsoft.com/office/powerpoint/2010/main">
        <mc:Choice Requires="p14">
          <p:contentPart p14:bwMode="auto" r:id="rId2">
            <p14:nvContentPartPr>
              <p14:cNvPr id="7" name="墨迹 6">
                <a:extLst>
                  <a:ext uri="{FF2B5EF4-FFF2-40B4-BE49-F238E27FC236}">
                    <a16:creationId xmlns:a16="http://schemas.microsoft.com/office/drawing/2014/main" id="{C63FB451-9AE6-4F90-B830-21B026E923C2}"/>
                  </a:ext>
                </a:extLst>
              </p14:cNvPr>
              <p14:cNvContentPartPr/>
              <p14:nvPr/>
            </p14:nvContentPartPr>
            <p14:xfrm>
              <a:off x="866420" y="873460"/>
              <a:ext cx="702720" cy="42120"/>
            </p14:xfrm>
          </p:contentPart>
        </mc:Choice>
        <mc:Fallback xmlns="">
          <p:pic>
            <p:nvPicPr>
              <p:cNvPr id="7" name="墨迹 6">
                <a:extLst>
                  <a:ext uri="{FF2B5EF4-FFF2-40B4-BE49-F238E27FC236}">
                    <a16:creationId xmlns:a16="http://schemas.microsoft.com/office/drawing/2014/main" id="{C63FB451-9AE6-4F90-B830-21B026E923C2}"/>
                  </a:ext>
                </a:extLst>
              </p:cNvPr>
              <p:cNvPicPr/>
              <p:nvPr/>
            </p:nvPicPr>
            <p:blipFill>
              <a:blip r:embed="rId3"/>
              <a:stretch>
                <a:fillRect/>
              </a:stretch>
            </p:blipFill>
            <p:spPr>
              <a:xfrm>
                <a:off x="857780" y="864820"/>
                <a:ext cx="72036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墨迹 7">
                <a:extLst>
                  <a:ext uri="{FF2B5EF4-FFF2-40B4-BE49-F238E27FC236}">
                    <a16:creationId xmlns:a16="http://schemas.microsoft.com/office/drawing/2014/main" id="{6CD277F5-B200-4D9C-8BC1-F8D2DD64F1C2}"/>
                  </a:ext>
                </a:extLst>
              </p14:cNvPr>
              <p14:cNvContentPartPr/>
              <p14:nvPr/>
            </p14:nvContentPartPr>
            <p14:xfrm>
              <a:off x="2118140" y="534340"/>
              <a:ext cx="330120" cy="726840"/>
            </p14:xfrm>
          </p:contentPart>
        </mc:Choice>
        <mc:Fallback xmlns="">
          <p:pic>
            <p:nvPicPr>
              <p:cNvPr id="8" name="墨迹 7">
                <a:extLst>
                  <a:ext uri="{FF2B5EF4-FFF2-40B4-BE49-F238E27FC236}">
                    <a16:creationId xmlns:a16="http://schemas.microsoft.com/office/drawing/2014/main" id="{6CD277F5-B200-4D9C-8BC1-F8D2DD64F1C2}"/>
                  </a:ext>
                </a:extLst>
              </p:cNvPr>
              <p:cNvPicPr/>
              <p:nvPr/>
            </p:nvPicPr>
            <p:blipFill>
              <a:blip r:embed="rId5"/>
              <a:stretch>
                <a:fillRect/>
              </a:stretch>
            </p:blipFill>
            <p:spPr>
              <a:xfrm>
                <a:off x="2109140" y="525340"/>
                <a:ext cx="347760" cy="744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墨迹 10">
                <a:extLst>
                  <a:ext uri="{FF2B5EF4-FFF2-40B4-BE49-F238E27FC236}">
                    <a16:creationId xmlns:a16="http://schemas.microsoft.com/office/drawing/2014/main" id="{81B2B25A-B6EE-4BDB-B35B-E27D71EB82E0}"/>
                  </a:ext>
                </a:extLst>
              </p14:cNvPr>
              <p14:cNvContentPartPr/>
              <p14:nvPr/>
            </p14:nvContentPartPr>
            <p14:xfrm>
              <a:off x="3043700" y="709300"/>
              <a:ext cx="390600" cy="482400"/>
            </p14:xfrm>
          </p:contentPart>
        </mc:Choice>
        <mc:Fallback xmlns="">
          <p:pic>
            <p:nvPicPr>
              <p:cNvPr id="11" name="墨迹 10">
                <a:extLst>
                  <a:ext uri="{FF2B5EF4-FFF2-40B4-BE49-F238E27FC236}">
                    <a16:creationId xmlns:a16="http://schemas.microsoft.com/office/drawing/2014/main" id="{81B2B25A-B6EE-4BDB-B35B-E27D71EB82E0}"/>
                  </a:ext>
                </a:extLst>
              </p:cNvPr>
              <p:cNvPicPr/>
              <p:nvPr/>
            </p:nvPicPr>
            <p:blipFill>
              <a:blip r:embed="rId7"/>
              <a:stretch>
                <a:fillRect/>
              </a:stretch>
            </p:blipFill>
            <p:spPr>
              <a:xfrm>
                <a:off x="3034692" y="700300"/>
                <a:ext cx="408256" cy="500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墨迹 11">
                <a:extLst>
                  <a:ext uri="{FF2B5EF4-FFF2-40B4-BE49-F238E27FC236}">
                    <a16:creationId xmlns:a16="http://schemas.microsoft.com/office/drawing/2014/main" id="{D46FB99D-FBBD-4235-AC9F-C7ECCEDB0AC5}"/>
                  </a:ext>
                </a:extLst>
              </p14:cNvPr>
              <p14:cNvContentPartPr/>
              <p14:nvPr/>
            </p14:nvContentPartPr>
            <p14:xfrm>
              <a:off x="4048460" y="783820"/>
              <a:ext cx="547920" cy="446400"/>
            </p14:xfrm>
          </p:contentPart>
        </mc:Choice>
        <mc:Fallback xmlns="">
          <p:pic>
            <p:nvPicPr>
              <p:cNvPr id="12" name="墨迹 11">
                <a:extLst>
                  <a:ext uri="{FF2B5EF4-FFF2-40B4-BE49-F238E27FC236}">
                    <a16:creationId xmlns:a16="http://schemas.microsoft.com/office/drawing/2014/main" id="{D46FB99D-FBBD-4235-AC9F-C7ECCEDB0AC5}"/>
                  </a:ext>
                </a:extLst>
              </p:cNvPr>
              <p:cNvPicPr/>
              <p:nvPr/>
            </p:nvPicPr>
            <p:blipFill>
              <a:blip r:embed="rId9"/>
              <a:stretch>
                <a:fillRect/>
              </a:stretch>
            </p:blipFill>
            <p:spPr>
              <a:xfrm>
                <a:off x="4039460" y="775180"/>
                <a:ext cx="565560" cy="46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墨迹 13">
                <a:extLst>
                  <a:ext uri="{FF2B5EF4-FFF2-40B4-BE49-F238E27FC236}">
                    <a16:creationId xmlns:a16="http://schemas.microsoft.com/office/drawing/2014/main" id="{6A1F09FC-6BCD-410A-B577-942F09F02619}"/>
                  </a:ext>
                </a:extLst>
              </p14:cNvPr>
              <p14:cNvContentPartPr/>
              <p14:nvPr/>
            </p14:nvContentPartPr>
            <p14:xfrm>
              <a:off x="5238260" y="572500"/>
              <a:ext cx="379080" cy="607320"/>
            </p14:xfrm>
          </p:contentPart>
        </mc:Choice>
        <mc:Fallback xmlns="">
          <p:pic>
            <p:nvPicPr>
              <p:cNvPr id="14" name="墨迹 13">
                <a:extLst>
                  <a:ext uri="{FF2B5EF4-FFF2-40B4-BE49-F238E27FC236}">
                    <a16:creationId xmlns:a16="http://schemas.microsoft.com/office/drawing/2014/main" id="{6A1F09FC-6BCD-410A-B577-942F09F02619}"/>
                  </a:ext>
                </a:extLst>
              </p:cNvPr>
              <p:cNvPicPr/>
              <p:nvPr/>
            </p:nvPicPr>
            <p:blipFill>
              <a:blip r:embed="rId11"/>
              <a:stretch>
                <a:fillRect/>
              </a:stretch>
            </p:blipFill>
            <p:spPr>
              <a:xfrm>
                <a:off x="5229620" y="563860"/>
                <a:ext cx="396720" cy="624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 name="墨迹 1">
                <a:extLst>
                  <a:ext uri="{FF2B5EF4-FFF2-40B4-BE49-F238E27FC236}">
                    <a16:creationId xmlns:a16="http://schemas.microsoft.com/office/drawing/2014/main" id="{32536617-2109-4EA4-BAF8-75C7D2CAD269}"/>
                  </a:ext>
                </a:extLst>
              </p14:cNvPr>
              <p14:cNvContentPartPr/>
              <p14:nvPr/>
            </p14:nvContentPartPr>
            <p14:xfrm>
              <a:off x="5859347" y="2328929"/>
              <a:ext cx="360" cy="360"/>
            </p14:xfrm>
          </p:contentPart>
        </mc:Choice>
        <mc:Fallback xmlns="">
          <p:pic>
            <p:nvPicPr>
              <p:cNvPr id="2" name="墨迹 1">
                <a:extLst>
                  <a:ext uri="{FF2B5EF4-FFF2-40B4-BE49-F238E27FC236}">
                    <a16:creationId xmlns:a16="http://schemas.microsoft.com/office/drawing/2014/main" id="{32536617-2109-4EA4-BAF8-75C7D2CAD269}"/>
                  </a:ext>
                </a:extLst>
              </p:cNvPr>
              <p:cNvPicPr/>
              <p:nvPr/>
            </p:nvPicPr>
            <p:blipFill>
              <a:blip r:embed="rId13"/>
              <a:stretch>
                <a:fillRect/>
              </a:stretch>
            </p:blipFill>
            <p:spPr>
              <a:xfrm>
                <a:off x="5850707" y="231992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3" name="墨迹 32">
                <a:extLst>
                  <a:ext uri="{FF2B5EF4-FFF2-40B4-BE49-F238E27FC236}">
                    <a16:creationId xmlns:a16="http://schemas.microsoft.com/office/drawing/2014/main" id="{AEE76086-5752-44B2-8444-D0CD6B28B916}"/>
                  </a:ext>
                </a:extLst>
              </p14:cNvPr>
              <p14:cNvContentPartPr/>
              <p14:nvPr/>
            </p14:nvContentPartPr>
            <p14:xfrm>
              <a:off x="8952107" y="1686689"/>
              <a:ext cx="108720" cy="39240"/>
            </p14:xfrm>
          </p:contentPart>
        </mc:Choice>
        <mc:Fallback xmlns="">
          <p:pic>
            <p:nvPicPr>
              <p:cNvPr id="33" name="墨迹 32">
                <a:extLst>
                  <a:ext uri="{FF2B5EF4-FFF2-40B4-BE49-F238E27FC236}">
                    <a16:creationId xmlns:a16="http://schemas.microsoft.com/office/drawing/2014/main" id="{AEE76086-5752-44B2-8444-D0CD6B28B916}"/>
                  </a:ext>
                </a:extLst>
              </p:cNvPr>
              <p:cNvPicPr/>
              <p:nvPr/>
            </p:nvPicPr>
            <p:blipFill>
              <a:blip r:embed="rId15"/>
              <a:stretch>
                <a:fillRect/>
              </a:stretch>
            </p:blipFill>
            <p:spPr>
              <a:xfrm>
                <a:off x="8943107" y="1677689"/>
                <a:ext cx="1263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4" name="墨迹 33">
                <a:extLst>
                  <a:ext uri="{FF2B5EF4-FFF2-40B4-BE49-F238E27FC236}">
                    <a16:creationId xmlns:a16="http://schemas.microsoft.com/office/drawing/2014/main" id="{FEF34B49-6CBC-416C-945C-BAFF03D08B7D}"/>
                  </a:ext>
                </a:extLst>
              </p14:cNvPr>
              <p14:cNvContentPartPr/>
              <p14:nvPr/>
            </p14:nvContentPartPr>
            <p14:xfrm>
              <a:off x="8852387" y="1387169"/>
              <a:ext cx="303480" cy="234360"/>
            </p14:xfrm>
          </p:contentPart>
        </mc:Choice>
        <mc:Fallback xmlns="">
          <p:pic>
            <p:nvPicPr>
              <p:cNvPr id="34" name="墨迹 33">
                <a:extLst>
                  <a:ext uri="{FF2B5EF4-FFF2-40B4-BE49-F238E27FC236}">
                    <a16:creationId xmlns:a16="http://schemas.microsoft.com/office/drawing/2014/main" id="{FEF34B49-6CBC-416C-945C-BAFF03D08B7D}"/>
                  </a:ext>
                </a:extLst>
              </p:cNvPr>
              <p:cNvPicPr/>
              <p:nvPr/>
            </p:nvPicPr>
            <p:blipFill>
              <a:blip r:embed="rId17"/>
              <a:stretch>
                <a:fillRect/>
              </a:stretch>
            </p:blipFill>
            <p:spPr>
              <a:xfrm>
                <a:off x="8843737" y="1378169"/>
                <a:ext cx="321141"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5" name="墨迹 34">
                <a:extLst>
                  <a:ext uri="{FF2B5EF4-FFF2-40B4-BE49-F238E27FC236}">
                    <a16:creationId xmlns:a16="http://schemas.microsoft.com/office/drawing/2014/main" id="{473995AE-EBF1-48E8-90AA-C2F89BABC9A5}"/>
                  </a:ext>
                </a:extLst>
              </p14:cNvPr>
              <p14:cNvContentPartPr/>
              <p14:nvPr/>
            </p14:nvContentPartPr>
            <p14:xfrm>
              <a:off x="9397427" y="1367369"/>
              <a:ext cx="47160" cy="46080"/>
            </p14:xfrm>
          </p:contentPart>
        </mc:Choice>
        <mc:Fallback xmlns="">
          <p:pic>
            <p:nvPicPr>
              <p:cNvPr id="35" name="墨迹 34">
                <a:extLst>
                  <a:ext uri="{FF2B5EF4-FFF2-40B4-BE49-F238E27FC236}">
                    <a16:creationId xmlns:a16="http://schemas.microsoft.com/office/drawing/2014/main" id="{473995AE-EBF1-48E8-90AA-C2F89BABC9A5}"/>
                  </a:ext>
                </a:extLst>
              </p:cNvPr>
              <p:cNvPicPr/>
              <p:nvPr/>
            </p:nvPicPr>
            <p:blipFill>
              <a:blip r:embed="rId19"/>
              <a:stretch>
                <a:fillRect/>
              </a:stretch>
            </p:blipFill>
            <p:spPr>
              <a:xfrm>
                <a:off x="9388427" y="1358729"/>
                <a:ext cx="6480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4" name="墨迹 43">
                <a:extLst>
                  <a:ext uri="{FF2B5EF4-FFF2-40B4-BE49-F238E27FC236}">
                    <a16:creationId xmlns:a16="http://schemas.microsoft.com/office/drawing/2014/main" id="{50B26087-0E22-4078-84EA-3C36FBEBF34B}"/>
                  </a:ext>
                </a:extLst>
              </p14:cNvPr>
              <p14:cNvContentPartPr/>
              <p14:nvPr/>
            </p14:nvContentPartPr>
            <p14:xfrm>
              <a:off x="9266027" y="1441529"/>
              <a:ext cx="277560" cy="315720"/>
            </p14:xfrm>
          </p:contentPart>
        </mc:Choice>
        <mc:Fallback xmlns="">
          <p:pic>
            <p:nvPicPr>
              <p:cNvPr id="44" name="墨迹 43">
                <a:extLst>
                  <a:ext uri="{FF2B5EF4-FFF2-40B4-BE49-F238E27FC236}">
                    <a16:creationId xmlns:a16="http://schemas.microsoft.com/office/drawing/2014/main" id="{50B26087-0E22-4078-84EA-3C36FBEBF34B}"/>
                  </a:ext>
                </a:extLst>
              </p:cNvPr>
              <p:cNvPicPr/>
              <p:nvPr/>
            </p:nvPicPr>
            <p:blipFill>
              <a:blip r:embed="rId21"/>
              <a:stretch>
                <a:fillRect/>
              </a:stretch>
            </p:blipFill>
            <p:spPr>
              <a:xfrm>
                <a:off x="9257376" y="1432529"/>
                <a:ext cx="295223"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5" name="墨迹 64">
                <a:extLst>
                  <a:ext uri="{FF2B5EF4-FFF2-40B4-BE49-F238E27FC236}">
                    <a16:creationId xmlns:a16="http://schemas.microsoft.com/office/drawing/2014/main" id="{8D4E0583-7E00-498F-A938-3495C4B05E5D}"/>
                  </a:ext>
                </a:extLst>
              </p14:cNvPr>
              <p14:cNvContentPartPr/>
              <p14:nvPr/>
            </p14:nvContentPartPr>
            <p14:xfrm>
              <a:off x="8549987" y="1787489"/>
              <a:ext cx="203760" cy="277200"/>
            </p14:xfrm>
          </p:contentPart>
        </mc:Choice>
        <mc:Fallback xmlns="">
          <p:pic>
            <p:nvPicPr>
              <p:cNvPr id="65" name="墨迹 64">
                <a:extLst>
                  <a:ext uri="{FF2B5EF4-FFF2-40B4-BE49-F238E27FC236}">
                    <a16:creationId xmlns:a16="http://schemas.microsoft.com/office/drawing/2014/main" id="{8D4E0583-7E00-498F-A938-3495C4B05E5D}"/>
                  </a:ext>
                </a:extLst>
              </p:cNvPr>
              <p:cNvPicPr/>
              <p:nvPr/>
            </p:nvPicPr>
            <p:blipFill>
              <a:blip r:embed="rId23"/>
              <a:stretch>
                <a:fillRect/>
              </a:stretch>
            </p:blipFill>
            <p:spPr>
              <a:xfrm>
                <a:off x="8541347" y="1778838"/>
                <a:ext cx="221400" cy="294863"/>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9" name="墨迹 68">
                <a:extLst>
                  <a:ext uri="{FF2B5EF4-FFF2-40B4-BE49-F238E27FC236}">
                    <a16:creationId xmlns:a16="http://schemas.microsoft.com/office/drawing/2014/main" id="{0644CAD1-7DFC-47AF-B2BE-A8482DBCB6DF}"/>
                  </a:ext>
                </a:extLst>
              </p14:cNvPr>
              <p14:cNvContentPartPr/>
              <p14:nvPr/>
            </p14:nvContentPartPr>
            <p14:xfrm>
              <a:off x="8872907" y="1845809"/>
              <a:ext cx="417240" cy="280440"/>
            </p14:xfrm>
          </p:contentPart>
        </mc:Choice>
        <mc:Fallback xmlns="">
          <p:pic>
            <p:nvPicPr>
              <p:cNvPr id="69" name="墨迹 68">
                <a:extLst>
                  <a:ext uri="{FF2B5EF4-FFF2-40B4-BE49-F238E27FC236}">
                    <a16:creationId xmlns:a16="http://schemas.microsoft.com/office/drawing/2014/main" id="{0644CAD1-7DFC-47AF-B2BE-A8482DBCB6DF}"/>
                  </a:ext>
                </a:extLst>
              </p:cNvPr>
              <p:cNvPicPr/>
              <p:nvPr/>
            </p:nvPicPr>
            <p:blipFill>
              <a:blip r:embed="rId25"/>
              <a:stretch>
                <a:fillRect/>
              </a:stretch>
            </p:blipFill>
            <p:spPr>
              <a:xfrm>
                <a:off x="8863907" y="1837169"/>
                <a:ext cx="43488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75" name="墨迹 74">
                <a:extLst>
                  <a:ext uri="{FF2B5EF4-FFF2-40B4-BE49-F238E27FC236}">
                    <a16:creationId xmlns:a16="http://schemas.microsoft.com/office/drawing/2014/main" id="{BB3EBAD2-FF22-4527-B081-357FFC909971}"/>
                  </a:ext>
                </a:extLst>
              </p14:cNvPr>
              <p14:cNvContentPartPr/>
              <p14:nvPr/>
            </p14:nvContentPartPr>
            <p14:xfrm>
              <a:off x="9709907" y="1997009"/>
              <a:ext cx="290160" cy="8640"/>
            </p14:xfrm>
          </p:contentPart>
        </mc:Choice>
        <mc:Fallback xmlns="">
          <p:pic>
            <p:nvPicPr>
              <p:cNvPr id="75" name="墨迹 74">
                <a:extLst>
                  <a:ext uri="{FF2B5EF4-FFF2-40B4-BE49-F238E27FC236}">
                    <a16:creationId xmlns:a16="http://schemas.microsoft.com/office/drawing/2014/main" id="{BB3EBAD2-FF22-4527-B081-357FFC909971}"/>
                  </a:ext>
                </a:extLst>
              </p:cNvPr>
              <p:cNvPicPr/>
              <p:nvPr/>
            </p:nvPicPr>
            <p:blipFill>
              <a:blip r:embed="rId27"/>
              <a:stretch>
                <a:fillRect/>
              </a:stretch>
            </p:blipFill>
            <p:spPr>
              <a:xfrm>
                <a:off x="9701267" y="1988009"/>
                <a:ext cx="30780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76" name="墨迹 75">
                <a:extLst>
                  <a:ext uri="{FF2B5EF4-FFF2-40B4-BE49-F238E27FC236}">
                    <a16:creationId xmlns:a16="http://schemas.microsoft.com/office/drawing/2014/main" id="{736CDA81-6406-49A2-B3A0-B9E61ED7E6E3}"/>
                  </a:ext>
                </a:extLst>
              </p14:cNvPr>
              <p14:cNvContentPartPr/>
              <p14:nvPr/>
            </p14:nvContentPartPr>
            <p14:xfrm>
              <a:off x="9398507" y="1835009"/>
              <a:ext cx="210240" cy="102240"/>
            </p14:xfrm>
          </p:contentPart>
        </mc:Choice>
        <mc:Fallback xmlns="">
          <p:pic>
            <p:nvPicPr>
              <p:cNvPr id="76" name="墨迹 75">
                <a:extLst>
                  <a:ext uri="{FF2B5EF4-FFF2-40B4-BE49-F238E27FC236}">
                    <a16:creationId xmlns:a16="http://schemas.microsoft.com/office/drawing/2014/main" id="{736CDA81-6406-49A2-B3A0-B9E61ED7E6E3}"/>
                  </a:ext>
                </a:extLst>
              </p:cNvPr>
              <p:cNvPicPr/>
              <p:nvPr/>
            </p:nvPicPr>
            <p:blipFill>
              <a:blip r:embed="rId29"/>
              <a:stretch>
                <a:fillRect/>
              </a:stretch>
            </p:blipFill>
            <p:spPr>
              <a:xfrm>
                <a:off x="9389507" y="1826369"/>
                <a:ext cx="22788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7" name="墨迹 76">
                <a:extLst>
                  <a:ext uri="{FF2B5EF4-FFF2-40B4-BE49-F238E27FC236}">
                    <a16:creationId xmlns:a16="http://schemas.microsoft.com/office/drawing/2014/main" id="{F92AA853-F863-4234-A51B-4C5EA21DAB3C}"/>
                  </a:ext>
                </a:extLst>
              </p14:cNvPr>
              <p14:cNvContentPartPr/>
              <p14:nvPr/>
            </p14:nvContentPartPr>
            <p14:xfrm>
              <a:off x="9357827" y="1983329"/>
              <a:ext cx="171360" cy="194760"/>
            </p14:xfrm>
          </p:contentPart>
        </mc:Choice>
        <mc:Fallback xmlns="">
          <p:pic>
            <p:nvPicPr>
              <p:cNvPr id="77" name="墨迹 76">
                <a:extLst>
                  <a:ext uri="{FF2B5EF4-FFF2-40B4-BE49-F238E27FC236}">
                    <a16:creationId xmlns:a16="http://schemas.microsoft.com/office/drawing/2014/main" id="{F92AA853-F863-4234-A51B-4C5EA21DAB3C}"/>
                  </a:ext>
                </a:extLst>
              </p:cNvPr>
              <p:cNvPicPr/>
              <p:nvPr/>
            </p:nvPicPr>
            <p:blipFill>
              <a:blip r:embed="rId31"/>
              <a:stretch>
                <a:fillRect/>
              </a:stretch>
            </p:blipFill>
            <p:spPr>
              <a:xfrm>
                <a:off x="9348827" y="1974673"/>
                <a:ext cx="189000" cy="212433"/>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90" name="墨迹 89">
                <a:extLst>
                  <a:ext uri="{FF2B5EF4-FFF2-40B4-BE49-F238E27FC236}">
                    <a16:creationId xmlns:a16="http://schemas.microsoft.com/office/drawing/2014/main" id="{915A9CAB-3896-4B94-9C9A-A48C646E96D4}"/>
                  </a:ext>
                </a:extLst>
              </p14:cNvPr>
              <p14:cNvContentPartPr/>
              <p14:nvPr/>
            </p14:nvContentPartPr>
            <p14:xfrm>
              <a:off x="10605227" y="1814849"/>
              <a:ext cx="1019880" cy="303120"/>
            </p14:xfrm>
          </p:contentPart>
        </mc:Choice>
        <mc:Fallback xmlns="">
          <p:pic>
            <p:nvPicPr>
              <p:cNvPr id="90" name="墨迹 89">
                <a:extLst>
                  <a:ext uri="{FF2B5EF4-FFF2-40B4-BE49-F238E27FC236}">
                    <a16:creationId xmlns:a16="http://schemas.microsoft.com/office/drawing/2014/main" id="{915A9CAB-3896-4B94-9C9A-A48C646E96D4}"/>
                  </a:ext>
                </a:extLst>
              </p:cNvPr>
              <p:cNvPicPr/>
              <p:nvPr/>
            </p:nvPicPr>
            <p:blipFill>
              <a:blip r:embed="rId33"/>
              <a:stretch>
                <a:fillRect/>
              </a:stretch>
            </p:blipFill>
            <p:spPr>
              <a:xfrm>
                <a:off x="10596227" y="1805849"/>
                <a:ext cx="103752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03" name="墨迹 102">
                <a:extLst>
                  <a:ext uri="{FF2B5EF4-FFF2-40B4-BE49-F238E27FC236}">
                    <a16:creationId xmlns:a16="http://schemas.microsoft.com/office/drawing/2014/main" id="{FE3B3224-39B5-4AEE-8FF8-3658D8D41C07}"/>
                  </a:ext>
                </a:extLst>
              </p14:cNvPr>
              <p14:cNvContentPartPr/>
              <p14:nvPr/>
            </p14:nvContentPartPr>
            <p14:xfrm>
              <a:off x="8953547" y="2325689"/>
              <a:ext cx="291960" cy="401040"/>
            </p14:xfrm>
          </p:contentPart>
        </mc:Choice>
        <mc:Fallback xmlns="">
          <p:pic>
            <p:nvPicPr>
              <p:cNvPr id="103" name="墨迹 102">
                <a:extLst>
                  <a:ext uri="{FF2B5EF4-FFF2-40B4-BE49-F238E27FC236}">
                    <a16:creationId xmlns:a16="http://schemas.microsoft.com/office/drawing/2014/main" id="{FE3B3224-39B5-4AEE-8FF8-3658D8D41C07}"/>
                  </a:ext>
                </a:extLst>
              </p:cNvPr>
              <p:cNvPicPr/>
              <p:nvPr/>
            </p:nvPicPr>
            <p:blipFill>
              <a:blip r:embed="rId35"/>
              <a:stretch>
                <a:fillRect/>
              </a:stretch>
            </p:blipFill>
            <p:spPr>
              <a:xfrm>
                <a:off x="8944547" y="2317041"/>
                <a:ext cx="309600" cy="418696"/>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04" name="墨迹 103">
                <a:extLst>
                  <a:ext uri="{FF2B5EF4-FFF2-40B4-BE49-F238E27FC236}">
                    <a16:creationId xmlns:a16="http://schemas.microsoft.com/office/drawing/2014/main" id="{6B64D23E-2AFA-4D35-9D7D-4DE442C42CD3}"/>
                  </a:ext>
                </a:extLst>
              </p14:cNvPr>
              <p14:cNvContentPartPr/>
              <p14:nvPr/>
            </p14:nvContentPartPr>
            <p14:xfrm>
              <a:off x="8503187" y="2364929"/>
              <a:ext cx="317880" cy="341280"/>
            </p14:xfrm>
          </p:contentPart>
        </mc:Choice>
        <mc:Fallback xmlns="">
          <p:pic>
            <p:nvPicPr>
              <p:cNvPr id="104" name="墨迹 103">
                <a:extLst>
                  <a:ext uri="{FF2B5EF4-FFF2-40B4-BE49-F238E27FC236}">
                    <a16:creationId xmlns:a16="http://schemas.microsoft.com/office/drawing/2014/main" id="{6B64D23E-2AFA-4D35-9D7D-4DE442C42CD3}"/>
                  </a:ext>
                </a:extLst>
              </p:cNvPr>
              <p:cNvPicPr/>
              <p:nvPr/>
            </p:nvPicPr>
            <p:blipFill>
              <a:blip r:embed="rId37"/>
              <a:stretch>
                <a:fillRect/>
              </a:stretch>
            </p:blipFill>
            <p:spPr>
              <a:xfrm>
                <a:off x="8494197" y="2356289"/>
                <a:ext cx="33550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10" name="墨迹 109">
                <a:extLst>
                  <a:ext uri="{FF2B5EF4-FFF2-40B4-BE49-F238E27FC236}">
                    <a16:creationId xmlns:a16="http://schemas.microsoft.com/office/drawing/2014/main" id="{960F84B7-D3EC-4417-B529-6460293A9948}"/>
                  </a:ext>
                </a:extLst>
              </p14:cNvPr>
              <p14:cNvContentPartPr/>
              <p14:nvPr/>
            </p14:nvContentPartPr>
            <p14:xfrm>
              <a:off x="9346307" y="2409209"/>
              <a:ext cx="330840" cy="324720"/>
            </p14:xfrm>
          </p:contentPart>
        </mc:Choice>
        <mc:Fallback xmlns="">
          <p:pic>
            <p:nvPicPr>
              <p:cNvPr id="110" name="墨迹 109">
                <a:extLst>
                  <a:ext uri="{FF2B5EF4-FFF2-40B4-BE49-F238E27FC236}">
                    <a16:creationId xmlns:a16="http://schemas.microsoft.com/office/drawing/2014/main" id="{960F84B7-D3EC-4417-B529-6460293A9948}"/>
                  </a:ext>
                </a:extLst>
              </p:cNvPr>
              <p:cNvPicPr/>
              <p:nvPr/>
            </p:nvPicPr>
            <p:blipFill>
              <a:blip r:embed="rId39"/>
              <a:stretch>
                <a:fillRect/>
              </a:stretch>
            </p:blipFill>
            <p:spPr>
              <a:xfrm>
                <a:off x="9337307" y="2400569"/>
                <a:ext cx="34848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24" name="墨迹 123">
                <a:extLst>
                  <a:ext uri="{FF2B5EF4-FFF2-40B4-BE49-F238E27FC236}">
                    <a16:creationId xmlns:a16="http://schemas.microsoft.com/office/drawing/2014/main" id="{70491799-5581-46B4-B66A-C13DEF2452B7}"/>
                  </a:ext>
                </a:extLst>
              </p14:cNvPr>
              <p14:cNvContentPartPr/>
              <p14:nvPr/>
            </p14:nvContentPartPr>
            <p14:xfrm>
              <a:off x="11381387" y="2351969"/>
              <a:ext cx="284400" cy="258120"/>
            </p14:xfrm>
          </p:contentPart>
        </mc:Choice>
        <mc:Fallback xmlns="">
          <p:pic>
            <p:nvPicPr>
              <p:cNvPr id="124" name="墨迹 123">
                <a:extLst>
                  <a:ext uri="{FF2B5EF4-FFF2-40B4-BE49-F238E27FC236}">
                    <a16:creationId xmlns:a16="http://schemas.microsoft.com/office/drawing/2014/main" id="{70491799-5581-46B4-B66A-C13DEF2452B7}"/>
                  </a:ext>
                </a:extLst>
              </p:cNvPr>
              <p:cNvPicPr/>
              <p:nvPr/>
            </p:nvPicPr>
            <p:blipFill>
              <a:blip r:embed="rId41"/>
              <a:stretch>
                <a:fillRect/>
              </a:stretch>
            </p:blipFill>
            <p:spPr>
              <a:xfrm>
                <a:off x="11372736" y="2342969"/>
                <a:ext cx="302062"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25" name="墨迹 124">
                <a:extLst>
                  <a:ext uri="{FF2B5EF4-FFF2-40B4-BE49-F238E27FC236}">
                    <a16:creationId xmlns:a16="http://schemas.microsoft.com/office/drawing/2014/main" id="{8B77CE77-6E3A-4128-908E-C97A852DB7C5}"/>
                  </a:ext>
                </a:extLst>
              </p14:cNvPr>
              <p14:cNvContentPartPr/>
              <p14:nvPr/>
            </p14:nvContentPartPr>
            <p14:xfrm>
              <a:off x="10536467" y="2342249"/>
              <a:ext cx="750600" cy="267480"/>
            </p14:xfrm>
          </p:contentPart>
        </mc:Choice>
        <mc:Fallback xmlns="">
          <p:pic>
            <p:nvPicPr>
              <p:cNvPr id="125" name="墨迹 124">
                <a:extLst>
                  <a:ext uri="{FF2B5EF4-FFF2-40B4-BE49-F238E27FC236}">
                    <a16:creationId xmlns:a16="http://schemas.microsoft.com/office/drawing/2014/main" id="{8B77CE77-6E3A-4128-908E-C97A852DB7C5}"/>
                  </a:ext>
                </a:extLst>
              </p:cNvPr>
              <p:cNvPicPr/>
              <p:nvPr/>
            </p:nvPicPr>
            <p:blipFill>
              <a:blip r:embed="rId43"/>
              <a:stretch>
                <a:fillRect/>
              </a:stretch>
            </p:blipFill>
            <p:spPr>
              <a:xfrm>
                <a:off x="10527471" y="2333609"/>
                <a:ext cx="768232"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30" name="墨迹 129">
                <a:extLst>
                  <a:ext uri="{FF2B5EF4-FFF2-40B4-BE49-F238E27FC236}">
                    <a16:creationId xmlns:a16="http://schemas.microsoft.com/office/drawing/2014/main" id="{98A39502-5C37-481E-B824-251C0E247670}"/>
                  </a:ext>
                </a:extLst>
              </p14:cNvPr>
              <p14:cNvContentPartPr/>
              <p14:nvPr/>
            </p14:nvContentPartPr>
            <p14:xfrm>
              <a:off x="8654027" y="2823569"/>
              <a:ext cx="185040" cy="204840"/>
            </p14:xfrm>
          </p:contentPart>
        </mc:Choice>
        <mc:Fallback xmlns="">
          <p:pic>
            <p:nvPicPr>
              <p:cNvPr id="130" name="墨迹 129">
                <a:extLst>
                  <a:ext uri="{FF2B5EF4-FFF2-40B4-BE49-F238E27FC236}">
                    <a16:creationId xmlns:a16="http://schemas.microsoft.com/office/drawing/2014/main" id="{98A39502-5C37-481E-B824-251C0E247670}"/>
                  </a:ext>
                </a:extLst>
              </p:cNvPr>
              <p:cNvPicPr/>
              <p:nvPr/>
            </p:nvPicPr>
            <p:blipFill>
              <a:blip r:embed="rId45"/>
              <a:stretch>
                <a:fillRect/>
              </a:stretch>
            </p:blipFill>
            <p:spPr>
              <a:xfrm>
                <a:off x="8645387" y="2814929"/>
                <a:ext cx="20268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31" name="墨迹 130">
                <a:extLst>
                  <a:ext uri="{FF2B5EF4-FFF2-40B4-BE49-F238E27FC236}">
                    <a16:creationId xmlns:a16="http://schemas.microsoft.com/office/drawing/2014/main" id="{67156C77-D736-4FE5-93C5-ED0B71F22731}"/>
                  </a:ext>
                </a:extLst>
              </p14:cNvPr>
              <p14:cNvContentPartPr/>
              <p14:nvPr/>
            </p14:nvContentPartPr>
            <p14:xfrm>
              <a:off x="8349827" y="2770649"/>
              <a:ext cx="166320" cy="274320"/>
            </p14:xfrm>
          </p:contentPart>
        </mc:Choice>
        <mc:Fallback xmlns="">
          <p:pic>
            <p:nvPicPr>
              <p:cNvPr id="131" name="墨迹 130">
                <a:extLst>
                  <a:ext uri="{FF2B5EF4-FFF2-40B4-BE49-F238E27FC236}">
                    <a16:creationId xmlns:a16="http://schemas.microsoft.com/office/drawing/2014/main" id="{67156C77-D736-4FE5-93C5-ED0B71F22731}"/>
                  </a:ext>
                </a:extLst>
              </p:cNvPr>
              <p:cNvPicPr/>
              <p:nvPr/>
            </p:nvPicPr>
            <p:blipFill>
              <a:blip r:embed="rId47"/>
              <a:stretch>
                <a:fillRect/>
              </a:stretch>
            </p:blipFill>
            <p:spPr>
              <a:xfrm>
                <a:off x="8341187" y="2761661"/>
                <a:ext cx="183960" cy="291937"/>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32" name="墨迹 131">
                <a:extLst>
                  <a:ext uri="{FF2B5EF4-FFF2-40B4-BE49-F238E27FC236}">
                    <a16:creationId xmlns:a16="http://schemas.microsoft.com/office/drawing/2014/main" id="{50829FA6-1785-4C99-BF31-BCBED0E3B3A0}"/>
                  </a:ext>
                </a:extLst>
              </p14:cNvPr>
              <p14:cNvContentPartPr/>
              <p14:nvPr/>
            </p14:nvContentPartPr>
            <p14:xfrm>
              <a:off x="9053267" y="2828249"/>
              <a:ext cx="94680" cy="27000"/>
            </p14:xfrm>
          </p:contentPart>
        </mc:Choice>
        <mc:Fallback xmlns="">
          <p:pic>
            <p:nvPicPr>
              <p:cNvPr id="132" name="墨迹 131">
                <a:extLst>
                  <a:ext uri="{FF2B5EF4-FFF2-40B4-BE49-F238E27FC236}">
                    <a16:creationId xmlns:a16="http://schemas.microsoft.com/office/drawing/2014/main" id="{50829FA6-1785-4C99-BF31-BCBED0E3B3A0}"/>
                  </a:ext>
                </a:extLst>
              </p:cNvPr>
              <p:cNvPicPr/>
              <p:nvPr/>
            </p:nvPicPr>
            <p:blipFill>
              <a:blip r:embed="rId49"/>
              <a:stretch>
                <a:fillRect/>
              </a:stretch>
            </p:blipFill>
            <p:spPr>
              <a:xfrm>
                <a:off x="9044267" y="2819609"/>
                <a:ext cx="1123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33" name="墨迹 132">
                <a:extLst>
                  <a:ext uri="{FF2B5EF4-FFF2-40B4-BE49-F238E27FC236}">
                    <a16:creationId xmlns:a16="http://schemas.microsoft.com/office/drawing/2014/main" id="{B843F3BA-A061-47C5-BAC6-24D50D02DA71}"/>
                  </a:ext>
                </a:extLst>
              </p14:cNvPr>
              <p14:cNvContentPartPr/>
              <p14:nvPr/>
            </p14:nvContentPartPr>
            <p14:xfrm>
              <a:off x="9010427" y="2913569"/>
              <a:ext cx="172080" cy="135360"/>
            </p14:xfrm>
          </p:contentPart>
        </mc:Choice>
        <mc:Fallback xmlns="">
          <p:pic>
            <p:nvPicPr>
              <p:cNvPr id="133" name="墨迹 132">
                <a:extLst>
                  <a:ext uri="{FF2B5EF4-FFF2-40B4-BE49-F238E27FC236}">
                    <a16:creationId xmlns:a16="http://schemas.microsoft.com/office/drawing/2014/main" id="{B843F3BA-A061-47C5-BAC6-24D50D02DA71}"/>
                  </a:ext>
                </a:extLst>
              </p:cNvPr>
              <p:cNvPicPr/>
              <p:nvPr/>
            </p:nvPicPr>
            <p:blipFill>
              <a:blip r:embed="rId51"/>
              <a:stretch>
                <a:fillRect/>
              </a:stretch>
            </p:blipFill>
            <p:spPr>
              <a:xfrm>
                <a:off x="9001787" y="2904929"/>
                <a:ext cx="18972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39" name="墨迹 138">
                <a:extLst>
                  <a:ext uri="{FF2B5EF4-FFF2-40B4-BE49-F238E27FC236}">
                    <a16:creationId xmlns:a16="http://schemas.microsoft.com/office/drawing/2014/main" id="{AF9F0869-E563-42B7-8E42-E95AF4C4E71F}"/>
                  </a:ext>
                </a:extLst>
              </p14:cNvPr>
              <p14:cNvContentPartPr/>
              <p14:nvPr/>
            </p14:nvContentPartPr>
            <p14:xfrm>
              <a:off x="9709547" y="2813129"/>
              <a:ext cx="223200" cy="214560"/>
            </p14:xfrm>
          </p:contentPart>
        </mc:Choice>
        <mc:Fallback xmlns="">
          <p:pic>
            <p:nvPicPr>
              <p:cNvPr id="139" name="墨迹 138">
                <a:extLst>
                  <a:ext uri="{FF2B5EF4-FFF2-40B4-BE49-F238E27FC236}">
                    <a16:creationId xmlns:a16="http://schemas.microsoft.com/office/drawing/2014/main" id="{AF9F0869-E563-42B7-8E42-E95AF4C4E71F}"/>
                  </a:ext>
                </a:extLst>
              </p:cNvPr>
              <p:cNvPicPr/>
              <p:nvPr/>
            </p:nvPicPr>
            <p:blipFill>
              <a:blip r:embed="rId53"/>
              <a:stretch>
                <a:fillRect/>
              </a:stretch>
            </p:blipFill>
            <p:spPr>
              <a:xfrm>
                <a:off x="9700547" y="2804489"/>
                <a:ext cx="24084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40" name="墨迹 139">
                <a:extLst>
                  <a:ext uri="{FF2B5EF4-FFF2-40B4-BE49-F238E27FC236}">
                    <a16:creationId xmlns:a16="http://schemas.microsoft.com/office/drawing/2014/main" id="{3E55E0BA-9BD9-4138-B37C-D56573CBD1EA}"/>
                  </a:ext>
                </a:extLst>
              </p14:cNvPr>
              <p14:cNvContentPartPr/>
              <p14:nvPr/>
            </p14:nvContentPartPr>
            <p14:xfrm>
              <a:off x="9388787" y="2881169"/>
              <a:ext cx="196560" cy="147240"/>
            </p14:xfrm>
          </p:contentPart>
        </mc:Choice>
        <mc:Fallback xmlns="">
          <p:pic>
            <p:nvPicPr>
              <p:cNvPr id="140" name="墨迹 139">
                <a:extLst>
                  <a:ext uri="{FF2B5EF4-FFF2-40B4-BE49-F238E27FC236}">
                    <a16:creationId xmlns:a16="http://schemas.microsoft.com/office/drawing/2014/main" id="{3E55E0BA-9BD9-4138-B37C-D56573CBD1EA}"/>
                  </a:ext>
                </a:extLst>
              </p:cNvPr>
              <p:cNvPicPr/>
              <p:nvPr/>
            </p:nvPicPr>
            <p:blipFill>
              <a:blip r:embed="rId55"/>
              <a:stretch>
                <a:fillRect/>
              </a:stretch>
            </p:blipFill>
            <p:spPr>
              <a:xfrm>
                <a:off x="9379787" y="2872169"/>
                <a:ext cx="21420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59" name="墨迹 158">
                <a:extLst>
                  <a:ext uri="{FF2B5EF4-FFF2-40B4-BE49-F238E27FC236}">
                    <a16:creationId xmlns:a16="http://schemas.microsoft.com/office/drawing/2014/main" id="{9543361A-EBE4-4A86-B4CD-2FE2C1B2032B}"/>
                  </a:ext>
                </a:extLst>
              </p14:cNvPr>
              <p14:cNvContentPartPr/>
              <p14:nvPr/>
            </p14:nvContentPartPr>
            <p14:xfrm>
              <a:off x="8487347" y="3130289"/>
              <a:ext cx="147960" cy="265680"/>
            </p14:xfrm>
          </p:contentPart>
        </mc:Choice>
        <mc:Fallback xmlns="">
          <p:pic>
            <p:nvPicPr>
              <p:cNvPr id="159" name="墨迹 158">
                <a:extLst>
                  <a:ext uri="{FF2B5EF4-FFF2-40B4-BE49-F238E27FC236}">
                    <a16:creationId xmlns:a16="http://schemas.microsoft.com/office/drawing/2014/main" id="{9543361A-EBE4-4A86-B4CD-2FE2C1B2032B}"/>
                  </a:ext>
                </a:extLst>
              </p:cNvPr>
              <p:cNvPicPr/>
              <p:nvPr/>
            </p:nvPicPr>
            <p:blipFill>
              <a:blip r:embed="rId57"/>
              <a:stretch>
                <a:fillRect/>
              </a:stretch>
            </p:blipFill>
            <p:spPr>
              <a:xfrm>
                <a:off x="8478347" y="3121289"/>
                <a:ext cx="16560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62" name="墨迹 161">
                <a:extLst>
                  <a:ext uri="{FF2B5EF4-FFF2-40B4-BE49-F238E27FC236}">
                    <a16:creationId xmlns:a16="http://schemas.microsoft.com/office/drawing/2014/main" id="{E7CD4B30-4D2B-48F2-8AC0-89C942AF6C59}"/>
                  </a:ext>
                </a:extLst>
              </p14:cNvPr>
              <p14:cNvContentPartPr/>
              <p14:nvPr/>
            </p14:nvContentPartPr>
            <p14:xfrm>
              <a:off x="8797307" y="3152969"/>
              <a:ext cx="17640" cy="182880"/>
            </p14:xfrm>
          </p:contentPart>
        </mc:Choice>
        <mc:Fallback xmlns="">
          <p:pic>
            <p:nvPicPr>
              <p:cNvPr id="162" name="墨迹 161">
                <a:extLst>
                  <a:ext uri="{FF2B5EF4-FFF2-40B4-BE49-F238E27FC236}">
                    <a16:creationId xmlns:a16="http://schemas.microsoft.com/office/drawing/2014/main" id="{E7CD4B30-4D2B-48F2-8AC0-89C942AF6C59}"/>
                  </a:ext>
                </a:extLst>
              </p:cNvPr>
              <p:cNvPicPr/>
              <p:nvPr/>
            </p:nvPicPr>
            <p:blipFill>
              <a:blip r:embed="rId59"/>
              <a:stretch>
                <a:fillRect/>
              </a:stretch>
            </p:blipFill>
            <p:spPr>
              <a:xfrm>
                <a:off x="8788307" y="3144329"/>
                <a:ext cx="3528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63" name="墨迹 162">
                <a:extLst>
                  <a:ext uri="{FF2B5EF4-FFF2-40B4-BE49-F238E27FC236}">
                    <a16:creationId xmlns:a16="http://schemas.microsoft.com/office/drawing/2014/main" id="{9838553B-C837-44F7-B557-611A44087B94}"/>
                  </a:ext>
                </a:extLst>
              </p14:cNvPr>
              <p14:cNvContentPartPr/>
              <p14:nvPr/>
            </p14:nvContentPartPr>
            <p14:xfrm>
              <a:off x="8963627" y="3146129"/>
              <a:ext cx="203040" cy="185400"/>
            </p14:xfrm>
          </p:contentPart>
        </mc:Choice>
        <mc:Fallback xmlns="">
          <p:pic>
            <p:nvPicPr>
              <p:cNvPr id="163" name="墨迹 162">
                <a:extLst>
                  <a:ext uri="{FF2B5EF4-FFF2-40B4-BE49-F238E27FC236}">
                    <a16:creationId xmlns:a16="http://schemas.microsoft.com/office/drawing/2014/main" id="{9838553B-C837-44F7-B557-611A44087B94}"/>
                  </a:ext>
                </a:extLst>
              </p:cNvPr>
              <p:cNvPicPr/>
              <p:nvPr/>
            </p:nvPicPr>
            <p:blipFill>
              <a:blip r:embed="rId61"/>
              <a:stretch>
                <a:fillRect/>
              </a:stretch>
            </p:blipFill>
            <p:spPr>
              <a:xfrm>
                <a:off x="8954987" y="3137129"/>
                <a:ext cx="22068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66" name="墨迹 165">
                <a:extLst>
                  <a:ext uri="{FF2B5EF4-FFF2-40B4-BE49-F238E27FC236}">
                    <a16:creationId xmlns:a16="http://schemas.microsoft.com/office/drawing/2014/main" id="{8404FF13-3862-4448-A834-D5843E3EA40F}"/>
                  </a:ext>
                </a:extLst>
              </p14:cNvPr>
              <p14:cNvContentPartPr/>
              <p14:nvPr/>
            </p14:nvContentPartPr>
            <p14:xfrm>
              <a:off x="9325067" y="3151169"/>
              <a:ext cx="238680" cy="208440"/>
            </p14:xfrm>
          </p:contentPart>
        </mc:Choice>
        <mc:Fallback xmlns="">
          <p:pic>
            <p:nvPicPr>
              <p:cNvPr id="166" name="墨迹 165">
                <a:extLst>
                  <a:ext uri="{FF2B5EF4-FFF2-40B4-BE49-F238E27FC236}">
                    <a16:creationId xmlns:a16="http://schemas.microsoft.com/office/drawing/2014/main" id="{8404FF13-3862-4448-A834-D5843E3EA40F}"/>
                  </a:ext>
                </a:extLst>
              </p:cNvPr>
              <p:cNvPicPr/>
              <p:nvPr/>
            </p:nvPicPr>
            <p:blipFill>
              <a:blip r:embed="rId63"/>
              <a:stretch>
                <a:fillRect/>
              </a:stretch>
            </p:blipFill>
            <p:spPr>
              <a:xfrm>
                <a:off x="9316427" y="3142169"/>
                <a:ext cx="2563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73" name="墨迹 172">
                <a:extLst>
                  <a:ext uri="{FF2B5EF4-FFF2-40B4-BE49-F238E27FC236}">
                    <a16:creationId xmlns:a16="http://schemas.microsoft.com/office/drawing/2014/main" id="{23D6E69E-E588-4FA9-92D7-2778F4D1337A}"/>
                  </a:ext>
                </a:extLst>
              </p14:cNvPr>
              <p14:cNvContentPartPr/>
              <p14:nvPr/>
            </p14:nvContentPartPr>
            <p14:xfrm>
              <a:off x="9677147" y="3183929"/>
              <a:ext cx="461160" cy="223560"/>
            </p14:xfrm>
          </p:contentPart>
        </mc:Choice>
        <mc:Fallback xmlns="">
          <p:pic>
            <p:nvPicPr>
              <p:cNvPr id="173" name="墨迹 172">
                <a:extLst>
                  <a:ext uri="{FF2B5EF4-FFF2-40B4-BE49-F238E27FC236}">
                    <a16:creationId xmlns:a16="http://schemas.microsoft.com/office/drawing/2014/main" id="{23D6E69E-E588-4FA9-92D7-2778F4D1337A}"/>
                  </a:ext>
                </a:extLst>
              </p:cNvPr>
              <p:cNvPicPr/>
              <p:nvPr/>
            </p:nvPicPr>
            <p:blipFill>
              <a:blip r:embed="rId65"/>
              <a:stretch>
                <a:fillRect/>
              </a:stretch>
            </p:blipFill>
            <p:spPr>
              <a:xfrm>
                <a:off x="9668500" y="3174943"/>
                <a:ext cx="478814" cy="241172"/>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46" name="墨迹 245">
                <a:extLst>
                  <a:ext uri="{FF2B5EF4-FFF2-40B4-BE49-F238E27FC236}">
                    <a16:creationId xmlns:a16="http://schemas.microsoft.com/office/drawing/2014/main" id="{2A84BD68-CBED-4995-B420-974CA59A83A2}"/>
                  </a:ext>
                </a:extLst>
              </p14:cNvPr>
              <p14:cNvContentPartPr/>
              <p14:nvPr/>
            </p14:nvContentPartPr>
            <p14:xfrm>
              <a:off x="8954987" y="3473729"/>
              <a:ext cx="435960" cy="207720"/>
            </p14:xfrm>
          </p:contentPart>
        </mc:Choice>
        <mc:Fallback xmlns="">
          <p:pic>
            <p:nvPicPr>
              <p:cNvPr id="246" name="墨迹 245">
                <a:extLst>
                  <a:ext uri="{FF2B5EF4-FFF2-40B4-BE49-F238E27FC236}">
                    <a16:creationId xmlns:a16="http://schemas.microsoft.com/office/drawing/2014/main" id="{2A84BD68-CBED-4995-B420-974CA59A83A2}"/>
                  </a:ext>
                </a:extLst>
              </p:cNvPr>
              <p:cNvPicPr/>
              <p:nvPr/>
            </p:nvPicPr>
            <p:blipFill>
              <a:blip r:embed="rId67"/>
              <a:stretch>
                <a:fillRect/>
              </a:stretch>
            </p:blipFill>
            <p:spPr>
              <a:xfrm>
                <a:off x="8946347" y="3465089"/>
                <a:ext cx="45360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47" name="墨迹 246">
                <a:extLst>
                  <a:ext uri="{FF2B5EF4-FFF2-40B4-BE49-F238E27FC236}">
                    <a16:creationId xmlns:a16="http://schemas.microsoft.com/office/drawing/2014/main" id="{C47A6C69-4744-4FE3-B9E3-ACCA3CCD9532}"/>
                  </a:ext>
                </a:extLst>
              </p14:cNvPr>
              <p14:cNvContentPartPr/>
              <p14:nvPr/>
            </p14:nvContentPartPr>
            <p14:xfrm>
              <a:off x="8713787" y="3475529"/>
              <a:ext cx="125280" cy="175320"/>
            </p14:xfrm>
          </p:contentPart>
        </mc:Choice>
        <mc:Fallback xmlns="">
          <p:pic>
            <p:nvPicPr>
              <p:cNvPr id="247" name="墨迹 246">
                <a:extLst>
                  <a:ext uri="{FF2B5EF4-FFF2-40B4-BE49-F238E27FC236}">
                    <a16:creationId xmlns:a16="http://schemas.microsoft.com/office/drawing/2014/main" id="{C47A6C69-4744-4FE3-B9E3-ACCA3CCD9532}"/>
                  </a:ext>
                </a:extLst>
              </p:cNvPr>
              <p:cNvPicPr/>
              <p:nvPr/>
            </p:nvPicPr>
            <p:blipFill>
              <a:blip r:embed="rId69"/>
              <a:stretch>
                <a:fillRect/>
              </a:stretch>
            </p:blipFill>
            <p:spPr>
              <a:xfrm>
                <a:off x="8704813" y="3466889"/>
                <a:ext cx="142869"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48" name="墨迹 247">
                <a:extLst>
                  <a:ext uri="{FF2B5EF4-FFF2-40B4-BE49-F238E27FC236}">
                    <a16:creationId xmlns:a16="http://schemas.microsoft.com/office/drawing/2014/main" id="{95FD30F5-D8C5-4AE5-808D-2580F97BB158}"/>
                  </a:ext>
                </a:extLst>
              </p14:cNvPr>
              <p14:cNvContentPartPr/>
              <p14:nvPr/>
            </p14:nvContentPartPr>
            <p14:xfrm>
              <a:off x="8453867" y="3440609"/>
              <a:ext cx="192600" cy="223200"/>
            </p14:xfrm>
          </p:contentPart>
        </mc:Choice>
        <mc:Fallback xmlns="">
          <p:pic>
            <p:nvPicPr>
              <p:cNvPr id="248" name="墨迹 247">
                <a:extLst>
                  <a:ext uri="{FF2B5EF4-FFF2-40B4-BE49-F238E27FC236}">
                    <a16:creationId xmlns:a16="http://schemas.microsoft.com/office/drawing/2014/main" id="{95FD30F5-D8C5-4AE5-808D-2580F97BB158}"/>
                  </a:ext>
                </a:extLst>
              </p:cNvPr>
              <p:cNvPicPr/>
              <p:nvPr/>
            </p:nvPicPr>
            <p:blipFill>
              <a:blip r:embed="rId71"/>
              <a:stretch>
                <a:fillRect/>
              </a:stretch>
            </p:blipFill>
            <p:spPr>
              <a:xfrm>
                <a:off x="8445227" y="3431969"/>
                <a:ext cx="21024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79" name="墨迹 278">
                <a:extLst>
                  <a:ext uri="{FF2B5EF4-FFF2-40B4-BE49-F238E27FC236}">
                    <a16:creationId xmlns:a16="http://schemas.microsoft.com/office/drawing/2014/main" id="{8A2C4851-2838-4C9F-AB86-00EF83F13ABD}"/>
                  </a:ext>
                </a:extLst>
              </p14:cNvPr>
              <p14:cNvContentPartPr/>
              <p14:nvPr/>
            </p14:nvContentPartPr>
            <p14:xfrm>
              <a:off x="9176027" y="3737249"/>
              <a:ext cx="234000" cy="292320"/>
            </p14:xfrm>
          </p:contentPart>
        </mc:Choice>
        <mc:Fallback xmlns="">
          <p:pic>
            <p:nvPicPr>
              <p:cNvPr id="279" name="墨迹 278">
                <a:extLst>
                  <a:ext uri="{FF2B5EF4-FFF2-40B4-BE49-F238E27FC236}">
                    <a16:creationId xmlns:a16="http://schemas.microsoft.com/office/drawing/2014/main" id="{8A2C4851-2838-4C9F-AB86-00EF83F13ABD}"/>
                  </a:ext>
                </a:extLst>
              </p:cNvPr>
              <p:cNvPicPr/>
              <p:nvPr/>
            </p:nvPicPr>
            <p:blipFill>
              <a:blip r:embed="rId73"/>
              <a:stretch>
                <a:fillRect/>
              </a:stretch>
            </p:blipFill>
            <p:spPr>
              <a:xfrm>
                <a:off x="9167027" y="3728609"/>
                <a:ext cx="25164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80" name="墨迹 279">
                <a:extLst>
                  <a:ext uri="{FF2B5EF4-FFF2-40B4-BE49-F238E27FC236}">
                    <a16:creationId xmlns:a16="http://schemas.microsoft.com/office/drawing/2014/main" id="{16F316ED-DD55-4FDB-A73B-05615579F884}"/>
                  </a:ext>
                </a:extLst>
              </p14:cNvPr>
              <p14:cNvContentPartPr/>
              <p14:nvPr/>
            </p14:nvContentPartPr>
            <p14:xfrm>
              <a:off x="8778947" y="3774329"/>
              <a:ext cx="192600" cy="217440"/>
            </p14:xfrm>
          </p:contentPart>
        </mc:Choice>
        <mc:Fallback xmlns="">
          <p:pic>
            <p:nvPicPr>
              <p:cNvPr id="280" name="墨迹 279">
                <a:extLst>
                  <a:ext uri="{FF2B5EF4-FFF2-40B4-BE49-F238E27FC236}">
                    <a16:creationId xmlns:a16="http://schemas.microsoft.com/office/drawing/2014/main" id="{16F316ED-DD55-4FDB-A73B-05615579F884}"/>
                  </a:ext>
                </a:extLst>
              </p:cNvPr>
              <p:cNvPicPr/>
              <p:nvPr/>
            </p:nvPicPr>
            <p:blipFill>
              <a:blip r:embed="rId75"/>
              <a:stretch>
                <a:fillRect/>
              </a:stretch>
            </p:blipFill>
            <p:spPr>
              <a:xfrm>
                <a:off x="8770307" y="3765689"/>
                <a:ext cx="21024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81" name="墨迹 280">
                <a:extLst>
                  <a:ext uri="{FF2B5EF4-FFF2-40B4-BE49-F238E27FC236}">
                    <a16:creationId xmlns:a16="http://schemas.microsoft.com/office/drawing/2014/main" id="{DFA5230A-EE5B-449B-B99F-EB7436A3EB61}"/>
                  </a:ext>
                </a:extLst>
              </p14:cNvPr>
              <p14:cNvContentPartPr/>
              <p14:nvPr/>
            </p14:nvContentPartPr>
            <p14:xfrm>
              <a:off x="8431907" y="3793409"/>
              <a:ext cx="230400" cy="248400"/>
            </p14:xfrm>
          </p:contentPart>
        </mc:Choice>
        <mc:Fallback xmlns="">
          <p:pic>
            <p:nvPicPr>
              <p:cNvPr id="281" name="墨迹 280">
                <a:extLst>
                  <a:ext uri="{FF2B5EF4-FFF2-40B4-BE49-F238E27FC236}">
                    <a16:creationId xmlns:a16="http://schemas.microsoft.com/office/drawing/2014/main" id="{DFA5230A-EE5B-449B-B99F-EB7436A3EB61}"/>
                  </a:ext>
                </a:extLst>
              </p:cNvPr>
              <p:cNvPicPr/>
              <p:nvPr/>
            </p:nvPicPr>
            <p:blipFill>
              <a:blip r:embed="rId77"/>
              <a:stretch>
                <a:fillRect/>
              </a:stretch>
            </p:blipFill>
            <p:spPr>
              <a:xfrm>
                <a:off x="8422907" y="3784756"/>
                <a:ext cx="248040" cy="266066"/>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326" name="墨迹 325">
                <a:extLst>
                  <a:ext uri="{FF2B5EF4-FFF2-40B4-BE49-F238E27FC236}">
                    <a16:creationId xmlns:a16="http://schemas.microsoft.com/office/drawing/2014/main" id="{9D297A79-F54B-49E9-97B7-D01F0C2DBB4E}"/>
                  </a:ext>
                </a:extLst>
              </p14:cNvPr>
              <p14:cNvContentPartPr/>
              <p14:nvPr/>
            </p14:nvContentPartPr>
            <p14:xfrm>
              <a:off x="10254227" y="2704049"/>
              <a:ext cx="1928520" cy="1414080"/>
            </p14:xfrm>
          </p:contentPart>
        </mc:Choice>
        <mc:Fallback xmlns="">
          <p:pic>
            <p:nvPicPr>
              <p:cNvPr id="326" name="墨迹 325">
                <a:extLst>
                  <a:ext uri="{FF2B5EF4-FFF2-40B4-BE49-F238E27FC236}">
                    <a16:creationId xmlns:a16="http://schemas.microsoft.com/office/drawing/2014/main" id="{9D297A79-F54B-49E9-97B7-D01F0C2DBB4E}"/>
                  </a:ext>
                </a:extLst>
              </p:cNvPr>
              <p:cNvPicPr/>
              <p:nvPr/>
            </p:nvPicPr>
            <p:blipFill>
              <a:blip r:embed="rId79"/>
              <a:stretch>
                <a:fillRect/>
              </a:stretch>
            </p:blipFill>
            <p:spPr>
              <a:xfrm>
                <a:off x="10245227" y="2695049"/>
                <a:ext cx="1946160" cy="1431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29" name="墨迹 328">
                <a:extLst>
                  <a:ext uri="{FF2B5EF4-FFF2-40B4-BE49-F238E27FC236}">
                    <a16:creationId xmlns:a16="http://schemas.microsoft.com/office/drawing/2014/main" id="{33D81C42-8094-48AE-B564-0EC488D7333D}"/>
                  </a:ext>
                </a:extLst>
              </p14:cNvPr>
              <p14:cNvContentPartPr/>
              <p14:nvPr/>
            </p14:nvContentPartPr>
            <p14:xfrm>
              <a:off x="8478707" y="4147649"/>
              <a:ext cx="171360" cy="208800"/>
            </p14:xfrm>
          </p:contentPart>
        </mc:Choice>
        <mc:Fallback xmlns="">
          <p:pic>
            <p:nvPicPr>
              <p:cNvPr id="329" name="墨迹 328">
                <a:extLst>
                  <a:ext uri="{FF2B5EF4-FFF2-40B4-BE49-F238E27FC236}">
                    <a16:creationId xmlns:a16="http://schemas.microsoft.com/office/drawing/2014/main" id="{33D81C42-8094-48AE-B564-0EC488D7333D}"/>
                  </a:ext>
                </a:extLst>
              </p:cNvPr>
              <p:cNvPicPr/>
              <p:nvPr/>
            </p:nvPicPr>
            <p:blipFill>
              <a:blip r:embed="rId81"/>
              <a:stretch>
                <a:fillRect/>
              </a:stretch>
            </p:blipFill>
            <p:spPr>
              <a:xfrm>
                <a:off x="8470067" y="4139009"/>
                <a:ext cx="18900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30" name="墨迹 329">
                <a:extLst>
                  <a:ext uri="{FF2B5EF4-FFF2-40B4-BE49-F238E27FC236}">
                    <a16:creationId xmlns:a16="http://schemas.microsoft.com/office/drawing/2014/main" id="{B1467126-8099-4880-8E62-7FA0FB1988A2}"/>
                  </a:ext>
                </a:extLst>
              </p14:cNvPr>
              <p14:cNvContentPartPr/>
              <p14:nvPr/>
            </p14:nvContentPartPr>
            <p14:xfrm>
              <a:off x="8802347" y="4231169"/>
              <a:ext cx="299520" cy="172800"/>
            </p14:xfrm>
          </p:contentPart>
        </mc:Choice>
        <mc:Fallback xmlns="">
          <p:pic>
            <p:nvPicPr>
              <p:cNvPr id="330" name="墨迹 329">
                <a:extLst>
                  <a:ext uri="{FF2B5EF4-FFF2-40B4-BE49-F238E27FC236}">
                    <a16:creationId xmlns:a16="http://schemas.microsoft.com/office/drawing/2014/main" id="{B1467126-8099-4880-8E62-7FA0FB1988A2}"/>
                  </a:ext>
                </a:extLst>
              </p:cNvPr>
              <p:cNvPicPr/>
              <p:nvPr/>
            </p:nvPicPr>
            <p:blipFill>
              <a:blip r:embed="rId83"/>
              <a:stretch>
                <a:fillRect/>
              </a:stretch>
            </p:blipFill>
            <p:spPr>
              <a:xfrm>
                <a:off x="8793707" y="4222169"/>
                <a:ext cx="31716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338" name="墨迹 337">
                <a:extLst>
                  <a:ext uri="{FF2B5EF4-FFF2-40B4-BE49-F238E27FC236}">
                    <a16:creationId xmlns:a16="http://schemas.microsoft.com/office/drawing/2014/main" id="{0A88F67A-88B7-4DFD-877F-7CC21C11E409}"/>
                  </a:ext>
                </a:extLst>
              </p14:cNvPr>
              <p14:cNvContentPartPr/>
              <p14:nvPr/>
            </p14:nvContentPartPr>
            <p14:xfrm>
              <a:off x="9199787" y="4203089"/>
              <a:ext cx="229680" cy="229680"/>
            </p14:xfrm>
          </p:contentPart>
        </mc:Choice>
        <mc:Fallback xmlns="">
          <p:pic>
            <p:nvPicPr>
              <p:cNvPr id="338" name="墨迹 337">
                <a:extLst>
                  <a:ext uri="{FF2B5EF4-FFF2-40B4-BE49-F238E27FC236}">
                    <a16:creationId xmlns:a16="http://schemas.microsoft.com/office/drawing/2014/main" id="{0A88F67A-88B7-4DFD-877F-7CC21C11E409}"/>
                  </a:ext>
                </a:extLst>
              </p:cNvPr>
              <p:cNvPicPr/>
              <p:nvPr/>
            </p:nvPicPr>
            <p:blipFill>
              <a:blip r:embed="rId85"/>
              <a:stretch>
                <a:fillRect/>
              </a:stretch>
            </p:blipFill>
            <p:spPr>
              <a:xfrm>
                <a:off x="9190801" y="4194089"/>
                <a:ext cx="247292"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39" name="墨迹 338">
                <a:extLst>
                  <a:ext uri="{FF2B5EF4-FFF2-40B4-BE49-F238E27FC236}">
                    <a16:creationId xmlns:a16="http://schemas.microsoft.com/office/drawing/2014/main" id="{8805DF60-D09C-426E-BFFF-290448779372}"/>
                  </a:ext>
                </a:extLst>
              </p14:cNvPr>
              <p14:cNvContentPartPr/>
              <p14:nvPr/>
            </p14:nvContentPartPr>
            <p14:xfrm>
              <a:off x="9661307" y="4211369"/>
              <a:ext cx="182160" cy="195480"/>
            </p14:xfrm>
          </p:contentPart>
        </mc:Choice>
        <mc:Fallback xmlns="">
          <p:pic>
            <p:nvPicPr>
              <p:cNvPr id="339" name="墨迹 338">
                <a:extLst>
                  <a:ext uri="{FF2B5EF4-FFF2-40B4-BE49-F238E27FC236}">
                    <a16:creationId xmlns:a16="http://schemas.microsoft.com/office/drawing/2014/main" id="{8805DF60-D09C-426E-BFFF-290448779372}"/>
                  </a:ext>
                </a:extLst>
              </p:cNvPr>
              <p:cNvPicPr/>
              <p:nvPr/>
            </p:nvPicPr>
            <p:blipFill>
              <a:blip r:embed="rId87"/>
              <a:stretch>
                <a:fillRect/>
              </a:stretch>
            </p:blipFill>
            <p:spPr>
              <a:xfrm>
                <a:off x="9652307" y="4202729"/>
                <a:ext cx="19980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349" name="墨迹 348">
                <a:extLst>
                  <a:ext uri="{FF2B5EF4-FFF2-40B4-BE49-F238E27FC236}">
                    <a16:creationId xmlns:a16="http://schemas.microsoft.com/office/drawing/2014/main" id="{400882A8-D3AE-4BC5-B87C-4DC6CB960C1A}"/>
                  </a:ext>
                </a:extLst>
              </p14:cNvPr>
              <p14:cNvContentPartPr/>
              <p14:nvPr/>
            </p14:nvContentPartPr>
            <p14:xfrm>
              <a:off x="10963067" y="4256729"/>
              <a:ext cx="258840" cy="171360"/>
            </p14:xfrm>
          </p:contentPart>
        </mc:Choice>
        <mc:Fallback xmlns="">
          <p:pic>
            <p:nvPicPr>
              <p:cNvPr id="349" name="墨迹 348">
                <a:extLst>
                  <a:ext uri="{FF2B5EF4-FFF2-40B4-BE49-F238E27FC236}">
                    <a16:creationId xmlns:a16="http://schemas.microsoft.com/office/drawing/2014/main" id="{400882A8-D3AE-4BC5-B87C-4DC6CB960C1A}"/>
                  </a:ext>
                </a:extLst>
              </p:cNvPr>
              <p:cNvPicPr/>
              <p:nvPr/>
            </p:nvPicPr>
            <p:blipFill>
              <a:blip r:embed="rId89"/>
              <a:stretch>
                <a:fillRect/>
              </a:stretch>
            </p:blipFill>
            <p:spPr>
              <a:xfrm>
                <a:off x="10954079" y="4248089"/>
                <a:ext cx="276456"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350" name="墨迹 349">
                <a:extLst>
                  <a:ext uri="{FF2B5EF4-FFF2-40B4-BE49-F238E27FC236}">
                    <a16:creationId xmlns:a16="http://schemas.microsoft.com/office/drawing/2014/main" id="{2C5D4C34-4966-4C00-A983-7C6820D6A4F4}"/>
                  </a:ext>
                </a:extLst>
              </p14:cNvPr>
              <p14:cNvContentPartPr/>
              <p14:nvPr/>
            </p14:nvContentPartPr>
            <p14:xfrm>
              <a:off x="10548707" y="4215689"/>
              <a:ext cx="335160" cy="208440"/>
            </p14:xfrm>
          </p:contentPart>
        </mc:Choice>
        <mc:Fallback xmlns="">
          <p:pic>
            <p:nvPicPr>
              <p:cNvPr id="350" name="墨迹 349">
                <a:extLst>
                  <a:ext uri="{FF2B5EF4-FFF2-40B4-BE49-F238E27FC236}">
                    <a16:creationId xmlns:a16="http://schemas.microsoft.com/office/drawing/2014/main" id="{2C5D4C34-4966-4C00-A983-7C6820D6A4F4}"/>
                  </a:ext>
                </a:extLst>
              </p:cNvPr>
              <p:cNvPicPr/>
              <p:nvPr/>
            </p:nvPicPr>
            <p:blipFill>
              <a:blip r:embed="rId91"/>
              <a:stretch>
                <a:fillRect/>
              </a:stretch>
            </p:blipFill>
            <p:spPr>
              <a:xfrm>
                <a:off x="10539707" y="4207049"/>
                <a:ext cx="35280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370" name="墨迹 369">
                <a:extLst>
                  <a:ext uri="{FF2B5EF4-FFF2-40B4-BE49-F238E27FC236}">
                    <a16:creationId xmlns:a16="http://schemas.microsoft.com/office/drawing/2014/main" id="{500E9335-E112-4D73-8750-9978DEF03B56}"/>
                  </a:ext>
                </a:extLst>
              </p14:cNvPr>
              <p14:cNvContentPartPr/>
              <p14:nvPr/>
            </p14:nvContentPartPr>
            <p14:xfrm>
              <a:off x="11334587" y="4191569"/>
              <a:ext cx="772560" cy="281520"/>
            </p14:xfrm>
          </p:contentPart>
        </mc:Choice>
        <mc:Fallback xmlns="">
          <p:pic>
            <p:nvPicPr>
              <p:cNvPr id="370" name="墨迹 369">
                <a:extLst>
                  <a:ext uri="{FF2B5EF4-FFF2-40B4-BE49-F238E27FC236}">
                    <a16:creationId xmlns:a16="http://schemas.microsoft.com/office/drawing/2014/main" id="{500E9335-E112-4D73-8750-9978DEF03B56}"/>
                  </a:ext>
                </a:extLst>
              </p:cNvPr>
              <p:cNvPicPr/>
              <p:nvPr/>
            </p:nvPicPr>
            <p:blipFill>
              <a:blip r:embed="rId93"/>
              <a:stretch>
                <a:fillRect/>
              </a:stretch>
            </p:blipFill>
            <p:spPr>
              <a:xfrm>
                <a:off x="11325943" y="4182929"/>
                <a:ext cx="790208"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371" name="墨迹 370">
                <a:extLst>
                  <a:ext uri="{FF2B5EF4-FFF2-40B4-BE49-F238E27FC236}">
                    <a16:creationId xmlns:a16="http://schemas.microsoft.com/office/drawing/2014/main" id="{5F667040-2D5B-4F0E-B4D1-40FA8EBEAA2D}"/>
                  </a:ext>
                </a:extLst>
              </p14:cNvPr>
              <p14:cNvContentPartPr/>
              <p14:nvPr/>
            </p14:nvContentPartPr>
            <p14:xfrm>
              <a:off x="8218787" y="4518809"/>
              <a:ext cx="147960" cy="242280"/>
            </p14:xfrm>
          </p:contentPart>
        </mc:Choice>
        <mc:Fallback xmlns="">
          <p:pic>
            <p:nvPicPr>
              <p:cNvPr id="371" name="墨迹 370">
                <a:extLst>
                  <a:ext uri="{FF2B5EF4-FFF2-40B4-BE49-F238E27FC236}">
                    <a16:creationId xmlns:a16="http://schemas.microsoft.com/office/drawing/2014/main" id="{5F667040-2D5B-4F0E-B4D1-40FA8EBEAA2D}"/>
                  </a:ext>
                </a:extLst>
              </p:cNvPr>
              <p:cNvPicPr/>
              <p:nvPr/>
            </p:nvPicPr>
            <p:blipFill>
              <a:blip r:embed="rId95"/>
              <a:stretch>
                <a:fillRect/>
              </a:stretch>
            </p:blipFill>
            <p:spPr>
              <a:xfrm>
                <a:off x="8210147" y="4509809"/>
                <a:ext cx="16560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372" name="墨迹 371">
                <a:extLst>
                  <a:ext uri="{FF2B5EF4-FFF2-40B4-BE49-F238E27FC236}">
                    <a16:creationId xmlns:a16="http://schemas.microsoft.com/office/drawing/2014/main" id="{E415DF2E-9A56-468E-B121-F87946E46F13}"/>
                  </a:ext>
                </a:extLst>
              </p14:cNvPr>
              <p14:cNvContentPartPr/>
              <p14:nvPr/>
            </p14:nvContentPartPr>
            <p14:xfrm>
              <a:off x="8460347" y="4527449"/>
              <a:ext cx="21240" cy="198720"/>
            </p14:xfrm>
          </p:contentPart>
        </mc:Choice>
        <mc:Fallback xmlns="">
          <p:pic>
            <p:nvPicPr>
              <p:cNvPr id="372" name="墨迹 371">
                <a:extLst>
                  <a:ext uri="{FF2B5EF4-FFF2-40B4-BE49-F238E27FC236}">
                    <a16:creationId xmlns:a16="http://schemas.microsoft.com/office/drawing/2014/main" id="{E415DF2E-9A56-468E-B121-F87946E46F13}"/>
                  </a:ext>
                </a:extLst>
              </p:cNvPr>
              <p:cNvPicPr/>
              <p:nvPr/>
            </p:nvPicPr>
            <p:blipFill>
              <a:blip r:embed="rId97"/>
              <a:stretch>
                <a:fillRect/>
              </a:stretch>
            </p:blipFill>
            <p:spPr>
              <a:xfrm>
                <a:off x="8451347" y="4518449"/>
                <a:ext cx="3888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375" name="墨迹 374">
                <a:extLst>
                  <a:ext uri="{FF2B5EF4-FFF2-40B4-BE49-F238E27FC236}">
                    <a16:creationId xmlns:a16="http://schemas.microsoft.com/office/drawing/2014/main" id="{1691675C-4849-4902-9585-3344135112C1}"/>
                  </a:ext>
                </a:extLst>
              </p14:cNvPr>
              <p14:cNvContentPartPr/>
              <p14:nvPr/>
            </p14:nvContentPartPr>
            <p14:xfrm>
              <a:off x="8648627" y="4534289"/>
              <a:ext cx="230760" cy="177840"/>
            </p14:xfrm>
          </p:contentPart>
        </mc:Choice>
        <mc:Fallback xmlns="">
          <p:pic>
            <p:nvPicPr>
              <p:cNvPr id="375" name="墨迹 374">
                <a:extLst>
                  <a:ext uri="{FF2B5EF4-FFF2-40B4-BE49-F238E27FC236}">
                    <a16:creationId xmlns:a16="http://schemas.microsoft.com/office/drawing/2014/main" id="{1691675C-4849-4902-9585-3344135112C1}"/>
                  </a:ext>
                </a:extLst>
              </p:cNvPr>
              <p:cNvPicPr/>
              <p:nvPr/>
            </p:nvPicPr>
            <p:blipFill>
              <a:blip r:embed="rId99"/>
              <a:stretch>
                <a:fillRect/>
              </a:stretch>
            </p:blipFill>
            <p:spPr>
              <a:xfrm>
                <a:off x="8639987" y="4525631"/>
                <a:ext cx="248400" cy="195516"/>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78" name="墨迹 377">
                <a:extLst>
                  <a:ext uri="{FF2B5EF4-FFF2-40B4-BE49-F238E27FC236}">
                    <a16:creationId xmlns:a16="http://schemas.microsoft.com/office/drawing/2014/main" id="{1861AAAE-B7BB-4B53-91CA-E7BA6DB084FB}"/>
                  </a:ext>
                </a:extLst>
              </p14:cNvPr>
              <p14:cNvContentPartPr/>
              <p14:nvPr/>
            </p14:nvContentPartPr>
            <p14:xfrm>
              <a:off x="9302747" y="4596929"/>
              <a:ext cx="171000" cy="169560"/>
            </p14:xfrm>
          </p:contentPart>
        </mc:Choice>
        <mc:Fallback xmlns="">
          <p:pic>
            <p:nvPicPr>
              <p:cNvPr id="378" name="墨迹 377">
                <a:extLst>
                  <a:ext uri="{FF2B5EF4-FFF2-40B4-BE49-F238E27FC236}">
                    <a16:creationId xmlns:a16="http://schemas.microsoft.com/office/drawing/2014/main" id="{1861AAAE-B7BB-4B53-91CA-E7BA6DB084FB}"/>
                  </a:ext>
                </a:extLst>
              </p:cNvPr>
              <p:cNvPicPr/>
              <p:nvPr/>
            </p:nvPicPr>
            <p:blipFill>
              <a:blip r:embed="rId101"/>
              <a:stretch>
                <a:fillRect/>
              </a:stretch>
            </p:blipFill>
            <p:spPr>
              <a:xfrm>
                <a:off x="9294107" y="4587929"/>
                <a:ext cx="18864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79" name="墨迹 378">
                <a:extLst>
                  <a:ext uri="{FF2B5EF4-FFF2-40B4-BE49-F238E27FC236}">
                    <a16:creationId xmlns:a16="http://schemas.microsoft.com/office/drawing/2014/main" id="{D495BD3A-D84B-44F2-BDF2-FC5537F4A064}"/>
                  </a:ext>
                </a:extLst>
              </p14:cNvPr>
              <p14:cNvContentPartPr/>
              <p14:nvPr/>
            </p14:nvContentPartPr>
            <p14:xfrm>
              <a:off x="9072707" y="4581089"/>
              <a:ext cx="160200" cy="201240"/>
            </p14:xfrm>
          </p:contentPart>
        </mc:Choice>
        <mc:Fallback xmlns="">
          <p:pic>
            <p:nvPicPr>
              <p:cNvPr id="379" name="墨迹 378">
                <a:extLst>
                  <a:ext uri="{FF2B5EF4-FFF2-40B4-BE49-F238E27FC236}">
                    <a16:creationId xmlns:a16="http://schemas.microsoft.com/office/drawing/2014/main" id="{D495BD3A-D84B-44F2-BDF2-FC5537F4A064}"/>
                  </a:ext>
                </a:extLst>
              </p:cNvPr>
              <p:cNvPicPr/>
              <p:nvPr/>
            </p:nvPicPr>
            <p:blipFill>
              <a:blip r:embed="rId103"/>
              <a:stretch>
                <a:fillRect/>
              </a:stretch>
            </p:blipFill>
            <p:spPr>
              <a:xfrm>
                <a:off x="9064067" y="4572449"/>
                <a:ext cx="17784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416" name="墨迹 415">
                <a:extLst>
                  <a:ext uri="{FF2B5EF4-FFF2-40B4-BE49-F238E27FC236}">
                    <a16:creationId xmlns:a16="http://schemas.microsoft.com/office/drawing/2014/main" id="{427B48F1-1078-4171-9221-D8D62E9E62F0}"/>
                  </a:ext>
                </a:extLst>
              </p14:cNvPr>
              <p14:cNvContentPartPr/>
              <p14:nvPr/>
            </p14:nvContentPartPr>
            <p14:xfrm>
              <a:off x="11179067" y="4558049"/>
              <a:ext cx="624600" cy="284760"/>
            </p14:xfrm>
          </p:contentPart>
        </mc:Choice>
        <mc:Fallback xmlns="">
          <p:pic>
            <p:nvPicPr>
              <p:cNvPr id="416" name="墨迹 415">
                <a:extLst>
                  <a:ext uri="{FF2B5EF4-FFF2-40B4-BE49-F238E27FC236}">
                    <a16:creationId xmlns:a16="http://schemas.microsoft.com/office/drawing/2014/main" id="{427B48F1-1078-4171-9221-D8D62E9E62F0}"/>
                  </a:ext>
                </a:extLst>
              </p:cNvPr>
              <p:cNvPicPr/>
              <p:nvPr/>
            </p:nvPicPr>
            <p:blipFill>
              <a:blip r:embed="rId105"/>
              <a:stretch>
                <a:fillRect/>
              </a:stretch>
            </p:blipFill>
            <p:spPr>
              <a:xfrm>
                <a:off x="11170432" y="4549060"/>
                <a:ext cx="642230" cy="302378"/>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417" name="墨迹 416">
                <a:extLst>
                  <a:ext uri="{FF2B5EF4-FFF2-40B4-BE49-F238E27FC236}">
                    <a16:creationId xmlns:a16="http://schemas.microsoft.com/office/drawing/2014/main" id="{DEE7B74A-2D19-45A4-81C5-2CB7DD58FC64}"/>
                  </a:ext>
                </a:extLst>
              </p14:cNvPr>
              <p14:cNvContentPartPr/>
              <p14:nvPr/>
            </p14:nvContentPartPr>
            <p14:xfrm>
              <a:off x="10335947" y="4537529"/>
              <a:ext cx="760680" cy="311400"/>
            </p14:xfrm>
          </p:contentPart>
        </mc:Choice>
        <mc:Fallback xmlns="">
          <p:pic>
            <p:nvPicPr>
              <p:cNvPr id="417" name="墨迹 416">
                <a:extLst>
                  <a:ext uri="{FF2B5EF4-FFF2-40B4-BE49-F238E27FC236}">
                    <a16:creationId xmlns:a16="http://schemas.microsoft.com/office/drawing/2014/main" id="{DEE7B74A-2D19-45A4-81C5-2CB7DD58FC64}"/>
                  </a:ext>
                </a:extLst>
              </p:cNvPr>
              <p:cNvPicPr/>
              <p:nvPr/>
            </p:nvPicPr>
            <p:blipFill>
              <a:blip r:embed="rId107"/>
              <a:stretch>
                <a:fillRect/>
              </a:stretch>
            </p:blipFill>
            <p:spPr>
              <a:xfrm>
                <a:off x="10326947" y="4528529"/>
                <a:ext cx="77832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423" name="墨迹 422">
                <a:extLst>
                  <a:ext uri="{FF2B5EF4-FFF2-40B4-BE49-F238E27FC236}">
                    <a16:creationId xmlns:a16="http://schemas.microsoft.com/office/drawing/2014/main" id="{744C87A5-6865-4A63-948C-BA99654C60CB}"/>
                  </a:ext>
                </a:extLst>
              </p14:cNvPr>
              <p14:cNvContentPartPr/>
              <p14:nvPr/>
            </p14:nvContentPartPr>
            <p14:xfrm>
              <a:off x="9204107" y="4879529"/>
              <a:ext cx="265680" cy="279000"/>
            </p14:xfrm>
          </p:contentPart>
        </mc:Choice>
        <mc:Fallback xmlns="">
          <p:pic>
            <p:nvPicPr>
              <p:cNvPr id="423" name="墨迹 422">
                <a:extLst>
                  <a:ext uri="{FF2B5EF4-FFF2-40B4-BE49-F238E27FC236}">
                    <a16:creationId xmlns:a16="http://schemas.microsoft.com/office/drawing/2014/main" id="{744C87A5-6865-4A63-948C-BA99654C60CB}"/>
                  </a:ext>
                </a:extLst>
              </p:cNvPr>
              <p:cNvPicPr/>
              <p:nvPr/>
            </p:nvPicPr>
            <p:blipFill>
              <a:blip r:embed="rId109"/>
              <a:stretch>
                <a:fillRect/>
              </a:stretch>
            </p:blipFill>
            <p:spPr>
              <a:xfrm>
                <a:off x="9195119" y="4870529"/>
                <a:ext cx="283296"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424" name="墨迹 423">
                <a:extLst>
                  <a:ext uri="{FF2B5EF4-FFF2-40B4-BE49-F238E27FC236}">
                    <a16:creationId xmlns:a16="http://schemas.microsoft.com/office/drawing/2014/main" id="{D2CAA76F-F5F2-47C0-A403-E96E5A3A1819}"/>
                  </a:ext>
                </a:extLst>
              </p14:cNvPr>
              <p14:cNvContentPartPr/>
              <p14:nvPr/>
            </p14:nvContentPartPr>
            <p14:xfrm>
              <a:off x="9613067" y="4873049"/>
              <a:ext cx="111960" cy="93960"/>
            </p14:xfrm>
          </p:contentPart>
        </mc:Choice>
        <mc:Fallback xmlns="">
          <p:pic>
            <p:nvPicPr>
              <p:cNvPr id="424" name="墨迹 423">
                <a:extLst>
                  <a:ext uri="{FF2B5EF4-FFF2-40B4-BE49-F238E27FC236}">
                    <a16:creationId xmlns:a16="http://schemas.microsoft.com/office/drawing/2014/main" id="{D2CAA76F-F5F2-47C0-A403-E96E5A3A1819}"/>
                  </a:ext>
                </a:extLst>
              </p:cNvPr>
              <p:cNvPicPr/>
              <p:nvPr/>
            </p:nvPicPr>
            <p:blipFill>
              <a:blip r:embed="rId111"/>
              <a:stretch>
                <a:fillRect/>
              </a:stretch>
            </p:blipFill>
            <p:spPr>
              <a:xfrm>
                <a:off x="9604067" y="4864049"/>
                <a:ext cx="12960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425" name="墨迹 424">
                <a:extLst>
                  <a:ext uri="{FF2B5EF4-FFF2-40B4-BE49-F238E27FC236}">
                    <a16:creationId xmlns:a16="http://schemas.microsoft.com/office/drawing/2014/main" id="{8DB832D1-F610-43F5-BFB3-D76011494A6C}"/>
                  </a:ext>
                </a:extLst>
              </p14:cNvPr>
              <p14:cNvContentPartPr/>
              <p14:nvPr/>
            </p14:nvContentPartPr>
            <p14:xfrm>
              <a:off x="9575267" y="5044049"/>
              <a:ext cx="182520" cy="108000"/>
            </p14:xfrm>
          </p:contentPart>
        </mc:Choice>
        <mc:Fallback xmlns="">
          <p:pic>
            <p:nvPicPr>
              <p:cNvPr id="425" name="墨迹 424">
                <a:extLst>
                  <a:ext uri="{FF2B5EF4-FFF2-40B4-BE49-F238E27FC236}">
                    <a16:creationId xmlns:a16="http://schemas.microsoft.com/office/drawing/2014/main" id="{8DB832D1-F610-43F5-BFB3-D76011494A6C}"/>
                  </a:ext>
                </a:extLst>
              </p:cNvPr>
              <p:cNvPicPr/>
              <p:nvPr/>
            </p:nvPicPr>
            <p:blipFill>
              <a:blip r:embed="rId113"/>
              <a:stretch>
                <a:fillRect/>
              </a:stretch>
            </p:blipFill>
            <p:spPr>
              <a:xfrm>
                <a:off x="9566267" y="5035049"/>
                <a:ext cx="20016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426" name="墨迹 425">
                <a:extLst>
                  <a:ext uri="{FF2B5EF4-FFF2-40B4-BE49-F238E27FC236}">
                    <a16:creationId xmlns:a16="http://schemas.microsoft.com/office/drawing/2014/main" id="{B82B6706-E81D-4EE0-B46E-16D5B09027E8}"/>
                  </a:ext>
                </a:extLst>
              </p14:cNvPr>
              <p14:cNvContentPartPr/>
              <p14:nvPr/>
            </p14:nvContentPartPr>
            <p14:xfrm>
              <a:off x="8825387" y="4885649"/>
              <a:ext cx="5040" cy="231480"/>
            </p14:xfrm>
          </p:contentPart>
        </mc:Choice>
        <mc:Fallback xmlns="">
          <p:pic>
            <p:nvPicPr>
              <p:cNvPr id="426" name="墨迹 425">
                <a:extLst>
                  <a:ext uri="{FF2B5EF4-FFF2-40B4-BE49-F238E27FC236}">
                    <a16:creationId xmlns:a16="http://schemas.microsoft.com/office/drawing/2014/main" id="{B82B6706-E81D-4EE0-B46E-16D5B09027E8}"/>
                  </a:ext>
                </a:extLst>
              </p:cNvPr>
              <p:cNvPicPr/>
              <p:nvPr/>
            </p:nvPicPr>
            <p:blipFill>
              <a:blip r:embed="rId115"/>
              <a:stretch>
                <a:fillRect/>
              </a:stretch>
            </p:blipFill>
            <p:spPr>
              <a:xfrm>
                <a:off x="8816387" y="4877009"/>
                <a:ext cx="2268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427" name="墨迹 426">
                <a:extLst>
                  <a:ext uri="{FF2B5EF4-FFF2-40B4-BE49-F238E27FC236}">
                    <a16:creationId xmlns:a16="http://schemas.microsoft.com/office/drawing/2014/main" id="{704E65A2-A6BA-4118-8F1F-5F42590BDC67}"/>
                  </a:ext>
                </a:extLst>
              </p14:cNvPr>
              <p14:cNvContentPartPr/>
              <p14:nvPr/>
            </p14:nvContentPartPr>
            <p14:xfrm>
              <a:off x="8904227" y="4935689"/>
              <a:ext cx="9000" cy="115560"/>
            </p14:xfrm>
          </p:contentPart>
        </mc:Choice>
        <mc:Fallback xmlns="">
          <p:pic>
            <p:nvPicPr>
              <p:cNvPr id="427" name="墨迹 426">
                <a:extLst>
                  <a:ext uri="{FF2B5EF4-FFF2-40B4-BE49-F238E27FC236}">
                    <a16:creationId xmlns:a16="http://schemas.microsoft.com/office/drawing/2014/main" id="{704E65A2-A6BA-4118-8F1F-5F42590BDC67}"/>
                  </a:ext>
                </a:extLst>
              </p:cNvPr>
              <p:cNvPicPr/>
              <p:nvPr/>
            </p:nvPicPr>
            <p:blipFill>
              <a:blip r:embed="rId117"/>
              <a:stretch>
                <a:fillRect/>
              </a:stretch>
            </p:blipFill>
            <p:spPr>
              <a:xfrm>
                <a:off x="8895227" y="4927049"/>
                <a:ext cx="2664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428" name="墨迹 427">
                <a:extLst>
                  <a:ext uri="{FF2B5EF4-FFF2-40B4-BE49-F238E27FC236}">
                    <a16:creationId xmlns:a16="http://schemas.microsoft.com/office/drawing/2014/main" id="{C16E8B7F-F528-4FB9-A414-92BC3FB587ED}"/>
                  </a:ext>
                </a:extLst>
              </p14:cNvPr>
              <p14:cNvContentPartPr/>
              <p14:nvPr/>
            </p14:nvContentPartPr>
            <p14:xfrm>
              <a:off x="8993147" y="4851089"/>
              <a:ext cx="28080" cy="261360"/>
            </p14:xfrm>
          </p:contentPart>
        </mc:Choice>
        <mc:Fallback xmlns="">
          <p:pic>
            <p:nvPicPr>
              <p:cNvPr id="428" name="墨迹 427">
                <a:extLst>
                  <a:ext uri="{FF2B5EF4-FFF2-40B4-BE49-F238E27FC236}">
                    <a16:creationId xmlns:a16="http://schemas.microsoft.com/office/drawing/2014/main" id="{C16E8B7F-F528-4FB9-A414-92BC3FB587ED}"/>
                  </a:ext>
                </a:extLst>
              </p:cNvPr>
              <p:cNvPicPr/>
              <p:nvPr/>
            </p:nvPicPr>
            <p:blipFill>
              <a:blip r:embed="rId119"/>
              <a:stretch>
                <a:fillRect/>
              </a:stretch>
            </p:blipFill>
            <p:spPr>
              <a:xfrm>
                <a:off x="8984507" y="4842089"/>
                <a:ext cx="4572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429" name="墨迹 428">
                <a:extLst>
                  <a:ext uri="{FF2B5EF4-FFF2-40B4-BE49-F238E27FC236}">
                    <a16:creationId xmlns:a16="http://schemas.microsoft.com/office/drawing/2014/main" id="{E0F0F0C6-51F3-4D74-81BD-A82211DDD260}"/>
                  </a:ext>
                </a:extLst>
              </p14:cNvPr>
              <p14:cNvContentPartPr/>
              <p14:nvPr/>
            </p14:nvContentPartPr>
            <p14:xfrm>
              <a:off x="8501387" y="4919849"/>
              <a:ext cx="120240" cy="38880"/>
            </p14:xfrm>
          </p:contentPart>
        </mc:Choice>
        <mc:Fallback xmlns="">
          <p:pic>
            <p:nvPicPr>
              <p:cNvPr id="429" name="墨迹 428">
                <a:extLst>
                  <a:ext uri="{FF2B5EF4-FFF2-40B4-BE49-F238E27FC236}">
                    <a16:creationId xmlns:a16="http://schemas.microsoft.com/office/drawing/2014/main" id="{E0F0F0C6-51F3-4D74-81BD-A82211DDD260}"/>
                  </a:ext>
                </a:extLst>
              </p:cNvPr>
              <p:cNvPicPr/>
              <p:nvPr/>
            </p:nvPicPr>
            <p:blipFill>
              <a:blip r:embed="rId121"/>
              <a:stretch>
                <a:fillRect/>
              </a:stretch>
            </p:blipFill>
            <p:spPr>
              <a:xfrm>
                <a:off x="8492387" y="4911209"/>
                <a:ext cx="13788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430" name="墨迹 429">
                <a:extLst>
                  <a:ext uri="{FF2B5EF4-FFF2-40B4-BE49-F238E27FC236}">
                    <a16:creationId xmlns:a16="http://schemas.microsoft.com/office/drawing/2014/main" id="{FB2A5DBC-1D2A-4870-B7E1-CC332C450D3D}"/>
                  </a:ext>
                </a:extLst>
              </p14:cNvPr>
              <p14:cNvContentPartPr/>
              <p14:nvPr/>
            </p14:nvContentPartPr>
            <p14:xfrm>
              <a:off x="8421827" y="5066369"/>
              <a:ext cx="228960" cy="33480"/>
            </p14:xfrm>
          </p:contentPart>
        </mc:Choice>
        <mc:Fallback xmlns="">
          <p:pic>
            <p:nvPicPr>
              <p:cNvPr id="430" name="墨迹 429">
                <a:extLst>
                  <a:ext uri="{FF2B5EF4-FFF2-40B4-BE49-F238E27FC236}">
                    <a16:creationId xmlns:a16="http://schemas.microsoft.com/office/drawing/2014/main" id="{FB2A5DBC-1D2A-4870-B7E1-CC332C450D3D}"/>
                  </a:ext>
                </a:extLst>
              </p:cNvPr>
              <p:cNvPicPr/>
              <p:nvPr/>
            </p:nvPicPr>
            <p:blipFill>
              <a:blip r:embed="rId123"/>
              <a:stretch>
                <a:fillRect/>
              </a:stretch>
            </p:blipFill>
            <p:spPr>
              <a:xfrm>
                <a:off x="8413187" y="5057369"/>
                <a:ext cx="24660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431" name="墨迹 430">
                <a:extLst>
                  <a:ext uri="{FF2B5EF4-FFF2-40B4-BE49-F238E27FC236}">
                    <a16:creationId xmlns:a16="http://schemas.microsoft.com/office/drawing/2014/main" id="{8327382B-A2EA-4409-9B59-8CC21A734A86}"/>
                  </a:ext>
                </a:extLst>
              </p14:cNvPr>
              <p14:cNvContentPartPr/>
              <p14:nvPr/>
            </p14:nvContentPartPr>
            <p14:xfrm>
              <a:off x="8231747" y="4841729"/>
              <a:ext cx="33840" cy="246960"/>
            </p14:xfrm>
          </p:contentPart>
        </mc:Choice>
        <mc:Fallback xmlns="">
          <p:pic>
            <p:nvPicPr>
              <p:cNvPr id="431" name="墨迹 430">
                <a:extLst>
                  <a:ext uri="{FF2B5EF4-FFF2-40B4-BE49-F238E27FC236}">
                    <a16:creationId xmlns:a16="http://schemas.microsoft.com/office/drawing/2014/main" id="{8327382B-A2EA-4409-9B59-8CC21A734A86}"/>
                  </a:ext>
                </a:extLst>
              </p:cNvPr>
              <p:cNvPicPr/>
              <p:nvPr/>
            </p:nvPicPr>
            <p:blipFill>
              <a:blip r:embed="rId125"/>
              <a:stretch>
                <a:fillRect/>
              </a:stretch>
            </p:blipFill>
            <p:spPr>
              <a:xfrm>
                <a:off x="8222747" y="4832729"/>
                <a:ext cx="514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432" name="墨迹 431">
                <a:extLst>
                  <a:ext uri="{FF2B5EF4-FFF2-40B4-BE49-F238E27FC236}">
                    <a16:creationId xmlns:a16="http://schemas.microsoft.com/office/drawing/2014/main" id="{E691F41A-0214-4D35-A956-75E15538B944}"/>
                  </a:ext>
                </a:extLst>
              </p14:cNvPr>
              <p14:cNvContentPartPr/>
              <p14:nvPr/>
            </p14:nvContentPartPr>
            <p14:xfrm>
              <a:off x="7813067" y="4947569"/>
              <a:ext cx="201960" cy="15120"/>
            </p14:xfrm>
          </p:contentPart>
        </mc:Choice>
        <mc:Fallback xmlns="">
          <p:pic>
            <p:nvPicPr>
              <p:cNvPr id="432" name="墨迹 431">
                <a:extLst>
                  <a:ext uri="{FF2B5EF4-FFF2-40B4-BE49-F238E27FC236}">
                    <a16:creationId xmlns:a16="http://schemas.microsoft.com/office/drawing/2014/main" id="{E691F41A-0214-4D35-A956-75E15538B944}"/>
                  </a:ext>
                </a:extLst>
              </p:cNvPr>
              <p:cNvPicPr/>
              <p:nvPr/>
            </p:nvPicPr>
            <p:blipFill>
              <a:blip r:embed="rId127"/>
              <a:stretch>
                <a:fillRect/>
              </a:stretch>
            </p:blipFill>
            <p:spPr>
              <a:xfrm>
                <a:off x="7804067" y="4938929"/>
                <a:ext cx="21960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450" name="墨迹 449">
                <a:extLst>
                  <a:ext uri="{FF2B5EF4-FFF2-40B4-BE49-F238E27FC236}">
                    <a16:creationId xmlns:a16="http://schemas.microsoft.com/office/drawing/2014/main" id="{DC429FA6-F06A-4500-8D52-E5402DAF90CD}"/>
                  </a:ext>
                </a:extLst>
              </p14:cNvPr>
              <p14:cNvContentPartPr/>
              <p14:nvPr/>
            </p14:nvContentPartPr>
            <p14:xfrm>
              <a:off x="11341787" y="4983569"/>
              <a:ext cx="343080" cy="190440"/>
            </p14:xfrm>
          </p:contentPart>
        </mc:Choice>
        <mc:Fallback xmlns="">
          <p:pic>
            <p:nvPicPr>
              <p:cNvPr id="450" name="墨迹 449">
                <a:extLst>
                  <a:ext uri="{FF2B5EF4-FFF2-40B4-BE49-F238E27FC236}">
                    <a16:creationId xmlns:a16="http://schemas.microsoft.com/office/drawing/2014/main" id="{DC429FA6-F06A-4500-8D52-E5402DAF90CD}"/>
                  </a:ext>
                </a:extLst>
              </p:cNvPr>
              <p:cNvPicPr/>
              <p:nvPr/>
            </p:nvPicPr>
            <p:blipFill>
              <a:blip r:embed="rId129"/>
              <a:stretch>
                <a:fillRect/>
              </a:stretch>
            </p:blipFill>
            <p:spPr>
              <a:xfrm>
                <a:off x="11332787" y="4974929"/>
                <a:ext cx="36072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451" name="墨迹 450">
                <a:extLst>
                  <a:ext uri="{FF2B5EF4-FFF2-40B4-BE49-F238E27FC236}">
                    <a16:creationId xmlns:a16="http://schemas.microsoft.com/office/drawing/2014/main" id="{B94BD19F-157D-4FF5-A88D-50A987892302}"/>
                  </a:ext>
                </a:extLst>
              </p14:cNvPr>
              <p14:cNvContentPartPr/>
              <p14:nvPr/>
            </p14:nvContentPartPr>
            <p14:xfrm>
              <a:off x="10440707" y="4962329"/>
              <a:ext cx="815400" cy="203040"/>
            </p14:xfrm>
          </p:contentPart>
        </mc:Choice>
        <mc:Fallback xmlns="">
          <p:pic>
            <p:nvPicPr>
              <p:cNvPr id="451" name="墨迹 450">
                <a:extLst>
                  <a:ext uri="{FF2B5EF4-FFF2-40B4-BE49-F238E27FC236}">
                    <a16:creationId xmlns:a16="http://schemas.microsoft.com/office/drawing/2014/main" id="{B94BD19F-157D-4FF5-A88D-50A987892302}"/>
                  </a:ext>
                </a:extLst>
              </p:cNvPr>
              <p:cNvPicPr/>
              <p:nvPr/>
            </p:nvPicPr>
            <p:blipFill>
              <a:blip r:embed="rId131"/>
              <a:stretch>
                <a:fillRect/>
              </a:stretch>
            </p:blipFill>
            <p:spPr>
              <a:xfrm>
                <a:off x="10432067" y="4953689"/>
                <a:ext cx="83304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454" name="墨迹 453">
                <a:extLst>
                  <a:ext uri="{FF2B5EF4-FFF2-40B4-BE49-F238E27FC236}">
                    <a16:creationId xmlns:a16="http://schemas.microsoft.com/office/drawing/2014/main" id="{5073A55E-8024-41BE-8C4A-22E0EB4791B7}"/>
                  </a:ext>
                </a:extLst>
              </p14:cNvPr>
              <p14:cNvContentPartPr/>
              <p14:nvPr/>
            </p14:nvContentPartPr>
            <p14:xfrm>
              <a:off x="8296547" y="5225129"/>
              <a:ext cx="134280" cy="261000"/>
            </p14:xfrm>
          </p:contentPart>
        </mc:Choice>
        <mc:Fallback xmlns="">
          <p:pic>
            <p:nvPicPr>
              <p:cNvPr id="454" name="墨迹 453">
                <a:extLst>
                  <a:ext uri="{FF2B5EF4-FFF2-40B4-BE49-F238E27FC236}">
                    <a16:creationId xmlns:a16="http://schemas.microsoft.com/office/drawing/2014/main" id="{5073A55E-8024-41BE-8C4A-22E0EB4791B7}"/>
                  </a:ext>
                </a:extLst>
              </p:cNvPr>
              <p:cNvPicPr/>
              <p:nvPr/>
            </p:nvPicPr>
            <p:blipFill>
              <a:blip r:embed="rId133"/>
              <a:stretch>
                <a:fillRect/>
              </a:stretch>
            </p:blipFill>
            <p:spPr>
              <a:xfrm>
                <a:off x="8287907" y="5216501"/>
                <a:ext cx="151920" cy="278616"/>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457" name="墨迹 456">
                <a:extLst>
                  <a:ext uri="{FF2B5EF4-FFF2-40B4-BE49-F238E27FC236}">
                    <a16:creationId xmlns:a16="http://schemas.microsoft.com/office/drawing/2014/main" id="{A33A9C2A-6550-4040-B12D-A28F1FE2D9A3}"/>
                  </a:ext>
                </a:extLst>
              </p14:cNvPr>
              <p14:cNvContentPartPr/>
              <p14:nvPr/>
            </p14:nvContentPartPr>
            <p14:xfrm>
              <a:off x="8542787" y="5287769"/>
              <a:ext cx="135720" cy="138600"/>
            </p14:xfrm>
          </p:contentPart>
        </mc:Choice>
        <mc:Fallback xmlns="">
          <p:pic>
            <p:nvPicPr>
              <p:cNvPr id="457" name="墨迹 456">
                <a:extLst>
                  <a:ext uri="{FF2B5EF4-FFF2-40B4-BE49-F238E27FC236}">
                    <a16:creationId xmlns:a16="http://schemas.microsoft.com/office/drawing/2014/main" id="{A33A9C2A-6550-4040-B12D-A28F1FE2D9A3}"/>
                  </a:ext>
                </a:extLst>
              </p:cNvPr>
              <p:cNvPicPr/>
              <p:nvPr/>
            </p:nvPicPr>
            <p:blipFill>
              <a:blip r:embed="rId135"/>
              <a:stretch>
                <a:fillRect/>
              </a:stretch>
            </p:blipFill>
            <p:spPr>
              <a:xfrm>
                <a:off x="8533787" y="5278769"/>
                <a:ext cx="15336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463" name="墨迹 462">
                <a:extLst>
                  <a:ext uri="{FF2B5EF4-FFF2-40B4-BE49-F238E27FC236}">
                    <a16:creationId xmlns:a16="http://schemas.microsoft.com/office/drawing/2014/main" id="{53C3339F-A0B4-424E-8725-AB75194450F2}"/>
                  </a:ext>
                </a:extLst>
              </p14:cNvPr>
              <p14:cNvContentPartPr/>
              <p14:nvPr/>
            </p14:nvContentPartPr>
            <p14:xfrm>
              <a:off x="8751947" y="5234129"/>
              <a:ext cx="211320" cy="221400"/>
            </p14:xfrm>
          </p:contentPart>
        </mc:Choice>
        <mc:Fallback xmlns="">
          <p:pic>
            <p:nvPicPr>
              <p:cNvPr id="463" name="墨迹 462">
                <a:extLst>
                  <a:ext uri="{FF2B5EF4-FFF2-40B4-BE49-F238E27FC236}">
                    <a16:creationId xmlns:a16="http://schemas.microsoft.com/office/drawing/2014/main" id="{53C3339F-A0B4-424E-8725-AB75194450F2}"/>
                  </a:ext>
                </a:extLst>
              </p:cNvPr>
              <p:cNvPicPr/>
              <p:nvPr/>
            </p:nvPicPr>
            <p:blipFill>
              <a:blip r:embed="rId137"/>
              <a:stretch>
                <a:fillRect/>
              </a:stretch>
            </p:blipFill>
            <p:spPr>
              <a:xfrm>
                <a:off x="8742962" y="5225129"/>
                <a:ext cx="22893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472" name="墨迹 471">
                <a:extLst>
                  <a:ext uri="{FF2B5EF4-FFF2-40B4-BE49-F238E27FC236}">
                    <a16:creationId xmlns:a16="http://schemas.microsoft.com/office/drawing/2014/main" id="{F4E1EAEA-5248-4776-B9E0-E9F7F2962CC0}"/>
                  </a:ext>
                </a:extLst>
              </p14:cNvPr>
              <p14:cNvContentPartPr/>
              <p14:nvPr/>
            </p14:nvContentPartPr>
            <p14:xfrm>
              <a:off x="9020507" y="5262209"/>
              <a:ext cx="188280" cy="254160"/>
            </p14:xfrm>
          </p:contentPart>
        </mc:Choice>
        <mc:Fallback xmlns="">
          <p:pic>
            <p:nvPicPr>
              <p:cNvPr id="472" name="墨迹 471">
                <a:extLst>
                  <a:ext uri="{FF2B5EF4-FFF2-40B4-BE49-F238E27FC236}">
                    <a16:creationId xmlns:a16="http://schemas.microsoft.com/office/drawing/2014/main" id="{F4E1EAEA-5248-4776-B9E0-E9F7F2962CC0}"/>
                  </a:ext>
                </a:extLst>
              </p:cNvPr>
              <p:cNvPicPr/>
              <p:nvPr/>
            </p:nvPicPr>
            <p:blipFill>
              <a:blip r:embed="rId139"/>
              <a:stretch>
                <a:fillRect/>
              </a:stretch>
            </p:blipFill>
            <p:spPr>
              <a:xfrm>
                <a:off x="9011507" y="5253569"/>
                <a:ext cx="20592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475" name="墨迹 474">
                <a:extLst>
                  <a:ext uri="{FF2B5EF4-FFF2-40B4-BE49-F238E27FC236}">
                    <a16:creationId xmlns:a16="http://schemas.microsoft.com/office/drawing/2014/main" id="{E793FCF8-724E-4464-8951-9FA2EB84A2EC}"/>
                  </a:ext>
                </a:extLst>
              </p14:cNvPr>
              <p14:cNvContentPartPr/>
              <p14:nvPr/>
            </p14:nvContentPartPr>
            <p14:xfrm>
              <a:off x="9283307" y="5312249"/>
              <a:ext cx="331200" cy="234360"/>
            </p14:xfrm>
          </p:contentPart>
        </mc:Choice>
        <mc:Fallback xmlns="">
          <p:pic>
            <p:nvPicPr>
              <p:cNvPr id="475" name="墨迹 474">
                <a:extLst>
                  <a:ext uri="{FF2B5EF4-FFF2-40B4-BE49-F238E27FC236}">
                    <a16:creationId xmlns:a16="http://schemas.microsoft.com/office/drawing/2014/main" id="{E793FCF8-724E-4464-8951-9FA2EB84A2EC}"/>
                  </a:ext>
                </a:extLst>
              </p:cNvPr>
              <p:cNvPicPr/>
              <p:nvPr/>
            </p:nvPicPr>
            <p:blipFill>
              <a:blip r:embed="rId141"/>
              <a:stretch>
                <a:fillRect/>
              </a:stretch>
            </p:blipFill>
            <p:spPr>
              <a:xfrm>
                <a:off x="9274676" y="5303249"/>
                <a:ext cx="348821"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484" name="墨迹 483">
                <a:extLst>
                  <a:ext uri="{FF2B5EF4-FFF2-40B4-BE49-F238E27FC236}">
                    <a16:creationId xmlns:a16="http://schemas.microsoft.com/office/drawing/2014/main" id="{6BE52352-B9BE-4394-A039-CC0B0F98D001}"/>
                  </a:ext>
                </a:extLst>
              </p14:cNvPr>
              <p14:cNvContentPartPr/>
              <p14:nvPr/>
            </p14:nvContentPartPr>
            <p14:xfrm>
              <a:off x="10404347" y="5241689"/>
              <a:ext cx="501480" cy="292680"/>
            </p14:xfrm>
          </p:contentPart>
        </mc:Choice>
        <mc:Fallback xmlns="">
          <p:pic>
            <p:nvPicPr>
              <p:cNvPr id="484" name="墨迹 483">
                <a:extLst>
                  <a:ext uri="{FF2B5EF4-FFF2-40B4-BE49-F238E27FC236}">
                    <a16:creationId xmlns:a16="http://schemas.microsoft.com/office/drawing/2014/main" id="{6BE52352-B9BE-4394-A039-CC0B0F98D001}"/>
                  </a:ext>
                </a:extLst>
              </p:cNvPr>
              <p:cNvPicPr/>
              <p:nvPr/>
            </p:nvPicPr>
            <p:blipFill>
              <a:blip r:embed="rId143"/>
              <a:stretch>
                <a:fillRect/>
              </a:stretch>
            </p:blipFill>
            <p:spPr>
              <a:xfrm>
                <a:off x="10395707" y="5233049"/>
                <a:ext cx="51912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485" name="墨迹 484">
                <a:extLst>
                  <a:ext uri="{FF2B5EF4-FFF2-40B4-BE49-F238E27FC236}">
                    <a16:creationId xmlns:a16="http://schemas.microsoft.com/office/drawing/2014/main" id="{D0E51DAD-BBBF-48A6-A059-C615727FB456}"/>
                  </a:ext>
                </a:extLst>
              </p14:cNvPr>
              <p14:cNvContentPartPr/>
              <p14:nvPr/>
            </p14:nvContentPartPr>
            <p14:xfrm>
              <a:off x="8617307" y="5576849"/>
              <a:ext cx="128520" cy="191520"/>
            </p14:xfrm>
          </p:contentPart>
        </mc:Choice>
        <mc:Fallback xmlns="">
          <p:pic>
            <p:nvPicPr>
              <p:cNvPr id="485" name="墨迹 484">
                <a:extLst>
                  <a:ext uri="{FF2B5EF4-FFF2-40B4-BE49-F238E27FC236}">
                    <a16:creationId xmlns:a16="http://schemas.microsoft.com/office/drawing/2014/main" id="{D0E51DAD-BBBF-48A6-A059-C615727FB456}"/>
                  </a:ext>
                </a:extLst>
              </p:cNvPr>
              <p:cNvPicPr/>
              <p:nvPr/>
            </p:nvPicPr>
            <p:blipFill>
              <a:blip r:embed="rId145"/>
              <a:stretch>
                <a:fillRect/>
              </a:stretch>
            </p:blipFill>
            <p:spPr>
              <a:xfrm>
                <a:off x="8608667" y="5567849"/>
                <a:ext cx="1461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488" name="墨迹 487">
                <a:extLst>
                  <a:ext uri="{FF2B5EF4-FFF2-40B4-BE49-F238E27FC236}">
                    <a16:creationId xmlns:a16="http://schemas.microsoft.com/office/drawing/2014/main" id="{A85C5AB6-917A-4A46-9BC6-AAB4268F4010}"/>
                  </a:ext>
                </a:extLst>
              </p14:cNvPr>
              <p14:cNvContentPartPr/>
              <p14:nvPr/>
            </p14:nvContentPartPr>
            <p14:xfrm>
              <a:off x="9166307" y="5607809"/>
              <a:ext cx="113040" cy="156960"/>
            </p14:xfrm>
          </p:contentPart>
        </mc:Choice>
        <mc:Fallback xmlns="">
          <p:pic>
            <p:nvPicPr>
              <p:cNvPr id="488" name="墨迹 487">
                <a:extLst>
                  <a:ext uri="{FF2B5EF4-FFF2-40B4-BE49-F238E27FC236}">
                    <a16:creationId xmlns:a16="http://schemas.microsoft.com/office/drawing/2014/main" id="{A85C5AB6-917A-4A46-9BC6-AAB4268F4010}"/>
                  </a:ext>
                </a:extLst>
              </p:cNvPr>
              <p:cNvPicPr/>
              <p:nvPr/>
            </p:nvPicPr>
            <p:blipFill>
              <a:blip r:embed="rId147"/>
              <a:stretch>
                <a:fillRect/>
              </a:stretch>
            </p:blipFill>
            <p:spPr>
              <a:xfrm>
                <a:off x="9157307" y="5598809"/>
                <a:ext cx="13068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490" name="墨迹 489">
                <a:extLst>
                  <a:ext uri="{FF2B5EF4-FFF2-40B4-BE49-F238E27FC236}">
                    <a16:creationId xmlns:a16="http://schemas.microsoft.com/office/drawing/2014/main" id="{8FAC10B1-1B70-4031-A9AD-52A426FF8FB3}"/>
                  </a:ext>
                </a:extLst>
              </p14:cNvPr>
              <p14:cNvContentPartPr/>
              <p14:nvPr/>
            </p14:nvContentPartPr>
            <p14:xfrm>
              <a:off x="8812427" y="5597729"/>
              <a:ext cx="281160" cy="177120"/>
            </p14:xfrm>
          </p:contentPart>
        </mc:Choice>
        <mc:Fallback xmlns="">
          <p:pic>
            <p:nvPicPr>
              <p:cNvPr id="490" name="墨迹 489">
                <a:extLst>
                  <a:ext uri="{FF2B5EF4-FFF2-40B4-BE49-F238E27FC236}">
                    <a16:creationId xmlns:a16="http://schemas.microsoft.com/office/drawing/2014/main" id="{8FAC10B1-1B70-4031-A9AD-52A426FF8FB3}"/>
                  </a:ext>
                </a:extLst>
              </p:cNvPr>
              <p:cNvPicPr/>
              <p:nvPr/>
            </p:nvPicPr>
            <p:blipFill>
              <a:blip r:embed="rId149"/>
              <a:stretch>
                <a:fillRect/>
              </a:stretch>
            </p:blipFill>
            <p:spPr>
              <a:xfrm>
                <a:off x="8803427" y="5588747"/>
                <a:ext cx="298800" cy="194724"/>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521" name="墨迹 520">
                <a:extLst>
                  <a:ext uri="{FF2B5EF4-FFF2-40B4-BE49-F238E27FC236}">
                    <a16:creationId xmlns:a16="http://schemas.microsoft.com/office/drawing/2014/main" id="{ACAE8C98-5A37-41AB-985C-7F7A41701A63}"/>
                  </a:ext>
                </a:extLst>
              </p14:cNvPr>
              <p14:cNvContentPartPr/>
              <p14:nvPr/>
            </p14:nvContentPartPr>
            <p14:xfrm>
              <a:off x="11482187" y="5570009"/>
              <a:ext cx="536400" cy="363240"/>
            </p14:xfrm>
          </p:contentPart>
        </mc:Choice>
        <mc:Fallback xmlns="">
          <p:pic>
            <p:nvPicPr>
              <p:cNvPr id="521" name="墨迹 520">
                <a:extLst>
                  <a:ext uri="{FF2B5EF4-FFF2-40B4-BE49-F238E27FC236}">
                    <a16:creationId xmlns:a16="http://schemas.microsoft.com/office/drawing/2014/main" id="{ACAE8C98-5A37-41AB-985C-7F7A41701A63}"/>
                  </a:ext>
                </a:extLst>
              </p:cNvPr>
              <p:cNvPicPr/>
              <p:nvPr/>
            </p:nvPicPr>
            <p:blipFill>
              <a:blip r:embed="rId151"/>
              <a:stretch>
                <a:fillRect/>
              </a:stretch>
            </p:blipFill>
            <p:spPr>
              <a:xfrm>
                <a:off x="11473541" y="5561369"/>
                <a:ext cx="554052"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522" name="墨迹 521">
                <a:extLst>
                  <a:ext uri="{FF2B5EF4-FFF2-40B4-BE49-F238E27FC236}">
                    <a16:creationId xmlns:a16="http://schemas.microsoft.com/office/drawing/2014/main" id="{4AF24393-39BB-4AD9-8C64-3553A68AC3C8}"/>
                  </a:ext>
                </a:extLst>
              </p14:cNvPr>
              <p14:cNvContentPartPr/>
              <p14:nvPr/>
            </p14:nvContentPartPr>
            <p14:xfrm>
              <a:off x="10613867" y="5604569"/>
              <a:ext cx="711360" cy="311040"/>
            </p14:xfrm>
          </p:contentPart>
        </mc:Choice>
        <mc:Fallback xmlns="">
          <p:pic>
            <p:nvPicPr>
              <p:cNvPr id="522" name="墨迹 521">
                <a:extLst>
                  <a:ext uri="{FF2B5EF4-FFF2-40B4-BE49-F238E27FC236}">
                    <a16:creationId xmlns:a16="http://schemas.microsoft.com/office/drawing/2014/main" id="{4AF24393-39BB-4AD9-8C64-3553A68AC3C8}"/>
                  </a:ext>
                </a:extLst>
              </p:cNvPr>
              <p:cNvPicPr/>
              <p:nvPr/>
            </p:nvPicPr>
            <p:blipFill>
              <a:blip r:embed="rId153"/>
              <a:stretch>
                <a:fillRect/>
              </a:stretch>
            </p:blipFill>
            <p:spPr>
              <a:xfrm>
                <a:off x="10605223" y="5595929"/>
                <a:ext cx="729009"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536" name="墨迹 535">
                <a:extLst>
                  <a:ext uri="{FF2B5EF4-FFF2-40B4-BE49-F238E27FC236}">
                    <a16:creationId xmlns:a16="http://schemas.microsoft.com/office/drawing/2014/main" id="{30E44F65-B18F-448F-8D31-058AA728B209}"/>
                  </a:ext>
                </a:extLst>
              </p14:cNvPr>
              <p14:cNvContentPartPr/>
              <p14:nvPr/>
            </p14:nvContentPartPr>
            <p14:xfrm>
              <a:off x="8790107" y="5925689"/>
              <a:ext cx="280800" cy="261000"/>
            </p14:xfrm>
          </p:contentPart>
        </mc:Choice>
        <mc:Fallback xmlns="">
          <p:pic>
            <p:nvPicPr>
              <p:cNvPr id="536" name="墨迹 535">
                <a:extLst>
                  <a:ext uri="{FF2B5EF4-FFF2-40B4-BE49-F238E27FC236}">
                    <a16:creationId xmlns:a16="http://schemas.microsoft.com/office/drawing/2014/main" id="{30E44F65-B18F-448F-8D31-058AA728B209}"/>
                  </a:ext>
                </a:extLst>
              </p:cNvPr>
              <p:cNvPicPr/>
              <p:nvPr/>
            </p:nvPicPr>
            <p:blipFill>
              <a:blip r:embed="rId155"/>
              <a:stretch>
                <a:fillRect/>
              </a:stretch>
            </p:blipFill>
            <p:spPr>
              <a:xfrm>
                <a:off x="8781119" y="5916689"/>
                <a:ext cx="298417"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537" name="墨迹 536">
                <a:extLst>
                  <a:ext uri="{FF2B5EF4-FFF2-40B4-BE49-F238E27FC236}">
                    <a16:creationId xmlns:a16="http://schemas.microsoft.com/office/drawing/2014/main" id="{594E875A-BEEA-4903-B82E-50C834EB725F}"/>
                  </a:ext>
                </a:extLst>
              </p14:cNvPr>
              <p14:cNvContentPartPr/>
              <p14:nvPr/>
            </p14:nvContentPartPr>
            <p14:xfrm>
              <a:off x="8400587" y="5819129"/>
              <a:ext cx="273960" cy="407880"/>
            </p14:xfrm>
          </p:contentPart>
        </mc:Choice>
        <mc:Fallback xmlns="">
          <p:pic>
            <p:nvPicPr>
              <p:cNvPr id="537" name="墨迹 536">
                <a:extLst>
                  <a:ext uri="{FF2B5EF4-FFF2-40B4-BE49-F238E27FC236}">
                    <a16:creationId xmlns:a16="http://schemas.microsoft.com/office/drawing/2014/main" id="{594E875A-BEEA-4903-B82E-50C834EB725F}"/>
                  </a:ext>
                </a:extLst>
              </p:cNvPr>
              <p:cNvPicPr/>
              <p:nvPr/>
            </p:nvPicPr>
            <p:blipFill>
              <a:blip r:embed="rId157"/>
              <a:stretch>
                <a:fillRect/>
              </a:stretch>
            </p:blipFill>
            <p:spPr>
              <a:xfrm>
                <a:off x="8391587" y="5810489"/>
                <a:ext cx="291600" cy="4255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567" name="墨迹 566">
                <a:extLst>
                  <a:ext uri="{FF2B5EF4-FFF2-40B4-BE49-F238E27FC236}">
                    <a16:creationId xmlns:a16="http://schemas.microsoft.com/office/drawing/2014/main" id="{1B8B5198-B173-4039-9C8B-C5BBED6DD2FA}"/>
                  </a:ext>
                </a:extLst>
              </p14:cNvPr>
              <p14:cNvContentPartPr/>
              <p14:nvPr/>
            </p14:nvContentPartPr>
            <p14:xfrm>
              <a:off x="10600547" y="6007409"/>
              <a:ext cx="1149840" cy="324360"/>
            </p14:xfrm>
          </p:contentPart>
        </mc:Choice>
        <mc:Fallback xmlns="">
          <p:pic>
            <p:nvPicPr>
              <p:cNvPr id="567" name="墨迹 566">
                <a:extLst>
                  <a:ext uri="{FF2B5EF4-FFF2-40B4-BE49-F238E27FC236}">
                    <a16:creationId xmlns:a16="http://schemas.microsoft.com/office/drawing/2014/main" id="{1B8B5198-B173-4039-9C8B-C5BBED6DD2FA}"/>
                  </a:ext>
                </a:extLst>
              </p:cNvPr>
              <p:cNvPicPr/>
              <p:nvPr/>
            </p:nvPicPr>
            <p:blipFill>
              <a:blip r:embed="rId159"/>
              <a:stretch>
                <a:fillRect/>
              </a:stretch>
            </p:blipFill>
            <p:spPr>
              <a:xfrm>
                <a:off x="10591547" y="5998769"/>
                <a:ext cx="116748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600" name="墨迹 599">
                <a:extLst>
                  <a:ext uri="{FF2B5EF4-FFF2-40B4-BE49-F238E27FC236}">
                    <a16:creationId xmlns:a16="http://schemas.microsoft.com/office/drawing/2014/main" id="{AB76DDFB-8878-403E-8EA5-B42ACE29132C}"/>
                  </a:ext>
                </a:extLst>
              </p14:cNvPr>
              <p14:cNvContentPartPr/>
              <p14:nvPr/>
            </p14:nvContentPartPr>
            <p14:xfrm>
              <a:off x="10587227" y="1198529"/>
              <a:ext cx="1509120" cy="551160"/>
            </p14:xfrm>
          </p:contentPart>
        </mc:Choice>
        <mc:Fallback xmlns="">
          <p:pic>
            <p:nvPicPr>
              <p:cNvPr id="600" name="墨迹 599">
                <a:extLst>
                  <a:ext uri="{FF2B5EF4-FFF2-40B4-BE49-F238E27FC236}">
                    <a16:creationId xmlns:a16="http://schemas.microsoft.com/office/drawing/2014/main" id="{AB76DDFB-8878-403E-8EA5-B42ACE29132C}"/>
                  </a:ext>
                </a:extLst>
              </p:cNvPr>
              <p:cNvPicPr/>
              <p:nvPr/>
            </p:nvPicPr>
            <p:blipFill>
              <a:blip r:embed="rId161"/>
              <a:stretch>
                <a:fillRect/>
              </a:stretch>
            </p:blipFill>
            <p:spPr>
              <a:xfrm>
                <a:off x="10578587" y="1189889"/>
                <a:ext cx="1526760" cy="5688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640" name="墨迹 639">
                <a:extLst>
                  <a:ext uri="{FF2B5EF4-FFF2-40B4-BE49-F238E27FC236}">
                    <a16:creationId xmlns:a16="http://schemas.microsoft.com/office/drawing/2014/main" id="{2D68E048-09AC-4A92-8BAC-7F5E2257ACC0}"/>
                  </a:ext>
                </a:extLst>
              </p14:cNvPr>
              <p14:cNvContentPartPr/>
              <p14:nvPr/>
            </p14:nvContentPartPr>
            <p14:xfrm>
              <a:off x="9181371" y="672823"/>
              <a:ext cx="1020240" cy="575280"/>
            </p14:xfrm>
          </p:contentPart>
        </mc:Choice>
        <mc:Fallback xmlns="">
          <p:pic>
            <p:nvPicPr>
              <p:cNvPr id="640" name="墨迹 639">
                <a:extLst>
                  <a:ext uri="{FF2B5EF4-FFF2-40B4-BE49-F238E27FC236}">
                    <a16:creationId xmlns:a16="http://schemas.microsoft.com/office/drawing/2014/main" id="{2D68E048-09AC-4A92-8BAC-7F5E2257ACC0}"/>
                  </a:ext>
                </a:extLst>
              </p:cNvPr>
              <p:cNvPicPr/>
              <p:nvPr/>
            </p:nvPicPr>
            <p:blipFill>
              <a:blip r:embed="rId163"/>
              <a:stretch>
                <a:fillRect/>
              </a:stretch>
            </p:blipFill>
            <p:spPr>
              <a:xfrm>
                <a:off x="9172371" y="663823"/>
                <a:ext cx="1037880" cy="5929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641" name="墨迹 640">
                <a:extLst>
                  <a:ext uri="{FF2B5EF4-FFF2-40B4-BE49-F238E27FC236}">
                    <a16:creationId xmlns:a16="http://schemas.microsoft.com/office/drawing/2014/main" id="{83EBFC1C-C3CF-49FF-9EE0-284AE387248F}"/>
                  </a:ext>
                </a:extLst>
              </p14:cNvPr>
              <p14:cNvContentPartPr/>
              <p14:nvPr/>
            </p14:nvContentPartPr>
            <p14:xfrm>
              <a:off x="8625531" y="802423"/>
              <a:ext cx="300240" cy="424080"/>
            </p14:xfrm>
          </p:contentPart>
        </mc:Choice>
        <mc:Fallback xmlns="">
          <p:pic>
            <p:nvPicPr>
              <p:cNvPr id="641" name="墨迹 640">
                <a:extLst>
                  <a:ext uri="{FF2B5EF4-FFF2-40B4-BE49-F238E27FC236}">
                    <a16:creationId xmlns:a16="http://schemas.microsoft.com/office/drawing/2014/main" id="{83EBFC1C-C3CF-49FF-9EE0-284AE387248F}"/>
                  </a:ext>
                </a:extLst>
              </p:cNvPr>
              <p:cNvPicPr/>
              <p:nvPr/>
            </p:nvPicPr>
            <p:blipFill>
              <a:blip r:embed="rId165"/>
              <a:stretch>
                <a:fillRect/>
              </a:stretch>
            </p:blipFill>
            <p:spPr>
              <a:xfrm>
                <a:off x="8616542" y="793431"/>
                <a:ext cx="317859" cy="441705"/>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643" name="墨迹 642">
                <a:extLst>
                  <a:ext uri="{FF2B5EF4-FFF2-40B4-BE49-F238E27FC236}">
                    <a16:creationId xmlns:a16="http://schemas.microsoft.com/office/drawing/2014/main" id="{7FCA74D2-CE0B-46A4-8D2D-F0B6C15CB1B5}"/>
                  </a:ext>
                </a:extLst>
              </p14:cNvPr>
              <p14:cNvContentPartPr/>
              <p14:nvPr/>
            </p14:nvContentPartPr>
            <p14:xfrm>
              <a:off x="7501611" y="774343"/>
              <a:ext cx="1040400" cy="379440"/>
            </p14:xfrm>
          </p:contentPart>
        </mc:Choice>
        <mc:Fallback xmlns="">
          <p:pic>
            <p:nvPicPr>
              <p:cNvPr id="643" name="墨迹 642">
                <a:extLst>
                  <a:ext uri="{FF2B5EF4-FFF2-40B4-BE49-F238E27FC236}">
                    <a16:creationId xmlns:a16="http://schemas.microsoft.com/office/drawing/2014/main" id="{7FCA74D2-CE0B-46A4-8D2D-F0B6C15CB1B5}"/>
                  </a:ext>
                </a:extLst>
              </p:cNvPr>
              <p:cNvPicPr/>
              <p:nvPr/>
            </p:nvPicPr>
            <p:blipFill>
              <a:blip r:embed="rId167"/>
              <a:stretch>
                <a:fillRect/>
              </a:stretch>
            </p:blipFill>
            <p:spPr>
              <a:xfrm>
                <a:off x="7492968" y="765703"/>
                <a:ext cx="1058046"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644" name="墨迹 643">
                <a:extLst>
                  <a:ext uri="{FF2B5EF4-FFF2-40B4-BE49-F238E27FC236}">
                    <a16:creationId xmlns:a16="http://schemas.microsoft.com/office/drawing/2014/main" id="{7B844DD4-5A5B-436D-A87E-83FF0D04C447}"/>
                  </a:ext>
                </a:extLst>
              </p14:cNvPr>
              <p14:cNvContentPartPr/>
              <p14:nvPr/>
            </p14:nvContentPartPr>
            <p14:xfrm>
              <a:off x="7069611" y="699103"/>
              <a:ext cx="177840" cy="588960"/>
            </p14:xfrm>
          </p:contentPart>
        </mc:Choice>
        <mc:Fallback xmlns="">
          <p:pic>
            <p:nvPicPr>
              <p:cNvPr id="644" name="墨迹 643">
                <a:extLst>
                  <a:ext uri="{FF2B5EF4-FFF2-40B4-BE49-F238E27FC236}">
                    <a16:creationId xmlns:a16="http://schemas.microsoft.com/office/drawing/2014/main" id="{7B844DD4-5A5B-436D-A87E-83FF0D04C447}"/>
                  </a:ext>
                </a:extLst>
              </p:cNvPr>
              <p:cNvPicPr/>
              <p:nvPr/>
            </p:nvPicPr>
            <p:blipFill>
              <a:blip r:embed="rId169"/>
              <a:stretch>
                <a:fillRect/>
              </a:stretch>
            </p:blipFill>
            <p:spPr>
              <a:xfrm>
                <a:off x="7060611" y="690103"/>
                <a:ext cx="195480" cy="606600"/>
              </a:xfrm>
              <a:prstGeom prst="rect">
                <a:avLst/>
              </a:prstGeom>
            </p:spPr>
          </p:pic>
        </mc:Fallback>
      </mc:AlternateContent>
    </p:spTree>
    <p:extLst>
      <p:ext uri="{BB962C8B-B14F-4D97-AF65-F5344CB8AC3E}">
        <p14:creationId xmlns:p14="http://schemas.microsoft.com/office/powerpoint/2010/main" val="2141415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AFBE066-8EE1-4231-B96A-4D7C2ED68895}"/>
              </a:ext>
            </a:extLst>
          </p:cNvPr>
          <p:cNvSpPr>
            <a:spLocks noGrp="1"/>
          </p:cNvSpPr>
          <p:nvPr>
            <p:ph idx="1"/>
          </p:nvPr>
        </p:nvSpPr>
        <p:spPr>
          <a:xfrm>
            <a:off x="838200" y="1825625"/>
            <a:ext cx="6169466" cy="4351338"/>
          </a:xfrm>
        </p:spPr>
        <p:txBody>
          <a:bodyPr>
            <a:normAutofit/>
          </a:bodyPr>
          <a:lstStyle/>
          <a:p>
            <a:r>
              <a:rPr lang="en-US" altLang="zh-CN" sz="1800" dirty="0">
                <a:latin typeface="Bookman Old Style" panose="02050604050505020204" pitchFamily="18" charset="0"/>
              </a:rPr>
              <a:t>1.	</a:t>
            </a:r>
            <a:r>
              <a:rPr lang="zh-CN" altLang="en-US" sz="1800" dirty="0">
                <a:latin typeface="Bookman Old Style" panose="02050604050505020204" pitchFamily="18" charset="0"/>
              </a:rPr>
              <a:t>这是它去年刚刚获得的新名字，它是某个东南亚国家的首都 </a:t>
            </a:r>
            <a:endParaRPr lang="en-US" altLang="zh-CN" sz="1800" dirty="0">
              <a:latin typeface="Bookman Old Style" panose="02050604050505020204" pitchFamily="18" charset="0"/>
            </a:endParaRPr>
          </a:p>
          <a:p>
            <a:pPr marL="0" indent="0">
              <a:buNone/>
            </a:pPr>
            <a:endParaRPr lang="en-US" altLang="zh-CN" sz="1800" dirty="0">
              <a:latin typeface="Bookman Old Style" panose="02050604050505020204" pitchFamily="18" charset="0"/>
            </a:endParaRPr>
          </a:p>
          <a:p>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9.	</a:t>
            </a:r>
            <a:r>
              <a:rPr lang="zh-CN" altLang="en-US" sz="1800" dirty="0">
                <a:latin typeface="Bookman Old Style" panose="02050604050505020204" pitchFamily="18" charset="0"/>
              </a:rPr>
              <a:t>如果诸葛亮生在现代，他晚上会在这里观星吗？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17.	</a:t>
            </a:r>
            <a:r>
              <a:rPr lang="zh-CN" altLang="en-US" sz="1800" dirty="0">
                <a:latin typeface="Bookman Old Style" panose="02050604050505020204" pitchFamily="18" charset="0"/>
              </a:rPr>
              <a:t>某个人和无数的人在这里的街头散步，直到午夜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20. 	5 8 1 2 </a:t>
            </a:r>
            <a:r>
              <a:rPr lang="en-US" altLang="zh-CN" sz="1800" b="1" dirty="0">
                <a:latin typeface="Bookman Old Style" panose="02050604050505020204" pitchFamily="18" charset="0"/>
              </a:rPr>
              <a:t>5</a:t>
            </a:r>
            <a:r>
              <a:rPr lang="zh-CN" altLang="en-US" sz="1800" dirty="0">
                <a:latin typeface="Bookman Old Style" panose="02050604050505020204" pitchFamily="18" charset="0"/>
              </a:rPr>
              <a:t>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F.	</a:t>
            </a:r>
            <a:r>
              <a:rPr lang="zh-CN" altLang="en-US" sz="1800" dirty="0">
                <a:latin typeface="Bookman Old Style" panose="02050604050505020204" pitchFamily="18" charset="0"/>
              </a:rPr>
              <a:t>将第二个字符逆时针旋转</a:t>
            </a:r>
            <a:r>
              <a:rPr lang="en-US" altLang="zh-CN" sz="1800" dirty="0">
                <a:latin typeface="Bookman Old Style" panose="02050604050505020204" pitchFamily="18" charset="0"/>
              </a:rPr>
              <a:t>45°</a:t>
            </a:r>
            <a:r>
              <a:rPr lang="zh-CN" altLang="en-US" sz="1800" dirty="0">
                <a:latin typeface="Bookman Old Style" panose="02050604050505020204" pitchFamily="18" charset="0"/>
              </a:rPr>
              <a:t>或者将两个字符同时</a:t>
            </a:r>
            <a:r>
              <a:rPr lang="zh-CN" altLang="en-US" sz="1800" dirty="0">
                <a:solidFill>
                  <a:srgbClr val="FFFF00"/>
                </a:solidFill>
                <a:latin typeface="Bookman Old Style" panose="02050604050505020204" pitchFamily="18" charset="0"/>
              </a:rPr>
              <a:t>顺时针</a:t>
            </a:r>
            <a:r>
              <a:rPr lang="zh-CN" altLang="en-US" sz="1800" dirty="0">
                <a:latin typeface="Bookman Old Style" panose="02050604050505020204" pitchFamily="18" charset="0"/>
              </a:rPr>
              <a:t>旋转</a:t>
            </a:r>
            <a:r>
              <a:rPr lang="en-US" altLang="zh-CN" sz="1800" dirty="0">
                <a:latin typeface="Bookman Old Style" panose="02050604050505020204" pitchFamily="18" charset="0"/>
              </a:rPr>
              <a:t>45°</a:t>
            </a:r>
            <a:r>
              <a:rPr lang="zh-CN" altLang="en-US" sz="1800" dirty="0">
                <a:latin typeface="Bookman Old Style" panose="02050604050505020204" pitchFamily="18" charset="0"/>
              </a:rPr>
              <a:t>得到的是同一个词 </a:t>
            </a:r>
            <a:endParaRPr lang="en-US" altLang="zh-CN" sz="1800" dirty="0">
              <a:latin typeface="Bookman Old Style" panose="02050604050505020204" pitchFamily="18" charset="0"/>
            </a:endParaRPr>
          </a:p>
        </p:txBody>
      </p:sp>
      <mc:AlternateContent xmlns:mc="http://schemas.openxmlformats.org/markup-compatibility/2006" xmlns:p14="http://schemas.microsoft.com/office/powerpoint/2010/main">
        <mc:Choice Requires="p14">
          <p:contentPart p14:bwMode="auto" r:id="rId2">
            <p14:nvContentPartPr>
              <p14:cNvPr id="22" name="墨迹 21">
                <a:extLst>
                  <a:ext uri="{FF2B5EF4-FFF2-40B4-BE49-F238E27FC236}">
                    <a16:creationId xmlns:a16="http://schemas.microsoft.com/office/drawing/2014/main" id="{BDE163E3-67C1-410E-82A7-A130F7797A7B}"/>
                  </a:ext>
                </a:extLst>
              </p14:cNvPr>
              <p14:cNvContentPartPr/>
              <p14:nvPr/>
            </p14:nvContentPartPr>
            <p14:xfrm>
              <a:off x="945980" y="571060"/>
              <a:ext cx="534960" cy="687960"/>
            </p14:xfrm>
          </p:contentPart>
        </mc:Choice>
        <mc:Fallback xmlns="">
          <p:pic>
            <p:nvPicPr>
              <p:cNvPr id="22" name="墨迹 21">
                <a:extLst>
                  <a:ext uri="{FF2B5EF4-FFF2-40B4-BE49-F238E27FC236}">
                    <a16:creationId xmlns:a16="http://schemas.microsoft.com/office/drawing/2014/main" id="{BDE163E3-67C1-410E-82A7-A130F7797A7B}"/>
                  </a:ext>
                </a:extLst>
              </p:cNvPr>
              <p:cNvPicPr/>
              <p:nvPr/>
            </p:nvPicPr>
            <p:blipFill>
              <a:blip r:embed="rId3"/>
              <a:stretch>
                <a:fillRect/>
              </a:stretch>
            </p:blipFill>
            <p:spPr>
              <a:xfrm>
                <a:off x="937340" y="562060"/>
                <a:ext cx="552600" cy="705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9" name="墨迹 28">
                <a:extLst>
                  <a:ext uri="{FF2B5EF4-FFF2-40B4-BE49-F238E27FC236}">
                    <a16:creationId xmlns:a16="http://schemas.microsoft.com/office/drawing/2014/main" id="{BA301F73-7B47-4AF2-826C-7C6B72765E31}"/>
                  </a:ext>
                </a:extLst>
              </p14:cNvPr>
              <p14:cNvContentPartPr/>
              <p14:nvPr/>
            </p14:nvContentPartPr>
            <p14:xfrm>
              <a:off x="2485520" y="578800"/>
              <a:ext cx="480960" cy="574920"/>
            </p14:xfrm>
          </p:contentPart>
        </mc:Choice>
        <mc:Fallback xmlns="">
          <p:pic>
            <p:nvPicPr>
              <p:cNvPr id="29" name="墨迹 28">
                <a:extLst>
                  <a:ext uri="{FF2B5EF4-FFF2-40B4-BE49-F238E27FC236}">
                    <a16:creationId xmlns:a16="http://schemas.microsoft.com/office/drawing/2014/main" id="{BA301F73-7B47-4AF2-826C-7C6B72765E31}"/>
                  </a:ext>
                </a:extLst>
              </p:cNvPr>
              <p:cNvPicPr/>
              <p:nvPr/>
            </p:nvPicPr>
            <p:blipFill>
              <a:blip r:embed="rId5"/>
              <a:stretch>
                <a:fillRect/>
              </a:stretch>
            </p:blipFill>
            <p:spPr>
              <a:xfrm>
                <a:off x="2476520" y="570160"/>
                <a:ext cx="498600" cy="59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0" name="墨迹 29">
                <a:extLst>
                  <a:ext uri="{FF2B5EF4-FFF2-40B4-BE49-F238E27FC236}">
                    <a16:creationId xmlns:a16="http://schemas.microsoft.com/office/drawing/2014/main" id="{F7871FB5-DFF2-4893-89E3-C57D5F023DAA}"/>
                  </a:ext>
                </a:extLst>
              </p14:cNvPr>
              <p14:cNvContentPartPr/>
              <p14:nvPr/>
            </p14:nvContentPartPr>
            <p14:xfrm>
              <a:off x="1656800" y="591027"/>
              <a:ext cx="607680" cy="653040"/>
            </p14:xfrm>
          </p:contentPart>
        </mc:Choice>
        <mc:Fallback xmlns="">
          <p:pic>
            <p:nvPicPr>
              <p:cNvPr id="30" name="墨迹 29">
                <a:extLst>
                  <a:ext uri="{FF2B5EF4-FFF2-40B4-BE49-F238E27FC236}">
                    <a16:creationId xmlns:a16="http://schemas.microsoft.com/office/drawing/2014/main" id="{F7871FB5-DFF2-4893-89E3-C57D5F023DAA}"/>
                  </a:ext>
                </a:extLst>
              </p:cNvPr>
              <p:cNvPicPr/>
              <p:nvPr/>
            </p:nvPicPr>
            <p:blipFill>
              <a:blip r:embed="rId7"/>
              <a:stretch>
                <a:fillRect/>
              </a:stretch>
            </p:blipFill>
            <p:spPr>
              <a:xfrm>
                <a:off x="1648155" y="582382"/>
                <a:ext cx="625330" cy="67069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3" name="墨迹 32">
                <a:extLst>
                  <a:ext uri="{FF2B5EF4-FFF2-40B4-BE49-F238E27FC236}">
                    <a16:creationId xmlns:a16="http://schemas.microsoft.com/office/drawing/2014/main" id="{C26B15C4-0FE1-4521-8F68-BCD9BF744B3A}"/>
                  </a:ext>
                </a:extLst>
              </p14:cNvPr>
              <p14:cNvContentPartPr/>
              <p14:nvPr/>
            </p14:nvContentPartPr>
            <p14:xfrm>
              <a:off x="3181987" y="591220"/>
              <a:ext cx="558000" cy="550080"/>
            </p14:xfrm>
          </p:contentPart>
        </mc:Choice>
        <mc:Fallback xmlns="">
          <p:pic>
            <p:nvPicPr>
              <p:cNvPr id="33" name="墨迹 32">
                <a:extLst>
                  <a:ext uri="{FF2B5EF4-FFF2-40B4-BE49-F238E27FC236}">
                    <a16:creationId xmlns:a16="http://schemas.microsoft.com/office/drawing/2014/main" id="{C26B15C4-0FE1-4521-8F68-BCD9BF744B3A}"/>
                  </a:ext>
                </a:extLst>
              </p:cNvPr>
              <p:cNvPicPr/>
              <p:nvPr/>
            </p:nvPicPr>
            <p:blipFill>
              <a:blip r:embed="rId9"/>
              <a:stretch>
                <a:fillRect/>
              </a:stretch>
            </p:blipFill>
            <p:spPr>
              <a:xfrm>
                <a:off x="3172987" y="582220"/>
                <a:ext cx="575640" cy="567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0" name="墨迹 39">
                <a:extLst>
                  <a:ext uri="{FF2B5EF4-FFF2-40B4-BE49-F238E27FC236}">
                    <a16:creationId xmlns:a16="http://schemas.microsoft.com/office/drawing/2014/main" id="{078AE212-370A-482A-AF23-92198C3270FB}"/>
                  </a:ext>
                </a:extLst>
              </p14:cNvPr>
              <p14:cNvContentPartPr/>
              <p14:nvPr/>
            </p14:nvContentPartPr>
            <p14:xfrm>
              <a:off x="4773817" y="571060"/>
              <a:ext cx="609120" cy="741960"/>
            </p14:xfrm>
          </p:contentPart>
        </mc:Choice>
        <mc:Fallback xmlns="">
          <p:pic>
            <p:nvPicPr>
              <p:cNvPr id="40" name="墨迹 39">
                <a:extLst>
                  <a:ext uri="{FF2B5EF4-FFF2-40B4-BE49-F238E27FC236}">
                    <a16:creationId xmlns:a16="http://schemas.microsoft.com/office/drawing/2014/main" id="{078AE212-370A-482A-AF23-92198C3270FB}"/>
                  </a:ext>
                </a:extLst>
              </p:cNvPr>
              <p:cNvPicPr/>
              <p:nvPr/>
            </p:nvPicPr>
            <p:blipFill>
              <a:blip r:embed="rId11"/>
              <a:stretch>
                <a:fillRect/>
              </a:stretch>
            </p:blipFill>
            <p:spPr>
              <a:xfrm>
                <a:off x="4764817" y="562420"/>
                <a:ext cx="626760" cy="759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1" name="墨迹 40">
                <a:extLst>
                  <a:ext uri="{FF2B5EF4-FFF2-40B4-BE49-F238E27FC236}">
                    <a16:creationId xmlns:a16="http://schemas.microsoft.com/office/drawing/2014/main" id="{9D94B144-51A7-4345-9344-EFDE97D3FCF8}"/>
                  </a:ext>
                </a:extLst>
              </p14:cNvPr>
              <p14:cNvContentPartPr/>
              <p14:nvPr/>
            </p14:nvContentPartPr>
            <p14:xfrm>
              <a:off x="3985910" y="596080"/>
              <a:ext cx="514080" cy="573840"/>
            </p14:xfrm>
          </p:contentPart>
        </mc:Choice>
        <mc:Fallback xmlns="">
          <p:pic>
            <p:nvPicPr>
              <p:cNvPr id="41" name="墨迹 40">
                <a:extLst>
                  <a:ext uri="{FF2B5EF4-FFF2-40B4-BE49-F238E27FC236}">
                    <a16:creationId xmlns:a16="http://schemas.microsoft.com/office/drawing/2014/main" id="{9D94B144-51A7-4345-9344-EFDE97D3FCF8}"/>
                  </a:ext>
                </a:extLst>
              </p:cNvPr>
              <p:cNvPicPr/>
              <p:nvPr/>
            </p:nvPicPr>
            <p:blipFill>
              <a:blip r:embed="rId13"/>
              <a:stretch>
                <a:fillRect/>
              </a:stretch>
            </p:blipFill>
            <p:spPr>
              <a:xfrm>
                <a:off x="3977276" y="587074"/>
                <a:ext cx="531708" cy="591491"/>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0" name="墨迹 49">
                <a:extLst>
                  <a:ext uri="{FF2B5EF4-FFF2-40B4-BE49-F238E27FC236}">
                    <a16:creationId xmlns:a16="http://schemas.microsoft.com/office/drawing/2014/main" id="{9EE9FBDC-D726-4D9D-A126-D82A3FA89FC2}"/>
                  </a:ext>
                </a:extLst>
              </p14:cNvPr>
              <p14:cNvContentPartPr/>
              <p14:nvPr/>
            </p14:nvContentPartPr>
            <p14:xfrm>
              <a:off x="6857180" y="600580"/>
              <a:ext cx="502560" cy="564840"/>
            </p14:xfrm>
          </p:contentPart>
        </mc:Choice>
        <mc:Fallback xmlns="">
          <p:pic>
            <p:nvPicPr>
              <p:cNvPr id="50" name="墨迹 49">
                <a:extLst>
                  <a:ext uri="{FF2B5EF4-FFF2-40B4-BE49-F238E27FC236}">
                    <a16:creationId xmlns:a16="http://schemas.microsoft.com/office/drawing/2014/main" id="{9EE9FBDC-D726-4D9D-A126-D82A3FA89FC2}"/>
                  </a:ext>
                </a:extLst>
              </p:cNvPr>
              <p:cNvPicPr/>
              <p:nvPr/>
            </p:nvPicPr>
            <p:blipFill>
              <a:blip r:embed="rId15"/>
              <a:stretch>
                <a:fillRect/>
              </a:stretch>
            </p:blipFill>
            <p:spPr>
              <a:xfrm>
                <a:off x="6848540" y="591940"/>
                <a:ext cx="520200" cy="582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1" name="墨迹 50">
                <a:extLst>
                  <a:ext uri="{FF2B5EF4-FFF2-40B4-BE49-F238E27FC236}">
                    <a16:creationId xmlns:a16="http://schemas.microsoft.com/office/drawing/2014/main" id="{ED0E6E5F-1383-4750-82DD-6AE1546A6D90}"/>
                  </a:ext>
                </a:extLst>
              </p14:cNvPr>
              <p14:cNvContentPartPr/>
              <p14:nvPr/>
            </p14:nvContentPartPr>
            <p14:xfrm>
              <a:off x="6142940" y="559180"/>
              <a:ext cx="509400" cy="647640"/>
            </p14:xfrm>
          </p:contentPart>
        </mc:Choice>
        <mc:Fallback xmlns="">
          <p:pic>
            <p:nvPicPr>
              <p:cNvPr id="51" name="墨迹 50">
                <a:extLst>
                  <a:ext uri="{FF2B5EF4-FFF2-40B4-BE49-F238E27FC236}">
                    <a16:creationId xmlns:a16="http://schemas.microsoft.com/office/drawing/2014/main" id="{ED0E6E5F-1383-4750-82DD-6AE1546A6D90}"/>
                  </a:ext>
                </a:extLst>
              </p:cNvPr>
              <p:cNvPicPr/>
              <p:nvPr/>
            </p:nvPicPr>
            <p:blipFill>
              <a:blip r:embed="rId17"/>
              <a:stretch>
                <a:fillRect/>
              </a:stretch>
            </p:blipFill>
            <p:spPr>
              <a:xfrm>
                <a:off x="6133946" y="550540"/>
                <a:ext cx="527028" cy="665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7" name="墨迹 56">
                <a:extLst>
                  <a:ext uri="{FF2B5EF4-FFF2-40B4-BE49-F238E27FC236}">
                    <a16:creationId xmlns:a16="http://schemas.microsoft.com/office/drawing/2014/main" id="{D54D97BB-72A4-440F-8FCA-4A85BB5AA2DF}"/>
                  </a:ext>
                </a:extLst>
              </p14:cNvPr>
              <p14:cNvContentPartPr/>
              <p14:nvPr/>
            </p14:nvContentPartPr>
            <p14:xfrm>
              <a:off x="8377100" y="595540"/>
              <a:ext cx="457920" cy="632880"/>
            </p14:xfrm>
          </p:contentPart>
        </mc:Choice>
        <mc:Fallback xmlns="">
          <p:pic>
            <p:nvPicPr>
              <p:cNvPr id="57" name="墨迹 56">
                <a:extLst>
                  <a:ext uri="{FF2B5EF4-FFF2-40B4-BE49-F238E27FC236}">
                    <a16:creationId xmlns:a16="http://schemas.microsoft.com/office/drawing/2014/main" id="{D54D97BB-72A4-440F-8FCA-4A85BB5AA2DF}"/>
                  </a:ext>
                </a:extLst>
              </p:cNvPr>
              <p:cNvPicPr/>
              <p:nvPr/>
            </p:nvPicPr>
            <p:blipFill>
              <a:blip r:embed="rId19"/>
              <a:stretch>
                <a:fillRect/>
              </a:stretch>
            </p:blipFill>
            <p:spPr>
              <a:xfrm>
                <a:off x="8368100" y="586540"/>
                <a:ext cx="475560" cy="650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8" name="墨迹 57">
                <a:extLst>
                  <a:ext uri="{FF2B5EF4-FFF2-40B4-BE49-F238E27FC236}">
                    <a16:creationId xmlns:a16="http://schemas.microsoft.com/office/drawing/2014/main" id="{A494AB85-6393-4D3F-9004-FB0EF720036D}"/>
                  </a:ext>
                </a:extLst>
              </p14:cNvPr>
              <p14:cNvContentPartPr/>
              <p14:nvPr/>
            </p14:nvContentPartPr>
            <p14:xfrm>
              <a:off x="7597700" y="614260"/>
              <a:ext cx="505800" cy="623160"/>
            </p14:xfrm>
          </p:contentPart>
        </mc:Choice>
        <mc:Fallback xmlns="">
          <p:pic>
            <p:nvPicPr>
              <p:cNvPr id="58" name="墨迹 57">
                <a:extLst>
                  <a:ext uri="{FF2B5EF4-FFF2-40B4-BE49-F238E27FC236}">
                    <a16:creationId xmlns:a16="http://schemas.microsoft.com/office/drawing/2014/main" id="{A494AB85-6393-4D3F-9004-FB0EF720036D}"/>
                  </a:ext>
                </a:extLst>
              </p:cNvPr>
              <p:cNvPicPr/>
              <p:nvPr/>
            </p:nvPicPr>
            <p:blipFill>
              <a:blip r:embed="rId21"/>
              <a:stretch>
                <a:fillRect/>
              </a:stretch>
            </p:blipFill>
            <p:spPr>
              <a:xfrm>
                <a:off x="7589060" y="605615"/>
                <a:ext cx="523440" cy="64081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1" name="墨迹 60">
                <a:extLst>
                  <a:ext uri="{FF2B5EF4-FFF2-40B4-BE49-F238E27FC236}">
                    <a16:creationId xmlns:a16="http://schemas.microsoft.com/office/drawing/2014/main" id="{CF369292-1920-4A35-86AF-3A2A3FAD52DC}"/>
                  </a:ext>
                </a:extLst>
              </p14:cNvPr>
              <p14:cNvContentPartPr/>
              <p14:nvPr/>
            </p14:nvContentPartPr>
            <p14:xfrm>
              <a:off x="9009980" y="616420"/>
              <a:ext cx="521640" cy="631080"/>
            </p14:xfrm>
          </p:contentPart>
        </mc:Choice>
        <mc:Fallback xmlns="">
          <p:pic>
            <p:nvPicPr>
              <p:cNvPr id="61" name="墨迹 60">
                <a:extLst>
                  <a:ext uri="{FF2B5EF4-FFF2-40B4-BE49-F238E27FC236}">
                    <a16:creationId xmlns:a16="http://schemas.microsoft.com/office/drawing/2014/main" id="{CF369292-1920-4A35-86AF-3A2A3FAD52DC}"/>
                  </a:ext>
                </a:extLst>
              </p:cNvPr>
              <p:cNvPicPr/>
              <p:nvPr/>
            </p:nvPicPr>
            <p:blipFill>
              <a:blip r:embed="rId23"/>
              <a:stretch>
                <a:fillRect/>
              </a:stretch>
            </p:blipFill>
            <p:spPr>
              <a:xfrm>
                <a:off x="9000980" y="607775"/>
                <a:ext cx="539280" cy="64873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墨迹 20">
                <a:extLst>
                  <a:ext uri="{FF2B5EF4-FFF2-40B4-BE49-F238E27FC236}">
                    <a16:creationId xmlns:a16="http://schemas.microsoft.com/office/drawing/2014/main" id="{A2CCE98F-7C3A-4DA8-BD44-A893CA94B0E5}"/>
                  </a:ext>
                </a:extLst>
              </p14:cNvPr>
              <p14:cNvContentPartPr/>
              <p14:nvPr/>
            </p14:nvContentPartPr>
            <p14:xfrm>
              <a:off x="8071547" y="1454489"/>
              <a:ext cx="461880" cy="383400"/>
            </p14:xfrm>
          </p:contentPart>
        </mc:Choice>
        <mc:Fallback xmlns="">
          <p:pic>
            <p:nvPicPr>
              <p:cNvPr id="21" name="墨迹 20">
                <a:extLst>
                  <a:ext uri="{FF2B5EF4-FFF2-40B4-BE49-F238E27FC236}">
                    <a16:creationId xmlns:a16="http://schemas.microsoft.com/office/drawing/2014/main" id="{A2CCE98F-7C3A-4DA8-BD44-A893CA94B0E5}"/>
                  </a:ext>
                </a:extLst>
              </p:cNvPr>
              <p:cNvPicPr/>
              <p:nvPr/>
            </p:nvPicPr>
            <p:blipFill>
              <a:blip r:embed="rId25"/>
              <a:stretch>
                <a:fillRect/>
              </a:stretch>
            </p:blipFill>
            <p:spPr>
              <a:xfrm>
                <a:off x="8062900" y="1445497"/>
                <a:ext cx="479534" cy="401023"/>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墨迹 22">
                <a:extLst>
                  <a:ext uri="{FF2B5EF4-FFF2-40B4-BE49-F238E27FC236}">
                    <a16:creationId xmlns:a16="http://schemas.microsoft.com/office/drawing/2014/main" id="{A8A68071-1A42-4B72-8BF5-E0F230828CDC}"/>
                  </a:ext>
                </a:extLst>
              </p14:cNvPr>
              <p14:cNvContentPartPr/>
              <p14:nvPr/>
            </p14:nvContentPartPr>
            <p14:xfrm>
              <a:off x="7675187" y="1471049"/>
              <a:ext cx="313920" cy="363960"/>
            </p14:xfrm>
          </p:contentPart>
        </mc:Choice>
        <mc:Fallback xmlns="">
          <p:pic>
            <p:nvPicPr>
              <p:cNvPr id="23" name="墨迹 22">
                <a:extLst>
                  <a:ext uri="{FF2B5EF4-FFF2-40B4-BE49-F238E27FC236}">
                    <a16:creationId xmlns:a16="http://schemas.microsoft.com/office/drawing/2014/main" id="{A8A68071-1A42-4B72-8BF5-E0F230828CDC}"/>
                  </a:ext>
                </a:extLst>
              </p:cNvPr>
              <p:cNvPicPr/>
              <p:nvPr/>
            </p:nvPicPr>
            <p:blipFill>
              <a:blip r:embed="rId27"/>
              <a:stretch>
                <a:fillRect/>
              </a:stretch>
            </p:blipFill>
            <p:spPr>
              <a:xfrm>
                <a:off x="7666187" y="1462418"/>
                <a:ext cx="331560" cy="381583"/>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3" name="墨迹 62">
                <a:extLst>
                  <a:ext uri="{FF2B5EF4-FFF2-40B4-BE49-F238E27FC236}">
                    <a16:creationId xmlns:a16="http://schemas.microsoft.com/office/drawing/2014/main" id="{13AD5251-7229-40B3-9752-6BFEA40F1290}"/>
                  </a:ext>
                </a:extLst>
              </p14:cNvPr>
              <p14:cNvContentPartPr/>
              <p14:nvPr/>
            </p14:nvContentPartPr>
            <p14:xfrm>
              <a:off x="11224067" y="1399769"/>
              <a:ext cx="364680" cy="363960"/>
            </p14:xfrm>
          </p:contentPart>
        </mc:Choice>
        <mc:Fallback xmlns="">
          <p:pic>
            <p:nvPicPr>
              <p:cNvPr id="63" name="墨迹 62">
                <a:extLst>
                  <a:ext uri="{FF2B5EF4-FFF2-40B4-BE49-F238E27FC236}">
                    <a16:creationId xmlns:a16="http://schemas.microsoft.com/office/drawing/2014/main" id="{13AD5251-7229-40B3-9752-6BFEA40F1290}"/>
                  </a:ext>
                </a:extLst>
              </p:cNvPr>
              <p:cNvPicPr/>
              <p:nvPr/>
            </p:nvPicPr>
            <p:blipFill>
              <a:blip r:embed="rId29"/>
              <a:stretch>
                <a:fillRect/>
              </a:stretch>
            </p:blipFill>
            <p:spPr>
              <a:xfrm>
                <a:off x="11215067" y="1391120"/>
                <a:ext cx="382320" cy="381617"/>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4" name="墨迹 63">
                <a:extLst>
                  <a:ext uri="{FF2B5EF4-FFF2-40B4-BE49-F238E27FC236}">
                    <a16:creationId xmlns:a16="http://schemas.microsoft.com/office/drawing/2014/main" id="{609ED1A0-FA1E-42FE-93D9-829013BA4FD9}"/>
                  </a:ext>
                </a:extLst>
              </p14:cNvPr>
              <p14:cNvContentPartPr/>
              <p14:nvPr/>
            </p14:nvContentPartPr>
            <p14:xfrm>
              <a:off x="10846067" y="1391849"/>
              <a:ext cx="268560" cy="372240"/>
            </p14:xfrm>
          </p:contentPart>
        </mc:Choice>
        <mc:Fallback xmlns="">
          <p:pic>
            <p:nvPicPr>
              <p:cNvPr id="64" name="墨迹 63">
                <a:extLst>
                  <a:ext uri="{FF2B5EF4-FFF2-40B4-BE49-F238E27FC236}">
                    <a16:creationId xmlns:a16="http://schemas.microsoft.com/office/drawing/2014/main" id="{609ED1A0-FA1E-42FE-93D9-829013BA4FD9}"/>
                  </a:ext>
                </a:extLst>
              </p:cNvPr>
              <p:cNvPicPr/>
              <p:nvPr/>
            </p:nvPicPr>
            <p:blipFill>
              <a:blip r:embed="rId31"/>
              <a:stretch>
                <a:fillRect/>
              </a:stretch>
            </p:blipFill>
            <p:spPr>
              <a:xfrm>
                <a:off x="10837067" y="1382849"/>
                <a:ext cx="28620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5" name="墨迹 64">
                <a:extLst>
                  <a:ext uri="{FF2B5EF4-FFF2-40B4-BE49-F238E27FC236}">
                    <a16:creationId xmlns:a16="http://schemas.microsoft.com/office/drawing/2014/main" id="{C099FCD5-238A-44EB-8117-034EB22B7956}"/>
                  </a:ext>
                </a:extLst>
              </p14:cNvPr>
              <p14:cNvContentPartPr/>
              <p14:nvPr/>
            </p14:nvContentPartPr>
            <p14:xfrm>
              <a:off x="10282307" y="1374569"/>
              <a:ext cx="485280" cy="387000"/>
            </p14:xfrm>
          </p:contentPart>
        </mc:Choice>
        <mc:Fallback xmlns="">
          <p:pic>
            <p:nvPicPr>
              <p:cNvPr id="65" name="墨迹 64">
                <a:extLst>
                  <a:ext uri="{FF2B5EF4-FFF2-40B4-BE49-F238E27FC236}">
                    <a16:creationId xmlns:a16="http://schemas.microsoft.com/office/drawing/2014/main" id="{C099FCD5-238A-44EB-8117-034EB22B7956}"/>
                  </a:ext>
                </a:extLst>
              </p:cNvPr>
              <p:cNvPicPr/>
              <p:nvPr/>
            </p:nvPicPr>
            <p:blipFill>
              <a:blip r:embed="rId33"/>
              <a:stretch>
                <a:fillRect/>
              </a:stretch>
            </p:blipFill>
            <p:spPr>
              <a:xfrm>
                <a:off x="10273307" y="1365929"/>
                <a:ext cx="502920" cy="404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6" name="墨迹 65">
                <a:extLst>
                  <a:ext uri="{FF2B5EF4-FFF2-40B4-BE49-F238E27FC236}">
                    <a16:creationId xmlns:a16="http://schemas.microsoft.com/office/drawing/2014/main" id="{B185C50D-9499-47D2-9533-762228D38A95}"/>
                  </a:ext>
                </a:extLst>
              </p14:cNvPr>
              <p14:cNvContentPartPr/>
              <p14:nvPr/>
            </p14:nvContentPartPr>
            <p14:xfrm>
              <a:off x="9687587" y="1408409"/>
              <a:ext cx="469080" cy="336240"/>
            </p14:xfrm>
          </p:contentPart>
        </mc:Choice>
        <mc:Fallback xmlns="">
          <p:pic>
            <p:nvPicPr>
              <p:cNvPr id="66" name="墨迹 65">
                <a:extLst>
                  <a:ext uri="{FF2B5EF4-FFF2-40B4-BE49-F238E27FC236}">
                    <a16:creationId xmlns:a16="http://schemas.microsoft.com/office/drawing/2014/main" id="{B185C50D-9499-47D2-9533-762228D38A95}"/>
                  </a:ext>
                </a:extLst>
              </p:cNvPr>
              <p:cNvPicPr/>
              <p:nvPr/>
            </p:nvPicPr>
            <p:blipFill>
              <a:blip r:embed="rId35"/>
              <a:stretch>
                <a:fillRect/>
              </a:stretch>
            </p:blipFill>
            <p:spPr>
              <a:xfrm>
                <a:off x="9678947" y="1399769"/>
                <a:ext cx="48672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74" name="墨迹 73">
                <a:extLst>
                  <a:ext uri="{FF2B5EF4-FFF2-40B4-BE49-F238E27FC236}">
                    <a16:creationId xmlns:a16="http://schemas.microsoft.com/office/drawing/2014/main" id="{EA553021-9629-4611-BC79-9C61C632A288}"/>
                  </a:ext>
                </a:extLst>
              </p14:cNvPr>
              <p14:cNvContentPartPr/>
              <p14:nvPr/>
            </p14:nvContentPartPr>
            <p14:xfrm>
              <a:off x="6988667" y="1886489"/>
              <a:ext cx="656640" cy="326160"/>
            </p14:xfrm>
          </p:contentPart>
        </mc:Choice>
        <mc:Fallback xmlns="">
          <p:pic>
            <p:nvPicPr>
              <p:cNvPr id="74" name="墨迹 73">
                <a:extLst>
                  <a:ext uri="{FF2B5EF4-FFF2-40B4-BE49-F238E27FC236}">
                    <a16:creationId xmlns:a16="http://schemas.microsoft.com/office/drawing/2014/main" id="{EA553021-9629-4611-BC79-9C61C632A288}"/>
                  </a:ext>
                </a:extLst>
              </p:cNvPr>
              <p:cNvPicPr/>
              <p:nvPr/>
            </p:nvPicPr>
            <p:blipFill>
              <a:blip r:embed="rId37"/>
              <a:stretch>
                <a:fillRect/>
              </a:stretch>
            </p:blipFill>
            <p:spPr>
              <a:xfrm>
                <a:off x="6979667" y="1877849"/>
                <a:ext cx="67428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98" name="墨迹 97">
                <a:extLst>
                  <a:ext uri="{FF2B5EF4-FFF2-40B4-BE49-F238E27FC236}">
                    <a16:creationId xmlns:a16="http://schemas.microsoft.com/office/drawing/2014/main" id="{1D484E2F-40C6-4A73-8920-2F9815F87A5F}"/>
                  </a:ext>
                </a:extLst>
              </p14:cNvPr>
              <p14:cNvContentPartPr/>
              <p14:nvPr/>
            </p14:nvContentPartPr>
            <p14:xfrm>
              <a:off x="7788947" y="1921769"/>
              <a:ext cx="2036520" cy="383760"/>
            </p14:xfrm>
          </p:contentPart>
        </mc:Choice>
        <mc:Fallback xmlns="">
          <p:pic>
            <p:nvPicPr>
              <p:cNvPr id="98" name="墨迹 97">
                <a:extLst>
                  <a:ext uri="{FF2B5EF4-FFF2-40B4-BE49-F238E27FC236}">
                    <a16:creationId xmlns:a16="http://schemas.microsoft.com/office/drawing/2014/main" id="{1D484E2F-40C6-4A73-8920-2F9815F87A5F}"/>
                  </a:ext>
                </a:extLst>
              </p:cNvPr>
              <p:cNvPicPr/>
              <p:nvPr/>
            </p:nvPicPr>
            <p:blipFill>
              <a:blip r:embed="rId39"/>
              <a:stretch>
                <a:fillRect/>
              </a:stretch>
            </p:blipFill>
            <p:spPr>
              <a:xfrm>
                <a:off x="7780307" y="1912769"/>
                <a:ext cx="2054160" cy="401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13" name="墨迹 112">
                <a:extLst>
                  <a:ext uri="{FF2B5EF4-FFF2-40B4-BE49-F238E27FC236}">
                    <a16:creationId xmlns:a16="http://schemas.microsoft.com/office/drawing/2014/main" id="{1FBC33C6-D3D9-4F5E-BD98-3BD4537672D6}"/>
                  </a:ext>
                </a:extLst>
              </p14:cNvPr>
              <p14:cNvContentPartPr/>
              <p14:nvPr/>
            </p14:nvContentPartPr>
            <p14:xfrm>
              <a:off x="11679107" y="1971449"/>
              <a:ext cx="190440" cy="243360"/>
            </p14:xfrm>
          </p:contentPart>
        </mc:Choice>
        <mc:Fallback xmlns="">
          <p:pic>
            <p:nvPicPr>
              <p:cNvPr id="113" name="墨迹 112">
                <a:extLst>
                  <a:ext uri="{FF2B5EF4-FFF2-40B4-BE49-F238E27FC236}">
                    <a16:creationId xmlns:a16="http://schemas.microsoft.com/office/drawing/2014/main" id="{1FBC33C6-D3D9-4F5E-BD98-3BD4537672D6}"/>
                  </a:ext>
                </a:extLst>
              </p:cNvPr>
              <p:cNvPicPr/>
              <p:nvPr/>
            </p:nvPicPr>
            <p:blipFill>
              <a:blip r:embed="rId41"/>
              <a:stretch>
                <a:fillRect/>
              </a:stretch>
            </p:blipFill>
            <p:spPr>
              <a:xfrm>
                <a:off x="11670124" y="1962809"/>
                <a:ext cx="208047"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14" name="墨迹 113">
                <a:extLst>
                  <a:ext uri="{FF2B5EF4-FFF2-40B4-BE49-F238E27FC236}">
                    <a16:creationId xmlns:a16="http://schemas.microsoft.com/office/drawing/2014/main" id="{97E0A90B-EE9C-4900-A10E-43C37EAF667C}"/>
                  </a:ext>
                </a:extLst>
              </p14:cNvPr>
              <p14:cNvContentPartPr/>
              <p14:nvPr/>
            </p14:nvContentPartPr>
            <p14:xfrm>
              <a:off x="11236667" y="1977569"/>
              <a:ext cx="358200" cy="239400"/>
            </p14:xfrm>
          </p:contentPart>
        </mc:Choice>
        <mc:Fallback xmlns="">
          <p:pic>
            <p:nvPicPr>
              <p:cNvPr id="114" name="墨迹 113">
                <a:extLst>
                  <a:ext uri="{FF2B5EF4-FFF2-40B4-BE49-F238E27FC236}">
                    <a16:creationId xmlns:a16="http://schemas.microsoft.com/office/drawing/2014/main" id="{97E0A90B-EE9C-4900-A10E-43C37EAF667C}"/>
                  </a:ext>
                </a:extLst>
              </p:cNvPr>
              <p:cNvPicPr/>
              <p:nvPr/>
            </p:nvPicPr>
            <p:blipFill>
              <a:blip r:embed="rId43"/>
              <a:stretch>
                <a:fillRect/>
              </a:stretch>
            </p:blipFill>
            <p:spPr>
              <a:xfrm>
                <a:off x="11228018" y="1968569"/>
                <a:ext cx="375858"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15" name="墨迹 114">
                <a:extLst>
                  <a:ext uri="{FF2B5EF4-FFF2-40B4-BE49-F238E27FC236}">
                    <a16:creationId xmlns:a16="http://schemas.microsoft.com/office/drawing/2014/main" id="{33A01370-ECE2-4954-982E-BD6967F135D1}"/>
                  </a:ext>
                </a:extLst>
              </p14:cNvPr>
              <p14:cNvContentPartPr/>
              <p14:nvPr/>
            </p14:nvContentPartPr>
            <p14:xfrm>
              <a:off x="10347827" y="1979009"/>
              <a:ext cx="792720" cy="293040"/>
            </p14:xfrm>
          </p:contentPart>
        </mc:Choice>
        <mc:Fallback xmlns="">
          <p:pic>
            <p:nvPicPr>
              <p:cNvPr id="115" name="墨迹 114">
                <a:extLst>
                  <a:ext uri="{FF2B5EF4-FFF2-40B4-BE49-F238E27FC236}">
                    <a16:creationId xmlns:a16="http://schemas.microsoft.com/office/drawing/2014/main" id="{33A01370-ECE2-4954-982E-BD6967F135D1}"/>
                  </a:ext>
                </a:extLst>
              </p:cNvPr>
              <p:cNvPicPr/>
              <p:nvPr/>
            </p:nvPicPr>
            <p:blipFill>
              <a:blip r:embed="rId45"/>
              <a:stretch>
                <a:fillRect/>
              </a:stretch>
            </p:blipFill>
            <p:spPr>
              <a:xfrm>
                <a:off x="10338827" y="1970009"/>
                <a:ext cx="81036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22" name="墨迹 121">
                <a:extLst>
                  <a:ext uri="{FF2B5EF4-FFF2-40B4-BE49-F238E27FC236}">
                    <a16:creationId xmlns:a16="http://schemas.microsoft.com/office/drawing/2014/main" id="{C5CCF182-4C65-43AE-9CE2-FF80263753C0}"/>
                  </a:ext>
                </a:extLst>
              </p14:cNvPr>
              <p14:cNvContentPartPr/>
              <p14:nvPr/>
            </p14:nvContentPartPr>
            <p14:xfrm>
              <a:off x="10388147" y="2388329"/>
              <a:ext cx="699480" cy="318960"/>
            </p14:xfrm>
          </p:contentPart>
        </mc:Choice>
        <mc:Fallback xmlns="">
          <p:pic>
            <p:nvPicPr>
              <p:cNvPr id="122" name="墨迹 121">
                <a:extLst>
                  <a:ext uri="{FF2B5EF4-FFF2-40B4-BE49-F238E27FC236}">
                    <a16:creationId xmlns:a16="http://schemas.microsoft.com/office/drawing/2014/main" id="{C5CCF182-4C65-43AE-9CE2-FF80263753C0}"/>
                  </a:ext>
                </a:extLst>
              </p:cNvPr>
              <p:cNvPicPr/>
              <p:nvPr/>
            </p:nvPicPr>
            <p:blipFill>
              <a:blip r:embed="rId47"/>
              <a:stretch>
                <a:fillRect/>
              </a:stretch>
            </p:blipFill>
            <p:spPr>
              <a:xfrm>
                <a:off x="10379147" y="2379329"/>
                <a:ext cx="71712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36" name="墨迹 135">
                <a:extLst>
                  <a:ext uri="{FF2B5EF4-FFF2-40B4-BE49-F238E27FC236}">
                    <a16:creationId xmlns:a16="http://schemas.microsoft.com/office/drawing/2014/main" id="{64D7589F-3A4B-4D62-89A9-28EF78DA1CDC}"/>
                  </a:ext>
                </a:extLst>
              </p14:cNvPr>
              <p14:cNvContentPartPr/>
              <p14:nvPr/>
            </p14:nvContentPartPr>
            <p14:xfrm>
              <a:off x="7345787" y="2753729"/>
              <a:ext cx="820800" cy="248760"/>
            </p14:xfrm>
          </p:contentPart>
        </mc:Choice>
        <mc:Fallback xmlns="">
          <p:pic>
            <p:nvPicPr>
              <p:cNvPr id="136" name="墨迹 135">
                <a:extLst>
                  <a:ext uri="{FF2B5EF4-FFF2-40B4-BE49-F238E27FC236}">
                    <a16:creationId xmlns:a16="http://schemas.microsoft.com/office/drawing/2014/main" id="{64D7589F-3A4B-4D62-89A9-28EF78DA1CDC}"/>
                  </a:ext>
                </a:extLst>
              </p:cNvPr>
              <p:cNvPicPr/>
              <p:nvPr/>
            </p:nvPicPr>
            <p:blipFill>
              <a:blip r:embed="rId49"/>
              <a:stretch>
                <a:fillRect/>
              </a:stretch>
            </p:blipFill>
            <p:spPr>
              <a:xfrm>
                <a:off x="7337147" y="2744729"/>
                <a:ext cx="83844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50" name="墨迹 149">
                <a:extLst>
                  <a:ext uri="{FF2B5EF4-FFF2-40B4-BE49-F238E27FC236}">
                    <a16:creationId xmlns:a16="http://schemas.microsoft.com/office/drawing/2014/main" id="{E374EF2D-45AE-4298-BDBF-D492E62DE471}"/>
                  </a:ext>
                </a:extLst>
              </p14:cNvPr>
              <p14:cNvContentPartPr/>
              <p14:nvPr/>
            </p14:nvContentPartPr>
            <p14:xfrm>
              <a:off x="8414627" y="2808449"/>
              <a:ext cx="699480" cy="247320"/>
            </p14:xfrm>
          </p:contentPart>
        </mc:Choice>
        <mc:Fallback xmlns="">
          <p:pic>
            <p:nvPicPr>
              <p:cNvPr id="150" name="墨迹 149">
                <a:extLst>
                  <a:ext uri="{FF2B5EF4-FFF2-40B4-BE49-F238E27FC236}">
                    <a16:creationId xmlns:a16="http://schemas.microsoft.com/office/drawing/2014/main" id="{E374EF2D-45AE-4298-BDBF-D492E62DE471}"/>
                  </a:ext>
                </a:extLst>
              </p:cNvPr>
              <p:cNvPicPr/>
              <p:nvPr/>
            </p:nvPicPr>
            <p:blipFill>
              <a:blip r:embed="rId51"/>
              <a:stretch>
                <a:fillRect/>
              </a:stretch>
            </p:blipFill>
            <p:spPr>
              <a:xfrm>
                <a:off x="8405632" y="2799809"/>
                <a:ext cx="717111"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61" name="墨迹 160">
                <a:extLst>
                  <a:ext uri="{FF2B5EF4-FFF2-40B4-BE49-F238E27FC236}">
                    <a16:creationId xmlns:a16="http://schemas.microsoft.com/office/drawing/2014/main" id="{70018A56-D5D7-4FF1-BDDF-BBAD5BD3F43D}"/>
                  </a:ext>
                </a:extLst>
              </p14:cNvPr>
              <p14:cNvContentPartPr/>
              <p14:nvPr/>
            </p14:nvContentPartPr>
            <p14:xfrm>
              <a:off x="9299507" y="2860289"/>
              <a:ext cx="610920" cy="219600"/>
            </p14:xfrm>
          </p:contentPart>
        </mc:Choice>
        <mc:Fallback xmlns="">
          <p:pic>
            <p:nvPicPr>
              <p:cNvPr id="161" name="墨迹 160">
                <a:extLst>
                  <a:ext uri="{FF2B5EF4-FFF2-40B4-BE49-F238E27FC236}">
                    <a16:creationId xmlns:a16="http://schemas.microsoft.com/office/drawing/2014/main" id="{70018A56-D5D7-4FF1-BDDF-BBAD5BD3F43D}"/>
                  </a:ext>
                </a:extLst>
              </p:cNvPr>
              <p:cNvPicPr/>
              <p:nvPr/>
            </p:nvPicPr>
            <p:blipFill>
              <a:blip r:embed="rId53"/>
              <a:stretch>
                <a:fillRect/>
              </a:stretch>
            </p:blipFill>
            <p:spPr>
              <a:xfrm>
                <a:off x="9290507" y="2851289"/>
                <a:ext cx="6285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73" name="墨迹 172">
                <a:extLst>
                  <a:ext uri="{FF2B5EF4-FFF2-40B4-BE49-F238E27FC236}">
                    <a16:creationId xmlns:a16="http://schemas.microsoft.com/office/drawing/2014/main" id="{D6F95B25-CF23-4A87-881E-0A9411F36854}"/>
                  </a:ext>
                </a:extLst>
              </p14:cNvPr>
              <p14:cNvContentPartPr/>
              <p14:nvPr/>
            </p14:nvContentPartPr>
            <p14:xfrm>
              <a:off x="10975667" y="2879009"/>
              <a:ext cx="241920" cy="187200"/>
            </p14:xfrm>
          </p:contentPart>
        </mc:Choice>
        <mc:Fallback xmlns="">
          <p:pic>
            <p:nvPicPr>
              <p:cNvPr id="173" name="墨迹 172">
                <a:extLst>
                  <a:ext uri="{FF2B5EF4-FFF2-40B4-BE49-F238E27FC236}">
                    <a16:creationId xmlns:a16="http://schemas.microsoft.com/office/drawing/2014/main" id="{D6F95B25-CF23-4A87-881E-0A9411F36854}"/>
                  </a:ext>
                </a:extLst>
              </p:cNvPr>
              <p:cNvPicPr/>
              <p:nvPr/>
            </p:nvPicPr>
            <p:blipFill>
              <a:blip r:embed="rId55"/>
              <a:stretch>
                <a:fillRect/>
              </a:stretch>
            </p:blipFill>
            <p:spPr>
              <a:xfrm>
                <a:off x="10967027" y="2870369"/>
                <a:ext cx="25956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74" name="墨迹 173">
                <a:extLst>
                  <a:ext uri="{FF2B5EF4-FFF2-40B4-BE49-F238E27FC236}">
                    <a16:creationId xmlns:a16="http://schemas.microsoft.com/office/drawing/2014/main" id="{99FD497E-A3F6-4767-A1DE-72D67B0FA5F6}"/>
                  </a:ext>
                </a:extLst>
              </p14:cNvPr>
              <p14:cNvContentPartPr/>
              <p14:nvPr/>
            </p14:nvContentPartPr>
            <p14:xfrm>
              <a:off x="10592267" y="2847329"/>
              <a:ext cx="318960" cy="220680"/>
            </p14:xfrm>
          </p:contentPart>
        </mc:Choice>
        <mc:Fallback xmlns="">
          <p:pic>
            <p:nvPicPr>
              <p:cNvPr id="174" name="墨迹 173">
                <a:extLst>
                  <a:ext uri="{FF2B5EF4-FFF2-40B4-BE49-F238E27FC236}">
                    <a16:creationId xmlns:a16="http://schemas.microsoft.com/office/drawing/2014/main" id="{99FD497E-A3F6-4767-A1DE-72D67B0FA5F6}"/>
                  </a:ext>
                </a:extLst>
              </p:cNvPr>
              <p:cNvPicPr/>
              <p:nvPr/>
            </p:nvPicPr>
            <p:blipFill>
              <a:blip r:embed="rId57"/>
              <a:stretch>
                <a:fillRect/>
              </a:stretch>
            </p:blipFill>
            <p:spPr>
              <a:xfrm>
                <a:off x="10583627" y="2838689"/>
                <a:ext cx="33660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75" name="墨迹 174">
                <a:extLst>
                  <a:ext uri="{FF2B5EF4-FFF2-40B4-BE49-F238E27FC236}">
                    <a16:creationId xmlns:a16="http://schemas.microsoft.com/office/drawing/2014/main" id="{6A29F057-EA78-4033-A6AC-E444CA21BCFC}"/>
                  </a:ext>
                </a:extLst>
              </p14:cNvPr>
              <p14:cNvContentPartPr/>
              <p14:nvPr/>
            </p14:nvContentPartPr>
            <p14:xfrm>
              <a:off x="10191227" y="2861729"/>
              <a:ext cx="321840" cy="201600"/>
            </p14:xfrm>
          </p:contentPart>
        </mc:Choice>
        <mc:Fallback xmlns="">
          <p:pic>
            <p:nvPicPr>
              <p:cNvPr id="175" name="墨迹 174">
                <a:extLst>
                  <a:ext uri="{FF2B5EF4-FFF2-40B4-BE49-F238E27FC236}">
                    <a16:creationId xmlns:a16="http://schemas.microsoft.com/office/drawing/2014/main" id="{6A29F057-EA78-4033-A6AC-E444CA21BCFC}"/>
                  </a:ext>
                </a:extLst>
              </p:cNvPr>
              <p:cNvPicPr/>
              <p:nvPr/>
            </p:nvPicPr>
            <p:blipFill>
              <a:blip r:embed="rId59"/>
              <a:stretch>
                <a:fillRect/>
              </a:stretch>
            </p:blipFill>
            <p:spPr>
              <a:xfrm>
                <a:off x="10182227" y="2853089"/>
                <a:ext cx="33948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83" name="墨迹 182">
                <a:extLst>
                  <a:ext uri="{FF2B5EF4-FFF2-40B4-BE49-F238E27FC236}">
                    <a16:creationId xmlns:a16="http://schemas.microsoft.com/office/drawing/2014/main" id="{B90985EF-E899-4B9C-8ECC-DDDDEA5309AB}"/>
                  </a:ext>
                </a:extLst>
              </p14:cNvPr>
              <p14:cNvContentPartPr/>
              <p14:nvPr/>
            </p14:nvContentPartPr>
            <p14:xfrm>
              <a:off x="7268027" y="3071969"/>
              <a:ext cx="324000" cy="383040"/>
            </p14:xfrm>
          </p:contentPart>
        </mc:Choice>
        <mc:Fallback xmlns="">
          <p:pic>
            <p:nvPicPr>
              <p:cNvPr id="183" name="墨迹 182">
                <a:extLst>
                  <a:ext uri="{FF2B5EF4-FFF2-40B4-BE49-F238E27FC236}">
                    <a16:creationId xmlns:a16="http://schemas.microsoft.com/office/drawing/2014/main" id="{B90985EF-E899-4B9C-8ECC-DDDDEA5309AB}"/>
                  </a:ext>
                </a:extLst>
              </p:cNvPr>
              <p:cNvPicPr/>
              <p:nvPr/>
            </p:nvPicPr>
            <p:blipFill>
              <a:blip r:embed="rId61"/>
              <a:stretch>
                <a:fillRect/>
              </a:stretch>
            </p:blipFill>
            <p:spPr>
              <a:xfrm>
                <a:off x="7259377" y="3063321"/>
                <a:ext cx="341660" cy="400697"/>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95" name="墨迹 194">
                <a:extLst>
                  <a:ext uri="{FF2B5EF4-FFF2-40B4-BE49-F238E27FC236}">
                    <a16:creationId xmlns:a16="http://schemas.microsoft.com/office/drawing/2014/main" id="{C47B3638-1886-4F6C-898C-74FE3AB34EAD}"/>
                  </a:ext>
                </a:extLst>
              </p14:cNvPr>
              <p14:cNvContentPartPr/>
              <p14:nvPr/>
            </p14:nvContentPartPr>
            <p14:xfrm>
              <a:off x="8199707" y="3196889"/>
              <a:ext cx="318240" cy="313200"/>
            </p14:xfrm>
          </p:contentPart>
        </mc:Choice>
        <mc:Fallback xmlns="">
          <p:pic>
            <p:nvPicPr>
              <p:cNvPr id="195" name="墨迹 194">
                <a:extLst>
                  <a:ext uri="{FF2B5EF4-FFF2-40B4-BE49-F238E27FC236}">
                    <a16:creationId xmlns:a16="http://schemas.microsoft.com/office/drawing/2014/main" id="{C47B3638-1886-4F6C-898C-74FE3AB34EAD}"/>
                  </a:ext>
                </a:extLst>
              </p:cNvPr>
              <p:cNvPicPr/>
              <p:nvPr/>
            </p:nvPicPr>
            <p:blipFill>
              <a:blip r:embed="rId63"/>
              <a:stretch>
                <a:fillRect/>
              </a:stretch>
            </p:blipFill>
            <p:spPr>
              <a:xfrm>
                <a:off x="8190707" y="3187889"/>
                <a:ext cx="33588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96" name="墨迹 195">
                <a:extLst>
                  <a:ext uri="{FF2B5EF4-FFF2-40B4-BE49-F238E27FC236}">
                    <a16:creationId xmlns:a16="http://schemas.microsoft.com/office/drawing/2014/main" id="{51B64F2F-380D-4FF1-B319-0C60CF3F5A0E}"/>
                  </a:ext>
                </a:extLst>
              </p14:cNvPr>
              <p14:cNvContentPartPr/>
              <p14:nvPr/>
            </p14:nvContentPartPr>
            <p14:xfrm>
              <a:off x="7796147" y="3131369"/>
              <a:ext cx="232920" cy="343440"/>
            </p14:xfrm>
          </p:contentPart>
        </mc:Choice>
        <mc:Fallback xmlns="">
          <p:pic>
            <p:nvPicPr>
              <p:cNvPr id="196" name="墨迹 195">
                <a:extLst>
                  <a:ext uri="{FF2B5EF4-FFF2-40B4-BE49-F238E27FC236}">
                    <a16:creationId xmlns:a16="http://schemas.microsoft.com/office/drawing/2014/main" id="{51B64F2F-380D-4FF1-B319-0C60CF3F5A0E}"/>
                  </a:ext>
                </a:extLst>
              </p:cNvPr>
              <p:cNvPicPr/>
              <p:nvPr/>
            </p:nvPicPr>
            <p:blipFill>
              <a:blip r:embed="rId65"/>
              <a:stretch>
                <a:fillRect/>
              </a:stretch>
            </p:blipFill>
            <p:spPr>
              <a:xfrm>
                <a:off x="7787147" y="3122378"/>
                <a:ext cx="250560" cy="361062"/>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08" name="墨迹 207">
                <a:extLst>
                  <a:ext uri="{FF2B5EF4-FFF2-40B4-BE49-F238E27FC236}">
                    <a16:creationId xmlns:a16="http://schemas.microsoft.com/office/drawing/2014/main" id="{6A6A6146-61D8-4AE9-9484-9AB48942EA3F}"/>
                  </a:ext>
                </a:extLst>
              </p14:cNvPr>
              <p14:cNvContentPartPr/>
              <p14:nvPr/>
            </p14:nvContentPartPr>
            <p14:xfrm>
              <a:off x="9825827" y="3253409"/>
              <a:ext cx="862560" cy="296280"/>
            </p14:xfrm>
          </p:contentPart>
        </mc:Choice>
        <mc:Fallback xmlns="">
          <p:pic>
            <p:nvPicPr>
              <p:cNvPr id="208" name="墨迹 207">
                <a:extLst>
                  <a:ext uri="{FF2B5EF4-FFF2-40B4-BE49-F238E27FC236}">
                    <a16:creationId xmlns:a16="http://schemas.microsoft.com/office/drawing/2014/main" id="{6A6A6146-61D8-4AE9-9484-9AB48942EA3F}"/>
                  </a:ext>
                </a:extLst>
              </p:cNvPr>
              <p:cNvPicPr/>
              <p:nvPr/>
            </p:nvPicPr>
            <p:blipFill>
              <a:blip r:embed="rId67"/>
              <a:stretch>
                <a:fillRect/>
              </a:stretch>
            </p:blipFill>
            <p:spPr>
              <a:xfrm>
                <a:off x="9816831" y="3244409"/>
                <a:ext cx="880193"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17" name="墨迹 216">
                <a:extLst>
                  <a:ext uri="{FF2B5EF4-FFF2-40B4-BE49-F238E27FC236}">
                    <a16:creationId xmlns:a16="http://schemas.microsoft.com/office/drawing/2014/main" id="{D272E114-B92A-4F24-A7A7-A6F8FA4F2F40}"/>
                  </a:ext>
                </a:extLst>
              </p14:cNvPr>
              <p14:cNvContentPartPr/>
              <p14:nvPr/>
            </p14:nvContentPartPr>
            <p14:xfrm>
              <a:off x="7018187" y="3681809"/>
              <a:ext cx="160560" cy="206640"/>
            </p14:xfrm>
          </p:contentPart>
        </mc:Choice>
        <mc:Fallback xmlns="">
          <p:pic>
            <p:nvPicPr>
              <p:cNvPr id="217" name="墨迹 216">
                <a:extLst>
                  <a:ext uri="{FF2B5EF4-FFF2-40B4-BE49-F238E27FC236}">
                    <a16:creationId xmlns:a16="http://schemas.microsoft.com/office/drawing/2014/main" id="{D272E114-B92A-4F24-A7A7-A6F8FA4F2F40}"/>
                  </a:ext>
                </a:extLst>
              </p:cNvPr>
              <p:cNvPicPr/>
              <p:nvPr/>
            </p:nvPicPr>
            <p:blipFill>
              <a:blip r:embed="rId69"/>
              <a:stretch>
                <a:fillRect/>
              </a:stretch>
            </p:blipFill>
            <p:spPr>
              <a:xfrm>
                <a:off x="7009187" y="3672809"/>
                <a:ext cx="17820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23" name="墨迹 222">
                <a:extLst>
                  <a:ext uri="{FF2B5EF4-FFF2-40B4-BE49-F238E27FC236}">
                    <a16:creationId xmlns:a16="http://schemas.microsoft.com/office/drawing/2014/main" id="{39D72390-FA7A-4EE3-A41F-18E79343C014}"/>
                  </a:ext>
                </a:extLst>
              </p14:cNvPr>
              <p14:cNvContentPartPr/>
              <p14:nvPr/>
            </p14:nvContentPartPr>
            <p14:xfrm>
              <a:off x="7662227" y="3614849"/>
              <a:ext cx="219600" cy="248040"/>
            </p14:xfrm>
          </p:contentPart>
        </mc:Choice>
        <mc:Fallback xmlns="">
          <p:pic>
            <p:nvPicPr>
              <p:cNvPr id="223" name="墨迹 222">
                <a:extLst>
                  <a:ext uri="{FF2B5EF4-FFF2-40B4-BE49-F238E27FC236}">
                    <a16:creationId xmlns:a16="http://schemas.microsoft.com/office/drawing/2014/main" id="{39D72390-FA7A-4EE3-A41F-18E79343C014}"/>
                  </a:ext>
                </a:extLst>
              </p:cNvPr>
              <p:cNvPicPr/>
              <p:nvPr/>
            </p:nvPicPr>
            <p:blipFill>
              <a:blip r:embed="rId71"/>
              <a:stretch>
                <a:fillRect/>
              </a:stretch>
            </p:blipFill>
            <p:spPr>
              <a:xfrm>
                <a:off x="7653587" y="3605849"/>
                <a:ext cx="23724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24" name="墨迹 223">
                <a:extLst>
                  <a:ext uri="{FF2B5EF4-FFF2-40B4-BE49-F238E27FC236}">
                    <a16:creationId xmlns:a16="http://schemas.microsoft.com/office/drawing/2014/main" id="{83158004-FE67-473D-B225-5A9DD4B8F18A}"/>
                  </a:ext>
                </a:extLst>
              </p14:cNvPr>
              <p14:cNvContentPartPr/>
              <p14:nvPr/>
            </p14:nvContentPartPr>
            <p14:xfrm>
              <a:off x="7309787" y="3654089"/>
              <a:ext cx="201240" cy="217080"/>
            </p14:xfrm>
          </p:contentPart>
        </mc:Choice>
        <mc:Fallback xmlns="">
          <p:pic>
            <p:nvPicPr>
              <p:cNvPr id="224" name="墨迹 223">
                <a:extLst>
                  <a:ext uri="{FF2B5EF4-FFF2-40B4-BE49-F238E27FC236}">
                    <a16:creationId xmlns:a16="http://schemas.microsoft.com/office/drawing/2014/main" id="{83158004-FE67-473D-B225-5A9DD4B8F18A}"/>
                  </a:ext>
                </a:extLst>
              </p:cNvPr>
              <p:cNvPicPr/>
              <p:nvPr/>
            </p:nvPicPr>
            <p:blipFill>
              <a:blip r:embed="rId73"/>
              <a:stretch>
                <a:fillRect/>
              </a:stretch>
            </p:blipFill>
            <p:spPr>
              <a:xfrm>
                <a:off x="7301147" y="3645449"/>
                <a:ext cx="21888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29" name="墨迹 228">
                <a:extLst>
                  <a:ext uri="{FF2B5EF4-FFF2-40B4-BE49-F238E27FC236}">
                    <a16:creationId xmlns:a16="http://schemas.microsoft.com/office/drawing/2014/main" id="{EA54999B-1D07-40A2-BB3C-AAAABE9FB3A2}"/>
                  </a:ext>
                </a:extLst>
              </p14:cNvPr>
              <p14:cNvContentPartPr/>
              <p14:nvPr/>
            </p14:nvContentPartPr>
            <p14:xfrm>
              <a:off x="8040587" y="3609089"/>
              <a:ext cx="242640" cy="252360"/>
            </p14:xfrm>
          </p:contentPart>
        </mc:Choice>
        <mc:Fallback xmlns="">
          <p:pic>
            <p:nvPicPr>
              <p:cNvPr id="229" name="墨迹 228">
                <a:extLst>
                  <a:ext uri="{FF2B5EF4-FFF2-40B4-BE49-F238E27FC236}">
                    <a16:creationId xmlns:a16="http://schemas.microsoft.com/office/drawing/2014/main" id="{EA54999B-1D07-40A2-BB3C-AAAABE9FB3A2}"/>
                  </a:ext>
                </a:extLst>
              </p:cNvPr>
              <p:cNvPicPr/>
              <p:nvPr/>
            </p:nvPicPr>
            <p:blipFill>
              <a:blip r:embed="rId75"/>
              <a:stretch>
                <a:fillRect/>
              </a:stretch>
            </p:blipFill>
            <p:spPr>
              <a:xfrm>
                <a:off x="8031587" y="3600449"/>
                <a:ext cx="26028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30" name="墨迹 229">
                <a:extLst>
                  <a:ext uri="{FF2B5EF4-FFF2-40B4-BE49-F238E27FC236}">
                    <a16:creationId xmlns:a16="http://schemas.microsoft.com/office/drawing/2014/main" id="{5D7E1DAC-44FB-4DCA-A39B-B61A72C93D80}"/>
                  </a:ext>
                </a:extLst>
              </p14:cNvPr>
              <p14:cNvContentPartPr/>
              <p14:nvPr/>
            </p14:nvContentPartPr>
            <p14:xfrm>
              <a:off x="8420747" y="3614129"/>
              <a:ext cx="167760" cy="213840"/>
            </p14:xfrm>
          </p:contentPart>
        </mc:Choice>
        <mc:Fallback xmlns="">
          <p:pic>
            <p:nvPicPr>
              <p:cNvPr id="230" name="墨迹 229">
                <a:extLst>
                  <a:ext uri="{FF2B5EF4-FFF2-40B4-BE49-F238E27FC236}">
                    <a16:creationId xmlns:a16="http://schemas.microsoft.com/office/drawing/2014/main" id="{5D7E1DAC-44FB-4DCA-A39B-B61A72C93D80}"/>
                  </a:ext>
                </a:extLst>
              </p:cNvPr>
              <p:cNvPicPr/>
              <p:nvPr/>
            </p:nvPicPr>
            <p:blipFill>
              <a:blip r:embed="rId77"/>
              <a:stretch>
                <a:fillRect/>
              </a:stretch>
            </p:blipFill>
            <p:spPr>
              <a:xfrm>
                <a:off x="8411747" y="3605489"/>
                <a:ext cx="18540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31" name="墨迹 230">
                <a:extLst>
                  <a:ext uri="{FF2B5EF4-FFF2-40B4-BE49-F238E27FC236}">
                    <a16:creationId xmlns:a16="http://schemas.microsoft.com/office/drawing/2014/main" id="{890CE797-03AB-4E08-A58C-E215E745E3BC}"/>
                  </a:ext>
                </a:extLst>
              </p14:cNvPr>
              <p14:cNvContentPartPr/>
              <p14:nvPr/>
            </p14:nvContentPartPr>
            <p14:xfrm>
              <a:off x="8717027" y="3623489"/>
              <a:ext cx="201240" cy="238320"/>
            </p14:xfrm>
          </p:contentPart>
        </mc:Choice>
        <mc:Fallback xmlns="">
          <p:pic>
            <p:nvPicPr>
              <p:cNvPr id="231" name="墨迹 230">
                <a:extLst>
                  <a:ext uri="{FF2B5EF4-FFF2-40B4-BE49-F238E27FC236}">
                    <a16:creationId xmlns:a16="http://schemas.microsoft.com/office/drawing/2014/main" id="{890CE797-03AB-4E08-A58C-E215E745E3BC}"/>
                  </a:ext>
                </a:extLst>
              </p:cNvPr>
              <p:cNvPicPr/>
              <p:nvPr/>
            </p:nvPicPr>
            <p:blipFill>
              <a:blip r:embed="rId79"/>
              <a:stretch>
                <a:fillRect/>
              </a:stretch>
            </p:blipFill>
            <p:spPr>
              <a:xfrm>
                <a:off x="8708027" y="3614849"/>
                <a:ext cx="21888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35" name="墨迹 234">
                <a:extLst>
                  <a:ext uri="{FF2B5EF4-FFF2-40B4-BE49-F238E27FC236}">
                    <a16:creationId xmlns:a16="http://schemas.microsoft.com/office/drawing/2014/main" id="{F25217F4-F538-4E8E-81C1-426C83D0BFF3}"/>
                  </a:ext>
                </a:extLst>
              </p14:cNvPr>
              <p14:cNvContentPartPr/>
              <p14:nvPr/>
            </p14:nvContentPartPr>
            <p14:xfrm>
              <a:off x="9060107" y="3651209"/>
              <a:ext cx="129960" cy="213120"/>
            </p14:xfrm>
          </p:contentPart>
        </mc:Choice>
        <mc:Fallback xmlns="">
          <p:pic>
            <p:nvPicPr>
              <p:cNvPr id="235" name="墨迹 234">
                <a:extLst>
                  <a:ext uri="{FF2B5EF4-FFF2-40B4-BE49-F238E27FC236}">
                    <a16:creationId xmlns:a16="http://schemas.microsoft.com/office/drawing/2014/main" id="{F25217F4-F538-4E8E-81C1-426C83D0BFF3}"/>
                  </a:ext>
                </a:extLst>
              </p:cNvPr>
              <p:cNvPicPr/>
              <p:nvPr/>
            </p:nvPicPr>
            <p:blipFill>
              <a:blip r:embed="rId81"/>
              <a:stretch>
                <a:fillRect/>
              </a:stretch>
            </p:blipFill>
            <p:spPr>
              <a:xfrm>
                <a:off x="9051467" y="3642569"/>
                <a:ext cx="14760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54" name="墨迹 253">
                <a:extLst>
                  <a:ext uri="{FF2B5EF4-FFF2-40B4-BE49-F238E27FC236}">
                    <a16:creationId xmlns:a16="http://schemas.microsoft.com/office/drawing/2014/main" id="{67BBB41F-75C8-4AB7-BA04-7F09A31DFC85}"/>
                  </a:ext>
                </a:extLst>
              </p14:cNvPr>
              <p14:cNvContentPartPr/>
              <p14:nvPr/>
            </p14:nvContentPartPr>
            <p14:xfrm>
              <a:off x="10805027" y="3703049"/>
              <a:ext cx="217800" cy="201600"/>
            </p14:xfrm>
          </p:contentPart>
        </mc:Choice>
        <mc:Fallback xmlns="">
          <p:pic>
            <p:nvPicPr>
              <p:cNvPr id="254" name="墨迹 253">
                <a:extLst>
                  <a:ext uri="{FF2B5EF4-FFF2-40B4-BE49-F238E27FC236}">
                    <a16:creationId xmlns:a16="http://schemas.microsoft.com/office/drawing/2014/main" id="{67BBB41F-75C8-4AB7-BA04-7F09A31DFC85}"/>
                  </a:ext>
                </a:extLst>
              </p:cNvPr>
              <p:cNvPicPr/>
              <p:nvPr/>
            </p:nvPicPr>
            <p:blipFill>
              <a:blip r:embed="rId83"/>
              <a:stretch>
                <a:fillRect/>
              </a:stretch>
            </p:blipFill>
            <p:spPr>
              <a:xfrm>
                <a:off x="10796373" y="3694065"/>
                <a:ext cx="235469" cy="219209"/>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55" name="墨迹 254">
                <a:extLst>
                  <a:ext uri="{FF2B5EF4-FFF2-40B4-BE49-F238E27FC236}">
                    <a16:creationId xmlns:a16="http://schemas.microsoft.com/office/drawing/2014/main" id="{62684A07-D66B-4695-BCC2-3331D74C0B28}"/>
                  </a:ext>
                </a:extLst>
              </p14:cNvPr>
              <p14:cNvContentPartPr/>
              <p14:nvPr/>
            </p14:nvContentPartPr>
            <p14:xfrm>
              <a:off x="9827267" y="3599009"/>
              <a:ext cx="908280" cy="363600"/>
            </p14:xfrm>
          </p:contentPart>
        </mc:Choice>
        <mc:Fallback xmlns="">
          <p:pic>
            <p:nvPicPr>
              <p:cNvPr id="255" name="墨迹 254">
                <a:extLst>
                  <a:ext uri="{FF2B5EF4-FFF2-40B4-BE49-F238E27FC236}">
                    <a16:creationId xmlns:a16="http://schemas.microsoft.com/office/drawing/2014/main" id="{62684A07-D66B-4695-BCC2-3331D74C0B28}"/>
                  </a:ext>
                </a:extLst>
              </p:cNvPr>
              <p:cNvPicPr/>
              <p:nvPr/>
            </p:nvPicPr>
            <p:blipFill>
              <a:blip r:embed="rId85"/>
              <a:stretch>
                <a:fillRect/>
              </a:stretch>
            </p:blipFill>
            <p:spPr>
              <a:xfrm>
                <a:off x="9818267" y="3590009"/>
                <a:ext cx="925920" cy="3812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70" name="墨迹 269">
                <a:extLst>
                  <a:ext uri="{FF2B5EF4-FFF2-40B4-BE49-F238E27FC236}">
                    <a16:creationId xmlns:a16="http://schemas.microsoft.com/office/drawing/2014/main" id="{BC7099B2-4E6C-4DF1-9D46-1402CF6C2079}"/>
                  </a:ext>
                </a:extLst>
              </p14:cNvPr>
              <p14:cNvContentPartPr/>
              <p14:nvPr/>
            </p14:nvContentPartPr>
            <p14:xfrm>
              <a:off x="8155427" y="4033529"/>
              <a:ext cx="149040" cy="266400"/>
            </p14:xfrm>
          </p:contentPart>
        </mc:Choice>
        <mc:Fallback xmlns="">
          <p:pic>
            <p:nvPicPr>
              <p:cNvPr id="270" name="墨迹 269">
                <a:extLst>
                  <a:ext uri="{FF2B5EF4-FFF2-40B4-BE49-F238E27FC236}">
                    <a16:creationId xmlns:a16="http://schemas.microsoft.com/office/drawing/2014/main" id="{BC7099B2-4E6C-4DF1-9D46-1402CF6C2079}"/>
                  </a:ext>
                </a:extLst>
              </p:cNvPr>
              <p:cNvPicPr/>
              <p:nvPr/>
            </p:nvPicPr>
            <p:blipFill>
              <a:blip r:embed="rId87"/>
              <a:stretch>
                <a:fillRect/>
              </a:stretch>
            </p:blipFill>
            <p:spPr>
              <a:xfrm>
                <a:off x="8146787" y="4024901"/>
                <a:ext cx="166680" cy="284016"/>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71" name="墨迹 270">
                <a:extLst>
                  <a:ext uri="{FF2B5EF4-FFF2-40B4-BE49-F238E27FC236}">
                    <a16:creationId xmlns:a16="http://schemas.microsoft.com/office/drawing/2014/main" id="{B517356C-9999-47AA-B589-C134670F3B96}"/>
                  </a:ext>
                </a:extLst>
              </p14:cNvPr>
              <p14:cNvContentPartPr/>
              <p14:nvPr/>
            </p14:nvContentPartPr>
            <p14:xfrm>
              <a:off x="7912067" y="4085729"/>
              <a:ext cx="162360" cy="194040"/>
            </p14:xfrm>
          </p:contentPart>
        </mc:Choice>
        <mc:Fallback xmlns="">
          <p:pic>
            <p:nvPicPr>
              <p:cNvPr id="271" name="墨迹 270">
                <a:extLst>
                  <a:ext uri="{FF2B5EF4-FFF2-40B4-BE49-F238E27FC236}">
                    <a16:creationId xmlns:a16="http://schemas.microsoft.com/office/drawing/2014/main" id="{B517356C-9999-47AA-B589-C134670F3B96}"/>
                  </a:ext>
                </a:extLst>
              </p:cNvPr>
              <p:cNvPicPr/>
              <p:nvPr/>
            </p:nvPicPr>
            <p:blipFill>
              <a:blip r:embed="rId89"/>
              <a:stretch>
                <a:fillRect/>
              </a:stretch>
            </p:blipFill>
            <p:spPr>
              <a:xfrm>
                <a:off x="7903427" y="4077089"/>
                <a:ext cx="18000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72" name="墨迹 271">
                <a:extLst>
                  <a:ext uri="{FF2B5EF4-FFF2-40B4-BE49-F238E27FC236}">
                    <a16:creationId xmlns:a16="http://schemas.microsoft.com/office/drawing/2014/main" id="{1871ACD2-02F4-458E-A340-6AAF8E87A808}"/>
                  </a:ext>
                </a:extLst>
              </p14:cNvPr>
              <p14:cNvContentPartPr/>
              <p14:nvPr/>
            </p14:nvContentPartPr>
            <p14:xfrm>
              <a:off x="7663307" y="4052969"/>
              <a:ext cx="136080" cy="223200"/>
            </p14:xfrm>
          </p:contentPart>
        </mc:Choice>
        <mc:Fallback xmlns="">
          <p:pic>
            <p:nvPicPr>
              <p:cNvPr id="272" name="墨迹 271">
                <a:extLst>
                  <a:ext uri="{FF2B5EF4-FFF2-40B4-BE49-F238E27FC236}">
                    <a16:creationId xmlns:a16="http://schemas.microsoft.com/office/drawing/2014/main" id="{1871ACD2-02F4-458E-A340-6AAF8E87A808}"/>
                  </a:ext>
                </a:extLst>
              </p:cNvPr>
              <p:cNvPicPr/>
              <p:nvPr/>
            </p:nvPicPr>
            <p:blipFill>
              <a:blip r:embed="rId91"/>
              <a:stretch>
                <a:fillRect/>
              </a:stretch>
            </p:blipFill>
            <p:spPr>
              <a:xfrm>
                <a:off x="7654644" y="4044329"/>
                <a:ext cx="153767"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73" name="墨迹 272">
                <a:extLst>
                  <a:ext uri="{FF2B5EF4-FFF2-40B4-BE49-F238E27FC236}">
                    <a16:creationId xmlns:a16="http://schemas.microsoft.com/office/drawing/2014/main" id="{6BAF8A55-217C-4B15-9A88-BDDEA4C099AD}"/>
                  </a:ext>
                </a:extLst>
              </p14:cNvPr>
              <p14:cNvContentPartPr/>
              <p14:nvPr/>
            </p14:nvContentPartPr>
            <p14:xfrm>
              <a:off x="7462427" y="4095089"/>
              <a:ext cx="130680" cy="198720"/>
            </p14:xfrm>
          </p:contentPart>
        </mc:Choice>
        <mc:Fallback xmlns="">
          <p:pic>
            <p:nvPicPr>
              <p:cNvPr id="273" name="墨迹 272">
                <a:extLst>
                  <a:ext uri="{FF2B5EF4-FFF2-40B4-BE49-F238E27FC236}">
                    <a16:creationId xmlns:a16="http://schemas.microsoft.com/office/drawing/2014/main" id="{6BAF8A55-217C-4B15-9A88-BDDEA4C099AD}"/>
                  </a:ext>
                </a:extLst>
              </p:cNvPr>
              <p:cNvPicPr/>
              <p:nvPr/>
            </p:nvPicPr>
            <p:blipFill>
              <a:blip r:embed="rId93"/>
              <a:stretch>
                <a:fillRect/>
              </a:stretch>
            </p:blipFill>
            <p:spPr>
              <a:xfrm>
                <a:off x="7453427" y="4086089"/>
                <a:ext cx="14832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74" name="墨迹 273">
                <a:extLst>
                  <a:ext uri="{FF2B5EF4-FFF2-40B4-BE49-F238E27FC236}">
                    <a16:creationId xmlns:a16="http://schemas.microsoft.com/office/drawing/2014/main" id="{380801E2-BA5C-4CA0-B2CF-AD06735C1B1A}"/>
                  </a:ext>
                </a:extLst>
              </p14:cNvPr>
              <p14:cNvContentPartPr/>
              <p14:nvPr/>
            </p14:nvContentPartPr>
            <p14:xfrm>
              <a:off x="7255787" y="4052609"/>
              <a:ext cx="140040" cy="265320"/>
            </p14:xfrm>
          </p:contentPart>
        </mc:Choice>
        <mc:Fallback xmlns="">
          <p:pic>
            <p:nvPicPr>
              <p:cNvPr id="274" name="墨迹 273">
                <a:extLst>
                  <a:ext uri="{FF2B5EF4-FFF2-40B4-BE49-F238E27FC236}">
                    <a16:creationId xmlns:a16="http://schemas.microsoft.com/office/drawing/2014/main" id="{380801E2-BA5C-4CA0-B2CF-AD06735C1B1A}"/>
                  </a:ext>
                </a:extLst>
              </p:cNvPr>
              <p:cNvPicPr/>
              <p:nvPr/>
            </p:nvPicPr>
            <p:blipFill>
              <a:blip r:embed="rId95"/>
              <a:stretch>
                <a:fillRect/>
              </a:stretch>
            </p:blipFill>
            <p:spPr>
              <a:xfrm>
                <a:off x="7247147" y="4043621"/>
                <a:ext cx="157680" cy="282936"/>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281" name="墨迹 280">
                <a:extLst>
                  <a:ext uri="{FF2B5EF4-FFF2-40B4-BE49-F238E27FC236}">
                    <a16:creationId xmlns:a16="http://schemas.microsoft.com/office/drawing/2014/main" id="{A7650CB0-1B07-47A6-A9A3-90066E32EEED}"/>
                  </a:ext>
                </a:extLst>
              </p14:cNvPr>
              <p14:cNvContentPartPr/>
              <p14:nvPr/>
            </p14:nvContentPartPr>
            <p14:xfrm>
              <a:off x="10012307" y="4114889"/>
              <a:ext cx="595080" cy="273960"/>
            </p14:xfrm>
          </p:contentPart>
        </mc:Choice>
        <mc:Fallback xmlns="">
          <p:pic>
            <p:nvPicPr>
              <p:cNvPr id="281" name="墨迹 280">
                <a:extLst>
                  <a:ext uri="{FF2B5EF4-FFF2-40B4-BE49-F238E27FC236}">
                    <a16:creationId xmlns:a16="http://schemas.microsoft.com/office/drawing/2014/main" id="{A7650CB0-1B07-47A6-A9A3-90066E32EEED}"/>
                  </a:ext>
                </a:extLst>
              </p:cNvPr>
              <p:cNvPicPr/>
              <p:nvPr/>
            </p:nvPicPr>
            <p:blipFill>
              <a:blip r:embed="rId97"/>
              <a:stretch>
                <a:fillRect/>
              </a:stretch>
            </p:blipFill>
            <p:spPr>
              <a:xfrm>
                <a:off x="10003307" y="4106249"/>
                <a:ext cx="61272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287" name="墨迹 286">
                <a:extLst>
                  <a:ext uri="{FF2B5EF4-FFF2-40B4-BE49-F238E27FC236}">
                    <a16:creationId xmlns:a16="http://schemas.microsoft.com/office/drawing/2014/main" id="{5DB12E26-39F7-4C67-85A2-6D123F67DAFB}"/>
                  </a:ext>
                </a:extLst>
              </p14:cNvPr>
              <p14:cNvContentPartPr/>
              <p14:nvPr/>
            </p14:nvContentPartPr>
            <p14:xfrm>
              <a:off x="10741667" y="4568849"/>
              <a:ext cx="255960" cy="36720"/>
            </p14:xfrm>
          </p:contentPart>
        </mc:Choice>
        <mc:Fallback xmlns="">
          <p:pic>
            <p:nvPicPr>
              <p:cNvPr id="287" name="墨迹 286">
                <a:extLst>
                  <a:ext uri="{FF2B5EF4-FFF2-40B4-BE49-F238E27FC236}">
                    <a16:creationId xmlns:a16="http://schemas.microsoft.com/office/drawing/2014/main" id="{5DB12E26-39F7-4C67-85A2-6D123F67DAFB}"/>
                  </a:ext>
                </a:extLst>
              </p:cNvPr>
              <p:cNvPicPr/>
              <p:nvPr/>
            </p:nvPicPr>
            <p:blipFill>
              <a:blip r:embed="rId99"/>
              <a:stretch>
                <a:fillRect/>
              </a:stretch>
            </p:blipFill>
            <p:spPr>
              <a:xfrm>
                <a:off x="10733027" y="4560209"/>
                <a:ext cx="27360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288" name="墨迹 287">
                <a:extLst>
                  <a:ext uri="{FF2B5EF4-FFF2-40B4-BE49-F238E27FC236}">
                    <a16:creationId xmlns:a16="http://schemas.microsoft.com/office/drawing/2014/main" id="{505F4BEC-41CB-4082-8584-BA5E080D6876}"/>
                  </a:ext>
                </a:extLst>
              </p14:cNvPr>
              <p14:cNvContentPartPr/>
              <p14:nvPr/>
            </p14:nvContentPartPr>
            <p14:xfrm>
              <a:off x="10737347" y="4241249"/>
              <a:ext cx="324720" cy="280440"/>
            </p14:xfrm>
          </p:contentPart>
        </mc:Choice>
        <mc:Fallback xmlns="">
          <p:pic>
            <p:nvPicPr>
              <p:cNvPr id="288" name="墨迹 287">
                <a:extLst>
                  <a:ext uri="{FF2B5EF4-FFF2-40B4-BE49-F238E27FC236}">
                    <a16:creationId xmlns:a16="http://schemas.microsoft.com/office/drawing/2014/main" id="{505F4BEC-41CB-4082-8584-BA5E080D6876}"/>
                  </a:ext>
                </a:extLst>
              </p:cNvPr>
              <p:cNvPicPr/>
              <p:nvPr/>
            </p:nvPicPr>
            <p:blipFill>
              <a:blip r:embed="rId101"/>
              <a:stretch>
                <a:fillRect/>
              </a:stretch>
            </p:blipFill>
            <p:spPr>
              <a:xfrm>
                <a:off x="10728707" y="4232261"/>
                <a:ext cx="342360" cy="298057"/>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02" name="墨迹 301">
                <a:extLst>
                  <a:ext uri="{FF2B5EF4-FFF2-40B4-BE49-F238E27FC236}">
                    <a16:creationId xmlns:a16="http://schemas.microsoft.com/office/drawing/2014/main" id="{BE09027C-6A78-4204-B882-4D9B2E4A1C62}"/>
                  </a:ext>
                </a:extLst>
              </p14:cNvPr>
              <p14:cNvContentPartPr/>
              <p14:nvPr/>
            </p14:nvContentPartPr>
            <p14:xfrm>
              <a:off x="7157867" y="4547609"/>
              <a:ext cx="270000" cy="268920"/>
            </p14:xfrm>
          </p:contentPart>
        </mc:Choice>
        <mc:Fallback xmlns="">
          <p:pic>
            <p:nvPicPr>
              <p:cNvPr id="302" name="墨迹 301">
                <a:extLst>
                  <a:ext uri="{FF2B5EF4-FFF2-40B4-BE49-F238E27FC236}">
                    <a16:creationId xmlns:a16="http://schemas.microsoft.com/office/drawing/2014/main" id="{BE09027C-6A78-4204-B882-4D9B2E4A1C62}"/>
                  </a:ext>
                </a:extLst>
              </p:cNvPr>
              <p:cNvPicPr/>
              <p:nvPr/>
            </p:nvPicPr>
            <p:blipFill>
              <a:blip r:embed="rId103"/>
              <a:stretch>
                <a:fillRect/>
              </a:stretch>
            </p:blipFill>
            <p:spPr>
              <a:xfrm>
                <a:off x="7149227" y="4538969"/>
                <a:ext cx="28764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05" name="墨迹 304">
                <a:extLst>
                  <a:ext uri="{FF2B5EF4-FFF2-40B4-BE49-F238E27FC236}">
                    <a16:creationId xmlns:a16="http://schemas.microsoft.com/office/drawing/2014/main" id="{9DC71F80-5947-456E-8147-303B84F08D88}"/>
                  </a:ext>
                </a:extLst>
              </p14:cNvPr>
              <p14:cNvContentPartPr/>
              <p14:nvPr/>
            </p14:nvContentPartPr>
            <p14:xfrm>
              <a:off x="8062187" y="4670009"/>
              <a:ext cx="562320" cy="164160"/>
            </p14:xfrm>
          </p:contentPart>
        </mc:Choice>
        <mc:Fallback xmlns="">
          <p:pic>
            <p:nvPicPr>
              <p:cNvPr id="305" name="墨迹 304">
                <a:extLst>
                  <a:ext uri="{FF2B5EF4-FFF2-40B4-BE49-F238E27FC236}">
                    <a16:creationId xmlns:a16="http://schemas.microsoft.com/office/drawing/2014/main" id="{9DC71F80-5947-456E-8147-303B84F08D88}"/>
                  </a:ext>
                </a:extLst>
              </p:cNvPr>
              <p:cNvPicPr/>
              <p:nvPr/>
            </p:nvPicPr>
            <p:blipFill>
              <a:blip r:embed="rId105"/>
              <a:stretch>
                <a:fillRect/>
              </a:stretch>
            </p:blipFill>
            <p:spPr>
              <a:xfrm>
                <a:off x="8053193" y="4661009"/>
                <a:ext cx="579949"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08" name="墨迹 307">
                <a:extLst>
                  <a:ext uri="{FF2B5EF4-FFF2-40B4-BE49-F238E27FC236}">
                    <a16:creationId xmlns:a16="http://schemas.microsoft.com/office/drawing/2014/main" id="{AA5B2AF3-429B-4B8E-9F97-5147563653B1}"/>
                  </a:ext>
                </a:extLst>
              </p14:cNvPr>
              <p14:cNvContentPartPr/>
              <p14:nvPr/>
            </p14:nvContentPartPr>
            <p14:xfrm>
              <a:off x="9312107" y="4568489"/>
              <a:ext cx="225360" cy="22680"/>
            </p14:xfrm>
          </p:contentPart>
        </mc:Choice>
        <mc:Fallback xmlns="">
          <p:pic>
            <p:nvPicPr>
              <p:cNvPr id="308" name="墨迹 307">
                <a:extLst>
                  <a:ext uri="{FF2B5EF4-FFF2-40B4-BE49-F238E27FC236}">
                    <a16:creationId xmlns:a16="http://schemas.microsoft.com/office/drawing/2014/main" id="{AA5B2AF3-429B-4B8E-9F97-5147563653B1}"/>
                  </a:ext>
                </a:extLst>
              </p:cNvPr>
              <p:cNvPicPr/>
              <p:nvPr/>
            </p:nvPicPr>
            <p:blipFill>
              <a:blip r:embed="rId107"/>
              <a:stretch>
                <a:fillRect/>
              </a:stretch>
            </p:blipFill>
            <p:spPr>
              <a:xfrm>
                <a:off x="9303467" y="4559849"/>
                <a:ext cx="2430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09" name="墨迹 308">
                <a:extLst>
                  <a:ext uri="{FF2B5EF4-FFF2-40B4-BE49-F238E27FC236}">
                    <a16:creationId xmlns:a16="http://schemas.microsoft.com/office/drawing/2014/main" id="{61F40F5A-9AF6-4A98-BBF8-AA5B2BFAE472}"/>
                  </a:ext>
                </a:extLst>
              </p14:cNvPr>
              <p14:cNvContentPartPr/>
              <p14:nvPr/>
            </p14:nvContentPartPr>
            <p14:xfrm>
              <a:off x="9351707" y="4683689"/>
              <a:ext cx="135000" cy="51840"/>
            </p14:xfrm>
          </p:contentPart>
        </mc:Choice>
        <mc:Fallback xmlns="">
          <p:pic>
            <p:nvPicPr>
              <p:cNvPr id="309" name="墨迹 308">
                <a:extLst>
                  <a:ext uri="{FF2B5EF4-FFF2-40B4-BE49-F238E27FC236}">
                    <a16:creationId xmlns:a16="http://schemas.microsoft.com/office/drawing/2014/main" id="{61F40F5A-9AF6-4A98-BBF8-AA5B2BFAE472}"/>
                  </a:ext>
                </a:extLst>
              </p:cNvPr>
              <p:cNvPicPr/>
              <p:nvPr/>
            </p:nvPicPr>
            <p:blipFill>
              <a:blip r:embed="rId109"/>
              <a:stretch>
                <a:fillRect/>
              </a:stretch>
            </p:blipFill>
            <p:spPr>
              <a:xfrm>
                <a:off x="9343067" y="4674689"/>
                <a:ext cx="15264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10" name="墨迹 309">
                <a:extLst>
                  <a:ext uri="{FF2B5EF4-FFF2-40B4-BE49-F238E27FC236}">
                    <a16:creationId xmlns:a16="http://schemas.microsoft.com/office/drawing/2014/main" id="{53DEDB04-D543-4B67-A7BC-53CB87096901}"/>
                  </a:ext>
                </a:extLst>
              </p14:cNvPr>
              <p14:cNvContentPartPr/>
              <p14:nvPr/>
            </p14:nvContentPartPr>
            <p14:xfrm>
              <a:off x="9305627" y="4802849"/>
              <a:ext cx="222120" cy="14040"/>
            </p14:xfrm>
          </p:contentPart>
        </mc:Choice>
        <mc:Fallback xmlns="">
          <p:pic>
            <p:nvPicPr>
              <p:cNvPr id="310" name="墨迹 309">
                <a:extLst>
                  <a:ext uri="{FF2B5EF4-FFF2-40B4-BE49-F238E27FC236}">
                    <a16:creationId xmlns:a16="http://schemas.microsoft.com/office/drawing/2014/main" id="{53DEDB04-D543-4B67-A7BC-53CB87096901}"/>
                  </a:ext>
                </a:extLst>
              </p:cNvPr>
              <p:cNvPicPr/>
              <p:nvPr/>
            </p:nvPicPr>
            <p:blipFill>
              <a:blip r:embed="rId111"/>
              <a:stretch>
                <a:fillRect/>
              </a:stretch>
            </p:blipFill>
            <p:spPr>
              <a:xfrm>
                <a:off x="9296627" y="4793849"/>
                <a:ext cx="2397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15" name="墨迹 314">
                <a:extLst>
                  <a:ext uri="{FF2B5EF4-FFF2-40B4-BE49-F238E27FC236}">
                    <a16:creationId xmlns:a16="http://schemas.microsoft.com/office/drawing/2014/main" id="{4CCD4912-F838-487C-896C-E38225DC4CD1}"/>
                  </a:ext>
                </a:extLst>
              </p14:cNvPr>
              <p14:cNvContentPartPr/>
              <p14:nvPr/>
            </p14:nvContentPartPr>
            <p14:xfrm>
              <a:off x="9218507" y="5225849"/>
              <a:ext cx="7920" cy="187560"/>
            </p14:xfrm>
          </p:contentPart>
        </mc:Choice>
        <mc:Fallback xmlns="">
          <p:pic>
            <p:nvPicPr>
              <p:cNvPr id="315" name="墨迹 314">
                <a:extLst>
                  <a:ext uri="{FF2B5EF4-FFF2-40B4-BE49-F238E27FC236}">
                    <a16:creationId xmlns:a16="http://schemas.microsoft.com/office/drawing/2014/main" id="{4CCD4912-F838-487C-896C-E38225DC4CD1}"/>
                  </a:ext>
                </a:extLst>
              </p:cNvPr>
              <p:cNvPicPr/>
              <p:nvPr/>
            </p:nvPicPr>
            <p:blipFill>
              <a:blip r:embed="rId113"/>
              <a:stretch>
                <a:fillRect/>
              </a:stretch>
            </p:blipFill>
            <p:spPr>
              <a:xfrm>
                <a:off x="9209867" y="5216849"/>
                <a:ext cx="2556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318" name="墨迹 317">
                <a:extLst>
                  <a:ext uri="{FF2B5EF4-FFF2-40B4-BE49-F238E27FC236}">
                    <a16:creationId xmlns:a16="http://schemas.microsoft.com/office/drawing/2014/main" id="{E5EF26C7-FA85-4441-90D6-32E0313E5E11}"/>
                  </a:ext>
                </a:extLst>
              </p14:cNvPr>
              <p14:cNvContentPartPr/>
              <p14:nvPr/>
            </p14:nvContentPartPr>
            <p14:xfrm>
              <a:off x="9323987" y="5199569"/>
              <a:ext cx="104040" cy="233640"/>
            </p14:xfrm>
          </p:contentPart>
        </mc:Choice>
        <mc:Fallback xmlns="">
          <p:pic>
            <p:nvPicPr>
              <p:cNvPr id="318" name="墨迹 317">
                <a:extLst>
                  <a:ext uri="{FF2B5EF4-FFF2-40B4-BE49-F238E27FC236}">
                    <a16:creationId xmlns:a16="http://schemas.microsoft.com/office/drawing/2014/main" id="{E5EF26C7-FA85-4441-90D6-32E0313E5E11}"/>
                  </a:ext>
                </a:extLst>
              </p:cNvPr>
              <p:cNvPicPr/>
              <p:nvPr/>
            </p:nvPicPr>
            <p:blipFill>
              <a:blip r:embed="rId115"/>
              <a:stretch>
                <a:fillRect/>
              </a:stretch>
            </p:blipFill>
            <p:spPr>
              <a:xfrm>
                <a:off x="9314987" y="5190929"/>
                <a:ext cx="12168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319" name="墨迹 318">
                <a:extLst>
                  <a:ext uri="{FF2B5EF4-FFF2-40B4-BE49-F238E27FC236}">
                    <a16:creationId xmlns:a16="http://schemas.microsoft.com/office/drawing/2014/main" id="{4C8645C9-7000-4D04-B4E0-9B6637446035}"/>
                  </a:ext>
                </a:extLst>
              </p14:cNvPr>
              <p14:cNvContentPartPr/>
              <p14:nvPr/>
            </p14:nvContentPartPr>
            <p14:xfrm>
              <a:off x="8920787" y="5203169"/>
              <a:ext cx="174600" cy="235440"/>
            </p14:xfrm>
          </p:contentPart>
        </mc:Choice>
        <mc:Fallback xmlns="">
          <p:pic>
            <p:nvPicPr>
              <p:cNvPr id="319" name="墨迹 318">
                <a:extLst>
                  <a:ext uri="{FF2B5EF4-FFF2-40B4-BE49-F238E27FC236}">
                    <a16:creationId xmlns:a16="http://schemas.microsoft.com/office/drawing/2014/main" id="{4C8645C9-7000-4D04-B4E0-9B6637446035}"/>
                  </a:ext>
                </a:extLst>
              </p:cNvPr>
              <p:cNvPicPr/>
              <p:nvPr/>
            </p:nvPicPr>
            <p:blipFill>
              <a:blip r:embed="rId117"/>
              <a:stretch>
                <a:fillRect/>
              </a:stretch>
            </p:blipFill>
            <p:spPr>
              <a:xfrm>
                <a:off x="8912147" y="5194169"/>
                <a:ext cx="19224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320" name="墨迹 319">
                <a:extLst>
                  <a:ext uri="{FF2B5EF4-FFF2-40B4-BE49-F238E27FC236}">
                    <a16:creationId xmlns:a16="http://schemas.microsoft.com/office/drawing/2014/main" id="{A4B6B600-1B85-4962-B309-2F192818183E}"/>
                  </a:ext>
                </a:extLst>
              </p14:cNvPr>
              <p14:cNvContentPartPr/>
              <p14:nvPr/>
            </p14:nvContentPartPr>
            <p14:xfrm>
              <a:off x="8103227" y="4964129"/>
              <a:ext cx="616320" cy="449280"/>
            </p14:xfrm>
          </p:contentPart>
        </mc:Choice>
        <mc:Fallback xmlns="">
          <p:pic>
            <p:nvPicPr>
              <p:cNvPr id="320" name="墨迹 319">
                <a:extLst>
                  <a:ext uri="{FF2B5EF4-FFF2-40B4-BE49-F238E27FC236}">
                    <a16:creationId xmlns:a16="http://schemas.microsoft.com/office/drawing/2014/main" id="{A4B6B600-1B85-4962-B309-2F192818183E}"/>
                  </a:ext>
                </a:extLst>
              </p:cNvPr>
              <p:cNvPicPr/>
              <p:nvPr/>
            </p:nvPicPr>
            <p:blipFill>
              <a:blip r:embed="rId119"/>
              <a:stretch>
                <a:fillRect/>
              </a:stretch>
            </p:blipFill>
            <p:spPr>
              <a:xfrm>
                <a:off x="8094227" y="4955136"/>
                <a:ext cx="633960" cy="466906"/>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321" name="墨迹 320">
                <a:extLst>
                  <a:ext uri="{FF2B5EF4-FFF2-40B4-BE49-F238E27FC236}">
                    <a16:creationId xmlns:a16="http://schemas.microsoft.com/office/drawing/2014/main" id="{88BC4F99-F9EE-4171-836C-CA2E6D6E6331}"/>
                  </a:ext>
                </a:extLst>
              </p14:cNvPr>
              <p14:cNvContentPartPr/>
              <p14:nvPr/>
            </p14:nvContentPartPr>
            <p14:xfrm>
              <a:off x="8889827" y="4566689"/>
              <a:ext cx="285120" cy="311760"/>
            </p14:xfrm>
          </p:contentPart>
        </mc:Choice>
        <mc:Fallback xmlns="">
          <p:pic>
            <p:nvPicPr>
              <p:cNvPr id="321" name="墨迹 320">
                <a:extLst>
                  <a:ext uri="{FF2B5EF4-FFF2-40B4-BE49-F238E27FC236}">
                    <a16:creationId xmlns:a16="http://schemas.microsoft.com/office/drawing/2014/main" id="{88BC4F99-F9EE-4171-836C-CA2E6D6E6331}"/>
                  </a:ext>
                </a:extLst>
              </p:cNvPr>
              <p:cNvPicPr/>
              <p:nvPr/>
            </p:nvPicPr>
            <p:blipFill>
              <a:blip r:embed="rId121"/>
              <a:stretch>
                <a:fillRect/>
              </a:stretch>
            </p:blipFill>
            <p:spPr>
              <a:xfrm>
                <a:off x="8881187" y="4557689"/>
                <a:ext cx="30276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325" name="墨迹 324">
                <a:extLst>
                  <a:ext uri="{FF2B5EF4-FFF2-40B4-BE49-F238E27FC236}">
                    <a16:creationId xmlns:a16="http://schemas.microsoft.com/office/drawing/2014/main" id="{1FAB89B0-7BEA-4DDE-BA0E-197F672B33C9}"/>
                  </a:ext>
                </a:extLst>
              </p14:cNvPr>
              <p14:cNvContentPartPr/>
              <p14:nvPr/>
            </p14:nvContentPartPr>
            <p14:xfrm>
              <a:off x="7643147" y="4493249"/>
              <a:ext cx="209160" cy="352080"/>
            </p14:xfrm>
          </p:contentPart>
        </mc:Choice>
        <mc:Fallback xmlns="">
          <p:pic>
            <p:nvPicPr>
              <p:cNvPr id="325" name="墨迹 324">
                <a:extLst>
                  <a:ext uri="{FF2B5EF4-FFF2-40B4-BE49-F238E27FC236}">
                    <a16:creationId xmlns:a16="http://schemas.microsoft.com/office/drawing/2014/main" id="{1FAB89B0-7BEA-4DDE-BA0E-197F672B33C9}"/>
                  </a:ext>
                </a:extLst>
              </p:cNvPr>
              <p:cNvPicPr/>
              <p:nvPr/>
            </p:nvPicPr>
            <p:blipFill>
              <a:blip r:embed="rId123"/>
              <a:stretch>
                <a:fillRect/>
              </a:stretch>
            </p:blipFill>
            <p:spPr>
              <a:xfrm>
                <a:off x="7634147" y="4484249"/>
                <a:ext cx="22680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326" name="墨迹 325">
                <a:extLst>
                  <a:ext uri="{FF2B5EF4-FFF2-40B4-BE49-F238E27FC236}">
                    <a16:creationId xmlns:a16="http://schemas.microsoft.com/office/drawing/2014/main" id="{6B8AE368-2CFB-4975-827C-E65BA6388949}"/>
                  </a:ext>
                </a:extLst>
              </p14:cNvPr>
              <p14:cNvContentPartPr/>
              <p14:nvPr/>
            </p14:nvContentPartPr>
            <p14:xfrm>
              <a:off x="10053617" y="444943"/>
              <a:ext cx="230400" cy="585360"/>
            </p14:xfrm>
          </p:contentPart>
        </mc:Choice>
        <mc:Fallback xmlns="">
          <p:pic>
            <p:nvPicPr>
              <p:cNvPr id="326" name="墨迹 325">
                <a:extLst>
                  <a:ext uri="{FF2B5EF4-FFF2-40B4-BE49-F238E27FC236}">
                    <a16:creationId xmlns:a16="http://schemas.microsoft.com/office/drawing/2014/main" id="{6B8AE368-2CFB-4975-827C-E65BA6388949}"/>
                  </a:ext>
                </a:extLst>
              </p:cNvPr>
              <p:cNvPicPr/>
              <p:nvPr/>
            </p:nvPicPr>
            <p:blipFill>
              <a:blip r:embed="rId125"/>
              <a:stretch>
                <a:fillRect/>
              </a:stretch>
            </p:blipFill>
            <p:spPr>
              <a:xfrm>
                <a:off x="10044617" y="436303"/>
                <a:ext cx="248040" cy="6030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347" name="墨迹 346">
                <a:extLst>
                  <a:ext uri="{FF2B5EF4-FFF2-40B4-BE49-F238E27FC236}">
                    <a16:creationId xmlns:a16="http://schemas.microsoft.com/office/drawing/2014/main" id="{98DAD37D-F210-4F61-8C40-CB3591407B6F}"/>
                  </a:ext>
                </a:extLst>
              </p14:cNvPr>
              <p14:cNvContentPartPr/>
              <p14:nvPr/>
            </p14:nvContentPartPr>
            <p14:xfrm>
              <a:off x="10422257" y="456103"/>
              <a:ext cx="1131480" cy="614520"/>
            </p14:xfrm>
          </p:contentPart>
        </mc:Choice>
        <mc:Fallback xmlns="">
          <p:pic>
            <p:nvPicPr>
              <p:cNvPr id="347" name="墨迹 346">
                <a:extLst>
                  <a:ext uri="{FF2B5EF4-FFF2-40B4-BE49-F238E27FC236}">
                    <a16:creationId xmlns:a16="http://schemas.microsoft.com/office/drawing/2014/main" id="{98DAD37D-F210-4F61-8C40-CB3591407B6F}"/>
                  </a:ext>
                </a:extLst>
              </p:cNvPr>
              <p:cNvPicPr/>
              <p:nvPr/>
            </p:nvPicPr>
            <p:blipFill>
              <a:blip r:embed="rId127"/>
              <a:stretch>
                <a:fillRect/>
              </a:stretch>
            </p:blipFill>
            <p:spPr>
              <a:xfrm>
                <a:off x="10413257" y="447103"/>
                <a:ext cx="1149120" cy="632160"/>
              </a:xfrm>
              <a:prstGeom prst="rect">
                <a:avLst/>
              </a:prstGeom>
            </p:spPr>
          </p:pic>
        </mc:Fallback>
      </mc:AlternateContent>
    </p:spTree>
    <p:extLst>
      <p:ext uri="{BB962C8B-B14F-4D97-AF65-F5344CB8AC3E}">
        <p14:creationId xmlns:p14="http://schemas.microsoft.com/office/powerpoint/2010/main" val="2607278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F25C899-5EED-4FA1-80B4-A2DCDD5E9955}"/>
              </a:ext>
            </a:extLst>
          </p:cNvPr>
          <p:cNvSpPr>
            <a:spLocks noGrp="1"/>
          </p:cNvSpPr>
          <p:nvPr>
            <p:ph idx="1"/>
          </p:nvPr>
        </p:nvSpPr>
        <p:spPr>
          <a:xfrm>
            <a:off x="838200" y="1825625"/>
            <a:ext cx="7855154" cy="4351338"/>
          </a:xfrm>
        </p:spPr>
        <p:txBody>
          <a:bodyPr>
            <a:normAutofit lnSpcReduction="10000"/>
          </a:bodyPr>
          <a:lstStyle/>
          <a:p>
            <a:r>
              <a:rPr lang="en-US" altLang="zh-CN" sz="1800" dirty="0">
                <a:latin typeface="Bookman Old Style" panose="02050604050505020204" pitchFamily="18" charset="0"/>
              </a:rPr>
              <a:t>2.	</a:t>
            </a:r>
            <a:r>
              <a:rPr lang="zh-CN" altLang="en-US" sz="1800" dirty="0">
                <a:latin typeface="Bookman Old Style" panose="02050604050505020204" pitchFamily="18" charset="0"/>
              </a:rPr>
              <a:t>以丰富的地热资源闻名的城市，这里有“地狱之门”之称的公园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C.	</a:t>
            </a:r>
            <a:r>
              <a:rPr lang="zh-CN" altLang="en-US" sz="1800" dirty="0">
                <a:latin typeface="Bookman Old Style" panose="02050604050505020204" pitchFamily="18" charset="0"/>
              </a:rPr>
              <a:t>邻国的首都，它于</a:t>
            </a:r>
            <a:r>
              <a:rPr lang="en-US" altLang="zh-CN" sz="1800" dirty="0">
                <a:latin typeface="Bookman Old Style" panose="02050604050505020204" pitchFamily="18" charset="0"/>
              </a:rPr>
              <a:t>2005</a:t>
            </a:r>
            <a:r>
              <a:rPr lang="zh-CN" altLang="en-US" sz="1800" dirty="0">
                <a:latin typeface="Bookman Old Style" panose="02050604050505020204" pitchFamily="18" charset="0"/>
              </a:rPr>
              <a:t>年单独修改了中文译名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O.	</a:t>
            </a:r>
            <a:r>
              <a:rPr lang="zh-CN" altLang="en-US" sz="1800" dirty="0">
                <a:latin typeface="Bookman Old Style" panose="02050604050505020204" pitchFamily="18" charset="0"/>
              </a:rPr>
              <a:t>和</a:t>
            </a:r>
            <a:r>
              <a:rPr lang="en-US" altLang="zh-CN" sz="1800" dirty="0">
                <a:latin typeface="Bookman Old Style" panose="02050604050505020204" pitchFamily="18" charset="0"/>
              </a:rPr>
              <a:t>(42</a:t>
            </a:r>
            <a:r>
              <a:rPr lang="en-US" altLang="zh-CN" sz="1800" dirty="0"/>
              <a:t>↑</a:t>
            </a:r>
            <a:r>
              <a:rPr lang="en-US" altLang="zh-CN" sz="1800" dirty="0">
                <a:latin typeface="Bookman Old Style" panose="02050604050505020204" pitchFamily="18" charset="0"/>
              </a:rPr>
              <a:t>)</a:t>
            </a:r>
            <a:r>
              <a:rPr lang="zh-CN" altLang="en-US" sz="1800" dirty="0">
                <a:latin typeface="Bookman Old Style" panose="02050604050505020204" pitchFamily="18" charset="0"/>
              </a:rPr>
              <a:t>相同。某个小学就学过的常见数列的前五项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13.	×</a:t>
            </a:r>
          </a:p>
          <a:p>
            <a:r>
              <a:rPr lang="en-US" altLang="zh-CN" sz="1800" dirty="0">
                <a:latin typeface="Bookman Old Style" panose="02050604050505020204" pitchFamily="18" charset="0"/>
              </a:rPr>
              <a:t>16.	</a:t>
            </a:r>
            <a:r>
              <a:rPr lang="zh-CN" altLang="en-US" sz="1800" dirty="0">
                <a:latin typeface="Bookman Old Style" panose="02050604050505020204" pitchFamily="18" charset="0"/>
              </a:rPr>
              <a:t>曾被用于形容一种感知物体历史的超能力，现通常指根据心理学理论给人的各种特性量化的学科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21. 	</a:t>
            </a:r>
            <a:r>
              <a:rPr lang="zh-CN" altLang="en-US" sz="1800" dirty="0"/>
              <a:t>←→</a:t>
            </a:r>
            <a:r>
              <a:rPr lang="zh-CN" altLang="en-US" sz="1800" dirty="0">
                <a:latin typeface="Bookman Old Style" panose="02050604050505020204" pitchFamily="18" charset="0"/>
              </a:rPr>
              <a:t>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Q.	</a:t>
            </a:r>
            <a:r>
              <a:rPr lang="zh-CN" altLang="en-US" sz="1800" dirty="0">
                <a:latin typeface="Bookman Old Style" panose="02050604050505020204" pitchFamily="18" charset="0"/>
              </a:rPr>
              <a:t>常用的</a:t>
            </a:r>
            <a:r>
              <a:rPr lang="en-US" altLang="zh-CN" sz="1800" dirty="0">
                <a:latin typeface="Bookman Old Style" panose="02050604050505020204" pitchFamily="18" charset="0"/>
              </a:rPr>
              <a:t>Linux</a:t>
            </a:r>
            <a:r>
              <a:rPr lang="zh-CN" altLang="en-US" sz="1800" dirty="0">
                <a:latin typeface="Bookman Old Style" panose="02050604050505020204" pitchFamily="18" charset="0"/>
              </a:rPr>
              <a:t>发行版本之一，源于</a:t>
            </a:r>
            <a:r>
              <a:rPr lang="en-US" altLang="zh-CN" sz="1800" dirty="0">
                <a:latin typeface="Bookman Old Style" panose="02050604050505020204" pitchFamily="18" charset="0"/>
              </a:rPr>
              <a:t>Red Hat</a:t>
            </a:r>
            <a:r>
              <a:rPr lang="zh-CN" altLang="en-US" sz="1800" dirty="0">
                <a:latin typeface="Bookman Old Style" panose="02050604050505020204" pitchFamily="18" charset="0"/>
              </a:rPr>
              <a:t>公司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24.	</a:t>
            </a:r>
            <a:r>
              <a:rPr lang="zh-CN" altLang="en-US" sz="1800" dirty="0">
                <a:latin typeface="Bookman Old Style" panose="02050604050505020204" pitchFamily="18" charset="0"/>
              </a:rPr>
              <a:t>倒给比自己年长的女性喝的东西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31.	</a:t>
            </a:r>
            <a:r>
              <a:rPr lang="zh-CN" altLang="en-US" sz="1800" dirty="0">
                <a:latin typeface="Bookman Old Style" panose="02050604050505020204" pitchFamily="18" charset="0"/>
              </a:rPr>
              <a:t>和</a:t>
            </a:r>
            <a:r>
              <a:rPr lang="en-US" altLang="zh-CN" sz="1800" dirty="0">
                <a:latin typeface="Bookman Old Style" panose="02050604050505020204" pitchFamily="18" charset="0"/>
              </a:rPr>
              <a:t>(36</a:t>
            </a:r>
            <a:r>
              <a:rPr lang="en-US" altLang="zh-CN" sz="1800" dirty="0"/>
              <a:t>→</a:t>
            </a:r>
            <a:r>
              <a:rPr lang="en-US" altLang="zh-CN" sz="1800" dirty="0">
                <a:latin typeface="Bookman Old Style" panose="02050604050505020204" pitchFamily="18" charset="0"/>
              </a:rPr>
              <a:t>)</a:t>
            </a:r>
            <a:r>
              <a:rPr lang="zh-CN" altLang="en-US" sz="1800" dirty="0">
                <a:latin typeface="Bookman Old Style" panose="02050604050505020204" pitchFamily="18" charset="0"/>
              </a:rPr>
              <a:t>相同。一个和兔子有关的数列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E.	</a:t>
            </a:r>
            <a:r>
              <a:rPr lang="zh-CN" altLang="en-US" sz="1800" dirty="0">
                <a:latin typeface="Bookman Old Style" panose="02050604050505020204" pitchFamily="18" charset="0"/>
              </a:rPr>
              <a:t>灯塔、金字塔、花园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D.	</a:t>
            </a:r>
            <a:r>
              <a:rPr lang="zh-CN" altLang="en-US" sz="1800" dirty="0">
                <a:latin typeface="Bookman Old Style" panose="02050604050505020204" pitchFamily="18" charset="0"/>
              </a:rPr>
              <a:t>神话中的穆娜塔，但常用于指代诸葛亮征服之人的妻子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40.	</a:t>
            </a:r>
            <a:r>
              <a:rPr lang="zh-CN" altLang="en-US" sz="1800" dirty="0">
                <a:latin typeface="Bookman Old Style" panose="02050604050505020204" pitchFamily="18" charset="0"/>
              </a:rPr>
              <a:t>一个数字，在另一种语言下是以这个数字为平均数的连续三个数字 </a:t>
            </a:r>
          </a:p>
        </p:txBody>
      </p:sp>
      <mc:AlternateContent xmlns:mc="http://schemas.openxmlformats.org/markup-compatibility/2006" xmlns:p14="http://schemas.microsoft.com/office/powerpoint/2010/main">
        <mc:Choice Requires="p14">
          <p:contentPart p14:bwMode="auto" r:id="rId2">
            <p14:nvContentPartPr>
              <p14:cNvPr id="9" name="墨迹 8">
                <a:extLst>
                  <a:ext uri="{FF2B5EF4-FFF2-40B4-BE49-F238E27FC236}">
                    <a16:creationId xmlns:a16="http://schemas.microsoft.com/office/drawing/2014/main" id="{CEF80739-165E-4FB1-AEC0-E509203FFC94}"/>
                  </a:ext>
                </a:extLst>
              </p14:cNvPr>
              <p14:cNvContentPartPr/>
              <p14:nvPr/>
            </p14:nvContentPartPr>
            <p14:xfrm>
              <a:off x="852380" y="657460"/>
              <a:ext cx="252360" cy="559800"/>
            </p14:xfrm>
          </p:contentPart>
        </mc:Choice>
        <mc:Fallback xmlns="">
          <p:pic>
            <p:nvPicPr>
              <p:cNvPr id="9" name="墨迹 8">
                <a:extLst>
                  <a:ext uri="{FF2B5EF4-FFF2-40B4-BE49-F238E27FC236}">
                    <a16:creationId xmlns:a16="http://schemas.microsoft.com/office/drawing/2014/main" id="{CEF80739-165E-4FB1-AEC0-E509203FFC94}"/>
                  </a:ext>
                </a:extLst>
              </p:cNvPr>
              <p:cNvPicPr/>
              <p:nvPr/>
            </p:nvPicPr>
            <p:blipFill>
              <a:blip r:embed="rId3"/>
              <a:stretch>
                <a:fillRect/>
              </a:stretch>
            </p:blipFill>
            <p:spPr>
              <a:xfrm>
                <a:off x="843740" y="648820"/>
                <a:ext cx="27000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8" name="墨迹 17">
                <a:extLst>
                  <a:ext uri="{FF2B5EF4-FFF2-40B4-BE49-F238E27FC236}">
                    <a16:creationId xmlns:a16="http://schemas.microsoft.com/office/drawing/2014/main" id="{66629C34-F686-498A-8CF1-8402BF1D2083}"/>
                  </a:ext>
                </a:extLst>
              </p14:cNvPr>
              <p14:cNvContentPartPr/>
              <p14:nvPr/>
            </p14:nvContentPartPr>
            <p14:xfrm>
              <a:off x="1662020" y="643780"/>
              <a:ext cx="10800" cy="556560"/>
            </p14:xfrm>
          </p:contentPart>
        </mc:Choice>
        <mc:Fallback xmlns="">
          <p:pic>
            <p:nvPicPr>
              <p:cNvPr id="18" name="墨迹 17">
                <a:extLst>
                  <a:ext uri="{FF2B5EF4-FFF2-40B4-BE49-F238E27FC236}">
                    <a16:creationId xmlns:a16="http://schemas.microsoft.com/office/drawing/2014/main" id="{66629C34-F686-498A-8CF1-8402BF1D2083}"/>
                  </a:ext>
                </a:extLst>
              </p:cNvPr>
              <p:cNvPicPr/>
              <p:nvPr/>
            </p:nvPicPr>
            <p:blipFill>
              <a:blip r:embed="rId5"/>
              <a:stretch>
                <a:fillRect/>
              </a:stretch>
            </p:blipFill>
            <p:spPr>
              <a:xfrm>
                <a:off x="1653020" y="634780"/>
                <a:ext cx="28440" cy="574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1" name="墨迹 20">
                <a:extLst>
                  <a:ext uri="{FF2B5EF4-FFF2-40B4-BE49-F238E27FC236}">
                    <a16:creationId xmlns:a16="http://schemas.microsoft.com/office/drawing/2014/main" id="{32F7F79B-376F-4234-A1CB-BEABFD1D1EDD}"/>
                  </a:ext>
                </a:extLst>
              </p14:cNvPr>
              <p14:cNvContentPartPr/>
              <p14:nvPr/>
            </p14:nvContentPartPr>
            <p14:xfrm>
              <a:off x="1809260" y="605260"/>
              <a:ext cx="312120" cy="597600"/>
            </p14:xfrm>
          </p:contentPart>
        </mc:Choice>
        <mc:Fallback xmlns="">
          <p:pic>
            <p:nvPicPr>
              <p:cNvPr id="21" name="墨迹 20">
                <a:extLst>
                  <a:ext uri="{FF2B5EF4-FFF2-40B4-BE49-F238E27FC236}">
                    <a16:creationId xmlns:a16="http://schemas.microsoft.com/office/drawing/2014/main" id="{32F7F79B-376F-4234-A1CB-BEABFD1D1EDD}"/>
                  </a:ext>
                </a:extLst>
              </p:cNvPr>
              <p:cNvPicPr/>
              <p:nvPr/>
            </p:nvPicPr>
            <p:blipFill>
              <a:blip r:embed="rId7"/>
              <a:stretch>
                <a:fillRect/>
              </a:stretch>
            </p:blipFill>
            <p:spPr>
              <a:xfrm>
                <a:off x="1800260" y="596620"/>
                <a:ext cx="329760" cy="615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2" name="墨迹 21">
                <a:extLst>
                  <a:ext uri="{FF2B5EF4-FFF2-40B4-BE49-F238E27FC236}">
                    <a16:creationId xmlns:a16="http://schemas.microsoft.com/office/drawing/2014/main" id="{0F233F9B-1C8C-42A3-8CB8-1388A03BC125}"/>
                  </a:ext>
                </a:extLst>
              </p14:cNvPr>
              <p14:cNvContentPartPr/>
              <p14:nvPr/>
            </p14:nvContentPartPr>
            <p14:xfrm>
              <a:off x="2650220" y="634420"/>
              <a:ext cx="300240" cy="583560"/>
            </p14:xfrm>
          </p:contentPart>
        </mc:Choice>
        <mc:Fallback xmlns="">
          <p:pic>
            <p:nvPicPr>
              <p:cNvPr id="22" name="墨迹 21">
                <a:extLst>
                  <a:ext uri="{FF2B5EF4-FFF2-40B4-BE49-F238E27FC236}">
                    <a16:creationId xmlns:a16="http://schemas.microsoft.com/office/drawing/2014/main" id="{0F233F9B-1C8C-42A3-8CB8-1388A03BC125}"/>
                  </a:ext>
                </a:extLst>
              </p:cNvPr>
              <p:cNvPicPr/>
              <p:nvPr/>
            </p:nvPicPr>
            <p:blipFill>
              <a:blip r:embed="rId9"/>
              <a:stretch>
                <a:fillRect/>
              </a:stretch>
            </p:blipFill>
            <p:spPr>
              <a:xfrm>
                <a:off x="2641220" y="625780"/>
                <a:ext cx="317880" cy="601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7" name="墨迹 26">
                <a:extLst>
                  <a:ext uri="{FF2B5EF4-FFF2-40B4-BE49-F238E27FC236}">
                    <a16:creationId xmlns:a16="http://schemas.microsoft.com/office/drawing/2014/main" id="{A549751E-5709-49A4-922B-D20AC5F6A227}"/>
                  </a:ext>
                </a:extLst>
              </p14:cNvPr>
              <p14:cNvContentPartPr/>
              <p14:nvPr/>
            </p14:nvContentPartPr>
            <p14:xfrm>
              <a:off x="3080420" y="621100"/>
              <a:ext cx="307080" cy="578160"/>
            </p14:xfrm>
          </p:contentPart>
        </mc:Choice>
        <mc:Fallback xmlns="">
          <p:pic>
            <p:nvPicPr>
              <p:cNvPr id="27" name="墨迹 26">
                <a:extLst>
                  <a:ext uri="{FF2B5EF4-FFF2-40B4-BE49-F238E27FC236}">
                    <a16:creationId xmlns:a16="http://schemas.microsoft.com/office/drawing/2014/main" id="{A549751E-5709-49A4-922B-D20AC5F6A227}"/>
                  </a:ext>
                </a:extLst>
              </p:cNvPr>
              <p:cNvPicPr/>
              <p:nvPr/>
            </p:nvPicPr>
            <p:blipFill>
              <a:blip r:embed="rId11"/>
              <a:stretch>
                <a:fillRect/>
              </a:stretch>
            </p:blipFill>
            <p:spPr>
              <a:xfrm>
                <a:off x="3071780" y="612460"/>
                <a:ext cx="324720" cy="595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8" name="墨迹 27">
                <a:extLst>
                  <a:ext uri="{FF2B5EF4-FFF2-40B4-BE49-F238E27FC236}">
                    <a16:creationId xmlns:a16="http://schemas.microsoft.com/office/drawing/2014/main" id="{2D5073B3-0B48-4B2D-8A63-74A096A29768}"/>
                  </a:ext>
                </a:extLst>
              </p14:cNvPr>
              <p14:cNvContentPartPr/>
              <p14:nvPr/>
            </p14:nvContentPartPr>
            <p14:xfrm>
              <a:off x="3965300" y="626500"/>
              <a:ext cx="28800" cy="554400"/>
            </p14:xfrm>
          </p:contentPart>
        </mc:Choice>
        <mc:Fallback xmlns="">
          <p:pic>
            <p:nvPicPr>
              <p:cNvPr id="28" name="墨迹 27">
                <a:extLst>
                  <a:ext uri="{FF2B5EF4-FFF2-40B4-BE49-F238E27FC236}">
                    <a16:creationId xmlns:a16="http://schemas.microsoft.com/office/drawing/2014/main" id="{2D5073B3-0B48-4B2D-8A63-74A096A29768}"/>
                  </a:ext>
                </a:extLst>
              </p:cNvPr>
              <p:cNvPicPr/>
              <p:nvPr/>
            </p:nvPicPr>
            <p:blipFill>
              <a:blip r:embed="rId13"/>
              <a:stretch>
                <a:fillRect/>
              </a:stretch>
            </p:blipFill>
            <p:spPr>
              <a:xfrm>
                <a:off x="3956660" y="617500"/>
                <a:ext cx="46440" cy="572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墨迹 30">
                <a:extLst>
                  <a:ext uri="{FF2B5EF4-FFF2-40B4-BE49-F238E27FC236}">
                    <a16:creationId xmlns:a16="http://schemas.microsoft.com/office/drawing/2014/main" id="{D0E6374A-DFAE-4AA9-AB35-2FDD5302C622}"/>
                  </a:ext>
                </a:extLst>
              </p14:cNvPr>
              <p14:cNvContentPartPr/>
              <p14:nvPr/>
            </p14:nvContentPartPr>
            <p14:xfrm>
              <a:off x="4184540" y="621100"/>
              <a:ext cx="254160" cy="592920"/>
            </p14:xfrm>
          </p:contentPart>
        </mc:Choice>
        <mc:Fallback xmlns="">
          <p:pic>
            <p:nvPicPr>
              <p:cNvPr id="31" name="墨迹 30">
                <a:extLst>
                  <a:ext uri="{FF2B5EF4-FFF2-40B4-BE49-F238E27FC236}">
                    <a16:creationId xmlns:a16="http://schemas.microsoft.com/office/drawing/2014/main" id="{D0E6374A-DFAE-4AA9-AB35-2FDD5302C622}"/>
                  </a:ext>
                </a:extLst>
              </p:cNvPr>
              <p:cNvPicPr/>
              <p:nvPr/>
            </p:nvPicPr>
            <p:blipFill>
              <a:blip r:embed="rId15"/>
              <a:stretch>
                <a:fillRect/>
              </a:stretch>
            </p:blipFill>
            <p:spPr>
              <a:xfrm>
                <a:off x="4175527" y="612100"/>
                <a:ext cx="271825" cy="610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2" name="墨迹 31">
                <a:extLst>
                  <a:ext uri="{FF2B5EF4-FFF2-40B4-BE49-F238E27FC236}">
                    <a16:creationId xmlns:a16="http://schemas.microsoft.com/office/drawing/2014/main" id="{B6816670-24BA-4730-B589-8A94180E5F46}"/>
                  </a:ext>
                </a:extLst>
              </p14:cNvPr>
              <p14:cNvContentPartPr/>
              <p14:nvPr/>
            </p14:nvContentPartPr>
            <p14:xfrm>
              <a:off x="5102540" y="528940"/>
              <a:ext cx="331560" cy="715320"/>
            </p14:xfrm>
          </p:contentPart>
        </mc:Choice>
        <mc:Fallback xmlns="">
          <p:pic>
            <p:nvPicPr>
              <p:cNvPr id="32" name="墨迹 31">
                <a:extLst>
                  <a:ext uri="{FF2B5EF4-FFF2-40B4-BE49-F238E27FC236}">
                    <a16:creationId xmlns:a16="http://schemas.microsoft.com/office/drawing/2014/main" id="{B6816670-24BA-4730-B589-8A94180E5F46}"/>
                  </a:ext>
                </a:extLst>
              </p:cNvPr>
              <p:cNvPicPr/>
              <p:nvPr/>
            </p:nvPicPr>
            <p:blipFill>
              <a:blip r:embed="rId17"/>
              <a:stretch>
                <a:fillRect/>
              </a:stretch>
            </p:blipFill>
            <p:spPr>
              <a:xfrm>
                <a:off x="5093540" y="520300"/>
                <a:ext cx="349200" cy="732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7" name="墨迹 36">
                <a:extLst>
                  <a:ext uri="{FF2B5EF4-FFF2-40B4-BE49-F238E27FC236}">
                    <a16:creationId xmlns:a16="http://schemas.microsoft.com/office/drawing/2014/main" id="{5E1C7B16-DD82-477D-B3DC-03C28803387E}"/>
                  </a:ext>
                </a:extLst>
              </p14:cNvPr>
              <p14:cNvContentPartPr/>
              <p14:nvPr/>
            </p14:nvContentPartPr>
            <p14:xfrm>
              <a:off x="5690060" y="613180"/>
              <a:ext cx="587880" cy="496800"/>
            </p14:xfrm>
          </p:contentPart>
        </mc:Choice>
        <mc:Fallback xmlns="">
          <p:pic>
            <p:nvPicPr>
              <p:cNvPr id="37" name="墨迹 36">
                <a:extLst>
                  <a:ext uri="{FF2B5EF4-FFF2-40B4-BE49-F238E27FC236}">
                    <a16:creationId xmlns:a16="http://schemas.microsoft.com/office/drawing/2014/main" id="{5E1C7B16-DD82-477D-B3DC-03C28803387E}"/>
                  </a:ext>
                </a:extLst>
              </p:cNvPr>
              <p:cNvPicPr/>
              <p:nvPr/>
            </p:nvPicPr>
            <p:blipFill>
              <a:blip r:embed="rId19"/>
              <a:stretch>
                <a:fillRect/>
              </a:stretch>
            </p:blipFill>
            <p:spPr>
              <a:xfrm>
                <a:off x="5681420" y="604180"/>
                <a:ext cx="605520" cy="514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1" name="墨迹 40">
                <a:extLst>
                  <a:ext uri="{FF2B5EF4-FFF2-40B4-BE49-F238E27FC236}">
                    <a16:creationId xmlns:a16="http://schemas.microsoft.com/office/drawing/2014/main" id="{4F4D08A2-14B1-4B53-BA1A-6F6C9FC4CE47}"/>
                  </a:ext>
                </a:extLst>
              </p14:cNvPr>
              <p14:cNvContentPartPr/>
              <p14:nvPr/>
            </p14:nvContentPartPr>
            <p14:xfrm>
              <a:off x="6725060" y="624079"/>
              <a:ext cx="551520" cy="483480"/>
            </p14:xfrm>
          </p:contentPart>
        </mc:Choice>
        <mc:Fallback xmlns="">
          <p:pic>
            <p:nvPicPr>
              <p:cNvPr id="41" name="墨迹 40">
                <a:extLst>
                  <a:ext uri="{FF2B5EF4-FFF2-40B4-BE49-F238E27FC236}">
                    <a16:creationId xmlns:a16="http://schemas.microsoft.com/office/drawing/2014/main" id="{4F4D08A2-14B1-4B53-BA1A-6F6C9FC4CE47}"/>
                  </a:ext>
                </a:extLst>
              </p:cNvPr>
              <p:cNvPicPr/>
              <p:nvPr/>
            </p:nvPicPr>
            <p:blipFill>
              <a:blip r:embed="rId21"/>
              <a:stretch>
                <a:fillRect/>
              </a:stretch>
            </p:blipFill>
            <p:spPr>
              <a:xfrm>
                <a:off x="6716420" y="615079"/>
                <a:ext cx="569160" cy="501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6" name="墨迹 55">
                <a:extLst>
                  <a:ext uri="{FF2B5EF4-FFF2-40B4-BE49-F238E27FC236}">
                    <a16:creationId xmlns:a16="http://schemas.microsoft.com/office/drawing/2014/main" id="{48F3D746-31F7-42B3-855D-1EB71DBC24E6}"/>
                  </a:ext>
                </a:extLst>
              </p14:cNvPr>
              <p14:cNvContentPartPr/>
              <p14:nvPr/>
            </p14:nvContentPartPr>
            <p14:xfrm>
              <a:off x="9243173" y="627952"/>
              <a:ext cx="645120" cy="488520"/>
            </p14:xfrm>
          </p:contentPart>
        </mc:Choice>
        <mc:Fallback xmlns="">
          <p:pic>
            <p:nvPicPr>
              <p:cNvPr id="56" name="墨迹 55">
                <a:extLst>
                  <a:ext uri="{FF2B5EF4-FFF2-40B4-BE49-F238E27FC236}">
                    <a16:creationId xmlns:a16="http://schemas.microsoft.com/office/drawing/2014/main" id="{48F3D746-31F7-42B3-855D-1EB71DBC24E6}"/>
                  </a:ext>
                </a:extLst>
              </p:cNvPr>
              <p:cNvPicPr/>
              <p:nvPr/>
            </p:nvPicPr>
            <p:blipFill>
              <a:blip r:embed="rId23"/>
              <a:stretch>
                <a:fillRect/>
              </a:stretch>
            </p:blipFill>
            <p:spPr>
              <a:xfrm>
                <a:off x="9234533" y="618952"/>
                <a:ext cx="662760" cy="506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8" name="墨迹 57">
                <a:extLst>
                  <a:ext uri="{FF2B5EF4-FFF2-40B4-BE49-F238E27FC236}">
                    <a16:creationId xmlns:a16="http://schemas.microsoft.com/office/drawing/2014/main" id="{4A8FCFE2-1A21-4D34-BDCF-24E4738988B6}"/>
                  </a:ext>
                </a:extLst>
              </p14:cNvPr>
              <p14:cNvContentPartPr/>
              <p14:nvPr/>
            </p14:nvContentPartPr>
            <p14:xfrm>
              <a:off x="7735940" y="632545"/>
              <a:ext cx="1045800" cy="505800"/>
            </p14:xfrm>
          </p:contentPart>
        </mc:Choice>
        <mc:Fallback xmlns="">
          <p:pic>
            <p:nvPicPr>
              <p:cNvPr id="58" name="墨迹 57">
                <a:extLst>
                  <a:ext uri="{FF2B5EF4-FFF2-40B4-BE49-F238E27FC236}">
                    <a16:creationId xmlns:a16="http://schemas.microsoft.com/office/drawing/2014/main" id="{4A8FCFE2-1A21-4D34-BDCF-24E4738988B6}"/>
                  </a:ext>
                </a:extLst>
              </p:cNvPr>
              <p:cNvPicPr/>
              <p:nvPr/>
            </p:nvPicPr>
            <p:blipFill>
              <a:blip r:embed="rId25"/>
              <a:stretch>
                <a:fillRect/>
              </a:stretch>
            </p:blipFill>
            <p:spPr>
              <a:xfrm>
                <a:off x="7727300" y="623545"/>
                <a:ext cx="1063440" cy="523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墨迹 22">
                <a:extLst>
                  <a:ext uri="{FF2B5EF4-FFF2-40B4-BE49-F238E27FC236}">
                    <a16:creationId xmlns:a16="http://schemas.microsoft.com/office/drawing/2014/main" id="{8C2C853C-B67A-47EC-9285-ADE48A996FC2}"/>
                  </a:ext>
                </a:extLst>
              </p14:cNvPr>
              <p14:cNvContentPartPr/>
              <p14:nvPr/>
            </p14:nvContentPartPr>
            <p14:xfrm>
              <a:off x="8793707" y="1459529"/>
              <a:ext cx="657000" cy="351360"/>
            </p14:xfrm>
          </p:contentPart>
        </mc:Choice>
        <mc:Fallback xmlns="">
          <p:pic>
            <p:nvPicPr>
              <p:cNvPr id="23" name="墨迹 22">
                <a:extLst>
                  <a:ext uri="{FF2B5EF4-FFF2-40B4-BE49-F238E27FC236}">
                    <a16:creationId xmlns:a16="http://schemas.microsoft.com/office/drawing/2014/main" id="{8C2C853C-B67A-47EC-9285-ADE48A996FC2}"/>
                  </a:ext>
                </a:extLst>
              </p:cNvPr>
              <p:cNvPicPr/>
              <p:nvPr/>
            </p:nvPicPr>
            <p:blipFill>
              <a:blip r:embed="rId27"/>
              <a:stretch>
                <a:fillRect/>
              </a:stretch>
            </p:blipFill>
            <p:spPr>
              <a:xfrm>
                <a:off x="8785062" y="1450889"/>
                <a:ext cx="674650" cy="369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7" name="墨迹 56">
                <a:extLst>
                  <a:ext uri="{FF2B5EF4-FFF2-40B4-BE49-F238E27FC236}">
                    <a16:creationId xmlns:a16="http://schemas.microsoft.com/office/drawing/2014/main" id="{B6CF9CAB-AC56-405A-91BC-249AD0A7D926}"/>
                  </a:ext>
                </a:extLst>
              </p14:cNvPr>
              <p14:cNvContentPartPr/>
              <p14:nvPr/>
            </p14:nvContentPartPr>
            <p14:xfrm>
              <a:off x="11608547" y="1543409"/>
              <a:ext cx="324360" cy="280800"/>
            </p14:xfrm>
          </p:contentPart>
        </mc:Choice>
        <mc:Fallback xmlns="">
          <p:pic>
            <p:nvPicPr>
              <p:cNvPr id="57" name="墨迹 56">
                <a:extLst>
                  <a:ext uri="{FF2B5EF4-FFF2-40B4-BE49-F238E27FC236}">
                    <a16:creationId xmlns:a16="http://schemas.microsoft.com/office/drawing/2014/main" id="{B6CF9CAB-AC56-405A-91BC-249AD0A7D926}"/>
                  </a:ext>
                </a:extLst>
              </p:cNvPr>
              <p:cNvPicPr/>
              <p:nvPr/>
            </p:nvPicPr>
            <p:blipFill>
              <a:blip r:embed="rId29"/>
              <a:stretch>
                <a:fillRect/>
              </a:stretch>
            </p:blipFill>
            <p:spPr>
              <a:xfrm>
                <a:off x="11599897" y="1534421"/>
                <a:ext cx="342020" cy="298417"/>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6" name="墨迹 65">
                <a:extLst>
                  <a:ext uri="{FF2B5EF4-FFF2-40B4-BE49-F238E27FC236}">
                    <a16:creationId xmlns:a16="http://schemas.microsoft.com/office/drawing/2014/main" id="{44A465DB-C036-4AFA-9CBF-3414A6BD2880}"/>
                  </a:ext>
                </a:extLst>
              </p14:cNvPr>
              <p14:cNvContentPartPr/>
              <p14:nvPr/>
            </p14:nvContentPartPr>
            <p14:xfrm>
              <a:off x="8593187" y="1867409"/>
              <a:ext cx="309240" cy="216000"/>
            </p14:xfrm>
          </p:contentPart>
        </mc:Choice>
        <mc:Fallback xmlns="">
          <p:pic>
            <p:nvPicPr>
              <p:cNvPr id="66" name="墨迹 65">
                <a:extLst>
                  <a:ext uri="{FF2B5EF4-FFF2-40B4-BE49-F238E27FC236}">
                    <a16:creationId xmlns:a16="http://schemas.microsoft.com/office/drawing/2014/main" id="{44A465DB-C036-4AFA-9CBF-3414A6BD2880}"/>
                  </a:ext>
                </a:extLst>
              </p:cNvPr>
              <p:cNvPicPr/>
              <p:nvPr/>
            </p:nvPicPr>
            <p:blipFill>
              <a:blip r:embed="rId31"/>
              <a:stretch>
                <a:fillRect/>
              </a:stretch>
            </p:blipFill>
            <p:spPr>
              <a:xfrm>
                <a:off x="8584197" y="1858394"/>
                <a:ext cx="326859" cy="233669"/>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76" name="墨迹 75">
                <a:extLst>
                  <a:ext uri="{FF2B5EF4-FFF2-40B4-BE49-F238E27FC236}">
                    <a16:creationId xmlns:a16="http://schemas.microsoft.com/office/drawing/2014/main" id="{014B582C-BCF3-47C0-BEAA-A1C2127B060C}"/>
                  </a:ext>
                </a:extLst>
              </p14:cNvPr>
              <p14:cNvContentPartPr/>
              <p14:nvPr/>
            </p14:nvContentPartPr>
            <p14:xfrm>
              <a:off x="9474827" y="1923209"/>
              <a:ext cx="316800" cy="228240"/>
            </p14:xfrm>
          </p:contentPart>
        </mc:Choice>
        <mc:Fallback xmlns="">
          <p:pic>
            <p:nvPicPr>
              <p:cNvPr id="76" name="墨迹 75">
                <a:extLst>
                  <a:ext uri="{FF2B5EF4-FFF2-40B4-BE49-F238E27FC236}">
                    <a16:creationId xmlns:a16="http://schemas.microsoft.com/office/drawing/2014/main" id="{014B582C-BCF3-47C0-BEAA-A1C2127B060C}"/>
                  </a:ext>
                </a:extLst>
              </p:cNvPr>
              <p:cNvPicPr/>
              <p:nvPr/>
            </p:nvPicPr>
            <p:blipFill>
              <a:blip r:embed="rId33"/>
              <a:stretch>
                <a:fillRect/>
              </a:stretch>
            </p:blipFill>
            <p:spPr>
              <a:xfrm>
                <a:off x="9466187" y="1914209"/>
                <a:ext cx="33444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77" name="墨迹 76">
                <a:extLst>
                  <a:ext uri="{FF2B5EF4-FFF2-40B4-BE49-F238E27FC236}">
                    <a16:creationId xmlns:a16="http://schemas.microsoft.com/office/drawing/2014/main" id="{1823357D-E157-4E3E-A573-0BCCEBD04573}"/>
                  </a:ext>
                </a:extLst>
              </p14:cNvPr>
              <p14:cNvContentPartPr/>
              <p14:nvPr/>
            </p14:nvContentPartPr>
            <p14:xfrm>
              <a:off x="8961107" y="1890449"/>
              <a:ext cx="443520" cy="239760"/>
            </p14:xfrm>
          </p:contentPart>
        </mc:Choice>
        <mc:Fallback xmlns="">
          <p:pic>
            <p:nvPicPr>
              <p:cNvPr id="77" name="墨迹 76">
                <a:extLst>
                  <a:ext uri="{FF2B5EF4-FFF2-40B4-BE49-F238E27FC236}">
                    <a16:creationId xmlns:a16="http://schemas.microsoft.com/office/drawing/2014/main" id="{1823357D-E157-4E3E-A573-0BCCEBD04573}"/>
                  </a:ext>
                </a:extLst>
              </p:cNvPr>
              <p:cNvPicPr/>
              <p:nvPr/>
            </p:nvPicPr>
            <p:blipFill>
              <a:blip r:embed="rId35"/>
              <a:stretch>
                <a:fillRect/>
              </a:stretch>
            </p:blipFill>
            <p:spPr>
              <a:xfrm>
                <a:off x="8952467" y="1881449"/>
                <a:ext cx="46116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95" name="墨迹 94">
                <a:extLst>
                  <a:ext uri="{FF2B5EF4-FFF2-40B4-BE49-F238E27FC236}">
                    <a16:creationId xmlns:a16="http://schemas.microsoft.com/office/drawing/2014/main" id="{C896698E-BCBB-46A2-936D-94F8F268233C}"/>
                  </a:ext>
                </a:extLst>
              </p14:cNvPr>
              <p14:cNvContentPartPr/>
              <p14:nvPr/>
            </p14:nvContentPartPr>
            <p14:xfrm>
              <a:off x="10495427" y="1450529"/>
              <a:ext cx="1040760" cy="371160"/>
            </p14:xfrm>
          </p:contentPart>
        </mc:Choice>
        <mc:Fallback xmlns="">
          <p:pic>
            <p:nvPicPr>
              <p:cNvPr id="95" name="墨迹 94">
                <a:extLst>
                  <a:ext uri="{FF2B5EF4-FFF2-40B4-BE49-F238E27FC236}">
                    <a16:creationId xmlns:a16="http://schemas.microsoft.com/office/drawing/2014/main" id="{C896698E-BCBB-46A2-936D-94F8F268233C}"/>
                  </a:ext>
                </a:extLst>
              </p:cNvPr>
              <p:cNvPicPr/>
              <p:nvPr/>
            </p:nvPicPr>
            <p:blipFill>
              <a:blip r:embed="rId37"/>
              <a:stretch>
                <a:fillRect/>
              </a:stretch>
            </p:blipFill>
            <p:spPr>
              <a:xfrm>
                <a:off x="10486787" y="1441889"/>
                <a:ext cx="1058400" cy="388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13" name="墨迹 112">
                <a:extLst>
                  <a:ext uri="{FF2B5EF4-FFF2-40B4-BE49-F238E27FC236}">
                    <a16:creationId xmlns:a16="http://schemas.microsoft.com/office/drawing/2014/main" id="{91D701B3-77BE-4A7C-95B4-91381DDE520C}"/>
                  </a:ext>
                </a:extLst>
              </p14:cNvPr>
              <p14:cNvContentPartPr/>
              <p14:nvPr/>
            </p14:nvContentPartPr>
            <p14:xfrm>
              <a:off x="8761667" y="2196449"/>
              <a:ext cx="279720" cy="254520"/>
            </p14:xfrm>
          </p:contentPart>
        </mc:Choice>
        <mc:Fallback xmlns="">
          <p:pic>
            <p:nvPicPr>
              <p:cNvPr id="113" name="墨迹 112">
                <a:extLst>
                  <a:ext uri="{FF2B5EF4-FFF2-40B4-BE49-F238E27FC236}">
                    <a16:creationId xmlns:a16="http://schemas.microsoft.com/office/drawing/2014/main" id="{91D701B3-77BE-4A7C-95B4-91381DDE520C}"/>
                  </a:ext>
                </a:extLst>
              </p:cNvPr>
              <p:cNvPicPr/>
              <p:nvPr/>
            </p:nvPicPr>
            <p:blipFill>
              <a:blip r:embed="rId39"/>
              <a:stretch>
                <a:fillRect/>
              </a:stretch>
            </p:blipFill>
            <p:spPr>
              <a:xfrm>
                <a:off x="8753027" y="2187449"/>
                <a:ext cx="29736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14" name="墨迹 113">
                <a:extLst>
                  <a:ext uri="{FF2B5EF4-FFF2-40B4-BE49-F238E27FC236}">
                    <a16:creationId xmlns:a16="http://schemas.microsoft.com/office/drawing/2014/main" id="{8CF7D8E6-94D7-4FFD-BFEC-C42926896E70}"/>
                  </a:ext>
                </a:extLst>
              </p14:cNvPr>
              <p14:cNvContentPartPr/>
              <p14:nvPr/>
            </p14:nvContentPartPr>
            <p14:xfrm>
              <a:off x="9230027" y="2166929"/>
              <a:ext cx="82440" cy="63720"/>
            </p14:xfrm>
          </p:contentPart>
        </mc:Choice>
        <mc:Fallback xmlns="">
          <p:pic>
            <p:nvPicPr>
              <p:cNvPr id="114" name="墨迹 113">
                <a:extLst>
                  <a:ext uri="{FF2B5EF4-FFF2-40B4-BE49-F238E27FC236}">
                    <a16:creationId xmlns:a16="http://schemas.microsoft.com/office/drawing/2014/main" id="{8CF7D8E6-94D7-4FFD-BFEC-C42926896E70}"/>
                  </a:ext>
                </a:extLst>
              </p:cNvPr>
              <p:cNvPicPr/>
              <p:nvPr/>
            </p:nvPicPr>
            <p:blipFill>
              <a:blip r:embed="rId41"/>
              <a:stretch>
                <a:fillRect/>
              </a:stretch>
            </p:blipFill>
            <p:spPr>
              <a:xfrm>
                <a:off x="9221387" y="2158289"/>
                <a:ext cx="10008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20" name="墨迹 119">
                <a:extLst>
                  <a:ext uri="{FF2B5EF4-FFF2-40B4-BE49-F238E27FC236}">
                    <a16:creationId xmlns:a16="http://schemas.microsoft.com/office/drawing/2014/main" id="{6F672067-7837-41B5-8704-ADD598B6D3D4}"/>
                  </a:ext>
                </a:extLst>
              </p14:cNvPr>
              <p14:cNvContentPartPr/>
              <p14:nvPr/>
            </p14:nvContentPartPr>
            <p14:xfrm>
              <a:off x="9173147" y="2267009"/>
              <a:ext cx="213120" cy="210240"/>
            </p14:xfrm>
          </p:contentPart>
        </mc:Choice>
        <mc:Fallback xmlns="">
          <p:pic>
            <p:nvPicPr>
              <p:cNvPr id="120" name="墨迹 119">
                <a:extLst>
                  <a:ext uri="{FF2B5EF4-FFF2-40B4-BE49-F238E27FC236}">
                    <a16:creationId xmlns:a16="http://schemas.microsoft.com/office/drawing/2014/main" id="{6F672067-7837-41B5-8704-ADD598B6D3D4}"/>
                  </a:ext>
                </a:extLst>
              </p:cNvPr>
              <p:cNvPicPr/>
              <p:nvPr/>
            </p:nvPicPr>
            <p:blipFill>
              <a:blip r:embed="rId43"/>
              <a:stretch>
                <a:fillRect/>
              </a:stretch>
            </p:blipFill>
            <p:spPr>
              <a:xfrm>
                <a:off x="9164507" y="2258009"/>
                <a:ext cx="23076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41" name="墨迹 140">
                <a:extLst>
                  <a:ext uri="{FF2B5EF4-FFF2-40B4-BE49-F238E27FC236}">
                    <a16:creationId xmlns:a16="http://schemas.microsoft.com/office/drawing/2014/main" id="{B4A3C8B6-EFA3-457B-AD31-C2AF62497722}"/>
                  </a:ext>
                </a:extLst>
              </p14:cNvPr>
              <p14:cNvContentPartPr/>
              <p14:nvPr/>
            </p14:nvContentPartPr>
            <p14:xfrm>
              <a:off x="11489387" y="2166569"/>
              <a:ext cx="368640" cy="287280"/>
            </p14:xfrm>
          </p:contentPart>
        </mc:Choice>
        <mc:Fallback xmlns="">
          <p:pic>
            <p:nvPicPr>
              <p:cNvPr id="141" name="墨迹 140">
                <a:extLst>
                  <a:ext uri="{FF2B5EF4-FFF2-40B4-BE49-F238E27FC236}">
                    <a16:creationId xmlns:a16="http://schemas.microsoft.com/office/drawing/2014/main" id="{B4A3C8B6-EFA3-457B-AD31-C2AF62497722}"/>
                  </a:ext>
                </a:extLst>
              </p:cNvPr>
              <p:cNvPicPr/>
              <p:nvPr/>
            </p:nvPicPr>
            <p:blipFill>
              <a:blip r:embed="rId45"/>
              <a:stretch>
                <a:fillRect/>
              </a:stretch>
            </p:blipFill>
            <p:spPr>
              <a:xfrm>
                <a:off x="11480747" y="2157558"/>
                <a:ext cx="386280" cy="304942"/>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43" name="墨迹 142">
                <a:extLst>
                  <a:ext uri="{FF2B5EF4-FFF2-40B4-BE49-F238E27FC236}">
                    <a16:creationId xmlns:a16="http://schemas.microsoft.com/office/drawing/2014/main" id="{458BF622-5B6A-4E5E-826E-B2A042EF8FC2}"/>
                  </a:ext>
                </a:extLst>
              </p14:cNvPr>
              <p14:cNvContentPartPr/>
              <p14:nvPr/>
            </p14:nvContentPartPr>
            <p14:xfrm>
              <a:off x="10450427" y="2064689"/>
              <a:ext cx="950400" cy="379800"/>
            </p14:xfrm>
          </p:contentPart>
        </mc:Choice>
        <mc:Fallback xmlns="">
          <p:pic>
            <p:nvPicPr>
              <p:cNvPr id="143" name="墨迹 142">
                <a:extLst>
                  <a:ext uri="{FF2B5EF4-FFF2-40B4-BE49-F238E27FC236}">
                    <a16:creationId xmlns:a16="http://schemas.microsoft.com/office/drawing/2014/main" id="{458BF622-5B6A-4E5E-826E-B2A042EF8FC2}"/>
                  </a:ext>
                </a:extLst>
              </p:cNvPr>
              <p:cNvPicPr/>
              <p:nvPr/>
            </p:nvPicPr>
            <p:blipFill>
              <a:blip r:embed="rId47"/>
              <a:stretch>
                <a:fillRect/>
              </a:stretch>
            </p:blipFill>
            <p:spPr>
              <a:xfrm>
                <a:off x="10441787" y="2056049"/>
                <a:ext cx="96804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48" name="墨迹 147">
                <a:extLst>
                  <a:ext uri="{FF2B5EF4-FFF2-40B4-BE49-F238E27FC236}">
                    <a16:creationId xmlns:a16="http://schemas.microsoft.com/office/drawing/2014/main" id="{90B20339-0B68-4014-8B71-CA3C0C6E6D94}"/>
                  </a:ext>
                </a:extLst>
              </p14:cNvPr>
              <p14:cNvContentPartPr/>
              <p14:nvPr/>
            </p14:nvContentPartPr>
            <p14:xfrm>
              <a:off x="8853467" y="2782169"/>
              <a:ext cx="25560" cy="20520"/>
            </p14:xfrm>
          </p:contentPart>
        </mc:Choice>
        <mc:Fallback xmlns="">
          <p:pic>
            <p:nvPicPr>
              <p:cNvPr id="148" name="墨迹 147">
                <a:extLst>
                  <a:ext uri="{FF2B5EF4-FFF2-40B4-BE49-F238E27FC236}">
                    <a16:creationId xmlns:a16="http://schemas.microsoft.com/office/drawing/2014/main" id="{90B20339-0B68-4014-8B71-CA3C0C6E6D94}"/>
                  </a:ext>
                </a:extLst>
              </p:cNvPr>
              <p:cNvPicPr/>
              <p:nvPr/>
            </p:nvPicPr>
            <p:blipFill>
              <a:blip r:embed="rId49"/>
              <a:stretch>
                <a:fillRect/>
              </a:stretch>
            </p:blipFill>
            <p:spPr>
              <a:xfrm>
                <a:off x="8844827" y="2773169"/>
                <a:ext cx="432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55" name="墨迹 154">
                <a:extLst>
                  <a:ext uri="{FF2B5EF4-FFF2-40B4-BE49-F238E27FC236}">
                    <a16:creationId xmlns:a16="http://schemas.microsoft.com/office/drawing/2014/main" id="{3295FE2D-3BFE-437F-BBAB-6767349C041B}"/>
                  </a:ext>
                </a:extLst>
              </p14:cNvPr>
              <p14:cNvContentPartPr/>
              <p14:nvPr/>
            </p14:nvContentPartPr>
            <p14:xfrm>
              <a:off x="8581667" y="2591369"/>
              <a:ext cx="189000" cy="185760"/>
            </p14:xfrm>
          </p:contentPart>
        </mc:Choice>
        <mc:Fallback xmlns="">
          <p:pic>
            <p:nvPicPr>
              <p:cNvPr id="155" name="墨迹 154">
                <a:extLst>
                  <a:ext uri="{FF2B5EF4-FFF2-40B4-BE49-F238E27FC236}">
                    <a16:creationId xmlns:a16="http://schemas.microsoft.com/office/drawing/2014/main" id="{3295FE2D-3BFE-437F-BBAB-6767349C041B}"/>
                  </a:ext>
                </a:extLst>
              </p:cNvPr>
              <p:cNvPicPr/>
              <p:nvPr/>
            </p:nvPicPr>
            <p:blipFill>
              <a:blip r:embed="rId51"/>
              <a:stretch>
                <a:fillRect/>
              </a:stretch>
            </p:blipFill>
            <p:spPr>
              <a:xfrm>
                <a:off x="8573027" y="2582712"/>
                <a:ext cx="206640" cy="203434"/>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70" name="墨迹 169">
                <a:extLst>
                  <a:ext uri="{FF2B5EF4-FFF2-40B4-BE49-F238E27FC236}">
                    <a16:creationId xmlns:a16="http://schemas.microsoft.com/office/drawing/2014/main" id="{A2A9EF3E-4053-4CD3-BBAF-0225B0F1EC6A}"/>
                  </a:ext>
                </a:extLst>
              </p14:cNvPr>
              <p14:cNvContentPartPr/>
              <p14:nvPr/>
            </p14:nvContentPartPr>
            <p14:xfrm>
              <a:off x="9558347" y="2612249"/>
              <a:ext cx="333360" cy="216720"/>
            </p14:xfrm>
          </p:contentPart>
        </mc:Choice>
        <mc:Fallback xmlns="">
          <p:pic>
            <p:nvPicPr>
              <p:cNvPr id="170" name="墨迹 169">
                <a:extLst>
                  <a:ext uri="{FF2B5EF4-FFF2-40B4-BE49-F238E27FC236}">
                    <a16:creationId xmlns:a16="http://schemas.microsoft.com/office/drawing/2014/main" id="{A2A9EF3E-4053-4CD3-BBAF-0225B0F1EC6A}"/>
                  </a:ext>
                </a:extLst>
              </p:cNvPr>
              <p:cNvPicPr/>
              <p:nvPr/>
            </p:nvPicPr>
            <p:blipFill>
              <a:blip r:embed="rId53"/>
              <a:stretch>
                <a:fillRect/>
              </a:stretch>
            </p:blipFill>
            <p:spPr>
              <a:xfrm>
                <a:off x="9549707" y="2603609"/>
                <a:ext cx="35100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71" name="墨迹 170">
                <a:extLst>
                  <a:ext uri="{FF2B5EF4-FFF2-40B4-BE49-F238E27FC236}">
                    <a16:creationId xmlns:a16="http://schemas.microsoft.com/office/drawing/2014/main" id="{50AE153C-4E01-4B32-BA3C-0F3A5C333E6A}"/>
                  </a:ext>
                </a:extLst>
              </p14:cNvPr>
              <p14:cNvContentPartPr/>
              <p14:nvPr/>
            </p14:nvContentPartPr>
            <p14:xfrm>
              <a:off x="9291227" y="2639609"/>
              <a:ext cx="178920" cy="218520"/>
            </p14:xfrm>
          </p:contentPart>
        </mc:Choice>
        <mc:Fallback xmlns="">
          <p:pic>
            <p:nvPicPr>
              <p:cNvPr id="171" name="墨迹 170">
                <a:extLst>
                  <a:ext uri="{FF2B5EF4-FFF2-40B4-BE49-F238E27FC236}">
                    <a16:creationId xmlns:a16="http://schemas.microsoft.com/office/drawing/2014/main" id="{50AE153C-4E01-4B32-BA3C-0F3A5C333E6A}"/>
                  </a:ext>
                </a:extLst>
              </p:cNvPr>
              <p:cNvPicPr/>
              <p:nvPr/>
            </p:nvPicPr>
            <p:blipFill>
              <a:blip r:embed="rId55"/>
              <a:stretch>
                <a:fillRect/>
              </a:stretch>
            </p:blipFill>
            <p:spPr>
              <a:xfrm>
                <a:off x="9282227" y="2630609"/>
                <a:ext cx="19656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72" name="墨迹 171">
                <a:extLst>
                  <a:ext uri="{FF2B5EF4-FFF2-40B4-BE49-F238E27FC236}">
                    <a16:creationId xmlns:a16="http://schemas.microsoft.com/office/drawing/2014/main" id="{0EF1419F-1210-4FB6-8A8B-B80159CDB878}"/>
                  </a:ext>
                </a:extLst>
              </p14:cNvPr>
              <p14:cNvContentPartPr/>
              <p14:nvPr/>
            </p14:nvContentPartPr>
            <p14:xfrm>
              <a:off x="8978747" y="2603609"/>
              <a:ext cx="236160" cy="216360"/>
            </p14:xfrm>
          </p:contentPart>
        </mc:Choice>
        <mc:Fallback xmlns="">
          <p:pic>
            <p:nvPicPr>
              <p:cNvPr id="172" name="墨迹 171">
                <a:extLst>
                  <a:ext uri="{FF2B5EF4-FFF2-40B4-BE49-F238E27FC236}">
                    <a16:creationId xmlns:a16="http://schemas.microsoft.com/office/drawing/2014/main" id="{0EF1419F-1210-4FB6-8A8B-B80159CDB878}"/>
                  </a:ext>
                </a:extLst>
              </p:cNvPr>
              <p:cNvPicPr/>
              <p:nvPr/>
            </p:nvPicPr>
            <p:blipFill>
              <a:blip r:embed="rId57"/>
              <a:stretch>
                <a:fillRect/>
              </a:stretch>
            </p:blipFill>
            <p:spPr>
              <a:xfrm>
                <a:off x="8970094" y="2594969"/>
                <a:ext cx="253827"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88" name="墨迹 187">
                <a:extLst>
                  <a:ext uri="{FF2B5EF4-FFF2-40B4-BE49-F238E27FC236}">
                    <a16:creationId xmlns:a16="http://schemas.microsoft.com/office/drawing/2014/main" id="{4BC31710-CF7B-4F3A-9BBC-978B12DC1A53}"/>
                  </a:ext>
                </a:extLst>
              </p14:cNvPr>
              <p14:cNvContentPartPr/>
              <p14:nvPr/>
            </p14:nvContentPartPr>
            <p14:xfrm>
              <a:off x="11064587" y="2523689"/>
              <a:ext cx="225000" cy="308160"/>
            </p14:xfrm>
          </p:contentPart>
        </mc:Choice>
        <mc:Fallback xmlns="">
          <p:pic>
            <p:nvPicPr>
              <p:cNvPr id="188" name="墨迹 187">
                <a:extLst>
                  <a:ext uri="{FF2B5EF4-FFF2-40B4-BE49-F238E27FC236}">
                    <a16:creationId xmlns:a16="http://schemas.microsoft.com/office/drawing/2014/main" id="{4BC31710-CF7B-4F3A-9BBC-978B12DC1A53}"/>
                  </a:ext>
                </a:extLst>
              </p:cNvPr>
              <p:cNvPicPr/>
              <p:nvPr/>
            </p:nvPicPr>
            <p:blipFill>
              <a:blip r:embed="rId59"/>
              <a:stretch>
                <a:fillRect/>
              </a:stretch>
            </p:blipFill>
            <p:spPr>
              <a:xfrm>
                <a:off x="11055601" y="2514689"/>
                <a:ext cx="242612"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89" name="墨迹 188">
                <a:extLst>
                  <a:ext uri="{FF2B5EF4-FFF2-40B4-BE49-F238E27FC236}">
                    <a16:creationId xmlns:a16="http://schemas.microsoft.com/office/drawing/2014/main" id="{F2D075FB-62D2-4644-A795-1B27BD39A9F1}"/>
                  </a:ext>
                </a:extLst>
              </p14:cNvPr>
              <p14:cNvContentPartPr/>
              <p14:nvPr/>
            </p14:nvContentPartPr>
            <p14:xfrm>
              <a:off x="10774427" y="2535209"/>
              <a:ext cx="225720" cy="286560"/>
            </p14:xfrm>
          </p:contentPart>
        </mc:Choice>
        <mc:Fallback xmlns="">
          <p:pic>
            <p:nvPicPr>
              <p:cNvPr id="189" name="墨迹 188">
                <a:extLst>
                  <a:ext uri="{FF2B5EF4-FFF2-40B4-BE49-F238E27FC236}">
                    <a16:creationId xmlns:a16="http://schemas.microsoft.com/office/drawing/2014/main" id="{F2D075FB-62D2-4644-A795-1B27BD39A9F1}"/>
                  </a:ext>
                </a:extLst>
              </p:cNvPr>
              <p:cNvPicPr/>
              <p:nvPr/>
            </p:nvPicPr>
            <p:blipFill>
              <a:blip r:embed="rId61"/>
              <a:stretch>
                <a:fillRect/>
              </a:stretch>
            </p:blipFill>
            <p:spPr>
              <a:xfrm>
                <a:off x="10765427" y="2526558"/>
                <a:ext cx="243360" cy="304222"/>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90" name="墨迹 189">
                <a:extLst>
                  <a:ext uri="{FF2B5EF4-FFF2-40B4-BE49-F238E27FC236}">
                    <a16:creationId xmlns:a16="http://schemas.microsoft.com/office/drawing/2014/main" id="{72BBB7BE-FB10-4BB3-B493-85C66F73A1F3}"/>
                  </a:ext>
                </a:extLst>
              </p14:cNvPr>
              <p14:cNvContentPartPr/>
              <p14:nvPr/>
            </p14:nvContentPartPr>
            <p14:xfrm>
              <a:off x="9983507" y="2605409"/>
              <a:ext cx="264960" cy="197280"/>
            </p14:xfrm>
          </p:contentPart>
        </mc:Choice>
        <mc:Fallback xmlns="">
          <p:pic>
            <p:nvPicPr>
              <p:cNvPr id="190" name="墨迹 189">
                <a:extLst>
                  <a:ext uri="{FF2B5EF4-FFF2-40B4-BE49-F238E27FC236}">
                    <a16:creationId xmlns:a16="http://schemas.microsoft.com/office/drawing/2014/main" id="{72BBB7BE-FB10-4BB3-B493-85C66F73A1F3}"/>
                  </a:ext>
                </a:extLst>
              </p:cNvPr>
              <p:cNvPicPr/>
              <p:nvPr/>
            </p:nvPicPr>
            <p:blipFill>
              <a:blip r:embed="rId63"/>
              <a:stretch>
                <a:fillRect/>
              </a:stretch>
            </p:blipFill>
            <p:spPr>
              <a:xfrm>
                <a:off x="9974507" y="2596769"/>
                <a:ext cx="28260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03" name="墨迹 202">
                <a:extLst>
                  <a:ext uri="{FF2B5EF4-FFF2-40B4-BE49-F238E27FC236}">
                    <a16:creationId xmlns:a16="http://schemas.microsoft.com/office/drawing/2014/main" id="{38608F91-FFD2-45E5-9B55-447C11C6582E}"/>
                  </a:ext>
                </a:extLst>
              </p14:cNvPr>
              <p14:cNvContentPartPr/>
              <p14:nvPr/>
            </p14:nvContentPartPr>
            <p14:xfrm>
              <a:off x="9661307" y="2933729"/>
              <a:ext cx="468720" cy="250560"/>
            </p14:xfrm>
          </p:contentPart>
        </mc:Choice>
        <mc:Fallback xmlns="">
          <p:pic>
            <p:nvPicPr>
              <p:cNvPr id="203" name="墨迹 202">
                <a:extLst>
                  <a:ext uri="{FF2B5EF4-FFF2-40B4-BE49-F238E27FC236}">
                    <a16:creationId xmlns:a16="http://schemas.microsoft.com/office/drawing/2014/main" id="{38608F91-FFD2-45E5-9B55-447C11C6582E}"/>
                  </a:ext>
                </a:extLst>
              </p:cNvPr>
              <p:cNvPicPr/>
              <p:nvPr/>
            </p:nvPicPr>
            <p:blipFill>
              <a:blip r:embed="rId65"/>
              <a:stretch>
                <a:fillRect/>
              </a:stretch>
            </p:blipFill>
            <p:spPr>
              <a:xfrm>
                <a:off x="9652667" y="2925089"/>
                <a:ext cx="4863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04" name="墨迹 203">
                <a:extLst>
                  <a:ext uri="{FF2B5EF4-FFF2-40B4-BE49-F238E27FC236}">
                    <a16:creationId xmlns:a16="http://schemas.microsoft.com/office/drawing/2014/main" id="{14AA1EC3-6BDA-4A14-AF14-8B4B7EA1ADFC}"/>
                  </a:ext>
                </a:extLst>
              </p14:cNvPr>
              <p14:cNvContentPartPr/>
              <p14:nvPr/>
            </p14:nvContentPartPr>
            <p14:xfrm>
              <a:off x="8621987" y="2964689"/>
              <a:ext cx="974160" cy="253800"/>
            </p14:xfrm>
          </p:contentPart>
        </mc:Choice>
        <mc:Fallback xmlns="">
          <p:pic>
            <p:nvPicPr>
              <p:cNvPr id="204" name="墨迹 203">
                <a:extLst>
                  <a:ext uri="{FF2B5EF4-FFF2-40B4-BE49-F238E27FC236}">
                    <a16:creationId xmlns:a16="http://schemas.microsoft.com/office/drawing/2014/main" id="{14AA1EC3-6BDA-4A14-AF14-8B4B7EA1ADFC}"/>
                  </a:ext>
                </a:extLst>
              </p:cNvPr>
              <p:cNvPicPr/>
              <p:nvPr/>
            </p:nvPicPr>
            <p:blipFill>
              <a:blip r:embed="rId67"/>
              <a:stretch>
                <a:fillRect/>
              </a:stretch>
            </p:blipFill>
            <p:spPr>
              <a:xfrm>
                <a:off x="8613350" y="2955702"/>
                <a:ext cx="991793" cy="271415"/>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07" name="墨迹 206">
                <a:extLst>
                  <a:ext uri="{FF2B5EF4-FFF2-40B4-BE49-F238E27FC236}">
                    <a16:creationId xmlns:a16="http://schemas.microsoft.com/office/drawing/2014/main" id="{175D0323-DDB2-45D1-9A92-EC5C6ABBB50F}"/>
                  </a:ext>
                </a:extLst>
              </p14:cNvPr>
              <p14:cNvContentPartPr/>
              <p14:nvPr/>
            </p14:nvContentPartPr>
            <p14:xfrm>
              <a:off x="7899467" y="3536729"/>
              <a:ext cx="173520" cy="220680"/>
            </p14:xfrm>
          </p:contentPart>
        </mc:Choice>
        <mc:Fallback xmlns="">
          <p:pic>
            <p:nvPicPr>
              <p:cNvPr id="207" name="墨迹 206">
                <a:extLst>
                  <a:ext uri="{FF2B5EF4-FFF2-40B4-BE49-F238E27FC236}">
                    <a16:creationId xmlns:a16="http://schemas.microsoft.com/office/drawing/2014/main" id="{175D0323-DDB2-45D1-9A92-EC5C6ABBB50F}"/>
                  </a:ext>
                </a:extLst>
              </p:cNvPr>
              <p:cNvPicPr/>
              <p:nvPr/>
            </p:nvPicPr>
            <p:blipFill>
              <a:blip r:embed="rId69"/>
              <a:stretch>
                <a:fillRect/>
              </a:stretch>
            </p:blipFill>
            <p:spPr>
              <a:xfrm>
                <a:off x="7890827" y="3528089"/>
                <a:ext cx="19116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10" name="墨迹 209">
                <a:extLst>
                  <a:ext uri="{FF2B5EF4-FFF2-40B4-BE49-F238E27FC236}">
                    <a16:creationId xmlns:a16="http://schemas.microsoft.com/office/drawing/2014/main" id="{8EE5D71E-E25D-4C91-9C23-19A1C18EA0FC}"/>
                  </a:ext>
                </a:extLst>
              </p14:cNvPr>
              <p14:cNvContentPartPr/>
              <p14:nvPr/>
            </p14:nvContentPartPr>
            <p14:xfrm>
              <a:off x="8155067" y="3558689"/>
              <a:ext cx="164160" cy="203760"/>
            </p14:xfrm>
          </p:contentPart>
        </mc:Choice>
        <mc:Fallback xmlns="">
          <p:pic>
            <p:nvPicPr>
              <p:cNvPr id="210" name="墨迹 209">
                <a:extLst>
                  <a:ext uri="{FF2B5EF4-FFF2-40B4-BE49-F238E27FC236}">
                    <a16:creationId xmlns:a16="http://schemas.microsoft.com/office/drawing/2014/main" id="{8EE5D71E-E25D-4C91-9C23-19A1C18EA0FC}"/>
                  </a:ext>
                </a:extLst>
              </p:cNvPr>
              <p:cNvPicPr/>
              <p:nvPr/>
            </p:nvPicPr>
            <p:blipFill>
              <a:blip r:embed="rId71"/>
              <a:stretch>
                <a:fillRect/>
              </a:stretch>
            </p:blipFill>
            <p:spPr>
              <a:xfrm>
                <a:off x="8146408" y="3550049"/>
                <a:ext cx="181839"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13" name="墨迹 212">
                <a:extLst>
                  <a:ext uri="{FF2B5EF4-FFF2-40B4-BE49-F238E27FC236}">
                    <a16:creationId xmlns:a16="http://schemas.microsoft.com/office/drawing/2014/main" id="{2F829923-51CD-449D-A02C-DF192028EF29}"/>
                  </a:ext>
                </a:extLst>
              </p14:cNvPr>
              <p14:cNvContentPartPr/>
              <p14:nvPr/>
            </p14:nvContentPartPr>
            <p14:xfrm>
              <a:off x="8437307" y="3556889"/>
              <a:ext cx="230760" cy="186120"/>
            </p14:xfrm>
          </p:contentPart>
        </mc:Choice>
        <mc:Fallback xmlns="">
          <p:pic>
            <p:nvPicPr>
              <p:cNvPr id="213" name="墨迹 212">
                <a:extLst>
                  <a:ext uri="{FF2B5EF4-FFF2-40B4-BE49-F238E27FC236}">
                    <a16:creationId xmlns:a16="http://schemas.microsoft.com/office/drawing/2014/main" id="{2F829923-51CD-449D-A02C-DF192028EF29}"/>
                  </a:ext>
                </a:extLst>
              </p:cNvPr>
              <p:cNvPicPr/>
              <p:nvPr/>
            </p:nvPicPr>
            <p:blipFill>
              <a:blip r:embed="rId73"/>
              <a:stretch>
                <a:fillRect/>
              </a:stretch>
            </p:blipFill>
            <p:spPr>
              <a:xfrm>
                <a:off x="8428653" y="3548249"/>
                <a:ext cx="248428"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16" name="墨迹 215">
                <a:extLst>
                  <a:ext uri="{FF2B5EF4-FFF2-40B4-BE49-F238E27FC236}">
                    <a16:creationId xmlns:a16="http://schemas.microsoft.com/office/drawing/2014/main" id="{8AC9DD73-3481-46CA-9EAA-9384CB323D5D}"/>
                  </a:ext>
                </a:extLst>
              </p14:cNvPr>
              <p14:cNvContentPartPr/>
              <p14:nvPr/>
            </p14:nvContentPartPr>
            <p14:xfrm>
              <a:off x="8790107" y="3543569"/>
              <a:ext cx="363240" cy="231120"/>
            </p14:xfrm>
          </p:contentPart>
        </mc:Choice>
        <mc:Fallback xmlns="">
          <p:pic>
            <p:nvPicPr>
              <p:cNvPr id="216" name="墨迹 215">
                <a:extLst>
                  <a:ext uri="{FF2B5EF4-FFF2-40B4-BE49-F238E27FC236}">
                    <a16:creationId xmlns:a16="http://schemas.microsoft.com/office/drawing/2014/main" id="{8AC9DD73-3481-46CA-9EAA-9384CB323D5D}"/>
                  </a:ext>
                </a:extLst>
              </p:cNvPr>
              <p:cNvPicPr/>
              <p:nvPr/>
            </p:nvPicPr>
            <p:blipFill>
              <a:blip r:embed="rId75"/>
              <a:stretch>
                <a:fillRect/>
              </a:stretch>
            </p:blipFill>
            <p:spPr>
              <a:xfrm>
                <a:off x="8781098" y="3534929"/>
                <a:ext cx="380898"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19" name="墨迹 218">
                <a:extLst>
                  <a:ext uri="{FF2B5EF4-FFF2-40B4-BE49-F238E27FC236}">
                    <a16:creationId xmlns:a16="http://schemas.microsoft.com/office/drawing/2014/main" id="{3C7DB7B0-8781-479B-920E-93A7DD9844BC}"/>
                  </a:ext>
                </a:extLst>
              </p14:cNvPr>
              <p14:cNvContentPartPr/>
              <p14:nvPr/>
            </p14:nvContentPartPr>
            <p14:xfrm>
              <a:off x="9261707" y="3536009"/>
              <a:ext cx="136080" cy="246960"/>
            </p14:xfrm>
          </p:contentPart>
        </mc:Choice>
        <mc:Fallback xmlns="">
          <p:pic>
            <p:nvPicPr>
              <p:cNvPr id="219" name="墨迹 218">
                <a:extLst>
                  <a:ext uri="{FF2B5EF4-FFF2-40B4-BE49-F238E27FC236}">
                    <a16:creationId xmlns:a16="http://schemas.microsoft.com/office/drawing/2014/main" id="{3C7DB7B0-8781-479B-920E-93A7DD9844BC}"/>
                  </a:ext>
                </a:extLst>
              </p:cNvPr>
              <p:cNvPicPr/>
              <p:nvPr/>
            </p:nvPicPr>
            <p:blipFill>
              <a:blip r:embed="rId77"/>
              <a:stretch>
                <a:fillRect/>
              </a:stretch>
            </p:blipFill>
            <p:spPr>
              <a:xfrm>
                <a:off x="9253067" y="3527369"/>
                <a:ext cx="15372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22" name="墨迹 221">
                <a:extLst>
                  <a:ext uri="{FF2B5EF4-FFF2-40B4-BE49-F238E27FC236}">
                    <a16:creationId xmlns:a16="http://schemas.microsoft.com/office/drawing/2014/main" id="{851EF073-BBF0-44CA-B9E2-18242902F8C2}"/>
                  </a:ext>
                </a:extLst>
              </p14:cNvPr>
              <p14:cNvContentPartPr/>
              <p14:nvPr/>
            </p14:nvContentPartPr>
            <p14:xfrm>
              <a:off x="9512987" y="3614489"/>
              <a:ext cx="134640" cy="181080"/>
            </p14:xfrm>
          </p:contentPart>
        </mc:Choice>
        <mc:Fallback xmlns="">
          <p:pic>
            <p:nvPicPr>
              <p:cNvPr id="222" name="墨迹 221">
                <a:extLst>
                  <a:ext uri="{FF2B5EF4-FFF2-40B4-BE49-F238E27FC236}">
                    <a16:creationId xmlns:a16="http://schemas.microsoft.com/office/drawing/2014/main" id="{851EF073-BBF0-44CA-B9E2-18242902F8C2}"/>
                  </a:ext>
                </a:extLst>
              </p:cNvPr>
              <p:cNvPicPr/>
              <p:nvPr/>
            </p:nvPicPr>
            <p:blipFill>
              <a:blip r:embed="rId79"/>
              <a:stretch>
                <a:fillRect/>
              </a:stretch>
            </p:blipFill>
            <p:spPr>
              <a:xfrm>
                <a:off x="9503987" y="3605489"/>
                <a:ext cx="15228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25" name="墨迹 224">
                <a:extLst>
                  <a:ext uri="{FF2B5EF4-FFF2-40B4-BE49-F238E27FC236}">
                    <a16:creationId xmlns:a16="http://schemas.microsoft.com/office/drawing/2014/main" id="{0BB2874F-C4F0-4688-83E0-6A141EB5B8CA}"/>
                  </a:ext>
                </a:extLst>
              </p14:cNvPr>
              <p14:cNvContentPartPr/>
              <p14:nvPr/>
            </p14:nvContentPartPr>
            <p14:xfrm>
              <a:off x="9752027" y="3564449"/>
              <a:ext cx="158760" cy="200160"/>
            </p14:xfrm>
          </p:contentPart>
        </mc:Choice>
        <mc:Fallback xmlns="">
          <p:pic>
            <p:nvPicPr>
              <p:cNvPr id="225" name="墨迹 224">
                <a:extLst>
                  <a:ext uri="{FF2B5EF4-FFF2-40B4-BE49-F238E27FC236}">
                    <a16:creationId xmlns:a16="http://schemas.microsoft.com/office/drawing/2014/main" id="{0BB2874F-C4F0-4688-83E0-6A141EB5B8CA}"/>
                  </a:ext>
                </a:extLst>
              </p:cNvPr>
              <p:cNvPicPr/>
              <p:nvPr/>
            </p:nvPicPr>
            <p:blipFill>
              <a:blip r:embed="rId81"/>
              <a:stretch>
                <a:fillRect/>
              </a:stretch>
            </p:blipFill>
            <p:spPr>
              <a:xfrm>
                <a:off x="9743367" y="3555449"/>
                <a:ext cx="17644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28" name="墨迹 227">
                <a:extLst>
                  <a:ext uri="{FF2B5EF4-FFF2-40B4-BE49-F238E27FC236}">
                    <a16:creationId xmlns:a16="http://schemas.microsoft.com/office/drawing/2014/main" id="{DFB4F7DB-F61B-4829-9B72-EE71DECB5B5C}"/>
                  </a:ext>
                </a:extLst>
              </p14:cNvPr>
              <p14:cNvContentPartPr/>
              <p14:nvPr/>
            </p14:nvContentPartPr>
            <p14:xfrm>
              <a:off x="9993227" y="3528449"/>
              <a:ext cx="171000" cy="227880"/>
            </p14:xfrm>
          </p:contentPart>
        </mc:Choice>
        <mc:Fallback xmlns="">
          <p:pic>
            <p:nvPicPr>
              <p:cNvPr id="228" name="墨迹 227">
                <a:extLst>
                  <a:ext uri="{FF2B5EF4-FFF2-40B4-BE49-F238E27FC236}">
                    <a16:creationId xmlns:a16="http://schemas.microsoft.com/office/drawing/2014/main" id="{DFB4F7DB-F61B-4829-9B72-EE71DECB5B5C}"/>
                  </a:ext>
                </a:extLst>
              </p:cNvPr>
              <p:cNvPicPr/>
              <p:nvPr/>
            </p:nvPicPr>
            <p:blipFill>
              <a:blip r:embed="rId83"/>
              <a:stretch>
                <a:fillRect/>
              </a:stretch>
            </p:blipFill>
            <p:spPr>
              <a:xfrm>
                <a:off x="9984227" y="3519449"/>
                <a:ext cx="18864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33" name="墨迹 232">
                <a:extLst>
                  <a:ext uri="{FF2B5EF4-FFF2-40B4-BE49-F238E27FC236}">
                    <a16:creationId xmlns:a16="http://schemas.microsoft.com/office/drawing/2014/main" id="{596CD66B-7A29-4378-9F41-730659A973A2}"/>
                  </a:ext>
                </a:extLst>
              </p14:cNvPr>
              <p14:cNvContentPartPr/>
              <p14:nvPr/>
            </p14:nvContentPartPr>
            <p14:xfrm>
              <a:off x="10232267" y="3592169"/>
              <a:ext cx="424800" cy="175680"/>
            </p14:xfrm>
          </p:contentPart>
        </mc:Choice>
        <mc:Fallback xmlns="">
          <p:pic>
            <p:nvPicPr>
              <p:cNvPr id="233" name="墨迹 232">
                <a:extLst>
                  <a:ext uri="{FF2B5EF4-FFF2-40B4-BE49-F238E27FC236}">
                    <a16:creationId xmlns:a16="http://schemas.microsoft.com/office/drawing/2014/main" id="{596CD66B-7A29-4378-9F41-730659A973A2}"/>
                  </a:ext>
                </a:extLst>
              </p:cNvPr>
              <p:cNvPicPr/>
              <p:nvPr/>
            </p:nvPicPr>
            <p:blipFill>
              <a:blip r:embed="rId85"/>
              <a:stretch>
                <a:fillRect/>
              </a:stretch>
            </p:blipFill>
            <p:spPr>
              <a:xfrm>
                <a:off x="10223267" y="3583529"/>
                <a:ext cx="44244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48" name="墨迹 247">
                <a:extLst>
                  <a:ext uri="{FF2B5EF4-FFF2-40B4-BE49-F238E27FC236}">
                    <a16:creationId xmlns:a16="http://schemas.microsoft.com/office/drawing/2014/main" id="{96458A0C-E7DC-484F-AA7C-DD2B53DC7C1C}"/>
                  </a:ext>
                </a:extLst>
              </p14:cNvPr>
              <p14:cNvContentPartPr/>
              <p14:nvPr/>
            </p14:nvContentPartPr>
            <p14:xfrm>
              <a:off x="10675427" y="3342329"/>
              <a:ext cx="770400" cy="181080"/>
            </p14:xfrm>
          </p:contentPart>
        </mc:Choice>
        <mc:Fallback xmlns="">
          <p:pic>
            <p:nvPicPr>
              <p:cNvPr id="248" name="墨迹 247">
                <a:extLst>
                  <a:ext uri="{FF2B5EF4-FFF2-40B4-BE49-F238E27FC236}">
                    <a16:creationId xmlns:a16="http://schemas.microsoft.com/office/drawing/2014/main" id="{96458A0C-E7DC-484F-AA7C-DD2B53DC7C1C}"/>
                  </a:ext>
                </a:extLst>
              </p:cNvPr>
              <p:cNvPicPr/>
              <p:nvPr/>
            </p:nvPicPr>
            <p:blipFill>
              <a:blip r:embed="rId87"/>
              <a:stretch>
                <a:fillRect/>
              </a:stretch>
            </p:blipFill>
            <p:spPr>
              <a:xfrm>
                <a:off x="10666787" y="3333689"/>
                <a:ext cx="7880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55" name="墨迹 254">
                <a:extLst>
                  <a:ext uri="{FF2B5EF4-FFF2-40B4-BE49-F238E27FC236}">
                    <a16:creationId xmlns:a16="http://schemas.microsoft.com/office/drawing/2014/main" id="{D83CA42E-CE0F-451E-BA6C-C9CA9BD1D813}"/>
                  </a:ext>
                </a:extLst>
              </p14:cNvPr>
              <p14:cNvContentPartPr/>
              <p14:nvPr/>
            </p14:nvContentPartPr>
            <p14:xfrm>
              <a:off x="11511707" y="3361049"/>
              <a:ext cx="636120" cy="227160"/>
            </p14:xfrm>
          </p:contentPart>
        </mc:Choice>
        <mc:Fallback xmlns="">
          <p:pic>
            <p:nvPicPr>
              <p:cNvPr id="255" name="墨迹 254">
                <a:extLst>
                  <a:ext uri="{FF2B5EF4-FFF2-40B4-BE49-F238E27FC236}">
                    <a16:creationId xmlns:a16="http://schemas.microsoft.com/office/drawing/2014/main" id="{D83CA42E-CE0F-451E-BA6C-C9CA9BD1D813}"/>
                  </a:ext>
                </a:extLst>
              </p:cNvPr>
              <p:cNvPicPr/>
              <p:nvPr/>
            </p:nvPicPr>
            <p:blipFill>
              <a:blip r:embed="rId89"/>
              <a:stretch>
                <a:fillRect/>
              </a:stretch>
            </p:blipFill>
            <p:spPr>
              <a:xfrm>
                <a:off x="11503067" y="3352049"/>
                <a:ext cx="65376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87" name="墨迹 286">
                <a:extLst>
                  <a:ext uri="{FF2B5EF4-FFF2-40B4-BE49-F238E27FC236}">
                    <a16:creationId xmlns:a16="http://schemas.microsoft.com/office/drawing/2014/main" id="{F3460FD2-1421-497D-B67D-3920DE923B7C}"/>
                  </a:ext>
                </a:extLst>
              </p14:cNvPr>
              <p14:cNvContentPartPr/>
              <p14:nvPr/>
            </p14:nvContentPartPr>
            <p14:xfrm>
              <a:off x="6126107" y="3594689"/>
              <a:ext cx="240120" cy="101880"/>
            </p14:xfrm>
          </p:contentPart>
        </mc:Choice>
        <mc:Fallback xmlns="">
          <p:pic>
            <p:nvPicPr>
              <p:cNvPr id="287" name="墨迹 286">
                <a:extLst>
                  <a:ext uri="{FF2B5EF4-FFF2-40B4-BE49-F238E27FC236}">
                    <a16:creationId xmlns:a16="http://schemas.microsoft.com/office/drawing/2014/main" id="{F3460FD2-1421-497D-B67D-3920DE923B7C}"/>
                  </a:ext>
                </a:extLst>
              </p:cNvPr>
              <p:cNvPicPr/>
              <p:nvPr/>
            </p:nvPicPr>
            <p:blipFill>
              <a:blip r:embed="rId91"/>
              <a:stretch>
                <a:fillRect/>
              </a:stretch>
            </p:blipFill>
            <p:spPr>
              <a:xfrm>
                <a:off x="6117454" y="3585689"/>
                <a:ext cx="257786"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88" name="墨迹 287">
                <a:extLst>
                  <a:ext uri="{FF2B5EF4-FFF2-40B4-BE49-F238E27FC236}">
                    <a16:creationId xmlns:a16="http://schemas.microsoft.com/office/drawing/2014/main" id="{462990B1-38DC-40A2-B0BA-852E33412454}"/>
                  </a:ext>
                </a:extLst>
              </p14:cNvPr>
              <p14:cNvContentPartPr/>
              <p14:nvPr/>
            </p14:nvContentPartPr>
            <p14:xfrm>
              <a:off x="5106587" y="3528449"/>
              <a:ext cx="932400" cy="212400"/>
            </p14:xfrm>
          </p:contentPart>
        </mc:Choice>
        <mc:Fallback xmlns="">
          <p:pic>
            <p:nvPicPr>
              <p:cNvPr id="288" name="墨迹 287">
                <a:extLst>
                  <a:ext uri="{FF2B5EF4-FFF2-40B4-BE49-F238E27FC236}">
                    <a16:creationId xmlns:a16="http://schemas.microsoft.com/office/drawing/2014/main" id="{462990B1-38DC-40A2-B0BA-852E33412454}"/>
                  </a:ext>
                </a:extLst>
              </p:cNvPr>
              <p:cNvPicPr/>
              <p:nvPr/>
            </p:nvPicPr>
            <p:blipFill>
              <a:blip r:embed="rId93"/>
              <a:stretch>
                <a:fillRect/>
              </a:stretch>
            </p:blipFill>
            <p:spPr>
              <a:xfrm>
                <a:off x="5097947" y="3519794"/>
                <a:ext cx="950040" cy="23007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89" name="墨迹 288">
                <a:extLst>
                  <a:ext uri="{FF2B5EF4-FFF2-40B4-BE49-F238E27FC236}">
                    <a16:creationId xmlns:a16="http://schemas.microsoft.com/office/drawing/2014/main" id="{31096E9C-3261-4CD0-AE96-9B3C2C75365D}"/>
                  </a:ext>
                </a:extLst>
              </p14:cNvPr>
              <p14:cNvContentPartPr/>
              <p14:nvPr/>
            </p14:nvContentPartPr>
            <p14:xfrm>
              <a:off x="4692947" y="3530609"/>
              <a:ext cx="357840" cy="184680"/>
            </p14:xfrm>
          </p:contentPart>
        </mc:Choice>
        <mc:Fallback xmlns="">
          <p:pic>
            <p:nvPicPr>
              <p:cNvPr id="289" name="墨迹 288">
                <a:extLst>
                  <a:ext uri="{FF2B5EF4-FFF2-40B4-BE49-F238E27FC236}">
                    <a16:creationId xmlns:a16="http://schemas.microsoft.com/office/drawing/2014/main" id="{31096E9C-3261-4CD0-AE96-9B3C2C75365D}"/>
                  </a:ext>
                </a:extLst>
              </p:cNvPr>
              <p:cNvPicPr/>
              <p:nvPr/>
            </p:nvPicPr>
            <p:blipFill>
              <a:blip r:embed="rId95"/>
              <a:stretch>
                <a:fillRect/>
              </a:stretch>
            </p:blipFill>
            <p:spPr>
              <a:xfrm>
                <a:off x="4684307" y="3521609"/>
                <a:ext cx="37548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290" name="墨迹 289">
                <a:extLst>
                  <a:ext uri="{FF2B5EF4-FFF2-40B4-BE49-F238E27FC236}">
                    <a16:creationId xmlns:a16="http://schemas.microsoft.com/office/drawing/2014/main" id="{A32CDB7B-EB78-435C-A535-7A8A2102AC9A}"/>
                  </a:ext>
                </a:extLst>
              </p14:cNvPr>
              <p14:cNvContentPartPr/>
              <p14:nvPr/>
            </p14:nvContentPartPr>
            <p14:xfrm>
              <a:off x="4249427" y="3462569"/>
              <a:ext cx="395280" cy="224280"/>
            </p14:xfrm>
          </p:contentPart>
        </mc:Choice>
        <mc:Fallback xmlns="">
          <p:pic>
            <p:nvPicPr>
              <p:cNvPr id="290" name="墨迹 289">
                <a:extLst>
                  <a:ext uri="{FF2B5EF4-FFF2-40B4-BE49-F238E27FC236}">
                    <a16:creationId xmlns:a16="http://schemas.microsoft.com/office/drawing/2014/main" id="{A32CDB7B-EB78-435C-A535-7A8A2102AC9A}"/>
                  </a:ext>
                </a:extLst>
              </p:cNvPr>
              <p:cNvPicPr/>
              <p:nvPr/>
            </p:nvPicPr>
            <p:blipFill>
              <a:blip r:embed="rId97"/>
              <a:stretch>
                <a:fillRect/>
              </a:stretch>
            </p:blipFill>
            <p:spPr>
              <a:xfrm>
                <a:off x="4240779" y="3453569"/>
                <a:ext cx="412936"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295" name="墨迹 294">
                <a:extLst>
                  <a:ext uri="{FF2B5EF4-FFF2-40B4-BE49-F238E27FC236}">
                    <a16:creationId xmlns:a16="http://schemas.microsoft.com/office/drawing/2014/main" id="{66BE2512-6849-4F9B-AE73-1F4126BCBE57}"/>
                  </a:ext>
                </a:extLst>
              </p14:cNvPr>
              <p14:cNvContentPartPr/>
              <p14:nvPr/>
            </p14:nvContentPartPr>
            <p14:xfrm>
              <a:off x="6446867" y="3505409"/>
              <a:ext cx="996840" cy="322200"/>
            </p14:xfrm>
          </p:contentPart>
        </mc:Choice>
        <mc:Fallback xmlns="">
          <p:pic>
            <p:nvPicPr>
              <p:cNvPr id="295" name="墨迹 294">
                <a:extLst>
                  <a:ext uri="{FF2B5EF4-FFF2-40B4-BE49-F238E27FC236}">
                    <a16:creationId xmlns:a16="http://schemas.microsoft.com/office/drawing/2014/main" id="{66BE2512-6849-4F9B-AE73-1F4126BCBE57}"/>
                  </a:ext>
                </a:extLst>
              </p:cNvPr>
              <p:cNvPicPr/>
              <p:nvPr/>
            </p:nvPicPr>
            <p:blipFill>
              <a:blip r:embed="rId99"/>
              <a:stretch>
                <a:fillRect/>
              </a:stretch>
            </p:blipFill>
            <p:spPr>
              <a:xfrm>
                <a:off x="6438224" y="3496769"/>
                <a:ext cx="1014486"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298" name="墨迹 297">
                <a:extLst>
                  <a:ext uri="{FF2B5EF4-FFF2-40B4-BE49-F238E27FC236}">
                    <a16:creationId xmlns:a16="http://schemas.microsoft.com/office/drawing/2014/main" id="{8AA93F40-D319-4F65-BEEC-A012CEE41F11}"/>
                  </a:ext>
                </a:extLst>
              </p14:cNvPr>
              <p14:cNvContentPartPr/>
              <p14:nvPr/>
            </p14:nvContentPartPr>
            <p14:xfrm>
              <a:off x="8465027" y="3869369"/>
              <a:ext cx="164160" cy="186480"/>
            </p14:xfrm>
          </p:contentPart>
        </mc:Choice>
        <mc:Fallback xmlns="">
          <p:pic>
            <p:nvPicPr>
              <p:cNvPr id="298" name="墨迹 297">
                <a:extLst>
                  <a:ext uri="{FF2B5EF4-FFF2-40B4-BE49-F238E27FC236}">
                    <a16:creationId xmlns:a16="http://schemas.microsoft.com/office/drawing/2014/main" id="{8AA93F40-D319-4F65-BEEC-A012CEE41F11}"/>
                  </a:ext>
                </a:extLst>
              </p:cNvPr>
              <p:cNvPicPr/>
              <p:nvPr/>
            </p:nvPicPr>
            <p:blipFill>
              <a:blip r:embed="rId101"/>
              <a:stretch>
                <a:fillRect/>
              </a:stretch>
            </p:blipFill>
            <p:spPr>
              <a:xfrm>
                <a:off x="8456027" y="3860369"/>
                <a:ext cx="18180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18" name="墨迹 317">
                <a:extLst>
                  <a:ext uri="{FF2B5EF4-FFF2-40B4-BE49-F238E27FC236}">
                    <a16:creationId xmlns:a16="http://schemas.microsoft.com/office/drawing/2014/main" id="{A08F93BF-EA26-4047-B79F-B8C7CDBAAFDA}"/>
                  </a:ext>
                </a:extLst>
              </p14:cNvPr>
              <p14:cNvContentPartPr/>
              <p14:nvPr/>
            </p14:nvContentPartPr>
            <p14:xfrm>
              <a:off x="11082227" y="3839849"/>
              <a:ext cx="225360" cy="225360"/>
            </p14:xfrm>
          </p:contentPart>
        </mc:Choice>
        <mc:Fallback xmlns="">
          <p:pic>
            <p:nvPicPr>
              <p:cNvPr id="318" name="墨迹 317">
                <a:extLst>
                  <a:ext uri="{FF2B5EF4-FFF2-40B4-BE49-F238E27FC236}">
                    <a16:creationId xmlns:a16="http://schemas.microsoft.com/office/drawing/2014/main" id="{A08F93BF-EA26-4047-B79F-B8C7CDBAAFDA}"/>
                  </a:ext>
                </a:extLst>
              </p:cNvPr>
              <p:cNvPicPr/>
              <p:nvPr/>
            </p:nvPicPr>
            <p:blipFill>
              <a:blip r:embed="rId103"/>
              <a:stretch>
                <a:fillRect/>
              </a:stretch>
            </p:blipFill>
            <p:spPr>
              <a:xfrm>
                <a:off x="11073227" y="3831195"/>
                <a:ext cx="243000" cy="243028"/>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19" name="墨迹 318">
                <a:extLst>
                  <a:ext uri="{FF2B5EF4-FFF2-40B4-BE49-F238E27FC236}">
                    <a16:creationId xmlns:a16="http://schemas.microsoft.com/office/drawing/2014/main" id="{401EFA41-BC4D-464E-A051-889596ADF786}"/>
                  </a:ext>
                </a:extLst>
              </p14:cNvPr>
              <p14:cNvContentPartPr/>
              <p14:nvPr/>
            </p14:nvContentPartPr>
            <p14:xfrm>
              <a:off x="10682627" y="3848849"/>
              <a:ext cx="284400" cy="240840"/>
            </p14:xfrm>
          </p:contentPart>
        </mc:Choice>
        <mc:Fallback xmlns="">
          <p:pic>
            <p:nvPicPr>
              <p:cNvPr id="319" name="墨迹 318">
                <a:extLst>
                  <a:ext uri="{FF2B5EF4-FFF2-40B4-BE49-F238E27FC236}">
                    <a16:creationId xmlns:a16="http://schemas.microsoft.com/office/drawing/2014/main" id="{401EFA41-BC4D-464E-A051-889596ADF786}"/>
                  </a:ext>
                </a:extLst>
              </p:cNvPr>
              <p:cNvPicPr/>
              <p:nvPr/>
            </p:nvPicPr>
            <p:blipFill>
              <a:blip r:embed="rId105"/>
              <a:stretch>
                <a:fillRect/>
              </a:stretch>
            </p:blipFill>
            <p:spPr>
              <a:xfrm>
                <a:off x="10673987" y="3840209"/>
                <a:ext cx="30204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20" name="墨迹 319">
                <a:extLst>
                  <a:ext uri="{FF2B5EF4-FFF2-40B4-BE49-F238E27FC236}">
                    <a16:creationId xmlns:a16="http://schemas.microsoft.com/office/drawing/2014/main" id="{EE090F1D-7C47-4D28-A5C6-DBBB041ACEFD}"/>
                  </a:ext>
                </a:extLst>
              </p14:cNvPr>
              <p14:cNvContentPartPr/>
              <p14:nvPr/>
            </p14:nvContentPartPr>
            <p14:xfrm>
              <a:off x="9340547" y="3907889"/>
              <a:ext cx="162360" cy="171720"/>
            </p14:xfrm>
          </p:contentPart>
        </mc:Choice>
        <mc:Fallback xmlns="">
          <p:pic>
            <p:nvPicPr>
              <p:cNvPr id="320" name="墨迹 319">
                <a:extLst>
                  <a:ext uri="{FF2B5EF4-FFF2-40B4-BE49-F238E27FC236}">
                    <a16:creationId xmlns:a16="http://schemas.microsoft.com/office/drawing/2014/main" id="{EE090F1D-7C47-4D28-A5C6-DBBB041ACEFD}"/>
                  </a:ext>
                </a:extLst>
              </p:cNvPr>
              <p:cNvPicPr/>
              <p:nvPr/>
            </p:nvPicPr>
            <p:blipFill>
              <a:blip r:embed="rId107"/>
              <a:stretch>
                <a:fillRect/>
              </a:stretch>
            </p:blipFill>
            <p:spPr>
              <a:xfrm>
                <a:off x="9331907" y="3898889"/>
                <a:ext cx="18000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21" name="墨迹 320">
                <a:extLst>
                  <a:ext uri="{FF2B5EF4-FFF2-40B4-BE49-F238E27FC236}">
                    <a16:creationId xmlns:a16="http://schemas.microsoft.com/office/drawing/2014/main" id="{884BCC35-96FF-4528-AA91-8FE4B54989A8}"/>
                  </a:ext>
                </a:extLst>
              </p14:cNvPr>
              <p14:cNvContentPartPr/>
              <p14:nvPr/>
            </p14:nvContentPartPr>
            <p14:xfrm>
              <a:off x="9058667" y="3870449"/>
              <a:ext cx="165240" cy="218880"/>
            </p14:xfrm>
          </p:contentPart>
        </mc:Choice>
        <mc:Fallback xmlns="">
          <p:pic>
            <p:nvPicPr>
              <p:cNvPr id="321" name="墨迹 320">
                <a:extLst>
                  <a:ext uri="{FF2B5EF4-FFF2-40B4-BE49-F238E27FC236}">
                    <a16:creationId xmlns:a16="http://schemas.microsoft.com/office/drawing/2014/main" id="{884BCC35-96FF-4528-AA91-8FE4B54989A8}"/>
                  </a:ext>
                </a:extLst>
              </p:cNvPr>
              <p:cNvPicPr/>
              <p:nvPr/>
            </p:nvPicPr>
            <p:blipFill>
              <a:blip r:embed="rId109"/>
              <a:stretch>
                <a:fillRect/>
              </a:stretch>
            </p:blipFill>
            <p:spPr>
              <a:xfrm>
                <a:off x="9049667" y="3861449"/>
                <a:ext cx="18288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22" name="墨迹 321">
                <a:extLst>
                  <a:ext uri="{FF2B5EF4-FFF2-40B4-BE49-F238E27FC236}">
                    <a16:creationId xmlns:a16="http://schemas.microsoft.com/office/drawing/2014/main" id="{2171AE90-D790-44BD-9AFA-2EE97EF449FA}"/>
                  </a:ext>
                </a:extLst>
              </p14:cNvPr>
              <p14:cNvContentPartPr/>
              <p14:nvPr/>
            </p14:nvContentPartPr>
            <p14:xfrm>
              <a:off x="8715587" y="3921569"/>
              <a:ext cx="202320" cy="180000"/>
            </p14:xfrm>
          </p:contentPart>
        </mc:Choice>
        <mc:Fallback xmlns="">
          <p:pic>
            <p:nvPicPr>
              <p:cNvPr id="322" name="墨迹 321">
                <a:extLst>
                  <a:ext uri="{FF2B5EF4-FFF2-40B4-BE49-F238E27FC236}">
                    <a16:creationId xmlns:a16="http://schemas.microsoft.com/office/drawing/2014/main" id="{2171AE90-D790-44BD-9AFA-2EE97EF449FA}"/>
                  </a:ext>
                </a:extLst>
              </p:cNvPr>
              <p:cNvPicPr/>
              <p:nvPr/>
            </p:nvPicPr>
            <p:blipFill>
              <a:blip r:embed="rId111"/>
              <a:stretch>
                <a:fillRect/>
              </a:stretch>
            </p:blipFill>
            <p:spPr>
              <a:xfrm>
                <a:off x="8706947" y="3912929"/>
                <a:ext cx="21996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23" name="墨迹 322">
                <a:extLst>
                  <a:ext uri="{FF2B5EF4-FFF2-40B4-BE49-F238E27FC236}">
                    <a16:creationId xmlns:a16="http://schemas.microsoft.com/office/drawing/2014/main" id="{91288B01-740B-40B9-B8FB-EA396879737D}"/>
                  </a:ext>
                </a:extLst>
              </p14:cNvPr>
              <p14:cNvContentPartPr/>
              <p14:nvPr/>
            </p14:nvContentPartPr>
            <p14:xfrm>
              <a:off x="8009987" y="4223609"/>
              <a:ext cx="185760" cy="199800"/>
            </p14:xfrm>
          </p:contentPart>
        </mc:Choice>
        <mc:Fallback xmlns="">
          <p:pic>
            <p:nvPicPr>
              <p:cNvPr id="323" name="墨迹 322">
                <a:extLst>
                  <a:ext uri="{FF2B5EF4-FFF2-40B4-BE49-F238E27FC236}">
                    <a16:creationId xmlns:a16="http://schemas.microsoft.com/office/drawing/2014/main" id="{91288B01-740B-40B9-B8FB-EA396879737D}"/>
                  </a:ext>
                </a:extLst>
              </p:cNvPr>
              <p:cNvPicPr/>
              <p:nvPr/>
            </p:nvPicPr>
            <p:blipFill>
              <a:blip r:embed="rId113"/>
              <a:stretch>
                <a:fillRect/>
              </a:stretch>
            </p:blipFill>
            <p:spPr>
              <a:xfrm>
                <a:off x="8000987" y="4214609"/>
                <a:ext cx="20340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331" name="墨迹 330">
                <a:extLst>
                  <a:ext uri="{FF2B5EF4-FFF2-40B4-BE49-F238E27FC236}">
                    <a16:creationId xmlns:a16="http://schemas.microsoft.com/office/drawing/2014/main" id="{F2AC0721-BB69-446C-8BCB-47C301D3809C}"/>
                  </a:ext>
                </a:extLst>
              </p14:cNvPr>
              <p14:cNvContentPartPr/>
              <p14:nvPr/>
            </p14:nvContentPartPr>
            <p14:xfrm>
              <a:off x="8642507" y="4242329"/>
              <a:ext cx="232200" cy="225360"/>
            </p14:xfrm>
          </p:contentPart>
        </mc:Choice>
        <mc:Fallback xmlns="">
          <p:pic>
            <p:nvPicPr>
              <p:cNvPr id="331" name="墨迹 330">
                <a:extLst>
                  <a:ext uri="{FF2B5EF4-FFF2-40B4-BE49-F238E27FC236}">
                    <a16:creationId xmlns:a16="http://schemas.microsoft.com/office/drawing/2014/main" id="{F2AC0721-BB69-446C-8BCB-47C301D3809C}"/>
                  </a:ext>
                </a:extLst>
              </p:cNvPr>
              <p:cNvPicPr/>
              <p:nvPr/>
            </p:nvPicPr>
            <p:blipFill>
              <a:blip r:embed="rId115"/>
              <a:stretch>
                <a:fillRect/>
              </a:stretch>
            </p:blipFill>
            <p:spPr>
              <a:xfrm>
                <a:off x="8633507" y="4233329"/>
                <a:ext cx="24984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332" name="墨迹 331">
                <a:extLst>
                  <a:ext uri="{FF2B5EF4-FFF2-40B4-BE49-F238E27FC236}">
                    <a16:creationId xmlns:a16="http://schemas.microsoft.com/office/drawing/2014/main" id="{B24B6582-43BD-4A91-9509-1C8758F590EB}"/>
                  </a:ext>
                </a:extLst>
              </p14:cNvPr>
              <p14:cNvContentPartPr/>
              <p14:nvPr/>
            </p14:nvContentPartPr>
            <p14:xfrm>
              <a:off x="8299427" y="4229009"/>
              <a:ext cx="216360" cy="191520"/>
            </p14:xfrm>
          </p:contentPart>
        </mc:Choice>
        <mc:Fallback xmlns="">
          <p:pic>
            <p:nvPicPr>
              <p:cNvPr id="332" name="墨迹 331">
                <a:extLst>
                  <a:ext uri="{FF2B5EF4-FFF2-40B4-BE49-F238E27FC236}">
                    <a16:creationId xmlns:a16="http://schemas.microsoft.com/office/drawing/2014/main" id="{B24B6582-43BD-4A91-9509-1C8758F590EB}"/>
                  </a:ext>
                </a:extLst>
              </p:cNvPr>
              <p:cNvPicPr/>
              <p:nvPr/>
            </p:nvPicPr>
            <p:blipFill>
              <a:blip r:embed="rId117"/>
              <a:stretch>
                <a:fillRect/>
              </a:stretch>
            </p:blipFill>
            <p:spPr>
              <a:xfrm>
                <a:off x="8290787" y="4220009"/>
                <a:ext cx="2340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333" name="墨迹 332">
                <a:extLst>
                  <a:ext uri="{FF2B5EF4-FFF2-40B4-BE49-F238E27FC236}">
                    <a16:creationId xmlns:a16="http://schemas.microsoft.com/office/drawing/2014/main" id="{B2305549-0162-41DB-A359-EAF39FD07C37}"/>
                  </a:ext>
                </a:extLst>
              </p14:cNvPr>
              <p14:cNvContentPartPr/>
              <p14:nvPr/>
            </p14:nvContentPartPr>
            <p14:xfrm>
              <a:off x="9061547" y="4248089"/>
              <a:ext cx="159480" cy="232920"/>
            </p14:xfrm>
          </p:contentPart>
        </mc:Choice>
        <mc:Fallback xmlns="">
          <p:pic>
            <p:nvPicPr>
              <p:cNvPr id="333" name="墨迹 332">
                <a:extLst>
                  <a:ext uri="{FF2B5EF4-FFF2-40B4-BE49-F238E27FC236}">
                    <a16:creationId xmlns:a16="http://schemas.microsoft.com/office/drawing/2014/main" id="{B2305549-0162-41DB-A359-EAF39FD07C37}"/>
                  </a:ext>
                </a:extLst>
              </p:cNvPr>
              <p:cNvPicPr/>
              <p:nvPr/>
            </p:nvPicPr>
            <p:blipFill>
              <a:blip r:embed="rId119"/>
              <a:stretch>
                <a:fillRect/>
              </a:stretch>
            </p:blipFill>
            <p:spPr>
              <a:xfrm>
                <a:off x="9052907" y="4239449"/>
                <a:ext cx="17712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342" name="墨迹 341">
                <a:extLst>
                  <a:ext uri="{FF2B5EF4-FFF2-40B4-BE49-F238E27FC236}">
                    <a16:creationId xmlns:a16="http://schemas.microsoft.com/office/drawing/2014/main" id="{75E5F83A-E97D-4D3E-8FAC-709B578CE0B5}"/>
                  </a:ext>
                </a:extLst>
              </p14:cNvPr>
              <p14:cNvContentPartPr/>
              <p14:nvPr/>
            </p14:nvContentPartPr>
            <p14:xfrm>
              <a:off x="9345227" y="4244849"/>
              <a:ext cx="210240" cy="208800"/>
            </p14:xfrm>
          </p:contentPart>
        </mc:Choice>
        <mc:Fallback xmlns="">
          <p:pic>
            <p:nvPicPr>
              <p:cNvPr id="342" name="墨迹 341">
                <a:extLst>
                  <a:ext uri="{FF2B5EF4-FFF2-40B4-BE49-F238E27FC236}">
                    <a16:creationId xmlns:a16="http://schemas.microsoft.com/office/drawing/2014/main" id="{75E5F83A-E97D-4D3E-8FAC-709B578CE0B5}"/>
                  </a:ext>
                </a:extLst>
              </p:cNvPr>
              <p:cNvPicPr/>
              <p:nvPr/>
            </p:nvPicPr>
            <p:blipFill>
              <a:blip r:embed="rId121"/>
              <a:stretch>
                <a:fillRect/>
              </a:stretch>
            </p:blipFill>
            <p:spPr>
              <a:xfrm>
                <a:off x="9336242" y="4236224"/>
                <a:ext cx="227850" cy="22641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353" name="墨迹 352">
                <a:extLst>
                  <a:ext uri="{FF2B5EF4-FFF2-40B4-BE49-F238E27FC236}">
                    <a16:creationId xmlns:a16="http://schemas.microsoft.com/office/drawing/2014/main" id="{5112FF8D-1213-4A9D-8185-7ED7C3A52AA0}"/>
                  </a:ext>
                </a:extLst>
              </p14:cNvPr>
              <p14:cNvContentPartPr/>
              <p14:nvPr/>
            </p14:nvContentPartPr>
            <p14:xfrm>
              <a:off x="7055267" y="4555529"/>
              <a:ext cx="146880" cy="244080"/>
            </p14:xfrm>
          </p:contentPart>
        </mc:Choice>
        <mc:Fallback xmlns="">
          <p:pic>
            <p:nvPicPr>
              <p:cNvPr id="353" name="墨迹 352">
                <a:extLst>
                  <a:ext uri="{FF2B5EF4-FFF2-40B4-BE49-F238E27FC236}">
                    <a16:creationId xmlns:a16="http://schemas.microsoft.com/office/drawing/2014/main" id="{5112FF8D-1213-4A9D-8185-7ED7C3A52AA0}"/>
                  </a:ext>
                </a:extLst>
              </p:cNvPr>
              <p:cNvPicPr/>
              <p:nvPr/>
            </p:nvPicPr>
            <p:blipFill>
              <a:blip r:embed="rId123"/>
              <a:stretch>
                <a:fillRect/>
              </a:stretch>
            </p:blipFill>
            <p:spPr>
              <a:xfrm>
                <a:off x="7046289" y="4546529"/>
                <a:ext cx="164477"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356" name="墨迹 355">
                <a:extLst>
                  <a:ext uri="{FF2B5EF4-FFF2-40B4-BE49-F238E27FC236}">
                    <a16:creationId xmlns:a16="http://schemas.microsoft.com/office/drawing/2014/main" id="{0F25504F-51EC-4817-9FDD-E8B6107D221C}"/>
                  </a:ext>
                </a:extLst>
              </p14:cNvPr>
              <p14:cNvContentPartPr/>
              <p14:nvPr/>
            </p14:nvContentPartPr>
            <p14:xfrm>
              <a:off x="7350107" y="4532129"/>
              <a:ext cx="123480" cy="244080"/>
            </p14:xfrm>
          </p:contentPart>
        </mc:Choice>
        <mc:Fallback xmlns="">
          <p:pic>
            <p:nvPicPr>
              <p:cNvPr id="356" name="墨迹 355">
                <a:extLst>
                  <a:ext uri="{FF2B5EF4-FFF2-40B4-BE49-F238E27FC236}">
                    <a16:creationId xmlns:a16="http://schemas.microsoft.com/office/drawing/2014/main" id="{0F25504F-51EC-4817-9FDD-E8B6107D221C}"/>
                  </a:ext>
                </a:extLst>
              </p:cNvPr>
              <p:cNvPicPr/>
              <p:nvPr/>
            </p:nvPicPr>
            <p:blipFill>
              <a:blip r:embed="rId125"/>
              <a:stretch>
                <a:fillRect/>
              </a:stretch>
            </p:blipFill>
            <p:spPr>
              <a:xfrm>
                <a:off x="7341107" y="4523129"/>
                <a:ext cx="14112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357" name="墨迹 356">
                <a:extLst>
                  <a:ext uri="{FF2B5EF4-FFF2-40B4-BE49-F238E27FC236}">
                    <a16:creationId xmlns:a16="http://schemas.microsoft.com/office/drawing/2014/main" id="{4FFF5EE6-BF71-481C-AD54-7A6C88555D3E}"/>
                  </a:ext>
                </a:extLst>
              </p14:cNvPr>
              <p14:cNvContentPartPr/>
              <p14:nvPr/>
            </p14:nvContentPartPr>
            <p14:xfrm>
              <a:off x="7569707" y="4515209"/>
              <a:ext cx="166320" cy="288720"/>
            </p14:xfrm>
          </p:contentPart>
        </mc:Choice>
        <mc:Fallback xmlns="">
          <p:pic>
            <p:nvPicPr>
              <p:cNvPr id="357" name="墨迹 356">
                <a:extLst>
                  <a:ext uri="{FF2B5EF4-FFF2-40B4-BE49-F238E27FC236}">
                    <a16:creationId xmlns:a16="http://schemas.microsoft.com/office/drawing/2014/main" id="{4FFF5EE6-BF71-481C-AD54-7A6C88555D3E}"/>
                  </a:ext>
                </a:extLst>
              </p:cNvPr>
              <p:cNvPicPr/>
              <p:nvPr/>
            </p:nvPicPr>
            <p:blipFill>
              <a:blip r:embed="rId127"/>
              <a:stretch>
                <a:fillRect/>
              </a:stretch>
            </p:blipFill>
            <p:spPr>
              <a:xfrm>
                <a:off x="7560707" y="4506209"/>
                <a:ext cx="18396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358" name="墨迹 357">
                <a:extLst>
                  <a:ext uri="{FF2B5EF4-FFF2-40B4-BE49-F238E27FC236}">
                    <a16:creationId xmlns:a16="http://schemas.microsoft.com/office/drawing/2014/main" id="{AD32ABB7-AE64-490E-A313-CCD82EF0DD1D}"/>
                  </a:ext>
                </a:extLst>
              </p14:cNvPr>
              <p14:cNvContentPartPr/>
              <p14:nvPr/>
            </p14:nvContentPartPr>
            <p14:xfrm>
              <a:off x="7928987" y="4625729"/>
              <a:ext cx="219960" cy="169920"/>
            </p14:xfrm>
          </p:contentPart>
        </mc:Choice>
        <mc:Fallback xmlns="">
          <p:pic>
            <p:nvPicPr>
              <p:cNvPr id="358" name="墨迹 357">
                <a:extLst>
                  <a:ext uri="{FF2B5EF4-FFF2-40B4-BE49-F238E27FC236}">
                    <a16:creationId xmlns:a16="http://schemas.microsoft.com/office/drawing/2014/main" id="{AD32ABB7-AE64-490E-A313-CCD82EF0DD1D}"/>
                  </a:ext>
                </a:extLst>
              </p:cNvPr>
              <p:cNvPicPr/>
              <p:nvPr/>
            </p:nvPicPr>
            <p:blipFill>
              <a:blip r:embed="rId129"/>
              <a:stretch>
                <a:fillRect/>
              </a:stretch>
            </p:blipFill>
            <p:spPr>
              <a:xfrm>
                <a:off x="7920347" y="4616729"/>
                <a:ext cx="23760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359" name="墨迹 358">
                <a:extLst>
                  <a:ext uri="{FF2B5EF4-FFF2-40B4-BE49-F238E27FC236}">
                    <a16:creationId xmlns:a16="http://schemas.microsoft.com/office/drawing/2014/main" id="{BD5BE9CB-EC72-4958-91B4-7BAE6134C0D7}"/>
                  </a:ext>
                </a:extLst>
              </p14:cNvPr>
              <p14:cNvContentPartPr/>
              <p14:nvPr/>
            </p14:nvContentPartPr>
            <p14:xfrm>
              <a:off x="8246507" y="4600529"/>
              <a:ext cx="117000" cy="207360"/>
            </p14:xfrm>
          </p:contentPart>
        </mc:Choice>
        <mc:Fallback xmlns="">
          <p:pic>
            <p:nvPicPr>
              <p:cNvPr id="359" name="墨迹 358">
                <a:extLst>
                  <a:ext uri="{FF2B5EF4-FFF2-40B4-BE49-F238E27FC236}">
                    <a16:creationId xmlns:a16="http://schemas.microsoft.com/office/drawing/2014/main" id="{BD5BE9CB-EC72-4958-91B4-7BAE6134C0D7}"/>
                  </a:ext>
                </a:extLst>
              </p:cNvPr>
              <p:cNvPicPr/>
              <p:nvPr/>
            </p:nvPicPr>
            <p:blipFill>
              <a:blip r:embed="rId131"/>
              <a:stretch>
                <a:fillRect/>
              </a:stretch>
            </p:blipFill>
            <p:spPr>
              <a:xfrm>
                <a:off x="8237867" y="4591529"/>
                <a:ext cx="13464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360" name="墨迹 359">
                <a:extLst>
                  <a:ext uri="{FF2B5EF4-FFF2-40B4-BE49-F238E27FC236}">
                    <a16:creationId xmlns:a16="http://schemas.microsoft.com/office/drawing/2014/main" id="{5EB045E1-F931-4265-8F9C-7091A3FAA809}"/>
                  </a:ext>
                </a:extLst>
              </p14:cNvPr>
              <p14:cNvContentPartPr/>
              <p14:nvPr/>
            </p14:nvContentPartPr>
            <p14:xfrm>
              <a:off x="8454947" y="4592249"/>
              <a:ext cx="20160" cy="209520"/>
            </p14:xfrm>
          </p:contentPart>
        </mc:Choice>
        <mc:Fallback xmlns="">
          <p:pic>
            <p:nvPicPr>
              <p:cNvPr id="360" name="墨迹 359">
                <a:extLst>
                  <a:ext uri="{FF2B5EF4-FFF2-40B4-BE49-F238E27FC236}">
                    <a16:creationId xmlns:a16="http://schemas.microsoft.com/office/drawing/2014/main" id="{5EB045E1-F931-4265-8F9C-7091A3FAA809}"/>
                  </a:ext>
                </a:extLst>
              </p:cNvPr>
              <p:cNvPicPr/>
              <p:nvPr/>
            </p:nvPicPr>
            <p:blipFill>
              <a:blip r:embed="rId133"/>
              <a:stretch>
                <a:fillRect/>
              </a:stretch>
            </p:blipFill>
            <p:spPr>
              <a:xfrm>
                <a:off x="8446307" y="4583249"/>
                <a:ext cx="3780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361" name="墨迹 360">
                <a:extLst>
                  <a:ext uri="{FF2B5EF4-FFF2-40B4-BE49-F238E27FC236}">
                    <a16:creationId xmlns:a16="http://schemas.microsoft.com/office/drawing/2014/main" id="{A59E7704-59E6-48C1-AA33-E9590EE8E030}"/>
                  </a:ext>
                </a:extLst>
              </p14:cNvPr>
              <p14:cNvContentPartPr/>
              <p14:nvPr/>
            </p14:nvContentPartPr>
            <p14:xfrm>
              <a:off x="8662307" y="4594049"/>
              <a:ext cx="185400" cy="244440"/>
            </p14:xfrm>
          </p:contentPart>
        </mc:Choice>
        <mc:Fallback xmlns="">
          <p:pic>
            <p:nvPicPr>
              <p:cNvPr id="361" name="墨迹 360">
                <a:extLst>
                  <a:ext uri="{FF2B5EF4-FFF2-40B4-BE49-F238E27FC236}">
                    <a16:creationId xmlns:a16="http://schemas.microsoft.com/office/drawing/2014/main" id="{A59E7704-59E6-48C1-AA33-E9590EE8E030}"/>
                  </a:ext>
                </a:extLst>
              </p:cNvPr>
              <p:cNvPicPr/>
              <p:nvPr/>
            </p:nvPicPr>
            <p:blipFill>
              <a:blip r:embed="rId135"/>
              <a:stretch>
                <a:fillRect/>
              </a:stretch>
            </p:blipFill>
            <p:spPr>
              <a:xfrm>
                <a:off x="8653307" y="4585049"/>
                <a:ext cx="20304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366" name="墨迹 365">
                <a:extLst>
                  <a:ext uri="{FF2B5EF4-FFF2-40B4-BE49-F238E27FC236}">
                    <a16:creationId xmlns:a16="http://schemas.microsoft.com/office/drawing/2014/main" id="{ECE37AE6-9BBC-4118-9CA7-834D4415E048}"/>
                  </a:ext>
                </a:extLst>
              </p14:cNvPr>
              <p14:cNvContentPartPr/>
              <p14:nvPr/>
            </p14:nvContentPartPr>
            <p14:xfrm>
              <a:off x="9029507" y="4583969"/>
              <a:ext cx="335880" cy="246240"/>
            </p14:xfrm>
          </p:contentPart>
        </mc:Choice>
        <mc:Fallback xmlns="">
          <p:pic>
            <p:nvPicPr>
              <p:cNvPr id="366" name="墨迹 365">
                <a:extLst>
                  <a:ext uri="{FF2B5EF4-FFF2-40B4-BE49-F238E27FC236}">
                    <a16:creationId xmlns:a16="http://schemas.microsoft.com/office/drawing/2014/main" id="{ECE37AE6-9BBC-4118-9CA7-834D4415E048}"/>
                  </a:ext>
                </a:extLst>
              </p:cNvPr>
              <p:cNvPicPr/>
              <p:nvPr/>
            </p:nvPicPr>
            <p:blipFill>
              <a:blip r:embed="rId137"/>
              <a:stretch>
                <a:fillRect/>
              </a:stretch>
            </p:blipFill>
            <p:spPr>
              <a:xfrm>
                <a:off x="9020876" y="4575342"/>
                <a:ext cx="353501" cy="263854"/>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422" name="墨迹 421">
                <a:extLst>
                  <a:ext uri="{FF2B5EF4-FFF2-40B4-BE49-F238E27FC236}">
                    <a16:creationId xmlns:a16="http://schemas.microsoft.com/office/drawing/2014/main" id="{F3FEDC1B-D066-4AED-9AB1-AABDEE728405}"/>
                  </a:ext>
                </a:extLst>
              </p14:cNvPr>
              <p14:cNvContentPartPr/>
              <p14:nvPr/>
            </p14:nvContentPartPr>
            <p14:xfrm>
              <a:off x="9659507" y="4239449"/>
              <a:ext cx="2493000" cy="655200"/>
            </p14:xfrm>
          </p:contentPart>
        </mc:Choice>
        <mc:Fallback xmlns="">
          <p:pic>
            <p:nvPicPr>
              <p:cNvPr id="422" name="墨迹 421">
                <a:extLst>
                  <a:ext uri="{FF2B5EF4-FFF2-40B4-BE49-F238E27FC236}">
                    <a16:creationId xmlns:a16="http://schemas.microsoft.com/office/drawing/2014/main" id="{F3FEDC1B-D066-4AED-9AB1-AABDEE728405}"/>
                  </a:ext>
                </a:extLst>
              </p:cNvPr>
              <p:cNvPicPr/>
              <p:nvPr/>
            </p:nvPicPr>
            <p:blipFill>
              <a:blip r:embed="rId139"/>
              <a:stretch>
                <a:fillRect/>
              </a:stretch>
            </p:blipFill>
            <p:spPr>
              <a:xfrm>
                <a:off x="9650508" y="4230449"/>
                <a:ext cx="2510637" cy="6728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423" name="墨迹 422">
                <a:extLst>
                  <a:ext uri="{FF2B5EF4-FFF2-40B4-BE49-F238E27FC236}">
                    <a16:creationId xmlns:a16="http://schemas.microsoft.com/office/drawing/2014/main" id="{27CACC33-86EB-4DE3-B9BC-337368E05C74}"/>
                  </a:ext>
                </a:extLst>
              </p14:cNvPr>
              <p14:cNvContentPartPr/>
              <p14:nvPr/>
            </p14:nvContentPartPr>
            <p14:xfrm>
              <a:off x="7662587" y="4935329"/>
              <a:ext cx="15480" cy="215640"/>
            </p14:xfrm>
          </p:contentPart>
        </mc:Choice>
        <mc:Fallback xmlns="">
          <p:pic>
            <p:nvPicPr>
              <p:cNvPr id="423" name="墨迹 422">
                <a:extLst>
                  <a:ext uri="{FF2B5EF4-FFF2-40B4-BE49-F238E27FC236}">
                    <a16:creationId xmlns:a16="http://schemas.microsoft.com/office/drawing/2014/main" id="{27CACC33-86EB-4DE3-B9BC-337368E05C74}"/>
                  </a:ext>
                </a:extLst>
              </p:cNvPr>
              <p:cNvPicPr/>
              <p:nvPr/>
            </p:nvPicPr>
            <p:blipFill>
              <a:blip r:embed="rId141"/>
              <a:stretch>
                <a:fillRect/>
              </a:stretch>
            </p:blipFill>
            <p:spPr>
              <a:xfrm>
                <a:off x="7653587" y="4926689"/>
                <a:ext cx="3312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424" name="墨迹 423">
                <a:extLst>
                  <a:ext uri="{FF2B5EF4-FFF2-40B4-BE49-F238E27FC236}">
                    <a16:creationId xmlns:a16="http://schemas.microsoft.com/office/drawing/2014/main" id="{8251A1AA-F964-4E23-BE57-C70D8FD936BA}"/>
                  </a:ext>
                </a:extLst>
              </p14:cNvPr>
              <p14:cNvContentPartPr/>
              <p14:nvPr/>
            </p14:nvContentPartPr>
            <p14:xfrm>
              <a:off x="7960307" y="4925969"/>
              <a:ext cx="10800" cy="188280"/>
            </p14:xfrm>
          </p:contentPart>
        </mc:Choice>
        <mc:Fallback xmlns="">
          <p:pic>
            <p:nvPicPr>
              <p:cNvPr id="424" name="墨迹 423">
                <a:extLst>
                  <a:ext uri="{FF2B5EF4-FFF2-40B4-BE49-F238E27FC236}">
                    <a16:creationId xmlns:a16="http://schemas.microsoft.com/office/drawing/2014/main" id="{8251A1AA-F964-4E23-BE57-C70D8FD936BA}"/>
                  </a:ext>
                </a:extLst>
              </p:cNvPr>
              <p:cNvPicPr/>
              <p:nvPr/>
            </p:nvPicPr>
            <p:blipFill>
              <a:blip r:embed="rId143"/>
              <a:stretch>
                <a:fillRect/>
              </a:stretch>
            </p:blipFill>
            <p:spPr>
              <a:xfrm>
                <a:off x="7951667" y="4917329"/>
                <a:ext cx="2844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434" name="墨迹 433">
                <a:extLst>
                  <a:ext uri="{FF2B5EF4-FFF2-40B4-BE49-F238E27FC236}">
                    <a16:creationId xmlns:a16="http://schemas.microsoft.com/office/drawing/2014/main" id="{7EF0F52D-ACE5-4358-A26F-4E03E3D0C7BB}"/>
                  </a:ext>
                </a:extLst>
              </p14:cNvPr>
              <p14:cNvContentPartPr/>
              <p14:nvPr/>
            </p14:nvContentPartPr>
            <p14:xfrm>
              <a:off x="8782187" y="4941449"/>
              <a:ext cx="172440" cy="268920"/>
            </p14:xfrm>
          </p:contentPart>
        </mc:Choice>
        <mc:Fallback xmlns="">
          <p:pic>
            <p:nvPicPr>
              <p:cNvPr id="434" name="墨迹 433">
                <a:extLst>
                  <a:ext uri="{FF2B5EF4-FFF2-40B4-BE49-F238E27FC236}">
                    <a16:creationId xmlns:a16="http://schemas.microsoft.com/office/drawing/2014/main" id="{7EF0F52D-ACE5-4358-A26F-4E03E3D0C7BB}"/>
                  </a:ext>
                </a:extLst>
              </p:cNvPr>
              <p:cNvPicPr/>
              <p:nvPr/>
            </p:nvPicPr>
            <p:blipFill>
              <a:blip r:embed="rId145"/>
              <a:stretch>
                <a:fillRect/>
              </a:stretch>
            </p:blipFill>
            <p:spPr>
              <a:xfrm>
                <a:off x="8773206" y="4932449"/>
                <a:ext cx="190043"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435" name="墨迹 434">
                <a:extLst>
                  <a:ext uri="{FF2B5EF4-FFF2-40B4-BE49-F238E27FC236}">
                    <a16:creationId xmlns:a16="http://schemas.microsoft.com/office/drawing/2014/main" id="{88CD4D1F-62CD-4B45-BF26-A35CE61E467E}"/>
                  </a:ext>
                </a:extLst>
              </p14:cNvPr>
              <p14:cNvContentPartPr/>
              <p14:nvPr/>
            </p14:nvContentPartPr>
            <p14:xfrm>
              <a:off x="8488067" y="4907609"/>
              <a:ext cx="140400" cy="271080"/>
            </p14:xfrm>
          </p:contentPart>
        </mc:Choice>
        <mc:Fallback xmlns="">
          <p:pic>
            <p:nvPicPr>
              <p:cNvPr id="435" name="墨迹 434">
                <a:extLst>
                  <a:ext uri="{FF2B5EF4-FFF2-40B4-BE49-F238E27FC236}">
                    <a16:creationId xmlns:a16="http://schemas.microsoft.com/office/drawing/2014/main" id="{88CD4D1F-62CD-4B45-BF26-A35CE61E467E}"/>
                  </a:ext>
                </a:extLst>
              </p:cNvPr>
              <p:cNvPicPr/>
              <p:nvPr/>
            </p:nvPicPr>
            <p:blipFill>
              <a:blip r:embed="rId147"/>
              <a:stretch>
                <a:fillRect/>
              </a:stretch>
            </p:blipFill>
            <p:spPr>
              <a:xfrm>
                <a:off x="8479067" y="4898609"/>
                <a:ext cx="15804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436" name="墨迹 435">
                <a:extLst>
                  <a:ext uri="{FF2B5EF4-FFF2-40B4-BE49-F238E27FC236}">
                    <a16:creationId xmlns:a16="http://schemas.microsoft.com/office/drawing/2014/main" id="{0075CC68-EE9B-40EA-BBF0-418F8AA01C5C}"/>
                  </a:ext>
                </a:extLst>
              </p14:cNvPr>
              <p14:cNvContentPartPr/>
              <p14:nvPr/>
            </p14:nvContentPartPr>
            <p14:xfrm>
              <a:off x="8133827" y="4897889"/>
              <a:ext cx="149760" cy="249480"/>
            </p14:xfrm>
          </p:contentPart>
        </mc:Choice>
        <mc:Fallback xmlns="">
          <p:pic>
            <p:nvPicPr>
              <p:cNvPr id="436" name="墨迹 435">
                <a:extLst>
                  <a:ext uri="{FF2B5EF4-FFF2-40B4-BE49-F238E27FC236}">
                    <a16:creationId xmlns:a16="http://schemas.microsoft.com/office/drawing/2014/main" id="{0075CC68-EE9B-40EA-BBF0-418F8AA01C5C}"/>
                  </a:ext>
                </a:extLst>
              </p:cNvPr>
              <p:cNvPicPr/>
              <p:nvPr/>
            </p:nvPicPr>
            <p:blipFill>
              <a:blip r:embed="rId149"/>
              <a:stretch>
                <a:fillRect/>
              </a:stretch>
            </p:blipFill>
            <p:spPr>
              <a:xfrm>
                <a:off x="8125187" y="4889249"/>
                <a:ext cx="1674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440" name="墨迹 439">
                <a:extLst>
                  <a:ext uri="{FF2B5EF4-FFF2-40B4-BE49-F238E27FC236}">
                    <a16:creationId xmlns:a16="http://schemas.microsoft.com/office/drawing/2014/main" id="{59659F29-C77C-405B-94CF-D7BB3189FC49}"/>
                  </a:ext>
                </a:extLst>
              </p14:cNvPr>
              <p14:cNvContentPartPr/>
              <p14:nvPr/>
            </p14:nvContentPartPr>
            <p14:xfrm>
              <a:off x="9126347" y="4939289"/>
              <a:ext cx="146880" cy="234720"/>
            </p14:xfrm>
          </p:contentPart>
        </mc:Choice>
        <mc:Fallback xmlns="">
          <p:pic>
            <p:nvPicPr>
              <p:cNvPr id="440" name="墨迹 439">
                <a:extLst>
                  <a:ext uri="{FF2B5EF4-FFF2-40B4-BE49-F238E27FC236}">
                    <a16:creationId xmlns:a16="http://schemas.microsoft.com/office/drawing/2014/main" id="{59659F29-C77C-405B-94CF-D7BB3189FC49}"/>
                  </a:ext>
                </a:extLst>
              </p:cNvPr>
              <p:cNvPicPr/>
              <p:nvPr/>
            </p:nvPicPr>
            <p:blipFill>
              <a:blip r:embed="rId151"/>
              <a:stretch>
                <a:fillRect/>
              </a:stretch>
            </p:blipFill>
            <p:spPr>
              <a:xfrm>
                <a:off x="9117347" y="4930662"/>
                <a:ext cx="164520" cy="252333"/>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472" name="墨迹 471">
                <a:extLst>
                  <a:ext uri="{FF2B5EF4-FFF2-40B4-BE49-F238E27FC236}">
                    <a16:creationId xmlns:a16="http://schemas.microsoft.com/office/drawing/2014/main" id="{02D75DC8-36D4-44E8-9B38-85B9D19AFA3D}"/>
                  </a:ext>
                </a:extLst>
              </p14:cNvPr>
              <p14:cNvContentPartPr/>
              <p14:nvPr/>
            </p14:nvContentPartPr>
            <p14:xfrm>
              <a:off x="10772627" y="5213969"/>
              <a:ext cx="312840" cy="266760"/>
            </p14:xfrm>
          </p:contentPart>
        </mc:Choice>
        <mc:Fallback xmlns="">
          <p:pic>
            <p:nvPicPr>
              <p:cNvPr id="472" name="墨迹 471">
                <a:extLst>
                  <a:ext uri="{FF2B5EF4-FFF2-40B4-BE49-F238E27FC236}">
                    <a16:creationId xmlns:a16="http://schemas.microsoft.com/office/drawing/2014/main" id="{02D75DC8-36D4-44E8-9B38-85B9D19AFA3D}"/>
                  </a:ext>
                </a:extLst>
              </p:cNvPr>
              <p:cNvPicPr/>
              <p:nvPr/>
            </p:nvPicPr>
            <p:blipFill>
              <a:blip r:embed="rId153"/>
              <a:stretch>
                <a:fillRect/>
              </a:stretch>
            </p:blipFill>
            <p:spPr>
              <a:xfrm>
                <a:off x="10763627" y="5205329"/>
                <a:ext cx="33048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473" name="墨迹 472">
                <a:extLst>
                  <a:ext uri="{FF2B5EF4-FFF2-40B4-BE49-F238E27FC236}">
                    <a16:creationId xmlns:a16="http://schemas.microsoft.com/office/drawing/2014/main" id="{5910F1CF-14A1-428E-A61B-0013DF6CC8A2}"/>
                  </a:ext>
                </a:extLst>
              </p14:cNvPr>
              <p14:cNvContentPartPr/>
              <p14:nvPr/>
            </p14:nvContentPartPr>
            <p14:xfrm>
              <a:off x="10447547" y="5170409"/>
              <a:ext cx="248400" cy="268200"/>
            </p14:xfrm>
          </p:contentPart>
        </mc:Choice>
        <mc:Fallback xmlns="">
          <p:pic>
            <p:nvPicPr>
              <p:cNvPr id="473" name="墨迹 472">
                <a:extLst>
                  <a:ext uri="{FF2B5EF4-FFF2-40B4-BE49-F238E27FC236}">
                    <a16:creationId xmlns:a16="http://schemas.microsoft.com/office/drawing/2014/main" id="{5910F1CF-14A1-428E-A61B-0013DF6CC8A2}"/>
                  </a:ext>
                </a:extLst>
              </p:cNvPr>
              <p:cNvPicPr/>
              <p:nvPr/>
            </p:nvPicPr>
            <p:blipFill>
              <a:blip r:embed="rId155"/>
              <a:stretch>
                <a:fillRect/>
              </a:stretch>
            </p:blipFill>
            <p:spPr>
              <a:xfrm>
                <a:off x="10438547" y="5161781"/>
                <a:ext cx="266040" cy="285816"/>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474" name="墨迹 473">
                <a:extLst>
                  <a:ext uri="{FF2B5EF4-FFF2-40B4-BE49-F238E27FC236}">
                    <a16:creationId xmlns:a16="http://schemas.microsoft.com/office/drawing/2014/main" id="{3B0D4C3E-8D0F-4196-8F5F-11A7E2A6FE41}"/>
                  </a:ext>
                </a:extLst>
              </p14:cNvPr>
              <p14:cNvContentPartPr/>
              <p14:nvPr/>
            </p14:nvContentPartPr>
            <p14:xfrm>
              <a:off x="7467107" y="5278769"/>
              <a:ext cx="186120" cy="134280"/>
            </p14:xfrm>
          </p:contentPart>
        </mc:Choice>
        <mc:Fallback xmlns="">
          <p:pic>
            <p:nvPicPr>
              <p:cNvPr id="474" name="墨迹 473">
                <a:extLst>
                  <a:ext uri="{FF2B5EF4-FFF2-40B4-BE49-F238E27FC236}">
                    <a16:creationId xmlns:a16="http://schemas.microsoft.com/office/drawing/2014/main" id="{3B0D4C3E-8D0F-4196-8F5F-11A7E2A6FE41}"/>
                  </a:ext>
                </a:extLst>
              </p:cNvPr>
              <p:cNvPicPr/>
              <p:nvPr/>
            </p:nvPicPr>
            <p:blipFill>
              <a:blip r:embed="rId157"/>
              <a:stretch>
                <a:fillRect/>
              </a:stretch>
            </p:blipFill>
            <p:spPr>
              <a:xfrm>
                <a:off x="7458467" y="5270129"/>
                <a:ext cx="20376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476" name="墨迹 475">
                <a:extLst>
                  <a:ext uri="{FF2B5EF4-FFF2-40B4-BE49-F238E27FC236}">
                    <a16:creationId xmlns:a16="http://schemas.microsoft.com/office/drawing/2014/main" id="{C2631B6D-4823-487A-8B7E-B781477A35BF}"/>
                  </a:ext>
                </a:extLst>
              </p14:cNvPr>
              <p14:cNvContentPartPr/>
              <p14:nvPr/>
            </p14:nvContentPartPr>
            <p14:xfrm>
              <a:off x="7797587" y="5226209"/>
              <a:ext cx="207720" cy="162720"/>
            </p14:xfrm>
          </p:contentPart>
        </mc:Choice>
        <mc:Fallback xmlns="">
          <p:pic>
            <p:nvPicPr>
              <p:cNvPr id="476" name="墨迹 475">
                <a:extLst>
                  <a:ext uri="{FF2B5EF4-FFF2-40B4-BE49-F238E27FC236}">
                    <a16:creationId xmlns:a16="http://schemas.microsoft.com/office/drawing/2014/main" id="{C2631B6D-4823-487A-8B7E-B781477A35BF}"/>
                  </a:ext>
                </a:extLst>
              </p:cNvPr>
              <p:cNvPicPr/>
              <p:nvPr/>
            </p:nvPicPr>
            <p:blipFill>
              <a:blip r:embed="rId159"/>
              <a:stretch>
                <a:fillRect/>
              </a:stretch>
            </p:blipFill>
            <p:spPr>
              <a:xfrm>
                <a:off x="7788587" y="5217569"/>
                <a:ext cx="22536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477" name="墨迹 476">
                <a:extLst>
                  <a:ext uri="{FF2B5EF4-FFF2-40B4-BE49-F238E27FC236}">
                    <a16:creationId xmlns:a16="http://schemas.microsoft.com/office/drawing/2014/main" id="{4B8B8E82-6B38-4EBE-8DFB-E5BE645E5CB4}"/>
                  </a:ext>
                </a:extLst>
              </p14:cNvPr>
              <p14:cNvContentPartPr/>
              <p14:nvPr/>
            </p14:nvContentPartPr>
            <p14:xfrm>
              <a:off x="8092067" y="5289569"/>
              <a:ext cx="304560" cy="163800"/>
            </p14:xfrm>
          </p:contentPart>
        </mc:Choice>
        <mc:Fallback xmlns="">
          <p:pic>
            <p:nvPicPr>
              <p:cNvPr id="477" name="墨迹 476">
                <a:extLst>
                  <a:ext uri="{FF2B5EF4-FFF2-40B4-BE49-F238E27FC236}">
                    <a16:creationId xmlns:a16="http://schemas.microsoft.com/office/drawing/2014/main" id="{4B8B8E82-6B38-4EBE-8DFB-E5BE645E5CB4}"/>
                  </a:ext>
                </a:extLst>
              </p:cNvPr>
              <p:cNvPicPr/>
              <p:nvPr/>
            </p:nvPicPr>
            <p:blipFill>
              <a:blip r:embed="rId161"/>
              <a:stretch>
                <a:fillRect/>
              </a:stretch>
            </p:blipFill>
            <p:spPr>
              <a:xfrm>
                <a:off x="8083067" y="5280929"/>
                <a:ext cx="32220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479" name="墨迹 478">
                <a:extLst>
                  <a:ext uri="{FF2B5EF4-FFF2-40B4-BE49-F238E27FC236}">
                    <a16:creationId xmlns:a16="http://schemas.microsoft.com/office/drawing/2014/main" id="{5F3A41B2-05EA-4E46-897A-2C7A7DDD6423}"/>
                  </a:ext>
                </a:extLst>
              </p14:cNvPr>
              <p14:cNvContentPartPr/>
              <p14:nvPr/>
            </p14:nvContentPartPr>
            <p14:xfrm>
              <a:off x="8578067" y="5269049"/>
              <a:ext cx="13320" cy="205920"/>
            </p14:xfrm>
          </p:contentPart>
        </mc:Choice>
        <mc:Fallback xmlns="">
          <p:pic>
            <p:nvPicPr>
              <p:cNvPr id="479" name="墨迹 478">
                <a:extLst>
                  <a:ext uri="{FF2B5EF4-FFF2-40B4-BE49-F238E27FC236}">
                    <a16:creationId xmlns:a16="http://schemas.microsoft.com/office/drawing/2014/main" id="{5F3A41B2-05EA-4E46-897A-2C7A7DDD6423}"/>
                  </a:ext>
                </a:extLst>
              </p:cNvPr>
              <p:cNvPicPr/>
              <p:nvPr/>
            </p:nvPicPr>
            <p:blipFill>
              <a:blip r:embed="rId163"/>
              <a:stretch>
                <a:fillRect/>
              </a:stretch>
            </p:blipFill>
            <p:spPr>
              <a:xfrm>
                <a:off x="8569427" y="5260409"/>
                <a:ext cx="3096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482" name="墨迹 481">
                <a:extLst>
                  <a:ext uri="{FF2B5EF4-FFF2-40B4-BE49-F238E27FC236}">
                    <a16:creationId xmlns:a16="http://schemas.microsoft.com/office/drawing/2014/main" id="{D2B29857-C60B-488C-BBF4-399B58D9C39A}"/>
                  </a:ext>
                </a:extLst>
              </p14:cNvPr>
              <p14:cNvContentPartPr/>
              <p14:nvPr/>
            </p14:nvContentPartPr>
            <p14:xfrm>
              <a:off x="8746547" y="5310089"/>
              <a:ext cx="119880" cy="223560"/>
            </p14:xfrm>
          </p:contentPart>
        </mc:Choice>
        <mc:Fallback xmlns="">
          <p:pic>
            <p:nvPicPr>
              <p:cNvPr id="482" name="墨迹 481">
                <a:extLst>
                  <a:ext uri="{FF2B5EF4-FFF2-40B4-BE49-F238E27FC236}">
                    <a16:creationId xmlns:a16="http://schemas.microsoft.com/office/drawing/2014/main" id="{D2B29857-C60B-488C-BBF4-399B58D9C39A}"/>
                  </a:ext>
                </a:extLst>
              </p:cNvPr>
              <p:cNvPicPr/>
              <p:nvPr/>
            </p:nvPicPr>
            <p:blipFill>
              <a:blip r:embed="rId165"/>
              <a:stretch>
                <a:fillRect/>
              </a:stretch>
            </p:blipFill>
            <p:spPr>
              <a:xfrm>
                <a:off x="8737547" y="5301074"/>
                <a:ext cx="137520" cy="241228"/>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483" name="墨迹 482">
                <a:extLst>
                  <a:ext uri="{FF2B5EF4-FFF2-40B4-BE49-F238E27FC236}">
                    <a16:creationId xmlns:a16="http://schemas.microsoft.com/office/drawing/2014/main" id="{AF141758-4895-4BAD-A1FF-C53039C40998}"/>
                  </a:ext>
                </a:extLst>
              </p14:cNvPr>
              <p14:cNvContentPartPr/>
              <p14:nvPr/>
            </p14:nvContentPartPr>
            <p14:xfrm>
              <a:off x="8944187" y="5400449"/>
              <a:ext cx="213840" cy="14400"/>
            </p14:xfrm>
          </p:contentPart>
        </mc:Choice>
        <mc:Fallback xmlns="">
          <p:pic>
            <p:nvPicPr>
              <p:cNvPr id="483" name="墨迹 482">
                <a:extLst>
                  <a:ext uri="{FF2B5EF4-FFF2-40B4-BE49-F238E27FC236}">
                    <a16:creationId xmlns:a16="http://schemas.microsoft.com/office/drawing/2014/main" id="{AF141758-4895-4BAD-A1FF-C53039C40998}"/>
                  </a:ext>
                </a:extLst>
              </p:cNvPr>
              <p:cNvPicPr/>
              <p:nvPr/>
            </p:nvPicPr>
            <p:blipFill>
              <a:blip r:embed="rId167"/>
              <a:stretch>
                <a:fillRect/>
              </a:stretch>
            </p:blipFill>
            <p:spPr>
              <a:xfrm>
                <a:off x="8935187" y="5391449"/>
                <a:ext cx="2314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484" name="墨迹 483">
                <a:extLst>
                  <a:ext uri="{FF2B5EF4-FFF2-40B4-BE49-F238E27FC236}">
                    <a16:creationId xmlns:a16="http://schemas.microsoft.com/office/drawing/2014/main" id="{8A78C6FE-8851-4B8B-8189-559307E10F8E}"/>
                  </a:ext>
                </a:extLst>
              </p14:cNvPr>
              <p14:cNvContentPartPr/>
              <p14:nvPr/>
            </p14:nvContentPartPr>
            <p14:xfrm>
              <a:off x="8101787" y="5586209"/>
              <a:ext cx="18000" cy="44280"/>
            </p14:xfrm>
          </p:contentPart>
        </mc:Choice>
        <mc:Fallback xmlns="">
          <p:pic>
            <p:nvPicPr>
              <p:cNvPr id="484" name="墨迹 483">
                <a:extLst>
                  <a:ext uri="{FF2B5EF4-FFF2-40B4-BE49-F238E27FC236}">
                    <a16:creationId xmlns:a16="http://schemas.microsoft.com/office/drawing/2014/main" id="{8A78C6FE-8851-4B8B-8189-559307E10F8E}"/>
                  </a:ext>
                </a:extLst>
              </p:cNvPr>
              <p:cNvPicPr/>
              <p:nvPr/>
            </p:nvPicPr>
            <p:blipFill>
              <a:blip r:embed="rId169"/>
              <a:stretch>
                <a:fillRect/>
              </a:stretch>
            </p:blipFill>
            <p:spPr>
              <a:xfrm>
                <a:off x="8093147" y="5577209"/>
                <a:ext cx="356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493" name="墨迹 492">
                <a:extLst>
                  <a:ext uri="{FF2B5EF4-FFF2-40B4-BE49-F238E27FC236}">
                    <a16:creationId xmlns:a16="http://schemas.microsoft.com/office/drawing/2014/main" id="{3872AA3D-C49A-463F-BDFC-8A17DC2EDAD0}"/>
                  </a:ext>
                </a:extLst>
              </p14:cNvPr>
              <p14:cNvContentPartPr/>
              <p14:nvPr/>
            </p14:nvContentPartPr>
            <p14:xfrm>
              <a:off x="8692907" y="5635529"/>
              <a:ext cx="130680" cy="33480"/>
            </p14:xfrm>
          </p:contentPart>
        </mc:Choice>
        <mc:Fallback xmlns="">
          <p:pic>
            <p:nvPicPr>
              <p:cNvPr id="493" name="墨迹 492">
                <a:extLst>
                  <a:ext uri="{FF2B5EF4-FFF2-40B4-BE49-F238E27FC236}">
                    <a16:creationId xmlns:a16="http://schemas.microsoft.com/office/drawing/2014/main" id="{3872AA3D-C49A-463F-BDFC-8A17DC2EDAD0}"/>
                  </a:ext>
                </a:extLst>
              </p:cNvPr>
              <p:cNvPicPr/>
              <p:nvPr/>
            </p:nvPicPr>
            <p:blipFill>
              <a:blip r:embed="rId171"/>
              <a:stretch>
                <a:fillRect/>
              </a:stretch>
            </p:blipFill>
            <p:spPr>
              <a:xfrm>
                <a:off x="8683907" y="5626889"/>
                <a:ext cx="14832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500" name="墨迹 499">
                <a:extLst>
                  <a:ext uri="{FF2B5EF4-FFF2-40B4-BE49-F238E27FC236}">
                    <a16:creationId xmlns:a16="http://schemas.microsoft.com/office/drawing/2014/main" id="{A458C655-380D-4BC5-AAC7-50386EE79BE7}"/>
                  </a:ext>
                </a:extLst>
              </p14:cNvPr>
              <p14:cNvContentPartPr/>
              <p14:nvPr/>
            </p14:nvContentPartPr>
            <p14:xfrm>
              <a:off x="8683547" y="5706449"/>
              <a:ext cx="189720" cy="174960"/>
            </p14:xfrm>
          </p:contentPart>
        </mc:Choice>
        <mc:Fallback xmlns="">
          <p:pic>
            <p:nvPicPr>
              <p:cNvPr id="500" name="墨迹 499">
                <a:extLst>
                  <a:ext uri="{FF2B5EF4-FFF2-40B4-BE49-F238E27FC236}">
                    <a16:creationId xmlns:a16="http://schemas.microsoft.com/office/drawing/2014/main" id="{A458C655-380D-4BC5-AAC7-50386EE79BE7}"/>
                  </a:ext>
                </a:extLst>
              </p:cNvPr>
              <p:cNvPicPr/>
              <p:nvPr/>
            </p:nvPicPr>
            <p:blipFill>
              <a:blip r:embed="rId173"/>
              <a:stretch>
                <a:fillRect/>
              </a:stretch>
            </p:blipFill>
            <p:spPr>
              <a:xfrm>
                <a:off x="8674891" y="5697449"/>
                <a:ext cx="207394"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501" name="墨迹 500">
                <a:extLst>
                  <a:ext uri="{FF2B5EF4-FFF2-40B4-BE49-F238E27FC236}">
                    <a16:creationId xmlns:a16="http://schemas.microsoft.com/office/drawing/2014/main" id="{43F8F1F7-59A7-442C-B0BE-EB634FB7D408}"/>
                  </a:ext>
                </a:extLst>
              </p14:cNvPr>
              <p14:cNvContentPartPr/>
              <p14:nvPr/>
            </p14:nvContentPartPr>
            <p14:xfrm>
              <a:off x="8341907" y="5634449"/>
              <a:ext cx="249840" cy="204120"/>
            </p14:xfrm>
          </p:contentPart>
        </mc:Choice>
        <mc:Fallback xmlns="">
          <p:pic>
            <p:nvPicPr>
              <p:cNvPr id="501" name="墨迹 500">
                <a:extLst>
                  <a:ext uri="{FF2B5EF4-FFF2-40B4-BE49-F238E27FC236}">
                    <a16:creationId xmlns:a16="http://schemas.microsoft.com/office/drawing/2014/main" id="{43F8F1F7-59A7-442C-B0BE-EB634FB7D408}"/>
                  </a:ext>
                </a:extLst>
              </p:cNvPr>
              <p:cNvPicPr/>
              <p:nvPr/>
            </p:nvPicPr>
            <p:blipFill>
              <a:blip r:embed="rId175"/>
              <a:stretch>
                <a:fillRect/>
              </a:stretch>
            </p:blipFill>
            <p:spPr>
              <a:xfrm>
                <a:off x="8332907" y="5625824"/>
                <a:ext cx="267480" cy="221729"/>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502" name="墨迹 501">
                <a:extLst>
                  <a:ext uri="{FF2B5EF4-FFF2-40B4-BE49-F238E27FC236}">
                    <a16:creationId xmlns:a16="http://schemas.microsoft.com/office/drawing/2014/main" id="{D0FE7E4D-DA06-4820-8937-945001DF41F6}"/>
                  </a:ext>
                </a:extLst>
              </p14:cNvPr>
              <p14:cNvContentPartPr/>
              <p14:nvPr/>
            </p14:nvContentPartPr>
            <p14:xfrm>
              <a:off x="8013587" y="5665049"/>
              <a:ext cx="185400" cy="164880"/>
            </p14:xfrm>
          </p:contentPart>
        </mc:Choice>
        <mc:Fallback xmlns="">
          <p:pic>
            <p:nvPicPr>
              <p:cNvPr id="502" name="墨迹 501">
                <a:extLst>
                  <a:ext uri="{FF2B5EF4-FFF2-40B4-BE49-F238E27FC236}">
                    <a16:creationId xmlns:a16="http://schemas.microsoft.com/office/drawing/2014/main" id="{D0FE7E4D-DA06-4820-8937-945001DF41F6}"/>
                  </a:ext>
                </a:extLst>
              </p:cNvPr>
              <p:cNvPicPr/>
              <p:nvPr/>
            </p:nvPicPr>
            <p:blipFill>
              <a:blip r:embed="rId177"/>
              <a:stretch>
                <a:fillRect/>
              </a:stretch>
            </p:blipFill>
            <p:spPr>
              <a:xfrm>
                <a:off x="8004930" y="5656049"/>
                <a:ext cx="203074"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507" name="墨迹 506">
                <a:extLst>
                  <a:ext uri="{FF2B5EF4-FFF2-40B4-BE49-F238E27FC236}">
                    <a16:creationId xmlns:a16="http://schemas.microsoft.com/office/drawing/2014/main" id="{F41F6FA4-1FC7-4CF4-A134-9A0C17772193}"/>
                  </a:ext>
                </a:extLst>
              </p14:cNvPr>
              <p14:cNvContentPartPr/>
              <p14:nvPr/>
            </p14:nvContentPartPr>
            <p14:xfrm>
              <a:off x="8987747" y="5600609"/>
              <a:ext cx="201960" cy="259560"/>
            </p14:xfrm>
          </p:contentPart>
        </mc:Choice>
        <mc:Fallback xmlns="">
          <p:pic>
            <p:nvPicPr>
              <p:cNvPr id="507" name="墨迹 506">
                <a:extLst>
                  <a:ext uri="{FF2B5EF4-FFF2-40B4-BE49-F238E27FC236}">
                    <a16:creationId xmlns:a16="http://schemas.microsoft.com/office/drawing/2014/main" id="{F41F6FA4-1FC7-4CF4-A134-9A0C17772193}"/>
                  </a:ext>
                </a:extLst>
              </p:cNvPr>
              <p:cNvPicPr/>
              <p:nvPr/>
            </p:nvPicPr>
            <p:blipFill>
              <a:blip r:embed="rId179"/>
              <a:stretch>
                <a:fillRect/>
              </a:stretch>
            </p:blipFill>
            <p:spPr>
              <a:xfrm>
                <a:off x="8979107" y="5591969"/>
                <a:ext cx="21960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521" name="墨迹 520">
                <a:extLst>
                  <a:ext uri="{FF2B5EF4-FFF2-40B4-BE49-F238E27FC236}">
                    <a16:creationId xmlns:a16="http://schemas.microsoft.com/office/drawing/2014/main" id="{B4C2096E-A34A-4DD3-AADB-404C44702BFE}"/>
                  </a:ext>
                </a:extLst>
              </p14:cNvPr>
              <p14:cNvContentPartPr/>
              <p14:nvPr/>
            </p14:nvContentPartPr>
            <p14:xfrm>
              <a:off x="10557347" y="5564969"/>
              <a:ext cx="678600" cy="361800"/>
            </p14:xfrm>
          </p:contentPart>
        </mc:Choice>
        <mc:Fallback xmlns="">
          <p:pic>
            <p:nvPicPr>
              <p:cNvPr id="521" name="墨迹 520">
                <a:extLst>
                  <a:ext uri="{FF2B5EF4-FFF2-40B4-BE49-F238E27FC236}">
                    <a16:creationId xmlns:a16="http://schemas.microsoft.com/office/drawing/2014/main" id="{B4C2096E-A34A-4DD3-AADB-404C44702BFE}"/>
                  </a:ext>
                </a:extLst>
              </p:cNvPr>
              <p:cNvPicPr/>
              <p:nvPr/>
            </p:nvPicPr>
            <p:blipFill>
              <a:blip r:embed="rId181"/>
              <a:stretch>
                <a:fillRect/>
              </a:stretch>
            </p:blipFill>
            <p:spPr>
              <a:xfrm>
                <a:off x="10548707" y="5555969"/>
                <a:ext cx="696240" cy="3794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527" name="墨迹 526">
                <a:extLst>
                  <a:ext uri="{FF2B5EF4-FFF2-40B4-BE49-F238E27FC236}">
                    <a16:creationId xmlns:a16="http://schemas.microsoft.com/office/drawing/2014/main" id="{2E7EF311-1FC5-49C5-A632-7A85D7627FA9}"/>
                  </a:ext>
                </a:extLst>
              </p14:cNvPr>
              <p14:cNvContentPartPr/>
              <p14:nvPr/>
            </p14:nvContentPartPr>
            <p14:xfrm>
              <a:off x="9301667" y="5993729"/>
              <a:ext cx="158400" cy="203400"/>
            </p14:xfrm>
          </p:contentPart>
        </mc:Choice>
        <mc:Fallback xmlns="">
          <p:pic>
            <p:nvPicPr>
              <p:cNvPr id="527" name="墨迹 526">
                <a:extLst>
                  <a:ext uri="{FF2B5EF4-FFF2-40B4-BE49-F238E27FC236}">
                    <a16:creationId xmlns:a16="http://schemas.microsoft.com/office/drawing/2014/main" id="{2E7EF311-1FC5-49C5-A632-7A85D7627FA9}"/>
                  </a:ext>
                </a:extLst>
              </p:cNvPr>
              <p:cNvPicPr/>
              <p:nvPr/>
            </p:nvPicPr>
            <p:blipFill>
              <a:blip r:embed="rId183"/>
              <a:stretch>
                <a:fillRect/>
              </a:stretch>
            </p:blipFill>
            <p:spPr>
              <a:xfrm>
                <a:off x="9293027" y="5984729"/>
                <a:ext cx="17604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528" name="墨迹 527">
                <a:extLst>
                  <a:ext uri="{FF2B5EF4-FFF2-40B4-BE49-F238E27FC236}">
                    <a16:creationId xmlns:a16="http://schemas.microsoft.com/office/drawing/2014/main" id="{1493967D-F5EB-4EE2-8558-FDD9CD40A270}"/>
                  </a:ext>
                </a:extLst>
              </p14:cNvPr>
              <p14:cNvContentPartPr/>
              <p14:nvPr/>
            </p14:nvContentPartPr>
            <p14:xfrm>
              <a:off x="9624587" y="6020729"/>
              <a:ext cx="102240" cy="11880"/>
            </p14:xfrm>
          </p:contentPart>
        </mc:Choice>
        <mc:Fallback xmlns="">
          <p:pic>
            <p:nvPicPr>
              <p:cNvPr id="528" name="墨迹 527">
                <a:extLst>
                  <a:ext uri="{FF2B5EF4-FFF2-40B4-BE49-F238E27FC236}">
                    <a16:creationId xmlns:a16="http://schemas.microsoft.com/office/drawing/2014/main" id="{1493967D-F5EB-4EE2-8558-FDD9CD40A270}"/>
                  </a:ext>
                </a:extLst>
              </p:cNvPr>
              <p:cNvPicPr/>
              <p:nvPr/>
            </p:nvPicPr>
            <p:blipFill>
              <a:blip r:embed="rId185"/>
              <a:stretch>
                <a:fillRect/>
              </a:stretch>
            </p:blipFill>
            <p:spPr>
              <a:xfrm>
                <a:off x="9615587" y="6012089"/>
                <a:ext cx="11988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529" name="墨迹 528">
                <a:extLst>
                  <a:ext uri="{FF2B5EF4-FFF2-40B4-BE49-F238E27FC236}">
                    <a16:creationId xmlns:a16="http://schemas.microsoft.com/office/drawing/2014/main" id="{0E0A1483-8BD4-4A9A-8D40-6945AD1BD7FE}"/>
                  </a:ext>
                </a:extLst>
              </p14:cNvPr>
              <p14:cNvContentPartPr/>
              <p14:nvPr/>
            </p14:nvContentPartPr>
            <p14:xfrm>
              <a:off x="9665267" y="6075449"/>
              <a:ext cx="84960" cy="12960"/>
            </p14:xfrm>
          </p:contentPart>
        </mc:Choice>
        <mc:Fallback xmlns="">
          <p:pic>
            <p:nvPicPr>
              <p:cNvPr id="529" name="墨迹 528">
                <a:extLst>
                  <a:ext uri="{FF2B5EF4-FFF2-40B4-BE49-F238E27FC236}">
                    <a16:creationId xmlns:a16="http://schemas.microsoft.com/office/drawing/2014/main" id="{0E0A1483-8BD4-4A9A-8D40-6945AD1BD7FE}"/>
                  </a:ext>
                </a:extLst>
              </p:cNvPr>
              <p:cNvPicPr/>
              <p:nvPr/>
            </p:nvPicPr>
            <p:blipFill>
              <a:blip r:embed="rId187"/>
              <a:stretch>
                <a:fillRect/>
              </a:stretch>
            </p:blipFill>
            <p:spPr>
              <a:xfrm>
                <a:off x="9656627" y="6066449"/>
                <a:ext cx="1026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535" name="墨迹 534">
                <a:extLst>
                  <a:ext uri="{FF2B5EF4-FFF2-40B4-BE49-F238E27FC236}">
                    <a16:creationId xmlns:a16="http://schemas.microsoft.com/office/drawing/2014/main" id="{4E242F84-1BF2-46F5-AF9C-4521B19704CC}"/>
                  </a:ext>
                </a:extLst>
              </p14:cNvPr>
              <p14:cNvContentPartPr/>
              <p14:nvPr/>
            </p14:nvContentPartPr>
            <p14:xfrm>
              <a:off x="10259267" y="6067169"/>
              <a:ext cx="72000" cy="7200"/>
            </p14:xfrm>
          </p:contentPart>
        </mc:Choice>
        <mc:Fallback xmlns="">
          <p:pic>
            <p:nvPicPr>
              <p:cNvPr id="535" name="墨迹 534">
                <a:extLst>
                  <a:ext uri="{FF2B5EF4-FFF2-40B4-BE49-F238E27FC236}">
                    <a16:creationId xmlns:a16="http://schemas.microsoft.com/office/drawing/2014/main" id="{4E242F84-1BF2-46F5-AF9C-4521B19704CC}"/>
                  </a:ext>
                </a:extLst>
              </p:cNvPr>
              <p:cNvPicPr/>
              <p:nvPr/>
            </p:nvPicPr>
            <p:blipFill>
              <a:blip r:embed="rId189"/>
              <a:stretch>
                <a:fillRect/>
              </a:stretch>
            </p:blipFill>
            <p:spPr>
              <a:xfrm>
                <a:off x="10250267" y="6058529"/>
                <a:ext cx="896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536" name="墨迹 535">
                <a:extLst>
                  <a:ext uri="{FF2B5EF4-FFF2-40B4-BE49-F238E27FC236}">
                    <a16:creationId xmlns:a16="http://schemas.microsoft.com/office/drawing/2014/main" id="{030AE0E2-383D-447E-9D44-42025E730D4A}"/>
                  </a:ext>
                </a:extLst>
              </p14:cNvPr>
              <p14:cNvContentPartPr/>
              <p14:nvPr/>
            </p14:nvContentPartPr>
            <p14:xfrm>
              <a:off x="10265747" y="6124409"/>
              <a:ext cx="96480" cy="7560"/>
            </p14:xfrm>
          </p:contentPart>
        </mc:Choice>
        <mc:Fallback xmlns="">
          <p:pic>
            <p:nvPicPr>
              <p:cNvPr id="536" name="墨迹 535">
                <a:extLst>
                  <a:ext uri="{FF2B5EF4-FFF2-40B4-BE49-F238E27FC236}">
                    <a16:creationId xmlns:a16="http://schemas.microsoft.com/office/drawing/2014/main" id="{030AE0E2-383D-447E-9D44-42025E730D4A}"/>
                  </a:ext>
                </a:extLst>
              </p:cNvPr>
              <p:cNvPicPr/>
              <p:nvPr/>
            </p:nvPicPr>
            <p:blipFill>
              <a:blip r:embed="rId191"/>
              <a:stretch>
                <a:fillRect/>
              </a:stretch>
            </p:blipFill>
            <p:spPr>
              <a:xfrm>
                <a:off x="10257107" y="6115769"/>
                <a:ext cx="1141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537" name="墨迹 536">
                <a:extLst>
                  <a:ext uri="{FF2B5EF4-FFF2-40B4-BE49-F238E27FC236}">
                    <a16:creationId xmlns:a16="http://schemas.microsoft.com/office/drawing/2014/main" id="{F150287B-7949-4307-ADBC-0C65905990DE}"/>
                  </a:ext>
                </a:extLst>
              </p14:cNvPr>
              <p14:cNvContentPartPr/>
              <p14:nvPr/>
            </p14:nvContentPartPr>
            <p14:xfrm>
              <a:off x="9929507" y="6101369"/>
              <a:ext cx="191160" cy="174240"/>
            </p14:xfrm>
          </p:contentPart>
        </mc:Choice>
        <mc:Fallback xmlns="">
          <p:pic>
            <p:nvPicPr>
              <p:cNvPr id="537" name="墨迹 536">
                <a:extLst>
                  <a:ext uri="{FF2B5EF4-FFF2-40B4-BE49-F238E27FC236}">
                    <a16:creationId xmlns:a16="http://schemas.microsoft.com/office/drawing/2014/main" id="{F150287B-7949-4307-ADBC-0C65905990DE}"/>
                  </a:ext>
                </a:extLst>
              </p:cNvPr>
              <p:cNvPicPr/>
              <p:nvPr/>
            </p:nvPicPr>
            <p:blipFill>
              <a:blip r:embed="rId193"/>
              <a:stretch>
                <a:fillRect/>
              </a:stretch>
            </p:blipFill>
            <p:spPr>
              <a:xfrm>
                <a:off x="9920851" y="6092369"/>
                <a:ext cx="208833"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538" name="墨迹 537">
                <a:extLst>
                  <a:ext uri="{FF2B5EF4-FFF2-40B4-BE49-F238E27FC236}">
                    <a16:creationId xmlns:a16="http://schemas.microsoft.com/office/drawing/2014/main" id="{996A9314-2DD6-40BF-93B8-691BBC994519}"/>
                  </a:ext>
                </a:extLst>
              </p14:cNvPr>
              <p14:cNvContentPartPr/>
              <p14:nvPr/>
            </p14:nvContentPartPr>
            <p14:xfrm>
              <a:off x="9914387" y="5932889"/>
              <a:ext cx="183240" cy="135000"/>
            </p14:xfrm>
          </p:contentPart>
        </mc:Choice>
        <mc:Fallback xmlns="">
          <p:pic>
            <p:nvPicPr>
              <p:cNvPr id="538" name="墨迹 537">
                <a:extLst>
                  <a:ext uri="{FF2B5EF4-FFF2-40B4-BE49-F238E27FC236}">
                    <a16:creationId xmlns:a16="http://schemas.microsoft.com/office/drawing/2014/main" id="{996A9314-2DD6-40BF-93B8-691BBC994519}"/>
                  </a:ext>
                </a:extLst>
              </p:cNvPr>
              <p:cNvPicPr/>
              <p:nvPr/>
            </p:nvPicPr>
            <p:blipFill>
              <a:blip r:embed="rId195"/>
              <a:stretch>
                <a:fillRect/>
              </a:stretch>
            </p:blipFill>
            <p:spPr>
              <a:xfrm>
                <a:off x="9905387" y="5923889"/>
                <a:ext cx="2008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546" name="墨迹 545">
                <a:extLst>
                  <a:ext uri="{FF2B5EF4-FFF2-40B4-BE49-F238E27FC236}">
                    <a16:creationId xmlns:a16="http://schemas.microsoft.com/office/drawing/2014/main" id="{1923D63D-7ED0-4950-AF40-D7D2F28E8C4B}"/>
                  </a:ext>
                </a:extLst>
              </p14:cNvPr>
              <p14:cNvContentPartPr/>
              <p14:nvPr/>
            </p14:nvContentPartPr>
            <p14:xfrm>
              <a:off x="10464107" y="6044129"/>
              <a:ext cx="522000" cy="183240"/>
            </p14:xfrm>
          </p:contentPart>
        </mc:Choice>
        <mc:Fallback xmlns="">
          <p:pic>
            <p:nvPicPr>
              <p:cNvPr id="546" name="墨迹 545">
                <a:extLst>
                  <a:ext uri="{FF2B5EF4-FFF2-40B4-BE49-F238E27FC236}">
                    <a16:creationId xmlns:a16="http://schemas.microsoft.com/office/drawing/2014/main" id="{1923D63D-7ED0-4950-AF40-D7D2F28E8C4B}"/>
                  </a:ext>
                </a:extLst>
              </p:cNvPr>
              <p:cNvPicPr/>
              <p:nvPr/>
            </p:nvPicPr>
            <p:blipFill>
              <a:blip r:embed="rId197"/>
              <a:stretch>
                <a:fillRect/>
              </a:stretch>
            </p:blipFill>
            <p:spPr>
              <a:xfrm>
                <a:off x="10455107" y="6035472"/>
                <a:ext cx="539640" cy="200915"/>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550" name="墨迹 549">
                <a:extLst>
                  <a:ext uri="{FF2B5EF4-FFF2-40B4-BE49-F238E27FC236}">
                    <a16:creationId xmlns:a16="http://schemas.microsoft.com/office/drawing/2014/main" id="{565639CD-C7A3-4DC3-AFCB-52605C7AB438}"/>
                  </a:ext>
                </a:extLst>
              </p14:cNvPr>
              <p14:cNvContentPartPr/>
              <p14:nvPr/>
            </p14:nvContentPartPr>
            <p14:xfrm>
              <a:off x="9053267" y="5989409"/>
              <a:ext cx="150120" cy="286920"/>
            </p14:xfrm>
          </p:contentPart>
        </mc:Choice>
        <mc:Fallback xmlns="">
          <p:pic>
            <p:nvPicPr>
              <p:cNvPr id="550" name="墨迹 549">
                <a:extLst>
                  <a:ext uri="{FF2B5EF4-FFF2-40B4-BE49-F238E27FC236}">
                    <a16:creationId xmlns:a16="http://schemas.microsoft.com/office/drawing/2014/main" id="{565639CD-C7A3-4DC3-AFCB-52605C7AB438}"/>
                  </a:ext>
                </a:extLst>
              </p:cNvPr>
              <p:cNvPicPr/>
              <p:nvPr/>
            </p:nvPicPr>
            <p:blipFill>
              <a:blip r:embed="rId199"/>
              <a:stretch>
                <a:fillRect/>
              </a:stretch>
            </p:blipFill>
            <p:spPr>
              <a:xfrm>
                <a:off x="9044289" y="5980398"/>
                <a:ext cx="167718" cy="304582"/>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551" name="墨迹 550">
                <a:extLst>
                  <a:ext uri="{FF2B5EF4-FFF2-40B4-BE49-F238E27FC236}">
                    <a16:creationId xmlns:a16="http://schemas.microsoft.com/office/drawing/2014/main" id="{5D313F3C-E1DA-4250-A807-D1AB9877B2B8}"/>
                  </a:ext>
                </a:extLst>
              </p14:cNvPr>
              <p14:cNvContentPartPr/>
              <p14:nvPr/>
            </p14:nvContentPartPr>
            <p14:xfrm>
              <a:off x="8731787" y="6041249"/>
              <a:ext cx="235080" cy="246240"/>
            </p14:xfrm>
          </p:contentPart>
        </mc:Choice>
        <mc:Fallback xmlns="">
          <p:pic>
            <p:nvPicPr>
              <p:cNvPr id="551" name="墨迹 550">
                <a:extLst>
                  <a:ext uri="{FF2B5EF4-FFF2-40B4-BE49-F238E27FC236}">
                    <a16:creationId xmlns:a16="http://schemas.microsoft.com/office/drawing/2014/main" id="{5D313F3C-E1DA-4250-A807-D1AB9877B2B8}"/>
                  </a:ext>
                </a:extLst>
              </p:cNvPr>
              <p:cNvPicPr/>
              <p:nvPr/>
            </p:nvPicPr>
            <p:blipFill>
              <a:blip r:embed="rId201"/>
              <a:stretch>
                <a:fillRect/>
              </a:stretch>
            </p:blipFill>
            <p:spPr>
              <a:xfrm>
                <a:off x="8722801" y="6032262"/>
                <a:ext cx="252693" cy="263854"/>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552" name="墨迹 551">
                <a:extLst>
                  <a:ext uri="{FF2B5EF4-FFF2-40B4-BE49-F238E27FC236}">
                    <a16:creationId xmlns:a16="http://schemas.microsoft.com/office/drawing/2014/main" id="{6C4A467C-DFAC-4526-99A5-654109B838E2}"/>
                  </a:ext>
                </a:extLst>
              </p14:cNvPr>
              <p14:cNvContentPartPr/>
              <p14:nvPr/>
            </p14:nvContentPartPr>
            <p14:xfrm>
              <a:off x="10390937" y="601543"/>
              <a:ext cx="137520" cy="540360"/>
            </p14:xfrm>
          </p:contentPart>
        </mc:Choice>
        <mc:Fallback xmlns="">
          <p:pic>
            <p:nvPicPr>
              <p:cNvPr id="552" name="墨迹 551">
                <a:extLst>
                  <a:ext uri="{FF2B5EF4-FFF2-40B4-BE49-F238E27FC236}">
                    <a16:creationId xmlns:a16="http://schemas.microsoft.com/office/drawing/2014/main" id="{6C4A467C-DFAC-4526-99A5-654109B838E2}"/>
                  </a:ext>
                </a:extLst>
              </p:cNvPr>
              <p:cNvPicPr/>
              <p:nvPr/>
            </p:nvPicPr>
            <p:blipFill>
              <a:blip r:embed="rId203"/>
              <a:stretch>
                <a:fillRect/>
              </a:stretch>
            </p:blipFill>
            <p:spPr>
              <a:xfrm>
                <a:off x="10382297" y="592903"/>
                <a:ext cx="155160" cy="5580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570" name="墨迹 569">
                <a:extLst>
                  <a:ext uri="{FF2B5EF4-FFF2-40B4-BE49-F238E27FC236}">
                    <a16:creationId xmlns:a16="http://schemas.microsoft.com/office/drawing/2014/main" id="{254566BB-A35B-46C7-AB2F-AD2121F036D7}"/>
                  </a:ext>
                </a:extLst>
              </p14:cNvPr>
              <p14:cNvContentPartPr/>
              <p14:nvPr/>
            </p14:nvContentPartPr>
            <p14:xfrm>
              <a:off x="10591817" y="682183"/>
              <a:ext cx="1567440" cy="439200"/>
            </p14:xfrm>
          </p:contentPart>
        </mc:Choice>
        <mc:Fallback xmlns="">
          <p:pic>
            <p:nvPicPr>
              <p:cNvPr id="570" name="墨迹 569">
                <a:extLst>
                  <a:ext uri="{FF2B5EF4-FFF2-40B4-BE49-F238E27FC236}">
                    <a16:creationId xmlns:a16="http://schemas.microsoft.com/office/drawing/2014/main" id="{254566BB-A35B-46C7-AB2F-AD2121F036D7}"/>
                  </a:ext>
                </a:extLst>
              </p:cNvPr>
              <p:cNvPicPr/>
              <p:nvPr/>
            </p:nvPicPr>
            <p:blipFill>
              <a:blip r:embed="rId205"/>
              <a:stretch>
                <a:fillRect/>
              </a:stretch>
            </p:blipFill>
            <p:spPr>
              <a:xfrm>
                <a:off x="10582817" y="673536"/>
                <a:ext cx="1585080" cy="456854"/>
              </a:xfrm>
              <a:prstGeom prst="rect">
                <a:avLst/>
              </a:prstGeom>
            </p:spPr>
          </p:pic>
        </mc:Fallback>
      </mc:AlternateContent>
    </p:spTree>
    <p:extLst>
      <p:ext uri="{BB962C8B-B14F-4D97-AF65-F5344CB8AC3E}">
        <p14:creationId xmlns:p14="http://schemas.microsoft.com/office/powerpoint/2010/main" val="4095713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305E3D8-D6BD-4FC9-A6FB-2FBA5CE877D8}"/>
              </a:ext>
            </a:extLst>
          </p:cNvPr>
          <p:cNvSpPr>
            <a:spLocks noGrp="1"/>
          </p:cNvSpPr>
          <p:nvPr>
            <p:ph idx="1"/>
          </p:nvPr>
        </p:nvSpPr>
        <p:spPr>
          <a:xfrm>
            <a:off x="838200" y="1825625"/>
            <a:ext cx="5468290" cy="4351338"/>
          </a:xfrm>
        </p:spPr>
        <p:txBody>
          <a:bodyPr>
            <a:normAutofit/>
          </a:bodyPr>
          <a:lstStyle/>
          <a:p>
            <a:r>
              <a:rPr lang="en-US" altLang="zh-CN" sz="1800" dirty="0">
                <a:latin typeface="Bookman Old Style" panose="02050604050505020204" pitchFamily="18" charset="0"/>
              </a:rPr>
              <a:t>H.	</a:t>
            </a:r>
            <a:r>
              <a:rPr lang="zh-CN" altLang="en-US" sz="1800" dirty="0">
                <a:latin typeface="Bookman Old Style" panose="02050604050505020204" pitchFamily="18" charset="0"/>
              </a:rPr>
              <a:t>在地下以很快的速度明亮地爬行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23. 	</a:t>
            </a:r>
            <a:r>
              <a:rPr lang="en-US" altLang="zh-CN" sz="1800" dirty="0"/>
              <a:t>↑↑↓↓←→←→</a:t>
            </a:r>
            <a:r>
              <a:rPr lang="en-US" altLang="zh-CN" sz="1800" dirty="0">
                <a:latin typeface="Bookman Old Style" panose="02050604050505020204" pitchFamily="18" charset="0"/>
              </a:rPr>
              <a:t>BA </a:t>
            </a:r>
          </a:p>
          <a:p>
            <a:r>
              <a:rPr lang="en-US" altLang="zh-CN" sz="1800" dirty="0">
                <a:latin typeface="Bookman Old Style" panose="02050604050505020204" pitchFamily="18" charset="0"/>
              </a:rPr>
              <a:t>26.	</a:t>
            </a:r>
            <a:r>
              <a:rPr lang="zh-CN" altLang="en-US" sz="1800" dirty="0">
                <a:latin typeface="Bookman Old Style" panose="02050604050505020204" pitchFamily="18" charset="0"/>
              </a:rPr>
              <a:t>一种常用于</a:t>
            </a:r>
            <a:r>
              <a:rPr lang="en-US" altLang="zh-CN" sz="1800" dirty="0">
                <a:latin typeface="Bookman Old Style" panose="02050604050505020204" pitchFamily="18" charset="0"/>
              </a:rPr>
              <a:t>Puzzlehunt</a:t>
            </a:r>
            <a:r>
              <a:rPr lang="zh-CN" altLang="en-US" sz="1800" dirty="0">
                <a:latin typeface="Bookman Old Style" panose="02050604050505020204" pitchFamily="18" charset="0"/>
              </a:rPr>
              <a:t>的答案提取的方式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39.	</a:t>
            </a:r>
            <a:r>
              <a:rPr lang="zh-CN" altLang="en-US" sz="1800" dirty="0">
                <a:latin typeface="Bookman Old Style" panose="02050604050505020204" pitchFamily="18" charset="0"/>
              </a:rPr>
              <a:t>一种在中国、日本、美国很流行但在韩国并不流行的竞技运动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P.	</a:t>
            </a:r>
            <a:r>
              <a:rPr lang="zh-CN" altLang="en-US" sz="1800" dirty="0">
                <a:latin typeface="Bookman Old Style" panose="02050604050505020204" pitchFamily="18" charset="0"/>
              </a:rPr>
              <a:t>一种舌头比较长的大鼻恐龙，绿色比较常见，可以吃各种食物，比如人、蘑菇、乌龟 </a:t>
            </a:r>
          </a:p>
        </p:txBody>
      </p:sp>
      <mc:AlternateContent xmlns:mc="http://schemas.openxmlformats.org/markup-compatibility/2006" xmlns:p14="http://schemas.microsoft.com/office/powerpoint/2010/main">
        <mc:Choice Requires="p14">
          <p:contentPart p14:bwMode="auto" r:id="rId2">
            <p14:nvContentPartPr>
              <p14:cNvPr id="4" name="墨迹 3">
                <a:extLst>
                  <a:ext uri="{FF2B5EF4-FFF2-40B4-BE49-F238E27FC236}">
                    <a16:creationId xmlns:a16="http://schemas.microsoft.com/office/drawing/2014/main" id="{2139287B-18B9-4DCC-B406-2D870020DF1E}"/>
                  </a:ext>
                </a:extLst>
              </p14:cNvPr>
              <p14:cNvContentPartPr/>
              <p14:nvPr/>
            </p14:nvContentPartPr>
            <p14:xfrm>
              <a:off x="906379" y="839619"/>
              <a:ext cx="341001" cy="353639"/>
            </p14:xfrm>
          </p:contentPart>
        </mc:Choice>
        <mc:Fallback xmlns="">
          <p:pic>
            <p:nvPicPr>
              <p:cNvPr id="4" name="墨迹 3">
                <a:extLst>
                  <a:ext uri="{FF2B5EF4-FFF2-40B4-BE49-F238E27FC236}">
                    <a16:creationId xmlns:a16="http://schemas.microsoft.com/office/drawing/2014/main" id="{2139287B-18B9-4DCC-B406-2D870020DF1E}"/>
                  </a:ext>
                </a:extLst>
              </p:cNvPr>
              <p:cNvPicPr/>
              <p:nvPr/>
            </p:nvPicPr>
            <p:blipFill>
              <a:blip r:embed="rId3"/>
              <a:stretch>
                <a:fillRect/>
              </a:stretch>
            </p:blipFill>
            <p:spPr>
              <a:xfrm>
                <a:off x="897377" y="830616"/>
                <a:ext cx="358645" cy="371285"/>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墨迹 8">
                <a:extLst>
                  <a:ext uri="{FF2B5EF4-FFF2-40B4-BE49-F238E27FC236}">
                    <a16:creationId xmlns:a16="http://schemas.microsoft.com/office/drawing/2014/main" id="{86B2FC3B-86B7-4EF8-A91C-1A4FD3D0B63A}"/>
                  </a:ext>
                </a:extLst>
              </p14:cNvPr>
              <p14:cNvContentPartPr/>
              <p14:nvPr/>
            </p14:nvContentPartPr>
            <p14:xfrm>
              <a:off x="1456772" y="725860"/>
              <a:ext cx="340537" cy="488172"/>
            </p14:xfrm>
          </p:contentPart>
        </mc:Choice>
        <mc:Fallback xmlns="">
          <p:pic>
            <p:nvPicPr>
              <p:cNvPr id="9" name="墨迹 8">
                <a:extLst>
                  <a:ext uri="{FF2B5EF4-FFF2-40B4-BE49-F238E27FC236}">
                    <a16:creationId xmlns:a16="http://schemas.microsoft.com/office/drawing/2014/main" id="{86B2FC3B-86B7-4EF8-A91C-1A4FD3D0B63A}"/>
                  </a:ext>
                </a:extLst>
              </p:cNvPr>
              <p:cNvPicPr/>
              <p:nvPr/>
            </p:nvPicPr>
            <p:blipFill>
              <a:blip r:embed="rId5"/>
              <a:stretch>
                <a:fillRect/>
              </a:stretch>
            </p:blipFill>
            <p:spPr>
              <a:xfrm>
                <a:off x="1447773" y="717220"/>
                <a:ext cx="358176" cy="505812"/>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墨迹 9">
                <a:extLst>
                  <a:ext uri="{FF2B5EF4-FFF2-40B4-BE49-F238E27FC236}">
                    <a16:creationId xmlns:a16="http://schemas.microsoft.com/office/drawing/2014/main" id="{C935CEE9-8D78-4937-AFFB-7E7EBEB6400E}"/>
                  </a:ext>
                </a:extLst>
              </p14:cNvPr>
              <p14:cNvContentPartPr/>
              <p14:nvPr/>
            </p14:nvContentPartPr>
            <p14:xfrm>
              <a:off x="2087492" y="863380"/>
              <a:ext cx="344253" cy="296994"/>
            </p14:xfrm>
          </p:contentPart>
        </mc:Choice>
        <mc:Fallback xmlns="">
          <p:pic>
            <p:nvPicPr>
              <p:cNvPr id="10" name="墨迹 9">
                <a:extLst>
                  <a:ext uri="{FF2B5EF4-FFF2-40B4-BE49-F238E27FC236}">
                    <a16:creationId xmlns:a16="http://schemas.microsoft.com/office/drawing/2014/main" id="{C935CEE9-8D78-4937-AFFB-7E7EBEB6400E}"/>
                  </a:ext>
                </a:extLst>
              </p:cNvPr>
              <p:cNvPicPr/>
              <p:nvPr/>
            </p:nvPicPr>
            <p:blipFill>
              <a:blip r:embed="rId7"/>
              <a:stretch>
                <a:fillRect/>
              </a:stretch>
            </p:blipFill>
            <p:spPr>
              <a:xfrm>
                <a:off x="2078850" y="854380"/>
                <a:ext cx="361898" cy="314634"/>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3" name="墨迹 22">
                <a:extLst>
                  <a:ext uri="{FF2B5EF4-FFF2-40B4-BE49-F238E27FC236}">
                    <a16:creationId xmlns:a16="http://schemas.microsoft.com/office/drawing/2014/main" id="{DF321AEA-00EC-4E52-A502-8330227CE234}"/>
                  </a:ext>
                </a:extLst>
              </p14:cNvPr>
              <p14:cNvContentPartPr/>
              <p14:nvPr/>
            </p14:nvContentPartPr>
            <p14:xfrm>
              <a:off x="2701439" y="837820"/>
              <a:ext cx="671782" cy="338298"/>
            </p14:xfrm>
          </p:contentPart>
        </mc:Choice>
        <mc:Fallback xmlns="">
          <p:pic>
            <p:nvPicPr>
              <p:cNvPr id="23" name="墨迹 22">
                <a:extLst>
                  <a:ext uri="{FF2B5EF4-FFF2-40B4-BE49-F238E27FC236}">
                    <a16:creationId xmlns:a16="http://schemas.microsoft.com/office/drawing/2014/main" id="{DF321AEA-00EC-4E52-A502-8330227CE234}"/>
                  </a:ext>
                </a:extLst>
              </p:cNvPr>
              <p:cNvPicPr/>
              <p:nvPr/>
            </p:nvPicPr>
            <p:blipFill>
              <a:blip r:embed="rId9"/>
              <a:stretch>
                <a:fillRect/>
              </a:stretch>
            </p:blipFill>
            <p:spPr>
              <a:xfrm>
                <a:off x="2692799" y="829183"/>
                <a:ext cx="689423" cy="35593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6" name="墨迹 25">
                <a:extLst>
                  <a:ext uri="{FF2B5EF4-FFF2-40B4-BE49-F238E27FC236}">
                    <a16:creationId xmlns:a16="http://schemas.microsoft.com/office/drawing/2014/main" id="{18C88368-E776-47F2-B5AB-B1FEADE07D41}"/>
                  </a:ext>
                </a:extLst>
              </p14:cNvPr>
              <p14:cNvContentPartPr/>
              <p14:nvPr/>
            </p14:nvContentPartPr>
            <p14:xfrm>
              <a:off x="3584273" y="829539"/>
              <a:ext cx="479446" cy="251757"/>
            </p14:xfrm>
          </p:contentPart>
        </mc:Choice>
        <mc:Fallback xmlns="">
          <p:pic>
            <p:nvPicPr>
              <p:cNvPr id="26" name="墨迹 25">
                <a:extLst>
                  <a:ext uri="{FF2B5EF4-FFF2-40B4-BE49-F238E27FC236}">
                    <a16:creationId xmlns:a16="http://schemas.microsoft.com/office/drawing/2014/main" id="{18C88368-E776-47F2-B5AB-B1FEADE07D41}"/>
                  </a:ext>
                </a:extLst>
              </p:cNvPr>
              <p:cNvPicPr/>
              <p:nvPr/>
            </p:nvPicPr>
            <p:blipFill>
              <a:blip r:embed="rId11"/>
              <a:stretch>
                <a:fillRect/>
              </a:stretch>
            </p:blipFill>
            <p:spPr>
              <a:xfrm>
                <a:off x="3575634" y="820535"/>
                <a:ext cx="497083" cy="269405"/>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7" name="墨迹 26">
                <a:extLst>
                  <a:ext uri="{FF2B5EF4-FFF2-40B4-BE49-F238E27FC236}">
                    <a16:creationId xmlns:a16="http://schemas.microsoft.com/office/drawing/2014/main" id="{50394995-6DDD-4922-8181-1F9E18805C9F}"/>
                  </a:ext>
                </a:extLst>
              </p14:cNvPr>
              <p14:cNvContentPartPr/>
              <p14:nvPr/>
            </p14:nvContentPartPr>
            <p14:xfrm>
              <a:off x="4232084" y="779859"/>
              <a:ext cx="412082" cy="398877"/>
            </p14:xfrm>
          </p:contentPart>
        </mc:Choice>
        <mc:Fallback xmlns="">
          <p:pic>
            <p:nvPicPr>
              <p:cNvPr id="27" name="墨迹 26">
                <a:extLst>
                  <a:ext uri="{FF2B5EF4-FFF2-40B4-BE49-F238E27FC236}">
                    <a16:creationId xmlns:a16="http://schemas.microsoft.com/office/drawing/2014/main" id="{50394995-6DDD-4922-8181-1F9E18805C9F}"/>
                  </a:ext>
                </a:extLst>
              </p:cNvPr>
              <p:cNvPicPr/>
              <p:nvPr/>
            </p:nvPicPr>
            <p:blipFill>
              <a:blip r:embed="rId13"/>
              <a:stretch>
                <a:fillRect/>
              </a:stretch>
            </p:blipFill>
            <p:spPr>
              <a:xfrm>
                <a:off x="4223087" y="770859"/>
                <a:ext cx="429717" cy="416517"/>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9" name="墨迹 28">
                <a:extLst>
                  <a:ext uri="{FF2B5EF4-FFF2-40B4-BE49-F238E27FC236}">
                    <a16:creationId xmlns:a16="http://schemas.microsoft.com/office/drawing/2014/main" id="{2A4B1A5D-05F1-4A3B-9D8F-C3B37CA92B36}"/>
                  </a:ext>
                </a:extLst>
              </p14:cNvPr>
              <p14:cNvContentPartPr/>
              <p14:nvPr/>
            </p14:nvContentPartPr>
            <p14:xfrm>
              <a:off x="5443951" y="831339"/>
              <a:ext cx="321953" cy="297781"/>
            </p14:xfrm>
          </p:contentPart>
        </mc:Choice>
        <mc:Fallback xmlns="">
          <p:pic>
            <p:nvPicPr>
              <p:cNvPr id="29" name="墨迹 28">
                <a:extLst>
                  <a:ext uri="{FF2B5EF4-FFF2-40B4-BE49-F238E27FC236}">
                    <a16:creationId xmlns:a16="http://schemas.microsoft.com/office/drawing/2014/main" id="{2A4B1A5D-05F1-4A3B-9D8F-C3B37CA92B36}"/>
                  </a:ext>
                </a:extLst>
              </p:cNvPr>
              <p:cNvPicPr/>
              <p:nvPr/>
            </p:nvPicPr>
            <p:blipFill>
              <a:blip r:embed="rId15"/>
              <a:stretch>
                <a:fillRect/>
              </a:stretch>
            </p:blipFill>
            <p:spPr>
              <a:xfrm>
                <a:off x="5435308" y="822697"/>
                <a:ext cx="339599" cy="315425"/>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5" name="墨迹 34">
                <a:extLst>
                  <a:ext uri="{FF2B5EF4-FFF2-40B4-BE49-F238E27FC236}">
                    <a16:creationId xmlns:a16="http://schemas.microsoft.com/office/drawing/2014/main" id="{D87A312B-D7E1-4B8E-9FBA-60F68B458906}"/>
                  </a:ext>
                </a:extLst>
              </p14:cNvPr>
              <p14:cNvContentPartPr/>
              <p14:nvPr/>
            </p14:nvContentPartPr>
            <p14:xfrm>
              <a:off x="6063918" y="773739"/>
              <a:ext cx="291291" cy="397303"/>
            </p14:xfrm>
          </p:contentPart>
        </mc:Choice>
        <mc:Fallback xmlns="">
          <p:pic>
            <p:nvPicPr>
              <p:cNvPr id="35" name="墨迹 34">
                <a:extLst>
                  <a:ext uri="{FF2B5EF4-FFF2-40B4-BE49-F238E27FC236}">
                    <a16:creationId xmlns:a16="http://schemas.microsoft.com/office/drawing/2014/main" id="{D87A312B-D7E1-4B8E-9FBA-60F68B458906}"/>
                  </a:ext>
                </a:extLst>
              </p:cNvPr>
              <p:cNvPicPr/>
              <p:nvPr/>
            </p:nvPicPr>
            <p:blipFill>
              <a:blip r:embed="rId17"/>
              <a:stretch>
                <a:fillRect/>
              </a:stretch>
            </p:blipFill>
            <p:spPr>
              <a:xfrm>
                <a:off x="6055287" y="764734"/>
                <a:ext cx="308912" cy="414953"/>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9" name="墨迹 38">
                <a:extLst>
                  <a:ext uri="{FF2B5EF4-FFF2-40B4-BE49-F238E27FC236}">
                    <a16:creationId xmlns:a16="http://schemas.microsoft.com/office/drawing/2014/main" id="{20E178AC-E2FC-4D57-9636-D3AF4AEAC697}"/>
                  </a:ext>
                </a:extLst>
              </p14:cNvPr>
              <p14:cNvContentPartPr/>
              <p14:nvPr/>
            </p14:nvContentPartPr>
            <p14:xfrm>
              <a:off x="6557838" y="795339"/>
              <a:ext cx="326599" cy="353639"/>
            </p14:xfrm>
          </p:contentPart>
        </mc:Choice>
        <mc:Fallback xmlns="">
          <p:pic>
            <p:nvPicPr>
              <p:cNvPr id="39" name="墨迹 38">
                <a:extLst>
                  <a:ext uri="{FF2B5EF4-FFF2-40B4-BE49-F238E27FC236}">
                    <a16:creationId xmlns:a16="http://schemas.microsoft.com/office/drawing/2014/main" id="{20E178AC-E2FC-4D57-9636-D3AF4AEAC697}"/>
                  </a:ext>
                </a:extLst>
              </p:cNvPr>
              <p:cNvPicPr/>
              <p:nvPr/>
            </p:nvPicPr>
            <p:blipFill>
              <a:blip r:embed="rId19"/>
              <a:stretch>
                <a:fillRect/>
              </a:stretch>
            </p:blipFill>
            <p:spPr>
              <a:xfrm>
                <a:off x="6549196" y="786696"/>
                <a:ext cx="344243" cy="371285"/>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3" name="墨迹 42">
                <a:extLst>
                  <a:ext uri="{FF2B5EF4-FFF2-40B4-BE49-F238E27FC236}">
                    <a16:creationId xmlns:a16="http://schemas.microsoft.com/office/drawing/2014/main" id="{53FF3A6E-588F-456F-B063-0B8B1A0E86E5}"/>
                  </a:ext>
                </a:extLst>
              </p14:cNvPr>
              <p14:cNvContentPartPr/>
              <p14:nvPr/>
            </p14:nvContentPartPr>
            <p14:xfrm>
              <a:off x="7153638" y="755379"/>
              <a:ext cx="246227" cy="429953"/>
            </p14:xfrm>
          </p:contentPart>
        </mc:Choice>
        <mc:Fallback xmlns="">
          <p:pic>
            <p:nvPicPr>
              <p:cNvPr id="43" name="墨迹 42">
                <a:extLst>
                  <a:ext uri="{FF2B5EF4-FFF2-40B4-BE49-F238E27FC236}">
                    <a16:creationId xmlns:a16="http://schemas.microsoft.com/office/drawing/2014/main" id="{53FF3A6E-588F-456F-B063-0B8B1A0E86E5}"/>
                  </a:ext>
                </a:extLst>
              </p:cNvPr>
              <p:cNvPicPr/>
              <p:nvPr/>
            </p:nvPicPr>
            <p:blipFill>
              <a:blip r:embed="rId21"/>
              <a:stretch>
                <a:fillRect/>
              </a:stretch>
            </p:blipFill>
            <p:spPr>
              <a:xfrm>
                <a:off x="7144652" y="746377"/>
                <a:ext cx="263840" cy="447598"/>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4" name="墨迹 23">
                <a:extLst>
                  <a:ext uri="{FF2B5EF4-FFF2-40B4-BE49-F238E27FC236}">
                    <a16:creationId xmlns:a16="http://schemas.microsoft.com/office/drawing/2014/main" id="{0D685FCC-6E05-47AA-A7BF-87B00844C823}"/>
                  </a:ext>
                </a:extLst>
              </p14:cNvPr>
              <p14:cNvContentPartPr/>
              <p14:nvPr/>
            </p14:nvContentPartPr>
            <p14:xfrm>
              <a:off x="6734867" y="1491569"/>
              <a:ext cx="719640" cy="357120"/>
            </p14:xfrm>
          </p:contentPart>
        </mc:Choice>
        <mc:Fallback xmlns="">
          <p:pic>
            <p:nvPicPr>
              <p:cNvPr id="24" name="墨迹 23">
                <a:extLst>
                  <a:ext uri="{FF2B5EF4-FFF2-40B4-BE49-F238E27FC236}">
                    <a16:creationId xmlns:a16="http://schemas.microsoft.com/office/drawing/2014/main" id="{0D685FCC-6E05-47AA-A7BF-87B00844C823}"/>
                  </a:ext>
                </a:extLst>
              </p:cNvPr>
              <p:cNvPicPr/>
              <p:nvPr/>
            </p:nvPicPr>
            <p:blipFill>
              <a:blip r:embed="rId23"/>
              <a:stretch>
                <a:fillRect/>
              </a:stretch>
            </p:blipFill>
            <p:spPr>
              <a:xfrm>
                <a:off x="6726227" y="1482569"/>
                <a:ext cx="737280" cy="3747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7" name="墨迹 46">
                <a:extLst>
                  <a:ext uri="{FF2B5EF4-FFF2-40B4-BE49-F238E27FC236}">
                    <a16:creationId xmlns:a16="http://schemas.microsoft.com/office/drawing/2014/main" id="{666B740F-CD05-43C2-B34E-15B3098C8386}"/>
                  </a:ext>
                </a:extLst>
              </p14:cNvPr>
              <p14:cNvContentPartPr/>
              <p14:nvPr/>
            </p14:nvContentPartPr>
            <p14:xfrm>
              <a:off x="9603347" y="1422089"/>
              <a:ext cx="1235520" cy="356040"/>
            </p14:xfrm>
          </p:contentPart>
        </mc:Choice>
        <mc:Fallback xmlns="">
          <p:pic>
            <p:nvPicPr>
              <p:cNvPr id="47" name="墨迹 46">
                <a:extLst>
                  <a:ext uri="{FF2B5EF4-FFF2-40B4-BE49-F238E27FC236}">
                    <a16:creationId xmlns:a16="http://schemas.microsoft.com/office/drawing/2014/main" id="{666B740F-CD05-43C2-B34E-15B3098C8386}"/>
                  </a:ext>
                </a:extLst>
              </p:cNvPr>
              <p:cNvPicPr/>
              <p:nvPr/>
            </p:nvPicPr>
            <p:blipFill>
              <a:blip r:embed="rId25"/>
              <a:stretch>
                <a:fillRect/>
              </a:stretch>
            </p:blipFill>
            <p:spPr>
              <a:xfrm>
                <a:off x="9594350" y="1413449"/>
                <a:ext cx="1253155" cy="373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8" name="墨迹 47">
                <a:extLst>
                  <a:ext uri="{FF2B5EF4-FFF2-40B4-BE49-F238E27FC236}">
                    <a16:creationId xmlns:a16="http://schemas.microsoft.com/office/drawing/2014/main" id="{1C24A275-D09B-4051-9CDE-3CC8693BA863}"/>
                  </a:ext>
                </a:extLst>
              </p14:cNvPr>
              <p14:cNvContentPartPr/>
              <p14:nvPr/>
            </p14:nvContentPartPr>
            <p14:xfrm>
              <a:off x="8904587" y="1467089"/>
              <a:ext cx="509760" cy="309240"/>
            </p14:xfrm>
          </p:contentPart>
        </mc:Choice>
        <mc:Fallback xmlns="">
          <p:pic>
            <p:nvPicPr>
              <p:cNvPr id="48" name="墨迹 47">
                <a:extLst>
                  <a:ext uri="{FF2B5EF4-FFF2-40B4-BE49-F238E27FC236}">
                    <a16:creationId xmlns:a16="http://schemas.microsoft.com/office/drawing/2014/main" id="{1C24A275-D09B-4051-9CDE-3CC8693BA863}"/>
                  </a:ext>
                </a:extLst>
              </p:cNvPr>
              <p:cNvPicPr/>
              <p:nvPr/>
            </p:nvPicPr>
            <p:blipFill>
              <a:blip r:embed="rId27"/>
              <a:stretch>
                <a:fillRect/>
              </a:stretch>
            </p:blipFill>
            <p:spPr>
              <a:xfrm>
                <a:off x="8895941" y="1458439"/>
                <a:ext cx="527412" cy="326901"/>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4" name="墨迹 63">
                <a:extLst>
                  <a:ext uri="{FF2B5EF4-FFF2-40B4-BE49-F238E27FC236}">
                    <a16:creationId xmlns:a16="http://schemas.microsoft.com/office/drawing/2014/main" id="{CCFDD96E-70BE-40DE-9862-03E17421FC04}"/>
                  </a:ext>
                </a:extLst>
              </p14:cNvPr>
              <p14:cNvContentPartPr/>
              <p14:nvPr/>
            </p14:nvContentPartPr>
            <p14:xfrm>
              <a:off x="7198187" y="1890449"/>
              <a:ext cx="134640" cy="268560"/>
            </p14:xfrm>
          </p:contentPart>
        </mc:Choice>
        <mc:Fallback xmlns="">
          <p:pic>
            <p:nvPicPr>
              <p:cNvPr id="64" name="墨迹 63">
                <a:extLst>
                  <a:ext uri="{FF2B5EF4-FFF2-40B4-BE49-F238E27FC236}">
                    <a16:creationId xmlns:a16="http://schemas.microsoft.com/office/drawing/2014/main" id="{CCFDD96E-70BE-40DE-9862-03E17421FC04}"/>
                  </a:ext>
                </a:extLst>
              </p:cNvPr>
              <p:cNvPicPr/>
              <p:nvPr/>
            </p:nvPicPr>
            <p:blipFill>
              <a:blip r:embed="rId29"/>
              <a:stretch>
                <a:fillRect/>
              </a:stretch>
            </p:blipFill>
            <p:spPr>
              <a:xfrm>
                <a:off x="7189211" y="1881449"/>
                <a:ext cx="152233"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5" name="墨迹 64">
                <a:extLst>
                  <a:ext uri="{FF2B5EF4-FFF2-40B4-BE49-F238E27FC236}">
                    <a16:creationId xmlns:a16="http://schemas.microsoft.com/office/drawing/2014/main" id="{0FC04494-385C-49F4-A3BA-58E4349EC996}"/>
                  </a:ext>
                </a:extLst>
              </p14:cNvPr>
              <p14:cNvContentPartPr/>
              <p14:nvPr/>
            </p14:nvContentPartPr>
            <p14:xfrm>
              <a:off x="6777707" y="1901249"/>
              <a:ext cx="226800" cy="192960"/>
            </p14:xfrm>
          </p:contentPart>
        </mc:Choice>
        <mc:Fallback xmlns="">
          <p:pic>
            <p:nvPicPr>
              <p:cNvPr id="65" name="墨迹 64">
                <a:extLst>
                  <a:ext uri="{FF2B5EF4-FFF2-40B4-BE49-F238E27FC236}">
                    <a16:creationId xmlns:a16="http://schemas.microsoft.com/office/drawing/2014/main" id="{0FC04494-385C-49F4-A3BA-58E4349EC996}"/>
                  </a:ext>
                </a:extLst>
              </p:cNvPr>
              <p:cNvPicPr/>
              <p:nvPr/>
            </p:nvPicPr>
            <p:blipFill>
              <a:blip r:embed="rId31"/>
              <a:stretch>
                <a:fillRect/>
              </a:stretch>
            </p:blipFill>
            <p:spPr>
              <a:xfrm>
                <a:off x="6768707" y="1892249"/>
                <a:ext cx="24444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80" name="墨迹 79">
                <a:extLst>
                  <a:ext uri="{FF2B5EF4-FFF2-40B4-BE49-F238E27FC236}">
                    <a16:creationId xmlns:a16="http://schemas.microsoft.com/office/drawing/2014/main" id="{4E0F949D-D9F5-4622-AF7E-1F16485A40AA}"/>
                  </a:ext>
                </a:extLst>
              </p14:cNvPr>
              <p14:cNvContentPartPr/>
              <p14:nvPr/>
            </p14:nvContentPartPr>
            <p14:xfrm>
              <a:off x="9065507" y="1864529"/>
              <a:ext cx="505440" cy="272880"/>
            </p14:xfrm>
          </p:contentPart>
        </mc:Choice>
        <mc:Fallback xmlns="">
          <p:pic>
            <p:nvPicPr>
              <p:cNvPr id="80" name="墨迹 79">
                <a:extLst>
                  <a:ext uri="{FF2B5EF4-FFF2-40B4-BE49-F238E27FC236}">
                    <a16:creationId xmlns:a16="http://schemas.microsoft.com/office/drawing/2014/main" id="{4E0F949D-D9F5-4622-AF7E-1F16485A40AA}"/>
                  </a:ext>
                </a:extLst>
              </p:cNvPr>
              <p:cNvPicPr/>
              <p:nvPr/>
            </p:nvPicPr>
            <p:blipFill>
              <a:blip r:embed="rId33"/>
              <a:stretch>
                <a:fillRect/>
              </a:stretch>
            </p:blipFill>
            <p:spPr>
              <a:xfrm>
                <a:off x="9056513" y="1855878"/>
                <a:ext cx="523067" cy="290543"/>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81" name="墨迹 80">
                <a:extLst>
                  <a:ext uri="{FF2B5EF4-FFF2-40B4-BE49-F238E27FC236}">
                    <a16:creationId xmlns:a16="http://schemas.microsoft.com/office/drawing/2014/main" id="{23F80944-385E-4DA6-9CC4-0557C8ECA9F9}"/>
                  </a:ext>
                </a:extLst>
              </p14:cNvPr>
              <p14:cNvContentPartPr/>
              <p14:nvPr/>
            </p14:nvContentPartPr>
            <p14:xfrm>
              <a:off x="9683267" y="1856609"/>
              <a:ext cx="655200" cy="293760"/>
            </p14:xfrm>
          </p:contentPart>
        </mc:Choice>
        <mc:Fallback xmlns="">
          <p:pic>
            <p:nvPicPr>
              <p:cNvPr id="81" name="墨迹 80">
                <a:extLst>
                  <a:ext uri="{FF2B5EF4-FFF2-40B4-BE49-F238E27FC236}">
                    <a16:creationId xmlns:a16="http://schemas.microsoft.com/office/drawing/2014/main" id="{23F80944-385E-4DA6-9CC4-0557C8ECA9F9}"/>
                  </a:ext>
                </a:extLst>
              </p:cNvPr>
              <p:cNvPicPr/>
              <p:nvPr/>
            </p:nvPicPr>
            <p:blipFill>
              <a:blip r:embed="rId35"/>
              <a:stretch>
                <a:fillRect/>
              </a:stretch>
            </p:blipFill>
            <p:spPr>
              <a:xfrm>
                <a:off x="9674622" y="1847958"/>
                <a:ext cx="672850" cy="311422"/>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82" name="墨迹 81">
                <a:extLst>
                  <a:ext uri="{FF2B5EF4-FFF2-40B4-BE49-F238E27FC236}">
                    <a16:creationId xmlns:a16="http://schemas.microsoft.com/office/drawing/2014/main" id="{198176E8-FC85-4C08-8D03-968149F8E4E6}"/>
                  </a:ext>
                </a:extLst>
              </p14:cNvPr>
              <p14:cNvContentPartPr/>
              <p14:nvPr/>
            </p14:nvContentPartPr>
            <p14:xfrm>
              <a:off x="7473227" y="1948769"/>
              <a:ext cx="227880" cy="195120"/>
            </p14:xfrm>
          </p:contentPart>
        </mc:Choice>
        <mc:Fallback xmlns="">
          <p:pic>
            <p:nvPicPr>
              <p:cNvPr id="82" name="墨迹 81">
                <a:extLst>
                  <a:ext uri="{FF2B5EF4-FFF2-40B4-BE49-F238E27FC236}">
                    <a16:creationId xmlns:a16="http://schemas.microsoft.com/office/drawing/2014/main" id="{198176E8-FC85-4C08-8D03-968149F8E4E6}"/>
                  </a:ext>
                </a:extLst>
              </p:cNvPr>
              <p:cNvPicPr/>
              <p:nvPr/>
            </p:nvPicPr>
            <p:blipFill>
              <a:blip r:embed="rId37"/>
              <a:stretch>
                <a:fillRect/>
              </a:stretch>
            </p:blipFill>
            <p:spPr>
              <a:xfrm>
                <a:off x="7464241" y="1940129"/>
                <a:ext cx="245492"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92" name="墨迹 91">
                <a:extLst>
                  <a:ext uri="{FF2B5EF4-FFF2-40B4-BE49-F238E27FC236}">
                    <a16:creationId xmlns:a16="http://schemas.microsoft.com/office/drawing/2014/main" id="{DAF837FB-8167-4DF9-BC0A-0DB5049619F8}"/>
                  </a:ext>
                </a:extLst>
              </p14:cNvPr>
              <p14:cNvContentPartPr/>
              <p14:nvPr/>
            </p14:nvContentPartPr>
            <p14:xfrm>
              <a:off x="7423547" y="2351609"/>
              <a:ext cx="173880" cy="196920"/>
            </p14:xfrm>
          </p:contentPart>
        </mc:Choice>
        <mc:Fallback xmlns="">
          <p:pic>
            <p:nvPicPr>
              <p:cNvPr id="92" name="墨迹 91">
                <a:extLst>
                  <a:ext uri="{FF2B5EF4-FFF2-40B4-BE49-F238E27FC236}">
                    <a16:creationId xmlns:a16="http://schemas.microsoft.com/office/drawing/2014/main" id="{DAF837FB-8167-4DF9-BC0A-0DB5049619F8}"/>
                  </a:ext>
                </a:extLst>
              </p:cNvPr>
              <p:cNvPicPr/>
              <p:nvPr/>
            </p:nvPicPr>
            <p:blipFill>
              <a:blip r:embed="rId39"/>
              <a:stretch>
                <a:fillRect/>
              </a:stretch>
            </p:blipFill>
            <p:spPr>
              <a:xfrm>
                <a:off x="7414907" y="2342625"/>
                <a:ext cx="191520" cy="214528"/>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93" name="墨迹 92">
                <a:extLst>
                  <a:ext uri="{FF2B5EF4-FFF2-40B4-BE49-F238E27FC236}">
                    <a16:creationId xmlns:a16="http://schemas.microsoft.com/office/drawing/2014/main" id="{1F49646D-6014-4A7C-BDFA-E9FE6BD74BCA}"/>
                  </a:ext>
                </a:extLst>
              </p14:cNvPr>
              <p14:cNvContentPartPr/>
              <p14:nvPr/>
            </p14:nvContentPartPr>
            <p14:xfrm>
              <a:off x="7109627" y="2293649"/>
              <a:ext cx="114840" cy="283320"/>
            </p14:xfrm>
          </p:contentPart>
        </mc:Choice>
        <mc:Fallback xmlns="">
          <p:pic>
            <p:nvPicPr>
              <p:cNvPr id="93" name="墨迹 92">
                <a:extLst>
                  <a:ext uri="{FF2B5EF4-FFF2-40B4-BE49-F238E27FC236}">
                    <a16:creationId xmlns:a16="http://schemas.microsoft.com/office/drawing/2014/main" id="{1F49646D-6014-4A7C-BDFA-E9FE6BD74BCA}"/>
                  </a:ext>
                </a:extLst>
              </p:cNvPr>
              <p:cNvPicPr/>
              <p:nvPr/>
            </p:nvPicPr>
            <p:blipFill>
              <a:blip r:embed="rId41"/>
              <a:stretch>
                <a:fillRect/>
              </a:stretch>
            </p:blipFill>
            <p:spPr>
              <a:xfrm>
                <a:off x="7100960" y="2285009"/>
                <a:ext cx="132535"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94" name="墨迹 93">
                <a:extLst>
                  <a:ext uri="{FF2B5EF4-FFF2-40B4-BE49-F238E27FC236}">
                    <a16:creationId xmlns:a16="http://schemas.microsoft.com/office/drawing/2014/main" id="{CE2350D5-7D95-499A-A85C-CCE2656A57EA}"/>
                  </a:ext>
                </a:extLst>
              </p14:cNvPr>
              <p14:cNvContentPartPr/>
              <p14:nvPr/>
            </p14:nvContentPartPr>
            <p14:xfrm>
              <a:off x="6797867" y="2272049"/>
              <a:ext cx="213480" cy="240120"/>
            </p14:xfrm>
          </p:contentPart>
        </mc:Choice>
        <mc:Fallback xmlns="">
          <p:pic>
            <p:nvPicPr>
              <p:cNvPr id="94" name="墨迹 93">
                <a:extLst>
                  <a:ext uri="{FF2B5EF4-FFF2-40B4-BE49-F238E27FC236}">
                    <a16:creationId xmlns:a16="http://schemas.microsoft.com/office/drawing/2014/main" id="{CE2350D5-7D95-499A-A85C-CCE2656A57EA}"/>
                  </a:ext>
                </a:extLst>
              </p:cNvPr>
              <p:cNvPicPr/>
              <p:nvPr/>
            </p:nvPicPr>
            <p:blipFill>
              <a:blip r:embed="rId43"/>
              <a:stretch>
                <a:fillRect/>
              </a:stretch>
            </p:blipFill>
            <p:spPr>
              <a:xfrm>
                <a:off x="6789227" y="2263409"/>
                <a:ext cx="23112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95" name="墨迹 94">
                <a:extLst>
                  <a:ext uri="{FF2B5EF4-FFF2-40B4-BE49-F238E27FC236}">
                    <a16:creationId xmlns:a16="http://schemas.microsoft.com/office/drawing/2014/main" id="{0764E99C-8BEB-4882-ADC8-BDAB1D32C5AB}"/>
                  </a:ext>
                </a:extLst>
              </p14:cNvPr>
              <p14:cNvContentPartPr/>
              <p14:nvPr/>
            </p14:nvContentPartPr>
            <p14:xfrm>
              <a:off x="6510587" y="2292929"/>
              <a:ext cx="205560" cy="230400"/>
            </p14:xfrm>
          </p:contentPart>
        </mc:Choice>
        <mc:Fallback xmlns="">
          <p:pic>
            <p:nvPicPr>
              <p:cNvPr id="95" name="墨迹 94">
                <a:extLst>
                  <a:ext uri="{FF2B5EF4-FFF2-40B4-BE49-F238E27FC236}">
                    <a16:creationId xmlns:a16="http://schemas.microsoft.com/office/drawing/2014/main" id="{0764E99C-8BEB-4882-ADC8-BDAB1D32C5AB}"/>
                  </a:ext>
                </a:extLst>
              </p:cNvPr>
              <p:cNvPicPr/>
              <p:nvPr/>
            </p:nvPicPr>
            <p:blipFill>
              <a:blip r:embed="rId45"/>
              <a:stretch>
                <a:fillRect/>
              </a:stretch>
            </p:blipFill>
            <p:spPr>
              <a:xfrm>
                <a:off x="6501587" y="2284289"/>
                <a:ext cx="22320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96" name="墨迹 95">
                <a:extLst>
                  <a:ext uri="{FF2B5EF4-FFF2-40B4-BE49-F238E27FC236}">
                    <a16:creationId xmlns:a16="http://schemas.microsoft.com/office/drawing/2014/main" id="{66715E8C-D58A-441D-8D06-6B0F5BB80002}"/>
                  </a:ext>
                </a:extLst>
              </p14:cNvPr>
              <p14:cNvContentPartPr/>
              <p14:nvPr/>
            </p14:nvContentPartPr>
            <p14:xfrm>
              <a:off x="7685627" y="2383649"/>
              <a:ext cx="218520" cy="174960"/>
            </p14:xfrm>
          </p:contentPart>
        </mc:Choice>
        <mc:Fallback xmlns="">
          <p:pic>
            <p:nvPicPr>
              <p:cNvPr id="96" name="墨迹 95">
                <a:extLst>
                  <a:ext uri="{FF2B5EF4-FFF2-40B4-BE49-F238E27FC236}">
                    <a16:creationId xmlns:a16="http://schemas.microsoft.com/office/drawing/2014/main" id="{66715E8C-D58A-441D-8D06-6B0F5BB80002}"/>
                  </a:ext>
                </a:extLst>
              </p:cNvPr>
              <p:cNvPicPr/>
              <p:nvPr/>
            </p:nvPicPr>
            <p:blipFill>
              <a:blip r:embed="rId47"/>
              <a:stretch>
                <a:fillRect/>
              </a:stretch>
            </p:blipFill>
            <p:spPr>
              <a:xfrm>
                <a:off x="7676987" y="2375009"/>
                <a:ext cx="23616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12" name="墨迹 111">
                <a:extLst>
                  <a:ext uri="{FF2B5EF4-FFF2-40B4-BE49-F238E27FC236}">
                    <a16:creationId xmlns:a16="http://schemas.microsoft.com/office/drawing/2014/main" id="{E43B99F8-C63C-4554-93DD-D7764DA8E204}"/>
                  </a:ext>
                </a:extLst>
              </p14:cNvPr>
              <p14:cNvContentPartPr/>
              <p14:nvPr/>
            </p14:nvContentPartPr>
            <p14:xfrm>
              <a:off x="9123467" y="2348009"/>
              <a:ext cx="613080" cy="268560"/>
            </p14:xfrm>
          </p:contentPart>
        </mc:Choice>
        <mc:Fallback xmlns="">
          <p:pic>
            <p:nvPicPr>
              <p:cNvPr id="112" name="墨迹 111">
                <a:extLst>
                  <a:ext uri="{FF2B5EF4-FFF2-40B4-BE49-F238E27FC236}">
                    <a16:creationId xmlns:a16="http://schemas.microsoft.com/office/drawing/2014/main" id="{E43B99F8-C63C-4554-93DD-D7764DA8E204}"/>
                  </a:ext>
                </a:extLst>
              </p:cNvPr>
              <p:cNvPicPr/>
              <p:nvPr/>
            </p:nvPicPr>
            <p:blipFill>
              <a:blip r:embed="rId49"/>
              <a:stretch>
                <a:fillRect/>
              </a:stretch>
            </p:blipFill>
            <p:spPr>
              <a:xfrm>
                <a:off x="9114822" y="2339021"/>
                <a:ext cx="630730" cy="286176"/>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14" name="墨迹 113">
                <a:extLst>
                  <a:ext uri="{FF2B5EF4-FFF2-40B4-BE49-F238E27FC236}">
                    <a16:creationId xmlns:a16="http://schemas.microsoft.com/office/drawing/2014/main" id="{2C0B0534-8CF2-4474-B9D4-D0BFB45AD889}"/>
                  </a:ext>
                </a:extLst>
              </p14:cNvPr>
              <p14:cNvContentPartPr/>
              <p14:nvPr/>
            </p14:nvContentPartPr>
            <p14:xfrm>
              <a:off x="8312027" y="2285729"/>
              <a:ext cx="240840" cy="337320"/>
            </p14:xfrm>
          </p:contentPart>
        </mc:Choice>
        <mc:Fallback xmlns="">
          <p:pic>
            <p:nvPicPr>
              <p:cNvPr id="114" name="墨迹 113">
                <a:extLst>
                  <a:ext uri="{FF2B5EF4-FFF2-40B4-BE49-F238E27FC236}">
                    <a16:creationId xmlns:a16="http://schemas.microsoft.com/office/drawing/2014/main" id="{2C0B0534-8CF2-4474-B9D4-D0BFB45AD889}"/>
                  </a:ext>
                </a:extLst>
              </p:cNvPr>
              <p:cNvPicPr/>
              <p:nvPr/>
            </p:nvPicPr>
            <p:blipFill>
              <a:blip r:embed="rId51"/>
              <a:stretch>
                <a:fillRect/>
              </a:stretch>
            </p:blipFill>
            <p:spPr>
              <a:xfrm>
                <a:off x="8303040" y="2277089"/>
                <a:ext cx="258454"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15" name="墨迹 114">
                <a:extLst>
                  <a:ext uri="{FF2B5EF4-FFF2-40B4-BE49-F238E27FC236}">
                    <a16:creationId xmlns:a16="http://schemas.microsoft.com/office/drawing/2014/main" id="{BB2085B7-F401-466D-BCAD-FD2CC6B36CFE}"/>
                  </a:ext>
                </a:extLst>
              </p14:cNvPr>
              <p14:cNvContentPartPr/>
              <p14:nvPr/>
            </p14:nvContentPartPr>
            <p14:xfrm>
              <a:off x="8043467" y="2374649"/>
              <a:ext cx="187920" cy="208800"/>
            </p14:xfrm>
          </p:contentPart>
        </mc:Choice>
        <mc:Fallback xmlns="">
          <p:pic>
            <p:nvPicPr>
              <p:cNvPr id="115" name="墨迹 114">
                <a:extLst>
                  <a:ext uri="{FF2B5EF4-FFF2-40B4-BE49-F238E27FC236}">
                    <a16:creationId xmlns:a16="http://schemas.microsoft.com/office/drawing/2014/main" id="{BB2085B7-F401-466D-BCAD-FD2CC6B36CFE}"/>
                  </a:ext>
                </a:extLst>
              </p:cNvPr>
              <p:cNvPicPr/>
              <p:nvPr/>
            </p:nvPicPr>
            <p:blipFill>
              <a:blip r:embed="rId53"/>
              <a:stretch>
                <a:fillRect/>
              </a:stretch>
            </p:blipFill>
            <p:spPr>
              <a:xfrm>
                <a:off x="8034827" y="2365649"/>
                <a:ext cx="20556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26" name="墨迹 125">
                <a:extLst>
                  <a:ext uri="{FF2B5EF4-FFF2-40B4-BE49-F238E27FC236}">
                    <a16:creationId xmlns:a16="http://schemas.microsoft.com/office/drawing/2014/main" id="{E58D632F-E6CF-453D-9141-9D0C7D204C56}"/>
                  </a:ext>
                </a:extLst>
              </p14:cNvPr>
              <p14:cNvContentPartPr/>
              <p14:nvPr/>
            </p14:nvContentPartPr>
            <p14:xfrm>
              <a:off x="10645187" y="2401289"/>
              <a:ext cx="785880" cy="268920"/>
            </p14:xfrm>
          </p:contentPart>
        </mc:Choice>
        <mc:Fallback xmlns="">
          <p:pic>
            <p:nvPicPr>
              <p:cNvPr id="126" name="墨迹 125">
                <a:extLst>
                  <a:ext uri="{FF2B5EF4-FFF2-40B4-BE49-F238E27FC236}">
                    <a16:creationId xmlns:a16="http://schemas.microsoft.com/office/drawing/2014/main" id="{E58D632F-E6CF-453D-9141-9D0C7D204C56}"/>
                  </a:ext>
                </a:extLst>
              </p:cNvPr>
              <p:cNvPicPr/>
              <p:nvPr/>
            </p:nvPicPr>
            <p:blipFill>
              <a:blip r:embed="rId55"/>
              <a:stretch>
                <a:fillRect/>
              </a:stretch>
            </p:blipFill>
            <p:spPr>
              <a:xfrm>
                <a:off x="10636187" y="2392289"/>
                <a:ext cx="80352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27" name="墨迹 126">
                <a:extLst>
                  <a:ext uri="{FF2B5EF4-FFF2-40B4-BE49-F238E27FC236}">
                    <a16:creationId xmlns:a16="http://schemas.microsoft.com/office/drawing/2014/main" id="{1A912D99-F823-42C8-86DE-1E38DD17D8B0}"/>
                  </a:ext>
                </a:extLst>
              </p14:cNvPr>
              <p14:cNvContentPartPr/>
              <p14:nvPr/>
            </p14:nvContentPartPr>
            <p14:xfrm>
              <a:off x="9823667" y="2367809"/>
              <a:ext cx="573840" cy="252000"/>
            </p14:xfrm>
          </p:contentPart>
        </mc:Choice>
        <mc:Fallback xmlns="">
          <p:pic>
            <p:nvPicPr>
              <p:cNvPr id="127" name="墨迹 126">
                <a:extLst>
                  <a:ext uri="{FF2B5EF4-FFF2-40B4-BE49-F238E27FC236}">
                    <a16:creationId xmlns:a16="http://schemas.microsoft.com/office/drawing/2014/main" id="{1A912D99-F823-42C8-86DE-1E38DD17D8B0}"/>
                  </a:ext>
                </a:extLst>
              </p:cNvPr>
              <p:cNvPicPr/>
              <p:nvPr/>
            </p:nvPicPr>
            <p:blipFill>
              <a:blip r:embed="rId57"/>
              <a:stretch>
                <a:fillRect/>
              </a:stretch>
            </p:blipFill>
            <p:spPr>
              <a:xfrm>
                <a:off x="9815022" y="2358809"/>
                <a:ext cx="591491"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30" name="墨迹 129">
                <a:extLst>
                  <a:ext uri="{FF2B5EF4-FFF2-40B4-BE49-F238E27FC236}">
                    <a16:creationId xmlns:a16="http://schemas.microsoft.com/office/drawing/2014/main" id="{136629D9-175E-47B8-8370-C8055CBE9135}"/>
                  </a:ext>
                </a:extLst>
              </p14:cNvPr>
              <p14:cNvContentPartPr/>
              <p14:nvPr/>
            </p14:nvContentPartPr>
            <p14:xfrm>
              <a:off x="7485467" y="2718809"/>
              <a:ext cx="17280" cy="237240"/>
            </p14:xfrm>
          </p:contentPart>
        </mc:Choice>
        <mc:Fallback xmlns="">
          <p:pic>
            <p:nvPicPr>
              <p:cNvPr id="130" name="墨迹 129">
                <a:extLst>
                  <a:ext uri="{FF2B5EF4-FFF2-40B4-BE49-F238E27FC236}">
                    <a16:creationId xmlns:a16="http://schemas.microsoft.com/office/drawing/2014/main" id="{136629D9-175E-47B8-8370-C8055CBE9135}"/>
                  </a:ext>
                </a:extLst>
              </p:cNvPr>
              <p:cNvPicPr/>
              <p:nvPr/>
            </p:nvPicPr>
            <p:blipFill>
              <a:blip r:embed="rId59"/>
              <a:stretch>
                <a:fillRect/>
              </a:stretch>
            </p:blipFill>
            <p:spPr>
              <a:xfrm>
                <a:off x="7476467" y="2709809"/>
                <a:ext cx="3492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31" name="墨迹 130">
                <a:extLst>
                  <a:ext uri="{FF2B5EF4-FFF2-40B4-BE49-F238E27FC236}">
                    <a16:creationId xmlns:a16="http://schemas.microsoft.com/office/drawing/2014/main" id="{8107145C-34EF-446F-88F1-1E90B9635CAC}"/>
                  </a:ext>
                </a:extLst>
              </p14:cNvPr>
              <p14:cNvContentPartPr/>
              <p14:nvPr/>
            </p14:nvContentPartPr>
            <p14:xfrm>
              <a:off x="6789227" y="2663009"/>
              <a:ext cx="545040" cy="268920"/>
            </p14:xfrm>
          </p:contentPart>
        </mc:Choice>
        <mc:Fallback xmlns="">
          <p:pic>
            <p:nvPicPr>
              <p:cNvPr id="131" name="墨迹 130">
                <a:extLst>
                  <a:ext uri="{FF2B5EF4-FFF2-40B4-BE49-F238E27FC236}">
                    <a16:creationId xmlns:a16="http://schemas.microsoft.com/office/drawing/2014/main" id="{8107145C-34EF-446F-88F1-1E90B9635CAC}"/>
                  </a:ext>
                </a:extLst>
              </p:cNvPr>
              <p:cNvPicPr/>
              <p:nvPr/>
            </p:nvPicPr>
            <p:blipFill>
              <a:blip r:embed="rId61"/>
              <a:stretch>
                <a:fillRect/>
              </a:stretch>
            </p:blipFill>
            <p:spPr>
              <a:xfrm>
                <a:off x="6780227" y="2654009"/>
                <a:ext cx="56268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34" name="墨迹 133">
                <a:extLst>
                  <a:ext uri="{FF2B5EF4-FFF2-40B4-BE49-F238E27FC236}">
                    <a16:creationId xmlns:a16="http://schemas.microsoft.com/office/drawing/2014/main" id="{854127B6-0DC8-4D20-A01D-35B5E31008F7}"/>
                  </a:ext>
                </a:extLst>
              </p14:cNvPr>
              <p14:cNvContentPartPr/>
              <p14:nvPr/>
            </p14:nvContentPartPr>
            <p14:xfrm>
              <a:off x="7727027" y="2718809"/>
              <a:ext cx="175320" cy="295560"/>
            </p14:xfrm>
          </p:contentPart>
        </mc:Choice>
        <mc:Fallback xmlns="">
          <p:pic>
            <p:nvPicPr>
              <p:cNvPr id="134" name="墨迹 133">
                <a:extLst>
                  <a:ext uri="{FF2B5EF4-FFF2-40B4-BE49-F238E27FC236}">
                    <a16:creationId xmlns:a16="http://schemas.microsoft.com/office/drawing/2014/main" id="{854127B6-0DC8-4D20-A01D-35B5E31008F7}"/>
                  </a:ext>
                </a:extLst>
              </p:cNvPr>
              <p:cNvPicPr/>
              <p:nvPr/>
            </p:nvPicPr>
            <p:blipFill>
              <a:blip r:embed="rId63"/>
              <a:stretch>
                <a:fillRect/>
              </a:stretch>
            </p:blipFill>
            <p:spPr>
              <a:xfrm>
                <a:off x="7718027" y="2709809"/>
                <a:ext cx="19296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35" name="墨迹 134">
                <a:extLst>
                  <a:ext uri="{FF2B5EF4-FFF2-40B4-BE49-F238E27FC236}">
                    <a16:creationId xmlns:a16="http://schemas.microsoft.com/office/drawing/2014/main" id="{7F153A42-2383-4230-AF41-78E988F4E2ED}"/>
                  </a:ext>
                </a:extLst>
              </p14:cNvPr>
              <p14:cNvContentPartPr/>
              <p14:nvPr/>
            </p14:nvContentPartPr>
            <p14:xfrm>
              <a:off x="8047067" y="2724569"/>
              <a:ext cx="146880" cy="273600"/>
            </p14:xfrm>
          </p:contentPart>
        </mc:Choice>
        <mc:Fallback xmlns="">
          <p:pic>
            <p:nvPicPr>
              <p:cNvPr id="135" name="墨迹 134">
                <a:extLst>
                  <a:ext uri="{FF2B5EF4-FFF2-40B4-BE49-F238E27FC236}">
                    <a16:creationId xmlns:a16="http://schemas.microsoft.com/office/drawing/2014/main" id="{7F153A42-2383-4230-AF41-78E988F4E2ED}"/>
                  </a:ext>
                </a:extLst>
              </p:cNvPr>
              <p:cNvPicPr/>
              <p:nvPr/>
            </p:nvPicPr>
            <p:blipFill>
              <a:blip r:embed="rId65"/>
              <a:stretch>
                <a:fillRect/>
              </a:stretch>
            </p:blipFill>
            <p:spPr>
              <a:xfrm>
                <a:off x="8038427" y="2715569"/>
                <a:ext cx="16452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47" name="墨迹 146">
                <a:extLst>
                  <a:ext uri="{FF2B5EF4-FFF2-40B4-BE49-F238E27FC236}">
                    <a16:creationId xmlns:a16="http://schemas.microsoft.com/office/drawing/2014/main" id="{C8743870-A629-420B-9F44-0712D2D264B8}"/>
                  </a:ext>
                </a:extLst>
              </p14:cNvPr>
              <p14:cNvContentPartPr/>
              <p14:nvPr/>
            </p14:nvContentPartPr>
            <p14:xfrm>
              <a:off x="9171347" y="2749769"/>
              <a:ext cx="1021680" cy="321480"/>
            </p14:xfrm>
          </p:contentPart>
        </mc:Choice>
        <mc:Fallback xmlns="">
          <p:pic>
            <p:nvPicPr>
              <p:cNvPr id="147" name="墨迹 146">
                <a:extLst>
                  <a:ext uri="{FF2B5EF4-FFF2-40B4-BE49-F238E27FC236}">
                    <a16:creationId xmlns:a16="http://schemas.microsoft.com/office/drawing/2014/main" id="{C8743870-A629-420B-9F44-0712D2D264B8}"/>
                  </a:ext>
                </a:extLst>
              </p:cNvPr>
              <p:cNvPicPr/>
              <p:nvPr/>
            </p:nvPicPr>
            <p:blipFill>
              <a:blip r:embed="rId67"/>
              <a:stretch>
                <a:fillRect/>
              </a:stretch>
            </p:blipFill>
            <p:spPr>
              <a:xfrm>
                <a:off x="9162347" y="2741129"/>
                <a:ext cx="103932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52" name="墨迹 151">
                <a:extLst>
                  <a:ext uri="{FF2B5EF4-FFF2-40B4-BE49-F238E27FC236}">
                    <a16:creationId xmlns:a16="http://schemas.microsoft.com/office/drawing/2014/main" id="{524F865B-EAB4-4DE8-AA48-2CF57F1D628F}"/>
                  </a:ext>
                </a:extLst>
              </p14:cNvPr>
              <p14:cNvContentPartPr/>
              <p14:nvPr/>
            </p14:nvContentPartPr>
            <p14:xfrm>
              <a:off x="6779867" y="3201569"/>
              <a:ext cx="160560" cy="291240"/>
            </p14:xfrm>
          </p:contentPart>
        </mc:Choice>
        <mc:Fallback xmlns="">
          <p:pic>
            <p:nvPicPr>
              <p:cNvPr id="152" name="墨迹 151">
                <a:extLst>
                  <a:ext uri="{FF2B5EF4-FFF2-40B4-BE49-F238E27FC236}">
                    <a16:creationId xmlns:a16="http://schemas.microsoft.com/office/drawing/2014/main" id="{524F865B-EAB4-4DE8-AA48-2CF57F1D628F}"/>
                  </a:ext>
                </a:extLst>
              </p:cNvPr>
              <p:cNvPicPr/>
              <p:nvPr/>
            </p:nvPicPr>
            <p:blipFill>
              <a:blip r:embed="rId69"/>
              <a:stretch>
                <a:fillRect/>
              </a:stretch>
            </p:blipFill>
            <p:spPr>
              <a:xfrm>
                <a:off x="6771227" y="3192929"/>
                <a:ext cx="17820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53" name="墨迹 152">
                <a:extLst>
                  <a:ext uri="{FF2B5EF4-FFF2-40B4-BE49-F238E27FC236}">
                    <a16:creationId xmlns:a16="http://schemas.microsoft.com/office/drawing/2014/main" id="{A19AB789-D83F-47E0-8F9C-35A12783E0C9}"/>
                  </a:ext>
                </a:extLst>
              </p14:cNvPr>
              <p14:cNvContentPartPr/>
              <p14:nvPr/>
            </p14:nvContentPartPr>
            <p14:xfrm>
              <a:off x="6463427" y="3282569"/>
              <a:ext cx="222840" cy="185400"/>
            </p14:xfrm>
          </p:contentPart>
        </mc:Choice>
        <mc:Fallback xmlns="">
          <p:pic>
            <p:nvPicPr>
              <p:cNvPr id="153" name="墨迹 152">
                <a:extLst>
                  <a:ext uri="{FF2B5EF4-FFF2-40B4-BE49-F238E27FC236}">
                    <a16:creationId xmlns:a16="http://schemas.microsoft.com/office/drawing/2014/main" id="{A19AB789-D83F-47E0-8F9C-35A12783E0C9}"/>
                  </a:ext>
                </a:extLst>
              </p:cNvPr>
              <p:cNvPicPr/>
              <p:nvPr/>
            </p:nvPicPr>
            <p:blipFill>
              <a:blip r:embed="rId71"/>
              <a:stretch>
                <a:fillRect/>
              </a:stretch>
            </p:blipFill>
            <p:spPr>
              <a:xfrm>
                <a:off x="6454773" y="3273929"/>
                <a:ext cx="240509"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56" name="墨迹 155">
                <a:extLst>
                  <a:ext uri="{FF2B5EF4-FFF2-40B4-BE49-F238E27FC236}">
                    <a16:creationId xmlns:a16="http://schemas.microsoft.com/office/drawing/2014/main" id="{3D6E35CE-DE89-4517-9709-DC3BF774EE17}"/>
                  </a:ext>
                </a:extLst>
              </p14:cNvPr>
              <p14:cNvContentPartPr/>
              <p14:nvPr/>
            </p14:nvContentPartPr>
            <p14:xfrm>
              <a:off x="7383227" y="3271409"/>
              <a:ext cx="18360" cy="212760"/>
            </p14:xfrm>
          </p:contentPart>
        </mc:Choice>
        <mc:Fallback xmlns="">
          <p:pic>
            <p:nvPicPr>
              <p:cNvPr id="156" name="墨迹 155">
                <a:extLst>
                  <a:ext uri="{FF2B5EF4-FFF2-40B4-BE49-F238E27FC236}">
                    <a16:creationId xmlns:a16="http://schemas.microsoft.com/office/drawing/2014/main" id="{3D6E35CE-DE89-4517-9709-DC3BF774EE17}"/>
                  </a:ext>
                </a:extLst>
              </p:cNvPr>
              <p:cNvPicPr/>
              <p:nvPr/>
            </p:nvPicPr>
            <p:blipFill>
              <a:blip r:embed="rId73"/>
              <a:stretch>
                <a:fillRect/>
              </a:stretch>
            </p:blipFill>
            <p:spPr>
              <a:xfrm>
                <a:off x="7374587" y="3262409"/>
                <a:ext cx="3600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57" name="墨迹 156">
                <a:extLst>
                  <a:ext uri="{FF2B5EF4-FFF2-40B4-BE49-F238E27FC236}">
                    <a16:creationId xmlns:a16="http://schemas.microsoft.com/office/drawing/2014/main" id="{41DE3C8C-6693-497F-9EA1-4AA5CAE71D65}"/>
                  </a:ext>
                </a:extLst>
              </p14:cNvPr>
              <p14:cNvContentPartPr/>
              <p14:nvPr/>
            </p14:nvContentPartPr>
            <p14:xfrm>
              <a:off x="7066067" y="3242969"/>
              <a:ext cx="141480" cy="252360"/>
            </p14:xfrm>
          </p:contentPart>
        </mc:Choice>
        <mc:Fallback xmlns="">
          <p:pic>
            <p:nvPicPr>
              <p:cNvPr id="157" name="墨迹 156">
                <a:extLst>
                  <a:ext uri="{FF2B5EF4-FFF2-40B4-BE49-F238E27FC236}">
                    <a16:creationId xmlns:a16="http://schemas.microsoft.com/office/drawing/2014/main" id="{41DE3C8C-6693-497F-9EA1-4AA5CAE71D65}"/>
                  </a:ext>
                </a:extLst>
              </p:cNvPr>
              <p:cNvPicPr/>
              <p:nvPr/>
            </p:nvPicPr>
            <p:blipFill>
              <a:blip r:embed="rId75"/>
              <a:stretch>
                <a:fillRect/>
              </a:stretch>
            </p:blipFill>
            <p:spPr>
              <a:xfrm>
                <a:off x="7057427" y="3233969"/>
                <a:ext cx="15912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65" name="墨迹 164">
                <a:extLst>
                  <a:ext uri="{FF2B5EF4-FFF2-40B4-BE49-F238E27FC236}">
                    <a16:creationId xmlns:a16="http://schemas.microsoft.com/office/drawing/2014/main" id="{0F7C079B-26A4-4783-9C91-616AF4498FED}"/>
                  </a:ext>
                </a:extLst>
              </p14:cNvPr>
              <p14:cNvContentPartPr/>
              <p14:nvPr/>
            </p14:nvContentPartPr>
            <p14:xfrm>
              <a:off x="7559987" y="3234689"/>
              <a:ext cx="283680" cy="279720"/>
            </p14:xfrm>
          </p:contentPart>
        </mc:Choice>
        <mc:Fallback xmlns="">
          <p:pic>
            <p:nvPicPr>
              <p:cNvPr id="165" name="墨迹 164">
                <a:extLst>
                  <a:ext uri="{FF2B5EF4-FFF2-40B4-BE49-F238E27FC236}">
                    <a16:creationId xmlns:a16="http://schemas.microsoft.com/office/drawing/2014/main" id="{0F7C079B-26A4-4783-9C91-616AF4498FED}"/>
                  </a:ext>
                </a:extLst>
              </p:cNvPr>
              <p:cNvPicPr/>
              <p:nvPr/>
            </p:nvPicPr>
            <p:blipFill>
              <a:blip r:embed="rId77"/>
              <a:stretch>
                <a:fillRect/>
              </a:stretch>
            </p:blipFill>
            <p:spPr>
              <a:xfrm>
                <a:off x="7550987" y="3226038"/>
                <a:ext cx="301320" cy="297383"/>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83" name="墨迹 182">
                <a:extLst>
                  <a:ext uri="{FF2B5EF4-FFF2-40B4-BE49-F238E27FC236}">
                    <a16:creationId xmlns:a16="http://schemas.microsoft.com/office/drawing/2014/main" id="{181104B5-DEA9-4CCE-92C7-2FF05E45F6DA}"/>
                  </a:ext>
                </a:extLst>
              </p14:cNvPr>
              <p14:cNvContentPartPr/>
              <p14:nvPr/>
            </p14:nvContentPartPr>
            <p14:xfrm>
              <a:off x="9588947" y="3221729"/>
              <a:ext cx="317160" cy="354600"/>
            </p14:xfrm>
          </p:contentPart>
        </mc:Choice>
        <mc:Fallback xmlns="">
          <p:pic>
            <p:nvPicPr>
              <p:cNvPr id="183" name="墨迹 182">
                <a:extLst>
                  <a:ext uri="{FF2B5EF4-FFF2-40B4-BE49-F238E27FC236}">
                    <a16:creationId xmlns:a16="http://schemas.microsoft.com/office/drawing/2014/main" id="{181104B5-DEA9-4CCE-92C7-2FF05E45F6DA}"/>
                  </a:ext>
                </a:extLst>
              </p:cNvPr>
              <p:cNvPicPr/>
              <p:nvPr/>
            </p:nvPicPr>
            <p:blipFill>
              <a:blip r:embed="rId79"/>
              <a:stretch>
                <a:fillRect/>
              </a:stretch>
            </p:blipFill>
            <p:spPr>
              <a:xfrm>
                <a:off x="9579947" y="3212729"/>
                <a:ext cx="33480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84" name="墨迹 183">
                <a:extLst>
                  <a:ext uri="{FF2B5EF4-FFF2-40B4-BE49-F238E27FC236}">
                    <a16:creationId xmlns:a16="http://schemas.microsoft.com/office/drawing/2014/main" id="{5DBFE556-E1A0-422A-831C-95ACB20F996C}"/>
                  </a:ext>
                </a:extLst>
              </p14:cNvPr>
              <p14:cNvContentPartPr/>
              <p14:nvPr/>
            </p14:nvContentPartPr>
            <p14:xfrm>
              <a:off x="9160907" y="3245489"/>
              <a:ext cx="348840" cy="322200"/>
            </p14:xfrm>
          </p:contentPart>
        </mc:Choice>
        <mc:Fallback xmlns="">
          <p:pic>
            <p:nvPicPr>
              <p:cNvPr id="184" name="墨迹 183">
                <a:extLst>
                  <a:ext uri="{FF2B5EF4-FFF2-40B4-BE49-F238E27FC236}">
                    <a16:creationId xmlns:a16="http://schemas.microsoft.com/office/drawing/2014/main" id="{5DBFE556-E1A0-422A-831C-95ACB20F996C}"/>
                  </a:ext>
                </a:extLst>
              </p:cNvPr>
              <p:cNvPicPr/>
              <p:nvPr/>
            </p:nvPicPr>
            <p:blipFill>
              <a:blip r:embed="rId81"/>
              <a:stretch>
                <a:fillRect/>
              </a:stretch>
            </p:blipFill>
            <p:spPr>
              <a:xfrm>
                <a:off x="9151907" y="3236499"/>
                <a:ext cx="366480" cy="3398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37" name="墨迹 236">
                <a:extLst>
                  <a:ext uri="{FF2B5EF4-FFF2-40B4-BE49-F238E27FC236}">
                    <a16:creationId xmlns:a16="http://schemas.microsoft.com/office/drawing/2014/main" id="{2AE4C8AC-2646-4C00-A59F-37AEFA336895}"/>
                  </a:ext>
                </a:extLst>
              </p14:cNvPr>
              <p14:cNvContentPartPr/>
              <p14:nvPr/>
            </p14:nvContentPartPr>
            <p14:xfrm>
              <a:off x="10587947" y="3205169"/>
              <a:ext cx="1598760" cy="405360"/>
            </p14:xfrm>
          </p:contentPart>
        </mc:Choice>
        <mc:Fallback xmlns="">
          <p:pic>
            <p:nvPicPr>
              <p:cNvPr id="237" name="墨迹 236">
                <a:extLst>
                  <a:ext uri="{FF2B5EF4-FFF2-40B4-BE49-F238E27FC236}">
                    <a16:creationId xmlns:a16="http://schemas.microsoft.com/office/drawing/2014/main" id="{2AE4C8AC-2646-4C00-A59F-37AEFA336895}"/>
                  </a:ext>
                </a:extLst>
              </p:cNvPr>
              <p:cNvPicPr/>
              <p:nvPr/>
            </p:nvPicPr>
            <p:blipFill>
              <a:blip r:embed="rId83"/>
              <a:stretch>
                <a:fillRect/>
              </a:stretch>
            </p:blipFill>
            <p:spPr>
              <a:xfrm>
                <a:off x="10578947" y="3196521"/>
                <a:ext cx="1616400" cy="423016"/>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38" name="墨迹 237">
                <a:extLst>
                  <a:ext uri="{FF2B5EF4-FFF2-40B4-BE49-F238E27FC236}">
                    <a16:creationId xmlns:a16="http://schemas.microsoft.com/office/drawing/2014/main" id="{E5467A9E-A367-4C9D-B189-0A7F6A45C2FC}"/>
                  </a:ext>
                </a:extLst>
              </p14:cNvPr>
              <p14:cNvContentPartPr/>
              <p14:nvPr/>
            </p14:nvContentPartPr>
            <p14:xfrm>
              <a:off x="10055867" y="3228929"/>
              <a:ext cx="432000" cy="399960"/>
            </p14:xfrm>
          </p:contentPart>
        </mc:Choice>
        <mc:Fallback xmlns="">
          <p:pic>
            <p:nvPicPr>
              <p:cNvPr id="238" name="墨迹 237">
                <a:extLst>
                  <a:ext uri="{FF2B5EF4-FFF2-40B4-BE49-F238E27FC236}">
                    <a16:creationId xmlns:a16="http://schemas.microsoft.com/office/drawing/2014/main" id="{E5467A9E-A367-4C9D-B189-0A7F6A45C2FC}"/>
                  </a:ext>
                </a:extLst>
              </p:cNvPr>
              <p:cNvPicPr/>
              <p:nvPr/>
            </p:nvPicPr>
            <p:blipFill>
              <a:blip r:embed="rId85"/>
              <a:stretch>
                <a:fillRect/>
              </a:stretch>
            </p:blipFill>
            <p:spPr>
              <a:xfrm>
                <a:off x="10047220" y="3219929"/>
                <a:ext cx="449655" cy="417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47" name="墨迹 246">
                <a:extLst>
                  <a:ext uri="{FF2B5EF4-FFF2-40B4-BE49-F238E27FC236}">
                    <a16:creationId xmlns:a16="http://schemas.microsoft.com/office/drawing/2014/main" id="{89182BDD-30A9-419F-B1A1-F29075460E17}"/>
                  </a:ext>
                </a:extLst>
              </p14:cNvPr>
              <p14:cNvContentPartPr/>
              <p14:nvPr/>
            </p14:nvContentPartPr>
            <p14:xfrm>
              <a:off x="7683827" y="3934529"/>
              <a:ext cx="237240" cy="28800"/>
            </p14:xfrm>
          </p:contentPart>
        </mc:Choice>
        <mc:Fallback xmlns="">
          <p:pic>
            <p:nvPicPr>
              <p:cNvPr id="247" name="墨迹 246">
                <a:extLst>
                  <a:ext uri="{FF2B5EF4-FFF2-40B4-BE49-F238E27FC236}">
                    <a16:creationId xmlns:a16="http://schemas.microsoft.com/office/drawing/2014/main" id="{89182BDD-30A9-419F-B1A1-F29075460E17}"/>
                  </a:ext>
                </a:extLst>
              </p:cNvPr>
              <p:cNvPicPr/>
              <p:nvPr/>
            </p:nvPicPr>
            <p:blipFill>
              <a:blip r:embed="rId87"/>
              <a:stretch>
                <a:fillRect/>
              </a:stretch>
            </p:blipFill>
            <p:spPr>
              <a:xfrm>
                <a:off x="7674827" y="3925889"/>
                <a:ext cx="2548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48" name="墨迹 247">
                <a:extLst>
                  <a:ext uri="{FF2B5EF4-FFF2-40B4-BE49-F238E27FC236}">
                    <a16:creationId xmlns:a16="http://schemas.microsoft.com/office/drawing/2014/main" id="{1B1E9E3F-FF81-453F-A9E8-A63A2D6B0CF5}"/>
                  </a:ext>
                </a:extLst>
              </p14:cNvPr>
              <p14:cNvContentPartPr/>
              <p14:nvPr/>
            </p14:nvContentPartPr>
            <p14:xfrm>
              <a:off x="7394387" y="3813209"/>
              <a:ext cx="183240" cy="324000"/>
            </p14:xfrm>
          </p:contentPart>
        </mc:Choice>
        <mc:Fallback xmlns="">
          <p:pic>
            <p:nvPicPr>
              <p:cNvPr id="248" name="墨迹 247">
                <a:extLst>
                  <a:ext uri="{FF2B5EF4-FFF2-40B4-BE49-F238E27FC236}">
                    <a16:creationId xmlns:a16="http://schemas.microsoft.com/office/drawing/2014/main" id="{1B1E9E3F-FF81-453F-A9E8-A63A2D6B0CF5}"/>
                  </a:ext>
                </a:extLst>
              </p:cNvPr>
              <p:cNvPicPr/>
              <p:nvPr/>
            </p:nvPicPr>
            <p:blipFill>
              <a:blip r:embed="rId89"/>
              <a:stretch>
                <a:fillRect/>
              </a:stretch>
            </p:blipFill>
            <p:spPr>
              <a:xfrm>
                <a:off x="7385387" y="3804209"/>
                <a:ext cx="20088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49" name="墨迹 248">
                <a:extLst>
                  <a:ext uri="{FF2B5EF4-FFF2-40B4-BE49-F238E27FC236}">
                    <a16:creationId xmlns:a16="http://schemas.microsoft.com/office/drawing/2014/main" id="{478F96E5-77BE-480F-BE1B-D7A13C269356}"/>
                  </a:ext>
                </a:extLst>
              </p14:cNvPr>
              <p14:cNvContentPartPr/>
              <p14:nvPr/>
            </p14:nvContentPartPr>
            <p14:xfrm>
              <a:off x="7038347" y="3833369"/>
              <a:ext cx="205200" cy="263160"/>
            </p14:xfrm>
          </p:contentPart>
        </mc:Choice>
        <mc:Fallback xmlns="">
          <p:pic>
            <p:nvPicPr>
              <p:cNvPr id="249" name="墨迹 248">
                <a:extLst>
                  <a:ext uri="{FF2B5EF4-FFF2-40B4-BE49-F238E27FC236}">
                    <a16:creationId xmlns:a16="http://schemas.microsoft.com/office/drawing/2014/main" id="{478F96E5-77BE-480F-BE1B-D7A13C269356}"/>
                  </a:ext>
                </a:extLst>
              </p:cNvPr>
              <p:cNvPicPr/>
              <p:nvPr/>
            </p:nvPicPr>
            <p:blipFill>
              <a:blip r:embed="rId91"/>
              <a:stretch>
                <a:fillRect/>
              </a:stretch>
            </p:blipFill>
            <p:spPr>
              <a:xfrm>
                <a:off x="7029707" y="3824729"/>
                <a:ext cx="22284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50" name="墨迹 249">
                <a:extLst>
                  <a:ext uri="{FF2B5EF4-FFF2-40B4-BE49-F238E27FC236}">
                    <a16:creationId xmlns:a16="http://schemas.microsoft.com/office/drawing/2014/main" id="{7CEFC8E4-CB37-4E76-8D15-5F587181CF6C}"/>
                  </a:ext>
                </a:extLst>
              </p14:cNvPr>
              <p14:cNvContentPartPr/>
              <p14:nvPr/>
            </p14:nvContentPartPr>
            <p14:xfrm>
              <a:off x="6699947" y="3815729"/>
              <a:ext cx="197640" cy="227880"/>
            </p14:xfrm>
          </p:contentPart>
        </mc:Choice>
        <mc:Fallback xmlns="">
          <p:pic>
            <p:nvPicPr>
              <p:cNvPr id="250" name="墨迹 249">
                <a:extLst>
                  <a:ext uri="{FF2B5EF4-FFF2-40B4-BE49-F238E27FC236}">
                    <a16:creationId xmlns:a16="http://schemas.microsoft.com/office/drawing/2014/main" id="{7CEFC8E4-CB37-4E76-8D15-5F587181CF6C}"/>
                  </a:ext>
                </a:extLst>
              </p:cNvPr>
              <p:cNvPicPr/>
              <p:nvPr/>
            </p:nvPicPr>
            <p:blipFill>
              <a:blip r:embed="rId93"/>
              <a:stretch>
                <a:fillRect/>
              </a:stretch>
            </p:blipFill>
            <p:spPr>
              <a:xfrm>
                <a:off x="6691307" y="3806729"/>
                <a:ext cx="21528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68" name="墨迹 267">
                <a:extLst>
                  <a:ext uri="{FF2B5EF4-FFF2-40B4-BE49-F238E27FC236}">
                    <a16:creationId xmlns:a16="http://schemas.microsoft.com/office/drawing/2014/main" id="{24F63151-7431-4DA5-A63C-CA8F86BF88F1}"/>
                  </a:ext>
                </a:extLst>
              </p14:cNvPr>
              <p14:cNvContentPartPr/>
              <p14:nvPr/>
            </p14:nvContentPartPr>
            <p14:xfrm>
              <a:off x="9619187" y="3859649"/>
              <a:ext cx="228600" cy="250560"/>
            </p14:xfrm>
          </p:contentPart>
        </mc:Choice>
        <mc:Fallback xmlns="">
          <p:pic>
            <p:nvPicPr>
              <p:cNvPr id="268" name="墨迹 267">
                <a:extLst>
                  <a:ext uri="{FF2B5EF4-FFF2-40B4-BE49-F238E27FC236}">
                    <a16:creationId xmlns:a16="http://schemas.microsoft.com/office/drawing/2014/main" id="{24F63151-7431-4DA5-A63C-CA8F86BF88F1}"/>
                  </a:ext>
                </a:extLst>
              </p:cNvPr>
              <p:cNvPicPr/>
              <p:nvPr/>
            </p:nvPicPr>
            <p:blipFill>
              <a:blip r:embed="rId95"/>
              <a:stretch>
                <a:fillRect/>
              </a:stretch>
            </p:blipFill>
            <p:spPr>
              <a:xfrm>
                <a:off x="9610533" y="3850649"/>
                <a:ext cx="246268"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269" name="墨迹 268">
                <a:extLst>
                  <a:ext uri="{FF2B5EF4-FFF2-40B4-BE49-F238E27FC236}">
                    <a16:creationId xmlns:a16="http://schemas.microsoft.com/office/drawing/2014/main" id="{46B056A6-76F4-4F8B-B40D-8F771777C38D}"/>
                  </a:ext>
                </a:extLst>
              </p14:cNvPr>
              <p14:cNvContentPartPr/>
              <p14:nvPr/>
            </p14:nvContentPartPr>
            <p14:xfrm>
              <a:off x="9037787" y="3786929"/>
              <a:ext cx="505800" cy="328680"/>
            </p14:xfrm>
          </p:contentPart>
        </mc:Choice>
        <mc:Fallback xmlns="">
          <p:pic>
            <p:nvPicPr>
              <p:cNvPr id="269" name="墨迹 268">
                <a:extLst>
                  <a:ext uri="{FF2B5EF4-FFF2-40B4-BE49-F238E27FC236}">
                    <a16:creationId xmlns:a16="http://schemas.microsoft.com/office/drawing/2014/main" id="{46B056A6-76F4-4F8B-B40D-8F771777C38D}"/>
                  </a:ext>
                </a:extLst>
              </p:cNvPr>
              <p:cNvPicPr/>
              <p:nvPr/>
            </p:nvPicPr>
            <p:blipFill>
              <a:blip r:embed="rId97"/>
              <a:stretch>
                <a:fillRect/>
              </a:stretch>
            </p:blipFill>
            <p:spPr>
              <a:xfrm>
                <a:off x="9028787" y="3777939"/>
                <a:ext cx="523440" cy="346301"/>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272" name="墨迹 271">
                <a:extLst>
                  <a:ext uri="{FF2B5EF4-FFF2-40B4-BE49-F238E27FC236}">
                    <a16:creationId xmlns:a16="http://schemas.microsoft.com/office/drawing/2014/main" id="{22C1D30F-0CFE-4996-9054-741737FFD4B4}"/>
                  </a:ext>
                </a:extLst>
              </p14:cNvPr>
              <p14:cNvContentPartPr/>
              <p14:nvPr/>
            </p14:nvContentPartPr>
            <p14:xfrm>
              <a:off x="3324947" y="4204889"/>
              <a:ext cx="224280" cy="257040"/>
            </p14:xfrm>
          </p:contentPart>
        </mc:Choice>
        <mc:Fallback xmlns="">
          <p:pic>
            <p:nvPicPr>
              <p:cNvPr id="272" name="墨迹 271">
                <a:extLst>
                  <a:ext uri="{FF2B5EF4-FFF2-40B4-BE49-F238E27FC236}">
                    <a16:creationId xmlns:a16="http://schemas.microsoft.com/office/drawing/2014/main" id="{22C1D30F-0CFE-4996-9054-741737FFD4B4}"/>
                  </a:ext>
                </a:extLst>
              </p:cNvPr>
              <p:cNvPicPr/>
              <p:nvPr/>
            </p:nvPicPr>
            <p:blipFill>
              <a:blip r:embed="rId99"/>
              <a:stretch>
                <a:fillRect/>
              </a:stretch>
            </p:blipFill>
            <p:spPr>
              <a:xfrm>
                <a:off x="3315961" y="4196249"/>
                <a:ext cx="241892"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283" name="墨迹 282">
                <a:extLst>
                  <a:ext uri="{FF2B5EF4-FFF2-40B4-BE49-F238E27FC236}">
                    <a16:creationId xmlns:a16="http://schemas.microsoft.com/office/drawing/2014/main" id="{A8409248-B96D-4BE1-8E5C-538531A77D9E}"/>
                  </a:ext>
                </a:extLst>
              </p14:cNvPr>
              <p14:cNvContentPartPr/>
              <p14:nvPr/>
            </p14:nvContentPartPr>
            <p14:xfrm>
              <a:off x="2723747" y="4630049"/>
              <a:ext cx="798480" cy="230400"/>
            </p14:xfrm>
          </p:contentPart>
        </mc:Choice>
        <mc:Fallback xmlns="">
          <p:pic>
            <p:nvPicPr>
              <p:cNvPr id="283" name="墨迹 282">
                <a:extLst>
                  <a:ext uri="{FF2B5EF4-FFF2-40B4-BE49-F238E27FC236}">
                    <a16:creationId xmlns:a16="http://schemas.microsoft.com/office/drawing/2014/main" id="{A8409248-B96D-4BE1-8E5C-538531A77D9E}"/>
                  </a:ext>
                </a:extLst>
              </p:cNvPr>
              <p:cNvPicPr/>
              <p:nvPr/>
            </p:nvPicPr>
            <p:blipFill>
              <a:blip r:embed="rId101"/>
              <a:stretch>
                <a:fillRect/>
              </a:stretch>
            </p:blipFill>
            <p:spPr>
              <a:xfrm>
                <a:off x="2714751" y="4621395"/>
                <a:ext cx="816112" cy="248068"/>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32" name="墨迹 331">
                <a:extLst>
                  <a:ext uri="{FF2B5EF4-FFF2-40B4-BE49-F238E27FC236}">
                    <a16:creationId xmlns:a16="http://schemas.microsoft.com/office/drawing/2014/main" id="{6085F454-0676-4C32-AA30-D6DE9356DACE}"/>
                  </a:ext>
                </a:extLst>
              </p14:cNvPr>
              <p14:cNvContentPartPr/>
              <p14:nvPr/>
            </p14:nvContentPartPr>
            <p14:xfrm>
              <a:off x="4107227" y="4083209"/>
              <a:ext cx="1980000" cy="838800"/>
            </p14:xfrm>
          </p:contentPart>
        </mc:Choice>
        <mc:Fallback xmlns="">
          <p:pic>
            <p:nvPicPr>
              <p:cNvPr id="332" name="墨迹 331">
                <a:extLst>
                  <a:ext uri="{FF2B5EF4-FFF2-40B4-BE49-F238E27FC236}">
                    <a16:creationId xmlns:a16="http://schemas.microsoft.com/office/drawing/2014/main" id="{6085F454-0676-4C32-AA30-D6DE9356DACE}"/>
                  </a:ext>
                </a:extLst>
              </p:cNvPr>
              <p:cNvPicPr/>
              <p:nvPr/>
            </p:nvPicPr>
            <p:blipFill>
              <a:blip r:embed="rId103"/>
              <a:stretch>
                <a:fillRect/>
              </a:stretch>
            </p:blipFill>
            <p:spPr>
              <a:xfrm>
                <a:off x="4098585" y="4074569"/>
                <a:ext cx="1997643" cy="8564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33" name="墨迹 332">
                <a:extLst>
                  <a:ext uri="{FF2B5EF4-FFF2-40B4-BE49-F238E27FC236}">
                    <a16:creationId xmlns:a16="http://schemas.microsoft.com/office/drawing/2014/main" id="{C7081560-3FD0-4C23-A4DA-E493D9D13948}"/>
                  </a:ext>
                </a:extLst>
              </p14:cNvPr>
              <p14:cNvContentPartPr/>
              <p14:nvPr/>
            </p14:nvContentPartPr>
            <p14:xfrm>
              <a:off x="8149611" y="595783"/>
              <a:ext cx="171000" cy="713880"/>
            </p14:xfrm>
          </p:contentPart>
        </mc:Choice>
        <mc:Fallback xmlns="">
          <p:pic>
            <p:nvPicPr>
              <p:cNvPr id="333" name="墨迹 332">
                <a:extLst>
                  <a:ext uri="{FF2B5EF4-FFF2-40B4-BE49-F238E27FC236}">
                    <a16:creationId xmlns:a16="http://schemas.microsoft.com/office/drawing/2014/main" id="{C7081560-3FD0-4C23-A4DA-E493D9D13948}"/>
                  </a:ext>
                </a:extLst>
              </p:cNvPr>
              <p:cNvPicPr/>
              <p:nvPr/>
            </p:nvPicPr>
            <p:blipFill>
              <a:blip r:embed="rId105"/>
              <a:stretch>
                <a:fillRect/>
              </a:stretch>
            </p:blipFill>
            <p:spPr>
              <a:xfrm>
                <a:off x="8140611" y="586783"/>
                <a:ext cx="188640" cy="731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44" name="墨迹 343">
                <a:extLst>
                  <a:ext uri="{FF2B5EF4-FFF2-40B4-BE49-F238E27FC236}">
                    <a16:creationId xmlns:a16="http://schemas.microsoft.com/office/drawing/2014/main" id="{AAD165A4-3888-434F-AC44-0F499755680F}"/>
                  </a:ext>
                </a:extLst>
              </p14:cNvPr>
              <p14:cNvContentPartPr/>
              <p14:nvPr/>
            </p14:nvContentPartPr>
            <p14:xfrm>
              <a:off x="8413491" y="625303"/>
              <a:ext cx="243720" cy="461160"/>
            </p14:xfrm>
          </p:contentPart>
        </mc:Choice>
        <mc:Fallback xmlns="">
          <p:pic>
            <p:nvPicPr>
              <p:cNvPr id="344" name="墨迹 343">
                <a:extLst>
                  <a:ext uri="{FF2B5EF4-FFF2-40B4-BE49-F238E27FC236}">
                    <a16:creationId xmlns:a16="http://schemas.microsoft.com/office/drawing/2014/main" id="{AAD165A4-3888-434F-AC44-0F499755680F}"/>
                  </a:ext>
                </a:extLst>
              </p:cNvPr>
              <p:cNvPicPr/>
              <p:nvPr/>
            </p:nvPicPr>
            <p:blipFill>
              <a:blip r:embed="rId107"/>
              <a:stretch>
                <a:fillRect/>
              </a:stretch>
            </p:blipFill>
            <p:spPr>
              <a:xfrm>
                <a:off x="8404851" y="616663"/>
                <a:ext cx="261360" cy="4788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51" name="墨迹 350">
                <a:extLst>
                  <a:ext uri="{FF2B5EF4-FFF2-40B4-BE49-F238E27FC236}">
                    <a16:creationId xmlns:a16="http://schemas.microsoft.com/office/drawing/2014/main" id="{065C383C-E158-456B-A4F0-736E59A4563C}"/>
                  </a:ext>
                </a:extLst>
              </p14:cNvPr>
              <p14:cNvContentPartPr/>
              <p14:nvPr/>
            </p14:nvContentPartPr>
            <p14:xfrm>
              <a:off x="8791491" y="951103"/>
              <a:ext cx="202680" cy="91800"/>
            </p14:xfrm>
          </p:contentPart>
        </mc:Choice>
        <mc:Fallback xmlns="">
          <p:pic>
            <p:nvPicPr>
              <p:cNvPr id="351" name="墨迹 350">
                <a:extLst>
                  <a:ext uri="{FF2B5EF4-FFF2-40B4-BE49-F238E27FC236}">
                    <a16:creationId xmlns:a16="http://schemas.microsoft.com/office/drawing/2014/main" id="{065C383C-E158-456B-A4F0-736E59A4563C}"/>
                  </a:ext>
                </a:extLst>
              </p:cNvPr>
              <p:cNvPicPr/>
              <p:nvPr/>
            </p:nvPicPr>
            <p:blipFill>
              <a:blip r:embed="rId109"/>
              <a:stretch>
                <a:fillRect/>
              </a:stretch>
            </p:blipFill>
            <p:spPr>
              <a:xfrm>
                <a:off x="8782851" y="942463"/>
                <a:ext cx="22032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52" name="墨迹 351">
                <a:extLst>
                  <a:ext uri="{FF2B5EF4-FFF2-40B4-BE49-F238E27FC236}">
                    <a16:creationId xmlns:a16="http://schemas.microsoft.com/office/drawing/2014/main" id="{AE70F827-6589-405E-A1C3-EE7CAE78A948}"/>
                  </a:ext>
                </a:extLst>
              </p14:cNvPr>
              <p14:cNvContentPartPr/>
              <p14:nvPr/>
            </p14:nvContentPartPr>
            <p14:xfrm>
              <a:off x="8760531" y="655543"/>
              <a:ext cx="270360" cy="236880"/>
            </p14:xfrm>
          </p:contentPart>
        </mc:Choice>
        <mc:Fallback xmlns="">
          <p:pic>
            <p:nvPicPr>
              <p:cNvPr id="352" name="墨迹 351">
                <a:extLst>
                  <a:ext uri="{FF2B5EF4-FFF2-40B4-BE49-F238E27FC236}">
                    <a16:creationId xmlns:a16="http://schemas.microsoft.com/office/drawing/2014/main" id="{AE70F827-6589-405E-A1C3-EE7CAE78A948}"/>
                  </a:ext>
                </a:extLst>
              </p:cNvPr>
              <p:cNvPicPr/>
              <p:nvPr/>
            </p:nvPicPr>
            <p:blipFill>
              <a:blip r:embed="rId111"/>
              <a:stretch>
                <a:fillRect/>
              </a:stretch>
            </p:blipFill>
            <p:spPr>
              <a:xfrm>
                <a:off x="8751531" y="646543"/>
                <a:ext cx="28800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62" name="墨迹 361">
                <a:extLst>
                  <a:ext uri="{FF2B5EF4-FFF2-40B4-BE49-F238E27FC236}">
                    <a16:creationId xmlns:a16="http://schemas.microsoft.com/office/drawing/2014/main" id="{04547E98-6926-47BB-B6D3-93345FAF8E91}"/>
                  </a:ext>
                </a:extLst>
              </p14:cNvPr>
              <p14:cNvContentPartPr/>
              <p14:nvPr/>
            </p14:nvContentPartPr>
            <p14:xfrm>
              <a:off x="9717411" y="759583"/>
              <a:ext cx="329760" cy="287640"/>
            </p14:xfrm>
          </p:contentPart>
        </mc:Choice>
        <mc:Fallback xmlns="">
          <p:pic>
            <p:nvPicPr>
              <p:cNvPr id="362" name="墨迹 361">
                <a:extLst>
                  <a:ext uri="{FF2B5EF4-FFF2-40B4-BE49-F238E27FC236}">
                    <a16:creationId xmlns:a16="http://schemas.microsoft.com/office/drawing/2014/main" id="{04547E98-6926-47BB-B6D3-93345FAF8E91}"/>
                  </a:ext>
                </a:extLst>
              </p:cNvPr>
              <p:cNvPicPr/>
              <p:nvPr/>
            </p:nvPicPr>
            <p:blipFill>
              <a:blip r:embed="rId113"/>
              <a:stretch>
                <a:fillRect/>
              </a:stretch>
            </p:blipFill>
            <p:spPr>
              <a:xfrm>
                <a:off x="9708411" y="750583"/>
                <a:ext cx="34740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363" name="墨迹 362">
                <a:extLst>
                  <a:ext uri="{FF2B5EF4-FFF2-40B4-BE49-F238E27FC236}">
                    <a16:creationId xmlns:a16="http://schemas.microsoft.com/office/drawing/2014/main" id="{CF6CEEE5-03C5-4170-ACD6-CFEC512C5E8F}"/>
                  </a:ext>
                </a:extLst>
              </p14:cNvPr>
              <p14:cNvContentPartPr/>
              <p14:nvPr/>
            </p14:nvContentPartPr>
            <p14:xfrm>
              <a:off x="9318531" y="735463"/>
              <a:ext cx="300600" cy="263880"/>
            </p14:xfrm>
          </p:contentPart>
        </mc:Choice>
        <mc:Fallback xmlns="">
          <p:pic>
            <p:nvPicPr>
              <p:cNvPr id="363" name="墨迹 362">
                <a:extLst>
                  <a:ext uri="{FF2B5EF4-FFF2-40B4-BE49-F238E27FC236}">
                    <a16:creationId xmlns:a16="http://schemas.microsoft.com/office/drawing/2014/main" id="{CF6CEEE5-03C5-4170-ACD6-CFEC512C5E8F}"/>
                  </a:ext>
                </a:extLst>
              </p:cNvPr>
              <p:cNvPicPr/>
              <p:nvPr/>
            </p:nvPicPr>
            <p:blipFill>
              <a:blip r:embed="rId115"/>
              <a:stretch>
                <a:fillRect/>
              </a:stretch>
            </p:blipFill>
            <p:spPr>
              <a:xfrm>
                <a:off x="9309881" y="726463"/>
                <a:ext cx="318261"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364" name="墨迹 363">
                <a:extLst>
                  <a:ext uri="{FF2B5EF4-FFF2-40B4-BE49-F238E27FC236}">
                    <a16:creationId xmlns:a16="http://schemas.microsoft.com/office/drawing/2014/main" id="{8C46EE0E-049D-4358-8B5E-8B06183C6816}"/>
                  </a:ext>
                </a:extLst>
              </p14:cNvPr>
              <p14:cNvContentPartPr/>
              <p14:nvPr/>
            </p14:nvContentPartPr>
            <p14:xfrm>
              <a:off x="10118811" y="1008343"/>
              <a:ext cx="53280" cy="63720"/>
            </p14:xfrm>
          </p:contentPart>
        </mc:Choice>
        <mc:Fallback xmlns="">
          <p:pic>
            <p:nvPicPr>
              <p:cNvPr id="364" name="墨迹 363">
                <a:extLst>
                  <a:ext uri="{FF2B5EF4-FFF2-40B4-BE49-F238E27FC236}">
                    <a16:creationId xmlns:a16="http://schemas.microsoft.com/office/drawing/2014/main" id="{8C46EE0E-049D-4358-8B5E-8B06183C6816}"/>
                  </a:ext>
                </a:extLst>
              </p:cNvPr>
              <p:cNvPicPr/>
              <p:nvPr/>
            </p:nvPicPr>
            <p:blipFill>
              <a:blip r:embed="rId117"/>
              <a:stretch>
                <a:fillRect/>
              </a:stretch>
            </p:blipFill>
            <p:spPr>
              <a:xfrm>
                <a:off x="10110171" y="999343"/>
                <a:ext cx="7092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376" name="墨迹 375">
                <a:extLst>
                  <a:ext uri="{FF2B5EF4-FFF2-40B4-BE49-F238E27FC236}">
                    <a16:creationId xmlns:a16="http://schemas.microsoft.com/office/drawing/2014/main" id="{F5F7105A-9ADD-4424-8E24-73DC506562D6}"/>
                  </a:ext>
                </a:extLst>
              </p14:cNvPr>
              <p14:cNvContentPartPr/>
              <p14:nvPr/>
            </p14:nvContentPartPr>
            <p14:xfrm>
              <a:off x="11238051" y="1067383"/>
              <a:ext cx="28080" cy="33120"/>
            </p14:xfrm>
          </p:contentPart>
        </mc:Choice>
        <mc:Fallback xmlns="">
          <p:pic>
            <p:nvPicPr>
              <p:cNvPr id="376" name="墨迹 375">
                <a:extLst>
                  <a:ext uri="{FF2B5EF4-FFF2-40B4-BE49-F238E27FC236}">
                    <a16:creationId xmlns:a16="http://schemas.microsoft.com/office/drawing/2014/main" id="{F5F7105A-9ADD-4424-8E24-73DC506562D6}"/>
                  </a:ext>
                </a:extLst>
              </p:cNvPr>
              <p:cNvPicPr/>
              <p:nvPr/>
            </p:nvPicPr>
            <p:blipFill>
              <a:blip r:embed="rId119"/>
              <a:stretch>
                <a:fillRect/>
              </a:stretch>
            </p:blipFill>
            <p:spPr>
              <a:xfrm>
                <a:off x="11229411" y="1058383"/>
                <a:ext cx="4572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386" name="墨迹 385">
                <a:extLst>
                  <a:ext uri="{FF2B5EF4-FFF2-40B4-BE49-F238E27FC236}">
                    <a16:creationId xmlns:a16="http://schemas.microsoft.com/office/drawing/2014/main" id="{D982EBE1-DDEC-4D01-913B-2A1800BF59CA}"/>
                  </a:ext>
                </a:extLst>
              </p14:cNvPr>
              <p14:cNvContentPartPr/>
              <p14:nvPr/>
            </p14:nvContentPartPr>
            <p14:xfrm>
              <a:off x="11744571" y="686143"/>
              <a:ext cx="351720" cy="416880"/>
            </p14:xfrm>
          </p:contentPart>
        </mc:Choice>
        <mc:Fallback xmlns="">
          <p:pic>
            <p:nvPicPr>
              <p:cNvPr id="386" name="墨迹 385">
                <a:extLst>
                  <a:ext uri="{FF2B5EF4-FFF2-40B4-BE49-F238E27FC236}">
                    <a16:creationId xmlns:a16="http://schemas.microsoft.com/office/drawing/2014/main" id="{D982EBE1-DDEC-4D01-913B-2A1800BF59CA}"/>
                  </a:ext>
                </a:extLst>
              </p:cNvPr>
              <p:cNvPicPr/>
              <p:nvPr/>
            </p:nvPicPr>
            <p:blipFill>
              <a:blip r:embed="rId121"/>
              <a:stretch>
                <a:fillRect/>
              </a:stretch>
            </p:blipFill>
            <p:spPr>
              <a:xfrm>
                <a:off x="11735931" y="677143"/>
                <a:ext cx="369360" cy="434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387" name="墨迹 386">
                <a:extLst>
                  <a:ext uri="{FF2B5EF4-FFF2-40B4-BE49-F238E27FC236}">
                    <a16:creationId xmlns:a16="http://schemas.microsoft.com/office/drawing/2014/main" id="{F7757F16-3229-4253-8240-FEC6995CB738}"/>
                  </a:ext>
                </a:extLst>
              </p14:cNvPr>
              <p14:cNvContentPartPr/>
              <p14:nvPr/>
            </p14:nvContentPartPr>
            <p14:xfrm>
              <a:off x="11355051" y="735463"/>
              <a:ext cx="302400" cy="297360"/>
            </p14:xfrm>
          </p:contentPart>
        </mc:Choice>
        <mc:Fallback xmlns="">
          <p:pic>
            <p:nvPicPr>
              <p:cNvPr id="387" name="墨迹 386">
                <a:extLst>
                  <a:ext uri="{FF2B5EF4-FFF2-40B4-BE49-F238E27FC236}">
                    <a16:creationId xmlns:a16="http://schemas.microsoft.com/office/drawing/2014/main" id="{F7757F16-3229-4253-8240-FEC6995CB738}"/>
                  </a:ext>
                </a:extLst>
              </p:cNvPr>
              <p:cNvPicPr/>
              <p:nvPr/>
            </p:nvPicPr>
            <p:blipFill>
              <a:blip r:embed="rId123"/>
              <a:stretch>
                <a:fillRect/>
              </a:stretch>
            </p:blipFill>
            <p:spPr>
              <a:xfrm>
                <a:off x="11346411" y="726463"/>
                <a:ext cx="32004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389" name="墨迹 388">
                <a:extLst>
                  <a:ext uri="{FF2B5EF4-FFF2-40B4-BE49-F238E27FC236}">
                    <a16:creationId xmlns:a16="http://schemas.microsoft.com/office/drawing/2014/main" id="{33743DD7-6A8B-41E7-A08E-A754244A843E}"/>
                  </a:ext>
                </a:extLst>
              </p14:cNvPr>
              <p14:cNvContentPartPr/>
              <p14:nvPr/>
            </p14:nvContentPartPr>
            <p14:xfrm>
              <a:off x="10349211" y="685783"/>
              <a:ext cx="415440" cy="408600"/>
            </p14:xfrm>
          </p:contentPart>
        </mc:Choice>
        <mc:Fallback xmlns="">
          <p:pic>
            <p:nvPicPr>
              <p:cNvPr id="389" name="墨迹 388">
                <a:extLst>
                  <a:ext uri="{FF2B5EF4-FFF2-40B4-BE49-F238E27FC236}">
                    <a16:creationId xmlns:a16="http://schemas.microsoft.com/office/drawing/2014/main" id="{33743DD7-6A8B-41E7-A08E-A754244A843E}"/>
                  </a:ext>
                </a:extLst>
              </p:cNvPr>
              <p:cNvPicPr/>
              <p:nvPr/>
            </p:nvPicPr>
            <p:blipFill>
              <a:blip r:embed="rId125"/>
              <a:stretch>
                <a:fillRect/>
              </a:stretch>
            </p:blipFill>
            <p:spPr>
              <a:xfrm>
                <a:off x="10340211" y="677143"/>
                <a:ext cx="433080" cy="426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394" name="墨迹 393">
                <a:extLst>
                  <a:ext uri="{FF2B5EF4-FFF2-40B4-BE49-F238E27FC236}">
                    <a16:creationId xmlns:a16="http://schemas.microsoft.com/office/drawing/2014/main" id="{36A5563D-BBF4-4693-9704-85EB2C100700}"/>
                  </a:ext>
                </a:extLst>
              </p14:cNvPr>
              <p14:cNvContentPartPr/>
              <p14:nvPr/>
            </p14:nvContentPartPr>
            <p14:xfrm>
              <a:off x="10856451" y="751303"/>
              <a:ext cx="246600" cy="380880"/>
            </p14:xfrm>
          </p:contentPart>
        </mc:Choice>
        <mc:Fallback xmlns="">
          <p:pic>
            <p:nvPicPr>
              <p:cNvPr id="394" name="墨迹 393">
                <a:extLst>
                  <a:ext uri="{FF2B5EF4-FFF2-40B4-BE49-F238E27FC236}">
                    <a16:creationId xmlns:a16="http://schemas.microsoft.com/office/drawing/2014/main" id="{36A5563D-BBF4-4693-9704-85EB2C100700}"/>
                  </a:ext>
                </a:extLst>
              </p:cNvPr>
              <p:cNvPicPr/>
              <p:nvPr/>
            </p:nvPicPr>
            <p:blipFill>
              <a:blip r:embed="rId127"/>
              <a:stretch>
                <a:fillRect/>
              </a:stretch>
            </p:blipFill>
            <p:spPr>
              <a:xfrm>
                <a:off x="10847451" y="742663"/>
                <a:ext cx="264240" cy="398520"/>
              </a:xfrm>
              <a:prstGeom prst="rect">
                <a:avLst/>
              </a:prstGeom>
            </p:spPr>
          </p:pic>
        </mc:Fallback>
      </mc:AlternateContent>
    </p:spTree>
    <p:extLst>
      <p:ext uri="{BB962C8B-B14F-4D97-AF65-F5344CB8AC3E}">
        <p14:creationId xmlns:p14="http://schemas.microsoft.com/office/powerpoint/2010/main" val="2546658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E5889E9-ABF6-4A3C-A899-A137F926D997}"/>
              </a:ext>
            </a:extLst>
          </p:cNvPr>
          <p:cNvSpPr>
            <a:spLocks noGrp="1"/>
          </p:cNvSpPr>
          <p:nvPr>
            <p:ph idx="1"/>
          </p:nvPr>
        </p:nvSpPr>
        <p:spPr>
          <a:xfrm>
            <a:off x="838200" y="1825625"/>
            <a:ext cx="5361678" cy="4351338"/>
          </a:xfrm>
        </p:spPr>
        <p:txBody>
          <a:bodyPr>
            <a:normAutofit/>
          </a:bodyPr>
          <a:lstStyle/>
          <a:p>
            <a:r>
              <a:rPr lang="en-US" altLang="zh-CN" sz="1800" dirty="0">
                <a:latin typeface="Bookman Old Style" panose="02050604050505020204" pitchFamily="18" charset="0"/>
              </a:rPr>
              <a:t>4.	</a:t>
            </a:r>
            <a:r>
              <a:rPr lang="zh-CN" altLang="en-US" sz="1800" dirty="0">
                <a:latin typeface="Bookman Old Style" panose="02050604050505020204" pitchFamily="18" charset="0"/>
              </a:rPr>
              <a:t>我国的“新干线”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5.	</a:t>
            </a:r>
            <a:r>
              <a:rPr lang="zh-CN" altLang="en-US" sz="1800" dirty="0">
                <a:latin typeface="Bookman Old Style" panose="02050604050505020204" pitchFamily="18" charset="0"/>
              </a:rPr>
              <a:t>海鸥，云雀，杨柳，蒲公英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15.	</a:t>
            </a:r>
            <a:r>
              <a:rPr lang="zh-CN" altLang="en-US" sz="1800" dirty="0">
                <a:latin typeface="Bookman Old Style" panose="02050604050505020204" pitchFamily="18" charset="0"/>
              </a:rPr>
              <a:t>在图书馆一定要做的事 </a:t>
            </a:r>
            <a:r>
              <a:rPr lang="en-US" altLang="zh-CN" sz="1800" dirty="0">
                <a:latin typeface="Bookman Old Style" panose="02050604050505020204" pitchFamily="18" charset="0"/>
              </a:rPr>
              <a:t>= ______ </a:t>
            </a:r>
            <a:r>
              <a:rPr lang="en-US" altLang="zh-CN" sz="1800" dirty="0"/>
              <a:t>↑</a:t>
            </a:r>
            <a:r>
              <a:rPr lang="zh-CN" altLang="en-US" sz="1800" dirty="0"/>
              <a:t> </a:t>
            </a:r>
            <a:endParaRPr lang="en-US" altLang="zh-CN" sz="1800" dirty="0"/>
          </a:p>
          <a:p>
            <a:r>
              <a:rPr lang="en-US" altLang="zh-CN" sz="1800" dirty="0">
                <a:latin typeface="Bookman Old Style" panose="02050604050505020204" pitchFamily="18" charset="0"/>
              </a:rPr>
              <a:t>18.	</a:t>
            </a:r>
            <a:r>
              <a:rPr lang="zh-CN" altLang="en-US" sz="1800" dirty="0">
                <a:latin typeface="Bookman Old Style" panose="02050604050505020204" pitchFamily="18" charset="0"/>
              </a:rPr>
              <a:t>近十年来人数日益壮大的新兴职业，通常会在他们的作品里请求人们留下自己的大拇指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22.	</a:t>
            </a:r>
            <a:r>
              <a:rPr lang="zh-CN" altLang="en-US" sz="1800" dirty="0">
                <a:latin typeface="Bookman Old Style" panose="02050604050505020204" pitchFamily="18" charset="0"/>
              </a:rPr>
              <a:t>出征波兰，不被看好的他以极小的概率战胜了来自所有种族的精锐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41. 	《</a:t>
            </a:r>
            <a:r>
              <a:rPr lang="zh-CN" altLang="en-US" sz="1800" dirty="0">
                <a:latin typeface="Bookman Old Style" panose="02050604050505020204" pitchFamily="18" charset="0"/>
              </a:rPr>
              <a:t>龙与地下城</a:t>
            </a:r>
            <a:r>
              <a:rPr lang="en-US" altLang="zh-CN" sz="1800" dirty="0">
                <a:latin typeface="Bookman Old Style" panose="02050604050505020204" pitchFamily="18" charset="0"/>
              </a:rPr>
              <a:t>》</a:t>
            </a:r>
            <a:r>
              <a:rPr lang="zh-CN" altLang="en-US" sz="1800" dirty="0">
                <a:latin typeface="Bookman Old Style" panose="02050604050505020204" pitchFamily="18" charset="0"/>
              </a:rPr>
              <a:t>创始者之一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44. 	5 </a:t>
            </a:r>
            <a:r>
              <a:rPr lang="en-US" altLang="zh-CN" sz="1800" b="1" dirty="0">
                <a:latin typeface="Bookman Old Style" panose="02050604050505020204" pitchFamily="18" charset="0"/>
              </a:rPr>
              <a:t>8</a:t>
            </a:r>
            <a:r>
              <a:rPr lang="en-US" altLang="zh-CN" sz="1800" dirty="0">
                <a:latin typeface="Bookman Old Style" panose="02050604050505020204" pitchFamily="18" charset="0"/>
              </a:rPr>
              <a:t> 1 2 5</a:t>
            </a:r>
            <a:r>
              <a:rPr lang="zh-CN" altLang="en-US" sz="1800" dirty="0">
                <a:latin typeface="Bookman Old Style" panose="02050604050505020204" pitchFamily="18" charset="0"/>
              </a:rPr>
              <a:t>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45. 	(37</a:t>
            </a:r>
            <a:r>
              <a:rPr lang="en-US" altLang="zh-CN" sz="1800" dirty="0"/>
              <a:t>→</a:t>
            </a:r>
            <a:r>
              <a:rPr lang="en-US" altLang="zh-CN" sz="1800" dirty="0">
                <a:latin typeface="Bookman Old Style" panose="02050604050505020204" pitchFamily="18" charset="0"/>
              </a:rPr>
              <a:t>)</a:t>
            </a:r>
            <a:r>
              <a:rPr lang="zh-CN" altLang="en-US" sz="1800" dirty="0">
                <a:latin typeface="Bookman Old Style" panose="02050604050505020204" pitchFamily="18" charset="0"/>
              </a:rPr>
              <a:t>即将在这个不远的将来的年份迁都 </a:t>
            </a:r>
          </a:p>
        </p:txBody>
      </p:sp>
      <mc:AlternateContent xmlns:mc="http://schemas.openxmlformats.org/markup-compatibility/2006" xmlns:p14="http://schemas.microsoft.com/office/powerpoint/2010/main">
        <mc:Choice Requires="p14">
          <p:contentPart p14:bwMode="auto" r:id="rId2">
            <p14:nvContentPartPr>
              <p14:cNvPr id="6" name="墨迹 5">
                <a:extLst>
                  <a:ext uri="{FF2B5EF4-FFF2-40B4-BE49-F238E27FC236}">
                    <a16:creationId xmlns:a16="http://schemas.microsoft.com/office/drawing/2014/main" id="{F832E1A6-EB8D-4666-AB41-94FE80431C9B}"/>
                  </a:ext>
                </a:extLst>
              </p14:cNvPr>
              <p14:cNvContentPartPr/>
              <p14:nvPr/>
            </p14:nvContentPartPr>
            <p14:xfrm>
              <a:off x="968300" y="783820"/>
              <a:ext cx="495000" cy="585360"/>
            </p14:xfrm>
          </p:contentPart>
        </mc:Choice>
        <mc:Fallback xmlns="">
          <p:pic>
            <p:nvPicPr>
              <p:cNvPr id="6" name="墨迹 5">
                <a:extLst>
                  <a:ext uri="{FF2B5EF4-FFF2-40B4-BE49-F238E27FC236}">
                    <a16:creationId xmlns:a16="http://schemas.microsoft.com/office/drawing/2014/main" id="{F832E1A6-EB8D-4666-AB41-94FE80431C9B}"/>
                  </a:ext>
                </a:extLst>
              </p:cNvPr>
              <p:cNvPicPr/>
              <p:nvPr/>
            </p:nvPicPr>
            <p:blipFill>
              <a:blip r:embed="rId3"/>
              <a:stretch>
                <a:fillRect/>
              </a:stretch>
            </p:blipFill>
            <p:spPr>
              <a:xfrm>
                <a:off x="959660" y="775180"/>
                <a:ext cx="512640" cy="603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墨迹 8">
                <a:extLst>
                  <a:ext uri="{FF2B5EF4-FFF2-40B4-BE49-F238E27FC236}">
                    <a16:creationId xmlns:a16="http://schemas.microsoft.com/office/drawing/2014/main" id="{BBC75173-0BE0-4616-868E-3ACE80348001}"/>
                  </a:ext>
                </a:extLst>
              </p14:cNvPr>
              <p14:cNvContentPartPr/>
              <p14:nvPr/>
            </p14:nvContentPartPr>
            <p14:xfrm>
              <a:off x="1871899" y="793899"/>
              <a:ext cx="443733" cy="539227"/>
            </p14:xfrm>
          </p:contentPart>
        </mc:Choice>
        <mc:Fallback xmlns="">
          <p:pic>
            <p:nvPicPr>
              <p:cNvPr id="9" name="墨迹 8">
                <a:extLst>
                  <a:ext uri="{FF2B5EF4-FFF2-40B4-BE49-F238E27FC236}">
                    <a16:creationId xmlns:a16="http://schemas.microsoft.com/office/drawing/2014/main" id="{BBC75173-0BE0-4616-868E-3ACE80348001}"/>
                  </a:ext>
                </a:extLst>
              </p:cNvPr>
              <p:cNvPicPr/>
              <p:nvPr/>
            </p:nvPicPr>
            <p:blipFill>
              <a:blip r:embed="rId5"/>
              <a:stretch>
                <a:fillRect/>
              </a:stretch>
            </p:blipFill>
            <p:spPr>
              <a:xfrm>
                <a:off x="1862902" y="784900"/>
                <a:ext cx="461367" cy="556865"/>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墨迹 11">
                <a:extLst>
                  <a:ext uri="{FF2B5EF4-FFF2-40B4-BE49-F238E27FC236}">
                    <a16:creationId xmlns:a16="http://schemas.microsoft.com/office/drawing/2014/main" id="{3A896BE4-3751-46B8-9514-87F5CEBBB0E2}"/>
                  </a:ext>
                </a:extLst>
              </p14:cNvPr>
              <p14:cNvContentPartPr/>
              <p14:nvPr/>
            </p14:nvContentPartPr>
            <p14:xfrm>
              <a:off x="2608460" y="777339"/>
              <a:ext cx="495000" cy="591841"/>
            </p14:xfrm>
          </p:contentPart>
        </mc:Choice>
        <mc:Fallback xmlns="">
          <p:pic>
            <p:nvPicPr>
              <p:cNvPr id="12" name="墨迹 11">
                <a:extLst>
                  <a:ext uri="{FF2B5EF4-FFF2-40B4-BE49-F238E27FC236}">
                    <a16:creationId xmlns:a16="http://schemas.microsoft.com/office/drawing/2014/main" id="{3A896BE4-3751-46B8-9514-87F5CEBBB0E2}"/>
                  </a:ext>
                </a:extLst>
              </p:cNvPr>
              <p:cNvPicPr/>
              <p:nvPr/>
            </p:nvPicPr>
            <p:blipFill>
              <a:blip r:embed="rId7"/>
              <a:stretch>
                <a:fillRect/>
              </a:stretch>
            </p:blipFill>
            <p:spPr>
              <a:xfrm>
                <a:off x="2599453" y="768694"/>
                <a:ext cx="512653" cy="609492"/>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墨迹 12">
                <a:extLst>
                  <a:ext uri="{FF2B5EF4-FFF2-40B4-BE49-F238E27FC236}">
                    <a16:creationId xmlns:a16="http://schemas.microsoft.com/office/drawing/2014/main" id="{1920A5EE-5F15-49E2-8832-E7CE33A264B6}"/>
                  </a:ext>
                </a:extLst>
              </p14:cNvPr>
              <p14:cNvContentPartPr/>
              <p14:nvPr/>
            </p14:nvContentPartPr>
            <p14:xfrm>
              <a:off x="3639860" y="683380"/>
              <a:ext cx="370080" cy="642960"/>
            </p14:xfrm>
          </p:contentPart>
        </mc:Choice>
        <mc:Fallback xmlns="">
          <p:pic>
            <p:nvPicPr>
              <p:cNvPr id="13" name="墨迹 12">
                <a:extLst>
                  <a:ext uri="{FF2B5EF4-FFF2-40B4-BE49-F238E27FC236}">
                    <a16:creationId xmlns:a16="http://schemas.microsoft.com/office/drawing/2014/main" id="{1920A5EE-5F15-49E2-8832-E7CE33A264B6}"/>
                  </a:ext>
                </a:extLst>
              </p:cNvPr>
              <p:cNvPicPr/>
              <p:nvPr/>
            </p:nvPicPr>
            <p:blipFill>
              <a:blip r:embed="rId9"/>
              <a:stretch>
                <a:fillRect/>
              </a:stretch>
            </p:blipFill>
            <p:spPr>
              <a:xfrm>
                <a:off x="3630860" y="674740"/>
                <a:ext cx="387720" cy="660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墨迹 15">
                <a:extLst>
                  <a:ext uri="{FF2B5EF4-FFF2-40B4-BE49-F238E27FC236}">
                    <a16:creationId xmlns:a16="http://schemas.microsoft.com/office/drawing/2014/main" id="{9321D9F8-04A5-487B-AA1F-E1D5BB689B7A}"/>
                  </a:ext>
                </a:extLst>
              </p14:cNvPr>
              <p14:cNvContentPartPr/>
              <p14:nvPr/>
            </p14:nvContentPartPr>
            <p14:xfrm>
              <a:off x="4374620" y="762580"/>
              <a:ext cx="587160" cy="491040"/>
            </p14:xfrm>
          </p:contentPart>
        </mc:Choice>
        <mc:Fallback xmlns="">
          <p:pic>
            <p:nvPicPr>
              <p:cNvPr id="16" name="墨迹 15">
                <a:extLst>
                  <a:ext uri="{FF2B5EF4-FFF2-40B4-BE49-F238E27FC236}">
                    <a16:creationId xmlns:a16="http://schemas.microsoft.com/office/drawing/2014/main" id="{9321D9F8-04A5-487B-AA1F-E1D5BB689B7A}"/>
                  </a:ext>
                </a:extLst>
              </p:cNvPr>
              <p:cNvPicPr/>
              <p:nvPr/>
            </p:nvPicPr>
            <p:blipFill>
              <a:blip r:embed="rId11"/>
              <a:stretch>
                <a:fillRect/>
              </a:stretch>
            </p:blipFill>
            <p:spPr>
              <a:xfrm>
                <a:off x="4365620" y="753940"/>
                <a:ext cx="604800" cy="508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5" name="墨迹 24">
                <a:extLst>
                  <a:ext uri="{FF2B5EF4-FFF2-40B4-BE49-F238E27FC236}">
                    <a16:creationId xmlns:a16="http://schemas.microsoft.com/office/drawing/2014/main" id="{FF290DC6-9618-4CAF-B5CB-B13CED57878A}"/>
                  </a:ext>
                </a:extLst>
              </p14:cNvPr>
              <p14:cNvContentPartPr/>
              <p14:nvPr/>
            </p14:nvContentPartPr>
            <p14:xfrm>
              <a:off x="5444180" y="791380"/>
              <a:ext cx="450360" cy="402120"/>
            </p14:xfrm>
          </p:contentPart>
        </mc:Choice>
        <mc:Fallback xmlns="">
          <p:pic>
            <p:nvPicPr>
              <p:cNvPr id="25" name="墨迹 24">
                <a:extLst>
                  <a:ext uri="{FF2B5EF4-FFF2-40B4-BE49-F238E27FC236}">
                    <a16:creationId xmlns:a16="http://schemas.microsoft.com/office/drawing/2014/main" id="{FF290DC6-9618-4CAF-B5CB-B13CED57878A}"/>
                  </a:ext>
                </a:extLst>
              </p:cNvPr>
              <p:cNvPicPr/>
              <p:nvPr/>
            </p:nvPicPr>
            <p:blipFill>
              <a:blip r:embed="rId13"/>
              <a:stretch>
                <a:fillRect/>
              </a:stretch>
            </p:blipFill>
            <p:spPr>
              <a:xfrm>
                <a:off x="5435540" y="782388"/>
                <a:ext cx="468000" cy="419744"/>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墨迹 19">
                <a:extLst>
                  <a:ext uri="{FF2B5EF4-FFF2-40B4-BE49-F238E27FC236}">
                    <a16:creationId xmlns:a16="http://schemas.microsoft.com/office/drawing/2014/main" id="{69A62B46-6771-4D48-9D1A-38E1C3F48E3E}"/>
                  </a:ext>
                </a:extLst>
              </p14:cNvPr>
              <p14:cNvContentPartPr/>
              <p14:nvPr/>
            </p14:nvContentPartPr>
            <p14:xfrm>
              <a:off x="6940427" y="1349369"/>
              <a:ext cx="824760" cy="385560"/>
            </p14:xfrm>
          </p:contentPart>
        </mc:Choice>
        <mc:Fallback xmlns="">
          <p:pic>
            <p:nvPicPr>
              <p:cNvPr id="20" name="墨迹 19">
                <a:extLst>
                  <a:ext uri="{FF2B5EF4-FFF2-40B4-BE49-F238E27FC236}">
                    <a16:creationId xmlns:a16="http://schemas.microsoft.com/office/drawing/2014/main" id="{69A62B46-6771-4D48-9D1A-38E1C3F48E3E}"/>
                  </a:ext>
                </a:extLst>
              </p:cNvPr>
              <p:cNvPicPr/>
              <p:nvPr/>
            </p:nvPicPr>
            <p:blipFill>
              <a:blip r:embed="rId15"/>
              <a:stretch>
                <a:fillRect/>
              </a:stretch>
            </p:blipFill>
            <p:spPr>
              <a:xfrm>
                <a:off x="6931783" y="1340729"/>
                <a:ext cx="842408" cy="403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4" name="墨迹 43">
                <a:extLst>
                  <a:ext uri="{FF2B5EF4-FFF2-40B4-BE49-F238E27FC236}">
                    <a16:creationId xmlns:a16="http://schemas.microsoft.com/office/drawing/2014/main" id="{6A2BD07F-A8DF-4394-950E-513A680CDB66}"/>
                  </a:ext>
                </a:extLst>
              </p14:cNvPr>
              <p14:cNvContentPartPr/>
              <p14:nvPr/>
            </p14:nvContentPartPr>
            <p14:xfrm>
              <a:off x="10916987" y="1410569"/>
              <a:ext cx="299160" cy="306000"/>
            </p14:xfrm>
          </p:contentPart>
        </mc:Choice>
        <mc:Fallback xmlns="">
          <p:pic>
            <p:nvPicPr>
              <p:cNvPr id="44" name="墨迹 43">
                <a:extLst>
                  <a:ext uri="{FF2B5EF4-FFF2-40B4-BE49-F238E27FC236}">
                    <a16:creationId xmlns:a16="http://schemas.microsoft.com/office/drawing/2014/main" id="{6A2BD07F-A8DF-4394-950E-513A680CDB66}"/>
                  </a:ext>
                </a:extLst>
              </p:cNvPr>
              <p:cNvPicPr/>
              <p:nvPr/>
            </p:nvPicPr>
            <p:blipFill>
              <a:blip r:embed="rId17"/>
              <a:stretch>
                <a:fillRect/>
              </a:stretch>
            </p:blipFill>
            <p:spPr>
              <a:xfrm>
                <a:off x="10907987" y="1401919"/>
                <a:ext cx="316800" cy="323661"/>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5" name="墨迹 44">
                <a:extLst>
                  <a:ext uri="{FF2B5EF4-FFF2-40B4-BE49-F238E27FC236}">
                    <a16:creationId xmlns:a16="http://schemas.microsoft.com/office/drawing/2014/main" id="{11388619-94E4-44CB-BE51-A95BE1F81EE2}"/>
                  </a:ext>
                </a:extLst>
              </p14:cNvPr>
              <p14:cNvContentPartPr/>
              <p14:nvPr/>
            </p14:nvContentPartPr>
            <p14:xfrm>
              <a:off x="9420467" y="1352249"/>
              <a:ext cx="1411200" cy="411840"/>
            </p14:xfrm>
          </p:contentPart>
        </mc:Choice>
        <mc:Fallback xmlns="">
          <p:pic>
            <p:nvPicPr>
              <p:cNvPr id="45" name="墨迹 44">
                <a:extLst>
                  <a:ext uri="{FF2B5EF4-FFF2-40B4-BE49-F238E27FC236}">
                    <a16:creationId xmlns:a16="http://schemas.microsoft.com/office/drawing/2014/main" id="{11388619-94E4-44CB-BE51-A95BE1F81EE2}"/>
                  </a:ext>
                </a:extLst>
              </p:cNvPr>
              <p:cNvPicPr/>
              <p:nvPr/>
            </p:nvPicPr>
            <p:blipFill>
              <a:blip r:embed="rId19"/>
              <a:stretch>
                <a:fillRect/>
              </a:stretch>
            </p:blipFill>
            <p:spPr>
              <a:xfrm>
                <a:off x="9411825" y="1343249"/>
                <a:ext cx="1428845" cy="429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9" name="墨迹 68">
                <a:extLst>
                  <a:ext uri="{FF2B5EF4-FFF2-40B4-BE49-F238E27FC236}">
                    <a16:creationId xmlns:a16="http://schemas.microsoft.com/office/drawing/2014/main" id="{B3CF5633-65EF-42C5-B52E-5FEDC2F4C9BE}"/>
                  </a:ext>
                </a:extLst>
              </p14:cNvPr>
              <p14:cNvContentPartPr/>
              <p14:nvPr/>
            </p14:nvContentPartPr>
            <p14:xfrm>
              <a:off x="9683987" y="1898729"/>
              <a:ext cx="260640" cy="304560"/>
            </p14:xfrm>
          </p:contentPart>
        </mc:Choice>
        <mc:Fallback xmlns="">
          <p:pic>
            <p:nvPicPr>
              <p:cNvPr id="69" name="墨迹 68">
                <a:extLst>
                  <a:ext uri="{FF2B5EF4-FFF2-40B4-BE49-F238E27FC236}">
                    <a16:creationId xmlns:a16="http://schemas.microsoft.com/office/drawing/2014/main" id="{B3CF5633-65EF-42C5-B52E-5FEDC2F4C9BE}"/>
                  </a:ext>
                </a:extLst>
              </p:cNvPr>
              <p:cNvPicPr/>
              <p:nvPr/>
            </p:nvPicPr>
            <p:blipFill>
              <a:blip r:embed="rId21"/>
              <a:stretch>
                <a:fillRect/>
              </a:stretch>
            </p:blipFill>
            <p:spPr>
              <a:xfrm>
                <a:off x="9675347" y="1890089"/>
                <a:ext cx="27828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0" name="墨迹 69">
                <a:extLst>
                  <a:ext uri="{FF2B5EF4-FFF2-40B4-BE49-F238E27FC236}">
                    <a16:creationId xmlns:a16="http://schemas.microsoft.com/office/drawing/2014/main" id="{345CD1BE-080A-487C-A108-59049CAE8A53}"/>
                  </a:ext>
                </a:extLst>
              </p14:cNvPr>
              <p14:cNvContentPartPr/>
              <p14:nvPr/>
            </p14:nvContentPartPr>
            <p14:xfrm>
              <a:off x="9414707" y="1885409"/>
              <a:ext cx="183960" cy="325440"/>
            </p14:xfrm>
          </p:contentPart>
        </mc:Choice>
        <mc:Fallback xmlns="">
          <p:pic>
            <p:nvPicPr>
              <p:cNvPr id="70" name="墨迹 69">
                <a:extLst>
                  <a:ext uri="{FF2B5EF4-FFF2-40B4-BE49-F238E27FC236}">
                    <a16:creationId xmlns:a16="http://schemas.microsoft.com/office/drawing/2014/main" id="{345CD1BE-080A-487C-A108-59049CAE8A53}"/>
                  </a:ext>
                </a:extLst>
              </p:cNvPr>
              <p:cNvPicPr/>
              <p:nvPr/>
            </p:nvPicPr>
            <p:blipFill>
              <a:blip r:embed="rId23"/>
              <a:stretch>
                <a:fillRect/>
              </a:stretch>
            </p:blipFill>
            <p:spPr>
              <a:xfrm>
                <a:off x="9406067" y="1876409"/>
                <a:ext cx="20160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8" name="墨迹 77">
                <a:extLst>
                  <a:ext uri="{FF2B5EF4-FFF2-40B4-BE49-F238E27FC236}">
                    <a16:creationId xmlns:a16="http://schemas.microsoft.com/office/drawing/2014/main" id="{2A1AE382-9B64-424D-BCEE-3AA832714408}"/>
                  </a:ext>
                </a:extLst>
              </p14:cNvPr>
              <p14:cNvContentPartPr/>
              <p14:nvPr/>
            </p14:nvContentPartPr>
            <p14:xfrm>
              <a:off x="10060907" y="1877129"/>
              <a:ext cx="702000" cy="399960"/>
            </p14:xfrm>
          </p:contentPart>
        </mc:Choice>
        <mc:Fallback xmlns="">
          <p:pic>
            <p:nvPicPr>
              <p:cNvPr id="78" name="墨迹 77">
                <a:extLst>
                  <a:ext uri="{FF2B5EF4-FFF2-40B4-BE49-F238E27FC236}">
                    <a16:creationId xmlns:a16="http://schemas.microsoft.com/office/drawing/2014/main" id="{2A1AE382-9B64-424D-BCEE-3AA832714408}"/>
                  </a:ext>
                </a:extLst>
              </p:cNvPr>
              <p:cNvPicPr/>
              <p:nvPr/>
            </p:nvPicPr>
            <p:blipFill>
              <a:blip r:embed="rId25"/>
              <a:stretch>
                <a:fillRect/>
              </a:stretch>
            </p:blipFill>
            <p:spPr>
              <a:xfrm>
                <a:off x="10052267" y="1868489"/>
                <a:ext cx="719640" cy="417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3" name="墨迹 82">
                <a:extLst>
                  <a:ext uri="{FF2B5EF4-FFF2-40B4-BE49-F238E27FC236}">
                    <a16:creationId xmlns:a16="http://schemas.microsoft.com/office/drawing/2014/main" id="{AD1DF86F-7EEF-4BBF-8226-F7F48A3D274F}"/>
                  </a:ext>
                </a:extLst>
              </p14:cNvPr>
              <p14:cNvContentPartPr/>
              <p14:nvPr/>
            </p14:nvContentPartPr>
            <p14:xfrm>
              <a:off x="8691827" y="1940489"/>
              <a:ext cx="539640" cy="329400"/>
            </p14:xfrm>
          </p:contentPart>
        </mc:Choice>
        <mc:Fallback xmlns="">
          <p:pic>
            <p:nvPicPr>
              <p:cNvPr id="83" name="墨迹 82">
                <a:extLst>
                  <a:ext uri="{FF2B5EF4-FFF2-40B4-BE49-F238E27FC236}">
                    <a16:creationId xmlns:a16="http://schemas.microsoft.com/office/drawing/2014/main" id="{AD1DF86F-7EEF-4BBF-8226-F7F48A3D274F}"/>
                  </a:ext>
                </a:extLst>
              </p:cNvPr>
              <p:cNvPicPr/>
              <p:nvPr/>
            </p:nvPicPr>
            <p:blipFill>
              <a:blip r:embed="rId27"/>
              <a:stretch>
                <a:fillRect/>
              </a:stretch>
            </p:blipFill>
            <p:spPr>
              <a:xfrm>
                <a:off x="8682833" y="1931840"/>
                <a:ext cx="557268" cy="347059"/>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84" name="墨迹 83">
                <a:extLst>
                  <a:ext uri="{FF2B5EF4-FFF2-40B4-BE49-F238E27FC236}">
                    <a16:creationId xmlns:a16="http://schemas.microsoft.com/office/drawing/2014/main" id="{3CA2AD37-F630-4A5A-B88A-BF4E2D58CFBF}"/>
                  </a:ext>
                </a:extLst>
              </p14:cNvPr>
              <p14:cNvContentPartPr/>
              <p14:nvPr/>
            </p14:nvContentPartPr>
            <p14:xfrm>
              <a:off x="6595907" y="1869569"/>
              <a:ext cx="175320" cy="304200"/>
            </p14:xfrm>
          </p:contentPart>
        </mc:Choice>
        <mc:Fallback xmlns="">
          <p:pic>
            <p:nvPicPr>
              <p:cNvPr id="84" name="墨迹 83">
                <a:extLst>
                  <a:ext uri="{FF2B5EF4-FFF2-40B4-BE49-F238E27FC236}">
                    <a16:creationId xmlns:a16="http://schemas.microsoft.com/office/drawing/2014/main" id="{3CA2AD37-F630-4A5A-B88A-BF4E2D58CFBF}"/>
                  </a:ext>
                </a:extLst>
              </p:cNvPr>
              <p:cNvPicPr/>
              <p:nvPr/>
            </p:nvPicPr>
            <p:blipFill>
              <a:blip r:embed="rId29"/>
              <a:stretch>
                <a:fillRect/>
              </a:stretch>
            </p:blipFill>
            <p:spPr>
              <a:xfrm>
                <a:off x="6587267" y="1860569"/>
                <a:ext cx="19296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87" name="墨迹 86">
                <a:extLst>
                  <a:ext uri="{FF2B5EF4-FFF2-40B4-BE49-F238E27FC236}">
                    <a16:creationId xmlns:a16="http://schemas.microsoft.com/office/drawing/2014/main" id="{7B93281E-00DB-4DE4-AE1F-3C584E4F1A2A}"/>
                  </a:ext>
                </a:extLst>
              </p14:cNvPr>
              <p14:cNvContentPartPr/>
              <p14:nvPr/>
            </p14:nvContentPartPr>
            <p14:xfrm>
              <a:off x="6972107" y="1984409"/>
              <a:ext cx="278280" cy="210600"/>
            </p14:xfrm>
          </p:contentPart>
        </mc:Choice>
        <mc:Fallback xmlns="">
          <p:pic>
            <p:nvPicPr>
              <p:cNvPr id="87" name="墨迹 86">
                <a:extLst>
                  <a:ext uri="{FF2B5EF4-FFF2-40B4-BE49-F238E27FC236}">
                    <a16:creationId xmlns:a16="http://schemas.microsoft.com/office/drawing/2014/main" id="{7B93281E-00DB-4DE4-AE1F-3C584E4F1A2A}"/>
                  </a:ext>
                </a:extLst>
              </p:cNvPr>
              <p:cNvPicPr/>
              <p:nvPr/>
            </p:nvPicPr>
            <p:blipFill>
              <a:blip r:embed="rId31"/>
              <a:stretch>
                <a:fillRect/>
              </a:stretch>
            </p:blipFill>
            <p:spPr>
              <a:xfrm>
                <a:off x="6963467" y="1975769"/>
                <a:ext cx="29592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88" name="墨迹 87">
                <a:extLst>
                  <a:ext uri="{FF2B5EF4-FFF2-40B4-BE49-F238E27FC236}">
                    <a16:creationId xmlns:a16="http://schemas.microsoft.com/office/drawing/2014/main" id="{BD2CB141-6BF0-4E3A-9D24-EDA230F0CFC8}"/>
                  </a:ext>
                </a:extLst>
              </p14:cNvPr>
              <p14:cNvContentPartPr/>
              <p14:nvPr/>
            </p14:nvContentPartPr>
            <p14:xfrm>
              <a:off x="7423907" y="2031929"/>
              <a:ext cx="313560" cy="33480"/>
            </p14:xfrm>
          </p:contentPart>
        </mc:Choice>
        <mc:Fallback xmlns="">
          <p:pic>
            <p:nvPicPr>
              <p:cNvPr id="88" name="墨迹 87">
                <a:extLst>
                  <a:ext uri="{FF2B5EF4-FFF2-40B4-BE49-F238E27FC236}">
                    <a16:creationId xmlns:a16="http://schemas.microsoft.com/office/drawing/2014/main" id="{BD2CB141-6BF0-4E3A-9D24-EDA230F0CFC8}"/>
                  </a:ext>
                </a:extLst>
              </p:cNvPr>
              <p:cNvPicPr/>
              <p:nvPr/>
            </p:nvPicPr>
            <p:blipFill>
              <a:blip r:embed="rId33"/>
              <a:stretch>
                <a:fillRect/>
              </a:stretch>
            </p:blipFill>
            <p:spPr>
              <a:xfrm>
                <a:off x="7415267" y="2022929"/>
                <a:ext cx="33120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95" name="墨迹 94">
                <a:extLst>
                  <a:ext uri="{FF2B5EF4-FFF2-40B4-BE49-F238E27FC236}">
                    <a16:creationId xmlns:a16="http://schemas.microsoft.com/office/drawing/2014/main" id="{918023E9-D9DD-4277-AC01-A1D45B20B62F}"/>
                  </a:ext>
                </a:extLst>
              </p14:cNvPr>
              <p14:cNvContentPartPr/>
              <p14:nvPr/>
            </p14:nvContentPartPr>
            <p14:xfrm>
              <a:off x="6681947" y="2275649"/>
              <a:ext cx="326880" cy="302760"/>
            </p14:xfrm>
          </p:contentPart>
        </mc:Choice>
        <mc:Fallback xmlns="">
          <p:pic>
            <p:nvPicPr>
              <p:cNvPr id="95" name="墨迹 94">
                <a:extLst>
                  <a:ext uri="{FF2B5EF4-FFF2-40B4-BE49-F238E27FC236}">
                    <a16:creationId xmlns:a16="http://schemas.microsoft.com/office/drawing/2014/main" id="{918023E9-D9DD-4277-AC01-A1D45B20B62F}"/>
                  </a:ext>
                </a:extLst>
              </p:cNvPr>
              <p:cNvPicPr/>
              <p:nvPr/>
            </p:nvPicPr>
            <p:blipFill>
              <a:blip r:embed="rId35"/>
              <a:stretch>
                <a:fillRect/>
              </a:stretch>
            </p:blipFill>
            <p:spPr>
              <a:xfrm>
                <a:off x="6673307" y="2266649"/>
                <a:ext cx="34452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11" name="墨迹 110">
                <a:extLst>
                  <a:ext uri="{FF2B5EF4-FFF2-40B4-BE49-F238E27FC236}">
                    <a16:creationId xmlns:a16="http://schemas.microsoft.com/office/drawing/2014/main" id="{EF1B3C26-8BC9-47AF-9EFA-3D25547C3A24}"/>
                  </a:ext>
                </a:extLst>
              </p14:cNvPr>
              <p14:cNvContentPartPr/>
              <p14:nvPr/>
            </p14:nvContentPartPr>
            <p14:xfrm>
              <a:off x="7273067" y="2260169"/>
              <a:ext cx="212400" cy="345960"/>
            </p14:xfrm>
          </p:contentPart>
        </mc:Choice>
        <mc:Fallback xmlns="">
          <p:pic>
            <p:nvPicPr>
              <p:cNvPr id="111" name="墨迹 110">
                <a:extLst>
                  <a:ext uri="{FF2B5EF4-FFF2-40B4-BE49-F238E27FC236}">
                    <a16:creationId xmlns:a16="http://schemas.microsoft.com/office/drawing/2014/main" id="{EF1B3C26-8BC9-47AF-9EFA-3D25547C3A24}"/>
                  </a:ext>
                </a:extLst>
              </p:cNvPr>
              <p:cNvPicPr/>
              <p:nvPr/>
            </p:nvPicPr>
            <p:blipFill>
              <a:blip r:embed="rId37"/>
              <a:stretch>
                <a:fillRect/>
              </a:stretch>
            </p:blipFill>
            <p:spPr>
              <a:xfrm>
                <a:off x="7264427" y="2251529"/>
                <a:ext cx="23004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30" name="墨迹 129">
                <a:extLst>
                  <a:ext uri="{FF2B5EF4-FFF2-40B4-BE49-F238E27FC236}">
                    <a16:creationId xmlns:a16="http://schemas.microsoft.com/office/drawing/2014/main" id="{798BE544-F7E1-4B5D-81C5-1C48484988CB}"/>
                  </a:ext>
                </a:extLst>
              </p14:cNvPr>
              <p14:cNvContentPartPr/>
              <p14:nvPr/>
            </p14:nvContentPartPr>
            <p14:xfrm>
              <a:off x="8812427" y="2383289"/>
              <a:ext cx="526320" cy="311040"/>
            </p14:xfrm>
          </p:contentPart>
        </mc:Choice>
        <mc:Fallback xmlns="">
          <p:pic>
            <p:nvPicPr>
              <p:cNvPr id="130" name="墨迹 129">
                <a:extLst>
                  <a:ext uri="{FF2B5EF4-FFF2-40B4-BE49-F238E27FC236}">
                    <a16:creationId xmlns:a16="http://schemas.microsoft.com/office/drawing/2014/main" id="{798BE544-F7E1-4B5D-81C5-1C48484988CB}"/>
                  </a:ext>
                </a:extLst>
              </p:cNvPr>
              <p:cNvPicPr/>
              <p:nvPr/>
            </p:nvPicPr>
            <p:blipFill>
              <a:blip r:embed="rId39"/>
              <a:stretch>
                <a:fillRect/>
              </a:stretch>
            </p:blipFill>
            <p:spPr>
              <a:xfrm>
                <a:off x="8803427" y="2374289"/>
                <a:ext cx="54396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46" name="墨迹 145">
                <a:extLst>
                  <a:ext uri="{FF2B5EF4-FFF2-40B4-BE49-F238E27FC236}">
                    <a16:creationId xmlns:a16="http://schemas.microsoft.com/office/drawing/2014/main" id="{A509E4F7-047D-4426-96AC-5DA0172B8433}"/>
                  </a:ext>
                </a:extLst>
              </p14:cNvPr>
              <p14:cNvContentPartPr/>
              <p14:nvPr/>
            </p14:nvContentPartPr>
            <p14:xfrm>
              <a:off x="10709987" y="2774969"/>
              <a:ext cx="351360" cy="223920"/>
            </p14:xfrm>
          </p:contentPart>
        </mc:Choice>
        <mc:Fallback xmlns="">
          <p:pic>
            <p:nvPicPr>
              <p:cNvPr id="146" name="墨迹 145">
                <a:extLst>
                  <a:ext uri="{FF2B5EF4-FFF2-40B4-BE49-F238E27FC236}">
                    <a16:creationId xmlns:a16="http://schemas.microsoft.com/office/drawing/2014/main" id="{A509E4F7-047D-4426-96AC-5DA0172B8433}"/>
                  </a:ext>
                </a:extLst>
              </p:cNvPr>
              <p:cNvPicPr/>
              <p:nvPr/>
            </p:nvPicPr>
            <p:blipFill>
              <a:blip r:embed="rId41"/>
              <a:stretch>
                <a:fillRect/>
              </a:stretch>
            </p:blipFill>
            <p:spPr>
              <a:xfrm>
                <a:off x="10700996" y="2766329"/>
                <a:ext cx="368982"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48" name="墨迹 147">
                <a:extLst>
                  <a:ext uri="{FF2B5EF4-FFF2-40B4-BE49-F238E27FC236}">
                    <a16:creationId xmlns:a16="http://schemas.microsoft.com/office/drawing/2014/main" id="{5CE872A2-156C-4E62-A1B4-F6833A3BBDD3}"/>
                  </a:ext>
                </a:extLst>
              </p14:cNvPr>
              <p14:cNvContentPartPr/>
              <p14:nvPr/>
            </p14:nvContentPartPr>
            <p14:xfrm>
              <a:off x="9458267" y="2395889"/>
              <a:ext cx="1061280" cy="626040"/>
            </p14:xfrm>
          </p:contentPart>
        </mc:Choice>
        <mc:Fallback xmlns="">
          <p:pic>
            <p:nvPicPr>
              <p:cNvPr id="148" name="墨迹 147">
                <a:extLst>
                  <a:ext uri="{FF2B5EF4-FFF2-40B4-BE49-F238E27FC236}">
                    <a16:creationId xmlns:a16="http://schemas.microsoft.com/office/drawing/2014/main" id="{5CE872A2-156C-4E62-A1B4-F6833A3BBDD3}"/>
                  </a:ext>
                </a:extLst>
              </p:cNvPr>
              <p:cNvPicPr/>
              <p:nvPr/>
            </p:nvPicPr>
            <p:blipFill>
              <a:blip r:embed="rId43"/>
              <a:stretch>
                <a:fillRect/>
              </a:stretch>
            </p:blipFill>
            <p:spPr>
              <a:xfrm>
                <a:off x="9449267" y="2387249"/>
                <a:ext cx="1078920" cy="643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54" name="墨迹 153">
                <a:extLst>
                  <a:ext uri="{FF2B5EF4-FFF2-40B4-BE49-F238E27FC236}">
                    <a16:creationId xmlns:a16="http://schemas.microsoft.com/office/drawing/2014/main" id="{FA79D5E6-CBFC-41AA-BCCD-347A03A0CF38}"/>
                  </a:ext>
                </a:extLst>
              </p14:cNvPr>
              <p14:cNvContentPartPr/>
              <p14:nvPr/>
            </p14:nvContentPartPr>
            <p14:xfrm>
              <a:off x="11156747" y="2765609"/>
              <a:ext cx="390240" cy="263160"/>
            </p14:xfrm>
          </p:contentPart>
        </mc:Choice>
        <mc:Fallback xmlns="">
          <p:pic>
            <p:nvPicPr>
              <p:cNvPr id="154" name="墨迹 153">
                <a:extLst>
                  <a:ext uri="{FF2B5EF4-FFF2-40B4-BE49-F238E27FC236}">
                    <a16:creationId xmlns:a16="http://schemas.microsoft.com/office/drawing/2014/main" id="{FA79D5E6-CBFC-41AA-BCCD-347A03A0CF38}"/>
                  </a:ext>
                </a:extLst>
              </p:cNvPr>
              <p:cNvPicPr/>
              <p:nvPr/>
            </p:nvPicPr>
            <p:blipFill>
              <a:blip r:embed="rId45"/>
              <a:stretch>
                <a:fillRect/>
              </a:stretch>
            </p:blipFill>
            <p:spPr>
              <a:xfrm>
                <a:off x="11148107" y="2756957"/>
                <a:ext cx="407880" cy="280824"/>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55" name="墨迹 154">
                <a:extLst>
                  <a:ext uri="{FF2B5EF4-FFF2-40B4-BE49-F238E27FC236}">
                    <a16:creationId xmlns:a16="http://schemas.microsoft.com/office/drawing/2014/main" id="{411FB0A9-40A5-4699-B270-6D7C8C7D78A1}"/>
                  </a:ext>
                </a:extLst>
              </p14:cNvPr>
              <p14:cNvContentPartPr/>
              <p14:nvPr/>
            </p14:nvContentPartPr>
            <p14:xfrm>
              <a:off x="6632627" y="2754089"/>
              <a:ext cx="293040" cy="175680"/>
            </p14:xfrm>
          </p:contentPart>
        </mc:Choice>
        <mc:Fallback xmlns="">
          <p:pic>
            <p:nvPicPr>
              <p:cNvPr id="155" name="墨迹 154">
                <a:extLst>
                  <a:ext uri="{FF2B5EF4-FFF2-40B4-BE49-F238E27FC236}">
                    <a16:creationId xmlns:a16="http://schemas.microsoft.com/office/drawing/2014/main" id="{411FB0A9-40A5-4699-B270-6D7C8C7D78A1}"/>
                  </a:ext>
                </a:extLst>
              </p:cNvPr>
              <p:cNvPicPr/>
              <p:nvPr/>
            </p:nvPicPr>
            <p:blipFill>
              <a:blip r:embed="rId47"/>
              <a:stretch>
                <a:fillRect/>
              </a:stretch>
            </p:blipFill>
            <p:spPr>
              <a:xfrm>
                <a:off x="6623627" y="2745089"/>
                <a:ext cx="31068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56" name="墨迹 155">
                <a:extLst>
                  <a:ext uri="{FF2B5EF4-FFF2-40B4-BE49-F238E27FC236}">
                    <a16:creationId xmlns:a16="http://schemas.microsoft.com/office/drawing/2014/main" id="{61B6CC60-9E5B-40ED-BB06-6F522566EA79}"/>
                  </a:ext>
                </a:extLst>
              </p14:cNvPr>
              <p14:cNvContentPartPr/>
              <p14:nvPr/>
            </p14:nvContentPartPr>
            <p14:xfrm>
              <a:off x="7149227" y="2784329"/>
              <a:ext cx="240480" cy="163080"/>
            </p14:xfrm>
          </p:contentPart>
        </mc:Choice>
        <mc:Fallback xmlns="">
          <p:pic>
            <p:nvPicPr>
              <p:cNvPr id="156" name="墨迹 155">
                <a:extLst>
                  <a:ext uri="{FF2B5EF4-FFF2-40B4-BE49-F238E27FC236}">
                    <a16:creationId xmlns:a16="http://schemas.microsoft.com/office/drawing/2014/main" id="{61B6CC60-9E5B-40ED-BB06-6F522566EA79}"/>
                  </a:ext>
                </a:extLst>
              </p:cNvPr>
              <p:cNvPicPr/>
              <p:nvPr/>
            </p:nvPicPr>
            <p:blipFill>
              <a:blip r:embed="rId49"/>
              <a:stretch>
                <a:fillRect/>
              </a:stretch>
            </p:blipFill>
            <p:spPr>
              <a:xfrm>
                <a:off x="7140587" y="2775329"/>
                <a:ext cx="25812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57" name="墨迹 156">
                <a:extLst>
                  <a:ext uri="{FF2B5EF4-FFF2-40B4-BE49-F238E27FC236}">
                    <a16:creationId xmlns:a16="http://schemas.microsoft.com/office/drawing/2014/main" id="{F5F856E6-A14D-4DC5-8759-EC928908D874}"/>
                  </a:ext>
                </a:extLst>
              </p14:cNvPr>
              <p14:cNvContentPartPr/>
              <p14:nvPr/>
            </p14:nvContentPartPr>
            <p14:xfrm>
              <a:off x="7545947" y="2812769"/>
              <a:ext cx="309960" cy="222120"/>
            </p14:xfrm>
          </p:contentPart>
        </mc:Choice>
        <mc:Fallback xmlns="">
          <p:pic>
            <p:nvPicPr>
              <p:cNvPr id="157" name="墨迹 156">
                <a:extLst>
                  <a:ext uri="{FF2B5EF4-FFF2-40B4-BE49-F238E27FC236}">
                    <a16:creationId xmlns:a16="http://schemas.microsoft.com/office/drawing/2014/main" id="{F5F856E6-A14D-4DC5-8759-EC928908D874}"/>
                  </a:ext>
                </a:extLst>
              </p:cNvPr>
              <p:cNvPicPr/>
              <p:nvPr/>
            </p:nvPicPr>
            <p:blipFill>
              <a:blip r:embed="rId51"/>
              <a:stretch>
                <a:fillRect/>
              </a:stretch>
            </p:blipFill>
            <p:spPr>
              <a:xfrm>
                <a:off x="7536947" y="2803769"/>
                <a:ext cx="32760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58" name="墨迹 157">
                <a:extLst>
                  <a:ext uri="{FF2B5EF4-FFF2-40B4-BE49-F238E27FC236}">
                    <a16:creationId xmlns:a16="http://schemas.microsoft.com/office/drawing/2014/main" id="{1BB406B9-6CCE-4F2E-8ED9-B814A09D7F62}"/>
                  </a:ext>
                </a:extLst>
              </p14:cNvPr>
              <p14:cNvContentPartPr/>
              <p14:nvPr/>
            </p14:nvContentPartPr>
            <p14:xfrm>
              <a:off x="7990907" y="2808089"/>
              <a:ext cx="146880" cy="261360"/>
            </p14:xfrm>
          </p:contentPart>
        </mc:Choice>
        <mc:Fallback xmlns="">
          <p:pic>
            <p:nvPicPr>
              <p:cNvPr id="158" name="墨迹 157">
                <a:extLst>
                  <a:ext uri="{FF2B5EF4-FFF2-40B4-BE49-F238E27FC236}">
                    <a16:creationId xmlns:a16="http://schemas.microsoft.com/office/drawing/2014/main" id="{1BB406B9-6CCE-4F2E-8ED9-B814A09D7F62}"/>
                  </a:ext>
                </a:extLst>
              </p:cNvPr>
              <p:cNvPicPr/>
              <p:nvPr/>
            </p:nvPicPr>
            <p:blipFill>
              <a:blip r:embed="rId53"/>
              <a:stretch>
                <a:fillRect/>
              </a:stretch>
            </p:blipFill>
            <p:spPr>
              <a:xfrm>
                <a:off x="7982267" y="2799089"/>
                <a:ext cx="16452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75" name="墨迹 174">
                <a:extLst>
                  <a:ext uri="{FF2B5EF4-FFF2-40B4-BE49-F238E27FC236}">
                    <a16:creationId xmlns:a16="http://schemas.microsoft.com/office/drawing/2014/main" id="{C416D9B6-1EDE-4BE5-BDE9-65DE22CA0EA4}"/>
                  </a:ext>
                </a:extLst>
              </p14:cNvPr>
              <p14:cNvContentPartPr/>
              <p14:nvPr/>
            </p14:nvContentPartPr>
            <p14:xfrm>
              <a:off x="7614347" y="3241889"/>
              <a:ext cx="488160" cy="240840"/>
            </p14:xfrm>
          </p:contentPart>
        </mc:Choice>
        <mc:Fallback xmlns="">
          <p:pic>
            <p:nvPicPr>
              <p:cNvPr id="175" name="墨迹 174">
                <a:extLst>
                  <a:ext uri="{FF2B5EF4-FFF2-40B4-BE49-F238E27FC236}">
                    <a16:creationId xmlns:a16="http://schemas.microsoft.com/office/drawing/2014/main" id="{C416D9B6-1EDE-4BE5-BDE9-65DE22CA0EA4}"/>
                  </a:ext>
                </a:extLst>
              </p:cNvPr>
              <p:cNvPicPr/>
              <p:nvPr/>
            </p:nvPicPr>
            <p:blipFill>
              <a:blip r:embed="rId55"/>
              <a:stretch>
                <a:fillRect/>
              </a:stretch>
            </p:blipFill>
            <p:spPr>
              <a:xfrm>
                <a:off x="7605354" y="3232889"/>
                <a:ext cx="505787"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76" name="墨迹 175">
                <a:extLst>
                  <a:ext uri="{FF2B5EF4-FFF2-40B4-BE49-F238E27FC236}">
                    <a16:creationId xmlns:a16="http://schemas.microsoft.com/office/drawing/2014/main" id="{A06D101F-4D86-44C9-AA13-B7EE29872603}"/>
                  </a:ext>
                </a:extLst>
              </p14:cNvPr>
              <p14:cNvContentPartPr/>
              <p14:nvPr/>
            </p14:nvContentPartPr>
            <p14:xfrm>
              <a:off x="6573587" y="3176009"/>
              <a:ext cx="950760" cy="280800"/>
            </p14:xfrm>
          </p:contentPart>
        </mc:Choice>
        <mc:Fallback xmlns="">
          <p:pic>
            <p:nvPicPr>
              <p:cNvPr id="176" name="墨迹 175">
                <a:extLst>
                  <a:ext uri="{FF2B5EF4-FFF2-40B4-BE49-F238E27FC236}">
                    <a16:creationId xmlns:a16="http://schemas.microsoft.com/office/drawing/2014/main" id="{A06D101F-4D86-44C9-AA13-B7EE29872603}"/>
                  </a:ext>
                </a:extLst>
              </p:cNvPr>
              <p:cNvPicPr/>
              <p:nvPr/>
            </p:nvPicPr>
            <p:blipFill>
              <a:blip r:embed="rId57"/>
              <a:stretch>
                <a:fillRect/>
              </a:stretch>
            </p:blipFill>
            <p:spPr>
              <a:xfrm>
                <a:off x="6564944" y="3167021"/>
                <a:ext cx="968407" cy="298417"/>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85" name="墨迹 184">
                <a:extLst>
                  <a:ext uri="{FF2B5EF4-FFF2-40B4-BE49-F238E27FC236}">
                    <a16:creationId xmlns:a16="http://schemas.microsoft.com/office/drawing/2014/main" id="{ED33E527-33A3-4B4B-B545-904A39F7972B}"/>
                  </a:ext>
                </a:extLst>
              </p14:cNvPr>
              <p14:cNvContentPartPr/>
              <p14:nvPr/>
            </p14:nvContentPartPr>
            <p14:xfrm>
              <a:off x="9379787" y="3239009"/>
              <a:ext cx="694080" cy="310680"/>
            </p14:xfrm>
          </p:contentPart>
        </mc:Choice>
        <mc:Fallback xmlns="">
          <p:pic>
            <p:nvPicPr>
              <p:cNvPr id="185" name="墨迹 184">
                <a:extLst>
                  <a:ext uri="{FF2B5EF4-FFF2-40B4-BE49-F238E27FC236}">
                    <a16:creationId xmlns:a16="http://schemas.microsoft.com/office/drawing/2014/main" id="{ED33E527-33A3-4B4B-B545-904A39F7972B}"/>
                  </a:ext>
                </a:extLst>
              </p:cNvPr>
              <p:cNvPicPr/>
              <p:nvPr/>
            </p:nvPicPr>
            <p:blipFill>
              <a:blip r:embed="rId59"/>
              <a:stretch>
                <a:fillRect/>
              </a:stretch>
            </p:blipFill>
            <p:spPr>
              <a:xfrm>
                <a:off x="9371143" y="3230019"/>
                <a:ext cx="711729" cy="3283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86" name="墨迹 185">
                <a:extLst>
                  <a:ext uri="{FF2B5EF4-FFF2-40B4-BE49-F238E27FC236}">
                    <a16:creationId xmlns:a16="http://schemas.microsoft.com/office/drawing/2014/main" id="{41B03D4C-A452-4CB0-BABD-87A5EFF3D91D}"/>
                  </a:ext>
                </a:extLst>
              </p14:cNvPr>
              <p14:cNvContentPartPr/>
              <p14:nvPr/>
            </p14:nvContentPartPr>
            <p14:xfrm>
              <a:off x="6303947" y="3865049"/>
              <a:ext cx="177120" cy="201600"/>
            </p14:xfrm>
          </p:contentPart>
        </mc:Choice>
        <mc:Fallback xmlns="">
          <p:pic>
            <p:nvPicPr>
              <p:cNvPr id="186" name="墨迹 185">
                <a:extLst>
                  <a:ext uri="{FF2B5EF4-FFF2-40B4-BE49-F238E27FC236}">
                    <a16:creationId xmlns:a16="http://schemas.microsoft.com/office/drawing/2014/main" id="{41B03D4C-A452-4CB0-BABD-87A5EFF3D91D}"/>
                  </a:ext>
                </a:extLst>
              </p:cNvPr>
              <p:cNvPicPr/>
              <p:nvPr/>
            </p:nvPicPr>
            <p:blipFill>
              <a:blip r:embed="rId61"/>
              <a:stretch>
                <a:fillRect/>
              </a:stretch>
            </p:blipFill>
            <p:spPr>
              <a:xfrm>
                <a:off x="6295307" y="3856049"/>
                <a:ext cx="19476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99" name="墨迹 198">
                <a:extLst>
                  <a:ext uri="{FF2B5EF4-FFF2-40B4-BE49-F238E27FC236}">
                    <a16:creationId xmlns:a16="http://schemas.microsoft.com/office/drawing/2014/main" id="{086E436B-A4A4-4A38-A4F4-6C6D8E0DB0BB}"/>
                  </a:ext>
                </a:extLst>
              </p14:cNvPr>
              <p14:cNvContentPartPr/>
              <p14:nvPr/>
            </p14:nvContentPartPr>
            <p14:xfrm>
              <a:off x="6913427" y="3849569"/>
              <a:ext cx="952560" cy="277200"/>
            </p14:xfrm>
          </p:contentPart>
        </mc:Choice>
        <mc:Fallback xmlns="">
          <p:pic>
            <p:nvPicPr>
              <p:cNvPr id="199" name="墨迹 198">
                <a:extLst>
                  <a:ext uri="{FF2B5EF4-FFF2-40B4-BE49-F238E27FC236}">
                    <a16:creationId xmlns:a16="http://schemas.microsoft.com/office/drawing/2014/main" id="{086E436B-A4A4-4A38-A4F4-6C6D8E0DB0BB}"/>
                  </a:ext>
                </a:extLst>
              </p:cNvPr>
              <p:cNvPicPr/>
              <p:nvPr/>
            </p:nvPicPr>
            <p:blipFill>
              <a:blip r:embed="rId63"/>
              <a:stretch>
                <a:fillRect/>
              </a:stretch>
            </p:blipFill>
            <p:spPr>
              <a:xfrm>
                <a:off x="6904784" y="3840569"/>
                <a:ext cx="970207"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00" name="墨迹 199">
                <a:extLst>
                  <a:ext uri="{FF2B5EF4-FFF2-40B4-BE49-F238E27FC236}">
                    <a16:creationId xmlns:a16="http://schemas.microsoft.com/office/drawing/2014/main" id="{FC816037-B0EE-485F-A3C8-BF19A49B9C52}"/>
                  </a:ext>
                </a:extLst>
              </p14:cNvPr>
              <p14:cNvContentPartPr/>
              <p14:nvPr/>
            </p14:nvContentPartPr>
            <p14:xfrm>
              <a:off x="6553067" y="3865769"/>
              <a:ext cx="280440" cy="216000"/>
            </p14:xfrm>
          </p:contentPart>
        </mc:Choice>
        <mc:Fallback xmlns="">
          <p:pic>
            <p:nvPicPr>
              <p:cNvPr id="200" name="墨迹 199">
                <a:extLst>
                  <a:ext uri="{FF2B5EF4-FFF2-40B4-BE49-F238E27FC236}">
                    <a16:creationId xmlns:a16="http://schemas.microsoft.com/office/drawing/2014/main" id="{FC816037-B0EE-485F-A3C8-BF19A49B9C52}"/>
                  </a:ext>
                </a:extLst>
              </p:cNvPr>
              <p:cNvPicPr/>
              <p:nvPr/>
            </p:nvPicPr>
            <p:blipFill>
              <a:blip r:embed="rId65"/>
              <a:stretch>
                <a:fillRect/>
              </a:stretch>
            </p:blipFill>
            <p:spPr>
              <a:xfrm>
                <a:off x="6544067" y="3856769"/>
                <a:ext cx="29808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12" name="墨迹 211">
                <a:extLst>
                  <a:ext uri="{FF2B5EF4-FFF2-40B4-BE49-F238E27FC236}">
                    <a16:creationId xmlns:a16="http://schemas.microsoft.com/office/drawing/2014/main" id="{AD4E6107-032C-41DC-A8BD-C6A5747910D0}"/>
                  </a:ext>
                </a:extLst>
              </p14:cNvPr>
              <p14:cNvContentPartPr/>
              <p14:nvPr/>
            </p14:nvContentPartPr>
            <p14:xfrm>
              <a:off x="9676427" y="3765329"/>
              <a:ext cx="314280" cy="360360"/>
            </p14:xfrm>
          </p:contentPart>
        </mc:Choice>
        <mc:Fallback xmlns="">
          <p:pic>
            <p:nvPicPr>
              <p:cNvPr id="212" name="墨迹 211">
                <a:extLst>
                  <a:ext uri="{FF2B5EF4-FFF2-40B4-BE49-F238E27FC236}">
                    <a16:creationId xmlns:a16="http://schemas.microsoft.com/office/drawing/2014/main" id="{AD4E6107-032C-41DC-A8BD-C6A5747910D0}"/>
                  </a:ext>
                </a:extLst>
              </p:cNvPr>
              <p:cNvPicPr/>
              <p:nvPr/>
            </p:nvPicPr>
            <p:blipFill>
              <a:blip r:embed="rId67"/>
              <a:stretch>
                <a:fillRect/>
              </a:stretch>
            </p:blipFill>
            <p:spPr>
              <a:xfrm>
                <a:off x="9667427" y="3756329"/>
                <a:ext cx="331920" cy="378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13" name="墨迹 212">
                <a:extLst>
                  <a:ext uri="{FF2B5EF4-FFF2-40B4-BE49-F238E27FC236}">
                    <a16:creationId xmlns:a16="http://schemas.microsoft.com/office/drawing/2014/main" id="{167AA3C1-1A00-4ADA-A87D-FBC1C7896E6D}"/>
                  </a:ext>
                </a:extLst>
              </p14:cNvPr>
              <p14:cNvContentPartPr/>
              <p14:nvPr/>
            </p14:nvContentPartPr>
            <p14:xfrm>
              <a:off x="9324347" y="3759209"/>
              <a:ext cx="254880" cy="322200"/>
            </p14:xfrm>
          </p:contentPart>
        </mc:Choice>
        <mc:Fallback xmlns="">
          <p:pic>
            <p:nvPicPr>
              <p:cNvPr id="213" name="墨迹 212">
                <a:extLst>
                  <a:ext uri="{FF2B5EF4-FFF2-40B4-BE49-F238E27FC236}">
                    <a16:creationId xmlns:a16="http://schemas.microsoft.com/office/drawing/2014/main" id="{167AA3C1-1A00-4ADA-A87D-FBC1C7896E6D}"/>
                  </a:ext>
                </a:extLst>
              </p:cNvPr>
              <p:cNvPicPr/>
              <p:nvPr/>
            </p:nvPicPr>
            <p:blipFill>
              <a:blip r:embed="rId69"/>
              <a:stretch>
                <a:fillRect/>
              </a:stretch>
            </p:blipFill>
            <p:spPr>
              <a:xfrm>
                <a:off x="9315707" y="3750209"/>
                <a:ext cx="27252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25" name="墨迹 224">
                <a:extLst>
                  <a:ext uri="{FF2B5EF4-FFF2-40B4-BE49-F238E27FC236}">
                    <a16:creationId xmlns:a16="http://schemas.microsoft.com/office/drawing/2014/main" id="{7E9502D0-CF2F-4492-8EA7-10BADC0B4539}"/>
                  </a:ext>
                </a:extLst>
              </p14:cNvPr>
              <p14:cNvContentPartPr/>
              <p14:nvPr/>
            </p14:nvContentPartPr>
            <p14:xfrm>
              <a:off x="10708187" y="4112729"/>
              <a:ext cx="66240" cy="39600"/>
            </p14:xfrm>
          </p:contentPart>
        </mc:Choice>
        <mc:Fallback xmlns="">
          <p:pic>
            <p:nvPicPr>
              <p:cNvPr id="225" name="墨迹 224">
                <a:extLst>
                  <a:ext uri="{FF2B5EF4-FFF2-40B4-BE49-F238E27FC236}">
                    <a16:creationId xmlns:a16="http://schemas.microsoft.com/office/drawing/2014/main" id="{7E9502D0-CF2F-4492-8EA7-10BADC0B4539}"/>
                  </a:ext>
                </a:extLst>
              </p:cNvPr>
              <p:cNvPicPr/>
              <p:nvPr/>
            </p:nvPicPr>
            <p:blipFill>
              <a:blip r:embed="rId71"/>
              <a:stretch>
                <a:fillRect/>
              </a:stretch>
            </p:blipFill>
            <p:spPr>
              <a:xfrm>
                <a:off x="10699547" y="4104089"/>
                <a:ext cx="8388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34" name="墨迹 233">
                <a:extLst>
                  <a:ext uri="{FF2B5EF4-FFF2-40B4-BE49-F238E27FC236}">
                    <a16:creationId xmlns:a16="http://schemas.microsoft.com/office/drawing/2014/main" id="{1246B0A0-7B54-40EB-A79F-3828553FDD0F}"/>
                  </a:ext>
                </a:extLst>
              </p14:cNvPr>
              <p14:cNvContentPartPr/>
              <p14:nvPr/>
            </p14:nvContentPartPr>
            <p14:xfrm>
              <a:off x="11138387" y="3809249"/>
              <a:ext cx="550080" cy="360000"/>
            </p14:xfrm>
          </p:contentPart>
        </mc:Choice>
        <mc:Fallback xmlns="">
          <p:pic>
            <p:nvPicPr>
              <p:cNvPr id="234" name="墨迹 233">
                <a:extLst>
                  <a:ext uri="{FF2B5EF4-FFF2-40B4-BE49-F238E27FC236}">
                    <a16:creationId xmlns:a16="http://schemas.microsoft.com/office/drawing/2014/main" id="{1246B0A0-7B54-40EB-A79F-3828553FDD0F}"/>
                  </a:ext>
                </a:extLst>
              </p:cNvPr>
              <p:cNvPicPr/>
              <p:nvPr/>
            </p:nvPicPr>
            <p:blipFill>
              <a:blip r:embed="rId73"/>
              <a:stretch>
                <a:fillRect/>
              </a:stretch>
            </p:blipFill>
            <p:spPr>
              <a:xfrm>
                <a:off x="11129747" y="3800609"/>
                <a:ext cx="56772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35" name="墨迹 234">
                <a:extLst>
                  <a:ext uri="{FF2B5EF4-FFF2-40B4-BE49-F238E27FC236}">
                    <a16:creationId xmlns:a16="http://schemas.microsoft.com/office/drawing/2014/main" id="{6C3B7F7E-8826-4DF5-8660-1B40AC7697A4}"/>
                  </a:ext>
                </a:extLst>
              </p14:cNvPr>
              <p14:cNvContentPartPr/>
              <p14:nvPr/>
            </p14:nvContentPartPr>
            <p14:xfrm>
              <a:off x="10882067" y="3881249"/>
              <a:ext cx="177120" cy="171000"/>
            </p14:xfrm>
          </p:contentPart>
        </mc:Choice>
        <mc:Fallback xmlns="">
          <p:pic>
            <p:nvPicPr>
              <p:cNvPr id="235" name="墨迹 234">
                <a:extLst>
                  <a:ext uri="{FF2B5EF4-FFF2-40B4-BE49-F238E27FC236}">
                    <a16:creationId xmlns:a16="http://schemas.microsoft.com/office/drawing/2014/main" id="{6C3B7F7E-8826-4DF5-8660-1B40AC7697A4}"/>
                  </a:ext>
                </a:extLst>
              </p:cNvPr>
              <p:cNvPicPr/>
              <p:nvPr/>
            </p:nvPicPr>
            <p:blipFill>
              <a:blip r:embed="rId75"/>
              <a:stretch>
                <a:fillRect/>
              </a:stretch>
            </p:blipFill>
            <p:spPr>
              <a:xfrm>
                <a:off x="10873427" y="3872609"/>
                <a:ext cx="19476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36" name="墨迹 235">
                <a:extLst>
                  <a:ext uri="{FF2B5EF4-FFF2-40B4-BE49-F238E27FC236}">
                    <a16:creationId xmlns:a16="http://schemas.microsoft.com/office/drawing/2014/main" id="{CA9C2768-3116-461A-972A-EFF5F45D700D}"/>
                  </a:ext>
                </a:extLst>
              </p14:cNvPr>
              <p14:cNvContentPartPr/>
              <p14:nvPr/>
            </p14:nvContentPartPr>
            <p14:xfrm>
              <a:off x="10146227" y="3825809"/>
              <a:ext cx="416160" cy="307800"/>
            </p14:xfrm>
          </p:contentPart>
        </mc:Choice>
        <mc:Fallback xmlns="">
          <p:pic>
            <p:nvPicPr>
              <p:cNvPr id="236" name="墨迹 235">
                <a:extLst>
                  <a:ext uri="{FF2B5EF4-FFF2-40B4-BE49-F238E27FC236}">
                    <a16:creationId xmlns:a16="http://schemas.microsoft.com/office/drawing/2014/main" id="{CA9C2768-3116-461A-972A-EFF5F45D700D}"/>
                  </a:ext>
                </a:extLst>
              </p:cNvPr>
              <p:cNvPicPr/>
              <p:nvPr/>
            </p:nvPicPr>
            <p:blipFill>
              <a:blip r:embed="rId77"/>
              <a:stretch>
                <a:fillRect/>
              </a:stretch>
            </p:blipFill>
            <p:spPr>
              <a:xfrm>
                <a:off x="10137227" y="3817169"/>
                <a:ext cx="43380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38" name="墨迹 237">
                <a:extLst>
                  <a:ext uri="{FF2B5EF4-FFF2-40B4-BE49-F238E27FC236}">
                    <a16:creationId xmlns:a16="http://schemas.microsoft.com/office/drawing/2014/main" id="{1DAE9DD9-BCD5-44D5-A0AC-B5AA8EEC97A1}"/>
                  </a:ext>
                </a:extLst>
              </p14:cNvPr>
              <p14:cNvContentPartPr/>
              <p14:nvPr/>
            </p14:nvContentPartPr>
            <p14:xfrm>
              <a:off x="6472067" y="4266809"/>
              <a:ext cx="10800" cy="306000"/>
            </p14:xfrm>
          </p:contentPart>
        </mc:Choice>
        <mc:Fallback xmlns="">
          <p:pic>
            <p:nvPicPr>
              <p:cNvPr id="238" name="墨迹 237">
                <a:extLst>
                  <a:ext uri="{FF2B5EF4-FFF2-40B4-BE49-F238E27FC236}">
                    <a16:creationId xmlns:a16="http://schemas.microsoft.com/office/drawing/2014/main" id="{1DAE9DD9-BCD5-44D5-A0AC-B5AA8EEC97A1}"/>
                  </a:ext>
                </a:extLst>
              </p:cNvPr>
              <p:cNvPicPr/>
              <p:nvPr/>
            </p:nvPicPr>
            <p:blipFill>
              <a:blip r:embed="rId79"/>
              <a:stretch>
                <a:fillRect/>
              </a:stretch>
            </p:blipFill>
            <p:spPr>
              <a:xfrm>
                <a:off x="6463427" y="4257809"/>
                <a:ext cx="2844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41" name="墨迹 240">
                <a:extLst>
                  <a:ext uri="{FF2B5EF4-FFF2-40B4-BE49-F238E27FC236}">
                    <a16:creationId xmlns:a16="http://schemas.microsoft.com/office/drawing/2014/main" id="{46DC8934-BA3D-4826-8AC9-44079C31BD36}"/>
                  </a:ext>
                </a:extLst>
              </p14:cNvPr>
              <p14:cNvContentPartPr/>
              <p14:nvPr/>
            </p14:nvContentPartPr>
            <p14:xfrm>
              <a:off x="7199987" y="4305329"/>
              <a:ext cx="15120" cy="283680"/>
            </p14:xfrm>
          </p:contentPart>
        </mc:Choice>
        <mc:Fallback xmlns="">
          <p:pic>
            <p:nvPicPr>
              <p:cNvPr id="241" name="墨迹 240">
                <a:extLst>
                  <a:ext uri="{FF2B5EF4-FFF2-40B4-BE49-F238E27FC236}">
                    <a16:creationId xmlns:a16="http://schemas.microsoft.com/office/drawing/2014/main" id="{46DC8934-BA3D-4826-8AC9-44079C31BD36}"/>
                  </a:ext>
                </a:extLst>
              </p:cNvPr>
              <p:cNvPicPr/>
              <p:nvPr/>
            </p:nvPicPr>
            <p:blipFill>
              <a:blip r:embed="rId81"/>
              <a:stretch>
                <a:fillRect/>
              </a:stretch>
            </p:blipFill>
            <p:spPr>
              <a:xfrm>
                <a:off x="7190987" y="4296329"/>
                <a:ext cx="3276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42" name="墨迹 241">
                <a:extLst>
                  <a:ext uri="{FF2B5EF4-FFF2-40B4-BE49-F238E27FC236}">
                    <a16:creationId xmlns:a16="http://schemas.microsoft.com/office/drawing/2014/main" id="{3341BEF4-08D0-4D84-B351-770F39F571C2}"/>
                  </a:ext>
                </a:extLst>
              </p14:cNvPr>
              <p14:cNvContentPartPr/>
              <p14:nvPr/>
            </p14:nvContentPartPr>
            <p14:xfrm>
              <a:off x="6694187" y="4308929"/>
              <a:ext cx="298440" cy="244440"/>
            </p14:xfrm>
          </p:contentPart>
        </mc:Choice>
        <mc:Fallback xmlns="">
          <p:pic>
            <p:nvPicPr>
              <p:cNvPr id="242" name="墨迹 241">
                <a:extLst>
                  <a:ext uri="{FF2B5EF4-FFF2-40B4-BE49-F238E27FC236}">
                    <a16:creationId xmlns:a16="http://schemas.microsoft.com/office/drawing/2014/main" id="{3341BEF4-08D0-4D84-B351-770F39F571C2}"/>
                  </a:ext>
                </a:extLst>
              </p:cNvPr>
              <p:cNvPicPr/>
              <p:nvPr/>
            </p:nvPicPr>
            <p:blipFill>
              <a:blip r:embed="rId83"/>
              <a:stretch>
                <a:fillRect/>
              </a:stretch>
            </p:blipFill>
            <p:spPr>
              <a:xfrm>
                <a:off x="6685547" y="4299929"/>
                <a:ext cx="31608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44" name="墨迹 243">
                <a:extLst>
                  <a:ext uri="{FF2B5EF4-FFF2-40B4-BE49-F238E27FC236}">
                    <a16:creationId xmlns:a16="http://schemas.microsoft.com/office/drawing/2014/main" id="{8441282E-0286-4DA5-9658-3A0D25BF2A43}"/>
                  </a:ext>
                </a:extLst>
              </p14:cNvPr>
              <p14:cNvContentPartPr/>
              <p14:nvPr/>
            </p14:nvContentPartPr>
            <p14:xfrm>
              <a:off x="7437947" y="4417289"/>
              <a:ext cx="253440" cy="150840"/>
            </p14:xfrm>
          </p:contentPart>
        </mc:Choice>
        <mc:Fallback xmlns="">
          <p:pic>
            <p:nvPicPr>
              <p:cNvPr id="244" name="墨迹 243">
                <a:extLst>
                  <a:ext uri="{FF2B5EF4-FFF2-40B4-BE49-F238E27FC236}">
                    <a16:creationId xmlns:a16="http://schemas.microsoft.com/office/drawing/2014/main" id="{8441282E-0286-4DA5-9658-3A0D25BF2A43}"/>
                  </a:ext>
                </a:extLst>
              </p:cNvPr>
              <p:cNvPicPr/>
              <p:nvPr/>
            </p:nvPicPr>
            <p:blipFill>
              <a:blip r:embed="rId85"/>
              <a:stretch>
                <a:fillRect/>
              </a:stretch>
            </p:blipFill>
            <p:spPr>
              <a:xfrm>
                <a:off x="7429307" y="4408289"/>
                <a:ext cx="27108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67" name="墨迹 266">
                <a:extLst>
                  <a:ext uri="{FF2B5EF4-FFF2-40B4-BE49-F238E27FC236}">
                    <a16:creationId xmlns:a16="http://schemas.microsoft.com/office/drawing/2014/main" id="{30F81E77-4AFD-4C48-BAAE-980F4818DE41}"/>
                  </a:ext>
                </a:extLst>
              </p14:cNvPr>
              <p14:cNvContentPartPr/>
              <p14:nvPr/>
            </p14:nvContentPartPr>
            <p14:xfrm>
              <a:off x="10449707" y="4795289"/>
              <a:ext cx="903600" cy="28440"/>
            </p14:xfrm>
          </p:contentPart>
        </mc:Choice>
        <mc:Fallback xmlns="">
          <p:pic>
            <p:nvPicPr>
              <p:cNvPr id="267" name="墨迹 266">
                <a:extLst>
                  <a:ext uri="{FF2B5EF4-FFF2-40B4-BE49-F238E27FC236}">
                    <a16:creationId xmlns:a16="http://schemas.microsoft.com/office/drawing/2014/main" id="{30F81E77-4AFD-4C48-BAAE-980F4818DE41}"/>
                  </a:ext>
                </a:extLst>
              </p:cNvPr>
              <p:cNvPicPr/>
              <p:nvPr/>
            </p:nvPicPr>
            <p:blipFill>
              <a:blip r:embed="rId87"/>
              <a:stretch>
                <a:fillRect/>
              </a:stretch>
            </p:blipFill>
            <p:spPr>
              <a:xfrm>
                <a:off x="10441067" y="4786289"/>
                <a:ext cx="92124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68" name="墨迹 267">
                <a:extLst>
                  <a:ext uri="{FF2B5EF4-FFF2-40B4-BE49-F238E27FC236}">
                    <a16:creationId xmlns:a16="http://schemas.microsoft.com/office/drawing/2014/main" id="{BEF761A7-5BED-424D-A63B-C885492B3C3E}"/>
                  </a:ext>
                </a:extLst>
              </p14:cNvPr>
              <p14:cNvContentPartPr/>
              <p14:nvPr/>
            </p14:nvContentPartPr>
            <p14:xfrm>
              <a:off x="10405787" y="4348169"/>
              <a:ext cx="1047240" cy="380160"/>
            </p14:xfrm>
          </p:contentPart>
        </mc:Choice>
        <mc:Fallback xmlns="">
          <p:pic>
            <p:nvPicPr>
              <p:cNvPr id="268" name="墨迹 267">
                <a:extLst>
                  <a:ext uri="{FF2B5EF4-FFF2-40B4-BE49-F238E27FC236}">
                    <a16:creationId xmlns:a16="http://schemas.microsoft.com/office/drawing/2014/main" id="{BEF761A7-5BED-424D-A63B-C885492B3C3E}"/>
                  </a:ext>
                </a:extLst>
              </p:cNvPr>
              <p:cNvPicPr/>
              <p:nvPr/>
            </p:nvPicPr>
            <p:blipFill>
              <a:blip r:embed="rId89"/>
              <a:stretch>
                <a:fillRect/>
              </a:stretch>
            </p:blipFill>
            <p:spPr>
              <a:xfrm>
                <a:off x="10396790" y="4339178"/>
                <a:ext cx="1064874" cy="397783"/>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69" name="墨迹 268">
                <a:extLst>
                  <a:ext uri="{FF2B5EF4-FFF2-40B4-BE49-F238E27FC236}">
                    <a16:creationId xmlns:a16="http://schemas.microsoft.com/office/drawing/2014/main" id="{440259F5-FBFA-41DE-AE12-DA624FAA3BFA}"/>
                  </a:ext>
                </a:extLst>
              </p14:cNvPr>
              <p14:cNvContentPartPr/>
              <p14:nvPr/>
            </p14:nvContentPartPr>
            <p14:xfrm>
              <a:off x="9960467" y="4317929"/>
              <a:ext cx="136440" cy="285120"/>
            </p14:xfrm>
          </p:contentPart>
        </mc:Choice>
        <mc:Fallback xmlns="">
          <p:pic>
            <p:nvPicPr>
              <p:cNvPr id="269" name="墨迹 268">
                <a:extLst>
                  <a:ext uri="{FF2B5EF4-FFF2-40B4-BE49-F238E27FC236}">
                    <a16:creationId xmlns:a16="http://schemas.microsoft.com/office/drawing/2014/main" id="{440259F5-FBFA-41DE-AE12-DA624FAA3BFA}"/>
                  </a:ext>
                </a:extLst>
              </p:cNvPr>
              <p:cNvPicPr/>
              <p:nvPr/>
            </p:nvPicPr>
            <p:blipFill>
              <a:blip r:embed="rId91"/>
              <a:stretch>
                <a:fillRect/>
              </a:stretch>
            </p:blipFill>
            <p:spPr>
              <a:xfrm>
                <a:off x="9951827" y="4309289"/>
                <a:ext cx="15408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70" name="墨迹 269">
                <a:extLst>
                  <a:ext uri="{FF2B5EF4-FFF2-40B4-BE49-F238E27FC236}">
                    <a16:creationId xmlns:a16="http://schemas.microsoft.com/office/drawing/2014/main" id="{2B37FF01-CE20-4B22-805B-C3091D16191F}"/>
                  </a:ext>
                </a:extLst>
              </p14:cNvPr>
              <p14:cNvContentPartPr/>
              <p14:nvPr/>
            </p14:nvContentPartPr>
            <p14:xfrm>
              <a:off x="9304907" y="4301009"/>
              <a:ext cx="577800" cy="256320"/>
            </p14:xfrm>
          </p:contentPart>
        </mc:Choice>
        <mc:Fallback xmlns="">
          <p:pic>
            <p:nvPicPr>
              <p:cNvPr id="270" name="墨迹 269">
                <a:extLst>
                  <a:ext uri="{FF2B5EF4-FFF2-40B4-BE49-F238E27FC236}">
                    <a16:creationId xmlns:a16="http://schemas.microsoft.com/office/drawing/2014/main" id="{2B37FF01-CE20-4B22-805B-C3091D16191F}"/>
                  </a:ext>
                </a:extLst>
              </p:cNvPr>
              <p:cNvPicPr/>
              <p:nvPr/>
            </p:nvPicPr>
            <p:blipFill>
              <a:blip r:embed="rId93"/>
              <a:stretch>
                <a:fillRect/>
              </a:stretch>
            </p:blipFill>
            <p:spPr>
              <a:xfrm>
                <a:off x="9295907" y="4292357"/>
                <a:ext cx="595440" cy="273985"/>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71" name="墨迹 270">
                <a:extLst>
                  <a:ext uri="{FF2B5EF4-FFF2-40B4-BE49-F238E27FC236}">
                    <a16:creationId xmlns:a16="http://schemas.microsoft.com/office/drawing/2014/main" id="{8DE590BE-312B-498D-B390-B381A8141FC0}"/>
                  </a:ext>
                </a:extLst>
              </p14:cNvPr>
              <p14:cNvContentPartPr/>
              <p14:nvPr/>
            </p14:nvContentPartPr>
            <p14:xfrm>
              <a:off x="7905947" y="4284809"/>
              <a:ext cx="234360" cy="277920"/>
            </p14:xfrm>
          </p:contentPart>
        </mc:Choice>
        <mc:Fallback xmlns="">
          <p:pic>
            <p:nvPicPr>
              <p:cNvPr id="271" name="墨迹 270">
                <a:extLst>
                  <a:ext uri="{FF2B5EF4-FFF2-40B4-BE49-F238E27FC236}">
                    <a16:creationId xmlns:a16="http://schemas.microsoft.com/office/drawing/2014/main" id="{8DE590BE-312B-498D-B390-B381A8141FC0}"/>
                  </a:ext>
                </a:extLst>
              </p:cNvPr>
              <p:cNvPicPr/>
              <p:nvPr/>
            </p:nvPicPr>
            <p:blipFill>
              <a:blip r:embed="rId95"/>
              <a:stretch>
                <a:fillRect/>
              </a:stretch>
            </p:blipFill>
            <p:spPr>
              <a:xfrm>
                <a:off x="7897307" y="4276169"/>
                <a:ext cx="25200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296" name="墨迹 295">
                <a:extLst>
                  <a:ext uri="{FF2B5EF4-FFF2-40B4-BE49-F238E27FC236}">
                    <a16:creationId xmlns:a16="http://schemas.microsoft.com/office/drawing/2014/main" id="{9CA1CE31-CF25-4CBA-8780-B4AFC834892C}"/>
                  </a:ext>
                </a:extLst>
              </p14:cNvPr>
              <p14:cNvContentPartPr/>
              <p14:nvPr/>
            </p14:nvContentPartPr>
            <p14:xfrm>
              <a:off x="7436507" y="4766129"/>
              <a:ext cx="190080" cy="221760"/>
            </p14:xfrm>
          </p:contentPart>
        </mc:Choice>
        <mc:Fallback xmlns="">
          <p:pic>
            <p:nvPicPr>
              <p:cNvPr id="296" name="墨迹 295">
                <a:extLst>
                  <a:ext uri="{FF2B5EF4-FFF2-40B4-BE49-F238E27FC236}">
                    <a16:creationId xmlns:a16="http://schemas.microsoft.com/office/drawing/2014/main" id="{9CA1CE31-CF25-4CBA-8780-B4AFC834892C}"/>
                  </a:ext>
                </a:extLst>
              </p:cNvPr>
              <p:cNvPicPr/>
              <p:nvPr/>
            </p:nvPicPr>
            <p:blipFill>
              <a:blip r:embed="rId97"/>
              <a:stretch>
                <a:fillRect/>
              </a:stretch>
            </p:blipFill>
            <p:spPr>
              <a:xfrm>
                <a:off x="7427867" y="4757129"/>
                <a:ext cx="20772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315" name="墨迹 314">
                <a:extLst>
                  <a:ext uri="{FF2B5EF4-FFF2-40B4-BE49-F238E27FC236}">
                    <a16:creationId xmlns:a16="http://schemas.microsoft.com/office/drawing/2014/main" id="{81B33BA3-AB89-46B3-AA54-7F8100D15748}"/>
                  </a:ext>
                </a:extLst>
              </p14:cNvPr>
              <p14:cNvContentPartPr/>
              <p14:nvPr/>
            </p14:nvContentPartPr>
            <p14:xfrm>
              <a:off x="10073867" y="4793129"/>
              <a:ext cx="224640" cy="180000"/>
            </p14:xfrm>
          </p:contentPart>
        </mc:Choice>
        <mc:Fallback xmlns="">
          <p:pic>
            <p:nvPicPr>
              <p:cNvPr id="315" name="墨迹 314">
                <a:extLst>
                  <a:ext uri="{FF2B5EF4-FFF2-40B4-BE49-F238E27FC236}">
                    <a16:creationId xmlns:a16="http://schemas.microsoft.com/office/drawing/2014/main" id="{81B33BA3-AB89-46B3-AA54-7F8100D15748}"/>
                  </a:ext>
                </a:extLst>
              </p:cNvPr>
              <p:cNvPicPr/>
              <p:nvPr/>
            </p:nvPicPr>
            <p:blipFill>
              <a:blip r:embed="rId99"/>
              <a:stretch>
                <a:fillRect/>
              </a:stretch>
            </p:blipFill>
            <p:spPr>
              <a:xfrm>
                <a:off x="10064867" y="4784489"/>
                <a:ext cx="24228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16" name="墨迹 315">
                <a:extLst>
                  <a:ext uri="{FF2B5EF4-FFF2-40B4-BE49-F238E27FC236}">
                    <a16:creationId xmlns:a16="http://schemas.microsoft.com/office/drawing/2014/main" id="{120EF43D-7367-4BF7-9BAE-FB1CD30690AA}"/>
                  </a:ext>
                </a:extLst>
              </p14:cNvPr>
              <p14:cNvContentPartPr/>
              <p14:nvPr/>
            </p14:nvContentPartPr>
            <p14:xfrm>
              <a:off x="9591827" y="4717529"/>
              <a:ext cx="313200" cy="310680"/>
            </p14:xfrm>
          </p:contentPart>
        </mc:Choice>
        <mc:Fallback xmlns="">
          <p:pic>
            <p:nvPicPr>
              <p:cNvPr id="316" name="墨迹 315">
                <a:extLst>
                  <a:ext uri="{FF2B5EF4-FFF2-40B4-BE49-F238E27FC236}">
                    <a16:creationId xmlns:a16="http://schemas.microsoft.com/office/drawing/2014/main" id="{120EF43D-7367-4BF7-9BAE-FB1CD30690AA}"/>
                  </a:ext>
                </a:extLst>
              </p:cNvPr>
              <p:cNvPicPr/>
              <p:nvPr/>
            </p:nvPicPr>
            <p:blipFill>
              <a:blip r:embed="rId101"/>
              <a:stretch>
                <a:fillRect/>
              </a:stretch>
            </p:blipFill>
            <p:spPr>
              <a:xfrm>
                <a:off x="9582837" y="4708539"/>
                <a:ext cx="330820" cy="3283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17" name="墨迹 316">
                <a:extLst>
                  <a:ext uri="{FF2B5EF4-FFF2-40B4-BE49-F238E27FC236}">
                    <a16:creationId xmlns:a16="http://schemas.microsoft.com/office/drawing/2014/main" id="{69C39DC5-9396-447B-BC59-3BCB78DFCFE2}"/>
                  </a:ext>
                </a:extLst>
              </p14:cNvPr>
              <p14:cNvContentPartPr/>
              <p14:nvPr/>
            </p14:nvContentPartPr>
            <p14:xfrm>
              <a:off x="9252347" y="4710329"/>
              <a:ext cx="235800" cy="259560"/>
            </p14:xfrm>
          </p:contentPart>
        </mc:Choice>
        <mc:Fallback xmlns="">
          <p:pic>
            <p:nvPicPr>
              <p:cNvPr id="317" name="墨迹 316">
                <a:extLst>
                  <a:ext uri="{FF2B5EF4-FFF2-40B4-BE49-F238E27FC236}">
                    <a16:creationId xmlns:a16="http://schemas.microsoft.com/office/drawing/2014/main" id="{69C39DC5-9396-447B-BC59-3BCB78DFCFE2}"/>
                  </a:ext>
                </a:extLst>
              </p:cNvPr>
              <p:cNvPicPr/>
              <p:nvPr/>
            </p:nvPicPr>
            <p:blipFill>
              <a:blip r:embed="rId103"/>
              <a:stretch>
                <a:fillRect/>
              </a:stretch>
            </p:blipFill>
            <p:spPr>
              <a:xfrm>
                <a:off x="9243694" y="4701689"/>
                <a:ext cx="253467"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23" name="墨迹 322">
                <a:extLst>
                  <a:ext uri="{FF2B5EF4-FFF2-40B4-BE49-F238E27FC236}">
                    <a16:creationId xmlns:a16="http://schemas.microsoft.com/office/drawing/2014/main" id="{57CD5BFA-CD8A-4B95-BD05-1799664EBEAA}"/>
                  </a:ext>
                </a:extLst>
              </p14:cNvPr>
              <p14:cNvContentPartPr/>
              <p14:nvPr/>
            </p14:nvContentPartPr>
            <p14:xfrm>
              <a:off x="6288467" y="4689809"/>
              <a:ext cx="975240" cy="708480"/>
            </p14:xfrm>
          </p:contentPart>
        </mc:Choice>
        <mc:Fallback xmlns="">
          <p:pic>
            <p:nvPicPr>
              <p:cNvPr id="323" name="墨迹 322">
                <a:extLst>
                  <a:ext uri="{FF2B5EF4-FFF2-40B4-BE49-F238E27FC236}">
                    <a16:creationId xmlns:a16="http://schemas.microsoft.com/office/drawing/2014/main" id="{57CD5BFA-CD8A-4B95-BD05-1799664EBEAA}"/>
                  </a:ext>
                </a:extLst>
              </p:cNvPr>
              <p:cNvPicPr/>
              <p:nvPr/>
            </p:nvPicPr>
            <p:blipFill>
              <a:blip r:embed="rId105"/>
              <a:stretch>
                <a:fillRect/>
              </a:stretch>
            </p:blipFill>
            <p:spPr>
              <a:xfrm>
                <a:off x="6279467" y="4681169"/>
                <a:ext cx="992880" cy="7261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37" name="墨迹 336">
                <a:extLst>
                  <a:ext uri="{FF2B5EF4-FFF2-40B4-BE49-F238E27FC236}">
                    <a16:creationId xmlns:a16="http://schemas.microsoft.com/office/drawing/2014/main" id="{AFBAFBE8-F517-4705-B207-8D20FA6D2686}"/>
                  </a:ext>
                </a:extLst>
              </p14:cNvPr>
              <p14:cNvContentPartPr/>
              <p14:nvPr/>
            </p14:nvContentPartPr>
            <p14:xfrm>
              <a:off x="8705147" y="5171489"/>
              <a:ext cx="327960" cy="277920"/>
            </p14:xfrm>
          </p:contentPart>
        </mc:Choice>
        <mc:Fallback xmlns="">
          <p:pic>
            <p:nvPicPr>
              <p:cNvPr id="337" name="墨迹 336">
                <a:extLst>
                  <a:ext uri="{FF2B5EF4-FFF2-40B4-BE49-F238E27FC236}">
                    <a16:creationId xmlns:a16="http://schemas.microsoft.com/office/drawing/2014/main" id="{AFBAFBE8-F517-4705-B207-8D20FA6D2686}"/>
                  </a:ext>
                </a:extLst>
              </p:cNvPr>
              <p:cNvPicPr/>
              <p:nvPr/>
            </p:nvPicPr>
            <p:blipFill>
              <a:blip r:embed="rId107"/>
              <a:stretch>
                <a:fillRect/>
              </a:stretch>
            </p:blipFill>
            <p:spPr>
              <a:xfrm>
                <a:off x="8696147" y="5162489"/>
                <a:ext cx="34560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42" name="墨迹 341">
                <a:extLst>
                  <a:ext uri="{FF2B5EF4-FFF2-40B4-BE49-F238E27FC236}">
                    <a16:creationId xmlns:a16="http://schemas.microsoft.com/office/drawing/2014/main" id="{4447759C-6154-44DE-A372-0B6CF2021513}"/>
                  </a:ext>
                </a:extLst>
              </p14:cNvPr>
              <p14:cNvContentPartPr/>
              <p14:nvPr/>
            </p14:nvContentPartPr>
            <p14:xfrm>
              <a:off x="9106547" y="5190209"/>
              <a:ext cx="793080" cy="222120"/>
            </p14:xfrm>
          </p:contentPart>
        </mc:Choice>
        <mc:Fallback xmlns="">
          <p:pic>
            <p:nvPicPr>
              <p:cNvPr id="342" name="墨迹 341">
                <a:extLst>
                  <a:ext uri="{FF2B5EF4-FFF2-40B4-BE49-F238E27FC236}">
                    <a16:creationId xmlns:a16="http://schemas.microsoft.com/office/drawing/2014/main" id="{4447759C-6154-44DE-A372-0B6CF2021513}"/>
                  </a:ext>
                </a:extLst>
              </p:cNvPr>
              <p:cNvPicPr/>
              <p:nvPr/>
            </p:nvPicPr>
            <p:blipFill>
              <a:blip r:embed="rId109"/>
              <a:stretch>
                <a:fillRect/>
              </a:stretch>
            </p:blipFill>
            <p:spPr>
              <a:xfrm>
                <a:off x="9097911" y="5181209"/>
                <a:ext cx="810712"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67" name="墨迹 366">
                <a:extLst>
                  <a:ext uri="{FF2B5EF4-FFF2-40B4-BE49-F238E27FC236}">
                    <a16:creationId xmlns:a16="http://schemas.microsoft.com/office/drawing/2014/main" id="{C46CF0BF-DBC7-4B21-A218-276BC1699EAD}"/>
                  </a:ext>
                </a:extLst>
              </p14:cNvPr>
              <p14:cNvContentPartPr/>
              <p14:nvPr/>
            </p14:nvContentPartPr>
            <p14:xfrm>
              <a:off x="9981347" y="5127209"/>
              <a:ext cx="1844280" cy="295920"/>
            </p14:xfrm>
          </p:contentPart>
        </mc:Choice>
        <mc:Fallback xmlns="">
          <p:pic>
            <p:nvPicPr>
              <p:cNvPr id="367" name="墨迹 366">
                <a:extLst>
                  <a:ext uri="{FF2B5EF4-FFF2-40B4-BE49-F238E27FC236}">
                    <a16:creationId xmlns:a16="http://schemas.microsoft.com/office/drawing/2014/main" id="{C46CF0BF-DBC7-4B21-A218-276BC1699EAD}"/>
                  </a:ext>
                </a:extLst>
              </p:cNvPr>
              <p:cNvPicPr/>
              <p:nvPr/>
            </p:nvPicPr>
            <p:blipFill>
              <a:blip r:embed="rId111"/>
              <a:stretch>
                <a:fillRect/>
              </a:stretch>
            </p:blipFill>
            <p:spPr>
              <a:xfrm>
                <a:off x="9972349" y="5118569"/>
                <a:ext cx="1861917"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68" name="墨迹 367">
                <a:extLst>
                  <a:ext uri="{FF2B5EF4-FFF2-40B4-BE49-F238E27FC236}">
                    <a16:creationId xmlns:a16="http://schemas.microsoft.com/office/drawing/2014/main" id="{2BB24448-CE44-42C5-8380-1774CA58C11A}"/>
                  </a:ext>
                </a:extLst>
              </p14:cNvPr>
              <p14:cNvContentPartPr/>
              <p14:nvPr/>
            </p14:nvContentPartPr>
            <p14:xfrm>
              <a:off x="6522017" y="558343"/>
              <a:ext cx="187920" cy="635760"/>
            </p14:xfrm>
          </p:contentPart>
        </mc:Choice>
        <mc:Fallback xmlns="">
          <p:pic>
            <p:nvPicPr>
              <p:cNvPr id="368" name="墨迹 367">
                <a:extLst>
                  <a:ext uri="{FF2B5EF4-FFF2-40B4-BE49-F238E27FC236}">
                    <a16:creationId xmlns:a16="http://schemas.microsoft.com/office/drawing/2014/main" id="{2BB24448-CE44-42C5-8380-1774CA58C11A}"/>
                  </a:ext>
                </a:extLst>
              </p:cNvPr>
              <p:cNvPicPr/>
              <p:nvPr/>
            </p:nvPicPr>
            <p:blipFill>
              <a:blip r:embed="rId113"/>
              <a:stretch>
                <a:fillRect/>
              </a:stretch>
            </p:blipFill>
            <p:spPr>
              <a:xfrm>
                <a:off x="6513377" y="549703"/>
                <a:ext cx="205560" cy="6534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369" name="墨迹 368">
                <a:extLst>
                  <a:ext uri="{FF2B5EF4-FFF2-40B4-BE49-F238E27FC236}">
                    <a16:creationId xmlns:a16="http://schemas.microsoft.com/office/drawing/2014/main" id="{073D8AB6-F471-4E18-BB69-BB2FA667C681}"/>
                  </a:ext>
                </a:extLst>
              </p14:cNvPr>
              <p14:cNvContentPartPr/>
              <p14:nvPr/>
            </p14:nvContentPartPr>
            <p14:xfrm>
              <a:off x="6845657" y="816823"/>
              <a:ext cx="245520" cy="201240"/>
            </p14:xfrm>
          </p:contentPart>
        </mc:Choice>
        <mc:Fallback xmlns="">
          <p:pic>
            <p:nvPicPr>
              <p:cNvPr id="369" name="墨迹 368">
                <a:extLst>
                  <a:ext uri="{FF2B5EF4-FFF2-40B4-BE49-F238E27FC236}">
                    <a16:creationId xmlns:a16="http://schemas.microsoft.com/office/drawing/2014/main" id="{073D8AB6-F471-4E18-BB69-BB2FA667C681}"/>
                  </a:ext>
                </a:extLst>
              </p:cNvPr>
              <p:cNvPicPr/>
              <p:nvPr/>
            </p:nvPicPr>
            <p:blipFill>
              <a:blip r:embed="rId115"/>
              <a:stretch>
                <a:fillRect/>
              </a:stretch>
            </p:blipFill>
            <p:spPr>
              <a:xfrm>
                <a:off x="6836657" y="808183"/>
                <a:ext cx="26316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370" name="墨迹 369">
                <a:extLst>
                  <a:ext uri="{FF2B5EF4-FFF2-40B4-BE49-F238E27FC236}">
                    <a16:creationId xmlns:a16="http://schemas.microsoft.com/office/drawing/2014/main" id="{CD0B0236-9FBE-431A-A29A-B0603ECD7079}"/>
                  </a:ext>
                </a:extLst>
              </p14:cNvPr>
              <p14:cNvContentPartPr/>
              <p14:nvPr/>
            </p14:nvContentPartPr>
            <p14:xfrm>
              <a:off x="7203137" y="824743"/>
              <a:ext cx="244440" cy="213480"/>
            </p14:xfrm>
          </p:contentPart>
        </mc:Choice>
        <mc:Fallback xmlns="">
          <p:pic>
            <p:nvPicPr>
              <p:cNvPr id="370" name="墨迹 369">
                <a:extLst>
                  <a:ext uri="{FF2B5EF4-FFF2-40B4-BE49-F238E27FC236}">
                    <a16:creationId xmlns:a16="http://schemas.microsoft.com/office/drawing/2014/main" id="{CD0B0236-9FBE-431A-A29A-B0603ECD7079}"/>
                  </a:ext>
                </a:extLst>
              </p:cNvPr>
              <p:cNvPicPr/>
              <p:nvPr/>
            </p:nvPicPr>
            <p:blipFill>
              <a:blip r:embed="rId117"/>
              <a:stretch>
                <a:fillRect/>
              </a:stretch>
            </p:blipFill>
            <p:spPr>
              <a:xfrm>
                <a:off x="7194137" y="816103"/>
                <a:ext cx="26208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371" name="墨迹 370">
                <a:extLst>
                  <a:ext uri="{FF2B5EF4-FFF2-40B4-BE49-F238E27FC236}">
                    <a16:creationId xmlns:a16="http://schemas.microsoft.com/office/drawing/2014/main" id="{B8207E44-D50C-47C1-98D8-399B74742415}"/>
                  </a:ext>
                </a:extLst>
              </p14:cNvPr>
              <p14:cNvContentPartPr/>
              <p14:nvPr/>
            </p14:nvContentPartPr>
            <p14:xfrm>
              <a:off x="7523537" y="849943"/>
              <a:ext cx="212760" cy="188280"/>
            </p14:xfrm>
          </p:contentPart>
        </mc:Choice>
        <mc:Fallback xmlns="">
          <p:pic>
            <p:nvPicPr>
              <p:cNvPr id="371" name="墨迹 370">
                <a:extLst>
                  <a:ext uri="{FF2B5EF4-FFF2-40B4-BE49-F238E27FC236}">
                    <a16:creationId xmlns:a16="http://schemas.microsoft.com/office/drawing/2014/main" id="{B8207E44-D50C-47C1-98D8-399B74742415}"/>
                  </a:ext>
                </a:extLst>
              </p:cNvPr>
              <p:cNvPicPr/>
              <p:nvPr/>
            </p:nvPicPr>
            <p:blipFill>
              <a:blip r:embed="rId119"/>
              <a:stretch>
                <a:fillRect/>
              </a:stretch>
            </p:blipFill>
            <p:spPr>
              <a:xfrm>
                <a:off x="7514897" y="841303"/>
                <a:ext cx="23040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372" name="墨迹 371">
                <a:extLst>
                  <a:ext uri="{FF2B5EF4-FFF2-40B4-BE49-F238E27FC236}">
                    <a16:creationId xmlns:a16="http://schemas.microsoft.com/office/drawing/2014/main" id="{A4BB0920-CFD0-48EF-AA0A-A20A8E66500A}"/>
                  </a:ext>
                </a:extLst>
              </p14:cNvPr>
              <p14:cNvContentPartPr/>
              <p14:nvPr/>
            </p14:nvContentPartPr>
            <p14:xfrm>
              <a:off x="7873457" y="642943"/>
              <a:ext cx="196560" cy="370800"/>
            </p14:xfrm>
          </p:contentPart>
        </mc:Choice>
        <mc:Fallback xmlns="">
          <p:pic>
            <p:nvPicPr>
              <p:cNvPr id="372" name="墨迹 371">
                <a:extLst>
                  <a:ext uri="{FF2B5EF4-FFF2-40B4-BE49-F238E27FC236}">
                    <a16:creationId xmlns:a16="http://schemas.microsoft.com/office/drawing/2014/main" id="{A4BB0920-CFD0-48EF-AA0A-A20A8E66500A}"/>
                  </a:ext>
                </a:extLst>
              </p:cNvPr>
              <p:cNvPicPr/>
              <p:nvPr/>
            </p:nvPicPr>
            <p:blipFill>
              <a:blip r:embed="rId121"/>
              <a:stretch>
                <a:fillRect/>
              </a:stretch>
            </p:blipFill>
            <p:spPr>
              <a:xfrm>
                <a:off x="7864457" y="634303"/>
                <a:ext cx="21420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379" name="墨迹 378">
                <a:extLst>
                  <a:ext uri="{FF2B5EF4-FFF2-40B4-BE49-F238E27FC236}">
                    <a16:creationId xmlns:a16="http://schemas.microsoft.com/office/drawing/2014/main" id="{C5E881ED-A63A-40E1-B9F9-51AF1C2BD0C7}"/>
                  </a:ext>
                </a:extLst>
              </p14:cNvPr>
              <p14:cNvContentPartPr/>
              <p14:nvPr/>
            </p14:nvContentPartPr>
            <p14:xfrm>
              <a:off x="8590937" y="948223"/>
              <a:ext cx="106560" cy="131400"/>
            </p14:xfrm>
          </p:contentPart>
        </mc:Choice>
        <mc:Fallback xmlns="">
          <p:pic>
            <p:nvPicPr>
              <p:cNvPr id="379" name="墨迹 378">
                <a:extLst>
                  <a:ext uri="{FF2B5EF4-FFF2-40B4-BE49-F238E27FC236}">
                    <a16:creationId xmlns:a16="http://schemas.microsoft.com/office/drawing/2014/main" id="{C5E881ED-A63A-40E1-B9F9-51AF1C2BD0C7}"/>
                  </a:ext>
                </a:extLst>
              </p:cNvPr>
              <p:cNvPicPr/>
              <p:nvPr/>
            </p:nvPicPr>
            <p:blipFill>
              <a:blip r:embed="rId123"/>
              <a:stretch>
                <a:fillRect/>
              </a:stretch>
            </p:blipFill>
            <p:spPr>
              <a:xfrm>
                <a:off x="8582297" y="939223"/>
                <a:ext cx="1242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388" name="墨迹 387">
                <a:extLst>
                  <a:ext uri="{FF2B5EF4-FFF2-40B4-BE49-F238E27FC236}">
                    <a16:creationId xmlns:a16="http://schemas.microsoft.com/office/drawing/2014/main" id="{A894A0D0-BEE1-45A3-86E5-5A85129CBBA7}"/>
                  </a:ext>
                </a:extLst>
              </p14:cNvPr>
              <p14:cNvContentPartPr/>
              <p14:nvPr/>
            </p14:nvContentPartPr>
            <p14:xfrm>
              <a:off x="9418937" y="587143"/>
              <a:ext cx="609480" cy="493560"/>
            </p14:xfrm>
          </p:contentPart>
        </mc:Choice>
        <mc:Fallback xmlns="">
          <p:pic>
            <p:nvPicPr>
              <p:cNvPr id="388" name="墨迹 387">
                <a:extLst>
                  <a:ext uri="{FF2B5EF4-FFF2-40B4-BE49-F238E27FC236}">
                    <a16:creationId xmlns:a16="http://schemas.microsoft.com/office/drawing/2014/main" id="{A894A0D0-BEE1-45A3-86E5-5A85129CBBA7}"/>
                  </a:ext>
                </a:extLst>
              </p:cNvPr>
              <p:cNvPicPr/>
              <p:nvPr/>
            </p:nvPicPr>
            <p:blipFill>
              <a:blip r:embed="rId125"/>
              <a:stretch>
                <a:fillRect/>
              </a:stretch>
            </p:blipFill>
            <p:spPr>
              <a:xfrm>
                <a:off x="9409937" y="578503"/>
                <a:ext cx="627120" cy="5112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389" name="墨迹 388">
                <a:extLst>
                  <a:ext uri="{FF2B5EF4-FFF2-40B4-BE49-F238E27FC236}">
                    <a16:creationId xmlns:a16="http://schemas.microsoft.com/office/drawing/2014/main" id="{FFBF97FF-BDB0-468D-9042-C7F6695C3931}"/>
                  </a:ext>
                </a:extLst>
              </p14:cNvPr>
              <p14:cNvContentPartPr/>
              <p14:nvPr/>
            </p14:nvContentPartPr>
            <p14:xfrm>
              <a:off x="9075857" y="595783"/>
              <a:ext cx="244080" cy="406440"/>
            </p14:xfrm>
          </p:contentPart>
        </mc:Choice>
        <mc:Fallback xmlns="">
          <p:pic>
            <p:nvPicPr>
              <p:cNvPr id="389" name="墨迹 388">
                <a:extLst>
                  <a:ext uri="{FF2B5EF4-FFF2-40B4-BE49-F238E27FC236}">
                    <a16:creationId xmlns:a16="http://schemas.microsoft.com/office/drawing/2014/main" id="{FFBF97FF-BDB0-468D-9042-C7F6695C3931}"/>
                  </a:ext>
                </a:extLst>
              </p:cNvPr>
              <p:cNvPicPr/>
              <p:nvPr/>
            </p:nvPicPr>
            <p:blipFill>
              <a:blip r:embed="rId127"/>
              <a:stretch>
                <a:fillRect/>
              </a:stretch>
            </p:blipFill>
            <p:spPr>
              <a:xfrm>
                <a:off x="9066857" y="586783"/>
                <a:ext cx="261720" cy="4240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390" name="墨迹 389">
                <a:extLst>
                  <a:ext uri="{FF2B5EF4-FFF2-40B4-BE49-F238E27FC236}">
                    <a16:creationId xmlns:a16="http://schemas.microsoft.com/office/drawing/2014/main" id="{E2914ACE-69E5-4D39-97B3-65141710D9C7}"/>
                  </a:ext>
                </a:extLst>
              </p14:cNvPr>
              <p14:cNvContentPartPr/>
              <p14:nvPr/>
            </p14:nvContentPartPr>
            <p14:xfrm>
              <a:off x="8152817" y="644383"/>
              <a:ext cx="359280" cy="312480"/>
            </p14:xfrm>
          </p:contentPart>
        </mc:Choice>
        <mc:Fallback xmlns="">
          <p:pic>
            <p:nvPicPr>
              <p:cNvPr id="390" name="墨迹 389">
                <a:extLst>
                  <a:ext uri="{FF2B5EF4-FFF2-40B4-BE49-F238E27FC236}">
                    <a16:creationId xmlns:a16="http://schemas.microsoft.com/office/drawing/2014/main" id="{E2914ACE-69E5-4D39-97B3-65141710D9C7}"/>
                  </a:ext>
                </a:extLst>
              </p:cNvPr>
              <p:cNvPicPr/>
              <p:nvPr/>
            </p:nvPicPr>
            <p:blipFill>
              <a:blip r:embed="rId129"/>
              <a:stretch>
                <a:fillRect/>
              </a:stretch>
            </p:blipFill>
            <p:spPr>
              <a:xfrm>
                <a:off x="8143826" y="635383"/>
                <a:ext cx="376902" cy="330120"/>
              </a:xfrm>
              <a:prstGeom prst="rect">
                <a:avLst/>
              </a:prstGeom>
            </p:spPr>
          </p:pic>
        </mc:Fallback>
      </mc:AlternateContent>
    </p:spTree>
    <p:extLst>
      <p:ext uri="{BB962C8B-B14F-4D97-AF65-F5344CB8AC3E}">
        <p14:creationId xmlns:p14="http://schemas.microsoft.com/office/powerpoint/2010/main" val="2295581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DEC4CB-D07B-4B89-868B-9AE13F3165BA}"/>
              </a:ext>
            </a:extLst>
          </p:cNvPr>
          <p:cNvSpPr>
            <a:spLocks noGrp="1"/>
          </p:cNvSpPr>
          <p:nvPr>
            <p:ph idx="1"/>
          </p:nvPr>
        </p:nvSpPr>
        <p:spPr>
          <a:xfrm>
            <a:off x="838200" y="1825625"/>
            <a:ext cx="6075156" cy="4351338"/>
          </a:xfrm>
        </p:spPr>
        <p:txBody>
          <a:bodyPr>
            <a:normAutofit/>
          </a:bodyPr>
          <a:lstStyle/>
          <a:p>
            <a:r>
              <a:rPr lang="en-US" altLang="zh-CN" sz="1800" dirty="0">
                <a:latin typeface="Bookman Old Style" panose="02050604050505020204" pitchFamily="18" charset="0"/>
              </a:rPr>
              <a:t>11. 	</a:t>
            </a:r>
            <a:r>
              <a:rPr lang="zh-CN" altLang="en-US" sz="1800" dirty="0">
                <a:latin typeface="Bookman Old Style" panose="02050604050505020204" pitchFamily="18" charset="0"/>
              </a:rPr>
              <a:t>和</a:t>
            </a:r>
            <a:r>
              <a:rPr lang="en-US" altLang="zh-CN" sz="1800" dirty="0">
                <a:latin typeface="Bookman Old Style" panose="02050604050505020204" pitchFamily="18" charset="0"/>
              </a:rPr>
              <a:t>(46</a:t>
            </a:r>
            <a:r>
              <a:rPr lang="en-US" altLang="zh-CN" sz="1800" dirty="0"/>
              <a:t>↖</a:t>
            </a:r>
            <a:r>
              <a:rPr lang="en-US" altLang="zh-CN" sz="1800" dirty="0">
                <a:latin typeface="Bookman Old Style" panose="02050604050505020204" pitchFamily="18" charset="0"/>
              </a:rPr>
              <a:t>)</a:t>
            </a:r>
            <a:r>
              <a:rPr lang="zh-CN" altLang="en-US" sz="1800" dirty="0">
                <a:latin typeface="Bookman Old Style" panose="02050604050505020204" pitchFamily="18" charset="0"/>
              </a:rPr>
              <a:t>相同。当它比较急的时候，会是绿色的</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Q. 	</a:t>
            </a:r>
            <a:r>
              <a:rPr lang="zh-CN" altLang="en-US" sz="1800" dirty="0">
                <a:latin typeface="Bookman Old Style" panose="02050604050505020204" pitchFamily="18" charset="0"/>
              </a:rPr>
              <a:t>在我国这个国家和一种食物的名字有关，在这个国家我国和同一种食物的名字有关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35.	</a:t>
            </a:r>
            <a:r>
              <a:rPr lang="zh-CN" altLang="en-US" sz="1800" dirty="0">
                <a:latin typeface="Bookman Old Style" panose="02050604050505020204" pitchFamily="18" charset="0"/>
              </a:rPr>
              <a:t>指代复数的一种性别的人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46.	</a:t>
            </a:r>
            <a:r>
              <a:rPr lang="zh-CN" altLang="en-US" sz="1800" dirty="0">
                <a:latin typeface="Bookman Old Style" panose="02050604050505020204" pitchFamily="18" charset="0"/>
              </a:rPr>
              <a:t>和</a:t>
            </a:r>
            <a:r>
              <a:rPr lang="en-US" altLang="zh-CN" sz="1800" dirty="0">
                <a:latin typeface="Bookman Old Style" panose="02050604050505020204" pitchFamily="18" charset="0"/>
              </a:rPr>
              <a:t>(11</a:t>
            </a:r>
            <a:r>
              <a:rPr lang="en-US" altLang="zh-CN" sz="1800" dirty="0"/>
              <a:t>↖</a:t>
            </a:r>
            <a:r>
              <a:rPr lang="en-US" altLang="zh-CN" sz="1800" dirty="0">
                <a:latin typeface="Bookman Old Style" panose="02050604050505020204" pitchFamily="18" charset="0"/>
              </a:rPr>
              <a:t>)</a:t>
            </a:r>
            <a:r>
              <a:rPr lang="zh-CN" altLang="en-US" sz="1800" dirty="0">
                <a:latin typeface="Bookman Old Style" panose="02050604050505020204" pitchFamily="18" charset="0"/>
              </a:rPr>
              <a:t>相同。在与</a:t>
            </a:r>
            <a:r>
              <a:rPr lang="en-US" altLang="zh-CN" sz="1800" dirty="0">
                <a:latin typeface="Bookman Old Style" panose="02050604050505020204" pitchFamily="18" charset="0"/>
              </a:rPr>
              <a:t>H</a:t>
            </a:r>
            <a:r>
              <a:rPr lang="en-US" altLang="zh-CN" sz="1800" dirty="0"/>
              <a:t>↙</a:t>
            </a:r>
            <a:r>
              <a:rPr lang="zh-CN" altLang="en-US" sz="1800" dirty="0">
                <a:latin typeface="Bookman Old Style" panose="02050604050505020204" pitchFamily="18" charset="0"/>
              </a:rPr>
              <a:t>相关的地方通常有很多这个东西 </a:t>
            </a:r>
          </a:p>
        </p:txBody>
      </p:sp>
      <mc:AlternateContent xmlns:mc="http://schemas.openxmlformats.org/markup-compatibility/2006" xmlns:p14="http://schemas.microsoft.com/office/powerpoint/2010/main">
        <mc:Choice Requires="p14">
          <p:contentPart p14:bwMode="auto" r:id="rId2">
            <p14:nvContentPartPr>
              <p14:cNvPr id="8" name="墨迹 7">
                <a:extLst>
                  <a:ext uri="{FF2B5EF4-FFF2-40B4-BE49-F238E27FC236}">
                    <a16:creationId xmlns:a16="http://schemas.microsoft.com/office/drawing/2014/main" id="{E4F694B1-742D-431A-BCD2-EE01C5195D3E}"/>
                  </a:ext>
                </a:extLst>
              </p14:cNvPr>
              <p14:cNvContentPartPr/>
              <p14:nvPr/>
            </p14:nvContentPartPr>
            <p14:xfrm>
              <a:off x="960740" y="758980"/>
              <a:ext cx="558000" cy="442440"/>
            </p14:xfrm>
          </p:contentPart>
        </mc:Choice>
        <mc:Fallback xmlns="">
          <p:pic>
            <p:nvPicPr>
              <p:cNvPr id="8" name="墨迹 7">
                <a:extLst>
                  <a:ext uri="{FF2B5EF4-FFF2-40B4-BE49-F238E27FC236}">
                    <a16:creationId xmlns:a16="http://schemas.microsoft.com/office/drawing/2014/main" id="{E4F694B1-742D-431A-BCD2-EE01C5195D3E}"/>
                  </a:ext>
                </a:extLst>
              </p:cNvPr>
              <p:cNvPicPr/>
              <p:nvPr/>
            </p:nvPicPr>
            <p:blipFill>
              <a:blip r:embed="rId3"/>
              <a:stretch>
                <a:fillRect/>
              </a:stretch>
            </p:blipFill>
            <p:spPr>
              <a:xfrm>
                <a:off x="951740" y="749987"/>
                <a:ext cx="575640" cy="460066"/>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 name="墨迹 11">
                <a:extLst>
                  <a:ext uri="{FF2B5EF4-FFF2-40B4-BE49-F238E27FC236}">
                    <a16:creationId xmlns:a16="http://schemas.microsoft.com/office/drawing/2014/main" id="{BFFDBCCF-1117-4025-9B91-521C8920D695}"/>
                  </a:ext>
                </a:extLst>
              </p14:cNvPr>
              <p14:cNvContentPartPr/>
              <p14:nvPr/>
            </p14:nvContentPartPr>
            <p14:xfrm>
              <a:off x="1878380" y="744220"/>
              <a:ext cx="471240" cy="427320"/>
            </p14:xfrm>
          </p:contentPart>
        </mc:Choice>
        <mc:Fallback xmlns="">
          <p:pic>
            <p:nvPicPr>
              <p:cNvPr id="12" name="墨迹 11">
                <a:extLst>
                  <a:ext uri="{FF2B5EF4-FFF2-40B4-BE49-F238E27FC236}">
                    <a16:creationId xmlns:a16="http://schemas.microsoft.com/office/drawing/2014/main" id="{BFFDBCCF-1117-4025-9B91-521C8920D695}"/>
                  </a:ext>
                </a:extLst>
              </p:cNvPr>
              <p:cNvPicPr/>
              <p:nvPr/>
            </p:nvPicPr>
            <p:blipFill>
              <a:blip r:embed="rId5"/>
              <a:stretch>
                <a:fillRect/>
              </a:stretch>
            </p:blipFill>
            <p:spPr>
              <a:xfrm>
                <a:off x="1869740" y="735580"/>
                <a:ext cx="488880" cy="444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墨迹 15">
                <a:extLst>
                  <a:ext uri="{FF2B5EF4-FFF2-40B4-BE49-F238E27FC236}">
                    <a16:creationId xmlns:a16="http://schemas.microsoft.com/office/drawing/2014/main" id="{FE0F374E-A953-44C8-93CE-7E581A31E9AB}"/>
                  </a:ext>
                </a:extLst>
              </p14:cNvPr>
              <p14:cNvContentPartPr/>
              <p14:nvPr/>
            </p14:nvContentPartPr>
            <p14:xfrm>
              <a:off x="2546540" y="653140"/>
              <a:ext cx="699480" cy="568440"/>
            </p14:xfrm>
          </p:contentPart>
        </mc:Choice>
        <mc:Fallback xmlns="">
          <p:pic>
            <p:nvPicPr>
              <p:cNvPr id="16" name="墨迹 15">
                <a:extLst>
                  <a:ext uri="{FF2B5EF4-FFF2-40B4-BE49-F238E27FC236}">
                    <a16:creationId xmlns:a16="http://schemas.microsoft.com/office/drawing/2014/main" id="{FE0F374E-A953-44C8-93CE-7E581A31E9AB}"/>
                  </a:ext>
                </a:extLst>
              </p:cNvPr>
              <p:cNvPicPr/>
              <p:nvPr/>
            </p:nvPicPr>
            <p:blipFill>
              <a:blip r:embed="rId7"/>
              <a:stretch>
                <a:fillRect/>
              </a:stretch>
            </p:blipFill>
            <p:spPr>
              <a:xfrm>
                <a:off x="2537540" y="644140"/>
                <a:ext cx="717120" cy="586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墨迹 16">
                <a:extLst>
                  <a:ext uri="{FF2B5EF4-FFF2-40B4-BE49-F238E27FC236}">
                    <a16:creationId xmlns:a16="http://schemas.microsoft.com/office/drawing/2014/main" id="{D6531A7D-7729-4C6C-B720-6937E14ABAEC}"/>
                  </a:ext>
                </a:extLst>
              </p14:cNvPr>
              <p14:cNvContentPartPr/>
              <p14:nvPr/>
            </p14:nvContentPartPr>
            <p14:xfrm>
              <a:off x="3401540" y="929260"/>
              <a:ext cx="430920" cy="43560"/>
            </p14:xfrm>
          </p:contentPart>
        </mc:Choice>
        <mc:Fallback xmlns="">
          <p:pic>
            <p:nvPicPr>
              <p:cNvPr id="17" name="墨迹 16">
                <a:extLst>
                  <a:ext uri="{FF2B5EF4-FFF2-40B4-BE49-F238E27FC236}">
                    <a16:creationId xmlns:a16="http://schemas.microsoft.com/office/drawing/2014/main" id="{D6531A7D-7729-4C6C-B720-6937E14ABAEC}"/>
                  </a:ext>
                </a:extLst>
              </p:cNvPr>
              <p:cNvPicPr/>
              <p:nvPr/>
            </p:nvPicPr>
            <p:blipFill>
              <a:blip r:embed="rId9"/>
              <a:stretch>
                <a:fillRect/>
              </a:stretch>
            </p:blipFill>
            <p:spPr>
              <a:xfrm>
                <a:off x="3392540" y="920260"/>
                <a:ext cx="44856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墨迹 20">
                <a:extLst>
                  <a:ext uri="{FF2B5EF4-FFF2-40B4-BE49-F238E27FC236}">
                    <a16:creationId xmlns:a16="http://schemas.microsoft.com/office/drawing/2014/main" id="{49BE83E1-5C98-4E47-A221-B80AD14E2EFD}"/>
                  </a:ext>
                </a:extLst>
              </p14:cNvPr>
              <p14:cNvContentPartPr/>
              <p14:nvPr/>
            </p14:nvContentPartPr>
            <p14:xfrm>
              <a:off x="4641020" y="734860"/>
              <a:ext cx="367560" cy="505440"/>
            </p14:xfrm>
          </p:contentPart>
        </mc:Choice>
        <mc:Fallback xmlns="">
          <p:pic>
            <p:nvPicPr>
              <p:cNvPr id="21" name="墨迹 20">
                <a:extLst>
                  <a:ext uri="{FF2B5EF4-FFF2-40B4-BE49-F238E27FC236}">
                    <a16:creationId xmlns:a16="http://schemas.microsoft.com/office/drawing/2014/main" id="{49BE83E1-5C98-4E47-A221-B80AD14E2EFD}"/>
                  </a:ext>
                </a:extLst>
              </p:cNvPr>
              <p:cNvPicPr/>
              <p:nvPr/>
            </p:nvPicPr>
            <p:blipFill>
              <a:blip r:embed="rId11"/>
              <a:stretch>
                <a:fillRect/>
              </a:stretch>
            </p:blipFill>
            <p:spPr>
              <a:xfrm>
                <a:off x="4632380" y="725860"/>
                <a:ext cx="385200" cy="523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6" name="墨迹 25">
                <a:extLst>
                  <a:ext uri="{FF2B5EF4-FFF2-40B4-BE49-F238E27FC236}">
                    <a16:creationId xmlns:a16="http://schemas.microsoft.com/office/drawing/2014/main" id="{1EACD948-214E-46FE-84B9-F1D3CCC6B9AE}"/>
                  </a:ext>
                </a:extLst>
              </p14:cNvPr>
              <p14:cNvContentPartPr/>
              <p14:nvPr/>
            </p14:nvContentPartPr>
            <p14:xfrm>
              <a:off x="6068420" y="695620"/>
              <a:ext cx="208080" cy="550800"/>
            </p14:xfrm>
          </p:contentPart>
        </mc:Choice>
        <mc:Fallback xmlns="">
          <p:pic>
            <p:nvPicPr>
              <p:cNvPr id="26" name="墨迹 25">
                <a:extLst>
                  <a:ext uri="{FF2B5EF4-FFF2-40B4-BE49-F238E27FC236}">
                    <a16:creationId xmlns:a16="http://schemas.microsoft.com/office/drawing/2014/main" id="{1EACD948-214E-46FE-84B9-F1D3CCC6B9AE}"/>
                  </a:ext>
                </a:extLst>
              </p:cNvPr>
              <p:cNvPicPr/>
              <p:nvPr/>
            </p:nvPicPr>
            <p:blipFill>
              <a:blip r:embed="rId13"/>
              <a:stretch>
                <a:fillRect/>
              </a:stretch>
            </p:blipFill>
            <p:spPr>
              <a:xfrm>
                <a:off x="6059436" y="686620"/>
                <a:ext cx="225690" cy="568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7" name="墨迹 26">
                <a:extLst>
                  <a:ext uri="{FF2B5EF4-FFF2-40B4-BE49-F238E27FC236}">
                    <a16:creationId xmlns:a16="http://schemas.microsoft.com/office/drawing/2014/main" id="{AF13BF1E-A943-4341-BD5C-EB7C8FC6D7C4}"/>
                  </a:ext>
                </a:extLst>
              </p14:cNvPr>
              <p14:cNvContentPartPr/>
              <p14:nvPr/>
            </p14:nvContentPartPr>
            <p14:xfrm>
              <a:off x="5287940" y="812980"/>
              <a:ext cx="433080" cy="343440"/>
            </p14:xfrm>
          </p:contentPart>
        </mc:Choice>
        <mc:Fallback xmlns="">
          <p:pic>
            <p:nvPicPr>
              <p:cNvPr id="27" name="墨迹 26">
                <a:extLst>
                  <a:ext uri="{FF2B5EF4-FFF2-40B4-BE49-F238E27FC236}">
                    <a16:creationId xmlns:a16="http://schemas.microsoft.com/office/drawing/2014/main" id="{AF13BF1E-A943-4341-BD5C-EB7C8FC6D7C4}"/>
                  </a:ext>
                </a:extLst>
              </p:cNvPr>
              <p:cNvPicPr/>
              <p:nvPr/>
            </p:nvPicPr>
            <p:blipFill>
              <a:blip r:embed="rId15"/>
              <a:stretch>
                <a:fillRect/>
              </a:stretch>
            </p:blipFill>
            <p:spPr>
              <a:xfrm>
                <a:off x="5278947" y="804340"/>
                <a:ext cx="450705" cy="361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1" name="墨迹 30">
                <a:extLst>
                  <a:ext uri="{FF2B5EF4-FFF2-40B4-BE49-F238E27FC236}">
                    <a16:creationId xmlns:a16="http://schemas.microsoft.com/office/drawing/2014/main" id="{681254D7-42FF-455E-A035-0F07B784C436}"/>
                  </a:ext>
                </a:extLst>
              </p14:cNvPr>
              <p14:cNvContentPartPr/>
              <p14:nvPr/>
            </p14:nvContentPartPr>
            <p14:xfrm>
              <a:off x="7712267" y="1331009"/>
              <a:ext cx="850320" cy="441720"/>
            </p14:xfrm>
          </p:contentPart>
        </mc:Choice>
        <mc:Fallback xmlns="">
          <p:pic>
            <p:nvPicPr>
              <p:cNvPr id="31" name="墨迹 30">
                <a:extLst>
                  <a:ext uri="{FF2B5EF4-FFF2-40B4-BE49-F238E27FC236}">
                    <a16:creationId xmlns:a16="http://schemas.microsoft.com/office/drawing/2014/main" id="{681254D7-42FF-455E-A035-0F07B784C436}"/>
                  </a:ext>
                </a:extLst>
              </p:cNvPr>
              <p:cNvPicPr/>
              <p:nvPr/>
            </p:nvPicPr>
            <p:blipFill>
              <a:blip r:embed="rId17"/>
              <a:stretch>
                <a:fillRect/>
              </a:stretch>
            </p:blipFill>
            <p:spPr>
              <a:xfrm>
                <a:off x="7703627" y="1322016"/>
                <a:ext cx="867960" cy="459346"/>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2" name="墨迹 51">
                <a:extLst>
                  <a:ext uri="{FF2B5EF4-FFF2-40B4-BE49-F238E27FC236}">
                    <a16:creationId xmlns:a16="http://schemas.microsoft.com/office/drawing/2014/main" id="{AFF3BD22-C062-483F-B2D5-FDCAEA079BBD}"/>
                  </a:ext>
                </a:extLst>
              </p14:cNvPr>
              <p14:cNvContentPartPr/>
              <p14:nvPr/>
            </p14:nvContentPartPr>
            <p14:xfrm>
              <a:off x="10891067" y="1297889"/>
              <a:ext cx="807120" cy="429480"/>
            </p14:xfrm>
          </p:contentPart>
        </mc:Choice>
        <mc:Fallback xmlns="">
          <p:pic>
            <p:nvPicPr>
              <p:cNvPr id="52" name="墨迹 51">
                <a:extLst>
                  <a:ext uri="{FF2B5EF4-FFF2-40B4-BE49-F238E27FC236}">
                    <a16:creationId xmlns:a16="http://schemas.microsoft.com/office/drawing/2014/main" id="{AFF3BD22-C062-483F-B2D5-FDCAEA079BBD}"/>
                  </a:ext>
                </a:extLst>
              </p:cNvPr>
              <p:cNvPicPr/>
              <p:nvPr/>
            </p:nvPicPr>
            <p:blipFill>
              <a:blip r:embed="rId19"/>
              <a:stretch>
                <a:fillRect/>
              </a:stretch>
            </p:blipFill>
            <p:spPr>
              <a:xfrm>
                <a:off x="10882063" y="1289249"/>
                <a:ext cx="824768" cy="447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3" name="墨迹 52">
                <a:extLst>
                  <a:ext uri="{FF2B5EF4-FFF2-40B4-BE49-F238E27FC236}">
                    <a16:creationId xmlns:a16="http://schemas.microsoft.com/office/drawing/2014/main" id="{D0B3E41D-5316-46AA-9A35-C5BC208FAC03}"/>
                  </a:ext>
                </a:extLst>
              </p14:cNvPr>
              <p14:cNvContentPartPr/>
              <p14:nvPr/>
            </p14:nvContentPartPr>
            <p14:xfrm>
              <a:off x="10500467" y="1261169"/>
              <a:ext cx="283680" cy="394920"/>
            </p14:xfrm>
          </p:contentPart>
        </mc:Choice>
        <mc:Fallback xmlns="">
          <p:pic>
            <p:nvPicPr>
              <p:cNvPr id="53" name="墨迹 52">
                <a:extLst>
                  <a:ext uri="{FF2B5EF4-FFF2-40B4-BE49-F238E27FC236}">
                    <a16:creationId xmlns:a16="http://schemas.microsoft.com/office/drawing/2014/main" id="{D0B3E41D-5316-46AA-9A35-C5BC208FAC03}"/>
                  </a:ext>
                </a:extLst>
              </p:cNvPr>
              <p:cNvPicPr/>
              <p:nvPr/>
            </p:nvPicPr>
            <p:blipFill>
              <a:blip r:embed="rId21"/>
              <a:stretch>
                <a:fillRect/>
              </a:stretch>
            </p:blipFill>
            <p:spPr>
              <a:xfrm>
                <a:off x="10491816" y="1252169"/>
                <a:ext cx="301342"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4" name="墨迹 53">
                <a:extLst>
                  <a:ext uri="{FF2B5EF4-FFF2-40B4-BE49-F238E27FC236}">
                    <a16:creationId xmlns:a16="http://schemas.microsoft.com/office/drawing/2014/main" id="{839499A0-3446-4E54-BAB4-0A73F81F4DBC}"/>
                  </a:ext>
                </a:extLst>
              </p14:cNvPr>
              <p14:cNvContentPartPr/>
              <p14:nvPr/>
            </p14:nvContentPartPr>
            <p14:xfrm>
              <a:off x="9915467" y="1304009"/>
              <a:ext cx="498600" cy="367200"/>
            </p14:xfrm>
          </p:contentPart>
        </mc:Choice>
        <mc:Fallback xmlns="">
          <p:pic>
            <p:nvPicPr>
              <p:cNvPr id="54" name="墨迹 53">
                <a:extLst>
                  <a:ext uri="{FF2B5EF4-FFF2-40B4-BE49-F238E27FC236}">
                    <a16:creationId xmlns:a16="http://schemas.microsoft.com/office/drawing/2014/main" id="{839499A0-3446-4E54-BAB4-0A73F81F4DBC}"/>
                  </a:ext>
                </a:extLst>
              </p:cNvPr>
              <p:cNvPicPr/>
              <p:nvPr/>
            </p:nvPicPr>
            <p:blipFill>
              <a:blip r:embed="rId23"/>
              <a:stretch>
                <a:fillRect/>
              </a:stretch>
            </p:blipFill>
            <p:spPr>
              <a:xfrm>
                <a:off x="9906827" y="1295009"/>
                <a:ext cx="51624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83" name="墨迹 82">
                <a:extLst>
                  <a:ext uri="{FF2B5EF4-FFF2-40B4-BE49-F238E27FC236}">
                    <a16:creationId xmlns:a16="http://schemas.microsoft.com/office/drawing/2014/main" id="{9C437293-2B8D-440E-95FB-7F08E811E277}"/>
                  </a:ext>
                </a:extLst>
              </p14:cNvPr>
              <p14:cNvContentPartPr/>
              <p14:nvPr/>
            </p14:nvContentPartPr>
            <p14:xfrm>
              <a:off x="10830587" y="1984409"/>
              <a:ext cx="199080" cy="146880"/>
            </p14:xfrm>
          </p:contentPart>
        </mc:Choice>
        <mc:Fallback xmlns="">
          <p:pic>
            <p:nvPicPr>
              <p:cNvPr id="83" name="墨迹 82">
                <a:extLst>
                  <a:ext uri="{FF2B5EF4-FFF2-40B4-BE49-F238E27FC236}">
                    <a16:creationId xmlns:a16="http://schemas.microsoft.com/office/drawing/2014/main" id="{9C437293-2B8D-440E-95FB-7F08E811E277}"/>
                  </a:ext>
                </a:extLst>
              </p:cNvPr>
              <p:cNvPicPr/>
              <p:nvPr/>
            </p:nvPicPr>
            <p:blipFill>
              <a:blip r:embed="rId25"/>
              <a:stretch>
                <a:fillRect/>
              </a:stretch>
            </p:blipFill>
            <p:spPr>
              <a:xfrm>
                <a:off x="10821587" y="1975431"/>
                <a:ext cx="216720" cy="164477"/>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4" name="墨迹 83">
                <a:extLst>
                  <a:ext uri="{FF2B5EF4-FFF2-40B4-BE49-F238E27FC236}">
                    <a16:creationId xmlns:a16="http://schemas.microsoft.com/office/drawing/2014/main" id="{9C22BBBE-C9CE-4DBA-9A6F-6CEC8F612EFD}"/>
                  </a:ext>
                </a:extLst>
              </p14:cNvPr>
              <p14:cNvContentPartPr/>
              <p14:nvPr/>
            </p14:nvContentPartPr>
            <p14:xfrm>
              <a:off x="10473107" y="1917089"/>
              <a:ext cx="212040" cy="275760"/>
            </p14:xfrm>
          </p:contentPart>
        </mc:Choice>
        <mc:Fallback xmlns="">
          <p:pic>
            <p:nvPicPr>
              <p:cNvPr id="84" name="墨迹 83">
                <a:extLst>
                  <a:ext uri="{FF2B5EF4-FFF2-40B4-BE49-F238E27FC236}">
                    <a16:creationId xmlns:a16="http://schemas.microsoft.com/office/drawing/2014/main" id="{9C22BBBE-C9CE-4DBA-9A6F-6CEC8F612EFD}"/>
                  </a:ext>
                </a:extLst>
              </p:cNvPr>
              <p:cNvPicPr/>
              <p:nvPr/>
            </p:nvPicPr>
            <p:blipFill>
              <a:blip r:embed="rId27"/>
              <a:stretch>
                <a:fillRect/>
              </a:stretch>
            </p:blipFill>
            <p:spPr>
              <a:xfrm>
                <a:off x="10464467" y="1908438"/>
                <a:ext cx="229680" cy="293423"/>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85" name="墨迹 84">
                <a:extLst>
                  <a:ext uri="{FF2B5EF4-FFF2-40B4-BE49-F238E27FC236}">
                    <a16:creationId xmlns:a16="http://schemas.microsoft.com/office/drawing/2014/main" id="{C204D04F-DC1D-4CF5-BC70-264DA84AA0F2}"/>
                  </a:ext>
                </a:extLst>
              </p14:cNvPr>
              <p14:cNvContentPartPr/>
              <p14:nvPr/>
            </p14:nvContentPartPr>
            <p14:xfrm>
              <a:off x="9998627" y="1824569"/>
              <a:ext cx="394560" cy="335880"/>
            </p14:xfrm>
          </p:contentPart>
        </mc:Choice>
        <mc:Fallback xmlns="">
          <p:pic>
            <p:nvPicPr>
              <p:cNvPr id="85" name="墨迹 84">
                <a:extLst>
                  <a:ext uri="{FF2B5EF4-FFF2-40B4-BE49-F238E27FC236}">
                    <a16:creationId xmlns:a16="http://schemas.microsoft.com/office/drawing/2014/main" id="{C204D04F-DC1D-4CF5-BC70-264DA84AA0F2}"/>
                  </a:ext>
                </a:extLst>
              </p:cNvPr>
              <p:cNvPicPr/>
              <p:nvPr/>
            </p:nvPicPr>
            <p:blipFill>
              <a:blip r:embed="rId29"/>
              <a:stretch>
                <a:fillRect/>
              </a:stretch>
            </p:blipFill>
            <p:spPr>
              <a:xfrm>
                <a:off x="9989979" y="1815920"/>
                <a:ext cx="412216" cy="353539"/>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86" name="墨迹 85">
                <a:extLst>
                  <a:ext uri="{FF2B5EF4-FFF2-40B4-BE49-F238E27FC236}">
                    <a16:creationId xmlns:a16="http://schemas.microsoft.com/office/drawing/2014/main" id="{AD0365A3-2D27-45AD-A969-F56DF8C4303D}"/>
                  </a:ext>
                </a:extLst>
              </p14:cNvPr>
              <p14:cNvContentPartPr/>
              <p14:nvPr/>
            </p14:nvContentPartPr>
            <p14:xfrm>
              <a:off x="8337587" y="1945169"/>
              <a:ext cx="201240" cy="303120"/>
            </p14:xfrm>
          </p:contentPart>
        </mc:Choice>
        <mc:Fallback xmlns="">
          <p:pic>
            <p:nvPicPr>
              <p:cNvPr id="86" name="墨迹 85">
                <a:extLst>
                  <a:ext uri="{FF2B5EF4-FFF2-40B4-BE49-F238E27FC236}">
                    <a16:creationId xmlns:a16="http://schemas.microsoft.com/office/drawing/2014/main" id="{AD0365A3-2D27-45AD-A969-F56DF8C4303D}"/>
                  </a:ext>
                </a:extLst>
              </p:cNvPr>
              <p:cNvPicPr/>
              <p:nvPr/>
            </p:nvPicPr>
            <p:blipFill>
              <a:blip r:embed="rId31"/>
              <a:stretch>
                <a:fillRect/>
              </a:stretch>
            </p:blipFill>
            <p:spPr>
              <a:xfrm>
                <a:off x="8328947" y="1936519"/>
                <a:ext cx="218880" cy="320781"/>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87" name="墨迹 86">
                <a:extLst>
                  <a:ext uri="{FF2B5EF4-FFF2-40B4-BE49-F238E27FC236}">
                    <a16:creationId xmlns:a16="http://schemas.microsoft.com/office/drawing/2014/main" id="{AD872941-1E62-4D5C-A9D1-1ED45956BD76}"/>
                  </a:ext>
                </a:extLst>
              </p14:cNvPr>
              <p14:cNvContentPartPr/>
              <p14:nvPr/>
            </p14:nvContentPartPr>
            <p14:xfrm>
              <a:off x="8049587" y="1934009"/>
              <a:ext cx="172080" cy="219240"/>
            </p14:xfrm>
          </p:contentPart>
        </mc:Choice>
        <mc:Fallback xmlns="">
          <p:pic>
            <p:nvPicPr>
              <p:cNvPr id="87" name="墨迹 86">
                <a:extLst>
                  <a:ext uri="{FF2B5EF4-FFF2-40B4-BE49-F238E27FC236}">
                    <a16:creationId xmlns:a16="http://schemas.microsoft.com/office/drawing/2014/main" id="{AD872941-1E62-4D5C-A9D1-1ED45956BD76}"/>
                  </a:ext>
                </a:extLst>
              </p:cNvPr>
              <p:cNvPicPr/>
              <p:nvPr/>
            </p:nvPicPr>
            <p:blipFill>
              <a:blip r:embed="rId33"/>
              <a:stretch>
                <a:fillRect/>
              </a:stretch>
            </p:blipFill>
            <p:spPr>
              <a:xfrm>
                <a:off x="8040587" y="1925369"/>
                <a:ext cx="18972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88" name="墨迹 87">
                <a:extLst>
                  <a:ext uri="{FF2B5EF4-FFF2-40B4-BE49-F238E27FC236}">
                    <a16:creationId xmlns:a16="http://schemas.microsoft.com/office/drawing/2014/main" id="{5B98C82A-4017-49D8-97C7-9ECAC72DC6FE}"/>
                  </a:ext>
                </a:extLst>
              </p14:cNvPr>
              <p14:cNvContentPartPr/>
              <p14:nvPr/>
            </p14:nvContentPartPr>
            <p14:xfrm>
              <a:off x="7771667" y="1921769"/>
              <a:ext cx="185400" cy="229680"/>
            </p14:xfrm>
          </p:contentPart>
        </mc:Choice>
        <mc:Fallback xmlns="">
          <p:pic>
            <p:nvPicPr>
              <p:cNvPr id="88" name="墨迹 87">
                <a:extLst>
                  <a:ext uri="{FF2B5EF4-FFF2-40B4-BE49-F238E27FC236}">
                    <a16:creationId xmlns:a16="http://schemas.microsoft.com/office/drawing/2014/main" id="{5B98C82A-4017-49D8-97C7-9ECAC72DC6FE}"/>
                  </a:ext>
                </a:extLst>
              </p:cNvPr>
              <p:cNvPicPr/>
              <p:nvPr/>
            </p:nvPicPr>
            <p:blipFill>
              <a:blip r:embed="rId35"/>
              <a:stretch>
                <a:fillRect/>
              </a:stretch>
            </p:blipFill>
            <p:spPr>
              <a:xfrm>
                <a:off x="7762667" y="1912769"/>
                <a:ext cx="20304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89" name="墨迹 88">
                <a:extLst>
                  <a:ext uri="{FF2B5EF4-FFF2-40B4-BE49-F238E27FC236}">
                    <a16:creationId xmlns:a16="http://schemas.microsoft.com/office/drawing/2014/main" id="{7C290D1F-0A1C-4AEE-AE26-E5DB36D87E1A}"/>
                  </a:ext>
                </a:extLst>
              </p14:cNvPr>
              <p14:cNvContentPartPr/>
              <p14:nvPr/>
            </p14:nvContentPartPr>
            <p14:xfrm>
              <a:off x="7448747" y="1941209"/>
              <a:ext cx="241920" cy="211680"/>
            </p14:xfrm>
          </p:contentPart>
        </mc:Choice>
        <mc:Fallback xmlns="">
          <p:pic>
            <p:nvPicPr>
              <p:cNvPr id="89" name="墨迹 88">
                <a:extLst>
                  <a:ext uri="{FF2B5EF4-FFF2-40B4-BE49-F238E27FC236}">
                    <a16:creationId xmlns:a16="http://schemas.microsoft.com/office/drawing/2014/main" id="{7C290D1F-0A1C-4AEE-AE26-E5DB36D87E1A}"/>
                  </a:ext>
                </a:extLst>
              </p:cNvPr>
              <p:cNvPicPr/>
              <p:nvPr/>
            </p:nvPicPr>
            <p:blipFill>
              <a:blip r:embed="rId37"/>
              <a:stretch>
                <a:fillRect/>
              </a:stretch>
            </p:blipFill>
            <p:spPr>
              <a:xfrm>
                <a:off x="7439747" y="1932209"/>
                <a:ext cx="25956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06" name="墨迹 105">
                <a:extLst>
                  <a:ext uri="{FF2B5EF4-FFF2-40B4-BE49-F238E27FC236}">
                    <a16:creationId xmlns:a16="http://schemas.microsoft.com/office/drawing/2014/main" id="{E38C4B90-4EAA-4339-BC1B-ABC6DA6E863D}"/>
                  </a:ext>
                </a:extLst>
              </p14:cNvPr>
              <p14:cNvContentPartPr/>
              <p14:nvPr/>
            </p14:nvContentPartPr>
            <p14:xfrm>
              <a:off x="11118587" y="1912769"/>
              <a:ext cx="877320" cy="343800"/>
            </p14:xfrm>
          </p:contentPart>
        </mc:Choice>
        <mc:Fallback xmlns="">
          <p:pic>
            <p:nvPicPr>
              <p:cNvPr id="106" name="墨迹 105">
                <a:extLst>
                  <a:ext uri="{FF2B5EF4-FFF2-40B4-BE49-F238E27FC236}">
                    <a16:creationId xmlns:a16="http://schemas.microsoft.com/office/drawing/2014/main" id="{E38C4B90-4EAA-4339-BC1B-ABC6DA6E863D}"/>
                  </a:ext>
                </a:extLst>
              </p:cNvPr>
              <p:cNvPicPr/>
              <p:nvPr/>
            </p:nvPicPr>
            <p:blipFill>
              <a:blip r:embed="rId39"/>
              <a:stretch>
                <a:fillRect/>
              </a:stretch>
            </p:blipFill>
            <p:spPr>
              <a:xfrm>
                <a:off x="11109583" y="1903769"/>
                <a:ext cx="894967"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11" name="墨迹 110">
                <a:extLst>
                  <a:ext uri="{FF2B5EF4-FFF2-40B4-BE49-F238E27FC236}">
                    <a16:creationId xmlns:a16="http://schemas.microsoft.com/office/drawing/2014/main" id="{2EA3298A-865D-44D6-8D2B-2AAA98E98841}"/>
                  </a:ext>
                </a:extLst>
              </p14:cNvPr>
              <p14:cNvContentPartPr/>
              <p14:nvPr/>
            </p14:nvContentPartPr>
            <p14:xfrm>
              <a:off x="6846467" y="2333249"/>
              <a:ext cx="248400" cy="275040"/>
            </p14:xfrm>
          </p:contentPart>
        </mc:Choice>
        <mc:Fallback xmlns="">
          <p:pic>
            <p:nvPicPr>
              <p:cNvPr id="111" name="墨迹 110">
                <a:extLst>
                  <a:ext uri="{FF2B5EF4-FFF2-40B4-BE49-F238E27FC236}">
                    <a16:creationId xmlns:a16="http://schemas.microsoft.com/office/drawing/2014/main" id="{2EA3298A-865D-44D6-8D2B-2AAA98E98841}"/>
                  </a:ext>
                </a:extLst>
              </p:cNvPr>
              <p:cNvPicPr/>
              <p:nvPr/>
            </p:nvPicPr>
            <p:blipFill>
              <a:blip r:embed="rId41"/>
              <a:stretch>
                <a:fillRect/>
              </a:stretch>
            </p:blipFill>
            <p:spPr>
              <a:xfrm>
                <a:off x="6837827" y="2324249"/>
                <a:ext cx="26604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24" name="墨迹 123">
                <a:extLst>
                  <a:ext uri="{FF2B5EF4-FFF2-40B4-BE49-F238E27FC236}">
                    <a16:creationId xmlns:a16="http://schemas.microsoft.com/office/drawing/2014/main" id="{DE08C3B5-511F-454E-B265-FBF9F4C3CA52}"/>
                  </a:ext>
                </a:extLst>
              </p14:cNvPr>
              <p14:cNvContentPartPr/>
              <p14:nvPr/>
            </p14:nvContentPartPr>
            <p14:xfrm>
              <a:off x="7215827" y="2290049"/>
              <a:ext cx="221400" cy="367560"/>
            </p14:xfrm>
          </p:contentPart>
        </mc:Choice>
        <mc:Fallback xmlns="">
          <p:pic>
            <p:nvPicPr>
              <p:cNvPr id="124" name="墨迹 123">
                <a:extLst>
                  <a:ext uri="{FF2B5EF4-FFF2-40B4-BE49-F238E27FC236}">
                    <a16:creationId xmlns:a16="http://schemas.microsoft.com/office/drawing/2014/main" id="{DE08C3B5-511F-454E-B265-FBF9F4C3CA52}"/>
                  </a:ext>
                </a:extLst>
              </p:cNvPr>
              <p:cNvPicPr/>
              <p:nvPr/>
            </p:nvPicPr>
            <p:blipFill>
              <a:blip r:embed="rId43"/>
              <a:stretch>
                <a:fillRect/>
              </a:stretch>
            </p:blipFill>
            <p:spPr>
              <a:xfrm>
                <a:off x="7207173" y="2281417"/>
                <a:ext cx="239069" cy="385183"/>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26" name="墨迹 125">
                <a:extLst>
                  <a:ext uri="{FF2B5EF4-FFF2-40B4-BE49-F238E27FC236}">
                    <a16:creationId xmlns:a16="http://schemas.microsoft.com/office/drawing/2014/main" id="{BB786CCA-88BE-4EDC-9644-B1B425CC6270}"/>
                  </a:ext>
                </a:extLst>
              </p14:cNvPr>
              <p14:cNvContentPartPr/>
              <p14:nvPr/>
            </p14:nvContentPartPr>
            <p14:xfrm>
              <a:off x="7578707" y="2348009"/>
              <a:ext cx="294840" cy="236520"/>
            </p14:xfrm>
          </p:contentPart>
        </mc:Choice>
        <mc:Fallback xmlns="">
          <p:pic>
            <p:nvPicPr>
              <p:cNvPr id="126" name="墨迹 125">
                <a:extLst>
                  <a:ext uri="{FF2B5EF4-FFF2-40B4-BE49-F238E27FC236}">
                    <a16:creationId xmlns:a16="http://schemas.microsoft.com/office/drawing/2014/main" id="{BB786CCA-88BE-4EDC-9644-B1B425CC6270}"/>
                  </a:ext>
                </a:extLst>
              </p:cNvPr>
              <p:cNvPicPr/>
              <p:nvPr/>
            </p:nvPicPr>
            <p:blipFill>
              <a:blip r:embed="rId45"/>
              <a:stretch>
                <a:fillRect/>
              </a:stretch>
            </p:blipFill>
            <p:spPr>
              <a:xfrm>
                <a:off x="7569707" y="2339009"/>
                <a:ext cx="31248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27" name="墨迹 126">
                <a:extLst>
                  <a:ext uri="{FF2B5EF4-FFF2-40B4-BE49-F238E27FC236}">
                    <a16:creationId xmlns:a16="http://schemas.microsoft.com/office/drawing/2014/main" id="{C5D94B21-120D-4783-B934-888B01D602A8}"/>
                  </a:ext>
                </a:extLst>
              </p14:cNvPr>
              <p14:cNvContentPartPr/>
              <p14:nvPr/>
            </p14:nvContentPartPr>
            <p14:xfrm>
              <a:off x="7604267" y="2619449"/>
              <a:ext cx="183600" cy="87840"/>
            </p14:xfrm>
          </p:contentPart>
        </mc:Choice>
        <mc:Fallback xmlns="">
          <p:pic>
            <p:nvPicPr>
              <p:cNvPr id="127" name="墨迹 126">
                <a:extLst>
                  <a:ext uri="{FF2B5EF4-FFF2-40B4-BE49-F238E27FC236}">
                    <a16:creationId xmlns:a16="http://schemas.microsoft.com/office/drawing/2014/main" id="{C5D94B21-120D-4783-B934-888B01D602A8}"/>
                  </a:ext>
                </a:extLst>
              </p:cNvPr>
              <p:cNvPicPr/>
              <p:nvPr/>
            </p:nvPicPr>
            <p:blipFill>
              <a:blip r:embed="rId47"/>
              <a:stretch>
                <a:fillRect/>
              </a:stretch>
            </p:blipFill>
            <p:spPr>
              <a:xfrm>
                <a:off x="7595627" y="2610809"/>
                <a:ext cx="20124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30" name="墨迹 129">
                <a:extLst>
                  <a:ext uri="{FF2B5EF4-FFF2-40B4-BE49-F238E27FC236}">
                    <a16:creationId xmlns:a16="http://schemas.microsoft.com/office/drawing/2014/main" id="{8325D86E-B18F-4FD9-B72B-FBFB74BC5C72}"/>
                  </a:ext>
                </a:extLst>
              </p14:cNvPr>
              <p14:cNvContentPartPr/>
              <p14:nvPr/>
            </p14:nvContentPartPr>
            <p14:xfrm>
              <a:off x="7976147" y="2662289"/>
              <a:ext cx="286200" cy="14040"/>
            </p14:xfrm>
          </p:contentPart>
        </mc:Choice>
        <mc:Fallback xmlns="">
          <p:pic>
            <p:nvPicPr>
              <p:cNvPr id="130" name="墨迹 129">
                <a:extLst>
                  <a:ext uri="{FF2B5EF4-FFF2-40B4-BE49-F238E27FC236}">
                    <a16:creationId xmlns:a16="http://schemas.microsoft.com/office/drawing/2014/main" id="{8325D86E-B18F-4FD9-B72B-FBFB74BC5C72}"/>
                  </a:ext>
                </a:extLst>
              </p:cNvPr>
              <p:cNvPicPr/>
              <p:nvPr/>
            </p:nvPicPr>
            <p:blipFill>
              <a:blip r:embed="rId49"/>
              <a:stretch>
                <a:fillRect/>
              </a:stretch>
            </p:blipFill>
            <p:spPr>
              <a:xfrm>
                <a:off x="7967147" y="2653289"/>
                <a:ext cx="3038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31" name="墨迹 130">
                <a:extLst>
                  <a:ext uri="{FF2B5EF4-FFF2-40B4-BE49-F238E27FC236}">
                    <a16:creationId xmlns:a16="http://schemas.microsoft.com/office/drawing/2014/main" id="{8AF9CAA8-CC32-4F28-AC85-3E8F14960BA5}"/>
                  </a:ext>
                </a:extLst>
              </p14:cNvPr>
              <p14:cNvContentPartPr/>
              <p14:nvPr/>
            </p14:nvContentPartPr>
            <p14:xfrm>
              <a:off x="8033747" y="2427929"/>
              <a:ext cx="165960" cy="175680"/>
            </p14:xfrm>
          </p:contentPart>
        </mc:Choice>
        <mc:Fallback xmlns="">
          <p:pic>
            <p:nvPicPr>
              <p:cNvPr id="131" name="墨迹 130">
                <a:extLst>
                  <a:ext uri="{FF2B5EF4-FFF2-40B4-BE49-F238E27FC236}">
                    <a16:creationId xmlns:a16="http://schemas.microsoft.com/office/drawing/2014/main" id="{8AF9CAA8-CC32-4F28-AC85-3E8F14960BA5}"/>
                  </a:ext>
                </a:extLst>
              </p:cNvPr>
              <p:cNvPicPr/>
              <p:nvPr/>
            </p:nvPicPr>
            <p:blipFill>
              <a:blip r:embed="rId51"/>
              <a:stretch>
                <a:fillRect/>
              </a:stretch>
            </p:blipFill>
            <p:spPr>
              <a:xfrm>
                <a:off x="8024766" y="2418929"/>
                <a:ext cx="183562"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46" name="墨迹 145">
                <a:extLst>
                  <a:ext uri="{FF2B5EF4-FFF2-40B4-BE49-F238E27FC236}">
                    <a16:creationId xmlns:a16="http://schemas.microsoft.com/office/drawing/2014/main" id="{4B07A79C-F3CA-4EE9-A3F9-6F79ABB2C1E9}"/>
                  </a:ext>
                </a:extLst>
              </p14:cNvPr>
              <p14:cNvContentPartPr/>
              <p14:nvPr/>
            </p14:nvContentPartPr>
            <p14:xfrm>
              <a:off x="9117347" y="2302649"/>
              <a:ext cx="890640" cy="358560"/>
            </p14:xfrm>
          </p:contentPart>
        </mc:Choice>
        <mc:Fallback xmlns="">
          <p:pic>
            <p:nvPicPr>
              <p:cNvPr id="146" name="墨迹 145">
                <a:extLst>
                  <a:ext uri="{FF2B5EF4-FFF2-40B4-BE49-F238E27FC236}">
                    <a16:creationId xmlns:a16="http://schemas.microsoft.com/office/drawing/2014/main" id="{4B07A79C-F3CA-4EE9-A3F9-6F79ABB2C1E9}"/>
                  </a:ext>
                </a:extLst>
              </p:cNvPr>
              <p:cNvPicPr/>
              <p:nvPr/>
            </p:nvPicPr>
            <p:blipFill>
              <a:blip r:embed="rId53"/>
              <a:stretch>
                <a:fillRect/>
              </a:stretch>
            </p:blipFill>
            <p:spPr>
              <a:xfrm>
                <a:off x="9108707" y="2294009"/>
                <a:ext cx="90828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68" name="墨迹 167">
                <a:extLst>
                  <a:ext uri="{FF2B5EF4-FFF2-40B4-BE49-F238E27FC236}">
                    <a16:creationId xmlns:a16="http://schemas.microsoft.com/office/drawing/2014/main" id="{06CC3E81-90F6-4BF6-9403-BD0A35095945}"/>
                  </a:ext>
                </a:extLst>
              </p14:cNvPr>
              <p14:cNvContentPartPr/>
              <p14:nvPr/>
            </p14:nvContentPartPr>
            <p14:xfrm>
              <a:off x="10989707" y="2457089"/>
              <a:ext cx="778320" cy="329760"/>
            </p14:xfrm>
          </p:contentPart>
        </mc:Choice>
        <mc:Fallback xmlns="">
          <p:pic>
            <p:nvPicPr>
              <p:cNvPr id="168" name="墨迹 167">
                <a:extLst>
                  <a:ext uri="{FF2B5EF4-FFF2-40B4-BE49-F238E27FC236}">
                    <a16:creationId xmlns:a16="http://schemas.microsoft.com/office/drawing/2014/main" id="{06CC3E81-90F6-4BF6-9403-BD0A35095945}"/>
                  </a:ext>
                </a:extLst>
              </p:cNvPr>
              <p:cNvPicPr/>
              <p:nvPr/>
            </p:nvPicPr>
            <p:blipFill>
              <a:blip r:embed="rId55"/>
              <a:stretch>
                <a:fillRect/>
              </a:stretch>
            </p:blipFill>
            <p:spPr>
              <a:xfrm>
                <a:off x="10981063" y="2448099"/>
                <a:ext cx="795968" cy="347381"/>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69" name="墨迹 168">
                <a:extLst>
                  <a:ext uri="{FF2B5EF4-FFF2-40B4-BE49-F238E27FC236}">
                    <a16:creationId xmlns:a16="http://schemas.microsoft.com/office/drawing/2014/main" id="{BE7CAC0F-BAE3-4DD0-A2E8-CEED92B00F6A}"/>
                  </a:ext>
                </a:extLst>
              </p14:cNvPr>
              <p14:cNvContentPartPr/>
              <p14:nvPr/>
            </p14:nvContentPartPr>
            <p14:xfrm>
              <a:off x="10198787" y="2463929"/>
              <a:ext cx="687600" cy="251280"/>
            </p14:xfrm>
          </p:contentPart>
        </mc:Choice>
        <mc:Fallback xmlns="">
          <p:pic>
            <p:nvPicPr>
              <p:cNvPr id="169" name="墨迹 168">
                <a:extLst>
                  <a:ext uri="{FF2B5EF4-FFF2-40B4-BE49-F238E27FC236}">
                    <a16:creationId xmlns:a16="http://schemas.microsoft.com/office/drawing/2014/main" id="{BE7CAC0F-BAE3-4DD0-A2E8-CEED92B00F6A}"/>
                  </a:ext>
                </a:extLst>
              </p:cNvPr>
              <p:cNvPicPr/>
              <p:nvPr/>
            </p:nvPicPr>
            <p:blipFill>
              <a:blip r:embed="rId57"/>
              <a:stretch>
                <a:fillRect/>
              </a:stretch>
            </p:blipFill>
            <p:spPr>
              <a:xfrm>
                <a:off x="10190147" y="2455289"/>
                <a:ext cx="70524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89" name="墨迹 188">
                <a:extLst>
                  <a:ext uri="{FF2B5EF4-FFF2-40B4-BE49-F238E27FC236}">
                    <a16:creationId xmlns:a16="http://schemas.microsoft.com/office/drawing/2014/main" id="{21F005BC-0F39-43BC-A86A-3220B30DAB14}"/>
                  </a:ext>
                </a:extLst>
              </p14:cNvPr>
              <p14:cNvContentPartPr/>
              <p14:nvPr/>
            </p14:nvContentPartPr>
            <p14:xfrm>
              <a:off x="9865427" y="2786849"/>
              <a:ext cx="1639440" cy="315000"/>
            </p14:xfrm>
          </p:contentPart>
        </mc:Choice>
        <mc:Fallback xmlns="">
          <p:pic>
            <p:nvPicPr>
              <p:cNvPr id="189" name="墨迹 188">
                <a:extLst>
                  <a:ext uri="{FF2B5EF4-FFF2-40B4-BE49-F238E27FC236}">
                    <a16:creationId xmlns:a16="http://schemas.microsoft.com/office/drawing/2014/main" id="{21F005BC-0F39-43BC-A86A-3220B30DAB14}"/>
                  </a:ext>
                </a:extLst>
              </p:cNvPr>
              <p:cNvPicPr/>
              <p:nvPr/>
            </p:nvPicPr>
            <p:blipFill>
              <a:blip r:embed="rId59"/>
              <a:stretch>
                <a:fillRect/>
              </a:stretch>
            </p:blipFill>
            <p:spPr>
              <a:xfrm>
                <a:off x="9856427" y="2777849"/>
                <a:ext cx="165708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92" name="墨迹 191">
                <a:extLst>
                  <a:ext uri="{FF2B5EF4-FFF2-40B4-BE49-F238E27FC236}">
                    <a16:creationId xmlns:a16="http://schemas.microsoft.com/office/drawing/2014/main" id="{12043B70-E2E9-4CE9-B125-AD0B0F3986E3}"/>
                  </a:ext>
                </a:extLst>
              </p14:cNvPr>
              <p14:cNvContentPartPr/>
              <p14:nvPr/>
            </p14:nvContentPartPr>
            <p14:xfrm>
              <a:off x="7008467" y="2843369"/>
              <a:ext cx="136440" cy="257760"/>
            </p14:xfrm>
          </p:contentPart>
        </mc:Choice>
        <mc:Fallback xmlns="">
          <p:pic>
            <p:nvPicPr>
              <p:cNvPr id="192" name="墨迹 191">
                <a:extLst>
                  <a:ext uri="{FF2B5EF4-FFF2-40B4-BE49-F238E27FC236}">
                    <a16:creationId xmlns:a16="http://schemas.microsoft.com/office/drawing/2014/main" id="{12043B70-E2E9-4CE9-B125-AD0B0F3986E3}"/>
                  </a:ext>
                </a:extLst>
              </p:cNvPr>
              <p:cNvPicPr/>
              <p:nvPr/>
            </p:nvPicPr>
            <p:blipFill>
              <a:blip r:embed="rId61"/>
              <a:stretch>
                <a:fillRect/>
              </a:stretch>
            </p:blipFill>
            <p:spPr>
              <a:xfrm>
                <a:off x="6999827" y="2834729"/>
                <a:ext cx="15408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94" name="墨迹 193">
                <a:extLst>
                  <a:ext uri="{FF2B5EF4-FFF2-40B4-BE49-F238E27FC236}">
                    <a16:creationId xmlns:a16="http://schemas.microsoft.com/office/drawing/2014/main" id="{AFB56EA3-F95B-4799-B71A-311ACFA826DC}"/>
                  </a:ext>
                </a:extLst>
              </p14:cNvPr>
              <p14:cNvContentPartPr/>
              <p14:nvPr/>
            </p14:nvContentPartPr>
            <p14:xfrm>
              <a:off x="6691307" y="2899889"/>
              <a:ext cx="175320" cy="234360"/>
            </p14:xfrm>
          </p:contentPart>
        </mc:Choice>
        <mc:Fallback xmlns="">
          <p:pic>
            <p:nvPicPr>
              <p:cNvPr id="194" name="墨迹 193">
                <a:extLst>
                  <a:ext uri="{FF2B5EF4-FFF2-40B4-BE49-F238E27FC236}">
                    <a16:creationId xmlns:a16="http://schemas.microsoft.com/office/drawing/2014/main" id="{AFB56EA3-F95B-4799-B71A-311ACFA826DC}"/>
                  </a:ext>
                </a:extLst>
              </p:cNvPr>
              <p:cNvPicPr/>
              <p:nvPr/>
            </p:nvPicPr>
            <p:blipFill>
              <a:blip r:embed="rId63"/>
              <a:stretch>
                <a:fillRect/>
              </a:stretch>
            </p:blipFill>
            <p:spPr>
              <a:xfrm>
                <a:off x="6682649" y="2890903"/>
                <a:ext cx="192996" cy="251973"/>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95" name="墨迹 194">
                <a:extLst>
                  <a:ext uri="{FF2B5EF4-FFF2-40B4-BE49-F238E27FC236}">
                    <a16:creationId xmlns:a16="http://schemas.microsoft.com/office/drawing/2014/main" id="{D924F076-19AA-49C4-B53D-927933BFD8EE}"/>
                  </a:ext>
                </a:extLst>
              </p14:cNvPr>
              <p14:cNvContentPartPr/>
              <p14:nvPr/>
            </p14:nvContentPartPr>
            <p14:xfrm>
              <a:off x="7248947" y="2974049"/>
              <a:ext cx="232560" cy="169920"/>
            </p14:xfrm>
          </p:contentPart>
        </mc:Choice>
        <mc:Fallback xmlns="">
          <p:pic>
            <p:nvPicPr>
              <p:cNvPr id="195" name="墨迹 194">
                <a:extLst>
                  <a:ext uri="{FF2B5EF4-FFF2-40B4-BE49-F238E27FC236}">
                    <a16:creationId xmlns:a16="http://schemas.microsoft.com/office/drawing/2014/main" id="{D924F076-19AA-49C4-B53D-927933BFD8EE}"/>
                  </a:ext>
                </a:extLst>
              </p:cNvPr>
              <p:cNvPicPr/>
              <p:nvPr/>
            </p:nvPicPr>
            <p:blipFill>
              <a:blip r:embed="rId65"/>
              <a:stretch>
                <a:fillRect/>
              </a:stretch>
            </p:blipFill>
            <p:spPr>
              <a:xfrm>
                <a:off x="7239947" y="2965049"/>
                <a:ext cx="25020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98" name="墨迹 197">
                <a:extLst>
                  <a:ext uri="{FF2B5EF4-FFF2-40B4-BE49-F238E27FC236}">
                    <a16:creationId xmlns:a16="http://schemas.microsoft.com/office/drawing/2014/main" id="{9D3617FF-3AD7-4011-AD68-A320FE12A66A}"/>
                  </a:ext>
                </a:extLst>
              </p14:cNvPr>
              <p14:cNvContentPartPr/>
              <p14:nvPr/>
            </p14:nvContentPartPr>
            <p14:xfrm>
              <a:off x="7609307" y="2898089"/>
              <a:ext cx="136440" cy="258840"/>
            </p14:xfrm>
          </p:contentPart>
        </mc:Choice>
        <mc:Fallback xmlns="">
          <p:pic>
            <p:nvPicPr>
              <p:cNvPr id="198" name="墨迹 197">
                <a:extLst>
                  <a:ext uri="{FF2B5EF4-FFF2-40B4-BE49-F238E27FC236}">
                    <a16:creationId xmlns:a16="http://schemas.microsoft.com/office/drawing/2014/main" id="{9D3617FF-3AD7-4011-AD68-A320FE12A66A}"/>
                  </a:ext>
                </a:extLst>
              </p:cNvPr>
              <p:cNvPicPr/>
              <p:nvPr/>
            </p:nvPicPr>
            <p:blipFill>
              <a:blip r:embed="rId67"/>
              <a:stretch>
                <a:fillRect/>
              </a:stretch>
            </p:blipFill>
            <p:spPr>
              <a:xfrm>
                <a:off x="7600667" y="2889089"/>
                <a:ext cx="15408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99" name="墨迹 198">
                <a:extLst>
                  <a:ext uri="{FF2B5EF4-FFF2-40B4-BE49-F238E27FC236}">
                    <a16:creationId xmlns:a16="http://schemas.microsoft.com/office/drawing/2014/main" id="{3BE21671-D342-4761-A141-39C2C2163F95}"/>
                  </a:ext>
                </a:extLst>
              </p14:cNvPr>
              <p14:cNvContentPartPr/>
              <p14:nvPr/>
            </p14:nvContentPartPr>
            <p14:xfrm>
              <a:off x="7816307" y="2884049"/>
              <a:ext cx="141480" cy="228600"/>
            </p14:xfrm>
          </p:contentPart>
        </mc:Choice>
        <mc:Fallback xmlns="">
          <p:pic>
            <p:nvPicPr>
              <p:cNvPr id="199" name="墨迹 198">
                <a:extLst>
                  <a:ext uri="{FF2B5EF4-FFF2-40B4-BE49-F238E27FC236}">
                    <a16:creationId xmlns:a16="http://schemas.microsoft.com/office/drawing/2014/main" id="{3BE21671-D342-4761-A141-39C2C2163F95}"/>
                  </a:ext>
                </a:extLst>
              </p:cNvPr>
              <p:cNvPicPr/>
              <p:nvPr/>
            </p:nvPicPr>
            <p:blipFill>
              <a:blip r:embed="rId69"/>
              <a:stretch>
                <a:fillRect/>
              </a:stretch>
            </p:blipFill>
            <p:spPr>
              <a:xfrm>
                <a:off x="7807307" y="2875049"/>
                <a:ext cx="15912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02" name="墨迹 201">
                <a:extLst>
                  <a:ext uri="{FF2B5EF4-FFF2-40B4-BE49-F238E27FC236}">
                    <a16:creationId xmlns:a16="http://schemas.microsoft.com/office/drawing/2014/main" id="{CAE33094-D292-4D99-A8EB-F0E445047107}"/>
                  </a:ext>
                </a:extLst>
              </p14:cNvPr>
              <p14:cNvContentPartPr/>
              <p14:nvPr/>
            </p14:nvContentPartPr>
            <p14:xfrm>
              <a:off x="8030867" y="2948129"/>
              <a:ext cx="357120" cy="225720"/>
            </p14:xfrm>
          </p:contentPart>
        </mc:Choice>
        <mc:Fallback xmlns="">
          <p:pic>
            <p:nvPicPr>
              <p:cNvPr id="202" name="墨迹 201">
                <a:extLst>
                  <a:ext uri="{FF2B5EF4-FFF2-40B4-BE49-F238E27FC236}">
                    <a16:creationId xmlns:a16="http://schemas.microsoft.com/office/drawing/2014/main" id="{CAE33094-D292-4D99-A8EB-F0E445047107}"/>
                  </a:ext>
                </a:extLst>
              </p:cNvPr>
              <p:cNvPicPr/>
              <p:nvPr/>
            </p:nvPicPr>
            <p:blipFill>
              <a:blip r:embed="rId71"/>
              <a:stretch>
                <a:fillRect/>
              </a:stretch>
            </p:blipFill>
            <p:spPr>
              <a:xfrm>
                <a:off x="8022227" y="2939129"/>
                <a:ext cx="37476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03" name="墨迹 202">
                <a:extLst>
                  <a:ext uri="{FF2B5EF4-FFF2-40B4-BE49-F238E27FC236}">
                    <a16:creationId xmlns:a16="http://schemas.microsoft.com/office/drawing/2014/main" id="{4D17C2AC-9BD5-4AA8-A7CB-BC949F50E859}"/>
                  </a:ext>
                </a:extLst>
              </p14:cNvPr>
              <p14:cNvContentPartPr/>
              <p14:nvPr/>
            </p14:nvContentPartPr>
            <p14:xfrm>
              <a:off x="8483387" y="2928329"/>
              <a:ext cx="153720" cy="181440"/>
            </p14:xfrm>
          </p:contentPart>
        </mc:Choice>
        <mc:Fallback xmlns="">
          <p:pic>
            <p:nvPicPr>
              <p:cNvPr id="203" name="墨迹 202">
                <a:extLst>
                  <a:ext uri="{FF2B5EF4-FFF2-40B4-BE49-F238E27FC236}">
                    <a16:creationId xmlns:a16="http://schemas.microsoft.com/office/drawing/2014/main" id="{4D17C2AC-9BD5-4AA8-A7CB-BC949F50E859}"/>
                  </a:ext>
                </a:extLst>
              </p:cNvPr>
              <p:cNvPicPr/>
              <p:nvPr/>
            </p:nvPicPr>
            <p:blipFill>
              <a:blip r:embed="rId73"/>
              <a:stretch>
                <a:fillRect/>
              </a:stretch>
            </p:blipFill>
            <p:spPr>
              <a:xfrm>
                <a:off x="8474747" y="2919329"/>
                <a:ext cx="17136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04" name="墨迹 203">
                <a:extLst>
                  <a:ext uri="{FF2B5EF4-FFF2-40B4-BE49-F238E27FC236}">
                    <a16:creationId xmlns:a16="http://schemas.microsoft.com/office/drawing/2014/main" id="{FD9E3030-4A56-4B83-9AD8-B912F5088929}"/>
                  </a:ext>
                </a:extLst>
              </p14:cNvPr>
              <p14:cNvContentPartPr/>
              <p14:nvPr/>
            </p14:nvContentPartPr>
            <p14:xfrm>
              <a:off x="8709467" y="2977289"/>
              <a:ext cx="271440" cy="162720"/>
            </p14:xfrm>
          </p:contentPart>
        </mc:Choice>
        <mc:Fallback xmlns="">
          <p:pic>
            <p:nvPicPr>
              <p:cNvPr id="204" name="墨迹 203">
                <a:extLst>
                  <a:ext uri="{FF2B5EF4-FFF2-40B4-BE49-F238E27FC236}">
                    <a16:creationId xmlns:a16="http://schemas.microsoft.com/office/drawing/2014/main" id="{FD9E3030-4A56-4B83-9AD8-B912F5088929}"/>
                  </a:ext>
                </a:extLst>
              </p:cNvPr>
              <p:cNvPicPr/>
              <p:nvPr/>
            </p:nvPicPr>
            <p:blipFill>
              <a:blip r:embed="rId75"/>
              <a:stretch>
                <a:fillRect/>
              </a:stretch>
            </p:blipFill>
            <p:spPr>
              <a:xfrm>
                <a:off x="8700467" y="2968649"/>
                <a:ext cx="28908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11" name="墨迹 210">
                <a:extLst>
                  <a:ext uri="{FF2B5EF4-FFF2-40B4-BE49-F238E27FC236}">
                    <a16:creationId xmlns:a16="http://schemas.microsoft.com/office/drawing/2014/main" id="{D57E56B8-F8B3-4160-9A58-9C2D63286B31}"/>
                  </a:ext>
                </a:extLst>
              </p14:cNvPr>
              <p14:cNvContentPartPr/>
              <p14:nvPr/>
            </p14:nvContentPartPr>
            <p14:xfrm>
              <a:off x="7111787" y="3289049"/>
              <a:ext cx="244800" cy="303480"/>
            </p14:xfrm>
          </p:contentPart>
        </mc:Choice>
        <mc:Fallback xmlns="">
          <p:pic>
            <p:nvPicPr>
              <p:cNvPr id="211" name="墨迹 210">
                <a:extLst>
                  <a:ext uri="{FF2B5EF4-FFF2-40B4-BE49-F238E27FC236}">
                    <a16:creationId xmlns:a16="http://schemas.microsoft.com/office/drawing/2014/main" id="{D57E56B8-F8B3-4160-9A58-9C2D63286B31}"/>
                  </a:ext>
                </a:extLst>
              </p:cNvPr>
              <p:cNvPicPr/>
              <p:nvPr/>
            </p:nvPicPr>
            <p:blipFill>
              <a:blip r:embed="rId77"/>
              <a:stretch>
                <a:fillRect/>
              </a:stretch>
            </p:blipFill>
            <p:spPr>
              <a:xfrm>
                <a:off x="7103147" y="3280049"/>
                <a:ext cx="26244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15" name="墨迹 214">
                <a:extLst>
                  <a:ext uri="{FF2B5EF4-FFF2-40B4-BE49-F238E27FC236}">
                    <a16:creationId xmlns:a16="http://schemas.microsoft.com/office/drawing/2014/main" id="{D9F2E097-90FE-45D5-B6C4-47932AB75BB8}"/>
                  </a:ext>
                </a:extLst>
              </p14:cNvPr>
              <p14:cNvContentPartPr/>
              <p14:nvPr/>
            </p14:nvContentPartPr>
            <p14:xfrm>
              <a:off x="8161547" y="3394529"/>
              <a:ext cx="221760" cy="207360"/>
            </p14:xfrm>
          </p:contentPart>
        </mc:Choice>
        <mc:Fallback xmlns="">
          <p:pic>
            <p:nvPicPr>
              <p:cNvPr id="215" name="墨迹 214">
                <a:extLst>
                  <a:ext uri="{FF2B5EF4-FFF2-40B4-BE49-F238E27FC236}">
                    <a16:creationId xmlns:a16="http://schemas.microsoft.com/office/drawing/2014/main" id="{D9F2E097-90FE-45D5-B6C4-47932AB75BB8}"/>
                  </a:ext>
                </a:extLst>
              </p:cNvPr>
              <p:cNvPicPr/>
              <p:nvPr/>
            </p:nvPicPr>
            <p:blipFill>
              <a:blip r:embed="rId79"/>
              <a:stretch>
                <a:fillRect/>
              </a:stretch>
            </p:blipFill>
            <p:spPr>
              <a:xfrm>
                <a:off x="8152907" y="3385889"/>
                <a:ext cx="23940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43" name="墨迹 242">
                <a:extLst>
                  <a:ext uri="{FF2B5EF4-FFF2-40B4-BE49-F238E27FC236}">
                    <a16:creationId xmlns:a16="http://schemas.microsoft.com/office/drawing/2014/main" id="{67D99398-E90A-4614-AF1F-B25E21F47A12}"/>
                  </a:ext>
                </a:extLst>
              </p14:cNvPr>
              <p14:cNvContentPartPr/>
              <p14:nvPr/>
            </p14:nvContentPartPr>
            <p14:xfrm>
              <a:off x="7645667" y="3451409"/>
              <a:ext cx="19800" cy="145080"/>
            </p14:xfrm>
          </p:contentPart>
        </mc:Choice>
        <mc:Fallback xmlns="">
          <p:pic>
            <p:nvPicPr>
              <p:cNvPr id="243" name="墨迹 242">
                <a:extLst>
                  <a:ext uri="{FF2B5EF4-FFF2-40B4-BE49-F238E27FC236}">
                    <a16:creationId xmlns:a16="http://schemas.microsoft.com/office/drawing/2014/main" id="{67D99398-E90A-4614-AF1F-B25E21F47A12}"/>
                  </a:ext>
                </a:extLst>
              </p:cNvPr>
              <p:cNvPicPr/>
              <p:nvPr/>
            </p:nvPicPr>
            <p:blipFill>
              <a:blip r:embed="rId81"/>
              <a:stretch>
                <a:fillRect/>
              </a:stretch>
            </p:blipFill>
            <p:spPr>
              <a:xfrm>
                <a:off x="7636667" y="3442409"/>
                <a:ext cx="3744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44" name="墨迹 243">
                <a:extLst>
                  <a:ext uri="{FF2B5EF4-FFF2-40B4-BE49-F238E27FC236}">
                    <a16:creationId xmlns:a16="http://schemas.microsoft.com/office/drawing/2014/main" id="{58D37F67-9088-4AD1-B0F2-8F3EDD77C227}"/>
                  </a:ext>
                </a:extLst>
              </p14:cNvPr>
              <p14:cNvContentPartPr/>
              <p14:nvPr/>
            </p14:nvContentPartPr>
            <p14:xfrm>
              <a:off x="7828907" y="3438449"/>
              <a:ext cx="16920" cy="120240"/>
            </p14:xfrm>
          </p:contentPart>
        </mc:Choice>
        <mc:Fallback xmlns="">
          <p:pic>
            <p:nvPicPr>
              <p:cNvPr id="244" name="墨迹 243">
                <a:extLst>
                  <a:ext uri="{FF2B5EF4-FFF2-40B4-BE49-F238E27FC236}">
                    <a16:creationId xmlns:a16="http://schemas.microsoft.com/office/drawing/2014/main" id="{58D37F67-9088-4AD1-B0F2-8F3EDD77C227}"/>
                  </a:ext>
                </a:extLst>
              </p:cNvPr>
              <p:cNvPicPr/>
              <p:nvPr/>
            </p:nvPicPr>
            <p:blipFill>
              <a:blip r:embed="rId83"/>
              <a:stretch>
                <a:fillRect/>
              </a:stretch>
            </p:blipFill>
            <p:spPr>
              <a:xfrm>
                <a:off x="7820267" y="3429449"/>
                <a:ext cx="3456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71" name="墨迹 270">
                <a:extLst>
                  <a:ext uri="{FF2B5EF4-FFF2-40B4-BE49-F238E27FC236}">
                    <a16:creationId xmlns:a16="http://schemas.microsoft.com/office/drawing/2014/main" id="{F2AEB3D4-91FC-4C35-809D-4D847F3B8DF0}"/>
                  </a:ext>
                </a:extLst>
              </p14:cNvPr>
              <p14:cNvContentPartPr/>
              <p14:nvPr/>
            </p14:nvContentPartPr>
            <p14:xfrm>
              <a:off x="9453587" y="3285089"/>
              <a:ext cx="2657160" cy="328680"/>
            </p14:xfrm>
          </p:contentPart>
        </mc:Choice>
        <mc:Fallback xmlns="">
          <p:pic>
            <p:nvPicPr>
              <p:cNvPr id="271" name="墨迹 270">
                <a:extLst>
                  <a:ext uri="{FF2B5EF4-FFF2-40B4-BE49-F238E27FC236}">
                    <a16:creationId xmlns:a16="http://schemas.microsoft.com/office/drawing/2014/main" id="{F2AEB3D4-91FC-4C35-809D-4D847F3B8DF0}"/>
                  </a:ext>
                </a:extLst>
              </p:cNvPr>
              <p:cNvPicPr/>
              <p:nvPr/>
            </p:nvPicPr>
            <p:blipFill>
              <a:blip r:embed="rId85"/>
              <a:stretch>
                <a:fillRect/>
              </a:stretch>
            </p:blipFill>
            <p:spPr>
              <a:xfrm>
                <a:off x="9444947" y="3276440"/>
                <a:ext cx="2674800" cy="346339"/>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72" name="墨迹 271">
                <a:extLst>
                  <a:ext uri="{FF2B5EF4-FFF2-40B4-BE49-F238E27FC236}">
                    <a16:creationId xmlns:a16="http://schemas.microsoft.com/office/drawing/2014/main" id="{6503AAAF-42A8-424C-BCEF-F49C3F0A5333}"/>
                  </a:ext>
                </a:extLst>
              </p14:cNvPr>
              <p14:cNvContentPartPr/>
              <p14:nvPr/>
            </p14:nvContentPartPr>
            <p14:xfrm>
              <a:off x="6842777" y="541063"/>
              <a:ext cx="185400" cy="546480"/>
            </p14:xfrm>
          </p:contentPart>
        </mc:Choice>
        <mc:Fallback xmlns="">
          <p:pic>
            <p:nvPicPr>
              <p:cNvPr id="272" name="墨迹 271">
                <a:extLst>
                  <a:ext uri="{FF2B5EF4-FFF2-40B4-BE49-F238E27FC236}">
                    <a16:creationId xmlns:a16="http://schemas.microsoft.com/office/drawing/2014/main" id="{6503AAAF-42A8-424C-BCEF-F49C3F0A5333}"/>
                  </a:ext>
                </a:extLst>
              </p:cNvPr>
              <p:cNvPicPr/>
              <p:nvPr/>
            </p:nvPicPr>
            <p:blipFill>
              <a:blip r:embed="rId87"/>
              <a:stretch>
                <a:fillRect/>
              </a:stretch>
            </p:blipFill>
            <p:spPr>
              <a:xfrm>
                <a:off x="6834137" y="532423"/>
                <a:ext cx="203040" cy="564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78" name="墨迹 277">
                <a:extLst>
                  <a:ext uri="{FF2B5EF4-FFF2-40B4-BE49-F238E27FC236}">
                    <a16:creationId xmlns:a16="http://schemas.microsoft.com/office/drawing/2014/main" id="{DC60E823-2052-47DC-ACF2-53D3CE92B2E5}"/>
                  </a:ext>
                </a:extLst>
              </p14:cNvPr>
              <p14:cNvContentPartPr/>
              <p14:nvPr/>
            </p14:nvContentPartPr>
            <p14:xfrm>
              <a:off x="7671497" y="782623"/>
              <a:ext cx="379440" cy="244440"/>
            </p14:xfrm>
          </p:contentPart>
        </mc:Choice>
        <mc:Fallback xmlns="">
          <p:pic>
            <p:nvPicPr>
              <p:cNvPr id="278" name="墨迹 277">
                <a:extLst>
                  <a:ext uri="{FF2B5EF4-FFF2-40B4-BE49-F238E27FC236}">
                    <a16:creationId xmlns:a16="http://schemas.microsoft.com/office/drawing/2014/main" id="{DC60E823-2052-47DC-ACF2-53D3CE92B2E5}"/>
                  </a:ext>
                </a:extLst>
              </p:cNvPr>
              <p:cNvPicPr/>
              <p:nvPr/>
            </p:nvPicPr>
            <p:blipFill>
              <a:blip r:embed="rId89"/>
              <a:stretch>
                <a:fillRect/>
              </a:stretch>
            </p:blipFill>
            <p:spPr>
              <a:xfrm>
                <a:off x="7662497" y="773636"/>
                <a:ext cx="397080" cy="262054"/>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79" name="墨迹 278">
                <a:extLst>
                  <a:ext uri="{FF2B5EF4-FFF2-40B4-BE49-F238E27FC236}">
                    <a16:creationId xmlns:a16="http://schemas.microsoft.com/office/drawing/2014/main" id="{D8EBC02E-101F-46D2-9702-65C61A4EBE71}"/>
                  </a:ext>
                </a:extLst>
              </p14:cNvPr>
              <p14:cNvContentPartPr/>
              <p14:nvPr/>
            </p14:nvContentPartPr>
            <p14:xfrm>
              <a:off x="7367297" y="806023"/>
              <a:ext cx="205200" cy="249840"/>
            </p14:xfrm>
          </p:contentPart>
        </mc:Choice>
        <mc:Fallback xmlns="">
          <p:pic>
            <p:nvPicPr>
              <p:cNvPr id="279" name="墨迹 278">
                <a:extLst>
                  <a:ext uri="{FF2B5EF4-FFF2-40B4-BE49-F238E27FC236}">
                    <a16:creationId xmlns:a16="http://schemas.microsoft.com/office/drawing/2014/main" id="{D8EBC02E-101F-46D2-9702-65C61A4EBE71}"/>
                  </a:ext>
                </a:extLst>
              </p:cNvPr>
              <p:cNvPicPr/>
              <p:nvPr/>
            </p:nvPicPr>
            <p:blipFill>
              <a:blip r:embed="rId91"/>
              <a:stretch>
                <a:fillRect/>
              </a:stretch>
            </p:blipFill>
            <p:spPr>
              <a:xfrm>
                <a:off x="7358642" y="797383"/>
                <a:ext cx="222871"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89" name="墨迹 288">
                <a:extLst>
                  <a:ext uri="{FF2B5EF4-FFF2-40B4-BE49-F238E27FC236}">
                    <a16:creationId xmlns:a16="http://schemas.microsoft.com/office/drawing/2014/main" id="{12E15D65-D4BE-474D-9844-9D7CE54370AE}"/>
                  </a:ext>
                </a:extLst>
              </p14:cNvPr>
              <p14:cNvContentPartPr/>
              <p14:nvPr/>
            </p14:nvContentPartPr>
            <p14:xfrm>
              <a:off x="9197177" y="1001143"/>
              <a:ext cx="93960" cy="81720"/>
            </p14:xfrm>
          </p:contentPart>
        </mc:Choice>
        <mc:Fallback xmlns="">
          <p:pic>
            <p:nvPicPr>
              <p:cNvPr id="289" name="墨迹 288">
                <a:extLst>
                  <a:ext uri="{FF2B5EF4-FFF2-40B4-BE49-F238E27FC236}">
                    <a16:creationId xmlns:a16="http://schemas.microsoft.com/office/drawing/2014/main" id="{12E15D65-D4BE-474D-9844-9D7CE54370AE}"/>
                  </a:ext>
                </a:extLst>
              </p:cNvPr>
              <p:cNvPicPr/>
              <p:nvPr/>
            </p:nvPicPr>
            <p:blipFill>
              <a:blip r:embed="rId93"/>
              <a:stretch>
                <a:fillRect/>
              </a:stretch>
            </p:blipFill>
            <p:spPr>
              <a:xfrm>
                <a:off x="9188537" y="992143"/>
                <a:ext cx="11160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98" name="墨迹 297">
                <a:extLst>
                  <a:ext uri="{FF2B5EF4-FFF2-40B4-BE49-F238E27FC236}">
                    <a16:creationId xmlns:a16="http://schemas.microsoft.com/office/drawing/2014/main" id="{E69B8648-5288-44A8-BE73-472A974CB903}"/>
                  </a:ext>
                </a:extLst>
              </p14:cNvPr>
              <p14:cNvContentPartPr/>
              <p14:nvPr/>
            </p14:nvContentPartPr>
            <p14:xfrm>
              <a:off x="10399577" y="617023"/>
              <a:ext cx="208080" cy="414000"/>
            </p14:xfrm>
          </p:contentPart>
        </mc:Choice>
        <mc:Fallback xmlns="">
          <p:pic>
            <p:nvPicPr>
              <p:cNvPr id="298" name="墨迹 297">
                <a:extLst>
                  <a:ext uri="{FF2B5EF4-FFF2-40B4-BE49-F238E27FC236}">
                    <a16:creationId xmlns:a16="http://schemas.microsoft.com/office/drawing/2014/main" id="{E69B8648-5288-44A8-BE73-472A974CB903}"/>
                  </a:ext>
                </a:extLst>
              </p:cNvPr>
              <p:cNvPicPr/>
              <p:nvPr/>
            </p:nvPicPr>
            <p:blipFill>
              <a:blip r:embed="rId95"/>
              <a:stretch>
                <a:fillRect/>
              </a:stretch>
            </p:blipFill>
            <p:spPr>
              <a:xfrm>
                <a:off x="10390577" y="608023"/>
                <a:ext cx="22572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299" name="墨迹 298">
                <a:extLst>
                  <a:ext uri="{FF2B5EF4-FFF2-40B4-BE49-F238E27FC236}">
                    <a16:creationId xmlns:a16="http://schemas.microsoft.com/office/drawing/2014/main" id="{BFDF6FAF-772D-4FB7-B9EE-6C987D38666F}"/>
                  </a:ext>
                </a:extLst>
              </p14:cNvPr>
              <p14:cNvContentPartPr/>
              <p14:nvPr/>
            </p14:nvContentPartPr>
            <p14:xfrm>
              <a:off x="9844457" y="644383"/>
              <a:ext cx="470520" cy="361080"/>
            </p14:xfrm>
          </p:contentPart>
        </mc:Choice>
        <mc:Fallback xmlns="">
          <p:pic>
            <p:nvPicPr>
              <p:cNvPr id="299" name="墨迹 298">
                <a:extLst>
                  <a:ext uri="{FF2B5EF4-FFF2-40B4-BE49-F238E27FC236}">
                    <a16:creationId xmlns:a16="http://schemas.microsoft.com/office/drawing/2014/main" id="{BFDF6FAF-772D-4FB7-B9EE-6C987D38666F}"/>
                  </a:ext>
                </a:extLst>
              </p:cNvPr>
              <p:cNvPicPr/>
              <p:nvPr/>
            </p:nvPicPr>
            <p:blipFill>
              <a:blip r:embed="rId97"/>
              <a:stretch>
                <a:fillRect/>
              </a:stretch>
            </p:blipFill>
            <p:spPr>
              <a:xfrm>
                <a:off x="9835457" y="635734"/>
                <a:ext cx="488160" cy="378738"/>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300" name="墨迹 299">
                <a:extLst>
                  <a:ext uri="{FF2B5EF4-FFF2-40B4-BE49-F238E27FC236}">
                    <a16:creationId xmlns:a16="http://schemas.microsoft.com/office/drawing/2014/main" id="{07656026-88C0-4CA1-8439-67E5942E8E53}"/>
                  </a:ext>
                </a:extLst>
              </p14:cNvPr>
              <p14:cNvContentPartPr/>
              <p14:nvPr/>
            </p14:nvContentPartPr>
            <p14:xfrm>
              <a:off x="9524057" y="661663"/>
              <a:ext cx="220680" cy="283320"/>
            </p14:xfrm>
          </p:contentPart>
        </mc:Choice>
        <mc:Fallback xmlns="">
          <p:pic>
            <p:nvPicPr>
              <p:cNvPr id="300" name="墨迹 299">
                <a:extLst>
                  <a:ext uri="{FF2B5EF4-FFF2-40B4-BE49-F238E27FC236}">
                    <a16:creationId xmlns:a16="http://schemas.microsoft.com/office/drawing/2014/main" id="{07656026-88C0-4CA1-8439-67E5942E8E53}"/>
                  </a:ext>
                </a:extLst>
              </p:cNvPr>
              <p:cNvPicPr/>
              <p:nvPr/>
            </p:nvPicPr>
            <p:blipFill>
              <a:blip r:embed="rId99"/>
              <a:stretch>
                <a:fillRect/>
              </a:stretch>
            </p:blipFill>
            <p:spPr>
              <a:xfrm>
                <a:off x="9515403" y="653023"/>
                <a:ext cx="238349"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01" name="墨迹 300">
                <a:extLst>
                  <a:ext uri="{FF2B5EF4-FFF2-40B4-BE49-F238E27FC236}">
                    <a16:creationId xmlns:a16="http://schemas.microsoft.com/office/drawing/2014/main" id="{A0C4B469-6708-42EF-A3C0-B33019943CA6}"/>
                  </a:ext>
                </a:extLst>
              </p14:cNvPr>
              <p14:cNvContentPartPr/>
              <p14:nvPr/>
            </p14:nvContentPartPr>
            <p14:xfrm>
              <a:off x="8230937" y="720703"/>
              <a:ext cx="793440" cy="298080"/>
            </p14:xfrm>
          </p:contentPart>
        </mc:Choice>
        <mc:Fallback xmlns="">
          <p:pic>
            <p:nvPicPr>
              <p:cNvPr id="301" name="墨迹 300">
                <a:extLst>
                  <a:ext uri="{FF2B5EF4-FFF2-40B4-BE49-F238E27FC236}">
                    <a16:creationId xmlns:a16="http://schemas.microsoft.com/office/drawing/2014/main" id="{A0C4B469-6708-42EF-A3C0-B33019943CA6}"/>
                  </a:ext>
                </a:extLst>
              </p:cNvPr>
              <p:cNvPicPr/>
              <p:nvPr/>
            </p:nvPicPr>
            <p:blipFill>
              <a:blip r:embed="rId101"/>
              <a:stretch>
                <a:fillRect/>
              </a:stretch>
            </p:blipFill>
            <p:spPr>
              <a:xfrm>
                <a:off x="8221937" y="712063"/>
                <a:ext cx="811080" cy="315720"/>
              </a:xfrm>
              <a:prstGeom prst="rect">
                <a:avLst/>
              </a:prstGeom>
            </p:spPr>
          </p:pic>
        </mc:Fallback>
      </mc:AlternateContent>
    </p:spTree>
    <p:extLst>
      <p:ext uri="{BB962C8B-B14F-4D97-AF65-F5344CB8AC3E}">
        <p14:creationId xmlns:p14="http://schemas.microsoft.com/office/powerpoint/2010/main" val="1054089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DCE28B4-AA7F-4372-9DC4-4870CB2EAE81}"/>
              </a:ext>
            </a:extLst>
          </p:cNvPr>
          <p:cNvSpPr>
            <a:spLocks noGrp="1"/>
          </p:cNvSpPr>
          <p:nvPr>
            <p:ph idx="1"/>
          </p:nvPr>
        </p:nvSpPr>
        <p:spPr>
          <a:xfrm>
            <a:off x="838200" y="1825625"/>
            <a:ext cx="6181768" cy="4351338"/>
          </a:xfrm>
        </p:spPr>
        <p:txBody>
          <a:bodyPr>
            <a:normAutofit/>
          </a:bodyPr>
          <a:lstStyle/>
          <a:p>
            <a:r>
              <a:rPr lang="en-US" altLang="zh-CN" sz="1800" dirty="0">
                <a:latin typeface="Bookman Old Style" panose="02050604050505020204" pitchFamily="18" charset="0"/>
              </a:rPr>
              <a:t>9.	</a:t>
            </a:r>
            <a:r>
              <a:rPr lang="zh-CN" altLang="en-US" sz="1800" dirty="0">
                <a:latin typeface="Bookman Old Style" panose="02050604050505020204" pitchFamily="18" charset="0"/>
              </a:rPr>
              <a:t>用两份五谷磨粉制作并加热而制成的食品夹着吃的东西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12. 	</a:t>
            </a:r>
            <a:r>
              <a:rPr lang="zh-CN" altLang="en-US" sz="1800" dirty="0">
                <a:latin typeface="Bookman Old Style" panose="02050604050505020204" pitchFamily="18" charset="0"/>
              </a:rPr>
              <a:t>“哈！哈！哈！”</a:t>
            </a:r>
            <a:r>
              <a:rPr lang="en-US" altLang="zh-CN" sz="1800" dirty="0">
                <a:latin typeface="Bookman Old Style" panose="02050604050505020204" pitchFamily="18" charset="0"/>
              </a:rPr>
              <a:t>——by Orange ________ </a:t>
            </a:r>
          </a:p>
          <a:p>
            <a:r>
              <a:rPr lang="en-US" altLang="zh-CN" sz="1800" dirty="0">
                <a:latin typeface="Bookman Old Style" panose="02050604050505020204" pitchFamily="18" charset="0"/>
              </a:rPr>
              <a:t>19.	</a:t>
            </a:r>
            <a:r>
              <a:rPr lang="zh-CN" altLang="en-US" sz="1800" dirty="0">
                <a:latin typeface="Bookman Old Style" panose="02050604050505020204" pitchFamily="18" charset="0"/>
              </a:rPr>
              <a:t>密室逃脱综艺，密室逃脱可不是知识问答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25.	</a:t>
            </a:r>
            <a:r>
              <a:rPr lang="zh-CN" altLang="en-US" sz="1800" dirty="0">
                <a:latin typeface="Bookman Old Style" panose="02050604050505020204" pitchFamily="18" charset="0"/>
              </a:rPr>
              <a:t>一种性别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27.	</a:t>
            </a:r>
            <a:r>
              <a:rPr lang="zh-CN" altLang="en-US" sz="1800" dirty="0">
                <a:latin typeface="Bookman Old Style" panose="02050604050505020204" pitchFamily="18" charset="0"/>
              </a:rPr>
              <a:t>绿头发瘦高男孩，和红头发三角形头哥哥关系很好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28.	</a:t>
            </a:r>
            <a:r>
              <a:rPr lang="zh-CN" altLang="en-US" sz="1800" dirty="0">
                <a:latin typeface="Bookman Old Style" panose="02050604050505020204" pitchFamily="18" charset="0"/>
              </a:rPr>
              <a:t>哟，你也网上冲浪呀。我们可都是</a:t>
            </a:r>
            <a:r>
              <a:rPr lang="en-US" altLang="zh-CN" sz="1800" dirty="0">
                <a:latin typeface="Bookman Old Style" panose="02050604050505020204" pitchFamily="18" charset="0"/>
              </a:rPr>
              <a:t>_______</a:t>
            </a:r>
            <a:r>
              <a:rPr lang="zh-CN" altLang="en-US" sz="1800" dirty="0">
                <a:latin typeface="Bookman Old Style" panose="02050604050505020204" pitchFamily="18" charset="0"/>
              </a:rPr>
              <a:t>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30.	</a:t>
            </a:r>
            <a:r>
              <a:rPr lang="zh-CN" altLang="en-US" sz="1800" dirty="0">
                <a:latin typeface="Bookman Old Style" panose="02050604050505020204" pitchFamily="18" charset="0"/>
              </a:rPr>
              <a:t>太年轻太单纯，有时候还会显得</a:t>
            </a:r>
            <a:r>
              <a:rPr lang="en-US" altLang="zh-CN" sz="1800" dirty="0">
                <a:latin typeface="Bookman Old Style" panose="02050604050505020204" pitchFamily="18" charset="0"/>
              </a:rPr>
              <a:t>______</a:t>
            </a:r>
            <a:r>
              <a:rPr lang="zh-CN" altLang="en-US" sz="1800" dirty="0">
                <a:latin typeface="Bookman Old Style" panose="02050604050505020204" pitchFamily="18" charset="0"/>
              </a:rPr>
              <a:t>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42.	</a:t>
            </a:r>
            <a:r>
              <a:rPr lang="zh-CN" altLang="en-US" sz="1800" dirty="0">
                <a:latin typeface="Bookman Old Style" panose="02050604050505020204" pitchFamily="18" charset="0"/>
              </a:rPr>
              <a:t>和</a:t>
            </a:r>
            <a:r>
              <a:rPr lang="en-US" altLang="zh-CN" sz="1800" dirty="0">
                <a:latin typeface="Bookman Old Style" panose="02050604050505020204" pitchFamily="18" charset="0"/>
              </a:rPr>
              <a:t>(O</a:t>
            </a:r>
            <a:r>
              <a:rPr lang="en-US" altLang="zh-CN" sz="1800" dirty="0"/>
              <a:t>↓</a:t>
            </a:r>
            <a:r>
              <a:rPr lang="en-US" altLang="zh-CN" sz="1800" dirty="0">
                <a:latin typeface="Bookman Old Style" panose="02050604050505020204" pitchFamily="18" charset="0"/>
              </a:rPr>
              <a:t>)</a:t>
            </a:r>
            <a:r>
              <a:rPr lang="zh-CN" altLang="en-US" sz="1800" dirty="0">
                <a:latin typeface="Bookman Old Style" panose="02050604050505020204" pitchFamily="18" charset="0"/>
              </a:rPr>
              <a:t>相同。朴树？不，是带有朴字的一对近义词同时去掉朴字。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44.	</a:t>
            </a:r>
            <a:r>
              <a:rPr lang="zh-CN" altLang="en-US" sz="1800" dirty="0">
                <a:latin typeface="Bookman Old Style" panose="02050604050505020204" pitchFamily="18" charset="0"/>
              </a:rPr>
              <a:t>有甜的也有苦的，经常被用来做成饮料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47.	</a:t>
            </a:r>
            <a:r>
              <a:rPr lang="zh-CN" altLang="en-US" sz="1800" dirty="0">
                <a:latin typeface="Bookman Old Style" panose="02050604050505020204" pitchFamily="18" charset="0"/>
              </a:rPr>
              <a:t>网格，或是一种路由组网技术 </a:t>
            </a:r>
          </a:p>
        </p:txBody>
      </p:sp>
      <mc:AlternateContent xmlns:mc="http://schemas.openxmlformats.org/markup-compatibility/2006" xmlns:p14="http://schemas.microsoft.com/office/powerpoint/2010/main">
        <mc:Choice Requires="p14">
          <p:contentPart p14:bwMode="auto" r:id="rId2">
            <p14:nvContentPartPr>
              <p14:cNvPr id="4" name="墨迹 3">
                <a:extLst>
                  <a:ext uri="{FF2B5EF4-FFF2-40B4-BE49-F238E27FC236}">
                    <a16:creationId xmlns:a16="http://schemas.microsoft.com/office/drawing/2014/main" id="{4497460F-EFF3-46A2-8D6E-E3EC7ED6D2D3}"/>
                  </a:ext>
                </a:extLst>
              </p14:cNvPr>
              <p14:cNvContentPartPr/>
              <p14:nvPr/>
            </p14:nvContentPartPr>
            <p14:xfrm>
              <a:off x="949940" y="730540"/>
              <a:ext cx="382320" cy="628920"/>
            </p14:xfrm>
          </p:contentPart>
        </mc:Choice>
        <mc:Fallback xmlns="">
          <p:pic>
            <p:nvPicPr>
              <p:cNvPr id="4" name="墨迹 3">
                <a:extLst>
                  <a:ext uri="{FF2B5EF4-FFF2-40B4-BE49-F238E27FC236}">
                    <a16:creationId xmlns:a16="http://schemas.microsoft.com/office/drawing/2014/main" id="{4497460F-EFF3-46A2-8D6E-E3EC7ED6D2D3}"/>
                  </a:ext>
                </a:extLst>
              </p:cNvPr>
              <p:cNvPicPr/>
              <p:nvPr/>
            </p:nvPicPr>
            <p:blipFill>
              <a:blip r:embed="rId3"/>
              <a:stretch>
                <a:fillRect/>
              </a:stretch>
            </p:blipFill>
            <p:spPr>
              <a:xfrm>
                <a:off x="941300" y="721900"/>
                <a:ext cx="399960" cy="646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墨迹 6">
                <a:extLst>
                  <a:ext uri="{FF2B5EF4-FFF2-40B4-BE49-F238E27FC236}">
                    <a16:creationId xmlns:a16="http://schemas.microsoft.com/office/drawing/2014/main" id="{61BFD4F0-C447-48FF-BA81-6165A31ED179}"/>
                  </a:ext>
                </a:extLst>
              </p14:cNvPr>
              <p14:cNvContentPartPr/>
              <p14:nvPr/>
            </p14:nvContentPartPr>
            <p14:xfrm>
              <a:off x="1879100" y="716140"/>
              <a:ext cx="574560" cy="608400"/>
            </p14:xfrm>
          </p:contentPart>
        </mc:Choice>
        <mc:Fallback xmlns="">
          <p:pic>
            <p:nvPicPr>
              <p:cNvPr id="7" name="墨迹 6">
                <a:extLst>
                  <a:ext uri="{FF2B5EF4-FFF2-40B4-BE49-F238E27FC236}">
                    <a16:creationId xmlns:a16="http://schemas.microsoft.com/office/drawing/2014/main" id="{61BFD4F0-C447-48FF-BA81-6165A31ED179}"/>
                  </a:ext>
                </a:extLst>
              </p:cNvPr>
              <p:cNvPicPr/>
              <p:nvPr/>
            </p:nvPicPr>
            <p:blipFill>
              <a:blip r:embed="rId5"/>
              <a:stretch>
                <a:fillRect/>
              </a:stretch>
            </p:blipFill>
            <p:spPr>
              <a:xfrm>
                <a:off x="1870100" y="707140"/>
                <a:ext cx="592200" cy="626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墨迹 16">
                <a:extLst>
                  <a:ext uri="{FF2B5EF4-FFF2-40B4-BE49-F238E27FC236}">
                    <a16:creationId xmlns:a16="http://schemas.microsoft.com/office/drawing/2014/main" id="{9E8727D1-4741-4553-8C4B-9C559FC72855}"/>
                  </a:ext>
                </a:extLst>
              </p14:cNvPr>
              <p14:cNvContentPartPr/>
              <p14:nvPr/>
            </p14:nvContentPartPr>
            <p14:xfrm>
              <a:off x="7401947" y="1311569"/>
              <a:ext cx="955800" cy="459720"/>
            </p14:xfrm>
          </p:contentPart>
        </mc:Choice>
        <mc:Fallback xmlns="">
          <p:pic>
            <p:nvPicPr>
              <p:cNvPr id="17" name="墨迹 16">
                <a:extLst>
                  <a:ext uri="{FF2B5EF4-FFF2-40B4-BE49-F238E27FC236}">
                    <a16:creationId xmlns:a16="http://schemas.microsoft.com/office/drawing/2014/main" id="{9E8727D1-4741-4553-8C4B-9C559FC72855}"/>
                  </a:ext>
                </a:extLst>
              </p:cNvPr>
              <p:cNvPicPr/>
              <p:nvPr/>
            </p:nvPicPr>
            <p:blipFill>
              <a:blip r:embed="rId7"/>
              <a:stretch>
                <a:fillRect/>
              </a:stretch>
            </p:blipFill>
            <p:spPr>
              <a:xfrm>
                <a:off x="7392950" y="1302569"/>
                <a:ext cx="973433" cy="477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2" name="墨迹 41">
                <a:extLst>
                  <a:ext uri="{FF2B5EF4-FFF2-40B4-BE49-F238E27FC236}">
                    <a16:creationId xmlns:a16="http://schemas.microsoft.com/office/drawing/2014/main" id="{F3BB073D-0A79-4D7C-9F02-7228235D9009}"/>
                  </a:ext>
                </a:extLst>
              </p14:cNvPr>
              <p14:cNvContentPartPr/>
              <p14:nvPr/>
            </p14:nvContentPartPr>
            <p14:xfrm>
              <a:off x="11264387" y="1406249"/>
              <a:ext cx="340200" cy="305640"/>
            </p14:xfrm>
          </p:contentPart>
        </mc:Choice>
        <mc:Fallback xmlns="">
          <p:pic>
            <p:nvPicPr>
              <p:cNvPr id="42" name="墨迹 41">
                <a:extLst>
                  <a:ext uri="{FF2B5EF4-FFF2-40B4-BE49-F238E27FC236}">
                    <a16:creationId xmlns:a16="http://schemas.microsoft.com/office/drawing/2014/main" id="{F3BB073D-0A79-4D7C-9F02-7228235D9009}"/>
                  </a:ext>
                </a:extLst>
              </p:cNvPr>
              <p:cNvPicPr/>
              <p:nvPr/>
            </p:nvPicPr>
            <p:blipFill>
              <a:blip r:embed="rId9"/>
              <a:stretch>
                <a:fillRect/>
              </a:stretch>
            </p:blipFill>
            <p:spPr>
              <a:xfrm>
                <a:off x="11255747" y="1397599"/>
                <a:ext cx="357840" cy="323301"/>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3" name="墨迹 42">
                <a:extLst>
                  <a:ext uri="{FF2B5EF4-FFF2-40B4-BE49-F238E27FC236}">
                    <a16:creationId xmlns:a16="http://schemas.microsoft.com/office/drawing/2014/main" id="{AC07CD00-E0BF-4CD7-9443-CE94B901343F}"/>
                  </a:ext>
                </a:extLst>
              </p14:cNvPr>
              <p14:cNvContentPartPr/>
              <p14:nvPr/>
            </p14:nvContentPartPr>
            <p14:xfrm>
              <a:off x="10622507" y="1328849"/>
              <a:ext cx="520560" cy="382680"/>
            </p14:xfrm>
          </p:contentPart>
        </mc:Choice>
        <mc:Fallback xmlns="">
          <p:pic>
            <p:nvPicPr>
              <p:cNvPr id="43" name="墨迹 42">
                <a:extLst>
                  <a:ext uri="{FF2B5EF4-FFF2-40B4-BE49-F238E27FC236}">
                    <a16:creationId xmlns:a16="http://schemas.microsoft.com/office/drawing/2014/main" id="{AC07CD00-E0BF-4CD7-9443-CE94B901343F}"/>
                  </a:ext>
                </a:extLst>
              </p:cNvPr>
              <p:cNvPicPr/>
              <p:nvPr/>
            </p:nvPicPr>
            <p:blipFill>
              <a:blip r:embed="rId11"/>
              <a:stretch>
                <a:fillRect/>
              </a:stretch>
            </p:blipFill>
            <p:spPr>
              <a:xfrm>
                <a:off x="10613507" y="1319849"/>
                <a:ext cx="53820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4" name="墨迹 43">
                <a:extLst>
                  <a:ext uri="{FF2B5EF4-FFF2-40B4-BE49-F238E27FC236}">
                    <a16:creationId xmlns:a16="http://schemas.microsoft.com/office/drawing/2014/main" id="{C7C2B1CD-8075-4142-B5CB-9621257AACAE}"/>
                  </a:ext>
                </a:extLst>
              </p14:cNvPr>
              <p14:cNvContentPartPr/>
              <p14:nvPr/>
            </p14:nvContentPartPr>
            <p14:xfrm>
              <a:off x="9555467" y="1288529"/>
              <a:ext cx="924480" cy="399240"/>
            </p14:xfrm>
          </p:contentPart>
        </mc:Choice>
        <mc:Fallback xmlns="">
          <p:pic>
            <p:nvPicPr>
              <p:cNvPr id="44" name="墨迹 43">
                <a:extLst>
                  <a:ext uri="{FF2B5EF4-FFF2-40B4-BE49-F238E27FC236}">
                    <a16:creationId xmlns:a16="http://schemas.microsoft.com/office/drawing/2014/main" id="{C7C2B1CD-8075-4142-B5CB-9621257AACAE}"/>
                  </a:ext>
                </a:extLst>
              </p:cNvPr>
              <p:cNvPicPr/>
              <p:nvPr/>
            </p:nvPicPr>
            <p:blipFill>
              <a:blip r:embed="rId13"/>
              <a:stretch>
                <a:fillRect/>
              </a:stretch>
            </p:blipFill>
            <p:spPr>
              <a:xfrm>
                <a:off x="9546467" y="1279889"/>
                <a:ext cx="942120" cy="416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7" name="墨迹 56">
                <a:extLst>
                  <a:ext uri="{FF2B5EF4-FFF2-40B4-BE49-F238E27FC236}">
                    <a16:creationId xmlns:a16="http://schemas.microsoft.com/office/drawing/2014/main" id="{B361D288-DF3F-4C82-AC35-790611FC3582}"/>
                  </a:ext>
                </a:extLst>
              </p14:cNvPr>
              <p14:cNvContentPartPr/>
              <p14:nvPr/>
            </p14:nvContentPartPr>
            <p14:xfrm>
              <a:off x="7756907" y="1967489"/>
              <a:ext cx="248040" cy="238320"/>
            </p14:xfrm>
          </p:contentPart>
        </mc:Choice>
        <mc:Fallback xmlns="">
          <p:pic>
            <p:nvPicPr>
              <p:cNvPr id="57" name="墨迹 56">
                <a:extLst>
                  <a:ext uri="{FF2B5EF4-FFF2-40B4-BE49-F238E27FC236}">
                    <a16:creationId xmlns:a16="http://schemas.microsoft.com/office/drawing/2014/main" id="{B361D288-DF3F-4C82-AC35-790611FC3582}"/>
                  </a:ext>
                </a:extLst>
              </p:cNvPr>
              <p:cNvPicPr/>
              <p:nvPr/>
            </p:nvPicPr>
            <p:blipFill>
              <a:blip r:embed="rId15"/>
              <a:stretch>
                <a:fillRect/>
              </a:stretch>
            </p:blipFill>
            <p:spPr>
              <a:xfrm>
                <a:off x="7748267" y="1958503"/>
                <a:ext cx="265680" cy="255933"/>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8" name="墨迹 57">
                <a:extLst>
                  <a:ext uri="{FF2B5EF4-FFF2-40B4-BE49-F238E27FC236}">
                    <a16:creationId xmlns:a16="http://schemas.microsoft.com/office/drawing/2014/main" id="{AB73310B-8043-465C-AA88-4DF38722BA0C}"/>
                  </a:ext>
                </a:extLst>
              </p14:cNvPr>
              <p14:cNvContentPartPr/>
              <p14:nvPr/>
            </p14:nvContentPartPr>
            <p14:xfrm>
              <a:off x="7349027" y="1947689"/>
              <a:ext cx="237960" cy="300240"/>
            </p14:xfrm>
          </p:contentPart>
        </mc:Choice>
        <mc:Fallback xmlns="">
          <p:pic>
            <p:nvPicPr>
              <p:cNvPr id="58" name="墨迹 57">
                <a:extLst>
                  <a:ext uri="{FF2B5EF4-FFF2-40B4-BE49-F238E27FC236}">
                    <a16:creationId xmlns:a16="http://schemas.microsoft.com/office/drawing/2014/main" id="{AB73310B-8043-465C-AA88-4DF38722BA0C}"/>
                  </a:ext>
                </a:extLst>
              </p:cNvPr>
              <p:cNvPicPr/>
              <p:nvPr/>
            </p:nvPicPr>
            <p:blipFill>
              <a:blip r:embed="rId17"/>
              <a:stretch>
                <a:fillRect/>
              </a:stretch>
            </p:blipFill>
            <p:spPr>
              <a:xfrm>
                <a:off x="7340027" y="1938689"/>
                <a:ext cx="25560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3" name="墨迹 92">
                <a:extLst>
                  <a:ext uri="{FF2B5EF4-FFF2-40B4-BE49-F238E27FC236}">
                    <a16:creationId xmlns:a16="http://schemas.microsoft.com/office/drawing/2014/main" id="{3C2F30C7-0AA6-47B0-9213-4ACDF6DC00DF}"/>
                  </a:ext>
                </a:extLst>
              </p14:cNvPr>
              <p14:cNvContentPartPr/>
              <p14:nvPr/>
            </p14:nvContentPartPr>
            <p14:xfrm>
              <a:off x="8998187" y="1778849"/>
              <a:ext cx="102960" cy="29160"/>
            </p14:xfrm>
          </p:contentPart>
        </mc:Choice>
        <mc:Fallback xmlns="">
          <p:pic>
            <p:nvPicPr>
              <p:cNvPr id="93" name="墨迹 92">
                <a:extLst>
                  <a:ext uri="{FF2B5EF4-FFF2-40B4-BE49-F238E27FC236}">
                    <a16:creationId xmlns:a16="http://schemas.microsoft.com/office/drawing/2014/main" id="{3C2F30C7-0AA6-47B0-9213-4ACDF6DC00DF}"/>
                  </a:ext>
                </a:extLst>
              </p:cNvPr>
              <p:cNvPicPr/>
              <p:nvPr/>
            </p:nvPicPr>
            <p:blipFill>
              <a:blip r:embed="rId19"/>
              <a:stretch>
                <a:fillRect/>
              </a:stretch>
            </p:blipFill>
            <p:spPr>
              <a:xfrm>
                <a:off x="8989547" y="1769849"/>
                <a:ext cx="12060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4" name="墨迹 93">
                <a:extLst>
                  <a:ext uri="{FF2B5EF4-FFF2-40B4-BE49-F238E27FC236}">
                    <a16:creationId xmlns:a16="http://schemas.microsoft.com/office/drawing/2014/main" id="{6AA06523-B124-4D9A-8727-5640C36C59BC}"/>
                  </a:ext>
                </a:extLst>
              </p14:cNvPr>
              <p14:cNvContentPartPr/>
              <p14:nvPr/>
            </p14:nvContentPartPr>
            <p14:xfrm>
              <a:off x="11563187" y="1826369"/>
              <a:ext cx="59760" cy="91080"/>
            </p14:xfrm>
          </p:contentPart>
        </mc:Choice>
        <mc:Fallback xmlns="">
          <p:pic>
            <p:nvPicPr>
              <p:cNvPr id="94" name="墨迹 93">
                <a:extLst>
                  <a:ext uri="{FF2B5EF4-FFF2-40B4-BE49-F238E27FC236}">
                    <a16:creationId xmlns:a16="http://schemas.microsoft.com/office/drawing/2014/main" id="{6AA06523-B124-4D9A-8727-5640C36C59BC}"/>
                  </a:ext>
                </a:extLst>
              </p:cNvPr>
              <p:cNvPicPr/>
              <p:nvPr/>
            </p:nvPicPr>
            <p:blipFill>
              <a:blip r:embed="rId21"/>
              <a:stretch>
                <a:fillRect/>
              </a:stretch>
            </p:blipFill>
            <p:spPr>
              <a:xfrm>
                <a:off x="11554241" y="1817369"/>
                <a:ext cx="77294"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5" name="墨迹 94">
                <a:extLst>
                  <a:ext uri="{FF2B5EF4-FFF2-40B4-BE49-F238E27FC236}">
                    <a16:creationId xmlns:a16="http://schemas.microsoft.com/office/drawing/2014/main" id="{2DF35FA9-08AB-4BDC-810A-7C4714C2978F}"/>
                  </a:ext>
                </a:extLst>
              </p14:cNvPr>
              <p14:cNvContentPartPr/>
              <p14:nvPr/>
            </p14:nvContentPartPr>
            <p14:xfrm>
              <a:off x="10814747" y="1934009"/>
              <a:ext cx="608040" cy="410400"/>
            </p14:xfrm>
          </p:contentPart>
        </mc:Choice>
        <mc:Fallback xmlns="">
          <p:pic>
            <p:nvPicPr>
              <p:cNvPr id="95" name="墨迹 94">
                <a:extLst>
                  <a:ext uri="{FF2B5EF4-FFF2-40B4-BE49-F238E27FC236}">
                    <a16:creationId xmlns:a16="http://schemas.microsoft.com/office/drawing/2014/main" id="{2DF35FA9-08AB-4BDC-810A-7C4714C2978F}"/>
                  </a:ext>
                </a:extLst>
              </p:cNvPr>
              <p:cNvPicPr/>
              <p:nvPr/>
            </p:nvPicPr>
            <p:blipFill>
              <a:blip r:embed="rId23"/>
              <a:stretch>
                <a:fillRect/>
              </a:stretch>
            </p:blipFill>
            <p:spPr>
              <a:xfrm>
                <a:off x="10806107" y="1925009"/>
                <a:ext cx="625680" cy="428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96" name="墨迹 95">
                <a:extLst>
                  <a:ext uri="{FF2B5EF4-FFF2-40B4-BE49-F238E27FC236}">
                    <a16:creationId xmlns:a16="http://schemas.microsoft.com/office/drawing/2014/main" id="{27AB6DF9-5846-4244-A18A-CC8A9868F40A}"/>
                  </a:ext>
                </a:extLst>
              </p14:cNvPr>
              <p14:cNvContentPartPr/>
              <p14:nvPr/>
            </p14:nvContentPartPr>
            <p14:xfrm>
              <a:off x="9219947" y="1788929"/>
              <a:ext cx="1507680" cy="446040"/>
            </p14:xfrm>
          </p:contentPart>
        </mc:Choice>
        <mc:Fallback xmlns="">
          <p:pic>
            <p:nvPicPr>
              <p:cNvPr id="96" name="墨迹 95">
                <a:extLst>
                  <a:ext uri="{FF2B5EF4-FFF2-40B4-BE49-F238E27FC236}">
                    <a16:creationId xmlns:a16="http://schemas.microsoft.com/office/drawing/2014/main" id="{27AB6DF9-5846-4244-A18A-CC8A9868F40A}"/>
                  </a:ext>
                </a:extLst>
              </p:cNvPr>
              <p:cNvPicPr/>
              <p:nvPr/>
            </p:nvPicPr>
            <p:blipFill>
              <a:blip r:embed="rId25"/>
              <a:stretch>
                <a:fillRect/>
              </a:stretch>
            </p:blipFill>
            <p:spPr>
              <a:xfrm>
                <a:off x="9210947" y="1780282"/>
                <a:ext cx="1525320" cy="463694"/>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99" name="墨迹 98">
                <a:extLst>
                  <a:ext uri="{FF2B5EF4-FFF2-40B4-BE49-F238E27FC236}">
                    <a16:creationId xmlns:a16="http://schemas.microsoft.com/office/drawing/2014/main" id="{133ED6EB-6806-448A-889D-90EF799B7201}"/>
                  </a:ext>
                </a:extLst>
              </p14:cNvPr>
              <p14:cNvContentPartPr/>
              <p14:nvPr/>
            </p14:nvContentPartPr>
            <p14:xfrm>
              <a:off x="7118627" y="2450609"/>
              <a:ext cx="285480" cy="306720"/>
            </p14:xfrm>
          </p:contentPart>
        </mc:Choice>
        <mc:Fallback xmlns="">
          <p:pic>
            <p:nvPicPr>
              <p:cNvPr id="99" name="墨迹 98">
                <a:extLst>
                  <a:ext uri="{FF2B5EF4-FFF2-40B4-BE49-F238E27FC236}">
                    <a16:creationId xmlns:a16="http://schemas.microsoft.com/office/drawing/2014/main" id="{133ED6EB-6806-448A-889D-90EF799B7201}"/>
                  </a:ext>
                </a:extLst>
              </p:cNvPr>
              <p:cNvPicPr/>
              <p:nvPr/>
            </p:nvPicPr>
            <p:blipFill>
              <a:blip r:embed="rId27"/>
              <a:stretch>
                <a:fillRect/>
              </a:stretch>
            </p:blipFill>
            <p:spPr>
              <a:xfrm>
                <a:off x="7109627" y="2441969"/>
                <a:ext cx="30312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00" name="墨迹 99">
                <a:extLst>
                  <a:ext uri="{FF2B5EF4-FFF2-40B4-BE49-F238E27FC236}">
                    <a16:creationId xmlns:a16="http://schemas.microsoft.com/office/drawing/2014/main" id="{36FF7343-1878-4E0F-991F-67A4895A3504}"/>
                  </a:ext>
                </a:extLst>
              </p14:cNvPr>
              <p14:cNvContentPartPr/>
              <p14:nvPr/>
            </p14:nvContentPartPr>
            <p14:xfrm>
              <a:off x="7554227" y="2485529"/>
              <a:ext cx="164160" cy="56160"/>
            </p14:xfrm>
          </p:contentPart>
        </mc:Choice>
        <mc:Fallback xmlns="">
          <p:pic>
            <p:nvPicPr>
              <p:cNvPr id="100" name="墨迹 99">
                <a:extLst>
                  <a:ext uri="{FF2B5EF4-FFF2-40B4-BE49-F238E27FC236}">
                    <a16:creationId xmlns:a16="http://schemas.microsoft.com/office/drawing/2014/main" id="{36FF7343-1878-4E0F-991F-67A4895A3504}"/>
                  </a:ext>
                </a:extLst>
              </p:cNvPr>
              <p:cNvPicPr/>
              <p:nvPr/>
            </p:nvPicPr>
            <p:blipFill>
              <a:blip r:embed="rId29"/>
              <a:stretch>
                <a:fillRect/>
              </a:stretch>
            </p:blipFill>
            <p:spPr>
              <a:xfrm>
                <a:off x="7545587" y="2476889"/>
                <a:ext cx="1818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01" name="墨迹 100">
                <a:extLst>
                  <a:ext uri="{FF2B5EF4-FFF2-40B4-BE49-F238E27FC236}">
                    <a16:creationId xmlns:a16="http://schemas.microsoft.com/office/drawing/2014/main" id="{69C8A4B6-7392-4ADB-80CB-E37520172F9C}"/>
                  </a:ext>
                </a:extLst>
              </p14:cNvPr>
              <p14:cNvContentPartPr/>
              <p14:nvPr/>
            </p14:nvContentPartPr>
            <p14:xfrm>
              <a:off x="7504907" y="2579849"/>
              <a:ext cx="261360" cy="178560"/>
            </p14:xfrm>
          </p:contentPart>
        </mc:Choice>
        <mc:Fallback xmlns="">
          <p:pic>
            <p:nvPicPr>
              <p:cNvPr id="101" name="墨迹 100">
                <a:extLst>
                  <a:ext uri="{FF2B5EF4-FFF2-40B4-BE49-F238E27FC236}">
                    <a16:creationId xmlns:a16="http://schemas.microsoft.com/office/drawing/2014/main" id="{69C8A4B6-7392-4ADB-80CB-E37520172F9C}"/>
                  </a:ext>
                </a:extLst>
              </p:cNvPr>
              <p:cNvPicPr/>
              <p:nvPr/>
            </p:nvPicPr>
            <p:blipFill>
              <a:blip r:embed="rId31"/>
              <a:stretch>
                <a:fillRect/>
              </a:stretch>
            </p:blipFill>
            <p:spPr>
              <a:xfrm>
                <a:off x="7495907" y="2571209"/>
                <a:ext cx="2790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07" name="墨迹 106">
                <a:extLst>
                  <a:ext uri="{FF2B5EF4-FFF2-40B4-BE49-F238E27FC236}">
                    <a16:creationId xmlns:a16="http://schemas.microsoft.com/office/drawing/2014/main" id="{A79238B5-E375-4226-A549-4D77D4C24609}"/>
                  </a:ext>
                </a:extLst>
              </p14:cNvPr>
              <p14:cNvContentPartPr/>
              <p14:nvPr/>
            </p14:nvContentPartPr>
            <p14:xfrm>
              <a:off x="7901267" y="2539529"/>
              <a:ext cx="207720" cy="164880"/>
            </p14:xfrm>
          </p:contentPart>
        </mc:Choice>
        <mc:Fallback xmlns="">
          <p:pic>
            <p:nvPicPr>
              <p:cNvPr id="107" name="墨迹 106">
                <a:extLst>
                  <a:ext uri="{FF2B5EF4-FFF2-40B4-BE49-F238E27FC236}">
                    <a16:creationId xmlns:a16="http://schemas.microsoft.com/office/drawing/2014/main" id="{A79238B5-E375-4226-A549-4D77D4C24609}"/>
                  </a:ext>
                </a:extLst>
              </p:cNvPr>
              <p:cNvPicPr/>
              <p:nvPr/>
            </p:nvPicPr>
            <p:blipFill>
              <a:blip r:embed="rId33"/>
              <a:stretch>
                <a:fillRect/>
              </a:stretch>
            </p:blipFill>
            <p:spPr>
              <a:xfrm>
                <a:off x="7892267" y="2530889"/>
                <a:ext cx="2253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10" name="墨迹 109">
                <a:extLst>
                  <a:ext uri="{FF2B5EF4-FFF2-40B4-BE49-F238E27FC236}">
                    <a16:creationId xmlns:a16="http://schemas.microsoft.com/office/drawing/2014/main" id="{DD336483-3FA7-48E6-82E7-A1690431D315}"/>
                  </a:ext>
                </a:extLst>
              </p14:cNvPr>
              <p14:cNvContentPartPr/>
              <p14:nvPr/>
            </p14:nvContentPartPr>
            <p14:xfrm>
              <a:off x="8234267" y="2463929"/>
              <a:ext cx="230760" cy="226440"/>
            </p14:xfrm>
          </p:contentPart>
        </mc:Choice>
        <mc:Fallback xmlns="">
          <p:pic>
            <p:nvPicPr>
              <p:cNvPr id="110" name="墨迹 109">
                <a:extLst>
                  <a:ext uri="{FF2B5EF4-FFF2-40B4-BE49-F238E27FC236}">
                    <a16:creationId xmlns:a16="http://schemas.microsoft.com/office/drawing/2014/main" id="{DD336483-3FA7-48E6-82E7-A1690431D315}"/>
                  </a:ext>
                </a:extLst>
              </p:cNvPr>
              <p:cNvPicPr/>
              <p:nvPr/>
            </p:nvPicPr>
            <p:blipFill>
              <a:blip r:embed="rId35"/>
              <a:stretch>
                <a:fillRect/>
              </a:stretch>
            </p:blipFill>
            <p:spPr>
              <a:xfrm>
                <a:off x="8225613" y="2455289"/>
                <a:ext cx="248428"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47" name="墨迹 146">
                <a:extLst>
                  <a:ext uri="{FF2B5EF4-FFF2-40B4-BE49-F238E27FC236}">
                    <a16:creationId xmlns:a16="http://schemas.microsoft.com/office/drawing/2014/main" id="{5CB00C90-76FE-4482-BEFA-1D1A128AFDFA}"/>
                  </a:ext>
                </a:extLst>
              </p14:cNvPr>
              <p14:cNvContentPartPr/>
              <p14:nvPr/>
            </p14:nvContentPartPr>
            <p14:xfrm>
              <a:off x="9118427" y="2424329"/>
              <a:ext cx="1250280" cy="351720"/>
            </p14:xfrm>
          </p:contentPart>
        </mc:Choice>
        <mc:Fallback xmlns="">
          <p:pic>
            <p:nvPicPr>
              <p:cNvPr id="147" name="墨迹 146">
                <a:extLst>
                  <a:ext uri="{FF2B5EF4-FFF2-40B4-BE49-F238E27FC236}">
                    <a16:creationId xmlns:a16="http://schemas.microsoft.com/office/drawing/2014/main" id="{5CB00C90-76FE-4482-BEFA-1D1A128AFDFA}"/>
                  </a:ext>
                </a:extLst>
              </p:cNvPr>
              <p:cNvPicPr/>
              <p:nvPr/>
            </p:nvPicPr>
            <p:blipFill>
              <a:blip r:embed="rId37"/>
              <a:stretch>
                <a:fillRect/>
              </a:stretch>
            </p:blipFill>
            <p:spPr>
              <a:xfrm>
                <a:off x="9109785" y="2415338"/>
                <a:ext cx="1267925" cy="369342"/>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75" name="墨迹 174">
                <a:extLst>
                  <a:ext uri="{FF2B5EF4-FFF2-40B4-BE49-F238E27FC236}">
                    <a16:creationId xmlns:a16="http://schemas.microsoft.com/office/drawing/2014/main" id="{E255A0CC-9B98-4968-9F07-183673000A72}"/>
                  </a:ext>
                </a:extLst>
              </p14:cNvPr>
              <p14:cNvContentPartPr/>
              <p14:nvPr/>
            </p14:nvContentPartPr>
            <p14:xfrm>
              <a:off x="10448267" y="2543489"/>
              <a:ext cx="1769760" cy="241920"/>
            </p14:xfrm>
          </p:contentPart>
        </mc:Choice>
        <mc:Fallback xmlns="">
          <p:pic>
            <p:nvPicPr>
              <p:cNvPr id="175" name="墨迹 174">
                <a:extLst>
                  <a:ext uri="{FF2B5EF4-FFF2-40B4-BE49-F238E27FC236}">
                    <a16:creationId xmlns:a16="http://schemas.microsoft.com/office/drawing/2014/main" id="{E255A0CC-9B98-4968-9F07-183673000A72}"/>
                  </a:ext>
                </a:extLst>
              </p:cNvPr>
              <p:cNvPicPr/>
              <p:nvPr/>
            </p:nvPicPr>
            <p:blipFill>
              <a:blip r:embed="rId39"/>
              <a:stretch>
                <a:fillRect/>
              </a:stretch>
            </p:blipFill>
            <p:spPr>
              <a:xfrm>
                <a:off x="10439269" y="2534489"/>
                <a:ext cx="1787396"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13" name="墨迹 212">
                <a:extLst>
                  <a:ext uri="{FF2B5EF4-FFF2-40B4-BE49-F238E27FC236}">
                    <a16:creationId xmlns:a16="http://schemas.microsoft.com/office/drawing/2014/main" id="{003F5ADB-A32F-431E-A016-39E39ECBD8F1}"/>
                  </a:ext>
                </a:extLst>
              </p14:cNvPr>
              <p14:cNvContentPartPr/>
              <p14:nvPr/>
            </p14:nvContentPartPr>
            <p14:xfrm>
              <a:off x="7814507" y="2832929"/>
              <a:ext cx="245160" cy="384840"/>
            </p14:xfrm>
          </p:contentPart>
        </mc:Choice>
        <mc:Fallback xmlns="">
          <p:pic>
            <p:nvPicPr>
              <p:cNvPr id="213" name="墨迹 212">
                <a:extLst>
                  <a:ext uri="{FF2B5EF4-FFF2-40B4-BE49-F238E27FC236}">
                    <a16:creationId xmlns:a16="http://schemas.microsoft.com/office/drawing/2014/main" id="{003F5ADB-A32F-431E-A016-39E39ECBD8F1}"/>
                  </a:ext>
                </a:extLst>
              </p:cNvPr>
              <p:cNvPicPr/>
              <p:nvPr/>
            </p:nvPicPr>
            <p:blipFill>
              <a:blip r:embed="rId43"/>
              <a:stretch>
                <a:fillRect/>
              </a:stretch>
            </p:blipFill>
            <p:spPr>
              <a:xfrm>
                <a:off x="7805507" y="2823929"/>
                <a:ext cx="26280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14" name="墨迹 213">
                <a:extLst>
                  <a:ext uri="{FF2B5EF4-FFF2-40B4-BE49-F238E27FC236}">
                    <a16:creationId xmlns:a16="http://schemas.microsoft.com/office/drawing/2014/main" id="{87FE9FF9-1BCB-4548-B142-A749F830B8B1}"/>
                  </a:ext>
                </a:extLst>
              </p14:cNvPr>
              <p14:cNvContentPartPr/>
              <p14:nvPr/>
            </p14:nvContentPartPr>
            <p14:xfrm>
              <a:off x="7483667" y="2830409"/>
              <a:ext cx="233280" cy="351360"/>
            </p14:xfrm>
          </p:contentPart>
        </mc:Choice>
        <mc:Fallback xmlns="">
          <p:pic>
            <p:nvPicPr>
              <p:cNvPr id="214" name="墨迹 213">
                <a:extLst>
                  <a:ext uri="{FF2B5EF4-FFF2-40B4-BE49-F238E27FC236}">
                    <a16:creationId xmlns:a16="http://schemas.microsoft.com/office/drawing/2014/main" id="{87FE9FF9-1BCB-4548-B142-A749F830B8B1}"/>
                  </a:ext>
                </a:extLst>
              </p:cNvPr>
              <p:cNvPicPr/>
              <p:nvPr/>
            </p:nvPicPr>
            <p:blipFill>
              <a:blip r:embed="rId45"/>
              <a:stretch>
                <a:fillRect/>
              </a:stretch>
            </p:blipFill>
            <p:spPr>
              <a:xfrm>
                <a:off x="7474681" y="2821760"/>
                <a:ext cx="250893" cy="369018"/>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31" name="墨迹 230">
                <a:extLst>
                  <a:ext uri="{FF2B5EF4-FFF2-40B4-BE49-F238E27FC236}">
                    <a16:creationId xmlns:a16="http://schemas.microsoft.com/office/drawing/2014/main" id="{C512D0CD-C33D-4CC3-8747-5CE0998291A8}"/>
                  </a:ext>
                </a:extLst>
              </p14:cNvPr>
              <p14:cNvContentPartPr/>
              <p14:nvPr/>
            </p14:nvContentPartPr>
            <p14:xfrm>
              <a:off x="8737907" y="2914289"/>
              <a:ext cx="1894680" cy="293760"/>
            </p14:xfrm>
          </p:contentPart>
        </mc:Choice>
        <mc:Fallback xmlns="">
          <p:pic>
            <p:nvPicPr>
              <p:cNvPr id="231" name="墨迹 230">
                <a:extLst>
                  <a:ext uri="{FF2B5EF4-FFF2-40B4-BE49-F238E27FC236}">
                    <a16:creationId xmlns:a16="http://schemas.microsoft.com/office/drawing/2014/main" id="{C512D0CD-C33D-4CC3-8747-5CE0998291A8}"/>
                  </a:ext>
                </a:extLst>
              </p:cNvPr>
              <p:cNvPicPr/>
              <p:nvPr/>
            </p:nvPicPr>
            <p:blipFill>
              <a:blip r:embed="rId47"/>
              <a:stretch>
                <a:fillRect/>
              </a:stretch>
            </p:blipFill>
            <p:spPr>
              <a:xfrm>
                <a:off x="8728907" y="2905649"/>
                <a:ext cx="191232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49" name="墨迹 248">
                <a:extLst>
                  <a:ext uri="{FF2B5EF4-FFF2-40B4-BE49-F238E27FC236}">
                    <a16:creationId xmlns:a16="http://schemas.microsoft.com/office/drawing/2014/main" id="{C208D11E-E79B-4F23-9909-AA64E8D674EC}"/>
                  </a:ext>
                </a:extLst>
              </p14:cNvPr>
              <p14:cNvContentPartPr/>
              <p14:nvPr/>
            </p14:nvContentPartPr>
            <p14:xfrm>
              <a:off x="10811867" y="2924009"/>
              <a:ext cx="1083960" cy="194400"/>
            </p14:xfrm>
          </p:contentPart>
        </mc:Choice>
        <mc:Fallback xmlns="">
          <p:pic>
            <p:nvPicPr>
              <p:cNvPr id="249" name="墨迹 248">
                <a:extLst>
                  <a:ext uri="{FF2B5EF4-FFF2-40B4-BE49-F238E27FC236}">
                    <a16:creationId xmlns:a16="http://schemas.microsoft.com/office/drawing/2014/main" id="{C208D11E-E79B-4F23-9909-AA64E8D674EC}"/>
                  </a:ext>
                </a:extLst>
              </p:cNvPr>
              <p:cNvPicPr/>
              <p:nvPr/>
            </p:nvPicPr>
            <p:blipFill>
              <a:blip r:embed="rId49"/>
              <a:stretch>
                <a:fillRect/>
              </a:stretch>
            </p:blipFill>
            <p:spPr>
              <a:xfrm>
                <a:off x="10803227" y="2915369"/>
                <a:ext cx="110160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67" name="墨迹 266">
                <a:extLst>
                  <a:ext uri="{FF2B5EF4-FFF2-40B4-BE49-F238E27FC236}">
                    <a16:creationId xmlns:a16="http://schemas.microsoft.com/office/drawing/2014/main" id="{E20E116D-4BF6-4FAC-AA43-384FEDE57E43}"/>
                  </a:ext>
                </a:extLst>
              </p14:cNvPr>
              <p14:cNvContentPartPr/>
              <p14:nvPr/>
            </p14:nvContentPartPr>
            <p14:xfrm>
              <a:off x="7129787" y="3307409"/>
              <a:ext cx="1368360" cy="227520"/>
            </p14:xfrm>
          </p:contentPart>
        </mc:Choice>
        <mc:Fallback xmlns="">
          <p:pic>
            <p:nvPicPr>
              <p:cNvPr id="267" name="墨迹 266">
                <a:extLst>
                  <a:ext uri="{FF2B5EF4-FFF2-40B4-BE49-F238E27FC236}">
                    <a16:creationId xmlns:a16="http://schemas.microsoft.com/office/drawing/2014/main" id="{E20E116D-4BF6-4FAC-AA43-384FEDE57E43}"/>
                  </a:ext>
                </a:extLst>
              </p:cNvPr>
              <p:cNvPicPr/>
              <p:nvPr/>
            </p:nvPicPr>
            <p:blipFill>
              <a:blip r:embed="rId51"/>
              <a:stretch>
                <a:fillRect/>
              </a:stretch>
            </p:blipFill>
            <p:spPr>
              <a:xfrm>
                <a:off x="7121147" y="3298409"/>
                <a:ext cx="13860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71" name="墨迹 270">
                <a:extLst>
                  <a:ext uri="{FF2B5EF4-FFF2-40B4-BE49-F238E27FC236}">
                    <a16:creationId xmlns:a16="http://schemas.microsoft.com/office/drawing/2014/main" id="{2AC1344F-BF83-4A56-B9D4-14ED5DF59DA9}"/>
                  </a:ext>
                </a:extLst>
              </p14:cNvPr>
              <p14:cNvContentPartPr/>
              <p14:nvPr/>
            </p14:nvContentPartPr>
            <p14:xfrm>
              <a:off x="7148147" y="3701969"/>
              <a:ext cx="217800" cy="213840"/>
            </p14:xfrm>
          </p:contentPart>
        </mc:Choice>
        <mc:Fallback xmlns="">
          <p:pic>
            <p:nvPicPr>
              <p:cNvPr id="271" name="墨迹 270">
                <a:extLst>
                  <a:ext uri="{FF2B5EF4-FFF2-40B4-BE49-F238E27FC236}">
                    <a16:creationId xmlns:a16="http://schemas.microsoft.com/office/drawing/2014/main" id="{2AC1344F-BF83-4A56-B9D4-14ED5DF59DA9}"/>
                  </a:ext>
                </a:extLst>
              </p:cNvPr>
              <p:cNvPicPr/>
              <p:nvPr/>
            </p:nvPicPr>
            <p:blipFill>
              <a:blip r:embed="rId53"/>
              <a:stretch>
                <a:fillRect/>
              </a:stretch>
            </p:blipFill>
            <p:spPr>
              <a:xfrm>
                <a:off x="7139507" y="3692984"/>
                <a:ext cx="235440" cy="23145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75" name="墨迹 274">
                <a:extLst>
                  <a:ext uri="{FF2B5EF4-FFF2-40B4-BE49-F238E27FC236}">
                    <a16:creationId xmlns:a16="http://schemas.microsoft.com/office/drawing/2014/main" id="{33878604-ECAF-4482-BD68-616A5EB24BE9}"/>
                  </a:ext>
                </a:extLst>
              </p14:cNvPr>
              <p14:cNvContentPartPr/>
              <p14:nvPr/>
            </p14:nvContentPartPr>
            <p14:xfrm>
              <a:off x="7486907" y="3731129"/>
              <a:ext cx="230040" cy="209160"/>
            </p14:xfrm>
          </p:contentPart>
        </mc:Choice>
        <mc:Fallback xmlns="">
          <p:pic>
            <p:nvPicPr>
              <p:cNvPr id="275" name="墨迹 274">
                <a:extLst>
                  <a:ext uri="{FF2B5EF4-FFF2-40B4-BE49-F238E27FC236}">
                    <a16:creationId xmlns:a16="http://schemas.microsoft.com/office/drawing/2014/main" id="{33878604-ECAF-4482-BD68-616A5EB24BE9}"/>
                  </a:ext>
                </a:extLst>
              </p:cNvPr>
              <p:cNvPicPr/>
              <p:nvPr/>
            </p:nvPicPr>
            <p:blipFill>
              <a:blip r:embed="rId55"/>
              <a:stretch>
                <a:fillRect/>
              </a:stretch>
            </p:blipFill>
            <p:spPr>
              <a:xfrm>
                <a:off x="7477907" y="3722489"/>
                <a:ext cx="24768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79" name="墨迹 278">
                <a:extLst>
                  <a:ext uri="{FF2B5EF4-FFF2-40B4-BE49-F238E27FC236}">
                    <a16:creationId xmlns:a16="http://schemas.microsoft.com/office/drawing/2014/main" id="{326CDEC4-63F3-425C-87C8-CF8F5C01E4F2}"/>
                  </a:ext>
                </a:extLst>
              </p14:cNvPr>
              <p14:cNvContentPartPr/>
              <p14:nvPr/>
            </p14:nvContentPartPr>
            <p14:xfrm>
              <a:off x="7847267" y="3730409"/>
              <a:ext cx="190800" cy="181800"/>
            </p14:xfrm>
          </p:contentPart>
        </mc:Choice>
        <mc:Fallback xmlns="">
          <p:pic>
            <p:nvPicPr>
              <p:cNvPr id="279" name="墨迹 278">
                <a:extLst>
                  <a:ext uri="{FF2B5EF4-FFF2-40B4-BE49-F238E27FC236}">
                    <a16:creationId xmlns:a16="http://schemas.microsoft.com/office/drawing/2014/main" id="{326CDEC4-63F3-425C-87C8-CF8F5C01E4F2}"/>
                  </a:ext>
                </a:extLst>
              </p:cNvPr>
              <p:cNvPicPr/>
              <p:nvPr/>
            </p:nvPicPr>
            <p:blipFill>
              <a:blip r:embed="rId57"/>
              <a:stretch>
                <a:fillRect/>
              </a:stretch>
            </p:blipFill>
            <p:spPr>
              <a:xfrm>
                <a:off x="7838267" y="3721769"/>
                <a:ext cx="20844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80" name="墨迹 279">
                <a:extLst>
                  <a:ext uri="{FF2B5EF4-FFF2-40B4-BE49-F238E27FC236}">
                    <a16:creationId xmlns:a16="http://schemas.microsoft.com/office/drawing/2014/main" id="{F65728CE-DC33-4E3B-B1E6-9E2128AD63C5}"/>
                  </a:ext>
                </a:extLst>
              </p14:cNvPr>
              <p14:cNvContentPartPr/>
              <p14:nvPr/>
            </p14:nvContentPartPr>
            <p14:xfrm>
              <a:off x="8206187" y="3747329"/>
              <a:ext cx="190440" cy="187200"/>
            </p14:xfrm>
          </p:contentPart>
        </mc:Choice>
        <mc:Fallback xmlns="">
          <p:pic>
            <p:nvPicPr>
              <p:cNvPr id="280" name="墨迹 279">
                <a:extLst>
                  <a:ext uri="{FF2B5EF4-FFF2-40B4-BE49-F238E27FC236}">
                    <a16:creationId xmlns:a16="http://schemas.microsoft.com/office/drawing/2014/main" id="{F65728CE-DC33-4E3B-B1E6-9E2128AD63C5}"/>
                  </a:ext>
                </a:extLst>
              </p:cNvPr>
              <p:cNvPicPr/>
              <p:nvPr/>
            </p:nvPicPr>
            <p:blipFill>
              <a:blip r:embed="rId59"/>
              <a:stretch>
                <a:fillRect/>
              </a:stretch>
            </p:blipFill>
            <p:spPr>
              <a:xfrm>
                <a:off x="8197547" y="3738329"/>
                <a:ext cx="20808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04" name="墨迹 303">
                <a:extLst>
                  <a:ext uri="{FF2B5EF4-FFF2-40B4-BE49-F238E27FC236}">
                    <a16:creationId xmlns:a16="http://schemas.microsoft.com/office/drawing/2014/main" id="{E9DB843C-B3B8-4273-9821-3DBD60928A4A}"/>
                  </a:ext>
                </a:extLst>
              </p14:cNvPr>
              <p14:cNvContentPartPr/>
              <p14:nvPr/>
            </p14:nvContentPartPr>
            <p14:xfrm>
              <a:off x="10818707" y="3776129"/>
              <a:ext cx="209160" cy="147240"/>
            </p14:xfrm>
          </p:contentPart>
        </mc:Choice>
        <mc:Fallback xmlns="">
          <p:pic>
            <p:nvPicPr>
              <p:cNvPr id="304" name="墨迹 303">
                <a:extLst>
                  <a:ext uri="{FF2B5EF4-FFF2-40B4-BE49-F238E27FC236}">
                    <a16:creationId xmlns:a16="http://schemas.microsoft.com/office/drawing/2014/main" id="{E9DB843C-B3B8-4273-9821-3DBD60928A4A}"/>
                  </a:ext>
                </a:extLst>
              </p:cNvPr>
              <p:cNvPicPr/>
              <p:nvPr/>
            </p:nvPicPr>
            <p:blipFill>
              <a:blip r:embed="rId61"/>
              <a:stretch>
                <a:fillRect/>
              </a:stretch>
            </p:blipFill>
            <p:spPr>
              <a:xfrm>
                <a:off x="10809707" y="3767489"/>
                <a:ext cx="22680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07" name="墨迹 306">
                <a:extLst>
                  <a:ext uri="{FF2B5EF4-FFF2-40B4-BE49-F238E27FC236}">
                    <a16:creationId xmlns:a16="http://schemas.microsoft.com/office/drawing/2014/main" id="{484D355A-59C4-482E-B2CD-2DF1470791B7}"/>
                  </a:ext>
                </a:extLst>
              </p14:cNvPr>
              <p14:cNvContentPartPr/>
              <p14:nvPr/>
            </p14:nvContentPartPr>
            <p14:xfrm>
              <a:off x="9675707" y="3752009"/>
              <a:ext cx="221760" cy="224640"/>
            </p14:xfrm>
          </p:contentPart>
        </mc:Choice>
        <mc:Fallback xmlns="">
          <p:pic>
            <p:nvPicPr>
              <p:cNvPr id="307" name="墨迹 306">
                <a:extLst>
                  <a:ext uri="{FF2B5EF4-FFF2-40B4-BE49-F238E27FC236}">
                    <a16:creationId xmlns:a16="http://schemas.microsoft.com/office/drawing/2014/main" id="{484D355A-59C4-482E-B2CD-2DF1470791B7}"/>
                  </a:ext>
                </a:extLst>
              </p:cNvPr>
              <p:cNvPicPr/>
              <p:nvPr/>
            </p:nvPicPr>
            <p:blipFill>
              <a:blip r:embed="rId63"/>
              <a:stretch>
                <a:fillRect/>
              </a:stretch>
            </p:blipFill>
            <p:spPr>
              <a:xfrm>
                <a:off x="9666707" y="3743369"/>
                <a:ext cx="23940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08" name="墨迹 307">
                <a:extLst>
                  <a:ext uri="{FF2B5EF4-FFF2-40B4-BE49-F238E27FC236}">
                    <a16:creationId xmlns:a16="http://schemas.microsoft.com/office/drawing/2014/main" id="{95CD3681-D9E0-49E1-A9AF-E7380D32CA5B}"/>
                  </a:ext>
                </a:extLst>
              </p14:cNvPr>
              <p14:cNvContentPartPr/>
              <p14:nvPr/>
            </p14:nvContentPartPr>
            <p14:xfrm>
              <a:off x="9351707" y="3702689"/>
              <a:ext cx="241200" cy="295920"/>
            </p14:xfrm>
          </p:contentPart>
        </mc:Choice>
        <mc:Fallback xmlns="">
          <p:pic>
            <p:nvPicPr>
              <p:cNvPr id="308" name="墨迹 307">
                <a:extLst>
                  <a:ext uri="{FF2B5EF4-FFF2-40B4-BE49-F238E27FC236}">
                    <a16:creationId xmlns:a16="http://schemas.microsoft.com/office/drawing/2014/main" id="{95CD3681-D9E0-49E1-A9AF-E7380D32CA5B}"/>
                  </a:ext>
                </a:extLst>
              </p:cNvPr>
              <p:cNvPicPr/>
              <p:nvPr/>
            </p:nvPicPr>
            <p:blipFill>
              <a:blip r:embed="rId65"/>
              <a:stretch>
                <a:fillRect/>
              </a:stretch>
            </p:blipFill>
            <p:spPr>
              <a:xfrm>
                <a:off x="9343067" y="3693678"/>
                <a:ext cx="258840" cy="313581"/>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11" name="墨迹 310">
                <a:extLst>
                  <a:ext uri="{FF2B5EF4-FFF2-40B4-BE49-F238E27FC236}">
                    <a16:creationId xmlns:a16="http://schemas.microsoft.com/office/drawing/2014/main" id="{3A4BC446-2007-4A32-9D54-414E7FA8B23A}"/>
                  </a:ext>
                </a:extLst>
              </p14:cNvPr>
              <p14:cNvContentPartPr/>
              <p14:nvPr/>
            </p14:nvContentPartPr>
            <p14:xfrm>
              <a:off x="8797667" y="3726449"/>
              <a:ext cx="450360" cy="190800"/>
            </p14:xfrm>
          </p:contentPart>
        </mc:Choice>
        <mc:Fallback xmlns="">
          <p:pic>
            <p:nvPicPr>
              <p:cNvPr id="311" name="墨迹 310">
                <a:extLst>
                  <a:ext uri="{FF2B5EF4-FFF2-40B4-BE49-F238E27FC236}">
                    <a16:creationId xmlns:a16="http://schemas.microsoft.com/office/drawing/2014/main" id="{3A4BC446-2007-4A32-9D54-414E7FA8B23A}"/>
                  </a:ext>
                </a:extLst>
              </p:cNvPr>
              <p:cNvPicPr/>
              <p:nvPr/>
            </p:nvPicPr>
            <p:blipFill>
              <a:blip r:embed="rId67"/>
              <a:stretch>
                <a:fillRect/>
              </a:stretch>
            </p:blipFill>
            <p:spPr>
              <a:xfrm>
                <a:off x="8788667" y="3717809"/>
                <a:ext cx="46800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27" name="墨迹 326">
                <a:extLst>
                  <a:ext uri="{FF2B5EF4-FFF2-40B4-BE49-F238E27FC236}">
                    <a16:creationId xmlns:a16="http://schemas.microsoft.com/office/drawing/2014/main" id="{AEAA32DC-8C21-4A71-82DB-9AA89035B46A}"/>
                  </a:ext>
                </a:extLst>
              </p14:cNvPr>
              <p14:cNvContentPartPr/>
              <p14:nvPr/>
            </p14:nvContentPartPr>
            <p14:xfrm>
              <a:off x="7961747" y="4070969"/>
              <a:ext cx="123840" cy="214200"/>
            </p14:xfrm>
          </p:contentPart>
        </mc:Choice>
        <mc:Fallback xmlns="">
          <p:pic>
            <p:nvPicPr>
              <p:cNvPr id="327" name="墨迹 326">
                <a:extLst>
                  <a:ext uri="{FF2B5EF4-FFF2-40B4-BE49-F238E27FC236}">
                    <a16:creationId xmlns:a16="http://schemas.microsoft.com/office/drawing/2014/main" id="{AEAA32DC-8C21-4A71-82DB-9AA89035B46A}"/>
                  </a:ext>
                </a:extLst>
              </p:cNvPr>
              <p:cNvPicPr/>
              <p:nvPr/>
            </p:nvPicPr>
            <p:blipFill>
              <a:blip r:embed="rId69"/>
              <a:stretch>
                <a:fillRect/>
              </a:stretch>
            </p:blipFill>
            <p:spPr>
              <a:xfrm>
                <a:off x="7952747" y="4061969"/>
                <a:ext cx="1414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28" name="墨迹 327">
                <a:extLst>
                  <a:ext uri="{FF2B5EF4-FFF2-40B4-BE49-F238E27FC236}">
                    <a16:creationId xmlns:a16="http://schemas.microsoft.com/office/drawing/2014/main" id="{69E5EB4D-6A80-4D28-9A72-605011E870C5}"/>
                  </a:ext>
                </a:extLst>
              </p14:cNvPr>
              <p14:cNvContentPartPr/>
              <p14:nvPr/>
            </p14:nvContentPartPr>
            <p14:xfrm>
              <a:off x="6886427" y="4045049"/>
              <a:ext cx="1005120" cy="235800"/>
            </p14:xfrm>
          </p:contentPart>
        </mc:Choice>
        <mc:Fallback xmlns="">
          <p:pic>
            <p:nvPicPr>
              <p:cNvPr id="328" name="墨迹 327">
                <a:extLst>
                  <a:ext uri="{FF2B5EF4-FFF2-40B4-BE49-F238E27FC236}">
                    <a16:creationId xmlns:a16="http://schemas.microsoft.com/office/drawing/2014/main" id="{69E5EB4D-6A80-4D28-9A72-605011E870C5}"/>
                  </a:ext>
                </a:extLst>
              </p:cNvPr>
              <p:cNvPicPr/>
              <p:nvPr/>
            </p:nvPicPr>
            <p:blipFill>
              <a:blip r:embed="rId71"/>
              <a:stretch>
                <a:fillRect/>
              </a:stretch>
            </p:blipFill>
            <p:spPr>
              <a:xfrm>
                <a:off x="6877787" y="4036409"/>
                <a:ext cx="102276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51" name="墨迹 350">
                <a:extLst>
                  <a:ext uri="{FF2B5EF4-FFF2-40B4-BE49-F238E27FC236}">
                    <a16:creationId xmlns:a16="http://schemas.microsoft.com/office/drawing/2014/main" id="{3B34F336-1B7B-41AB-8E15-67387C385581}"/>
                  </a:ext>
                </a:extLst>
              </p14:cNvPr>
              <p14:cNvContentPartPr/>
              <p14:nvPr/>
            </p14:nvContentPartPr>
            <p14:xfrm>
              <a:off x="10027067" y="3656609"/>
              <a:ext cx="650520" cy="702720"/>
            </p14:xfrm>
          </p:contentPart>
        </mc:Choice>
        <mc:Fallback xmlns="">
          <p:pic>
            <p:nvPicPr>
              <p:cNvPr id="351" name="墨迹 350">
                <a:extLst>
                  <a:ext uri="{FF2B5EF4-FFF2-40B4-BE49-F238E27FC236}">
                    <a16:creationId xmlns:a16="http://schemas.microsoft.com/office/drawing/2014/main" id="{3B34F336-1B7B-41AB-8E15-67387C385581}"/>
                  </a:ext>
                </a:extLst>
              </p:cNvPr>
              <p:cNvPicPr/>
              <p:nvPr/>
            </p:nvPicPr>
            <p:blipFill>
              <a:blip r:embed="rId73"/>
              <a:stretch>
                <a:fillRect/>
              </a:stretch>
            </p:blipFill>
            <p:spPr>
              <a:xfrm>
                <a:off x="10018067" y="3647969"/>
                <a:ext cx="668160" cy="720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52" name="墨迹 351">
                <a:extLst>
                  <a:ext uri="{FF2B5EF4-FFF2-40B4-BE49-F238E27FC236}">
                    <a16:creationId xmlns:a16="http://schemas.microsoft.com/office/drawing/2014/main" id="{7D2DFFBB-6C71-45EC-9F6A-D326DCF097A2}"/>
                  </a:ext>
                </a:extLst>
              </p14:cNvPr>
              <p14:cNvContentPartPr/>
              <p14:nvPr/>
            </p14:nvContentPartPr>
            <p14:xfrm>
              <a:off x="9712067" y="4079969"/>
              <a:ext cx="220680" cy="243360"/>
            </p14:xfrm>
          </p:contentPart>
        </mc:Choice>
        <mc:Fallback xmlns="">
          <p:pic>
            <p:nvPicPr>
              <p:cNvPr id="352" name="墨迹 351">
                <a:extLst>
                  <a:ext uri="{FF2B5EF4-FFF2-40B4-BE49-F238E27FC236}">
                    <a16:creationId xmlns:a16="http://schemas.microsoft.com/office/drawing/2014/main" id="{7D2DFFBB-6C71-45EC-9F6A-D326DCF097A2}"/>
                  </a:ext>
                </a:extLst>
              </p:cNvPr>
              <p:cNvPicPr/>
              <p:nvPr/>
            </p:nvPicPr>
            <p:blipFill>
              <a:blip r:embed="rId75"/>
              <a:stretch>
                <a:fillRect/>
              </a:stretch>
            </p:blipFill>
            <p:spPr>
              <a:xfrm>
                <a:off x="9703082" y="4071329"/>
                <a:ext cx="238291"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353" name="墨迹 352">
                <a:extLst>
                  <a:ext uri="{FF2B5EF4-FFF2-40B4-BE49-F238E27FC236}">
                    <a16:creationId xmlns:a16="http://schemas.microsoft.com/office/drawing/2014/main" id="{192872AF-E783-4815-83A6-E6E7624AD4F6}"/>
                  </a:ext>
                </a:extLst>
              </p14:cNvPr>
              <p14:cNvContentPartPr/>
              <p14:nvPr/>
            </p14:nvContentPartPr>
            <p14:xfrm>
              <a:off x="8952827" y="4081049"/>
              <a:ext cx="606960" cy="242280"/>
            </p14:xfrm>
          </p:contentPart>
        </mc:Choice>
        <mc:Fallback xmlns="">
          <p:pic>
            <p:nvPicPr>
              <p:cNvPr id="353" name="墨迹 352">
                <a:extLst>
                  <a:ext uri="{FF2B5EF4-FFF2-40B4-BE49-F238E27FC236}">
                    <a16:creationId xmlns:a16="http://schemas.microsoft.com/office/drawing/2014/main" id="{192872AF-E783-4815-83A6-E6E7624AD4F6}"/>
                  </a:ext>
                </a:extLst>
              </p:cNvPr>
              <p:cNvPicPr/>
              <p:nvPr/>
            </p:nvPicPr>
            <p:blipFill>
              <a:blip r:embed="rId77"/>
              <a:stretch>
                <a:fillRect/>
              </a:stretch>
            </p:blipFill>
            <p:spPr>
              <a:xfrm>
                <a:off x="8943827" y="4072409"/>
                <a:ext cx="62460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369" name="墨迹 368">
                <a:extLst>
                  <a:ext uri="{FF2B5EF4-FFF2-40B4-BE49-F238E27FC236}">
                    <a16:creationId xmlns:a16="http://schemas.microsoft.com/office/drawing/2014/main" id="{61F8DB6A-F248-4A03-9DA6-559E799DB313}"/>
                  </a:ext>
                </a:extLst>
              </p14:cNvPr>
              <p14:cNvContentPartPr/>
              <p14:nvPr/>
            </p14:nvContentPartPr>
            <p14:xfrm>
              <a:off x="7499507" y="4410809"/>
              <a:ext cx="86760" cy="19080"/>
            </p14:xfrm>
          </p:contentPart>
        </mc:Choice>
        <mc:Fallback xmlns="">
          <p:pic>
            <p:nvPicPr>
              <p:cNvPr id="369" name="墨迹 368">
                <a:extLst>
                  <a:ext uri="{FF2B5EF4-FFF2-40B4-BE49-F238E27FC236}">
                    <a16:creationId xmlns:a16="http://schemas.microsoft.com/office/drawing/2014/main" id="{61F8DB6A-F248-4A03-9DA6-559E799DB313}"/>
                  </a:ext>
                </a:extLst>
              </p:cNvPr>
              <p:cNvPicPr/>
              <p:nvPr/>
            </p:nvPicPr>
            <p:blipFill>
              <a:blip r:embed="rId79"/>
              <a:stretch>
                <a:fillRect/>
              </a:stretch>
            </p:blipFill>
            <p:spPr>
              <a:xfrm>
                <a:off x="7490867" y="4401809"/>
                <a:ext cx="1044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70" name="墨迹 369">
                <a:extLst>
                  <a:ext uri="{FF2B5EF4-FFF2-40B4-BE49-F238E27FC236}">
                    <a16:creationId xmlns:a16="http://schemas.microsoft.com/office/drawing/2014/main" id="{20A570C3-9CA0-42F3-932B-D0472150AA9C}"/>
                  </a:ext>
                </a:extLst>
              </p14:cNvPr>
              <p14:cNvContentPartPr/>
              <p14:nvPr/>
            </p14:nvContentPartPr>
            <p14:xfrm>
              <a:off x="7671227" y="4503689"/>
              <a:ext cx="316440" cy="200880"/>
            </p14:xfrm>
          </p:contentPart>
        </mc:Choice>
        <mc:Fallback xmlns="">
          <p:pic>
            <p:nvPicPr>
              <p:cNvPr id="370" name="墨迹 369">
                <a:extLst>
                  <a:ext uri="{FF2B5EF4-FFF2-40B4-BE49-F238E27FC236}">
                    <a16:creationId xmlns:a16="http://schemas.microsoft.com/office/drawing/2014/main" id="{20A570C3-9CA0-42F3-932B-D0472150AA9C}"/>
                  </a:ext>
                </a:extLst>
              </p:cNvPr>
              <p:cNvPicPr/>
              <p:nvPr/>
            </p:nvPicPr>
            <p:blipFill>
              <a:blip r:embed="rId81"/>
              <a:stretch>
                <a:fillRect/>
              </a:stretch>
            </p:blipFill>
            <p:spPr>
              <a:xfrm>
                <a:off x="7662587" y="4494689"/>
                <a:ext cx="33408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71" name="墨迹 370">
                <a:extLst>
                  <a:ext uri="{FF2B5EF4-FFF2-40B4-BE49-F238E27FC236}">
                    <a16:creationId xmlns:a16="http://schemas.microsoft.com/office/drawing/2014/main" id="{F2D142B5-6865-4F7F-93F1-F19E257C8523}"/>
                  </a:ext>
                </a:extLst>
              </p14:cNvPr>
              <p14:cNvContentPartPr/>
              <p14:nvPr/>
            </p14:nvContentPartPr>
            <p14:xfrm>
              <a:off x="7029707" y="4472729"/>
              <a:ext cx="572040" cy="227520"/>
            </p14:xfrm>
          </p:contentPart>
        </mc:Choice>
        <mc:Fallback xmlns="">
          <p:pic>
            <p:nvPicPr>
              <p:cNvPr id="371" name="墨迹 370">
                <a:extLst>
                  <a:ext uri="{FF2B5EF4-FFF2-40B4-BE49-F238E27FC236}">
                    <a16:creationId xmlns:a16="http://schemas.microsoft.com/office/drawing/2014/main" id="{F2D142B5-6865-4F7F-93F1-F19E257C8523}"/>
                  </a:ext>
                </a:extLst>
              </p:cNvPr>
              <p:cNvPicPr/>
              <p:nvPr/>
            </p:nvPicPr>
            <p:blipFill>
              <a:blip r:embed="rId83"/>
              <a:stretch>
                <a:fillRect/>
              </a:stretch>
            </p:blipFill>
            <p:spPr>
              <a:xfrm>
                <a:off x="7021067" y="4463743"/>
                <a:ext cx="589680" cy="245132"/>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02" name="墨迹 401">
                <a:extLst>
                  <a:ext uri="{FF2B5EF4-FFF2-40B4-BE49-F238E27FC236}">
                    <a16:creationId xmlns:a16="http://schemas.microsoft.com/office/drawing/2014/main" id="{607D9C31-CE0B-4066-8DF8-8DAB36DC99AF}"/>
                  </a:ext>
                </a:extLst>
              </p14:cNvPr>
              <p14:cNvContentPartPr/>
              <p14:nvPr/>
            </p14:nvContentPartPr>
            <p14:xfrm>
              <a:off x="9950747" y="4477049"/>
              <a:ext cx="329760" cy="160560"/>
            </p14:xfrm>
          </p:contentPart>
        </mc:Choice>
        <mc:Fallback xmlns="">
          <p:pic>
            <p:nvPicPr>
              <p:cNvPr id="402" name="墨迹 401">
                <a:extLst>
                  <a:ext uri="{FF2B5EF4-FFF2-40B4-BE49-F238E27FC236}">
                    <a16:creationId xmlns:a16="http://schemas.microsoft.com/office/drawing/2014/main" id="{607D9C31-CE0B-4066-8DF8-8DAB36DC99AF}"/>
                  </a:ext>
                </a:extLst>
              </p:cNvPr>
              <p:cNvPicPr/>
              <p:nvPr/>
            </p:nvPicPr>
            <p:blipFill>
              <a:blip r:embed="rId85"/>
              <a:stretch>
                <a:fillRect/>
              </a:stretch>
            </p:blipFill>
            <p:spPr>
              <a:xfrm>
                <a:off x="9941747" y="4468390"/>
                <a:ext cx="347400" cy="1782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03" name="墨迹 402">
                <a:extLst>
                  <a:ext uri="{FF2B5EF4-FFF2-40B4-BE49-F238E27FC236}">
                    <a16:creationId xmlns:a16="http://schemas.microsoft.com/office/drawing/2014/main" id="{04E8E4A0-C3C7-4807-AB6D-3FE41F686942}"/>
                  </a:ext>
                </a:extLst>
              </p14:cNvPr>
              <p14:cNvContentPartPr/>
              <p14:nvPr/>
            </p14:nvContentPartPr>
            <p14:xfrm>
              <a:off x="9242267" y="4500089"/>
              <a:ext cx="537480" cy="149760"/>
            </p14:xfrm>
          </p:contentPart>
        </mc:Choice>
        <mc:Fallback xmlns="">
          <p:pic>
            <p:nvPicPr>
              <p:cNvPr id="403" name="墨迹 402">
                <a:extLst>
                  <a:ext uri="{FF2B5EF4-FFF2-40B4-BE49-F238E27FC236}">
                    <a16:creationId xmlns:a16="http://schemas.microsoft.com/office/drawing/2014/main" id="{04E8E4A0-C3C7-4807-AB6D-3FE41F686942}"/>
                  </a:ext>
                </a:extLst>
              </p:cNvPr>
              <p:cNvPicPr/>
              <p:nvPr/>
            </p:nvPicPr>
            <p:blipFill>
              <a:blip r:embed="rId87"/>
              <a:stretch>
                <a:fillRect/>
              </a:stretch>
            </p:blipFill>
            <p:spPr>
              <a:xfrm>
                <a:off x="9233267" y="4491449"/>
                <a:ext cx="55512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04" name="墨迹 403">
                <a:extLst>
                  <a:ext uri="{FF2B5EF4-FFF2-40B4-BE49-F238E27FC236}">
                    <a16:creationId xmlns:a16="http://schemas.microsoft.com/office/drawing/2014/main" id="{212306D7-4DFB-4028-94DB-F1286E341F2C}"/>
                  </a:ext>
                </a:extLst>
              </p14:cNvPr>
              <p14:cNvContentPartPr/>
              <p14:nvPr/>
            </p14:nvContentPartPr>
            <p14:xfrm>
              <a:off x="8666987" y="4450409"/>
              <a:ext cx="450720" cy="185040"/>
            </p14:xfrm>
          </p:contentPart>
        </mc:Choice>
        <mc:Fallback xmlns="">
          <p:pic>
            <p:nvPicPr>
              <p:cNvPr id="404" name="墨迹 403">
                <a:extLst>
                  <a:ext uri="{FF2B5EF4-FFF2-40B4-BE49-F238E27FC236}">
                    <a16:creationId xmlns:a16="http://schemas.microsoft.com/office/drawing/2014/main" id="{212306D7-4DFB-4028-94DB-F1286E341F2C}"/>
                  </a:ext>
                </a:extLst>
              </p:cNvPr>
              <p:cNvPicPr/>
              <p:nvPr/>
            </p:nvPicPr>
            <p:blipFill>
              <a:blip r:embed="rId89"/>
              <a:stretch>
                <a:fillRect/>
              </a:stretch>
            </p:blipFill>
            <p:spPr>
              <a:xfrm>
                <a:off x="8657994" y="4441769"/>
                <a:ext cx="468346"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32" name="墨迹 431">
                <a:extLst>
                  <a:ext uri="{FF2B5EF4-FFF2-40B4-BE49-F238E27FC236}">
                    <a16:creationId xmlns:a16="http://schemas.microsoft.com/office/drawing/2014/main" id="{ED5C462C-B447-4D8E-A5D9-DE1F4FF1B198}"/>
                  </a:ext>
                </a:extLst>
              </p14:cNvPr>
              <p14:cNvContentPartPr/>
              <p14:nvPr/>
            </p14:nvContentPartPr>
            <p14:xfrm>
              <a:off x="10401467" y="4477049"/>
              <a:ext cx="1839960" cy="237240"/>
            </p14:xfrm>
          </p:contentPart>
        </mc:Choice>
        <mc:Fallback xmlns="">
          <p:pic>
            <p:nvPicPr>
              <p:cNvPr id="432" name="墨迹 431">
                <a:extLst>
                  <a:ext uri="{FF2B5EF4-FFF2-40B4-BE49-F238E27FC236}">
                    <a16:creationId xmlns:a16="http://schemas.microsoft.com/office/drawing/2014/main" id="{ED5C462C-B447-4D8E-A5D9-DE1F4FF1B198}"/>
                  </a:ext>
                </a:extLst>
              </p:cNvPr>
              <p:cNvPicPr/>
              <p:nvPr/>
            </p:nvPicPr>
            <p:blipFill>
              <a:blip r:embed="rId91"/>
              <a:stretch>
                <a:fillRect/>
              </a:stretch>
            </p:blipFill>
            <p:spPr>
              <a:xfrm>
                <a:off x="10392467" y="4468063"/>
                <a:ext cx="1857600" cy="254853"/>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41" name="墨迹 440">
                <a:extLst>
                  <a:ext uri="{FF2B5EF4-FFF2-40B4-BE49-F238E27FC236}">
                    <a16:creationId xmlns:a16="http://schemas.microsoft.com/office/drawing/2014/main" id="{38522802-FE04-49E0-9C0F-4B995913E63B}"/>
                  </a:ext>
                </a:extLst>
              </p14:cNvPr>
              <p14:cNvContentPartPr/>
              <p14:nvPr/>
            </p14:nvContentPartPr>
            <p14:xfrm>
              <a:off x="7484387" y="4882409"/>
              <a:ext cx="156240" cy="253080"/>
            </p14:xfrm>
          </p:contentPart>
        </mc:Choice>
        <mc:Fallback xmlns="">
          <p:pic>
            <p:nvPicPr>
              <p:cNvPr id="441" name="墨迹 440">
                <a:extLst>
                  <a:ext uri="{FF2B5EF4-FFF2-40B4-BE49-F238E27FC236}">
                    <a16:creationId xmlns:a16="http://schemas.microsoft.com/office/drawing/2014/main" id="{38522802-FE04-49E0-9C0F-4B995913E63B}"/>
                  </a:ext>
                </a:extLst>
              </p:cNvPr>
              <p:cNvPicPr/>
              <p:nvPr/>
            </p:nvPicPr>
            <p:blipFill>
              <a:blip r:embed="rId93"/>
              <a:stretch>
                <a:fillRect/>
              </a:stretch>
            </p:blipFill>
            <p:spPr>
              <a:xfrm>
                <a:off x="7475387" y="4873757"/>
                <a:ext cx="173880" cy="270745"/>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42" name="墨迹 441">
                <a:extLst>
                  <a:ext uri="{FF2B5EF4-FFF2-40B4-BE49-F238E27FC236}">
                    <a16:creationId xmlns:a16="http://schemas.microsoft.com/office/drawing/2014/main" id="{1CDF5B5F-6076-4F99-B28A-766A1CEC5891}"/>
                  </a:ext>
                </a:extLst>
              </p14:cNvPr>
              <p14:cNvContentPartPr/>
              <p14:nvPr/>
            </p14:nvContentPartPr>
            <p14:xfrm>
              <a:off x="7253987" y="4877009"/>
              <a:ext cx="141480" cy="216000"/>
            </p14:xfrm>
          </p:contentPart>
        </mc:Choice>
        <mc:Fallback xmlns="">
          <p:pic>
            <p:nvPicPr>
              <p:cNvPr id="442" name="墨迹 441">
                <a:extLst>
                  <a:ext uri="{FF2B5EF4-FFF2-40B4-BE49-F238E27FC236}">
                    <a16:creationId xmlns:a16="http://schemas.microsoft.com/office/drawing/2014/main" id="{1CDF5B5F-6076-4F99-B28A-766A1CEC5891}"/>
                  </a:ext>
                </a:extLst>
              </p:cNvPr>
              <p:cNvPicPr/>
              <p:nvPr/>
            </p:nvPicPr>
            <p:blipFill>
              <a:blip r:embed="rId95"/>
              <a:stretch>
                <a:fillRect/>
              </a:stretch>
            </p:blipFill>
            <p:spPr>
              <a:xfrm>
                <a:off x="7245347" y="4868009"/>
                <a:ext cx="15912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443" name="墨迹 442">
                <a:extLst>
                  <a:ext uri="{FF2B5EF4-FFF2-40B4-BE49-F238E27FC236}">
                    <a16:creationId xmlns:a16="http://schemas.microsoft.com/office/drawing/2014/main" id="{64B50AC2-B8AA-4906-ADC2-7C9D610EFCCE}"/>
                  </a:ext>
                </a:extLst>
              </p14:cNvPr>
              <p14:cNvContentPartPr/>
              <p14:nvPr/>
            </p14:nvContentPartPr>
            <p14:xfrm>
              <a:off x="6956267" y="4880249"/>
              <a:ext cx="146160" cy="204480"/>
            </p14:xfrm>
          </p:contentPart>
        </mc:Choice>
        <mc:Fallback xmlns="">
          <p:pic>
            <p:nvPicPr>
              <p:cNvPr id="443" name="墨迹 442">
                <a:extLst>
                  <a:ext uri="{FF2B5EF4-FFF2-40B4-BE49-F238E27FC236}">
                    <a16:creationId xmlns:a16="http://schemas.microsoft.com/office/drawing/2014/main" id="{64B50AC2-B8AA-4906-ADC2-7C9D610EFCCE}"/>
                  </a:ext>
                </a:extLst>
              </p:cNvPr>
              <p:cNvPicPr/>
              <p:nvPr/>
            </p:nvPicPr>
            <p:blipFill>
              <a:blip r:embed="rId97"/>
              <a:stretch>
                <a:fillRect/>
              </a:stretch>
            </p:blipFill>
            <p:spPr>
              <a:xfrm>
                <a:off x="6947267" y="4871609"/>
                <a:ext cx="1638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444" name="墨迹 443">
                <a:extLst>
                  <a:ext uri="{FF2B5EF4-FFF2-40B4-BE49-F238E27FC236}">
                    <a16:creationId xmlns:a16="http://schemas.microsoft.com/office/drawing/2014/main" id="{FCE50F85-1E9D-45B2-856A-3B070AC5D5A1}"/>
                  </a:ext>
                </a:extLst>
              </p14:cNvPr>
              <p14:cNvContentPartPr/>
              <p14:nvPr/>
            </p14:nvContentPartPr>
            <p14:xfrm>
              <a:off x="7801187" y="4892129"/>
              <a:ext cx="126000" cy="203400"/>
            </p14:xfrm>
          </p:contentPart>
        </mc:Choice>
        <mc:Fallback xmlns="">
          <p:pic>
            <p:nvPicPr>
              <p:cNvPr id="444" name="墨迹 443">
                <a:extLst>
                  <a:ext uri="{FF2B5EF4-FFF2-40B4-BE49-F238E27FC236}">
                    <a16:creationId xmlns:a16="http://schemas.microsoft.com/office/drawing/2014/main" id="{FCE50F85-1E9D-45B2-856A-3B070AC5D5A1}"/>
                  </a:ext>
                </a:extLst>
              </p:cNvPr>
              <p:cNvPicPr/>
              <p:nvPr/>
            </p:nvPicPr>
            <p:blipFill>
              <a:blip r:embed="rId99"/>
              <a:stretch>
                <a:fillRect/>
              </a:stretch>
            </p:blipFill>
            <p:spPr>
              <a:xfrm>
                <a:off x="7792547" y="4883489"/>
                <a:ext cx="14364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445" name="墨迹 444">
                <a:extLst>
                  <a:ext uri="{FF2B5EF4-FFF2-40B4-BE49-F238E27FC236}">
                    <a16:creationId xmlns:a16="http://schemas.microsoft.com/office/drawing/2014/main" id="{4DAFDD38-5459-4E5A-9F85-F6FB7C7D468E}"/>
                  </a:ext>
                </a:extLst>
              </p14:cNvPr>
              <p14:cNvContentPartPr/>
              <p14:nvPr/>
            </p14:nvContentPartPr>
            <p14:xfrm>
              <a:off x="8095667" y="4902209"/>
              <a:ext cx="5400" cy="144360"/>
            </p14:xfrm>
          </p:contentPart>
        </mc:Choice>
        <mc:Fallback xmlns="">
          <p:pic>
            <p:nvPicPr>
              <p:cNvPr id="445" name="墨迹 444">
                <a:extLst>
                  <a:ext uri="{FF2B5EF4-FFF2-40B4-BE49-F238E27FC236}">
                    <a16:creationId xmlns:a16="http://schemas.microsoft.com/office/drawing/2014/main" id="{4DAFDD38-5459-4E5A-9F85-F6FB7C7D468E}"/>
                  </a:ext>
                </a:extLst>
              </p:cNvPr>
              <p:cNvPicPr/>
              <p:nvPr/>
            </p:nvPicPr>
            <p:blipFill>
              <a:blip r:embed="rId101"/>
              <a:stretch>
                <a:fillRect/>
              </a:stretch>
            </p:blipFill>
            <p:spPr>
              <a:xfrm>
                <a:off x="8086667" y="4893209"/>
                <a:ext cx="2304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446" name="墨迹 445">
                <a:extLst>
                  <a:ext uri="{FF2B5EF4-FFF2-40B4-BE49-F238E27FC236}">
                    <a16:creationId xmlns:a16="http://schemas.microsoft.com/office/drawing/2014/main" id="{59A7161C-B6AC-44C1-BCF0-641FE14D44CC}"/>
                  </a:ext>
                </a:extLst>
              </p14:cNvPr>
              <p14:cNvContentPartPr/>
              <p14:nvPr/>
            </p14:nvContentPartPr>
            <p14:xfrm>
              <a:off x="8172707" y="4880609"/>
              <a:ext cx="12600" cy="172080"/>
            </p14:xfrm>
          </p:contentPart>
        </mc:Choice>
        <mc:Fallback xmlns="">
          <p:pic>
            <p:nvPicPr>
              <p:cNvPr id="446" name="墨迹 445">
                <a:extLst>
                  <a:ext uri="{FF2B5EF4-FFF2-40B4-BE49-F238E27FC236}">
                    <a16:creationId xmlns:a16="http://schemas.microsoft.com/office/drawing/2014/main" id="{59A7161C-B6AC-44C1-BCF0-641FE14D44CC}"/>
                  </a:ext>
                </a:extLst>
              </p:cNvPr>
              <p:cNvPicPr/>
              <p:nvPr/>
            </p:nvPicPr>
            <p:blipFill>
              <a:blip r:embed="rId103"/>
              <a:stretch>
                <a:fillRect/>
              </a:stretch>
            </p:blipFill>
            <p:spPr>
              <a:xfrm>
                <a:off x="8164067" y="4871969"/>
                <a:ext cx="3024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453" name="墨迹 452">
                <a:extLst>
                  <a:ext uri="{FF2B5EF4-FFF2-40B4-BE49-F238E27FC236}">
                    <a16:creationId xmlns:a16="http://schemas.microsoft.com/office/drawing/2014/main" id="{90EB5264-042F-489C-82F2-3B8427E148DC}"/>
                  </a:ext>
                </a:extLst>
              </p14:cNvPr>
              <p14:cNvContentPartPr/>
              <p14:nvPr/>
            </p14:nvContentPartPr>
            <p14:xfrm>
              <a:off x="8737187" y="4859729"/>
              <a:ext cx="215640" cy="255240"/>
            </p14:xfrm>
          </p:contentPart>
        </mc:Choice>
        <mc:Fallback xmlns="">
          <p:pic>
            <p:nvPicPr>
              <p:cNvPr id="453" name="墨迹 452">
                <a:extLst>
                  <a:ext uri="{FF2B5EF4-FFF2-40B4-BE49-F238E27FC236}">
                    <a16:creationId xmlns:a16="http://schemas.microsoft.com/office/drawing/2014/main" id="{90EB5264-042F-489C-82F2-3B8427E148DC}"/>
                  </a:ext>
                </a:extLst>
              </p:cNvPr>
              <p:cNvPicPr/>
              <p:nvPr/>
            </p:nvPicPr>
            <p:blipFill>
              <a:blip r:embed="rId105"/>
              <a:stretch>
                <a:fillRect/>
              </a:stretch>
            </p:blipFill>
            <p:spPr>
              <a:xfrm>
                <a:off x="8728187" y="4851077"/>
                <a:ext cx="233280" cy="272905"/>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459" name="墨迹 458">
                <a:extLst>
                  <a:ext uri="{FF2B5EF4-FFF2-40B4-BE49-F238E27FC236}">
                    <a16:creationId xmlns:a16="http://schemas.microsoft.com/office/drawing/2014/main" id="{0D3FB3DE-F8AC-4AE7-BAEC-38CE6934E7BB}"/>
                  </a:ext>
                </a:extLst>
              </p14:cNvPr>
              <p14:cNvContentPartPr/>
              <p14:nvPr/>
            </p14:nvContentPartPr>
            <p14:xfrm>
              <a:off x="9414347" y="5000849"/>
              <a:ext cx="77760" cy="12960"/>
            </p14:xfrm>
          </p:contentPart>
        </mc:Choice>
        <mc:Fallback xmlns="">
          <p:pic>
            <p:nvPicPr>
              <p:cNvPr id="459" name="墨迹 458">
                <a:extLst>
                  <a:ext uri="{FF2B5EF4-FFF2-40B4-BE49-F238E27FC236}">
                    <a16:creationId xmlns:a16="http://schemas.microsoft.com/office/drawing/2014/main" id="{0D3FB3DE-F8AC-4AE7-BAEC-38CE6934E7BB}"/>
                  </a:ext>
                </a:extLst>
              </p:cNvPr>
              <p:cNvPicPr/>
              <p:nvPr/>
            </p:nvPicPr>
            <p:blipFill>
              <a:blip r:embed="rId107"/>
              <a:stretch>
                <a:fillRect/>
              </a:stretch>
            </p:blipFill>
            <p:spPr>
              <a:xfrm>
                <a:off x="9405707" y="4991849"/>
                <a:ext cx="954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460" name="墨迹 459">
                <a:extLst>
                  <a:ext uri="{FF2B5EF4-FFF2-40B4-BE49-F238E27FC236}">
                    <a16:creationId xmlns:a16="http://schemas.microsoft.com/office/drawing/2014/main" id="{9F66DD5B-631C-4548-9EC8-5B9BA8A58937}"/>
                  </a:ext>
                </a:extLst>
              </p14:cNvPr>
              <p14:cNvContentPartPr/>
              <p14:nvPr/>
            </p14:nvContentPartPr>
            <p14:xfrm>
              <a:off x="9403907" y="5069249"/>
              <a:ext cx="126360" cy="4320"/>
            </p14:xfrm>
          </p:contentPart>
        </mc:Choice>
        <mc:Fallback xmlns="">
          <p:pic>
            <p:nvPicPr>
              <p:cNvPr id="460" name="墨迹 459">
                <a:extLst>
                  <a:ext uri="{FF2B5EF4-FFF2-40B4-BE49-F238E27FC236}">
                    <a16:creationId xmlns:a16="http://schemas.microsoft.com/office/drawing/2014/main" id="{9F66DD5B-631C-4548-9EC8-5B9BA8A58937}"/>
                  </a:ext>
                </a:extLst>
              </p:cNvPr>
              <p:cNvPicPr/>
              <p:nvPr/>
            </p:nvPicPr>
            <p:blipFill>
              <a:blip r:embed="rId109"/>
              <a:stretch>
                <a:fillRect/>
              </a:stretch>
            </p:blipFill>
            <p:spPr>
              <a:xfrm>
                <a:off x="9395267" y="5060609"/>
                <a:ext cx="1440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475" name="墨迹 474">
                <a:extLst>
                  <a:ext uri="{FF2B5EF4-FFF2-40B4-BE49-F238E27FC236}">
                    <a16:creationId xmlns:a16="http://schemas.microsoft.com/office/drawing/2014/main" id="{4322C725-4D4E-47F2-975C-3F11863B0A2A}"/>
                  </a:ext>
                </a:extLst>
              </p14:cNvPr>
              <p14:cNvContentPartPr/>
              <p14:nvPr/>
            </p14:nvContentPartPr>
            <p14:xfrm>
              <a:off x="10390307" y="5170769"/>
              <a:ext cx="19440" cy="20520"/>
            </p14:xfrm>
          </p:contentPart>
        </mc:Choice>
        <mc:Fallback xmlns="">
          <p:pic>
            <p:nvPicPr>
              <p:cNvPr id="475" name="墨迹 474">
                <a:extLst>
                  <a:ext uri="{FF2B5EF4-FFF2-40B4-BE49-F238E27FC236}">
                    <a16:creationId xmlns:a16="http://schemas.microsoft.com/office/drawing/2014/main" id="{4322C725-4D4E-47F2-975C-3F11863B0A2A}"/>
                  </a:ext>
                </a:extLst>
              </p:cNvPr>
              <p:cNvPicPr/>
              <p:nvPr/>
            </p:nvPicPr>
            <p:blipFill>
              <a:blip r:embed="rId111"/>
              <a:stretch>
                <a:fillRect/>
              </a:stretch>
            </p:blipFill>
            <p:spPr>
              <a:xfrm>
                <a:off x="10381667" y="5161769"/>
                <a:ext cx="370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499" name="墨迹 498">
                <a:extLst>
                  <a:ext uri="{FF2B5EF4-FFF2-40B4-BE49-F238E27FC236}">
                    <a16:creationId xmlns:a16="http://schemas.microsoft.com/office/drawing/2014/main" id="{73080494-5DEE-43C9-80DD-B39B0B660447}"/>
                  </a:ext>
                </a:extLst>
              </p14:cNvPr>
              <p14:cNvContentPartPr/>
              <p14:nvPr/>
            </p14:nvContentPartPr>
            <p14:xfrm>
              <a:off x="11213267" y="5063489"/>
              <a:ext cx="131040" cy="55800"/>
            </p14:xfrm>
          </p:contentPart>
        </mc:Choice>
        <mc:Fallback xmlns="">
          <p:pic>
            <p:nvPicPr>
              <p:cNvPr id="499" name="墨迹 498">
                <a:extLst>
                  <a:ext uri="{FF2B5EF4-FFF2-40B4-BE49-F238E27FC236}">
                    <a16:creationId xmlns:a16="http://schemas.microsoft.com/office/drawing/2014/main" id="{73080494-5DEE-43C9-80DD-B39B0B660447}"/>
                  </a:ext>
                </a:extLst>
              </p:cNvPr>
              <p:cNvPicPr/>
              <p:nvPr/>
            </p:nvPicPr>
            <p:blipFill>
              <a:blip r:embed="rId113"/>
              <a:stretch>
                <a:fillRect/>
              </a:stretch>
            </p:blipFill>
            <p:spPr>
              <a:xfrm>
                <a:off x="11204627" y="5054849"/>
                <a:ext cx="14868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00" name="墨迹 499">
                <a:extLst>
                  <a:ext uri="{FF2B5EF4-FFF2-40B4-BE49-F238E27FC236}">
                    <a16:creationId xmlns:a16="http://schemas.microsoft.com/office/drawing/2014/main" id="{999C2F2C-F589-4EC7-B3BD-5F873CFE5960}"/>
                  </a:ext>
                </a:extLst>
              </p14:cNvPr>
              <p14:cNvContentPartPr/>
              <p14:nvPr/>
            </p14:nvContentPartPr>
            <p14:xfrm>
              <a:off x="10834547" y="4892489"/>
              <a:ext cx="299880" cy="296280"/>
            </p14:xfrm>
          </p:contentPart>
        </mc:Choice>
        <mc:Fallback xmlns="">
          <p:pic>
            <p:nvPicPr>
              <p:cNvPr id="500" name="墨迹 499">
                <a:extLst>
                  <a:ext uri="{FF2B5EF4-FFF2-40B4-BE49-F238E27FC236}">
                    <a16:creationId xmlns:a16="http://schemas.microsoft.com/office/drawing/2014/main" id="{999C2F2C-F589-4EC7-B3BD-5F873CFE5960}"/>
                  </a:ext>
                </a:extLst>
              </p:cNvPr>
              <p:cNvPicPr/>
              <p:nvPr/>
            </p:nvPicPr>
            <p:blipFill>
              <a:blip r:embed="rId115"/>
              <a:stretch>
                <a:fillRect/>
              </a:stretch>
            </p:blipFill>
            <p:spPr>
              <a:xfrm>
                <a:off x="10825907" y="4883859"/>
                <a:ext cx="317520" cy="313899"/>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501" name="墨迹 500">
                <a:extLst>
                  <a:ext uri="{FF2B5EF4-FFF2-40B4-BE49-F238E27FC236}">
                    <a16:creationId xmlns:a16="http://schemas.microsoft.com/office/drawing/2014/main" id="{E528B385-BCD4-4562-82E1-958AA29CC378}"/>
                  </a:ext>
                </a:extLst>
              </p14:cNvPr>
              <p14:cNvContentPartPr/>
              <p14:nvPr/>
            </p14:nvContentPartPr>
            <p14:xfrm>
              <a:off x="10563107" y="4886729"/>
              <a:ext cx="200880" cy="277560"/>
            </p14:xfrm>
          </p:contentPart>
        </mc:Choice>
        <mc:Fallback xmlns="">
          <p:pic>
            <p:nvPicPr>
              <p:cNvPr id="501" name="墨迹 500">
                <a:extLst>
                  <a:ext uri="{FF2B5EF4-FFF2-40B4-BE49-F238E27FC236}">
                    <a16:creationId xmlns:a16="http://schemas.microsoft.com/office/drawing/2014/main" id="{E528B385-BCD4-4562-82E1-958AA29CC378}"/>
                  </a:ext>
                </a:extLst>
              </p:cNvPr>
              <p:cNvPicPr/>
              <p:nvPr/>
            </p:nvPicPr>
            <p:blipFill>
              <a:blip r:embed="rId117"/>
              <a:stretch>
                <a:fillRect/>
              </a:stretch>
            </p:blipFill>
            <p:spPr>
              <a:xfrm>
                <a:off x="10554451" y="4878089"/>
                <a:ext cx="218552"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511" name="墨迹 510">
                <a:extLst>
                  <a:ext uri="{FF2B5EF4-FFF2-40B4-BE49-F238E27FC236}">
                    <a16:creationId xmlns:a16="http://schemas.microsoft.com/office/drawing/2014/main" id="{00AEBAEF-7611-4FFF-866E-C1744603080B}"/>
                  </a:ext>
                </a:extLst>
              </p14:cNvPr>
              <p14:cNvContentPartPr/>
              <p14:nvPr/>
            </p14:nvContentPartPr>
            <p14:xfrm>
              <a:off x="11431067" y="4909049"/>
              <a:ext cx="486000" cy="321840"/>
            </p14:xfrm>
          </p:contentPart>
        </mc:Choice>
        <mc:Fallback xmlns="">
          <p:pic>
            <p:nvPicPr>
              <p:cNvPr id="511" name="墨迹 510">
                <a:extLst>
                  <a:ext uri="{FF2B5EF4-FFF2-40B4-BE49-F238E27FC236}">
                    <a16:creationId xmlns:a16="http://schemas.microsoft.com/office/drawing/2014/main" id="{00AEBAEF-7611-4FFF-866E-C1744603080B}"/>
                  </a:ext>
                </a:extLst>
              </p:cNvPr>
              <p:cNvPicPr/>
              <p:nvPr/>
            </p:nvPicPr>
            <p:blipFill>
              <a:blip r:embed="rId119"/>
              <a:stretch>
                <a:fillRect/>
              </a:stretch>
            </p:blipFill>
            <p:spPr>
              <a:xfrm>
                <a:off x="11422421" y="4900409"/>
                <a:ext cx="503653"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514" name="墨迹 513">
                <a:extLst>
                  <a:ext uri="{FF2B5EF4-FFF2-40B4-BE49-F238E27FC236}">
                    <a16:creationId xmlns:a16="http://schemas.microsoft.com/office/drawing/2014/main" id="{68B5757B-B6A4-4C5A-8686-EFD2011AD6C6}"/>
                  </a:ext>
                </a:extLst>
              </p14:cNvPr>
              <p14:cNvContentPartPr/>
              <p14:nvPr/>
            </p14:nvContentPartPr>
            <p14:xfrm>
              <a:off x="9648347" y="4817249"/>
              <a:ext cx="493920" cy="347040"/>
            </p14:xfrm>
          </p:contentPart>
        </mc:Choice>
        <mc:Fallback xmlns="">
          <p:pic>
            <p:nvPicPr>
              <p:cNvPr id="514" name="墨迹 513">
                <a:extLst>
                  <a:ext uri="{FF2B5EF4-FFF2-40B4-BE49-F238E27FC236}">
                    <a16:creationId xmlns:a16="http://schemas.microsoft.com/office/drawing/2014/main" id="{68B5757B-B6A4-4C5A-8686-EFD2011AD6C6}"/>
                  </a:ext>
                </a:extLst>
              </p:cNvPr>
              <p:cNvPicPr/>
              <p:nvPr/>
            </p:nvPicPr>
            <p:blipFill>
              <a:blip r:embed="rId121"/>
              <a:stretch>
                <a:fillRect/>
              </a:stretch>
            </p:blipFill>
            <p:spPr>
              <a:xfrm>
                <a:off x="9639347" y="4808249"/>
                <a:ext cx="51156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515" name="墨迹 514">
                <a:extLst>
                  <a:ext uri="{FF2B5EF4-FFF2-40B4-BE49-F238E27FC236}">
                    <a16:creationId xmlns:a16="http://schemas.microsoft.com/office/drawing/2014/main" id="{61A0CA56-B558-4AFA-94A6-59F54E2737B8}"/>
                  </a:ext>
                </a:extLst>
              </p14:cNvPr>
              <p14:cNvContentPartPr/>
              <p14:nvPr/>
            </p14:nvContentPartPr>
            <p14:xfrm>
              <a:off x="9062627" y="4826969"/>
              <a:ext cx="240120" cy="302040"/>
            </p14:xfrm>
          </p:contentPart>
        </mc:Choice>
        <mc:Fallback xmlns="">
          <p:pic>
            <p:nvPicPr>
              <p:cNvPr id="515" name="墨迹 514">
                <a:extLst>
                  <a:ext uri="{FF2B5EF4-FFF2-40B4-BE49-F238E27FC236}">
                    <a16:creationId xmlns:a16="http://schemas.microsoft.com/office/drawing/2014/main" id="{61A0CA56-B558-4AFA-94A6-59F54E2737B8}"/>
                  </a:ext>
                </a:extLst>
              </p:cNvPr>
              <p:cNvPicPr/>
              <p:nvPr/>
            </p:nvPicPr>
            <p:blipFill>
              <a:blip r:embed="rId123"/>
              <a:stretch>
                <a:fillRect/>
              </a:stretch>
            </p:blipFill>
            <p:spPr>
              <a:xfrm>
                <a:off x="9053974" y="4818329"/>
                <a:ext cx="257786"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525" name="墨迹 524">
                <a:extLst>
                  <a:ext uri="{FF2B5EF4-FFF2-40B4-BE49-F238E27FC236}">
                    <a16:creationId xmlns:a16="http://schemas.microsoft.com/office/drawing/2014/main" id="{B6B3CB87-6DFD-4CC4-979D-19F1E17B30F6}"/>
                  </a:ext>
                </a:extLst>
              </p14:cNvPr>
              <p14:cNvContentPartPr/>
              <p14:nvPr/>
            </p14:nvContentPartPr>
            <p14:xfrm>
              <a:off x="7705787" y="5463449"/>
              <a:ext cx="101880" cy="18720"/>
            </p14:xfrm>
          </p:contentPart>
        </mc:Choice>
        <mc:Fallback xmlns="">
          <p:pic>
            <p:nvPicPr>
              <p:cNvPr id="525" name="墨迹 524">
                <a:extLst>
                  <a:ext uri="{FF2B5EF4-FFF2-40B4-BE49-F238E27FC236}">
                    <a16:creationId xmlns:a16="http://schemas.microsoft.com/office/drawing/2014/main" id="{B6B3CB87-6DFD-4CC4-979D-19F1E17B30F6}"/>
                  </a:ext>
                </a:extLst>
              </p:cNvPr>
              <p:cNvPicPr/>
              <p:nvPr/>
            </p:nvPicPr>
            <p:blipFill>
              <a:blip r:embed="rId125"/>
              <a:stretch>
                <a:fillRect/>
              </a:stretch>
            </p:blipFill>
            <p:spPr>
              <a:xfrm>
                <a:off x="7697147" y="5454449"/>
                <a:ext cx="11952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526" name="墨迹 525">
                <a:extLst>
                  <a:ext uri="{FF2B5EF4-FFF2-40B4-BE49-F238E27FC236}">
                    <a16:creationId xmlns:a16="http://schemas.microsoft.com/office/drawing/2014/main" id="{4FDDEC09-249A-46AA-AD73-E25A2231AF27}"/>
                  </a:ext>
                </a:extLst>
              </p14:cNvPr>
              <p14:cNvContentPartPr/>
              <p14:nvPr/>
            </p14:nvContentPartPr>
            <p14:xfrm>
              <a:off x="7701467" y="5567489"/>
              <a:ext cx="194400" cy="20520"/>
            </p14:xfrm>
          </p:contentPart>
        </mc:Choice>
        <mc:Fallback xmlns="">
          <p:pic>
            <p:nvPicPr>
              <p:cNvPr id="526" name="墨迹 525">
                <a:extLst>
                  <a:ext uri="{FF2B5EF4-FFF2-40B4-BE49-F238E27FC236}">
                    <a16:creationId xmlns:a16="http://schemas.microsoft.com/office/drawing/2014/main" id="{4FDDEC09-249A-46AA-AD73-E25A2231AF27}"/>
                  </a:ext>
                </a:extLst>
              </p:cNvPr>
              <p:cNvPicPr/>
              <p:nvPr/>
            </p:nvPicPr>
            <p:blipFill>
              <a:blip r:embed="rId127"/>
              <a:stretch>
                <a:fillRect/>
              </a:stretch>
            </p:blipFill>
            <p:spPr>
              <a:xfrm>
                <a:off x="7692827" y="5558489"/>
                <a:ext cx="21204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527" name="墨迹 526">
                <a:extLst>
                  <a:ext uri="{FF2B5EF4-FFF2-40B4-BE49-F238E27FC236}">
                    <a16:creationId xmlns:a16="http://schemas.microsoft.com/office/drawing/2014/main" id="{6DB2EECF-6247-45C5-94EB-A82912653847}"/>
                  </a:ext>
                </a:extLst>
              </p14:cNvPr>
              <p14:cNvContentPartPr/>
              <p14:nvPr/>
            </p14:nvContentPartPr>
            <p14:xfrm>
              <a:off x="7426427" y="5377769"/>
              <a:ext cx="102240" cy="281160"/>
            </p14:xfrm>
          </p:contentPart>
        </mc:Choice>
        <mc:Fallback xmlns="">
          <p:pic>
            <p:nvPicPr>
              <p:cNvPr id="527" name="墨迹 526">
                <a:extLst>
                  <a:ext uri="{FF2B5EF4-FFF2-40B4-BE49-F238E27FC236}">
                    <a16:creationId xmlns:a16="http://schemas.microsoft.com/office/drawing/2014/main" id="{6DB2EECF-6247-45C5-94EB-A82912653847}"/>
                  </a:ext>
                </a:extLst>
              </p:cNvPr>
              <p:cNvPicPr/>
              <p:nvPr/>
            </p:nvPicPr>
            <p:blipFill>
              <a:blip r:embed="rId129"/>
              <a:stretch>
                <a:fillRect/>
              </a:stretch>
            </p:blipFill>
            <p:spPr>
              <a:xfrm>
                <a:off x="7417756" y="5368781"/>
                <a:ext cx="119942" cy="298777"/>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528" name="墨迹 527">
                <a:extLst>
                  <a:ext uri="{FF2B5EF4-FFF2-40B4-BE49-F238E27FC236}">
                    <a16:creationId xmlns:a16="http://schemas.microsoft.com/office/drawing/2014/main" id="{4DA0BB3C-40F6-4648-98AB-EFCEF2D5025F}"/>
                  </a:ext>
                </a:extLst>
              </p14:cNvPr>
              <p14:cNvContentPartPr/>
              <p14:nvPr/>
            </p14:nvContentPartPr>
            <p14:xfrm>
              <a:off x="6805427" y="5347889"/>
              <a:ext cx="539280" cy="277200"/>
            </p14:xfrm>
          </p:contentPart>
        </mc:Choice>
        <mc:Fallback xmlns="">
          <p:pic>
            <p:nvPicPr>
              <p:cNvPr id="528" name="墨迹 527">
                <a:extLst>
                  <a:ext uri="{FF2B5EF4-FFF2-40B4-BE49-F238E27FC236}">
                    <a16:creationId xmlns:a16="http://schemas.microsoft.com/office/drawing/2014/main" id="{4DA0BB3C-40F6-4648-98AB-EFCEF2D5025F}"/>
                  </a:ext>
                </a:extLst>
              </p:cNvPr>
              <p:cNvPicPr/>
              <p:nvPr/>
            </p:nvPicPr>
            <p:blipFill>
              <a:blip r:embed="rId131"/>
              <a:stretch>
                <a:fillRect/>
              </a:stretch>
            </p:blipFill>
            <p:spPr>
              <a:xfrm>
                <a:off x="6796781" y="5339249"/>
                <a:ext cx="556932"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550" name="墨迹 549">
                <a:extLst>
                  <a:ext uri="{FF2B5EF4-FFF2-40B4-BE49-F238E27FC236}">
                    <a16:creationId xmlns:a16="http://schemas.microsoft.com/office/drawing/2014/main" id="{1D88D43B-FA25-4A0B-B12F-F5511C7727A2}"/>
                  </a:ext>
                </a:extLst>
              </p14:cNvPr>
              <p14:cNvContentPartPr/>
              <p14:nvPr/>
            </p14:nvContentPartPr>
            <p14:xfrm>
              <a:off x="9363227" y="5371289"/>
              <a:ext cx="343800" cy="252000"/>
            </p14:xfrm>
          </p:contentPart>
        </mc:Choice>
        <mc:Fallback xmlns="">
          <p:pic>
            <p:nvPicPr>
              <p:cNvPr id="550" name="墨迹 549">
                <a:extLst>
                  <a:ext uri="{FF2B5EF4-FFF2-40B4-BE49-F238E27FC236}">
                    <a16:creationId xmlns:a16="http://schemas.microsoft.com/office/drawing/2014/main" id="{1D88D43B-FA25-4A0B-B12F-F5511C7727A2}"/>
                  </a:ext>
                </a:extLst>
              </p:cNvPr>
              <p:cNvPicPr/>
              <p:nvPr/>
            </p:nvPicPr>
            <p:blipFill>
              <a:blip r:embed="rId133"/>
              <a:stretch>
                <a:fillRect/>
              </a:stretch>
            </p:blipFill>
            <p:spPr>
              <a:xfrm>
                <a:off x="9354236" y="5362302"/>
                <a:ext cx="361422" cy="269615"/>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551" name="墨迹 550">
                <a:extLst>
                  <a:ext uri="{FF2B5EF4-FFF2-40B4-BE49-F238E27FC236}">
                    <a16:creationId xmlns:a16="http://schemas.microsoft.com/office/drawing/2014/main" id="{9149D8E5-AD09-46F3-B4DF-95FB872ED675}"/>
                  </a:ext>
                </a:extLst>
              </p14:cNvPr>
              <p14:cNvContentPartPr/>
              <p14:nvPr/>
            </p14:nvContentPartPr>
            <p14:xfrm>
              <a:off x="9006467" y="5377049"/>
              <a:ext cx="256320" cy="260640"/>
            </p14:xfrm>
          </p:contentPart>
        </mc:Choice>
        <mc:Fallback xmlns="">
          <p:pic>
            <p:nvPicPr>
              <p:cNvPr id="551" name="墨迹 550">
                <a:extLst>
                  <a:ext uri="{FF2B5EF4-FFF2-40B4-BE49-F238E27FC236}">
                    <a16:creationId xmlns:a16="http://schemas.microsoft.com/office/drawing/2014/main" id="{9149D8E5-AD09-46F3-B4DF-95FB872ED675}"/>
                  </a:ext>
                </a:extLst>
              </p:cNvPr>
              <p:cNvPicPr/>
              <p:nvPr/>
            </p:nvPicPr>
            <p:blipFill>
              <a:blip r:embed="rId135"/>
              <a:stretch>
                <a:fillRect/>
              </a:stretch>
            </p:blipFill>
            <p:spPr>
              <a:xfrm>
                <a:off x="8997815" y="5368049"/>
                <a:ext cx="273985"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559" name="墨迹 558">
                <a:extLst>
                  <a:ext uri="{FF2B5EF4-FFF2-40B4-BE49-F238E27FC236}">
                    <a16:creationId xmlns:a16="http://schemas.microsoft.com/office/drawing/2014/main" id="{8ECF9D58-C456-463B-A344-6E03A8729296}"/>
                  </a:ext>
                </a:extLst>
              </p14:cNvPr>
              <p14:cNvContentPartPr/>
              <p14:nvPr/>
            </p14:nvContentPartPr>
            <p14:xfrm>
              <a:off x="9896747" y="5340329"/>
              <a:ext cx="606240" cy="374400"/>
            </p14:xfrm>
          </p:contentPart>
        </mc:Choice>
        <mc:Fallback xmlns="">
          <p:pic>
            <p:nvPicPr>
              <p:cNvPr id="559" name="墨迹 558">
                <a:extLst>
                  <a:ext uri="{FF2B5EF4-FFF2-40B4-BE49-F238E27FC236}">
                    <a16:creationId xmlns:a16="http://schemas.microsoft.com/office/drawing/2014/main" id="{8ECF9D58-C456-463B-A344-6E03A8729296}"/>
                  </a:ext>
                </a:extLst>
              </p:cNvPr>
              <p:cNvPicPr/>
              <p:nvPr/>
            </p:nvPicPr>
            <p:blipFill>
              <a:blip r:embed="rId137"/>
              <a:stretch>
                <a:fillRect/>
              </a:stretch>
            </p:blipFill>
            <p:spPr>
              <a:xfrm>
                <a:off x="9887752" y="5331329"/>
                <a:ext cx="623870" cy="3920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567" name="墨迹 566">
                <a:extLst>
                  <a:ext uri="{FF2B5EF4-FFF2-40B4-BE49-F238E27FC236}">
                    <a16:creationId xmlns:a16="http://schemas.microsoft.com/office/drawing/2014/main" id="{C4B2071B-79C0-4760-BA52-A792B59C443D}"/>
                  </a:ext>
                </a:extLst>
              </p14:cNvPr>
              <p14:cNvContentPartPr/>
              <p14:nvPr/>
            </p14:nvContentPartPr>
            <p14:xfrm>
              <a:off x="7514987" y="5881049"/>
              <a:ext cx="269280" cy="153360"/>
            </p14:xfrm>
          </p:contentPart>
        </mc:Choice>
        <mc:Fallback xmlns="">
          <p:pic>
            <p:nvPicPr>
              <p:cNvPr id="567" name="墨迹 566">
                <a:extLst>
                  <a:ext uri="{FF2B5EF4-FFF2-40B4-BE49-F238E27FC236}">
                    <a16:creationId xmlns:a16="http://schemas.microsoft.com/office/drawing/2014/main" id="{C4B2071B-79C0-4760-BA52-A792B59C443D}"/>
                  </a:ext>
                </a:extLst>
              </p:cNvPr>
              <p:cNvPicPr/>
              <p:nvPr/>
            </p:nvPicPr>
            <p:blipFill>
              <a:blip r:embed="rId139"/>
              <a:stretch>
                <a:fillRect/>
              </a:stretch>
            </p:blipFill>
            <p:spPr>
              <a:xfrm>
                <a:off x="7505987" y="5872049"/>
                <a:ext cx="2869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568" name="墨迹 567">
                <a:extLst>
                  <a:ext uri="{FF2B5EF4-FFF2-40B4-BE49-F238E27FC236}">
                    <a16:creationId xmlns:a16="http://schemas.microsoft.com/office/drawing/2014/main" id="{D171E22C-5AFC-49BC-BB17-C7B1FF9B8E7A}"/>
                  </a:ext>
                </a:extLst>
              </p14:cNvPr>
              <p14:cNvContentPartPr/>
              <p14:nvPr/>
            </p14:nvContentPartPr>
            <p14:xfrm>
              <a:off x="7144547" y="5840009"/>
              <a:ext cx="222120" cy="180720"/>
            </p14:xfrm>
          </p:contentPart>
        </mc:Choice>
        <mc:Fallback xmlns="">
          <p:pic>
            <p:nvPicPr>
              <p:cNvPr id="568" name="墨迹 567">
                <a:extLst>
                  <a:ext uri="{FF2B5EF4-FFF2-40B4-BE49-F238E27FC236}">
                    <a16:creationId xmlns:a16="http://schemas.microsoft.com/office/drawing/2014/main" id="{D171E22C-5AFC-49BC-BB17-C7B1FF9B8E7A}"/>
                  </a:ext>
                </a:extLst>
              </p:cNvPr>
              <p:cNvPicPr/>
              <p:nvPr/>
            </p:nvPicPr>
            <p:blipFill>
              <a:blip r:embed="rId141"/>
              <a:stretch>
                <a:fillRect/>
              </a:stretch>
            </p:blipFill>
            <p:spPr>
              <a:xfrm>
                <a:off x="7135532" y="5831009"/>
                <a:ext cx="239789"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569" name="墨迹 568">
                <a:extLst>
                  <a:ext uri="{FF2B5EF4-FFF2-40B4-BE49-F238E27FC236}">
                    <a16:creationId xmlns:a16="http://schemas.microsoft.com/office/drawing/2014/main" id="{1C0EB868-3120-4187-9027-3DEAC93581D5}"/>
                  </a:ext>
                </a:extLst>
              </p14:cNvPr>
              <p14:cNvContentPartPr/>
              <p14:nvPr/>
            </p14:nvContentPartPr>
            <p14:xfrm>
              <a:off x="6787427" y="5786009"/>
              <a:ext cx="234360" cy="262080"/>
            </p14:xfrm>
          </p:contentPart>
        </mc:Choice>
        <mc:Fallback xmlns="">
          <p:pic>
            <p:nvPicPr>
              <p:cNvPr id="569" name="墨迹 568">
                <a:extLst>
                  <a:ext uri="{FF2B5EF4-FFF2-40B4-BE49-F238E27FC236}">
                    <a16:creationId xmlns:a16="http://schemas.microsoft.com/office/drawing/2014/main" id="{1C0EB868-3120-4187-9027-3DEAC93581D5}"/>
                  </a:ext>
                </a:extLst>
              </p:cNvPr>
              <p:cNvPicPr/>
              <p:nvPr/>
            </p:nvPicPr>
            <p:blipFill>
              <a:blip r:embed="rId143"/>
              <a:stretch>
                <a:fillRect/>
              </a:stretch>
            </p:blipFill>
            <p:spPr>
              <a:xfrm>
                <a:off x="6778787" y="5777357"/>
                <a:ext cx="252000" cy="279744"/>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572" name="墨迹 571">
                <a:extLst>
                  <a:ext uri="{FF2B5EF4-FFF2-40B4-BE49-F238E27FC236}">
                    <a16:creationId xmlns:a16="http://schemas.microsoft.com/office/drawing/2014/main" id="{73A45221-D04E-4037-8583-A5127451FDCB}"/>
                  </a:ext>
                </a:extLst>
              </p14:cNvPr>
              <p14:cNvContentPartPr/>
              <p14:nvPr/>
            </p14:nvContentPartPr>
            <p14:xfrm>
              <a:off x="9082787" y="5783849"/>
              <a:ext cx="259560" cy="262080"/>
            </p14:xfrm>
          </p:contentPart>
        </mc:Choice>
        <mc:Fallback xmlns="">
          <p:pic>
            <p:nvPicPr>
              <p:cNvPr id="572" name="墨迹 571">
                <a:extLst>
                  <a:ext uri="{FF2B5EF4-FFF2-40B4-BE49-F238E27FC236}">
                    <a16:creationId xmlns:a16="http://schemas.microsoft.com/office/drawing/2014/main" id="{73A45221-D04E-4037-8583-A5127451FDCB}"/>
                  </a:ext>
                </a:extLst>
              </p:cNvPr>
              <p:cNvPicPr/>
              <p:nvPr/>
            </p:nvPicPr>
            <p:blipFill>
              <a:blip r:embed="rId145"/>
              <a:stretch>
                <a:fillRect/>
              </a:stretch>
            </p:blipFill>
            <p:spPr>
              <a:xfrm>
                <a:off x="9073787" y="5775209"/>
                <a:ext cx="27720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602" name="墨迹 601">
                <a:extLst>
                  <a:ext uri="{FF2B5EF4-FFF2-40B4-BE49-F238E27FC236}">
                    <a16:creationId xmlns:a16="http://schemas.microsoft.com/office/drawing/2014/main" id="{BBA4F3D5-879A-46C5-873A-31842103CA47}"/>
                  </a:ext>
                </a:extLst>
              </p14:cNvPr>
              <p14:cNvContentPartPr/>
              <p14:nvPr/>
            </p14:nvContentPartPr>
            <p14:xfrm>
              <a:off x="10726907" y="5809049"/>
              <a:ext cx="910440" cy="259920"/>
            </p14:xfrm>
          </p:contentPart>
        </mc:Choice>
        <mc:Fallback xmlns="">
          <p:pic>
            <p:nvPicPr>
              <p:cNvPr id="602" name="墨迹 601">
                <a:extLst>
                  <a:ext uri="{FF2B5EF4-FFF2-40B4-BE49-F238E27FC236}">
                    <a16:creationId xmlns:a16="http://schemas.microsoft.com/office/drawing/2014/main" id="{BBA4F3D5-879A-46C5-873A-31842103CA47}"/>
                  </a:ext>
                </a:extLst>
              </p:cNvPr>
              <p:cNvPicPr/>
              <p:nvPr/>
            </p:nvPicPr>
            <p:blipFill>
              <a:blip r:embed="rId147"/>
              <a:stretch>
                <a:fillRect/>
              </a:stretch>
            </p:blipFill>
            <p:spPr>
              <a:xfrm>
                <a:off x="10718267" y="5800061"/>
                <a:ext cx="928080" cy="277536"/>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603" name="墨迹 602">
                <a:extLst>
                  <a:ext uri="{FF2B5EF4-FFF2-40B4-BE49-F238E27FC236}">
                    <a16:creationId xmlns:a16="http://schemas.microsoft.com/office/drawing/2014/main" id="{5A5608C3-D6C7-4994-B6DF-EE30D9A03787}"/>
                  </a:ext>
                </a:extLst>
              </p14:cNvPr>
              <p14:cNvContentPartPr/>
              <p14:nvPr/>
            </p14:nvContentPartPr>
            <p14:xfrm>
              <a:off x="10245227" y="5809049"/>
              <a:ext cx="409320" cy="288720"/>
            </p14:xfrm>
          </p:contentPart>
        </mc:Choice>
        <mc:Fallback xmlns="">
          <p:pic>
            <p:nvPicPr>
              <p:cNvPr id="603" name="墨迹 602">
                <a:extLst>
                  <a:ext uri="{FF2B5EF4-FFF2-40B4-BE49-F238E27FC236}">
                    <a16:creationId xmlns:a16="http://schemas.microsoft.com/office/drawing/2014/main" id="{5A5608C3-D6C7-4994-B6DF-EE30D9A03787}"/>
                  </a:ext>
                </a:extLst>
              </p:cNvPr>
              <p:cNvPicPr/>
              <p:nvPr/>
            </p:nvPicPr>
            <p:blipFill>
              <a:blip r:embed="rId149"/>
              <a:stretch>
                <a:fillRect/>
              </a:stretch>
            </p:blipFill>
            <p:spPr>
              <a:xfrm>
                <a:off x="10236235" y="5800049"/>
                <a:ext cx="426944"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604" name="墨迹 603">
                <a:extLst>
                  <a:ext uri="{FF2B5EF4-FFF2-40B4-BE49-F238E27FC236}">
                    <a16:creationId xmlns:a16="http://schemas.microsoft.com/office/drawing/2014/main" id="{6F6F70B1-5EB6-4584-B128-6A2C21251659}"/>
                  </a:ext>
                </a:extLst>
              </p14:cNvPr>
              <p14:cNvContentPartPr/>
              <p14:nvPr/>
            </p14:nvContentPartPr>
            <p14:xfrm>
              <a:off x="9746267" y="5831009"/>
              <a:ext cx="350640" cy="240480"/>
            </p14:xfrm>
          </p:contentPart>
        </mc:Choice>
        <mc:Fallback xmlns="">
          <p:pic>
            <p:nvPicPr>
              <p:cNvPr id="604" name="墨迹 603">
                <a:extLst>
                  <a:ext uri="{FF2B5EF4-FFF2-40B4-BE49-F238E27FC236}">
                    <a16:creationId xmlns:a16="http://schemas.microsoft.com/office/drawing/2014/main" id="{6F6F70B1-5EB6-4584-B128-6A2C21251659}"/>
                  </a:ext>
                </a:extLst>
              </p:cNvPr>
              <p:cNvPicPr/>
              <p:nvPr/>
            </p:nvPicPr>
            <p:blipFill>
              <a:blip r:embed="rId151"/>
              <a:stretch>
                <a:fillRect/>
              </a:stretch>
            </p:blipFill>
            <p:spPr>
              <a:xfrm>
                <a:off x="9737627" y="5822369"/>
                <a:ext cx="36828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605" name="墨迹 604">
                <a:extLst>
                  <a:ext uri="{FF2B5EF4-FFF2-40B4-BE49-F238E27FC236}">
                    <a16:creationId xmlns:a16="http://schemas.microsoft.com/office/drawing/2014/main" id="{3BC2BEEA-1E15-4002-89EB-B95B97B800EA}"/>
                  </a:ext>
                </a:extLst>
              </p14:cNvPr>
              <p14:cNvContentPartPr/>
              <p14:nvPr/>
            </p14:nvContentPartPr>
            <p14:xfrm>
              <a:off x="9440987" y="5818049"/>
              <a:ext cx="206280" cy="212040"/>
            </p14:xfrm>
          </p:contentPart>
        </mc:Choice>
        <mc:Fallback xmlns="">
          <p:pic>
            <p:nvPicPr>
              <p:cNvPr id="605" name="墨迹 604">
                <a:extLst>
                  <a:ext uri="{FF2B5EF4-FFF2-40B4-BE49-F238E27FC236}">
                    <a16:creationId xmlns:a16="http://schemas.microsoft.com/office/drawing/2014/main" id="{3BC2BEEA-1E15-4002-89EB-B95B97B800EA}"/>
                  </a:ext>
                </a:extLst>
              </p:cNvPr>
              <p:cNvPicPr/>
              <p:nvPr/>
            </p:nvPicPr>
            <p:blipFill>
              <a:blip r:embed="rId153"/>
              <a:stretch>
                <a:fillRect/>
              </a:stretch>
            </p:blipFill>
            <p:spPr>
              <a:xfrm>
                <a:off x="9431987" y="5809424"/>
                <a:ext cx="223920" cy="22965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606" name="墨迹 605">
                <a:extLst>
                  <a:ext uri="{FF2B5EF4-FFF2-40B4-BE49-F238E27FC236}">
                    <a16:creationId xmlns:a16="http://schemas.microsoft.com/office/drawing/2014/main" id="{087CA6F4-333F-412C-98E0-D7718886CCC0}"/>
                  </a:ext>
                </a:extLst>
              </p14:cNvPr>
              <p14:cNvContentPartPr/>
              <p14:nvPr/>
            </p14:nvContentPartPr>
            <p14:xfrm>
              <a:off x="7943027" y="5822729"/>
              <a:ext cx="235440" cy="283320"/>
            </p14:xfrm>
          </p:contentPart>
        </mc:Choice>
        <mc:Fallback xmlns="">
          <p:pic>
            <p:nvPicPr>
              <p:cNvPr id="606" name="墨迹 605">
                <a:extLst>
                  <a:ext uri="{FF2B5EF4-FFF2-40B4-BE49-F238E27FC236}">
                    <a16:creationId xmlns:a16="http://schemas.microsoft.com/office/drawing/2014/main" id="{087CA6F4-333F-412C-98E0-D7718886CCC0}"/>
                  </a:ext>
                </a:extLst>
              </p:cNvPr>
              <p:cNvPicPr/>
              <p:nvPr/>
            </p:nvPicPr>
            <p:blipFill>
              <a:blip r:embed="rId155"/>
              <a:stretch>
                <a:fillRect/>
              </a:stretch>
            </p:blipFill>
            <p:spPr>
              <a:xfrm>
                <a:off x="7934041" y="5814089"/>
                <a:ext cx="253053"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607" name="墨迹 606">
                <a:extLst>
                  <a:ext uri="{FF2B5EF4-FFF2-40B4-BE49-F238E27FC236}">
                    <a16:creationId xmlns:a16="http://schemas.microsoft.com/office/drawing/2014/main" id="{41AC6611-E9BB-4F90-84CC-83B1BB8FA0B6}"/>
                  </a:ext>
                </a:extLst>
              </p14:cNvPr>
              <p14:cNvContentPartPr/>
              <p14:nvPr/>
            </p14:nvContentPartPr>
            <p14:xfrm>
              <a:off x="3492463" y="818983"/>
              <a:ext cx="187920" cy="599400"/>
            </p14:xfrm>
          </p:contentPart>
        </mc:Choice>
        <mc:Fallback xmlns="">
          <p:pic>
            <p:nvPicPr>
              <p:cNvPr id="607" name="墨迹 606">
                <a:extLst>
                  <a:ext uri="{FF2B5EF4-FFF2-40B4-BE49-F238E27FC236}">
                    <a16:creationId xmlns:a16="http://schemas.microsoft.com/office/drawing/2014/main" id="{41AC6611-E9BB-4F90-84CC-83B1BB8FA0B6}"/>
                  </a:ext>
                </a:extLst>
              </p:cNvPr>
              <p:cNvPicPr/>
              <p:nvPr/>
            </p:nvPicPr>
            <p:blipFill>
              <a:blip r:embed="rId157"/>
              <a:stretch>
                <a:fillRect/>
              </a:stretch>
            </p:blipFill>
            <p:spPr>
              <a:xfrm>
                <a:off x="3483463" y="809983"/>
                <a:ext cx="205560" cy="6170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608" name="墨迹 607">
                <a:extLst>
                  <a:ext uri="{FF2B5EF4-FFF2-40B4-BE49-F238E27FC236}">
                    <a16:creationId xmlns:a16="http://schemas.microsoft.com/office/drawing/2014/main" id="{EDCAF025-19AD-494E-AD45-AC1813EA90AD}"/>
                  </a:ext>
                </a:extLst>
              </p14:cNvPr>
              <p14:cNvContentPartPr/>
              <p14:nvPr/>
            </p14:nvContentPartPr>
            <p14:xfrm>
              <a:off x="3840943" y="985303"/>
              <a:ext cx="297720" cy="364320"/>
            </p14:xfrm>
          </p:contentPart>
        </mc:Choice>
        <mc:Fallback xmlns="">
          <p:pic>
            <p:nvPicPr>
              <p:cNvPr id="608" name="墨迹 607">
                <a:extLst>
                  <a:ext uri="{FF2B5EF4-FFF2-40B4-BE49-F238E27FC236}">
                    <a16:creationId xmlns:a16="http://schemas.microsoft.com/office/drawing/2014/main" id="{EDCAF025-19AD-494E-AD45-AC1813EA90AD}"/>
                  </a:ext>
                </a:extLst>
              </p:cNvPr>
              <p:cNvPicPr/>
              <p:nvPr/>
            </p:nvPicPr>
            <p:blipFill>
              <a:blip r:embed="rId159"/>
              <a:stretch>
                <a:fillRect/>
              </a:stretch>
            </p:blipFill>
            <p:spPr>
              <a:xfrm>
                <a:off x="3831943" y="976663"/>
                <a:ext cx="315360" cy="3819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611" name="墨迹 610">
                <a:extLst>
                  <a:ext uri="{FF2B5EF4-FFF2-40B4-BE49-F238E27FC236}">
                    <a16:creationId xmlns:a16="http://schemas.microsoft.com/office/drawing/2014/main" id="{21B7D933-35A1-42CF-8011-65D979327A1D}"/>
                  </a:ext>
                </a:extLst>
              </p14:cNvPr>
              <p14:cNvContentPartPr/>
              <p14:nvPr/>
            </p14:nvContentPartPr>
            <p14:xfrm>
              <a:off x="4495783" y="1235503"/>
              <a:ext cx="94320" cy="107280"/>
            </p14:xfrm>
          </p:contentPart>
        </mc:Choice>
        <mc:Fallback xmlns="">
          <p:pic>
            <p:nvPicPr>
              <p:cNvPr id="611" name="墨迹 610">
                <a:extLst>
                  <a:ext uri="{FF2B5EF4-FFF2-40B4-BE49-F238E27FC236}">
                    <a16:creationId xmlns:a16="http://schemas.microsoft.com/office/drawing/2014/main" id="{21B7D933-35A1-42CF-8011-65D979327A1D}"/>
                  </a:ext>
                </a:extLst>
              </p:cNvPr>
              <p:cNvPicPr/>
              <p:nvPr/>
            </p:nvPicPr>
            <p:blipFill>
              <a:blip r:embed="rId161"/>
              <a:stretch>
                <a:fillRect/>
              </a:stretch>
            </p:blipFill>
            <p:spPr>
              <a:xfrm>
                <a:off x="4487143" y="1226863"/>
                <a:ext cx="11196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631" name="墨迹 630">
                <a:extLst>
                  <a:ext uri="{FF2B5EF4-FFF2-40B4-BE49-F238E27FC236}">
                    <a16:creationId xmlns:a16="http://schemas.microsoft.com/office/drawing/2014/main" id="{630DB831-149B-4D1D-AE47-7EFDC95D6F35}"/>
                  </a:ext>
                </a:extLst>
              </p14:cNvPr>
              <p14:cNvContentPartPr/>
              <p14:nvPr/>
            </p14:nvContentPartPr>
            <p14:xfrm>
              <a:off x="5389663" y="863623"/>
              <a:ext cx="634320" cy="645840"/>
            </p14:xfrm>
          </p:contentPart>
        </mc:Choice>
        <mc:Fallback xmlns="">
          <p:pic>
            <p:nvPicPr>
              <p:cNvPr id="631" name="墨迹 630">
                <a:extLst>
                  <a:ext uri="{FF2B5EF4-FFF2-40B4-BE49-F238E27FC236}">
                    <a16:creationId xmlns:a16="http://schemas.microsoft.com/office/drawing/2014/main" id="{630DB831-149B-4D1D-AE47-7EFDC95D6F35}"/>
                  </a:ext>
                </a:extLst>
              </p:cNvPr>
              <p:cNvPicPr/>
              <p:nvPr/>
            </p:nvPicPr>
            <p:blipFill>
              <a:blip r:embed="rId163"/>
              <a:stretch>
                <a:fillRect/>
              </a:stretch>
            </p:blipFill>
            <p:spPr>
              <a:xfrm>
                <a:off x="5380668" y="854623"/>
                <a:ext cx="651950" cy="6634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632" name="墨迹 631">
                <a:extLst>
                  <a:ext uri="{FF2B5EF4-FFF2-40B4-BE49-F238E27FC236}">
                    <a16:creationId xmlns:a16="http://schemas.microsoft.com/office/drawing/2014/main" id="{B194BFC7-2371-444F-A4D4-DDCB39B47E9D}"/>
                  </a:ext>
                </a:extLst>
              </p14:cNvPr>
              <p14:cNvContentPartPr/>
              <p14:nvPr/>
            </p14:nvContentPartPr>
            <p14:xfrm>
              <a:off x="4844983" y="939223"/>
              <a:ext cx="427320" cy="408960"/>
            </p14:xfrm>
          </p:contentPart>
        </mc:Choice>
        <mc:Fallback xmlns="">
          <p:pic>
            <p:nvPicPr>
              <p:cNvPr id="632" name="墨迹 631">
                <a:extLst>
                  <a:ext uri="{FF2B5EF4-FFF2-40B4-BE49-F238E27FC236}">
                    <a16:creationId xmlns:a16="http://schemas.microsoft.com/office/drawing/2014/main" id="{B194BFC7-2371-444F-A4D4-DDCB39B47E9D}"/>
                  </a:ext>
                </a:extLst>
              </p:cNvPr>
              <p:cNvPicPr/>
              <p:nvPr/>
            </p:nvPicPr>
            <p:blipFill>
              <a:blip r:embed="rId165"/>
              <a:stretch>
                <a:fillRect/>
              </a:stretch>
            </p:blipFill>
            <p:spPr>
              <a:xfrm>
                <a:off x="4836343" y="930583"/>
                <a:ext cx="44496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633" name="墨迹 632">
                <a:extLst>
                  <a:ext uri="{FF2B5EF4-FFF2-40B4-BE49-F238E27FC236}">
                    <a16:creationId xmlns:a16="http://schemas.microsoft.com/office/drawing/2014/main" id="{BB7FCBC7-D928-495E-99D7-C71AF75D7A0C}"/>
                  </a:ext>
                </a:extLst>
              </p14:cNvPr>
              <p14:cNvContentPartPr/>
              <p14:nvPr/>
            </p14:nvContentPartPr>
            <p14:xfrm>
              <a:off x="4245583" y="939223"/>
              <a:ext cx="170640" cy="410760"/>
            </p14:xfrm>
          </p:contentPart>
        </mc:Choice>
        <mc:Fallback xmlns="">
          <p:pic>
            <p:nvPicPr>
              <p:cNvPr id="633" name="墨迹 632">
                <a:extLst>
                  <a:ext uri="{FF2B5EF4-FFF2-40B4-BE49-F238E27FC236}">
                    <a16:creationId xmlns:a16="http://schemas.microsoft.com/office/drawing/2014/main" id="{BB7FCBC7-D928-495E-99D7-C71AF75D7A0C}"/>
                  </a:ext>
                </a:extLst>
              </p:cNvPr>
              <p:cNvPicPr/>
              <p:nvPr/>
            </p:nvPicPr>
            <p:blipFill>
              <a:blip r:embed="rId167"/>
              <a:stretch>
                <a:fillRect/>
              </a:stretch>
            </p:blipFill>
            <p:spPr>
              <a:xfrm>
                <a:off x="4236583" y="930583"/>
                <a:ext cx="188280" cy="4284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6" name="墨迹 15">
                <a:extLst>
                  <a:ext uri="{FF2B5EF4-FFF2-40B4-BE49-F238E27FC236}">
                    <a16:creationId xmlns:a16="http://schemas.microsoft.com/office/drawing/2014/main" id="{43B133AE-863C-4800-8BF1-0DDCBF5ADD01}"/>
                  </a:ext>
                </a:extLst>
              </p14:cNvPr>
              <p14:cNvContentPartPr/>
              <p14:nvPr/>
            </p14:nvContentPartPr>
            <p14:xfrm>
              <a:off x="7120427" y="2874329"/>
              <a:ext cx="105480" cy="242640"/>
            </p14:xfrm>
          </p:contentPart>
        </mc:Choice>
        <mc:Fallback xmlns="">
          <p:pic>
            <p:nvPicPr>
              <p:cNvPr id="16" name="墨迹 15">
                <a:extLst>
                  <a:ext uri="{FF2B5EF4-FFF2-40B4-BE49-F238E27FC236}">
                    <a16:creationId xmlns:a16="http://schemas.microsoft.com/office/drawing/2014/main" id="{43B133AE-863C-4800-8BF1-0DDCBF5ADD01}"/>
                  </a:ext>
                </a:extLst>
              </p:cNvPr>
              <p:cNvPicPr/>
              <p:nvPr/>
            </p:nvPicPr>
            <p:blipFill>
              <a:blip r:embed="rId169"/>
              <a:stretch>
                <a:fillRect/>
              </a:stretch>
            </p:blipFill>
            <p:spPr>
              <a:xfrm>
                <a:off x="7111757" y="2865689"/>
                <a:ext cx="12318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8" name="墨迹 17">
                <a:extLst>
                  <a:ext uri="{FF2B5EF4-FFF2-40B4-BE49-F238E27FC236}">
                    <a16:creationId xmlns:a16="http://schemas.microsoft.com/office/drawing/2014/main" id="{DD7FCF14-FA11-4F22-84EA-6EC8CBA29352}"/>
                  </a:ext>
                </a:extLst>
              </p14:cNvPr>
              <p14:cNvContentPartPr/>
              <p14:nvPr/>
            </p14:nvContentPartPr>
            <p14:xfrm>
              <a:off x="6868787" y="2915369"/>
              <a:ext cx="182880" cy="189000"/>
            </p14:xfrm>
          </p:contentPart>
        </mc:Choice>
        <mc:Fallback xmlns="">
          <p:pic>
            <p:nvPicPr>
              <p:cNvPr id="18" name="墨迹 17">
                <a:extLst>
                  <a:ext uri="{FF2B5EF4-FFF2-40B4-BE49-F238E27FC236}">
                    <a16:creationId xmlns:a16="http://schemas.microsoft.com/office/drawing/2014/main" id="{DD7FCF14-FA11-4F22-84EA-6EC8CBA29352}"/>
                  </a:ext>
                </a:extLst>
              </p:cNvPr>
              <p:cNvPicPr/>
              <p:nvPr/>
            </p:nvPicPr>
            <p:blipFill>
              <a:blip r:embed="rId171"/>
              <a:stretch>
                <a:fillRect/>
              </a:stretch>
            </p:blipFill>
            <p:spPr>
              <a:xfrm>
                <a:off x="6859787" y="2906713"/>
                <a:ext cx="200520" cy="206674"/>
              </a:xfrm>
              <a:prstGeom prst="rect">
                <a:avLst/>
              </a:prstGeom>
            </p:spPr>
          </p:pic>
        </mc:Fallback>
      </mc:AlternateContent>
    </p:spTree>
    <p:extLst>
      <p:ext uri="{BB962C8B-B14F-4D97-AF65-F5344CB8AC3E}">
        <p14:creationId xmlns:p14="http://schemas.microsoft.com/office/powerpoint/2010/main" val="1643825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859AA5F-17E8-4463-BB64-C9838D885F8D}"/>
              </a:ext>
            </a:extLst>
          </p:cNvPr>
          <p:cNvSpPr>
            <a:spLocks noGrp="1"/>
          </p:cNvSpPr>
          <p:nvPr>
            <p:ph idx="1"/>
          </p:nvPr>
        </p:nvSpPr>
        <p:spPr>
          <a:xfrm>
            <a:off x="838200" y="1825625"/>
            <a:ext cx="6236856" cy="4351338"/>
          </a:xfrm>
        </p:spPr>
        <p:txBody>
          <a:bodyPr>
            <a:normAutofit/>
          </a:bodyPr>
          <a:lstStyle/>
          <a:p>
            <a:r>
              <a:rPr lang="en-US" altLang="zh-CN" sz="1800" dirty="0">
                <a:latin typeface="Bookman Old Style" panose="02050604050505020204" pitchFamily="18" charset="0"/>
              </a:rPr>
              <a:t>8. 	5 8 </a:t>
            </a:r>
            <a:r>
              <a:rPr lang="en-US" altLang="zh-CN" sz="1800" b="1" dirty="0">
                <a:latin typeface="Bookman Old Style" panose="02050604050505020204" pitchFamily="18" charset="0"/>
              </a:rPr>
              <a:t>1 2</a:t>
            </a:r>
            <a:r>
              <a:rPr lang="en-US" altLang="zh-CN" sz="1800" dirty="0">
                <a:latin typeface="Bookman Old Style" panose="02050604050505020204" pitchFamily="18" charset="0"/>
              </a:rPr>
              <a:t> 5</a:t>
            </a:r>
            <a:r>
              <a:rPr lang="zh-CN" altLang="en-US" sz="1800" dirty="0">
                <a:latin typeface="Bookman Old Style" panose="02050604050505020204" pitchFamily="18" charset="0"/>
              </a:rPr>
              <a:t>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10.	</a:t>
            </a:r>
            <a:r>
              <a:rPr lang="zh-CN" altLang="en-US" sz="1800" dirty="0">
                <a:latin typeface="Bookman Old Style" panose="02050604050505020204" pitchFamily="18" charset="0"/>
              </a:rPr>
              <a:t>这种紫色的花由于其独特的芳香，常被制作成干花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14.	</a:t>
            </a:r>
            <a:r>
              <a:rPr lang="zh-CN" altLang="en-US" sz="1800" dirty="0">
                <a:latin typeface="Bookman Old Style" panose="02050604050505020204" pitchFamily="18" charset="0"/>
              </a:rPr>
              <a:t>某种病毒的名字，这个名字的来源与上古时期的战争有关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33.	</a:t>
            </a:r>
            <a:r>
              <a:rPr lang="zh-CN" altLang="en-US" sz="1800" dirty="0">
                <a:latin typeface="Bookman Old Style" panose="02050604050505020204" pitchFamily="18" charset="0"/>
              </a:rPr>
              <a:t>本是另一个数学概念，但是由于缩写相同通常被程序员用于表示无穷 </a:t>
            </a:r>
            <a:endParaRPr lang="en-US" altLang="zh-CN" sz="1800" dirty="0">
              <a:latin typeface="Bookman Old Style" panose="02050604050505020204" pitchFamily="18" charset="0"/>
            </a:endParaRPr>
          </a:p>
          <a:p>
            <a:r>
              <a:rPr lang="en-US" altLang="zh-CN" sz="1800" dirty="0">
                <a:latin typeface="Bookman Old Style" panose="02050604050505020204" pitchFamily="18" charset="0"/>
              </a:rPr>
              <a:t>43.	</a:t>
            </a:r>
            <a:r>
              <a:rPr lang="zh-CN" altLang="en-US" sz="1800" dirty="0">
                <a:latin typeface="Bookman Old Style" panose="02050604050505020204" pitchFamily="18" charset="0"/>
              </a:rPr>
              <a:t>英国皇家学会会员，通过燃烧实验证明了空气的作用，并设计了排水集气法 </a:t>
            </a:r>
          </a:p>
        </p:txBody>
      </p:sp>
      <mc:AlternateContent xmlns:mc="http://schemas.openxmlformats.org/markup-compatibility/2006" xmlns:p14="http://schemas.microsoft.com/office/powerpoint/2010/main">
        <mc:Choice Requires="p14">
          <p:contentPart p14:bwMode="auto" r:id="rId2">
            <p14:nvContentPartPr>
              <p14:cNvPr id="6" name="墨迹 5">
                <a:extLst>
                  <a:ext uri="{FF2B5EF4-FFF2-40B4-BE49-F238E27FC236}">
                    <a16:creationId xmlns:a16="http://schemas.microsoft.com/office/drawing/2014/main" id="{AB51F409-EB8C-4301-8777-A5B3CFAF145F}"/>
                  </a:ext>
                </a:extLst>
              </p14:cNvPr>
              <p14:cNvContentPartPr/>
              <p14:nvPr/>
            </p14:nvContentPartPr>
            <p14:xfrm>
              <a:off x="975140" y="606527"/>
              <a:ext cx="521678" cy="671933"/>
            </p14:xfrm>
          </p:contentPart>
        </mc:Choice>
        <mc:Fallback xmlns="">
          <p:pic>
            <p:nvPicPr>
              <p:cNvPr id="6" name="墨迹 5">
                <a:extLst>
                  <a:ext uri="{FF2B5EF4-FFF2-40B4-BE49-F238E27FC236}">
                    <a16:creationId xmlns:a16="http://schemas.microsoft.com/office/drawing/2014/main" id="{AB51F409-EB8C-4301-8777-A5B3CFAF145F}"/>
                  </a:ext>
                </a:extLst>
              </p:cNvPr>
              <p:cNvPicPr/>
              <p:nvPr/>
            </p:nvPicPr>
            <p:blipFill>
              <a:blip r:embed="rId3"/>
              <a:stretch>
                <a:fillRect/>
              </a:stretch>
            </p:blipFill>
            <p:spPr>
              <a:xfrm>
                <a:off x="966499" y="597880"/>
                <a:ext cx="539319" cy="689587"/>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 name="墨迹 11">
                <a:extLst>
                  <a:ext uri="{FF2B5EF4-FFF2-40B4-BE49-F238E27FC236}">
                    <a16:creationId xmlns:a16="http://schemas.microsoft.com/office/drawing/2014/main" id="{7EAB22BB-FBC1-4685-93DC-5682955D57BD}"/>
                  </a:ext>
                </a:extLst>
              </p14:cNvPr>
              <p14:cNvContentPartPr/>
              <p14:nvPr/>
            </p14:nvContentPartPr>
            <p14:xfrm>
              <a:off x="1579865" y="642449"/>
              <a:ext cx="427524" cy="586691"/>
            </p14:xfrm>
          </p:contentPart>
        </mc:Choice>
        <mc:Fallback xmlns="">
          <p:pic>
            <p:nvPicPr>
              <p:cNvPr id="12" name="墨迹 11">
                <a:extLst>
                  <a:ext uri="{FF2B5EF4-FFF2-40B4-BE49-F238E27FC236}">
                    <a16:creationId xmlns:a16="http://schemas.microsoft.com/office/drawing/2014/main" id="{7EAB22BB-FBC1-4685-93DC-5682955D57BD}"/>
                  </a:ext>
                </a:extLst>
              </p:cNvPr>
              <p:cNvPicPr/>
              <p:nvPr/>
            </p:nvPicPr>
            <p:blipFill>
              <a:blip r:embed="rId5"/>
              <a:stretch>
                <a:fillRect/>
              </a:stretch>
            </p:blipFill>
            <p:spPr>
              <a:xfrm>
                <a:off x="1571228" y="633451"/>
                <a:ext cx="445158" cy="604328"/>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墨迹 14">
                <a:extLst>
                  <a:ext uri="{FF2B5EF4-FFF2-40B4-BE49-F238E27FC236}">
                    <a16:creationId xmlns:a16="http://schemas.microsoft.com/office/drawing/2014/main" id="{FFADE27F-2C53-4414-8B03-139820CFFB1B}"/>
                  </a:ext>
                </a:extLst>
              </p14:cNvPr>
              <p14:cNvContentPartPr/>
              <p14:nvPr/>
            </p14:nvContentPartPr>
            <p14:xfrm>
              <a:off x="2234980" y="652952"/>
              <a:ext cx="431903" cy="624788"/>
            </p14:xfrm>
          </p:contentPart>
        </mc:Choice>
        <mc:Fallback xmlns="">
          <p:pic>
            <p:nvPicPr>
              <p:cNvPr id="15" name="墨迹 14">
                <a:extLst>
                  <a:ext uri="{FF2B5EF4-FFF2-40B4-BE49-F238E27FC236}">
                    <a16:creationId xmlns:a16="http://schemas.microsoft.com/office/drawing/2014/main" id="{FFADE27F-2C53-4414-8B03-139820CFFB1B}"/>
                  </a:ext>
                </a:extLst>
              </p:cNvPr>
              <p:cNvPicPr/>
              <p:nvPr/>
            </p:nvPicPr>
            <p:blipFill>
              <a:blip r:embed="rId7"/>
              <a:stretch>
                <a:fillRect/>
              </a:stretch>
            </p:blipFill>
            <p:spPr>
              <a:xfrm>
                <a:off x="2225975" y="644314"/>
                <a:ext cx="449554" cy="642423"/>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墨迹 17">
                <a:extLst>
                  <a:ext uri="{FF2B5EF4-FFF2-40B4-BE49-F238E27FC236}">
                    <a16:creationId xmlns:a16="http://schemas.microsoft.com/office/drawing/2014/main" id="{F0C24F53-609A-40F0-B553-149AFE42595A}"/>
                  </a:ext>
                </a:extLst>
              </p14:cNvPr>
              <p14:cNvContentPartPr/>
              <p14:nvPr/>
            </p14:nvContentPartPr>
            <p14:xfrm>
              <a:off x="2975483" y="683846"/>
              <a:ext cx="544669" cy="601454"/>
            </p14:xfrm>
          </p:contentPart>
        </mc:Choice>
        <mc:Fallback xmlns="">
          <p:pic>
            <p:nvPicPr>
              <p:cNvPr id="18" name="墨迹 17">
                <a:extLst>
                  <a:ext uri="{FF2B5EF4-FFF2-40B4-BE49-F238E27FC236}">
                    <a16:creationId xmlns:a16="http://schemas.microsoft.com/office/drawing/2014/main" id="{F0C24F53-609A-40F0-B553-149AFE42595A}"/>
                  </a:ext>
                </a:extLst>
              </p:cNvPr>
              <p:cNvPicPr/>
              <p:nvPr/>
            </p:nvPicPr>
            <p:blipFill>
              <a:blip r:embed="rId9"/>
              <a:stretch>
                <a:fillRect/>
              </a:stretch>
            </p:blipFill>
            <p:spPr>
              <a:xfrm>
                <a:off x="2966483" y="675208"/>
                <a:ext cx="562309" cy="619091"/>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墨迹 20">
                <a:extLst>
                  <a:ext uri="{FF2B5EF4-FFF2-40B4-BE49-F238E27FC236}">
                    <a16:creationId xmlns:a16="http://schemas.microsoft.com/office/drawing/2014/main" id="{0D9F5FCB-4A40-4CEC-BA26-F473F20CC113}"/>
                  </a:ext>
                </a:extLst>
              </p14:cNvPr>
              <p14:cNvContentPartPr/>
              <p14:nvPr/>
            </p14:nvContentPartPr>
            <p14:xfrm>
              <a:off x="3714950" y="804233"/>
              <a:ext cx="730239" cy="423827"/>
            </p14:xfrm>
          </p:contentPart>
        </mc:Choice>
        <mc:Fallback xmlns="">
          <p:pic>
            <p:nvPicPr>
              <p:cNvPr id="21" name="墨迹 20">
                <a:extLst>
                  <a:ext uri="{FF2B5EF4-FFF2-40B4-BE49-F238E27FC236}">
                    <a16:creationId xmlns:a16="http://schemas.microsoft.com/office/drawing/2014/main" id="{0D9F5FCB-4A40-4CEC-BA26-F473F20CC113}"/>
                  </a:ext>
                </a:extLst>
              </p:cNvPr>
              <p:cNvPicPr/>
              <p:nvPr/>
            </p:nvPicPr>
            <p:blipFill>
              <a:blip r:embed="rId11"/>
              <a:stretch>
                <a:fillRect/>
              </a:stretch>
            </p:blipFill>
            <p:spPr>
              <a:xfrm>
                <a:off x="3706308" y="795231"/>
                <a:ext cx="747883" cy="441471"/>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墨迹 23">
                <a:extLst>
                  <a:ext uri="{FF2B5EF4-FFF2-40B4-BE49-F238E27FC236}">
                    <a16:creationId xmlns:a16="http://schemas.microsoft.com/office/drawing/2014/main" id="{2B28CC98-38FF-4721-B2C0-945EC1E9822C}"/>
                  </a:ext>
                </a:extLst>
              </p14:cNvPr>
              <p14:cNvContentPartPr/>
              <p14:nvPr/>
            </p14:nvContentPartPr>
            <p14:xfrm>
              <a:off x="5045084" y="828605"/>
              <a:ext cx="676046" cy="440495"/>
            </p14:xfrm>
          </p:contentPart>
        </mc:Choice>
        <mc:Fallback xmlns="">
          <p:pic>
            <p:nvPicPr>
              <p:cNvPr id="24" name="墨迹 23">
                <a:extLst>
                  <a:ext uri="{FF2B5EF4-FFF2-40B4-BE49-F238E27FC236}">
                    <a16:creationId xmlns:a16="http://schemas.microsoft.com/office/drawing/2014/main" id="{2B28CC98-38FF-4721-B2C0-945EC1E9822C}"/>
                  </a:ext>
                </a:extLst>
              </p:cNvPr>
              <p:cNvPicPr/>
              <p:nvPr/>
            </p:nvPicPr>
            <p:blipFill>
              <a:blip r:embed="rId13"/>
              <a:stretch>
                <a:fillRect/>
              </a:stretch>
            </p:blipFill>
            <p:spPr>
              <a:xfrm>
                <a:off x="5036080" y="819608"/>
                <a:ext cx="693695" cy="458129"/>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5" name="墨迹 24">
                <a:extLst>
                  <a:ext uri="{FF2B5EF4-FFF2-40B4-BE49-F238E27FC236}">
                    <a16:creationId xmlns:a16="http://schemas.microsoft.com/office/drawing/2014/main" id="{52AF180F-DBFD-4AFA-BB57-87A2847DBDC8}"/>
                  </a:ext>
                </a:extLst>
              </p14:cNvPr>
              <p14:cNvContentPartPr/>
              <p14:nvPr/>
            </p14:nvContentPartPr>
            <p14:xfrm>
              <a:off x="5968619" y="741632"/>
              <a:ext cx="536458" cy="534308"/>
            </p14:xfrm>
          </p:contentPart>
        </mc:Choice>
        <mc:Fallback xmlns="">
          <p:pic>
            <p:nvPicPr>
              <p:cNvPr id="25" name="墨迹 24">
                <a:extLst>
                  <a:ext uri="{FF2B5EF4-FFF2-40B4-BE49-F238E27FC236}">
                    <a16:creationId xmlns:a16="http://schemas.microsoft.com/office/drawing/2014/main" id="{52AF180F-DBFD-4AFA-BB57-87A2847DBDC8}"/>
                  </a:ext>
                </a:extLst>
              </p:cNvPr>
              <p:cNvPicPr/>
              <p:nvPr/>
            </p:nvPicPr>
            <p:blipFill>
              <a:blip r:embed="rId15"/>
              <a:stretch>
                <a:fillRect/>
              </a:stretch>
            </p:blipFill>
            <p:spPr>
              <a:xfrm>
                <a:off x="5959972" y="732631"/>
                <a:ext cx="554112" cy="55195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7" name="墨迹 26">
                <a:extLst>
                  <a:ext uri="{FF2B5EF4-FFF2-40B4-BE49-F238E27FC236}">
                    <a16:creationId xmlns:a16="http://schemas.microsoft.com/office/drawing/2014/main" id="{6B89EC63-E336-4DA4-8488-4486469426B5}"/>
                  </a:ext>
                </a:extLst>
              </p14:cNvPr>
              <p14:cNvContentPartPr/>
              <p14:nvPr/>
            </p14:nvContentPartPr>
            <p14:xfrm>
              <a:off x="7366068" y="1009844"/>
              <a:ext cx="686447" cy="53336"/>
            </p14:xfrm>
          </p:contentPart>
        </mc:Choice>
        <mc:Fallback xmlns="">
          <p:pic>
            <p:nvPicPr>
              <p:cNvPr id="27" name="墨迹 26">
                <a:extLst>
                  <a:ext uri="{FF2B5EF4-FFF2-40B4-BE49-F238E27FC236}">
                    <a16:creationId xmlns:a16="http://schemas.microsoft.com/office/drawing/2014/main" id="{6B89EC63-E336-4DA4-8488-4486469426B5}"/>
                  </a:ext>
                </a:extLst>
              </p:cNvPr>
              <p:cNvPicPr/>
              <p:nvPr/>
            </p:nvPicPr>
            <p:blipFill>
              <a:blip r:embed="rId17"/>
              <a:stretch>
                <a:fillRect/>
              </a:stretch>
            </p:blipFill>
            <p:spPr>
              <a:xfrm>
                <a:off x="7357064" y="1001136"/>
                <a:ext cx="704094" cy="71115"/>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0" name="墨迹 29">
                <a:extLst>
                  <a:ext uri="{FF2B5EF4-FFF2-40B4-BE49-F238E27FC236}">
                    <a16:creationId xmlns:a16="http://schemas.microsoft.com/office/drawing/2014/main" id="{5A47AB70-3190-458B-A998-E6C56D8D11DB}"/>
                  </a:ext>
                </a:extLst>
              </p14:cNvPr>
              <p14:cNvContentPartPr/>
              <p14:nvPr/>
            </p14:nvContentPartPr>
            <p14:xfrm>
              <a:off x="8298540" y="681037"/>
              <a:ext cx="582987" cy="595263"/>
            </p14:xfrm>
          </p:contentPart>
        </mc:Choice>
        <mc:Fallback xmlns="">
          <p:pic>
            <p:nvPicPr>
              <p:cNvPr id="30" name="墨迹 29">
                <a:extLst>
                  <a:ext uri="{FF2B5EF4-FFF2-40B4-BE49-F238E27FC236}">
                    <a16:creationId xmlns:a16="http://schemas.microsoft.com/office/drawing/2014/main" id="{5A47AB70-3190-458B-A998-E6C56D8D11DB}"/>
                  </a:ext>
                </a:extLst>
              </p:cNvPr>
              <p:cNvPicPr/>
              <p:nvPr/>
            </p:nvPicPr>
            <p:blipFill>
              <a:blip r:embed="rId19"/>
              <a:stretch>
                <a:fillRect/>
              </a:stretch>
            </p:blipFill>
            <p:spPr>
              <a:xfrm>
                <a:off x="8289538" y="672029"/>
                <a:ext cx="600631" cy="612919"/>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1" name="墨迹 30">
                <a:extLst>
                  <a:ext uri="{FF2B5EF4-FFF2-40B4-BE49-F238E27FC236}">
                    <a16:creationId xmlns:a16="http://schemas.microsoft.com/office/drawing/2014/main" id="{8D2F3AEF-0B26-48E6-9CBE-5E45698A40F7}"/>
                  </a:ext>
                </a:extLst>
              </p14:cNvPr>
              <p14:cNvContentPartPr/>
              <p14:nvPr/>
            </p14:nvContentPartPr>
            <p14:xfrm>
              <a:off x="6887780" y="667900"/>
              <a:ext cx="18720" cy="709920"/>
            </p14:xfrm>
          </p:contentPart>
        </mc:Choice>
        <mc:Fallback xmlns="">
          <p:pic>
            <p:nvPicPr>
              <p:cNvPr id="31" name="墨迹 30">
                <a:extLst>
                  <a:ext uri="{FF2B5EF4-FFF2-40B4-BE49-F238E27FC236}">
                    <a16:creationId xmlns:a16="http://schemas.microsoft.com/office/drawing/2014/main" id="{8D2F3AEF-0B26-48E6-9CBE-5E45698A40F7}"/>
                  </a:ext>
                </a:extLst>
              </p:cNvPr>
              <p:cNvPicPr/>
              <p:nvPr/>
            </p:nvPicPr>
            <p:blipFill>
              <a:blip r:embed="rId21"/>
              <a:stretch>
                <a:fillRect/>
              </a:stretch>
            </p:blipFill>
            <p:spPr>
              <a:xfrm>
                <a:off x="6878780" y="658900"/>
                <a:ext cx="36360" cy="727560"/>
              </a:xfrm>
              <a:prstGeom prst="rect">
                <a:avLst/>
              </a:prstGeom>
            </p:spPr>
          </p:pic>
        </mc:Fallback>
      </mc:AlternateContent>
      <p:sp>
        <p:nvSpPr>
          <p:cNvPr id="32" name="文本框 31">
            <a:extLst>
              <a:ext uri="{FF2B5EF4-FFF2-40B4-BE49-F238E27FC236}">
                <a16:creationId xmlns:a16="http://schemas.microsoft.com/office/drawing/2014/main" id="{BBA01EB5-3BA5-4515-A2DB-3A17C0F4DC45}"/>
              </a:ext>
            </a:extLst>
          </p:cNvPr>
          <p:cNvSpPr txBox="1"/>
          <p:nvPr/>
        </p:nvSpPr>
        <p:spPr>
          <a:xfrm>
            <a:off x="9304867" y="1161378"/>
            <a:ext cx="2220480" cy="215444"/>
          </a:xfrm>
          <a:prstGeom prst="rect">
            <a:avLst/>
          </a:prstGeom>
          <a:noFill/>
        </p:spPr>
        <p:txBody>
          <a:bodyPr wrap="none" rtlCol="0">
            <a:spAutoFit/>
          </a:bodyPr>
          <a:lstStyle/>
          <a:p>
            <a:r>
              <a:rPr lang="en-US" altLang="zh-CN" sz="800" dirty="0"/>
              <a:t>(</a:t>
            </a:r>
            <a:r>
              <a:rPr lang="zh-CN" altLang="en-US" sz="800" dirty="0"/>
              <a:t>如果不知道这种密码可以搜索“曲折加密术”</a:t>
            </a:r>
            <a:r>
              <a:rPr lang="en-US" altLang="zh-CN" sz="800" dirty="0"/>
              <a:t>)</a:t>
            </a:r>
            <a:endParaRPr lang="zh-CN" altLang="en-US" sz="800" dirty="0"/>
          </a:p>
        </p:txBody>
      </p:sp>
      <mc:AlternateContent xmlns:mc="http://schemas.openxmlformats.org/markup-compatibility/2006" xmlns:p14="http://schemas.microsoft.com/office/powerpoint/2010/main">
        <mc:Choice Requires="p14">
          <p:contentPart p14:bwMode="auto" r:id="rId22">
            <p14:nvContentPartPr>
              <p14:cNvPr id="42" name="墨迹 41">
                <a:extLst>
                  <a:ext uri="{FF2B5EF4-FFF2-40B4-BE49-F238E27FC236}">
                    <a16:creationId xmlns:a16="http://schemas.microsoft.com/office/drawing/2014/main" id="{1A21ED0B-3394-4E99-B617-446DBF670D24}"/>
                  </a:ext>
                </a:extLst>
              </p14:cNvPr>
              <p14:cNvContentPartPr/>
              <p14:nvPr/>
            </p14:nvContentPartPr>
            <p14:xfrm>
              <a:off x="7207907" y="1427489"/>
              <a:ext cx="900360" cy="376920"/>
            </p14:xfrm>
          </p:contentPart>
        </mc:Choice>
        <mc:Fallback xmlns="">
          <p:pic>
            <p:nvPicPr>
              <p:cNvPr id="42" name="墨迹 41">
                <a:extLst>
                  <a:ext uri="{FF2B5EF4-FFF2-40B4-BE49-F238E27FC236}">
                    <a16:creationId xmlns:a16="http://schemas.microsoft.com/office/drawing/2014/main" id="{1A21ED0B-3394-4E99-B617-446DBF670D24}"/>
                  </a:ext>
                </a:extLst>
              </p:cNvPr>
              <p:cNvPicPr/>
              <p:nvPr/>
            </p:nvPicPr>
            <p:blipFill>
              <a:blip r:embed="rId57"/>
              <a:stretch>
                <a:fillRect/>
              </a:stretch>
            </p:blipFill>
            <p:spPr>
              <a:xfrm>
                <a:off x="7199267" y="1418489"/>
                <a:ext cx="91800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6" name="墨迹 55">
                <a:extLst>
                  <a:ext uri="{FF2B5EF4-FFF2-40B4-BE49-F238E27FC236}">
                    <a16:creationId xmlns:a16="http://schemas.microsoft.com/office/drawing/2014/main" id="{0A6B05EA-AADF-432F-B3B0-22A4408BC31B}"/>
                  </a:ext>
                </a:extLst>
              </p14:cNvPr>
              <p14:cNvContentPartPr/>
              <p14:nvPr/>
            </p14:nvContentPartPr>
            <p14:xfrm>
              <a:off x="9375827" y="1457729"/>
              <a:ext cx="822600" cy="366480"/>
            </p14:xfrm>
          </p:contentPart>
        </mc:Choice>
        <mc:Fallback xmlns="">
          <p:pic>
            <p:nvPicPr>
              <p:cNvPr id="56" name="墨迹 55">
                <a:extLst>
                  <a:ext uri="{FF2B5EF4-FFF2-40B4-BE49-F238E27FC236}">
                    <a16:creationId xmlns:a16="http://schemas.microsoft.com/office/drawing/2014/main" id="{0A6B05EA-AADF-432F-B3B0-22A4408BC31B}"/>
                  </a:ext>
                </a:extLst>
              </p:cNvPr>
              <p:cNvPicPr/>
              <p:nvPr/>
            </p:nvPicPr>
            <p:blipFill>
              <a:blip r:embed="rId59"/>
              <a:stretch>
                <a:fillRect/>
              </a:stretch>
            </p:blipFill>
            <p:spPr>
              <a:xfrm>
                <a:off x="9366827" y="1448738"/>
                <a:ext cx="840240" cy="384103"/>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4" name="墨迹 73">
                <a:extLst>
                  <a:ext uri="{FF2B5EF4-FFF2-40B4-BE49-F238E27FC236}">
                    <a16:creationId xmlns:a16="http://schemas.microsoft.com/office/drawing/2014/main" id="{0FEF070B-0690-43EF-AE6F-A2CDE4AB7204}"/>
                  </a:ext>
                </a:extLst>
              </p14:cNvPr>
              <p14:cNvContentPartPr/>
              <p14:nvPr/>
            </p14:nvContentPartPr>
            <p14:xfrm>
              <a:off x="10303907" y="1396529"/>
              <a:ext cx="429840" cy="309240"/>
            </p14:xfrm>
          </p:contentPart>
        </mc:Choice>
        <mc:Fallback xmlns="">
          <p:pic>
            <p:nvPicPr>
              <p:cNvPr id="74" name="墨迹 73">
                <a:extLst>
                  <a:ext uri="{FF2B5EF4-FFF2-40B4-BE49-F238E27FC236}">
                    <a16:creationId xmlns:a16="http://schemas.microsoft.com/office/drawing/2014/main" id="{0FEF070B-0690-43EF-AE6F-A2CDE4AB7204}"/>
                  </a:ext>
                </a:extLst>
              </p:cNvPr>
              <p:cNvPicPr/>
              <p:nvPr/>
            </p:nvPicPr>
            <p:blipFill>
              <a:blip r:embed="rId61"/>
              <a:stretch>
                <a:fillRect/>
              </a:stretch>
            </p:blipFill>
            <p:spPr>
              <a:xfrm>
                <a:off x="10295260" y="1387889"/>
                <a:ext cx="447495"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5" name="墨迹 74">
                <a:extLst>
                  <a:ext uri="{FF2B5EF4-FFF2-40B4-BE49-F238E27FC236}">
                    <a16:creationId xmlns:a16="http://schemas.microsoft.com/office/drawing/2014/main" id="{EE5BC6D2-849F-4F50-8F4A-A3CC99EE62F5}"/>
                  </a:ext>
                </a:extLst>
              </p14:cNvPr>
              <p14:cNvContentPartPr/>
              <p14:nvPr/>
            </p14:nvContentPartPr>
            <p14:xfrm>
              <a:off x="10855067" y="1438289"/>
              <a:ext cx="312120" cy="246960"/>
            </p14:xfrm>
          </p:contentPart>
        </mc:Choice>
        <mc:Fallback xmlns="">
          <p:pic>
            <p:nvPicPr>
              <p:cNvPr id="75" name="墨迹 74">
                <a:extLst>
                  <a:ext uri="{FF2B5EF4-FFF2-40B4-BE49-F238E27FC236}">
                    <a16:creationId xmlns:a16="http://schemas.microsoft.com/office/drawing/2014/main" id="{EE5BC6D2-849F-4F50-8F4A-A3CC99EE62F5}"/>
                  </a:ext>
                </a:extLst>
              </p:cNvPr>
              <p:cNvPicPr/>
              <p:nvPr/>
            </p:nvPicPr>
            <p:blipFill>
              <a:blip r:embed="rId63"/>
              <a:stretch>
                <a:fillRect/>
              </a:stretch>
            </p:blipFill>
            <p:spPr>
              <a:xfrm>
                <a:off x="10846057" y="1429649"/>
                <a:ext cx="3297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76" name="墨迹 75">
                <a:extLst>
                  <a:ext uri="{FF2B5EF4-FFF2-40B4-BE49-F238E27FC236}">
                    <a16:creationId xmlns:a16="http://schemas.microsoft.com/office/drawing/2014/main" id="{E8D49693-E51A-4B58-B264-CA8BE581E948}"/>
                  </a:ext>
                </a:extLst>
              </p14:cNvPr>
              <p14:cNvContentPartPr/>
              <p14:nvPr/>
            </p14:nvContentPartPr>
            <p14:xfrm>
              <a:off x="7308347" y="1956329"/>
              <a:ext cx="232920" cy="205200"/>
            </p14:xfrm>
          </p:contentPart>
        </mc:Choice>
        <mc:Fallback xmlns="">
          <p:pic>
            <p:nvPicPr>
              <p:cNvPr id="76" name="墨迹 75">
                <a:extLst>
                  <a:ext uri="{FF2B5EF4-FFF2-40B4-BE49-F238E27FC236}">
                    <a16:creationId xmlns:a16="http://schemas.microsoft.com/office/drawing/2014/main" id="{E8D49693-E51A-4B58-B264-CA8BE581E948}"/>
                  </a:ext>
                </a:extLst>
              </p:cNvPr>
              <p:cNvPicPr/>
              <p:nvPr/>
            </p:nvPicPr>
            <p:blipFill>
              <a:blip r:embed="rId65"/>
              <a:stretch>
                <a:fillRect/>
              </a:stretch>
            </p:blipFill>
            <p:spPr>
              <a:xfrm>
                <a:off x="7299347" y="1947329"/>
                <a:ext cx="25056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2" name="墨迹 81">
                <a:extLst>
                  <a:ext uri="{FF2B5EF4-FFF2-40B4-BE49-F238E27FC236}">
                    <a16:creationId xmlns:a16="http://schemas.microsoft.com/office/drawing/2014/main" id="{9CB9A3A3-FB69-4E4C-A43C-2149A74CE8AA}"/>
                  </a:ext>
                </a:extLst>
              </p14:cNvPr>
              <p14:cNvContentPartPr/>
              <p14:nvPr/>
            </p14:nvContentPartPr>
            <p14:xfrm>
              <a:off x="7655027" y="1926809"/>
              <a:ext cx="556920" cy="225360"/>
            </p14:xfrm>
          </p:contentPart>
        </mc:Choice>
        <mc:Fallback xmlns="">
          <p:pic>
            <p:nvPicPr>
              <p:cNvPr id="82" name="墨迹 81">
                <a:extLst>
                  <a:ext uri="{FF2B5EF4-FFF2-40B4-BE49-F238E27FC236}">
                    <a16:creationId xmlns:a16="http://schemas.microsoft.com/office/drawing/2014/main" id="{9CB9A3A3-FB69-4E4C-A43C-2149A74CE8AA}"/>
                  </a:ext>
                </a:extLst>
              </p:cNvPr>
              <p:cNvPicPr/>
              <p:nvPr/>
            </p:nvPicPr>
            <p:blipFill>
              <a:blip r:embed="rId67"/>
              <a:stretch>
                <a:fillRect/>
              </a:stretch>
            </p:blipFill>
            <p:spPr>
              <a:xfrm>
                <a:off x="7646381" y="1917823"/>
                <a:ext cx="574571" cy="242972"/>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3" name="墨迹 82">
                <a:extLst>
                  <a:ext uri="{FF2B5EF4-FFF2-40B4-BE49-F238E27FC236}">
                    <a16:creationId xmlns:a16="http://schemas.microsoft.com/office/drawing/2014/main" id="{E7880B5E-8F98-43B3-AE7A-90BFBB70B7EF}"/>
                  </a:ext>
                </a:extLst>
              </p14:cNvPr>
              <p14:cNvContentPartPr/>
              <p14:nvPr/>
            </p14:nvContentPartPr>
            <p14:xfrm>
              <a:off x="7367387" y="2267009"/>
              <a:ext cx="95760" cy="39600"/>
            </p14:xfrm>
          </p:contentPart>
        </mc:Choice>
        <mc:Fallback xmlns="">
          <p:pic>
            <p:nvPicPr>
              <p:cNvPr id="83" name="墨迹 82">
                <a:extLst>
                  <a:ext uri="{FF2B5EF4-FFF2-40B4-BE49-F238E27FC236}">
                    <a16:creationId xmlns:a16="http://schemas.microsoft.com/office/drawing/2014/main" id="{E7880B5E-8F98-43B3-AE7A-90BFBB70B7EF}"/>
                  </a:ext>
                </a:extLst>
              </p:cNvPr>
              <p:cNvPicPr/>
              <p:nvPr/>
            </p:nvPicPr>
            <p:blipFill>
              <a:blip r:embed="rId69"/>
              <a:stretch>
                <a:fillRect/>
              </a:stretch>
            </p:blipFill>
            <p:spPr>
              <a:xfrm>
                <a:off x="7358387" y="2258369"/>
                <a:ext cx="11340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4" name="墨迹 83">
                <a:extLst>
                  <a:ext uri="{FF2B5EF4-FFF2-40B4-BE49-F238E27FC236}">
                    <a16:creationId xmlns:a16="http://schemas.microsoft.com/office/drawing/2014/main" id="{0A008CDC-8E0F-4809-9E23-B1A2AF4EF043}"/>
                  </a:ext>
                </a:extLst>
              </p14:cNvPr>
              <p14:cNvContentPartPr/>
              <p14:nvPr/>
            </p14:nvContentPartPr>
            <p14:xfrm>
              <a:off x="7273427" y="2372489"/>
              <a:ext cx="222840" cy="114840"/>
            </p14:xfrm>
          </p:contentPart>
        </mc:Choice>
        <mc:Fallback xmlns="">
          <p:pic>
            <p:nvPicPr>
              <p:cNvPr id="84" name="墨迹 83">
                <a:extLst>
                  <a:ext uri="{FF2B5EF4-FFF2-40B4-BE49-F238E27FC236}">
                    <a16:creationId xmlns:a16="http://schemas.microsoft.com/office/drawing/2014/main" id="{0A008CDC-8E0F-4809-9E23-B1A2AF4EF043}"/>
                  </a:ext>
                </a:extLst>
              </p:cNvPr>
              <p:cNvPicPr/>
              <p:nvPr/>
            </p:nvPicPr>
            <p:blipFill>
              <a:blip r:embed="rId71"/>
              <a:stretch>
                <a:fillRect/>
              </a:stretch>
            </p:blipFill>
            <p:spPr>
              <a:xfrm>
                <a:off x="7264427" y="2363489"/>
                <a:ext cx="24048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8" name="墨迹 87">
                <a:extLst>
                  <a:ext uri="{FF2B5EF4-FFF2-40B4-BE49-F238E27FC236}">
                    <a16:creationId xmlns:a16="http://schemas.microsoft.com/office/drawing/2014/main" id="{BFB2BEEB-3B2B-4F79-B92B-F20E343D4F4D}"/>
                  </a:ext>
                </a:extLst>
              </p14:cNvPr>
              <p14:cNvContentPartPr/>
              <p14:nvPr/>
            </p14:nvContentPartPr>
            <p14:xfrm>
              <a:off x="7617587" y="2269169"/>
              <a:ext cx="280800" cy="241920"/>
            </p14:xfrm>
          </p:contentPart>
        </mc:Choice>
        <mc:Fallback xmlns="">
          <p:pic>
            <p:nvPicPr>
              <p:cNvPr id="88" name="墨迹 87">
                <a:extLst>
                  <a:ext uri="{FF2B5EF4-FFF2-40B4-BE49-F238E27FC236}">
                    <a16:creationId xmlns:a16="http://schemas.microsoft.com/office/drawing/2014/main" id="{BFB2BEEB-3B2B-4F79-B92B-F20E343D4F4D}"/>
                  </a:ext>
                </a:extLst>
              </p:cNvPr>
              <p:cNvPicPr/>
              <p:nvPr/>
            </p:nvPicPr>
            <p:blipFill>
              <a:blip r:embed="rId73"/>
              <a:stretch>
                <a:fillRect/>
              </a:stretch>
            </p:blipFill>
            <p:spPr>
              <a:xfrm>
                <a:off x="7608599" y="2260169"/>
                <a:ext cx="298417"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8" name="墨迹 97">
                <a:extLst>
                  <a:ext uri="{FF2B5EF4-FFF2-40B4-BE49-F238E27FC236}">
                    <a16:creationId xmlns:a16="http://schemas.microsoft.com/office/drawing/2014/main" id="{3FED3531-686C-4F04-8E40-3AF059E30767}"/>
                  </a:ext>
                </a:extLst>
              </p14:cNvPr>
              <p14:cNvContentPartPr/>
              <p14:nvPr/>
            </p14:nvContentPartPr>
            <p14:xfrm>
              <a:off x="8032667" y="2217329"/>
              <a:ext cx="772200" cy="314640"/>
            </p14:xfrm>
          </p:contentPart>
        </mc:Choice>
        <mc:Fallback xmlns="">
          <p:pic>
            <p:nvPicPr>
              <p:cNvPr id="98" name="墨迹 97">
                <a:extLst>
                  <a:ext uri="{FF2B5EF4-FFF2-40B4-BE49-F238E27FC236}">
                    <a16:creationId xmlns:a16="http://schemas.microsoft.com/office/drawing/2014/main" id="{3FED3531-686C-4F04-8E40-3AF059E30767}"/>
                  </a:ext>
                </a:extLst>
              </p:cNvPr>
              <p:cNvPicPr/>
              <p:nvPr/>
            </p:nvPicPr>
            <p:blipFill>
              <a:blip r:embed="rId75"/>
              <a:stretch>
                <a:fillRect/>
              </a:stretch>
            </p:blipFill>
            <p:spPr>
              <a:xfrm>
                <a:off x="8023667" y="2208689"/>
                <a:ext cx="78984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17" name="墨迹 116">
                <a:extLst>
                  <a:ext uri="{FF2B5EF4-FFF2-40B4-BE49-F238E27FC236}">
                    <a16:creationId xmlns:a16="http://schemas.microsoft.com/office/drawing/2014/main" id="{3717BBC2-E43C-4747-BCE4-A7889198CD4A}"/>
                  </a:ext>
                </a:extLst>
              </p14:cNvPr>
              <p14:cNvContentPartPr/>
              <p14:nvPr/>
            </p14:nvContentPartPr>
            <p14:xfrm>
              <a:off x="9321107" y="2283569"/>
              <a:ext cx="1446840" cy="241200"/>
            </p14:xfrm>
          </p:contentPart>
        </mc:Choice>
        <mc:Fallback xmlns="">
          <p:pic>
            <p:nvPicPr>
              <p:cNvPr id="117" name="墨迹 116">
                <a:extLst>
                  <a:ext uri="{FF2B5EF4-FFF2-40B4-BE49-F238E27FC236}">
                    <a16:creationId xmlns:a16="http://schemas.microsoft.com/office/drawing/2014/main" id="{3717BBC2-E43C-4747-BCE4-A7889198CD4A}"/>
                  </a:ext>
                </a:extLst>
              </p:cNvPr>
              <p:cNvPicPr/>
              <p:nvPr/>
            </p:nvPicPr>
            <p:blipFill>
              <a:blip r:embed="rId77"/>
              <a:stretch>
                <a:fillRect/>
              </a:stretch>
            </p:blipFill>
            <p:spPr>
              <a:xfrm>
                <a:off x="9312109" y="2274929"/>
                <a:ext cx="1464476"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19" name="墨迹 118">
                <a:extLst>
                  <a:ext uri="{FF2B5EF4-FFF2-40B4-BE49-F238E27FC236}">
                    <a16:creationId xmlns:a16="http://schemas.microsoft.com/office/drawing/2014/main" id="{B6D64A0B-7BCD-4BD7-AA9B-EE894509302C}"/>
                  </a:ext>
                </a:extLst>
              </p14:cNvPr>
              <p14:cNvContentPartPr/>
              <p14:nvPr/>
            </p14:nvContentPartPr>
            <p14:xfrm>
              <a:off x="6977507" y="2797289"/>
              <a:ext cx="158760" cy="255240"/>
            </p14:xfrm>
          </p:contentPart>
        </mc:Choice>
        <mc:Fallback xmlns="">
          <p:pic>
            <p:nvPicPr>
              <p:cNvPr id="119" name="墨迹 118">
                <a:extLst>
                  <a:ext uri="{FF2B5EF4-FFF2-40B4-BE49-F238E27FC236}">
                    <a16:creationId xmlns:a16="http://schemas.microsoft.com/office/drawing/2014/main" id="{B6D64A0B-7BCD-4BD7-AA9B-EE894509302C}"/>
                  </a:ext>
                </a:extLst>
              </p:cNvPr>
              <p:cNvPicPr/>
              <p:nvPr/>
            </p:nvPicPr>
            <p:blipFill>
              <a:blip r:embed="rId79"/>
              <a:stretch>
                <a:fillRect/>
              </a:stretch>
            </p:blipFill>
            <p:spPr>
              <a:xfrm>
                <a:off x="6968507" y="2788289"/>
                <a:ext cx="17640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20" name="墨迹 119">
                <a:extLst>
                  <a:ext uri="{FF2B5EF4-FFF2-40B4-BE49-F238E27FC236}">
                    <a16:creationId xmlns:a16="http://schemas.microsoft.com/office/drawing/2014/main" id="{BAAED565-D5B0-40FF-A6CD-7262D8CC84D9}"/>
                  </a:ext>
                </a:extLst>
              </p14:cNvPr>
              <p14:cNvContentPartPr/>
              <p14:nvPr/>
            </p14:nvContentPartPr>
            <p14:xfrm>
              <a:off x="7236707" y="2913209"/>
              <a:ext cx="266040" cy="27000"/>
            </p14:xfrm>
          </p:contentPart>
        </mc:Choice>
        <mc:Fallback xmlns="">
          <p:pic>
            <p:nvPicPr>
              <p:cNvPr id="120" name="墨迹 119">
                <a:extLst>
                  <a:ext uri="{FF2B5EF4-FFF2-40B4-BE49-F238E27FC236}">
                    <a16:creationId xmlns:a16="http://schemas.microsoft.com/office/drawing/2014/main" id="{BAAED565-D5B0-40FF-A6CD-7262D8CC84D9}"/>
                  </a:ext>
                </a:extLst>
              </p:cNvPr>
              <p:cNvPicPr/>
              <p:nvPr/>
            </p:nvPicPr>
            <p:blipFill>
              <a:blip r:embed="rId81"/>
              <a:stretch>
                <a:fillRect/>
              </a:stretch>
            </p:blipFill>
            <p:spPr>
              <a:xfrm>
                <a:off x="7227707" y="2904569"/>
                <a:ext cx="2836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21" name="墨迹 120">
                <a:extLst>
                  <a:ext uri="{FF2B5EF4-FFF2-40B4-BE49-F238E27FC236}">
                    <a16:creationId xmlns:a16="http://schemas.microsoft.com/office/drawing/2014/main" id="{D6378D0D-3EEB-45B7-84A5-C927C04414E2}"/>
                  </a:ext>
                </a:extLst>
              </p14:cNvPr>
              <p14:cNvContentPartPr/>
              <p14:nvPr/>
            </p14:nvContentPartPr>
            <p14:xfrm>
              <a:off x="7661147" y="2822129"/>
              <a:ext cx="200160" cy="178200"/>
            </p14:xfrm>
          </p:contentPart>
        </mc:Choice>
        <mc:Fallback xmlns="">
          <p:pic>
            <p:nvPicPr>
              <p:cNvPr id="121" name="墨迹 120">
                <a:extLst>
                  <a:ext uri="{FF2B5EF4-FFF2-40B4-BE49-F238E27FC236}">
                    <a16:creationId xmlns:a16="http://schemas.microsoft.com/office/drawing/2014/main" id="{D6378D0D-3EEB-45B7-84A5-C927C04414E2}"/>
                  </a:ext>
                </a:extLst>
              </p:cNvPr>
              <p:cNvPicPr/>
              <p:nvPr/>
            </p:nvPicPr>
            <p:blipFill>
              <a:blip r:embed="rId83"/>
              <a:stretch>
                <a:fillRect/>
              </a:stretch>
            </p:blipFill>
            <p:spPr>
              <a:xfrm>
                <a:off x="7652147" y="2813489"/>
                <a:ext cx="21780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24" name="墨迹 123">
                <a:extLst>
                  <a:ext uri="{FF2B5EF4-FFF2-40B4-BE49-F238E27FC236}">
                    <a16:creationId xmlns:a16="http://schemas.microsoft.com/office/drawing/2014/main" id="{74FB7307-8EC7-4987-82F6-09399E7DD1B6}"/>
                  </a:ext>
                </a:extLst>
              </p14:cNvPr>
              <p14:cNvContentPartPr/>
              <p14:nvPr/>
            </p14:nvContentPartPr>
            <p14:xfrm>
              <a:off x="8012867" y="2851649"/>
              <a:ext cx="423000" cy="220320"/>
            </p14:xfrm>
          </p:contentPart>
        </mc:Choice>
        <mc:Fallback xmlns="">
          <p:pic>
            <p:nvPicPr>
              <p:cNvPr id="124" name="墨迹 123">
                <a:extLst>
                  <a:ext uri="{FF2B5EF4-FFF2-40B4-BE49-F238E27FC236}">
                    <a16:creationId xmlns:a16="http://schemas.microsoft.com/office/drawing/2014/main" id="{74FB7307-8EC7-4987-82F6-09399E7DD1B6}"/>
                  </a:ext>
                </a:extLst>
              </p:cNvPr>
              <p:cNvPicPr/>
              <p:nvPr/>
            </p:nvPicPr>
            <p:blipFill>
              <a:blip r:embed="rId85"/>
              <a:stretch>
                <a:fillRect/>
              </a:stretch>
            </p:blipFill>
            <p:spPr>
              <a:xfrm>
                <a:off x="8003867" y="2842649"/>
                <a:ext cx="44064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30" name="墨迹 129">
                <a:extLst>
                  <a:ext uri="{FF2B5EF4-FFF2-40B4-BE49-F238E27FC236}">
                    <a16:creationId xmlns:a16="http://schemas.microsoft.com/office/drawing/2014/main" id="{4D4C5B03-FAFB-4AEE-8A3E-21EBFE9565BA}"/>
                  </a:ext>
                </a:extLst>
              </p14:cNvPr>
              <p14:cNvContentPartPr/>
              <p14:nvPr/>
            </p14:nvContentPartPr>
            <p14:xfrm>
              <a:off x="8557547" y="2875769"/>
              <a:ext cx="284400" cy="168120"/>
            </p14:xfrm>
          </p:contentPart>
        </mc:Choice>
        <mc:Fallback xmlns="">
          <p:pic>
            <p:nvPicPr>
              <p:cNvPr id="130" name="墨迹 129">
                <a:extLst>
                  <a:ext uri="{FF2B5EF4-FFF2-40B4-BE49-F238E27FC236}">
                    <a16:creationId xmlns:a16="http://schemas.microsoft.com/office/drawing/2014/main" id="{4D4C5B03-FAFB-4AEE-8A3E-21EBFE9565BA}"/>
                  </a:ext>
                </a:extLst>
              </p:cNvPr>
              <p:cNvPicPr/>
              <p:nvPr/>
            </p:nvPicPr>
            <p:blipFill>
              <a:blip r:embed="rId87"/>
              <a:stretch>
                <a:fillRect/>
              </a:stretch>
            </p:blipFill>
            <p:spPr>
              <a:xfrm>
                <a:off x="8548547" y="2867129"/>
                <a:ext cx="3020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41" name="墨迹 140">
                <a:extLst>
                  <a:ext uri="{FF2B5EF4-FFF2-40B4-BE49-F238E27FC236}">
                    <a16:creationId xmlns:a16="http://schemas.microsoft.com/office/drawing/2014/main" id="{65389009-0070-4060-97F5-5B7D5E4A2D7A}"/>
                  </a:ext>
                </a:extLst>
              </p14:cNvPr>
              <p14:cNvContentPartPr/>
              <p14:nvPr/>
            </p14:nvContentPartPr>
            <p14:xfrm>
              <a:off x="9762827" y="2819609"/>
              <a:ext cx="857880" cy="270720"/>
            </p14:xfrm>
          </p:contentPart>
        </mc:Choice>
        <mc:Fallback xmlns="">
          <p:pic>
            <p:nvPicPr>
              <p:cNvPr id="141" name="墨迹 140">
                <a:extLst>
                  <a:ext uri="{FF2B5EF4-FFF2-40B4-BE49-F238E27FC236}">
                    <a16:creationId xmlns:a16="http://schemas.microsoft.com/office/drawing/2014/main" id="{65389009-0070-4060-97F5-5B7D5E4A2D7A}"/>
                  </a:ext>
                </a:extLst>
              </p:cNvPr>
              <p:cNvPicPr/>
              <p:nvPr/>
            </p:nvPicPr>
            <p:blipFill>
              <a:blip r:embed="rId89"/>
              <a:stretch>
                <a:fillRect/>
              </a:stretch>
            </p:blipFill>
            <p:spPr>
              <a:xfrm>
                <a:off x="9753831" y="2810621"/>
                <a:ext cx="875513" cy="288337"/>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42" name="墨迹 141">
                <a:extLst>
                  <a:ext uri="{FF2B5EF4-FFF2-40B4-BE49-F238E27FC236}">
                    <a16:creationId xmlns:a16="http://schemas.microsoft.com/office/drawing/2014/main" id="{2D676DFA-6881-4C24-99BE-3258DAA981F6}"/>
                  </a:ext>
                </a:extLst>
              </p14:cNvPr>
              <p14:cNvContentPartPr/>
              <p14:nvPr/>
            </p14:nvContentPartPr>
            <p14:xfrm>
              <a:off x="9348107" y="2830409"/>
              <a:ext cx="337320" cy="212400"/>
            </p14:xfrm>
          </p:contentPart>
        </mc:Choice>
        <mc:Fallback xmlns="">
          <p:pic>
            <p:nvPicPr>
              <p:cNvPr id="142" name="墨迹 141">
                <a:extLst>
                  <a:ext uri="{FF2B5EF4-FFF2-40B4-BE49-F238E27FC236}">
                    <a16:creationId xmlns:a16="http://schemas.microsoft.com/office/drawing/2014/main" id="{2D676DFA-6881-4C24-99BE-3258DAA981F6}"/>
                  </a:ext>
                </a:extLst>
              </p:cNvPr>
              <p:cNvPicPr/>
              <p:nvPr/>
            </p:nvPicPr>
            <p:blipFill>
              <a:blip r:embed="rId91"/>
              <a:stretch>
                <a:fillRect/>
              </a:stretch>
            </p:blipFill>
            <p:spPr>
              <a:xfrm>
                <a:off x="9339467" y="2821769"/>
                <a:ext cx="35496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64" name="墨迹 163">
                <a:extLst>
                  <a:ext uri="{FF2B5EF4-FFF2-40B4-BE49-F238E27FC236}">
                    <a16:creationId xmlns:a16="http://schemas.microsoft.com/office/drawing/2014/main" id="{BA076B00-0FBE-4B2A-8E0B-8786E374879E}"/>
                  </a:ext>
                </a:extLst>
              </p14:cNvPr>
              <p14:cNvContentPartPr/>
              <p14:nvPr/>
            </p14:nvContentPartPr>
            <p14:xfrm>
              <a:off x="11111747" y="2758769"/>
              <a:ext cx="849600" cy="345240"/>
            </p14:xfrm>
          </p:contentPart>
        </mc:Choice>
        <mc:Fallback xmlns="">
          <p:pic>
            <p:nvPicPr>
              <p:cNvPr id="164" name="墨迹 163">
                <a:extLst>
                  <a:ext uri="{FF2B5EF4-FFF2-40B4-BE49-F238E27FC236}">
                    <a16:creationId xmlns:a16="http://schemas.microsoft.com/office/drawing/2014/main" id="{BA076B00-0FBE-4B2A-8E0B-8786E374879E}"/>
                  </a:ext>
                </a:extLst>
              </p:cNvPr>
              <p:cNvPicPr/>
              <p:nvPr/>
            </p:nvPicPr>
            <p:blipFill>
              <a:blip r:embed="rId93"/>
              <a:stretch>
                <a:fillRect/>
              </a:stretch>
            </p:blipFill>
            <p:spPr>
              <a:xfrm>
                <a:off x="11102747" y="2750120"/>
                <a:ext cx="867240" cy="362898"/>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65" name="墨迹 164">
                <a:extLst>
                  <a:ext uri="{FF2B5EF4-FFF2-40B4-BE49-F238E27FC236}">
                    <a16:creationId xmlns:a16="http://schemas.microsoft.com/office/drawing/2014/main" id="{61F06453-3FC6-4AB3-82E6-8304D6EFD72E}"/>
                  </a:ext>
                </a:extLst>
              </p14:cNvPr>
              <p14:cNvContentPartPr/>
              <p14:nvPr/>
            </p14:nvContentPartPr>
            <p14:xfrm>
              <a:off x="7254707" y="3379049"/>
              <a:ext cx="245880" cy="245880"/>
            </p14:xfrm>
          </p:contentPart>
        </mc:Choice>
        <mc:Fallback xmlns="">
          <p:pic>
            <p:nvPicPr>
              <p:cNvPr id="165" name="墨迹 164">
                <a:extLst>
                  <a:ext uri="{FF2B5EF4-FFF2-40B4-BE49-F238E27FC236}">
                    <a16:creationId xmlns:a16="http://schemas.microsoft.com/office/drawing/2014/main" id="{61F06453-3FC6-4AB3-82E6-8304D6EFD72E}"/>
                  </a:ext>
                </a:extLst>
              </p:cNvPr>
              <p:cNvPicPr/>
              <p:nvPr/>
            </p:nvPicPr>
            <p:blipFill>
              <a:blip r:embed="rId95"/>
              <a:stretch>
                <a:fillRect/>
              </a:stretch>
            </p:blipFill>
            <p:spPr>
              <a:xfrm>
                <a:off x="7246067" y="3370409"/>
                <a:ext cx="26352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66" name="墨迹 165">
                <a:extLst>
                  <a:ext uri="{FF2B5EF4-FFF2-40B4-BE49-F238E27FC236}">
                    <a16:creationId xmlns:a16="http://schemas.microsoft.com/office/drawing/2014/main" id="{5EC76ABD-F4C2-4E4F-BDDC-4F7D808CA40B}"/>
                  </a:ext>
                </a:extLst>
              </p14:cNvPr>
              <p14:cNvContentPartPr/>
              <p14:nvPr/>
            </p14:nvContentPartPr>
            <p14:xfrm>
              <a:off x="7672307" y="3452129"/>
              <a:ext cx="233640" cy="197280"/>
            </p14:xfrm>
          </p:contentPart>
        </mc:Choice>
        <mc:Fallback xmlns="">
          <p:pic>
            <p:nvPicPr>
              <p:cNvPr id="166" name="墨迹 165">
                <a:extLst>
                  <a:ext uri="{FF2B5EF4-FFF2-40B4-BE49-F238E27FC236}">
                    <a16:creationId xmlns:a16="http://schemas.microsoft.com/office/drawing/2014/main" id="{5EC76ABD-F4C2-4E4F-BDDC-4F7D808CA40B}"/>
                  </a:ext>
                </a:extLst>
              </p:cNvPr>
              <p:cNvPicPr/>
              <p:nvPr/>
            </p:nvPicPr>
            <p:blipFill>
              <a:blip r:embed="rId97"/>
              <a:stretch>
                <a:fillRect/>
              </a:stretch>
            </p:blipFill>
            <p:spPr>
              <a:xfrm>
                <a:off x="7663307" y="3443129"/>
                <a:ext cx="25128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69" name="墨迹 168">
                <a:extLst>
                  <a:ext uri="{FF2B5EF4-FFF2-40B4-BE49-F238E27FC236}">
                    <a16:creationId xmlns:a16="http://schemas.microsoft.com/office/drawing/2014/main" id="{DF0C1E6A-C568-4A97-B6D3-A2F769C1E859}"/>
                  </a:ext>
                </a:extLst>
              </p14:cNvPr>
              <p14:cNvContentPartPr/>
              <p14:nvPr/>
            </p14:nvContentPartPr>
            <p14:xfrm>
              <a:off x="8043827" y="3420809"/>
              <a:ext cx="258840" cy="249480"/>
            </p14:xfrm>
          </p:contentPart>
        </mc:Choice>
        <mc:Fallback xmlns="">
          <p:pic>
            <p:nvPicPr>
              <p:cNvPr id="169" name="墨迹 168">
                <a:extLst>
                  <a:ext uri="{FF2B5EF4-FFF2-40B4-BE49-F238E27FC236}">
                    <a16:creationId xmlns:a16="http://schemas.microsoft.com/office/drawing/2014/main" id="{DF0C1E6A-C568-4A97-B6D3-A2F769C1E859}"/>
                  </a:ext>
                </a:extLst>
              </p:cNvPr>
              <p:cNvPicPr/>
              <p:nvPr/>
            </p:nvPicPr>
            <p:blipFill>
              <a:blip r:embed="rId99"/>
              <a:stretch>
                <a:fillRect/>
              </a:stretch>
            </p:blipFill>
            <p:spPr>
              <a:xfrm>
                <a:off x="8034827" y="3412169"/>
                <a:ext cx="27648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91" name="墨迹 190">
                <a:extLst>
                  <a:ext uri="{FF2B5EF4-FFF2-40B4-BE49-F238E27FC236}">
                    <a16:creationId xmlns:a16="http://schemas.microsoft.com/office/drawing/2014/main" id="{4D28AFDD-E5DD-4C63-9D4D-8FA6092E840A}"/>
                  </a:ext>
                </a:extLst>
              </p14:cNvPr>
              <p14:cNvContentPartPr/>
              <p14:nvPr/>
            </p14:nvContentPartPr>
            <p14:xfrm>
              <a:off x="9967307" y="3288329"/>
              <a:ext cx="881640" cy="273600"/>
            </p14:xfrm>
          </p:contentPart>
        </mc:Choice>
        <mc:Fallback xmlns="">
          <p:pic>
            <p:nvPicPr>
              <p:cNvPr id="191" name="墨迹 190">
                <a:extLst>
                  <a:ext uri="{FF2B5EF4-FFF2-40B4-BE49-F238E27FC236}">
                    <a16:creationId xmlns:a16="http://schemas.microsoft.com/office/drawing/2014/main" id="{4D28AFDD-E5DD-4C63-9D4D-8FA6092E840A}"/>
                  </a:ext>
                </a:extLst>
              </p:cNvPr>
              <p:cNvPicPr/>
              <p:nvPr/>
            </p:nvPicPr>
            <p:blipFill>
              <a:blip r:embed="rId101"/>
              <a:stretch>
                <a:fillRect/>
              </a:stretch>
            </p:blipFill>
            <p:spPr>
              <a:xfrm>
                <a:off x="9958307" y="3279689"/>
                <a:ext cx="89928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94" name="墨迹 193">
                <a:extLst>
                  <a:ext uri="{FF2B5EF4-FFF2-40B4-BE49-F238E27FC236}">
                    <a16:creationId xmlns:a16="http://schemas.microsoft.com/office/drawing/2014/main" id="{6D635626-D8C6-4362-A056-17BB2AF0DD0A}"/>
                  </a:ext>
                </a:extLst>
              </p14:cNvPr>
              <p14:cNvContentPartPr/>
              <p14:nvPr/>
            </p14:nvContentPartPr>
            <p14:xfrm>
              <a:off x="9282947" y="3369329"/>
              <a:ext cx="498960" cy="189000"/>
            </p14:xfrm>
          </p:contentPart>
        </mc:Choice>
        <mc:Fallback xmlns="">
          <p:pic>
            <p:nvPicPr>
              <p:cNvPr id="194" name="墨迹 193">
                <a:extLst>
                  <a:ext uri="{FF2B5EF4-FFF2-40B4-BE49-F238E27FC236}">
                    <a16:creationId xmlns:a16="http://schemas.microsoft.com/office/drawing/2014/main" id="{6D635626-D8C6-4362-A056-17BB2AF0DD0A}"/>
                  </a:ext>
                </a:extLst>
              </p:cNvPr>
              <p:cNvPicPr/>
              <p:nvPr/>
            </p:nvPicPr>
            <p:blipFill>
              <a:blip r:embed="rId103"/>
              <a:stretch>
                <a:fillRect/>
              </a:stretch>
            </p:blipFill>
            <p:spPr>
              <a:xfrm>
                <a:off x="9273953" y="3360329"/>
                <a:ext cx="516587"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213" name="墨迹 212">
                <a:extLst>
                  <a:ext uri="{FF2B5EF4-FFF2-40B4-BE49-F238E27FC236}">
                    <a16:creationId xmlns:a16="http://schemas.microsoft.com/office/drawing/2014/main" id="{ABC87D7B-490F-4D9D-911D-5F60AA0FF688}"/>
                  </a:ext>
                </a:extLst>
              </p14:cNvPr>
              <p14:cNvContentPartPr/>
              <p14:nvPr/>
            </p14:nvContentPartPr>
            <p14:xfrm>
              <a:off x="11014547" y="3674249"/>
              <a:ext cx="8280" cy="35640"/>
            </p14:xfrm>
          </p:contentPart>
        </mc:Choice>
        <mc:Fallback xmlns="">
          <p:pic>
            <p:nvPicPr>
              <p:cNvPr id="213" name="墨迹 212">
                <a:extLst>
                  <a:ext uri="{FF2B5EF4-FFF2-40B4-BE49-F238E27FC236}">
                    <a16:creationId xmlns:a16="http://schemas.microsoft.com/office/drawing/2014/main" id="{ABC87D7B-490F-4D9D-911D-5F60AA0FF688}"/>
                  </a:ext>
                </a:extLst>
              </p:cNvPr>
              <p:cNvPicPr/>
              <p:nvPr/>
            </p:nvPicPr>
            <p:blipFill>
              <a:blip r:embed="rId105"/>
              <a:stretch>
                <a:fillRect/>
              </a:stretch>
            </p:blipFill>
            <p:spPr>
              <a:xfrm>
                <a:off x="11005547" y="3665249"/>
                <a:ext cx="2592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218" name="墨迹 217">
                <a:extLst>
                  <a:ext uri="{FF2B5EF4-FFF2-40B4-BE49-F238E27FC236}">
                    <a16:creationId xmlns:a16="http://schemas.microsoft.com/office/drawing/2014/main" id="{1FF3506C-BFD6-41C2-9413-148FE2FEE3D9}"/>
                  </a:ext>
                </a:extLst>
              </p14:cNvPr>
              <p14:cNvContentPartPr/>
              <p14:nvPr/>
            </p14:nvContentPartPr>
            <p14:xfrm>
              <a:off x="10599827" y="3743009"/>
              <a:ext cx="492120" cy="214560"/>
            </p14:xfrm>
          </p:contentPart>
        </mc:Choice>
        <mc:Fallback xmlns="">
          <p:pic>
            <p:nvPicPr>
              <p:cNvPr id="218" name="墨迹 217">
                <a:extLst>
                  <a:ext uri="{FF2B5EF4-FFF2-40B4-BE49-F238E27FC236}">
                    <a16:creationId xmlns:a16="http://schemas.microsoft.com/office/drawing/2014/main" id="{1FF3506C-BFD6-41C2-9413-148FE2FEE3D9}"/>
                  </a:ext>
                </a:extLst>
              </p:cNvPr>
              <p:cNvPicPr/>
              <p:nvPr/>
            </p:nvPicPr>
            <p:blipFill>
              <a:blip r:embed="rId107"/>
              <a:stretch>
                <a:fillRect/>
              </a:stretch>
            </p:blipFill>
            <p:spPr>
              <a:xfrm>
                <a:off x="10591181" y="3734009"/>
                <a:ext cx="509773"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225" name="墨迹 224">
                <a:extLst>
                  <a:ext uri="{FF2B5EF4-FFF2-40B4-BE49-F238E27FC236}">
                    <a16:creationId xmlns:a16="http://schemas.microsoft.com/office/drawing/2014/main" id="{E6DD4DAC-505D-40F5-83ED-E253958F8A8C}"/>
                  </a:ext>
                </a:extLst>
              </p14:cNvPr>
              <p14:cNvContentPartPr/>
              <p14:nvPr/>
            </p14:nvContentPartPr>
            <p14:xfrm>
              <a:off x="8100707" y="4104809"/>
              <a:ext cx="166680" cy="15480"/>
            </p14:xfrm>
          </p:contentPart>
        </mc:Choice>
        <mc:Fallback xmlns="">
          <p:pic>
            <p:nvPicPr>
              <p:cNvPr id="225" name="墨迹 224">
                <a:extLst>
                  <a:ext uri="{FF2B5EF4-FFF2-40B4-BE49-F238E27FC236}">
                    <a16:creationId xmlns:a16="http://schemas.microsoft.com/office/drawing/2014/main" id="{E6DD4DAC-505D-40F5-83ED-E253958F8A8C}"/>
                  </a:ext>
                </a:extLst>
              </p:cNvPr>
              <p:cNvPicPr/>
              <p:nvPr/>
            </p:nvPicPr>
            <p:blipFill>
              <a:blip r:embed="rId109"/>
              <a:stretch>
                <a:fillRect/>
              </a:stretch>
            </p:blipFill>
            <p:spPr>
              <a:xfrm>
                <a:off x="8092067" y="4095809"/>
                <a:ext cx="18432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226" name="墨迹 225">
                <a:extLst>
                  <a:ext uri="{FF2B5EF4-FFF2-40B4-BE49-F238E27FC236}">
                    <a16:creationId xmlns:a16="http://schemas.microsoft.com/office/drawing/2014/main" id="{1ACF397E-B8B5-4432-B260-81D28AA35FF4}"/>
                  </a:ext>
                </a:extLst>
              </p14:cNvPr>
              <p14:cNvContentPartPr/>
              <p14:nvPr/>
            </p14:nvContentPartPr>
            <p14:xfrm>
              <a:off x="7772027" y="4017329"/>
              <a:ext cx="195480" cy="196200"/>
            </p14:xfrm>
          </p:contentPart>
        </mc:Choice>
        <mc:Fallback xmlns="">
          <p:pic>
            <p:nvPicPr>
              <p:cNvPr id="226" name="墨迹 225">
                <a:extLst>
                  <a:ext uri="{FF2B5EF4-FFF2-40B4-BE49-F238E27FC236}">
                    <a16:creationId xmlns:a16="http://schemas.microsoft.com/office/drawing/2014/main" id="{1ACF397E-B8B5-4432-B260-81D28AA35FF4}"/>
                  </a:ext>
                </a:extLst>
              </p:cNvPr>
              <p:cNvPicPr/>
              <p:nvPr/>
            </p:nvPicPr>
            <p:blipFill>
              <a:blip r:embed="rId111"/>
              <a:stretch>
                <a:fillRect/>
              </a:stretch>
            </p:blipFill>
            <p:spPr>
              <a:xfrm>
                <a:off x="7763010" y="4008689"/>
                <a:ext cx="213153"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227" name="墨迹 226">
                <a:extLst>
                  <a:ext uri="{FF2B5EF4-FFF2-40B4-BE49-F238E27FC236}">
                    <a16:creationId xmlns:a16="http://schemas.microsoft.com/office/drawing/2014/main" id="{8A2ABFB6-5042-4663-A737-BB4C644D7F65}"/>
                  </a:ext>
                </a:extLst>
              </p14:cNvPr>
              <p14:cNvContentPartPr/>
              <p14:nvPr/>
            </p14:nvContentPartPr>
            <p14:xfrm>
              <a:off x="7135907" y="3989609"/>
              <a:ext cx="449280" cy="250560"/>
            </p14:xfrm>
          </p:contentPart>
        </mc:Choice>
        <mc:Fallback xmlns="">
          <p:pic>
            <p:nvPicPr>
              <p:cNvPr id="227" name="墨迹 226">
                <a:extLst>
                  <a:ext uri="{FF2B5EF4-FFF2-40B4-BE49-F238E27FC236}">
                    <a16:creationId xmlns:a16="http://schemas.microsoft.com/office/drawing/2014/main" id="{8A2ABFB6-5042-4663-A737-BB4C644D7F65}"/>
                  </a:ext>
                </a:extLst>
              </p:cNvPr>
              <p:cNvPicPr/>
              <p:nvPr/>
            </p:nvPicPr>
            <p:blipFill>
              <a:blip r:embed="rId113"/>
              <a:stretch>
                <a:fillRect/>
              </a:stretch>
            </p:blipFill>
            <p:spPr>
              <a:xfrm>
                <a:off x="7126907" y="3980969"/>
                <a:ext cx="46692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244" name="墨迹 243">
                <a:extLst>
                  <a:ext uri="{FF2B5EF4-FFF2-40B4-BE49-F238E27FC236}">
                    <a16:creationId xmlns:a16="http://schemas.microsoft.com/office/drawing/2014/main" id="{B02886D2-5A0F-4066-ADBD-10C34E3D312E}"/>
                  </a:ext>
                </a:extLst>
              </p14:cNvPr>
              <p14:cNvContentPartPr/>
              <p14:nvPr/>
            </p14:nvContentPartPr>
            <p14:xfrm>
              <a:off x="10529627" y="4437089"/>
              <a:ext cx="706320" cy="77400"/>
            </p14:xfrm>
          </p:contentPart>
        </mc:Choice>
        <mc:Fallback xmlns="">
          <p:pic>
            <p:nvPicPr>
              <p:cNvPr id="244" name="墨迹 243">
                <a:extLst>
                  <a:ext uri="{FF2B5EF4-FFF2-40B4-BE49-F238E27FC236}">
                    <a16:creationId xmlns:a16="http://schemas.microsoft.com/office/drawing/2014/main" id="{B02886D2-5A0F-4066-ADBD-10C34E3D312E}"/>
                  </a:ext>
                </a:extLst>
              </p:cNvPr>
              <p:cNvPicPr/>
              <p:nvPr/>
            </p:nvPicPr>
            <p:blipFill>
              <a:blip r:embed="rId115"/>
              <a:stretch>
                <a:fillRect/>
              </a:stretch>
            </p:blipFill>
            <p:spPr>
              <a:xfrm>
                <a:off x="10520627" y="4428089"/>
                <a:ext cx="72396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245" name="墨迹 244">
                <a:extLst>
                  <a:ext uri="{FF2B5EF4-FFF2-40B4-BE49-F238E27FC236}">
                    <a16:creationId xmlns:a16="http://schemas.microsoft.com/office/drawing/2014/main" id="{A57F7A06-6493-4DC0-BB67-494267A749C2}"/>
                  </a:ext>
                </a:extLst>
              </p14:cNvPr>
              <p14:cNvContentPartPr/>
              <p14:nvPr/>
            </p14:nvContentPartPr>
            <p14:xfrm>
              <a:off x="10379147" y="4115969"/>
              <a:ext cx="1083240" cy="280440"/>
            </p14:xfrm>
          </p:contentPart>
        </mc:Choice>
        <mc:Fallback xmlns="">
          <p:pic>
            <p:nvPicPr>
              <p:cNvPr id="245" name="墨迹 244">
                <a:extLst>
                  <a:ext uri="{FF2B5EF4-FFF2-40B4-BE49-F238E27FC236}">
                    <a16:creationId xmlns:a16="http://schemas.microsoft.com/office/drawing/2014/main" id="{A57F7A06-6493-4DC0-BB67-494267A749C2}"/>
                  </a:ext>
                </a:extLst>
              </p:cNvPr>
              <p:cNvPicPr/>
              <p:nvPr/>
            </p:nvPicPr>
            <p:blipFill>
              <a:blip r:embed="rId117"/>
              <a:stretch>
                <a:fillRect/>
              </a:stretch>
            </p:blipFill>
            <p:spPr>
              <a:xfrm>
                <a:off x="10370507" y="4106969"/>
                <a:ext cx="110088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246" name="墨迹 245">
                <a:extLst>
                  <a:ext uri="{FF2B5EF4-FFF2-40B4-BE49-F238E27FC236}">
                    <a16:creationId xmlns:a16="http://schemas.microsoft.com/office/drawing/2014/main" id="{163000A5-D2A8-4985-BF86-5A0ACC45B889}"/>
                  </a:ext>
                </a:extLst>
              </p14:cNvPr>
              <p14:cNvContentPartPr/>
              <p14:nvPr/>
            </p14:nvContentPartPr>
            <p14:xfrm>
              <a:off x="9235427" y="3744449"/>
              <a:ext cx="1062720" cy="586080"/>
            </p14:xfrm>
          </p:contentPart>
        </mc:Choice>
        <mc:Fallback xmlns="">
          <p:pic>
            <p:nvPicPr>
              <p:cNvPr id="246" name="墨迹 245">
                <a:extLst>
                  <a:ext uri="{FF2B5EF4-FFF2-40B4-BE49-F238E27FC236}">
                    <a16:creationId xmlns:a16="http://schemas.microsoft.com/office/drawing/2014/main" id="{163000A5-D2A8-4985-BF86-5A0ACC45B889}"/>
                  </a:ext>
                </a:extLst>
              </p:cNvPr>
              <p:cNvPicPr/>
              <p:nvPr/>
            </p:nvPicPr>
            <p:blipFill>
              <a:blip r:embed="rId119"/>
              <a:stretch>
                <a:fillRect/>
              </a:stretch>
            </p:blipFill>
            <p:spPr>
              <a:xfrm>
                <a:off x="9226427" y="3735804"/>
                <a:ext cx="1080360" cy="603731"/>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247" name="墨迹 246">
                <a:extLst>
                  <a:ext uri="{FF2B5EF4-FFF2-40B4-BE49-F238E27FC236}">
                    <a16:creationId xmlns:a16="http://schemas.microsoft.com/office/drawing/2014/main" id="{C73F5734-9CE9-49CF-BD88-5110F442F7AB}"/>
                  </a:ext>
                </a:extLst>
              </p14:cNvPr>
              <p14:cNvContentPartPr/>
              <p14:nvPr/>
            </p14:nvContentPartPr>
            <p14:xfrm>
              <a:off x="9288617" y="581743"/>
              <a:ext cx="117360" cy="404640"/>
            </p14:xfrm>
          </p:contentPart>
        </mc:Choice>
        <mc:Fallback xmlns="">
          <p:pic>
            <p:nvPicPr>
              <p:cNvPr id="247" name="墨迹 246">
                <a:extLst>
                  <a:ext uri="{FF2B5EF4-FFF2-40B4-BE49-F238E27FC236}">
                    <a16:creationId xmlns:a16="http://schemas.microsoft.com/office/drawing/2014/main" id="{C73F5734-9CE9-49CF-BD88-5110F442F7AB}"/>
                  </a:ext>
                </a:extLst>
              </p:cNvPr>
              <p:cNvPicPr/>
              <p:nvPr/>
            </p:nvPicPr>
            <p:blipFill>
              <a:blip r:embed="rId121"/>
              <a:stretch>
                <a:fillRect/>
              </a:stretch>
            </p:blipFill>
            <p:spPr>
              <a:xfrm>
                <a:off x="9279977" y="572743"/>
                <a:ext cx="1350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259" name="墨迹 258">
                <a:extLst>
                  <a:ext uri="{FF2B5EF4-FFF2-40B4-BE49-F238E27FC236}">
                    <a16:creationId xmlns:a16="http://schemas.microsoft.com/office/drawing/2014/main" id="{5F81A26C-66CB-41F6-82F7-60D5154B6AB7}"/>
                  </a:ext>
                </a:extLst>
              </p14:cNvPr>
              <p14:cNvContentPartPr/>
              <p14:nvPr/>
            </p14:nvContentPartPr>
            <p14:xfrm>
              <a:off x="9526577" y="613783"/>
              <a:ext cx="1040040" cy="362880"/>
            </p14:xfrm>
          </p:contentPart>
        </mc:Choice>
        <mc:Fallback xmlns="">
          <p:pic>
            <p:nvPicPr>
              <p:cNvPr id="259" name="墨迹 258">
                <a:extLst>
                  <a:ext uri="{FF2B5EF4-FFF2-40B4-BE49-F238E27FC236}">
                    <a16:creationId xmlns:a16="http://schemas.microsoft.com/office/drawing/2014/main" id="{5F81A26C-66CB-41F6-82F7-60D5154B6AB7}"/>
                  </a:ext>
                </a:extLst>
              </p:cNvPr>
              <p:cNvPicPr/>
              <p:nvPr/>
            </p:nvPicPr>
            <p:blipFill>
              <a:blip r:embed="rId123"/>
              <a:stretch>
                <a:fillRect/>
              </a:stretch>
            </p:blipFill>
            <p:spPr>
              <a:xfrm>
                <a:off x="9517937" y="605143"/>
                <a:ext cx="1057680" cy="3805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281" name="墨迹 280">
                <a:extLst>
                  <a:ext uri="{FF2B5EF4-FFF2-40B4-BE49-F238E27FC236}">
                    <a16:creationId xmlns:a16="http://schemas.microsoft.com/office/drawing/2014/main" id="{9CC3AE7F-0051-4987-817E-7BE3117D3E46}"/>
                  </a:ext>
                </a:extLst>
              </p14:cNvPr>
              <p14:cNvContentPartPr/>
              <p14:nvPr/>
            </p14:nvContentPartPr>
            <p14:xfrm>
              <a:off x="10785497" y="594343"/>
              <a:ext cx="1416960" cy="421920"/>
            </p14:xfrm>
          </p:contentPart>
        </mc:Choice>
        <mc:Fallback xmlns="">
          <p:pic>
            <p:nvPicPr>
              <p:cNvPr id="281" name="墨迹 280">
                <a:extLst>
                  <a:ext uri="{FF2B5EF4-FFF2-40B4-BE49-F238E27FC236}">
                    <a16:creationId xmlns:a16="http://schemas.microsoft.com/office/drawing/2014/main" id="{9CC3AE7F-0051-4987-817E-7BE3117D3E46}"/>
                  </a:ext>
                </a:extLst>
              </p:cNvPr>
              <p:cNvPicPr/>
              <p:nvPr/>
            </p:nvPicPr>
            <p:blipFill>
              <a:blip r:embed="rId125"/>
              <a:stretch>
                <a:fillRect/>
              </a:stretch>
            </p:blipFill>
            <p:spPr>
              <a:xfrm>
                <a:off x="10776497" y="585335"/>
                <a:ext cx="1434600" cy="439575"/>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2" name="墨迹 1">
                <a:extLst>
                  <a:ext uri="{FF2B5EF4-FFF2-40B4-BE49-F238E27FC236}">
                    <a16:creationId xmlns:a16="http://schemas.microsoft.com/office/drawing/2014/main" id="{BD151F75-E94D-4DF4-B2E4-425D5B1731CF}"/>
                  </a:ext>
                </a:extLst>
              </p14:cNvPr>
              <p14:cNvContentPartPr/>
              <p14:nvPr/>
            </p14:nvContentPartPr>
            <p14:xfrm>
              <a:off x="5965187" y="5411969"/>
              <a:ext cx="46080" cy="109080"/>
            </p14:xfrm>
          </p:contentPart>
        </mc:Choice>
        <mc:Fallback xmlns="">
          <p:pic>
            <p:nvPicPr>
              <p:cNvPr id="2" name="墨迹 1">
                <a:extLst>
                  <a:ext uri="{FF2B5EF4-FFF2-40B4-BE49-F238E27FC236}">
                    <a16:creationId xmlns:a16="http://schemas.microsoft.com/office/drawing/2014/main" id="{BD151F75-E94D-4DF4-B2E4-425D5B1731CF}"/>
                  </a:ext>
                </a:extLst>
              </p:cNvPr>
              <p:cNvPicPr/>
              <p:nvPr/>
            </p:nvPicPr>
            <p:blipFill>
              <a:blip r:embed="rId127"/>
              <a:stretch>
                <a:fillRect/>
              </a:stretch>
            </p:blipFill>
            <p:spPr>
              <a:xfrm>
                <a:off x="5956547" y="5402969"/>
                <a:ext cx="6372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 name="墨迹 6">
                <a:extLst>
                  <a:ext uri="{FF2B5EF4-FFF2-40B4-BE49-F238E27FC236}">
                    <a16:creationId xmlns:a16="http://schemas.microsoft.com/office/drawing/2014/main" id="{1FB6AD69-DF79-4E38-B601-C57B4E5B7078}"/>
                  </a:ext>
                </a:extLst>
              </p14:cNvPr>
              <p14:cNvContentPartPr/>
              <p14:nvPr/>
            </p14:nvContentPartPr>
            <p14:xfrm>
              <a:off x="8965787" y="3402449"/>
              <a:ext cx="159120" cy="409320"/>
            </p14:xfrm>
          </p:contentPart>
        </mc:Choice>
        <mc:Fallback xmlns="">
          <p:pic>
            <p:nvPicPr>
              <p:cNvPr id="7" name="墨迹 6">
                <a:extLst>
                  <a:ext uri="{FF2B5EF4-FFF2-40B4-BE49-F238E27FC236}">
                    <a16:creationId xmlns:a16="http://schemas.microsoft.com/office/drawing/2014/main" id="{1FB6AD69-DF79-4E38-B601-C57B4E5B7078}"/>
                  </a:ext>
                </a:extLst>
              </p:cNvPr>
              <p:cNvPicPr/>
              <p:nvPr/>
            </p:nvPicPr>
            <p:blipFill>
              <a:blip r:embed="rId129"/>
              <a:stretch>
                <a:fillRect/>
              </a:stretch>
            </p:blipFill>
            <p:spPr>
              <a:xfrm>
                <a:off x="8956787" y="3393809"/>
                <a:ext cx="176760" cy="426960"/>
              </a:xfrm>
              <a:prstGeom prst="rect">
                <a:avLst/>
              </a:prstGeom>
            </p:spPr>
          </p:pic>
        </mc:Fallback>
      </mc:AlternateContent>
    </p:spTree>
    <p:extLst>
      <p:ext uri="{BB962C8B-B14F-4D97-AF65-F5344CB8AC3E}">
        <p14:creationId xmlns:p14="http://schemas.microsoft.com/office/powerpoint/2010/main" val="1283747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1" name="图片 410">
            <a:extLst>
              <a:ext uri="{FF2B5EF4-FFF2-40B4-BE49-F238E27FC236}">
                <a16:creationId xmlns:a16="http://schemas.microsoft.com/office/drawing/2014/main" id="{C9B10631-0C9F-4890-BF63-72BA47434BAC}"/>
              </a:ext>
            </a:extLst>
          </p:cNvPr>
          <p:cNvPicPr>
            <a:picLocks noChangeAspect="1"/>
          </p:cNvPicPr>
          <p:nvPr/>
        </p:nvPicPr>
        <p:blipFill rotWithShape="1">
          <a:blip r:embed="rId3"/>
          <a:srcRect t="2233" r="2665"/>
          <a:stretch/>
        </p:blipFill>
        <p:spPr>
          <a:xfrm>
            <a:off x="5107577" y="108857"/>
            <a:ext cx="6796432" cy="6644046"/>
          </a:xfrm>
          <a:prstGeom prst="rect">
            <a:avLst/>
          </a:prstGeom>
        </p:spPr>
      </p:pic>
      <mc:AlternateContent xmlns:mc="http://schemas.openxmlformats.org/markup-compatibility/2006" xmlns:p14="http://schemas.microsoft.com/office/powerpoint/2010/main">
        <mc:Choice Requires="p14">
          <p:contentPart p14:bwMode="auto" r:id="rId4">
            <p14:nvContentPartPr>
              <p14:cNvPr id="12" name="墨迹 11">
                <a:extLst>
                  <a:ext uri="{FF2B5EF4-FFF2-40B4-BE49-F238E27FC236}">
                    <a16:creationId xmlns:a16="http://schemas.microsoft.com/office/drawing/2014/main" id="{58CDEBE7-5981-4C32-A27D-8597A10F355F}"/>
                  </a:ext>
                </a:extLst>
              </p14:cNvPr>
              <p14:cNvContentPartPr/>
              <p14:nvPr/>
            </p14:nvContentPartPr>
            <p14:xfrm>
              <a:off x="5835587" y="750329"/>
              <a:ext cx="192960" cy="10440"/>
            </p14:xfrm>
          </p:contentPart>
        </mc:Choice>
        <mc:Fallback xmlns="">
          <p:pic>
            <p:nvPicPr>
              <p:cNvPr id="12" name="墨迹 11">
                <a:extLst>
                  <a:ext uri="{FF2B5EF4-FFF2-40B4-BE49-F238E27FC236}">
                    <a16:creationId xmlns:a16="http://schemas.microsoft.com/office/drawing/2014/main" id="{58CDEBE7-5981-4C32-A27D-8597A10F355F}"/>
                  </a:ext>
                </a:extLst>
              </p:cNvPr>
              <p:cNvPicPr/>
              <p:nvPr/>
            </p:nvPicPr>
            <p:blipFill>
              <a:blip r:embed="rId5"/>
              <a:stretch>
                <a:fillRect/>
              </a:stretch>
            </p:blipFill>
            <p:spPr>
              <a:xfrm>
                <a:off x="5826587" y="741329"/>
                <a:ext cx="2106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墨迹 14">
                <a:extLst>
                  <a:ext uri="{FF2B5EF4-FFF2-40B4-BE49-F238E27FC236}">
                    <a16:creationId xmlns:a16="http://schemas.microsoft.com/office/drawing/2014/main" id="{EA4BFB1F-79AE-472E-AA98-BDEADB1101F6}"/>
                  </a:ext>
                </a:extLst>
              </p14:cNvPr>
              <p14:cNvContentPartPr/>
              <p14:nvPr/>
            </p14:nvContentPartPr>
            <p14:xfrm>
              <a:off x="6170027" y="743489"/>
              <a:ext cx="217440" cy="136080"/>
            </p14:xfrm>
          </p:contentPart>
        </mc:Choice>
        <mc:Fallback xmlns="">
          <p:pic>
            <p:nvPicPr>
              <p:cNvPr id="15" name="墨迹 14">
                <a:extLst>
                  <a:ext uri="{FF2B5EF4-FFF2-40B4-BE49-F238E27FC236}">
                    <a16:creationId xmlns:a16="http://schemas.microsoft.com/office/drawing/2014/main" id="{EA4BFB1F-79AE-472E-AA98-BDEADB1101F6}"/>
                  </a:ext>
                </a:extLst>
              </p:cNvPr>
              <p:cNvPicPr/>
              <p:nvPr/>
            </p:nvPicPr>
            <p:blipFill>
              <a:blip r:embed="rId7"/>
              <a:stretch>
                <a:fillRect/>
              </a:stretch>
            </p:blipFill>
            <p:spPr>
              <a:xfrm>
                <a:off x="6161027" y="734849"/>
                <a:ext cx="23508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墨迹 15">
                <a:extLst>
                  <a:ext uri="{FF2B5EF4-FFF2-40B4-BE49-F238E27FC236}">
                    <a16:creationId xmlns:a16="http://schemas.microsoft.com/office/drawing/2014/main" id="{E43831B6-0D42-48FF-9E9E-3DC2D7C2DEA2}"/>
                  </a:ext>
                </a:extLst>
              </p14:cNvPr>
              <p14:cNvContentPartPr/>
              <p14:nvPr/>
            </p14:nvContentPartPr>
            <p14:xfrm>
              <a:off x="6573587" y="634409"/>
              <a:ext cx="120960" cy="239760"/>
            </p14:xfrm>
          </p:contentPart>
        </mc:Choice>
        <mc:Fallback xmlns="">
          <p:pic>
            <p:nvPicPr>
              <p:cNvPr id="16" name="墨迹 15">
                <a:extLst>
                  <a:ext uri="{FF2B5EF4-FFF2-40B4-BE49-F238E27FC236}">
                    <a16:creationId xmlns:a16="http://schemas.microsoft.com/office/drawing/2014/main" id="{E43831B6-0D42-48FF-9E9E-3DC2D7C2DEA2}"/>
                  </a:ext>
                </a:extLst>
              </p:cNvPr>
              <p:cNvPicPr/>
              <p:nvPr/>
            </p:nvPicPr>
            <p:blipFill>
              <a:blip r:embed="rId9"/>
              <a:stretch>
                <a:fillRect/>
              </a:stretch>
            </p:blipFill>
            <p:spPr>
              <a:xfrm>
                <a:off x="6564947" y="625409"/>
                <a:ext cx="13860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墨迹 18">
                <a:extLst>
                  <a:ext uri="{FF2B5EF4-FFF2-40B4-BE49-F238E27FC236}">
                    <a16:creationId xmlns:a16="http://schemas.microsoft.com/office/drawing/2014/main" id="{5A2B8DEB-29F9-43E4-9191-831CA56D8ECD}"/>
                  </a:ext>
                </a:extLst>
              </p14:cNvPr>
              <p14:cNvContentPartPr/>
              <p14:nvPr/>
            </p14:nvContentPartPr>
            <p14:xfrm>
              <a:off x="6877427" y="291689"/>
              <a:ext cx="180000" cy="254880"/>
            </p14:xfrm>
          </p:contentPart>
        </mc:Choice>
        <mc:Fallback xmlns="">
          <p:pic>
            <p:nvPicPr>
              <p:cNvPr id="19" name="墨迹 18">
                <a:extLst>
                  <a:ext uri="{FF2B5EF4-FFF2-40B4-BE49-F238E27FC236}">
                    <a16:creationId xmlns:a16="http://schemas.microsoft.com/office/drawing/2014/main" id="{5A2B8DEB-29F9-43E4-9191-831CA56D8ECD}"/>
                  </a:ext>
                </a:extLst>
              </p:cNvPr>
              <p:cNvPicPr/>
              <p:nvPr/>
            </p:nvPicPr>
            <p:blipFill>
              <a:blip r:embed="rId11"/>
              <a:stretch>
                <a:fillRect/>
              </a:stretch>
            </p:blipFill>
            <p:spPr>
              <a:xfrm>
                <a:off x="6868427" y="283037"/>
                <a:ext cx="197640" cy="272545"/>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0" name="墨迹 19">
                <a:extLst>
                  <a:ext uri="{FF2B5EF4-FFF2-40B4-BE49-F238E27FC236}">
                    <a16:creationId xmlns:a16="http://schemas.microsoft.com/office/drawing/2014/main" id="{8AA5EEEC-B778-4EA9-B1B8-88D5B5520791}"/>
                  </a:ext>
                </a:extLst>
              </p14:cNvPr>
              <p14:cNvContentPartPr/>
              <p14:nvPr/>
            </p14:nvContentPartPr>
            <p14:xfrm>
              <a:off x="7212227" y="367649"/>
              <a:ext cx="139320" cy="170280"/>
            </p14:xfrm>
          </p:contentPart>
        </mc:Choice>
        <mc:Fallback xmlns="">
          <p:pic>
            <p:nvPicPr>
              <p:cNvPr id="20" name="墨迹 19">
                <a:extLst>
                  <a:ext uri="{FF2B5EF4-FFF2-40B4-BE49-F238E27FC236}">
                    <a16:creationId xmlns:a16="http://schemas.microsoft.com/office/drawing/2014/main" id="{8AA5EEEC-B778-4EA9-B1B8-88D5B5520791}"/>
                  </a:ext>
                </a:extLst>
              </p:cNvPr>
              <p:cNvPicPr/>
              <p:nvPr/>
            </p:nvPicPr>
            <p:blipFill>
              <a:blip r:embed="rId13"/>
              <a:stretch>
                <a:fillRect/>
              </a:stretch>
            </p:blipFill>
            <p:spPr>
              <a:xfrm>
                <a:off x="7203587" y="358649"/>
                <a:ext cx="15696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墨迹 22">
                <a:extLst>
                  <a:ext uri="{FF2B5EF4-FFF2-40B4-BE49-F238E27FC236}">
                    <a16:creationId xmlns:a16="http://schemas.microsoft.com/office/drawing/2014/main" id="{D710FE27-AB0D-4A4B-93D7-28562C60F4B4}"/>
                  </a:ext>
                </a:extLst>
              </p14:cNvPr>
              <p14:cNvContentPartPr/>
              <p14:nvPr/>
            </p14:nvContentPartPr>
            <p14:xfrm>
              <a:off x="7538027" y="342449"/>
              <a:ext cx="120960" cy="210960"/>
            </p14:xfrm>
          </p:contentPart>
        </mc:Choice>
        <mc:Fallback xmlns="">
          <p:pic>
            <p:nvPicPr>
              <p:cNvPr id="23" name="墨迹 22">
                <a:extLst>
                  <a:ext uri="{FF2B5EF4-FFF2-40B4-BE49-F238E27FC236}">
                    <a16:creationId xmlns:a16="http://schemas.microsoft.com/office/drawing/2014/main" id="{D710FE27-AB0D-4A4B-93D7-28562C60F4B4}"/>
                  </a:ext>
                </a:extLst>
              </p:cNvPr>
              <p:cNvPicPr/>
              <p:nvPr/>
            </p:nvPicPr>
            <p:blipFill>
              <a:blip r:embed="rId15"/>
              <a:stretch>
                <a:fillRect/>
              </a:stretch>
            </p:blipFill>
            <p:spPr>
              <a:xfrm>
                <a:off x="7529027" y="333464"/>
                <a:ext cx="138600" cy="22857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7" name="墨迹 26">
                <a:extLst>
                  <a:ext uri="{FF2B5EF4-FFF2-40B4-BE49-F238E27FC236}">
                    <a16:creationId xmlns:a16="http://schemas.microsoft.com/office/drawing/2014/main" id="{014C194F-22D2-413B-BAE7-8B44028A25CC}"/>
                  </a:ext>
                </a:extLst>
              </p14:cNvPr>
              <p14:cNvContentPartPr/>
              <p14:nvPr/>
            </p14:nvContentPartPr>
            <p14:xfrm>
              <a:off x="7877867" y="363329"/>
              <a:ext cx="91800" cy="209880"/>
            </p14:xfrm>
          </p:contentPart>
        </mc:Choice>
        <mc:Fallback xmlns="">
          <p:pic>
            <p:nvPicPr>
              <p:cNvPr id="27" name="墨迹 26">
                <a:extLst>
                  <a:ext uri="{FF2B5EF4-FFF2-40B4-BE49-F238E27FC236}">
                    <a16:creationId xmlns:a16="http://schemas.microsoft.com/office/drawing/2014/main" id="{014C194F-22D2-413B-BAE7-8B44028A25CC}"/>
                  </a:ext>
                </a:extLst>
              </p:cNvPr>
              <p:cNvPicPr/>
              <p:nvPr/>
            </p:nvPicPr>
            <p:blipFill>
              <a:blip r:embed="rId17"/>
              <a:stretch>
                <a:fillRect/>
              </a:stretch>
            </p:blipFill>
            <p:spPr>
              <a:xfrm>
                <a:off x="7868867" y="354674"/>
                <a:ext cx="109440" cy="22755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4" name="墨迹 33">
                <a:extLst>
                  <a:ext uri="{FF2B5EF4-FFF2-40B4-BE49-F238E27FC236}">
                    <a16:creationId xmlns:a16="http://schemas.microsoft.com/office/drawing/2014/main" id="{D69F2021-EF09-49D5-BB93-7F492F6AA821}"/>
                  </a:ext>
                </a:extLst>
              </p14:cNvPr>
              <p14:cNvContentPartPr/>
              <p14:nvPr/>
            </p14:nvContentPartPr>
            <p14:xfrm>
              <a:off x="8038787" y="280889"/>
              <a:ext cx="68760" cy="48960"/>
            </p14:xfrm>
          </p:contentPart>
        </mc:Choice>
        <mc:Fallback xmlns="">
          <p:pic>
            <p:nvPicPr>
              <p:cNvPr id="34" name="墨迹 33">
                <a:extLst>
                  <a:ext uri="{FF2B5EF4-FFF2-40B4-BE49-F238E27FC236}">
                    <a16:creationId xmlns:a16="http://schemas.microsoft.com/office/drawing/2014/main" id="{D69F2021-EF09-49D5-BB93-7F492F6AA821}"/>
                  </a:ext>
                </a:extLst>
              </p:cNvPr>
              <p:cNvPicPr/>
              <p:nvPr/>
            </p:nvPicPr>
            <p:blipFill>
              <a:blip r:embed="rId19"/>
              <a:stretch>
                <a:fillRect/>
              </a:stretch>
            </p:blipFill>
            <p:spPr>
              <a:xfrm>
                <a:off x="8030102" y="271822"/>
                <a:ext cx="86493" cy="66731"/>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5" name="墨迹 34">
                <a:extLst>
                  <a:ext uri="{FF2B5EF4-FFF2-40B4-BE49-F238E27FC236}">
                    <a16:creationId xmlns:a16="http://schemas.microsoft.com/office/drawing/2014/main" id="{61ABC2D3-B174-45C2-AF8C-2746D153B658}"/>
                  </a:ext>
                </a:extLst>
              </p14:cNvPr>
              <p14:cNvContentPartPr/>
              <p14:nvPr/>
            </p14:nvContentPartPr>
            <p14:xfrm>
              <a:off x="8223107" y="434249"/>
              <a:ext cx="189720" cy="18000"/>
            </p14:xfrm>
          </p:contentPart>
        </mc:Choice>
        <mc:Fallback xmlns="">
          <p:pic>
            <p:nvPicPr>
              <p:cNvPr id="35" name="墨迹 34">
                <a:extLst>
                  <a:ext uri="{FF2B5EF4-FFF2-40B4-BE49-F238E27FC236}">
                    <a16:creationId xmlns:a16="http://schemas.microsoft.com/office/drawing/2014/main" id="{61ABC2D3-B174-45C2-AF8C-2746D153B658}"/>
                  </a:ext>
                </a:extLst>
              </p:cNvPr>
              <p:cNvPicPr/>
              <p:nvPr/>
            </p:nvPicPr>
            <p:blipFill>
              <a:blip r:embed="rId21"/>
              <a:stretch>
                <a:fillRect/>
              </a:stretch>
            </p:blipFill>
            <p:spPr>
              <a:xfrm>
                <a:off x="8214467" y="425609"/>
                <a:ext cx="2073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2" name="墨迹 41">
                <a:extLst>
                  <a:ext uri="{FF2B5EF4-FFF2-40B4-BE49-F238E27FC236}">
                    <a16:creationId xmlns:a16="http://schemas.microsoft.com/office/drawing/2014/main" id="{AE0E9F19-11C9-4ACF-99B2-208E8014C1AC}"/>
                  </a:ext>
                </a:extLst>
              </p14:cNvPr>
              <p14:cNvContentPartPr/>
              <p14:nvPr/>
            </p14:nvContentPartPr>
            <p14:xfrm>
              <a:off x="7859147" y="611729"/>
              <a:ext cx="239040" cy="256320"/>
            </p14:xfrm>
          </p:contentPart>
        </mc:Choice>
        <mc:Fallback xmlns="">
          <p:pic>
            <p:nvPicPr>
              <p:cNvPr id="42" name="墨迹 41">
                <a:extLst>
                  <a:ext uri="{FF2B5EF4-FFF2-40B4-BE49-F238E27FC236}">
                    <a16:creationId xmlns:a16="http://schemas.microsoft.com/office/drawing/2014/main" id="{AE0E9F19-11C9-4ACF-99B2-208E8014C1AC}"/>
                  </a:ext>
                </a:extLst>
              </p:cNvPr>
              <p:cNvPicPr/>
              <p:nvPr/>
            </p:nvPicPr>
            <p:blipFill>
              <a:blip r:embed="rId23"/>
              <a:stretch>
                <a:fillRect/>
              </a:stretch>
            </p:blipFill>
            <p:spPr>
              <a:xfrm>
                <a:off x="7850507" y="602729"/>
                <a:ext cx="25668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3" name="墨迹 42">
                <a:extLst>
                  <a:ext uri="{FF2B5EF4-FFF2-40B4-BE49-F238E27FC236}">
                    <a16:creationId xmlns:a16="http://schemas.microsoft.com/office/drawing/2014/main" id="{58AE3ED7-748C-4AA1-975B-9D4EE06A34B7}"/>
                  </a:ext>
                </a:extLst>
              </p14:cNvPr>
              <p14:cNvContentPartPr/>
              <p14:nvPr/>
            </p14:nvContentPartPr>
            <p14:xfrm>
              <a:off x="8210147" y="697769"/>
              <a:ext cx="177840" cy="126000"/>
            </p14:xfrm>
          </p:contentPart>
        </mc:Choice>
        <mc:Fallback xmlns="">
          <p:pic>
            <p:nvPicPr>
              <p:cNvPr id="43" name="墨迹 42">
                <a:extLst>
                  <a:ext uri="{FF2B5EF4-FFF2-40B4-BE49-F238E27FC236}">
                    <a16:creationId xmlns:a16="http://schemas.microsoft.com/office/drawing/2014/main" id="{58AE3ED7-748C-4AA1-975B-9D4EE06A34B7}"/>
                  </a:ext>
                </a:extLst>
              </p:cNvPr>
              <p:cNvPicPr/>
              <p:nvPr/>
            </p:nvPicPr>
            <p:blipFill>
              <a:blip r:embed="rId25"/>
              <a:stretch>
                <a:fillRect/>
              </a:stretch>
            </p:blipFill>
            <p:spPr>
              <a:xfrm>
                <a:off x="8201507" y="689129"/>
                <a:ext cx="19548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6" name="墨迹 45">
                <a:extLst>
                  <a:ext uri="{FF2B5EF4-FFF2-40B4-BE49-F238E27FC236}">
                    <a16:creationId xmlns:a16="http://schemas.microsoft.com/office/drawing/2014/main" id="{5186460E-D7A1-4D33-8BC3-2FCDAA97D84F}"/>
                  </a:ext>
                </a:extLst>
              </p14:cNvPr>
              <p14:cNvContentPartPr/>
              <p14:nvPr/>
            </p14:nvContentPartPr>
            <p14:xfrm>
              <a:off x="8565467" y="686969"/>
              <a:ext cx="172800" cy="173160"/>
            </p14:xfrm>
          </p:contentPart>
        </mc:Choice>
        <mc:Fallback xmlns="">
          <p:pic>
            <p:nvPicPr>
              <p:cNvPr id="46" name="墨迹 45">
                <a:extLst>
                  <a:ext uri="{FF2B5EF4-FFF2-40B4-BE49-F238E27FC236}">
                    <a16:creationId xmlns:a16="http://schemas.microsoft.com/office/drawing/2014/main" id="{5186460E-D7A1-4D33-8BC3-2FCDAA97D84F}"/>
                  </a:ext>
                </a:extLst>
              </p:cNvPr>
              <p:cNvPicPr/>
              <p:nvPr/>
            </p:nvPicPr>
            <p:blipFill>
              <a:blip r:embed="rId27"/>
              <a:stretch>
                <a:fillRect/>
              </a:stretch>
            </p:blipFill>
            <p:spPr>
              <a:xfrm>
                <a:off x="8556467" y="678311"/>
                <a:ext cx="190440" cy="190837"/>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9" name="墨迹 48">
                <a:extLst>
                  <a:ext uri="{FF2B5EF4-FFF2-40B4-BE49-F238E27FC236}">
                    <a16:creationId xmlns:a16="http://schemas.microsoft.com/office/drawing/2014/main" id="{BC907688-481E-4121-84EE-EF2C0F3A24F6}"/>
                  </a:ext>
                </a:extLst>
              </p14:cNvPr>
              <p14:cNvContentPartPr/>
              <p14:nvPr/>
            </p14:nvContentPartPr>
            <p14:xfrm>
              <a:off x="7181267" y="715049"/>
              <a:ext cx="178560" cy="136080"/>
            </p14:xfrm>
          </p:contentPart>
        </mc:Choice>
        <mc:Fallback xmlns="">
          <p:pic>
            <p:nvPicPr>
              <p:cNvPr id="49" name="墨迹 48">
                <a:extLst>
                  <a:ext uri="{FF2B5EF4-FFF2-40B4-BE49-F238E27FC236}">
                    <a16:creationId xmlns:a16="http://schemas.microsoft.com/office/drawing/2014/main" id="{BC907688-481E-4121-84EE-EF2C0F3A24F6}"/>
                  </a:ext>
                </a:extLst>
              </p:cNvPr>
              <p:cNvPicPr/>
              <p:nvPr/>
            </p:nvPicPr>
            <p:blipFill>
              <a:blip r:embed="rId29"/>
              <a:stretch>
                <a:fillRect/>
              </a:stretch>
            </p:blipFill>
            <p:spPr>
              <a:xfrm>
                <a:off x="7172610" y="706049"/>
                <a:ext cx="196236"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9" name="墨迹 58">
                <a:extLst>
                  <a:ext uri="{FF2B5EF4-FFF2-40B4-BE49-F238E27FC236}">
                    <a16:creationId xmlns:a16="http://schemas.microsoft.com/office/drawing/2014/main" id="{2C133B87-0F75-4DA4-A997-F57138F98B96}"/>
                  </a:ext>
                </a:extLst>
              </p14:cNvPr>
              <p14:cNvContentPartPr/>
              <p14:nvPr/>
            </p14:nvContentPartPr>
            <p14:xfrm>
              <a:off x="6828467" y="1028609"/>
              <a:ext cx="181440" cy="172440"/>
            </p14:xfrm>
          </p:contentPart>
        </mc:Choice>
        <mc:Fallback xmlns="">
          <p:pic>
            <p:nvPicPr>
              <p:cNvPr id="59" name="墨迹 58">
                <a:extLst>
                  <a:ext uri="{FF2B5EF4-FFF2-40B4-BE49-F238E27FC236}">
                    <a16:creationId xmlns:a16="http://schemas.microsoft.com/office/drawing/2014/main" id="{2C133B87-0F75-4DA4-A997-F57138F98B96}"/>
                  </a:ext>
                </a:extLst>
              </p:cNvPr>
              <p:cNvPicPr/>
              <p:nvPr/>
            </p:nvPicPr>
            <p:blipFill>
              <a:blip r:embed="rId31"/>
              <a:stretch>
                <a:fillRect/>
              </a:stretch>
            </p:blipFill>
            <p:spPr>
              <a:xfrm>
                <a:off x="6819827" y="1019969"/>
                <a:ext cx="19908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2" name="墨迹 61">
                <a:extLst>
                  <a:ext uri="{FF2B5EF4-FFF2-40B4-BE49-F238E27FC236}">
                    <a16:creationId xmlns:a16="http://schemas.microsoft.com/office/drawing/2014/main" id="{3389A666-7607-47E9-B501-1254D135E6F9}"/>
                  </a:ext>
                </a:extLst>
              </p14:cNvPr>
              <p14:cNvContentPartPr/>
              <p14:nvPr/>
            </p14:nvContentPartPr>
            <p14:xfrm>
              <a:off x="5478827" y="1001609"/>
              <a:ext cx="141480" cy="241920"/>
            </p14:xfrm>
          </p:contentPart>
        </mc:Choice>
        <mc:Fallback xmlns="">
          <p:pic>
            <p:nvPicPr>
              <p:cNvPr id="62" name="墨迹 61">
                <a:extLst>
                  <a:ext uri="{FF2B5EF4-FFF2-40B4-BE49-F238E27FC236}">
                    <a16:creationId xmlns:a16="http://schemas.microsoft.com/office/drawing/2014/main" id="{3389A666-7607-47E9-B501-1254D135E6F9}"/>
                  </a:ext>
                </a:extLst>
              </p:cNvPr>
              <p:cNvPicPr/>
              <p:nvPr/>
            </p:nvPicPr>
            <p:blipFill>
              <a:blip r:embed="rId33"/>
              <a:stretch>
                <a:fillRect/>
              </a:stretch>
            </p:blipFill>
            <p:spPr>
              <a:xfrm>
                <a:off x="5470187" y="992956"/>
                <a:ext cx="159120" cy="259586"/>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5" name="墨迹 64">
                <a:extLst>
                  <a:ext uri="{FF2B5EF4-FFF2-40B4-BE49-F238E27FC236}">
                    <a16:creationId xmlns:a16="http://schemas.microsoft.com/office/drawing/2014/main" id="{A1B1F04A-6846-47C9-BADF-914A38635ED8}"/>
                  </a:ext>
                </a:extLst>
              </p14:cNvPr>
              <p14:cNvContentPartPr/>
              <p14:nvPr/>
            </p14:nvContentPartPr>
            <p14:xfrm>
              <a:off x="5858267" y="1067489"/>
              <a:ext cx="172440" cy="141840"/>
            </p14:xfrm>
          </p:contentPart>
        </mc:Choice>
        <mc:Fallback xmlns="">
          <p:pic>
            <p:nvPicPr>
              <p:cNvPr id="65" name="墨迹 64">
                <a:extLst>
                  <a:ext uri="{FF2B5EF4-FFF2-40B4-BE49-F238E27FC236}">
                    <a16:creationId xmlns:a16="http://schemas.microsoft.com/office/drawing/2014/main" id="{A1B1F04A-6846-47C9-BADF-914A38635ED8}"/>
                  </a:ext>
                </a:extLst>
              </p:cNvPr>
              <p:cNvPicPr/>
              <p:nvPr/>
            </p:nvPicPr>
            <p:blipFill>
              <a:blip r:embed="rId35"/>
              <a:stretch>
                <a:fillRect/>
              </a:stretch>
            </p:blipFill>
            <p:spPr>
              <a:xfrm>
                <a:off x="5849609" y="1058489"/>
                <a:ext cx="190117"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6" name="墨迹 65">
                <a:extLst>
                  <a:ext uri="{FF2B5EF4-FFF2-40B4-BE49-F238E27FC236}">
                    <a16:creationId xmlns:a16="http://schemas.microsoft.com/office/drawing/2014/main" id="{07809334-ADDA-4241-867D-889DAD552497}"/>
                  </a:ext>
                </a:extLst>
              </p14:cNvPr>
              <p14:cNvContentPartPr/>
              <p14:nvPr/>
            </p14:nvContentPartPr>
            <p14:xfrm>
              <a:off x="6234467" y="994049"/>
              <a:ext cx="110880" cy="12960"/>
            </p14:xfrm>
          </p:contentPart>
        </mc:Choice>
        <mc:Fallback xmlns="">
          <p:pic>
            <p:nvPicPr>
              <p:cNvPr id="66" name="墨迹 65">
                <a:extLst>
                  <a:ext uri="{FF2B5EF4-FFF2-40B4-BE49-F238E27FC236}">
                    <a16:creationId xmlns:a16="http://schemas.microsoft.com/office/drawing/2014/main" id="{07809334-ADDA-4241-867D-889DAD552497}"/>
                  </a:ext>
                </a:extLst>
              </p:cNvPr>
              <p:cNvPicPr/>
              <p:nvPr/>
            </p:nvPicPr>
            <p:blipFill>
              <a:blip r:embed="rId37"/>
              <a:stretch>
                <a:fillRect/>
              </a:stretch>
            </p:blipFill>
            <p:spPr>
              <a:xfrm>
                <a:off x="6225827" y="985409"/>
                <a:ext cx="1285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7" name="墨迹 66">
                <a:extLst>
                  <a:ext uri="{FF2B5EF4-FFF2-40B4-BE49-F238E27FC236}">
                    <a16:creationId xmlns:a16="http://schemas.microsoft.com/office/drawing/2014/main" id="{457FBC58-731C-49AF-8509-B34C976AE8B9}"/>
                  </a:ext>
                </a:extLst>
              </p14:cNvPr>
              <p14:cNvContentPartPr/>
              <p14:nvPr/>
            </p14:nvContentPartPr>
            <p14:xfrm>
              <a:off x="6193427" y="1050929"/>
              <a:ext cx="190800" cy="189360"/>
            </p14:xfrm>
          </p:contentPart>
        </mc:Choice>
        <mc:Fallback xmlns="">
          <p:pic>
            <p:nvPicPr>
              <p:cNvPr id="67" name="墨迹 66">
                <a:extLst>
                  <a:ext uri="{FF2B5EF4-FFF2-40B4-BE49-F238E27FC236}">
                    <a16:creationId xmlns:a16="http://schemas.microsoft.com/office/drawing/2014/main" id="{457FBC58-731C-49AF-8509-B34C976AE8B9}"/>
                  </a:ext>
                </a:extLst>
              </p:cNvPr>
              <p:cNvPicPr/>
              <p:nvPr/>
            </p:nvPicPr>
            <p:blipFill>
              <a:blip r:embed="rId39"/>
              <a:stretch>
                <a:fillRect/>
              </a:stretch>
            </p:blipFill>
            <p:spPr>
              <a:xfrm>
                <a:off x="6184427" y="1041929"/>
                <a:ext cx="20844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71" name="墨迹 70">
                <a:extLst>
                  <a:ext uri="{FF2B5EF4-FFF2-40B4-BE49-F238E27FC236}">
                    <a16:creationId xmlns:a16="http://schemas.microsoft.com/office/drawing/2014/main" id="{9AEDF88D-5EF5-48D7-90CA-1C10EBDFF863}"/>
                  </a:ext>
                </a:extLst>
              </p14:cNvPr>
              <p14:cNvContentPartPr/>
              <p14:nvPr/>
            </p14:nvContentPartPr>
            <p14:xfrm>
              <a:off x="6504107" y="1053809"/>
              <a:ext cx="202680" cy="118440"/>
            </p14:xfrm>
          </p:contentPart>
        </mc:Choice>
        <mc:Fallback xmlns="">
          <p:pic>
            <p:nvPicPr>
              <p:cNvPr id="71" name="墨迹 70">
                <a:extLst>
                  <a:ext uri="{FF2B5EF4-FFF2-40B4-BE49-F238E27FC236}">
                    <a16:creationId xmlns:a16="http://schemas.microsoft.com/office/drawing/2014/main" id="{9AEDF88D-5EF5-48D7-90CA-1C10EBDFF863}"/>
                  </a:ext>
                </a:extLst>
              </p:cNvPr>
              <p:cNvPicPr/>
              <p:nvPr/>
            </p:nvPicPr>
            <p:blipFill>
              <a:blip r:embed="rId41"/>
              <a:stretch>
                <a:fillRect/>
              </a:stretch>
            </p:blipFill>
            <p:spPr>
              <a:xfrm>
                <a:off x="6495467" y="1045195"/>
                <a:ext cx="220320" cy="136027"/>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2" name="墨迹 71">
                <a:extLst>
                  <a:ext uri="{FF2B5EF4-FFF2-40B4-BE49-F238E27FC236}">
                    <a16:creationId xmlns:a16="http://schemas.microsoft.com/office/drawing/2014/main" id="{9B8DCBB0-8EE9-4DC7-AECF-64E084C1C6AA}"/>
                  </a:ext>
                </a:extLst>
              </p14:cNvPr>
              <p14:cNvContentPartPr/>
              <p14:nvPr/>
            </p14:nvContentPartPr>
            <p14:xfrm>
              <a:off x="5495027" y="1342169"/>
              <a:ext cx="171000" cy="233640"/>
            </p14:xfrm>
          </p:contentPart>
        </mc:Choice>
        <mc:Fallback xmlns="">
          <p:pic>
            <p:nvPicPr>
              <p:cNvPr id="72" name="墨迹 71">
                <a:extLst>
                  <a:ext uri="{FF2B5EF4-FFF2-40B4-BE49-F238E27FC236}">
                    <a16:creationId xmlns:a16="http://schemas.microsoft.com/office/drawing/2014/main" id="{9B8DCBB0-8EE9-4DC7-AECF-64E084C1C6AA}"/>
                  </a:ext>
                </a:extLst>
              </p:cNvPr>
              <p:cNvPicPr/>
              <p:nvPr/>
            </p:nvPicPr>
            <p:blipFill>
              <a:blip r:embed="rId43"/>
              <a:stretch>
                <a:fillRect/>
              </a:stretch>
            </p:blipFill>
            <p:spPr>
              <a:xfrm>
                <a:off x="5486387" y="1333529"/>
                <a:ext cx="18864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3" name="墨迹 72">
                <a:extLst>
                  <a:ext uri="{FF2B5EF4-FFF2-40B4-BE49-F238E27FC236}">
                    <a16:creationId xmlns:a16="http://schemas.microsoft.com/office/drawing/2014/main" id="{1ABA0639-1B7E-47F3-AFED-09184D61428F}"/>
                  </a:ext>
                </a:extLst>
              </p14:cNvPr>
              <p14:cNvContentPartPr/>
              <p14:nvPr/>
            </p14:nvContentPartPr>
            <p14:xfrm>
              <a:off x="5913707" y="1355849"/>
              <a:ext cx="14400" cy="214560"/>
            </p14:xfrm>
          </p:contentPart>
        </mc:Choice>
        <mc:Fallback xmlns="">
          <p:pic>
            <p:nvPicPr>
              <p:cNvPr id="73" name="墨迹 72">
                <a:extLst>
                  <a:ext uri="{FF2B5EF4-FFF2-40B4-BE49-F238E27FC236}">
                    <a16:creationId xmlns:a16="http://schemas.microsoft.com/office/drawing/2014/main" id="{1ABA0639-1B7E-47F3-AFED-09184D61428F}"/>
                  </a:ext>
                </a:extLst>
              </p:cNvPr>
              <p:cNvPicPr/>
              <p:nvPr/>
            </p:nvPicPr>
            <p:blipFill>
              <a:blip r:embed="rId45"/>
              <a:stretch>
                <a:fillRect/>
              </a:stretch>
            </p:blipFill>
            <p:spPr>
              <a:xfrm>
                <a:off x="5905067" y="1346849"/>
                <a:ext cx="3204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74" name="墨迹 73">
                <a:extLst>
                  <a:ext uri="{FF2B5EF4-FFF2-40B4-BE49-F238E27FC236}">
                    <a16:creationId xmlns:a16="http://schemas.microsoft.com/office/drawing/2014/main" id="{277F2FA7-81A1-4E94-A6E0-2DB4B4EF012F}"/>
                  </a:ext>
                </a:extLst>
              </p14:cNvPr>
              <p14:cNvContentPartPr/>
              <p14:nvPr/>
            </p14:nvContentPartPr>
            <p14:xfrm>
              <a:off x="6176507" y="1357289"/>
              <a:ext cx="194400" cy="156600"/>
            </p14:xfrm>
          </p:contentPart>
        </mc:Choice>
        <mc:Fallback xmlns="">
          <p:pic>
            <p:nvPicPr>
              <p:cNvPr id="74" name="墨迹 73">
                <a:extLst>
                  <a:ext uri="{FF2B5EF4-FFF2-40B4-BE49-F238E27FC236}">
                    <a16:creationId xmlns:a16="http://schemas.microsoft.com/office/drawing/2014/main" id="{277F2FA7-81A1-4E94-A6E0-2DB4B4EF012F}"/>
                  </a:ext>
                </a:extLst>
              </p:cNvPr>
              <p:cNvPicPr/>
              <p:nvPr/>
            </p:nvPicPr>
            <p:blipFill>
              <a:blip r:embed="rId47"/>
              <a:stretch>
                <a:fillRect/>
              </a:stretch>
            </p:blipFill>
            <p:spPr>
              <a:xfrm>
                <a:off x="6167507" y="1348649"/>
                <a:ext cx="21204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77" name="墨迹 76">
                <a:extLst>
                  <a:ext uri="{FF2B5EF4-FFF2-40B4-BE49-F238E27FC236}">
                    <a16:creationId xmlns:a16="http://schemas.microsoft.com/office/drawing/2014/main" id="{CDBFE300-59C4-4F1C-82FC-E5C5E71A332E}"/>
                  </a:ext>
                </a:extLst>
              </p14:cNvPr>
              <p14:cNvContentPartPr/>
              <p14:nvPr/>
            </p14:nvContentPartPr>
            <p14:xfrm>
              <a:off x="6506267" y="1350449"/>
              <a:ext cx="176400" cy="160200"/>
            </p14:xfrm>
          </p:contentPart>
        </mc:Choice>
        <mc:Fallback xmlns="">
          <p:pic>
            <p:nvPicPr>
              <p:cNvPr id="77" name="墨迹 76">
                <a:extLst>
                  <a:ext uri="{FF2B5EF4-FFF2-40B4-BE49-F238E27FC236}">
                    <a16:creationId xmlns:a16="http://schemas.microsoft.com/office/drawing/2014/main" id="{CDBFE300-59C4-4F1C-82FC-E5C5E71A332E}"/>
                  </a:ext>
                </a:extLst>
              </p:cNvPr>
              <p:cNvPicPr/>
              <p:nvPr/>
            </p:nvPicPr>
            <p:blipFill>
              <a:blip r:embed="rId49"/>
              <a:stretch>
                <a:fillRect/>
              </a:stretch>
            </p:blipFill>
            <p:spPr>
              <a:xfrm>
                <a:off x="6497285" y="1341449"/>
                <a:ext cx="194004"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80" name="墨迹 79">
                <a:extLst>
                  <a:ext uri="{FF2B5EF4-FFF2-40B4-BE49-F238E27FC236}">
                    <a16:creationId xmlns:a16="http://schemas.microsoft.com/office/drawing/2014/main" id="{E50644D1-3DC7-4110-938E-22AC6F020E3E}"/>
                  </a:ext>
                </a:extLst>
              </p14:cNvPr>
              <p14:cNvContentPartPr/>
              <p14:nvPr/>
            </p14:nvContentPartPr>
            <p14:xfrm>
              <a:off x="6864827" y="1338929"/>
              <a:ext cx="169200" cy="173880"/>
            </p14:xfrm>
          </p:contentPart>
        </mc:Choice>
        <mc:Fallback xmlns="">
          <p:pic>
            <p:nvPicPr>
              <p:cNvPr id="80" name="墨迹 79">
                <a:extLst>
                  <a:ext uri="{FF2B5EF4-FFF2-40B4-BE49-F238E27FC236}">
                    <a16:creationId xmlns:a16="http://schemas.microsoft.com/office/drawing/2014/main" id="{E50644D1-3DC7-4110-938E-22AC6F020E3E}"/>
                  </a:ext>
                </a:extLst>
              </p:cNvPr>
              <p:cNvPicPr/>
              <p:nvPr/>
            </p:nvPicPr>
            <p:blipFill>
              <a:blip r:embed="rId51"/>
              <a:stretch>
                <a:fillRect/>
              </a:stretch>
            </p:blipFill>
            <p:spPr>
              <a:xfrm>
                <a:off x="6856187" y="1329948"/>
                <a:ext cx="186840" cy="191123"/>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81" name="墨迹 80">
                <a:extLst>
                  <a:ext uri="{FF2B5EF4-FFF2-40B4-BE49-F238E27FC236}">
                    <a16:creationId xmlns:a16="http://schemas.microsoft.com/office/drawing/2014/main" id="{B728D0BC-1810-4B21-A328-CC327B2F4BAA}"/>
                  </a:ext>
                </a:extLst>
              </p14:cNvPr>
              <p14:cNvContentPartPr/>
              <p14:nvPr/>
            </p14:nvContentPartPr>
            <p14:xfrm>
              <a:off x="7185587" y="1355849"/>
              <a:ext cx="207360" cy="174600"/>
            </p14:xfrm>
          </p:contentPart>
        </mc:Choice>
        <mc:Fallback xmlns="">
          <p:pic>
            <p:nvPicPr>
              <p:cNvPr id="81" name="墨迹 80">
                <a:extLst>
                  <a:ext uri="{FF2B5EF4-FFF2-40B4-BE49-F238E27FC236}">
                    <a16:creationId xmlns:a16="http://schemas.microsoft.com/office/drawing/2014/main" id="{B728D0BC-1810-4B21-A328-CC327B2F4BAA}"/>
                  </a:ext>
                </a:extLst>
              </p:cNvPr>
              <p:cNvPicPr/>
              <p:nvPr/>
            </p:nvPicPr>
            <p:blipFill>
              <a:blip r:embed="rId53"/>
              <a:stretch>
                <a:fillRect/>
              </a:stretch>
            </p:blipFill>
            <p:spPr>
              <a:xfrm>
                <a:off x="7176947" y="1346849"/>
                <a:ext cx="22500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88" name="墨迹 87">
                <a:extLst>
                  <a:ext uri="{FF2B5EF4-FFF2-40B4-BE49-F238E27FC236}">
                    <a16:creationId xmlns:a16="http://schemas.microsoft.com/office/drawing/2014/main" id="{07042937-662F-4FA9-9821-8808D45B5AE0}"/>
                  </a:ext>
                </a:extLst>
              </p14:cNvPr>
              <p14:cNvContentPartPr/>
              <p14:nvPr/>
            </p14:nvContentPartPr>
            <p14:xfrm>
              <a:off x="5823707" y="1683809"/>
              <a:ext cx="154800" cy="173520"/>
            </p14:xfrm>
          </p:contentPart>
        </mc:Choice>
        <mc:Fallback xmlns="">
          <p:pic>
            <p:nvPicPr>
              <p:cNvPr id="88" name="墨迹 87">
                <a:extLst>
                  <a:ext uri="{FF2B5EF4-FFF2-40B4-BE49-F238E27FC236}">
                    <a16:creationId xmlns:a16="http://schemas.microsoft.com/office/drawing/2014/main" id="{07042937-662F-4FA9-9821-8808D45B5AE0}"/>
                  </a:ext>
                </a:extLst>
              </p:cNvPr>
              <p:cNvPicPr/>
              <p:nvPr/>
            </p:nvPicPr>
            <p:blipFill>
              <a:blip r:embed="rId55"/>
              <a:stretch>
                <a:fillRect/>
              </a:stretch>
            </p:blipFill>
            <p:spPr>
              <a:xfrm>
                <a:off x="5814707" y="1675151"/>
                <a:ext cx="172440" cy="191197"/>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91" name="墨迹 90">
                <a:extLst>
                  <a:ext uri="{FF2B5EF4-FFF2-40B4-BE49-F238E27FC236}">
                    <a16:creationId xmlns:a16="http://schemas.microsoft.com/office/drawing/2014/main" id="{37D3DD0C-9E49-44D6-82CE-12F858A44A19}"/>
                  </a:ext>
                </a:extLst>
              </p14:cNvPr>
              <p14:cNvContentPartPr/>
              <p14:nvPr/>
            </p14:nvContentPartPr>
            <p14:xfrm>
              <a:off x="6207467" y="1993409"/>
              <a:ext cx="123120" cy="244800"/>
            </p14:xfrm>
          </p:contentPart>
        </mc:Choice>
        <mc:Fallback xmlns="">
          <p:pic>
            <p:nvPicPr>
              <p:cNvPr id="91" name="墨迹 90">
                <a:extLst>
                  <a:ext uri="{FF2B5EF4-FFF2-40B4-BE49-F238E27FC236}">
                    <a16:creationId xmlns:a16="http://schemas.microsoft.com/office/drawing/2014/main" id="{37D3DD0C-9E49-44D6-82CE-12F858A44A19}"/>
                  </a:ext>
                </a:extLst>
              </p:cNvPr>
              <p:cNvPicPr/>
              <p:nvPr/>
            </p:nvPicPr>
            <p:blipFill>
              <a:blip r:embed="rId57"/>
              <a:stretch>
                <a:fillRect/>
              </a:stretch>
            </p:blipFill>
            <p:spPr>
              <a:xfrm>
                <a:off x="6198467" y="1984409"/>
                <a:ext cx="14076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95" name="墨迹 94">
                <a:extLst>
                  <a:ext uri="{FF2B5EF4-FFF2-40B4-BE49-F238E27FC236}">
                    <a16:creationId xmlns:a16="http://schemas.microsoft.com/office/drawing/2014/main" id="{16EC559C-22CB-4A5E-AC3E-A646A1306E2B}"/>
                  </a:ext>
                </a:extLst>
              </p14:cNvPr>
              <p14:cNvContentPartPr/>
              <p14:nvPr/>
            </p14:nvContentPartPr>
            <p14:xfrm>
              <a:off x="6528947" y="2013929"/>
              <a:ext cx="140760" cy="167040"/>
            </p14:xfrm>
          </p:contentPart>
        </mc:Choice>
        <mc:Fallback xmlns="">
          <p:pic>
            <p:nvPicPr>
              <p:cNvPr id="95" name="墨迹 94">
                <a:extLst>
                  <a:ext uri="{FF2B5EF4-FFF2-40B4-BE49-F238E27FC236}">
                    <a16:creationId xmlns:a16="http://schemas.microsoft.com/office/drawing/2014/main" id="{16EC559C-22CB-4A5E-AC3E-A646A1306E2B}"/>
                  </a:ext>
                </a:extLst>
              </p:cNvPr>
              <p:cNvPicPr/>
              <p:nvPr/>
            </p:nvPicPr>
            <p:blipFill>
              <a:blip r:embed="rId59"/>
              <a:stretch>
                <a:fillRect/>
              </a:stretch>
            </p:blipFill>
            <p:spPr>
              <a:xfrm>
                <a:off x="6519947" y="2004929"/>
                <a:ext cx="15840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96" name="墨迹 95">
                <a:extLst>
                  <a:ext uri="{FF2B5EF4-FFF2-40B4-BE49-F238E27FC236}">
                    <a16:creationId xmlns:a16="http://schemas.microsoft.com/office/drawing/2014/main" id="{FDD89492-7DB3-48B8-AEA2-C5D42DA032BD}"/>
                  </a:ext>
                </a:extLst>
              </p14:cNvPr>
              <p14:cNvContentPartPr/>
              <p14:nvPr/>
            </p14:nvContentPartPr>
            <p14:xfrm>
              <a:off x="6548387" y="2367809"/>
              <a:ext cx="162360" cy="156960"/>
            </p14:xfrm>
          </p:contentPart>
        </mc:Choice>
        <mc:Fallback xmlns="">
          <p:pic>
            <p:nvPicPr>
              <p:cNvPr id="96" name="墨迹 95">
                <a:extLst>
                  <a:ext uri="{FF2B5EF4-FFF2-40B4-BE49-F238E27FC236}">
                    <a16:creationId xmlns:a16="http://schemas.microsoft.com/office/drawing/2014/main" id="{FDD89492-7DB3-48B8-AEA2-C5D42DA032BD}"/>
                  </a:ext>
                </a:extLst>
              </p:cNvPr>
              <p:cNvPicPr/>
              <p:nvPr/>
            </p:nvPicPr>
            <p:blipFill>
              <a:blip r:embed="rId61"/>
              <a:stretch>
                <a:fillRect/>
              </a:stretch>
            </p:blipFill>
            <p:spPr>
              <a:xfrm>
                <a:off x="6539747" y="2358809"/>
                <a:ext cx="1800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99" name="墨迹 98">
                <a:extLst>
                  <a:ext uri="{FF2B5EF4-FFF2-40B4-BE49-F238E27FC236}">
                    <a16:creationId xmlns:a16="http://schemas.microsoft.com/office/drawing/2014/main" id="{F1865B71-FB0D-47AA-B27C-D88B990AC965}"/>
                  </a:ext>
                </a:extLst>
              </p14:cNvPr>
              <p14:cNvContentPartPr/>
              <p14:nvPr/>
            </p14:nvContentPartPr>
            <p14:xfrm>
              <a:off x="6858707" y="2031929"/>
              <a:ext cx="176400" cy="177840"/>
            </p14:xfrm>
          </p:contentPart>
        </mc:Choice>
        <mc:Fallback xmlns="">
          <p:pic>
            <p:nvPicPr>
              <p:cNvPr id="99" name="墨迹 98">
                <a:extLst>
                  <a:ext uri="{FF2B5EF4-FFF2-40B4-BE49-F238E27FC236}">
                    <a16:creationId xmlns:a16="http://schemas.microsoft.com/office/drawing/2014/main" id="{F1865B71-FB0D-47AA-B27C-D88B990AC965}"/>
                  </a:ext>
                </a:extLst>
              </p:cNvPr>
              <p:cNvPicPr/>
              <p:nvPr/>
            </p:nvPicPr>
            <p:blipFill>
              <a:blip r:embed="rId63"/>
              <a:stretch>
                <a:fillRect/>
              </a:stretch>
            </p:blipFill>
            <p:spPr>
              <a:xfrm>
                <a:off x="6849707" y="2022947"/>
                <a:ext cx="194040" cy="195444"/>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00" name="墨迹 99">
                <a:extLst>
                  <a:ext uri="{FF2B5EF4-FFF2-40B4-BE49-F238E27FC236}">
                    <a16:creationId xmlns:a16="http://schemas.microsoft.com/office/drawing/2014/main" id="{7E9C10B0-BD1E-4AB5-BF17-76FB90E048C8}"/>
                  </a:ext>
                </a:extLst>
              </p14:cNvPr>
              <p14:cNvContentPartPr/>
              <p14:nvPr/>
            </p14:nvContentPartPr>
            <p14:xfrm>
              <a:off x="6903707" y="1721969"/>
              <a:ext cx="82440" cy="7560"/>
            </p14:xfrm>
          </p:contentPart>
        </mc:Choice>
        <mc:Fallback xmlns="">
          <p:pic>
            <p:nvPicPr>
              <p:cNvPr id="100" name="墨迹 99">
                <a:extLst>
                  <a:ext uri="{FF2B5EF4-FFF2-40B4-BE49-F238E27FC236}">
                    <a16:creationId xmlns:a16="http://schemas.microsoft.com/office/drawing/2014/main" id="{7E9C10B0-BD1E-4AB5-BF17-76FB90E048C8}"/>
                  </a:ext>
                </a:extLst>
              </p:cNvPr>
              <p:cNvPicPr/>
              <p:nvPr/>
            </p:nvPicPr>
            <p:blipFill>
              <a:blip r:embed="rId65"/>
              <a:stretch>
                <a:fillRect/>
              </a:stretch>
            </p:blipFill>
            <p:spPr>
              <a:xfrm>
                <a:off x="6895067" y="1712969"/>
                <a:ext cx="10008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01" name="墨迹 100">
                <a:extLst>
                  <a:ext uri="{FF2B5EF4-FFF2-40B4-BE49-F238E27FC236}">
                    <a16:creationId xmlns:a16="http://schemas.microsoft.com/office/drawing/2014/main" id="{A1789CB3-3BB2-4783-A10A-3FF9AD1A4F8B}"/>
                  </a:ext>
                </a:extLst>
              </p14:cNvPr>
              <p14:cNvContentPartPr/>
              <p14:nvPr/>
            </p14:nvContentPartPr>
            <p14:xfrm>
              <a:off x="6860507" y="1772369"/>
              <a:ext cx="167400" cy="117360"/>
            </p14:xfrm>
          </p:contentPart>
        </mc:Choice>
        <mc:Fallback xmlns="">
          <p:pic>
            <p:nvPicPr>
              <p:cNvPr id="101" name="墨迹 100">
                <a:extLst>
                  <a:ext uri="{FF2B5EF4-FFF2-40B4-BE49-F238E27FC236}">
                    <a16:creationId xmlns:a16="http://schemas.microsoft.com/office/drawing/2014/main" id="{A1789CB3-3BB2-4783-A10A-3FF9AD1A4F8B}"/>
                  </a:ext>
                </a:extLst>
              </p:cNvPr>
              <p:cNvPicPr/>
              <p:nvPr/>
            </p:nvPicPr>
            <p:blipFill>
              <a:blip r:embed="rId67"/>
              <a:stretch>
                <a:fillRect/>
              </a:stretch>
            </p:blipFill>
            <p:spPr>
              <a:xfrm>
                <a:off x="6851867" y="1763369"/>
                <a:ext cx="1850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05" name="墨迹 104">
                <a:extLst>
                  <a:ext uri="{FF2B5EF4-FFF2-40B4-BE49-F238E27FC236}">
                    <a16:creationId xmlns:a16="http://schemas.microsoft.com/office/drawing/2014/main" id="{D5CB4406-1EC3-444B-A7BF-E11C00358806}"/>
                  </a:ext>
                </a:extLst>
              </p14:cNvPr>
              <p14:cNvContentPartPr/>
              <p14:nvPr/>
            </p14:nvContentPartPr>
            <p14:xfrm>
              <a:off x="7215107" y="1737449"/>
              <a:ext cx="141840" cy="138240"/>
            </p14:xfrm>
          </p:contentPart>
        </mc:Choice>
        <mc:Fallback xmlns="">
          <p:pic>
            <p:nvPicPr>
              <p:cNvPr id="105" name="墨迹 104">
                <a:extLst>
                  <a:ext uri="{FF2B5EF4-FFF2-40B4-BE49-F238E27FC236}">
                    <a16:creationId xmlns:a16="http://schemas.microsoft.com/office/drawing/2014/main" id="{D5CB4406-1EC3-444B-A7BF-E11C00358806}"/>
                  </a:ext>
                </a:extLst>
              </p:cNvPr>
              <p:cNvPicPr/>
              <p:nvPr/>
            </p:nvPicPr>
            <p:blipFill>
              <a:blip r:embed="rId69"/>
              <a:stretch>
                <a:fillRect/>
              </a:stretch>
            </p:blipFill>
            <p:spPr>
              <a:xfrm>
                <a:off x="7206467" y="1728449"/>
                <a:ext cx="15948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11" name="墨迹 110">
                <a:extLst>
                  <a:ext uri="{FF2B5EF4-FFF2-40B4-BE49-F238E27FC236}">
                    <a16:creationId xmlns:a16="http://schemas.microsoft.com/office/drawing/2014/main" id="{3AF3867A-34EC-45D2-B937-652D5C841940}"/>
                  </a:ext>
                </a:extLst>
              </p14:cNvPr>
              <p14:cNvContentPartPr/>
              <p14:nvPr/>
            </p14:nvContentPartPr>
            <p14:xfrm>
              <a:off x="7189187" y="2042729"/>
              <a:ext cx="174600" cy="195120"/>
            </p14:xfrm>
          </p:contentPart>
        </mc:Choice>
        <mc:Fallback xmlns="">
          <p:pic>
            <p:nvPicPr>
              <p:cNvPr id="111" name="墨迹 110">
                <a:extLst>
                  <a:ext uri="{FF2B5EF4-FFF2-40B4-BE49-F238E27FC236}">
                    <a16:creationId xmlns:a16="http://schemas.microsoft.com/office/drawing/2014/main" id="{3AF3867A-34EC-45D2-B937-652D5C841940}"/>
                  </a:ext>
                </a:extLst>
              </p:cNvPr>
              <p:cNvPicPr/>
              <p:nvPr/>
            </p:nvPicPr>
            <p:blipFill>
              <a:blip r:embed="rId71"/>
              <a:stretch>
                <a:fillRect/>
              </a:stretch>
            </p:blipFill>
            <p:spPr>
              <a:xfrm>
                <a:off x="7180547" y="2034089"/>
                <a:ext cx="19224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16" name="墨迹 115">
                <a:extLst>
                  <a:ext uri="{FF2B5EF4-FFF2-40B4-BE49-F238E27FC236}">
                    <a16:creationId xmlns:a16="http://schemas.microsoft.com/office/drawing/2014/main" id="{82B4233B-F038-4DC3-BB58-BBDCA18B38F8}"/>
                  </a:ext>
                </a:extLst>
              </p14:cNvPr>
              <p14:cNvContentPartPr/>
              <p14:nvPr/>
            </p14:nvContentPartPr>
            <p14:xfrm>
              <a:off x="5838467" y="2328209"/>
              <a:ext cx="159480" cy="225720"/>
            </p14:xfrm>
          </p:contentPart>
        </mc:Choice>
        <mc:Fallback xmlns="">
          <p:pic>
            <p:nvPicPr>
              <p:cNvPr id="116" name="墨迹 115">
                <a:extLst>
                  <a:ext uri="{FF2B5EF4-FFF2-40B4-BE49-F238E27FC236}">
                    <a16:creationId xmlns:a16="http://schemas.microsoft.com/office/drawing/2014/main" id="{82B4233B-F038-4DC3-BB58-BBDCA18B38F8}"/>
                  </a:ext>
                </a:extLst>
              </p:cNvPr>
              <p:cNvPicPr/>
              <p:nvPr/>
            </p:nvPicPr>
            <p:blipFill>
              <a:blip r:embed="rId73"/>
              <a:stretch>
                <a:fillRect/>
              </a:stretch>
            </p:blipFill>
            <p:spPr>
              <a:xfrm>
                <a:off x="5829827" y="2319555"/>
                <a:ext cx="177120" cy="243388"/>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21" name="墨迹 120">
                <a:extLst>
                  <a:ext uri="{FF2B5EF4-FFF2-40B4-BE49-F238E27FC236}">
                    <a16:creationId xmlns:a16="http://schemas.microsoft.com/office/drawing/2014/main" id="{561EE3D5-158A-4AC5-B6A3-F7A30D41D633}"/>
                  </a:ext>
                </a:extLst>
              </p14:cNvPr>
              <p14:cNvContentPartPr/>
              <p14:nvPr/>
            </p14:nvContentPartPr>
            <p14:xfrm>
              <a:off x="5477387" y="2663369"/>
              <a:ext cx="166320" cy="209160"/>
            </p14:xfrm>
          </p:contentPart>
        </mc:Choice>
        <mc:Fallback xmlns="">
          <p:pic>
            <p:nvPicPr>
              <p:cNvPr id="121" name="墨迹 120">
                <a:extLst>
                  <a:ext uri="{FF2B5EF4-FFF2-40B4-BE49-F238E27FC236}">
                    <a16:creationId xmlns:a16="http://schemas.microsoft.com/office/drawing/2014/main" id="{561EE3D5-158A-4AC5-B6A3-F7A30D41D633}"/>
                  </a:ext>
                </a:extLst>
              </p:cNvPr>
              <p:cNvPicPr/>
              <p:nvPr/>
            </p:nvPicPr>
            <p:blipFill>
              <a:blip r:embed="rId75"/>
              <a:stretch>
                <a:fillRect/>
              </a:stretch>
            </p:blipFill>
            <p:spPr>
              <a:xfrm>
                <a:off x="5468387" y="2654369"/>
                <a:ext cx="18396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25" name="墨迹 124">
                <a:extLst>
                  <a:ext uri="{FF2B5EF4-FFF2-40B4-BE49-F238E27FC236}">
                    <a16:creationId xmlns:a16="http://schemas.microsoft.com/office/drawing/2014/main" id="{C63FA930-7778-4413-AF72-6DD2C30EC82B}"/>
                  </a:ext>
                </a:extLst>
              </p14:cNvPr>
              <p14:cNvContentPartPr/>
              <p14:nvPr/>
            </p14:nvContentPartPr>
            <p14:xfrm>
              <a:off x="5866907" y="2677049"/>
              <a:ext cx="131040" cy="201240"/>
            </p14:xfrm>
          </p:contentPart>
        </mc:Choice>
        <mc:Fallback xmlns="">
          <p:pic>
            <p:nvPicPr>
              <p:cNvPr id="125" name="墨迹 124">
                <a:extLst>
                  <a:ext uri="{FF2B5EF4-FFF2-40B4-BE49-F238E27FC236}">
                    <a16:creationId xmlns:a16="http://schemas.microsoft.com/office/drawing/2014/main" id="{C63FA930-7778-4413-AF72-6DD2C30EC82B}"/>
                  </a:ext>
                </a:extLst>
              </p:cNvPr>
              <p:cNvPicPr/>
              <p:nvPr/>
            </p:nvPicPr>
            <p:blipFill>
              <a:blip r:embed="rId77"/>
              <a:stretch>
                <a:fillRect/>
              </a:stretch>
            </p:blipFill>
            <p:spPr>
              <a:xfrm>
                <a:off x="5857907" y="2668049"/>
                <a:ext cx="14868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44" name="墨迹 143">
                <a:extLst>
                  <a:ext uri="{FF2B5EF4-FFF2-40B4-BE49-F238E27FC236}">
                    <a16:creationId xmlns:a16="http://schemas.microsoft.com/office/drawing/2014/main" id="{E4643BFF-370C-4975-9324-8E9F2D324FC5}"/>
                  </a:ext>
                </a:extLst>
              </p14:cNvPr>
              <p14:cNvContentPartPr/>
              <p14:nvPr/>
            </p14:nvContentPartPr>
            <p14:xfrm>
              <a:off x="6186947" y="2659049"/>
              <a:ext cx="154800" cy="238320"/>
            </p14:xfrm>
          </p:contentPart>
        </mc:Choice>
        <mc:Fallback xmlns="">
          <p:pic>
            <p:nvPicPr>
              <p:cNvPr id="144" name="墨迹 143">
                <a:extLst>
                  <a:ext uri="{FF2B5EF4-FFF2-40B4-BE49-F238E27FC236}">
                    <a16:creationId xmlns:a16="http://schemas.microsoft.com/office/drawing/2014/main" id="{E4643BFF-370C-4975-9324-8E9F2D324FC5}"/>
                  </a:ext>
                </a:extLst>
              </p:cNvPr>
              <p:cNvPicPr/>
              <p:nvPr/>
            </p:nvPicPr>
            <p:blipFill>
              <a:blip r:embed="rId79"/>
              <a:stretch>
                <a:fillRect/>
              </a:stretch>
            </p:blipFill>
            <p:spPr>
              <a:xfrm>
                <a:off x="6177947" y="2650049"/>
                <a:ext cx="17244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49" name="墨迹 148">
                <a:extLst>
                  <a:ext uri="{FF2B5EF4-FFF2-40B4-BE49-F238E27FC236}">
                    <a16:creationId xmlns:a16="http://schemas.microsoft.com/office/drawing/2014/main" id="{D9180AD7-0A02-48C4-9E64-89A337070FB0}"/>
                  </a:ext>
                </a:extLst>
              </p14:cNvPr>
              <p14:cNvContentPartPr/>
              <p14:nvPr/>
            </p14:nvContentPartPr>
            <p14:xfrm>
              <a:off x="6524267" y="2649689"/>
              <a:ext cx="147960" cy="205920"/>
            </p14:xfrm>
          </p:contentPart>
        </mc:Choice>
        <mc:Fallback xmlns="">
          <p:pic>
            <p:nvPicPr>
              <p:cNvPr id="149" name="墨迹 148">
                <a:extLst>
                  <a:ext uri="{FF2B5EF4-FFF2-40B4-BE49-F238E27FC236}">
                    <a16:creationId xmlns:a16="http://schemas.microsoft.com/office/drawing/2014/main" id="{D9180AD7-0A02-48C4-9E64-89A337070FB0}"/>
                  </a:ext>
                </a:extLst>
              </p:cNvPr>
              <p:cNvPicPr/>
              <p:nvPr/>
            </p:nvPicPr>
            <p:blipFill>
              <a:blip r:embed="rId81"/>
              <a:stretch>
                <a:fillRect/>
              </a:stretch>
            </p:blipFill>
            <p:spPr>
              <a:xfrm>
                <a:off x="6515289" y="2640689"/>
                <a:ext cx="165557"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53" name="墨迹 152">
                <a:extLst>
                  <a:ext uri="{FF2B5EF4-FFF2-40B4-BE49-F238E27FC236}">
                    <a16:creationId xmlns:a16="http://schemas.microsoft.com/office/drawing/2014/main" id="{CF7CECFA-C9F7-4B27-8E9A-117C309711EA}"/>
                  </a:ext>
                </a:extLst>
              </p14:cNvPr>
              <p14:cNvContentPartPr/>
              <p14:nvPr/>
            </p14:nvContentPartPr>
            <p14:xfrm>
              <a:off x="6861227" y="2656169"/>
              <a:ext cx="158040" cy="196560"/>
            </p14:xfrm>
          </p:contentPart>
        </mc:Choice>
        <mc:Fallback xmlns="">
          <p:pic>
            <p:nvPicPr>
              <p:cNvPr id="153" name="墨迹 152">
                <a:extLst>
                  <a:ext uri="{FF2B5EF4-FFF2-40B4-BE49-F238E27FC236}">
                    <a16:creationId xmlns:a16="http://schemas.microsoft.com/office/drawing/2014/main" id="{CF7CECFA-C9F7-4B27-8E9A-117C309711EA}"/>
                  </a:ext>
                </a:extLst>
              </p:cNvPr>
              <p:cNvPicPr/>
              <p:nvPr/>
            </p:nvPicPr>
            <p:blipFill>
              <a:blip r:embed="rId83"/>
              <a:stretch>
                <a:fillRect/>
              </a:stretch>
            </p:blipFill>
            <p:spPr>
              <a:xfrm>
                <a:off x="6852567" y="2647169"/>
                <a:ext cx="17572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54" name="墨迹 153">
                <a:extLst>
                  <a:ext uri="{FF2B5EF4-FFF2-40B4-BE49-F238E27FC236}">
                    <a16:creationId xmlns:a16="http://schemas.microsoft.com/office/drawing/2014/main" id="{32B47B02-B766-475D-A5B7-540CC1CACF91}"/>
                  </a:ext>
                </a:extLst>
              </p14:cNvPr>
              <p14:cNvContentPartPr/>
              <p14:nvPr/>
            </p14:nvContentPartPr>
            <p14:xfrm>
              <a:off x="7215827" y="2716649"/>
              <a:ext cx="172800" cy="131400"/>
            </p14:xfrm>
          </p:contentPart>
        </mc:Choice>
        <mc:Fallback xmlns="">
          <p:pic>
            <p:nvPicPr>
              <p:cNvPr id="154" name="墨迹 153">
                <a:extLst>
                  <a:ext uri="{FF2B5EF4-FFF2-40B4-BE49-F238E27FC236}">
                    <a16:creationId xmlns:a16="http://schemas.microsoft.com/office/drawing/2014/main" id="{32B47B02-B766-475D-A5B7-540CC1CACF91}"/>
                  </a:ext>
                </a:extLst>
              </p:cNvPr>
              <p:cNvPicPr/>
              <p:nvPr/>
            </p:nvPicPr>
            <p:blipFill>
              <a:blip r:embed="rId85"/>
              <a:stretch>
                <a:fillRect/>
              </a:stretch>
            </p:blipFill>
            <p:spPr>
              <a:xfrm>
                <a:off x="7207187" y="2708009"/>
                <a:ext cx="19044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60" name="墨迹 159">
                <a:extLst>
                  <a:ext uri="{FF2B5EF4-FFF2-40B4-BE49-F238E27FC236}">
                    <a16:creationId xmlns:a16="http://schemas.microsoft.com/office/drawing/2014/main" id="{B33BBF04-6AB7-4FF2-BCAF-EB4EA8CF93E2}"/>
                  </a:ext>
                </a:extLst>
              </p14:cNvPr>
              <p14:cNvContentPartPr/>
              <p14:nvPr/>
            </p14:nvContentPartPr>
            <p14:xfrm>
              <a:off x="7889387" y="2710169"/>
              <a:ext cx="154800" cy="167400"/>
            </p14:xfrm>
          </p:contentPart>
        </mc:Choice>
        <mc:Fallback xmlns="">
          <p:pic>
            <p:nvPicPr>
              <p:cNvPr id="160" name="墨迹 159">
                <a:extLst>
                  <a:ext uri="{FF2B5EF4-FFF2-40B4-BE49-F238E27FC236}">
                    <a16:creationId xmlns:a16="http://schemas.microsoft.com/office/drawing/2014/main" id="{B33BBF04-6AB7-4FF2-BCAF-EB4EA8CF93E2}"/>
                  </a:ext>
                </a:extLst>
              </p:cNvPr>
              <p:cNvPicPr/>
              <p:nvPr/>
            </p:nvPicPr>
            <p:blipFill>
              <a:blip r:embed="rId87"/>
              <a:stretch>
                <a:fillRect/>
              </a:stretch>
            </p:blipFill>
            <p:spPr>
              <a:xfrm>
                <a:off x="7880387" y="2701169"/>
                <a:ext cx="1724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61" name="墨迹 160">
                <a:extLst>
                  <a:ext uri="{FF2B5EF4-FFF2-40B4-BE49-F238E27FC236}">
                    <a16:creationId xmlns:a16="http://schemas.microsoft.com/office/drawing/2014/main" id="{B1F1F8B8-B013-4843-8A5D-88705BF267B2}"/>
                  </a:ext>
                </a:extLst>
              </p14:cNvPr>
              <p14:cNvContentPartPr/>
              <p14:nvPr/>
            </p14:nvContentPartPr>
            <p14:xfrm>
              <a:off x="7563227" y="2660849"/>
              <a:ext cx="154440" cy="197640"/>
            </p14:xfrm>
          </p:contentPart>
        </mc:Choice>
        <mc:Fallback xmlns="">
          <p:pic>
            <p:nvPicPr>
              <p:cNvPr id="161" name="墨迹 160">
                <a:extLst>
                  <a:ext uri="{FF2B5EF4-FFF2-40B4-BE49-F238E27FC236}">
                    <a16:creationId xmlns:a16="http://schemas.microsoft.com/office/drawing/2014/main" id="{B1F1F8B8-B013-4843-8A5D-88705BF267B2}"/>
                  </a:ext>
                </a:extLst>
              </p:cNvPr>
              <p:cNvPicPr/>
              <p:nvPr/>
            </p:nvPicPr>
            <p:blipFill>
              <a:blip r:embed="rId89"/>
              <a:stretch>
                <a:fillRect/>
              </a:stretch>
            </p:blipFill>
            <p:spPr>
              <a:xfrm>
                <a:off x="7554227" y="2652193"/>
                <a:ext cx="172080" cy="215312"/>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64" name="墨迹 163">
                <a:extLst>
                  <a:ext uri="{FF2B5EF4-FFF2-40B4-BE49-F238E27FC236}">
                    <a16:creationId xmlns:a16="http://schemas.microsoft.com/office/drawing/2014/main" id="{A76DDBC8-9AD2-4E78-B38E-AE89020CBED5}"/>
                  </a:ext>
                </a:extLst>
              </p14:cNvPr>
              <p14:cNvContentPartPr/>
              <p14:nvPr/>
            </p14:nvContentPartPr>
            <p14:xfrm>
              <a:off x="7192427" y="2348369"/>
              <a:ext cx="165240" cy="159840"/>
            </p14:xfrm>
          </p:contentPart>
        </mc:Choice>
        <mc:Fallback xmlns="">
          <p:pic>
            <p:nvPicPr>
              <p:cNvPr id="164" name="墨迹 163">
                <a:extLst>
                  <a:ext uri="{FF2B5EF4-FFF2-40B4-BE49-F238E27FC236}">
                    <a16:creationId xmlns:a16="http://schemas.microsoft.com/office/drawing/2014/main" id="{A76DDBC8-9AD2-4E78-B38E-AE89020CBED5}"/>
                  </a:ext>
                </a:extLst>
              </p:cNvPr>
              <p:cNvPicPr/>
              <p:nvPr/>
            </p:nvPicPr>
            <p:blipFill>
              <a:blip r:embed="rId91"/>
              <a:stretch>
                <a:fillRect/>
              </a:stretch>
            </p:blipFill>
            <p:spPr>
              <a:xfrm>
                <a:off x="7183787" y="2339369"/>
                <a:ext cx="18288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75" name="墨迹 174">
                <a:extLst>
                  <a:ext uri="{FF2B5EF4-FFF2-40B4-BE49-F238E27FC236}">
                    <a16:creationId xmlns:a16="http://schemas.microsoft.com/office/drawing/2014/main" id="{A85AA598-59CE-47C8-AA2D-01B8284C3EF9}"/>
                  </a:ext>
                </a:extLst>
              </p14:cNvPr>
              <p14:cNvContentPartPr/>
              <p14:nvPr/>
            </p14:nvContentPartPr>
            <p14:xfrm>
              <a:off x="5831267" y="3042089"/>
              <a:ext cx="113760" cy="175320"/>
            </p14:xfrm>
          </p:contentPart>
        </mc:Choice>
        <mc:Fallback xmlns="">
          <p:pic>
            <p:nvPicPr>
              <p:cNvPr id="175" name="墨迹 174">
                <a:extLst>
                  <a:ext uri="{FF2B5EF4-FFF2-40B4-BE49-F238E27FC236}">
                    <a16:creationId xmlns:a16="http://schemas.microsoft.com/office/drawing/2014/main" id="{A85AA598-59CE-47C8-AA2D-01B8284C3EF9}"/>
                  </a:ext>
                </a:extLst>
              </p:cNvPr>
              <p:cNvPicPr/>
              <p:nvPr/>
            </p:nvPicPr>
            <p:blipFill>
              <a:blip r:embed="rId93"/>
              <a:stretch>
                <a:fillRect/>
              </a:stretch>
            </p:blipFill>
            <p:spPr>
              <a:xfrm>
                <a:off x="5822267" y="3033070"/>
                <a:ext cx="131400" cy="192996"/>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83" name="墨迹 182">
                <a:extLst>
                  <a:ext uri="{FF2B5EF4-FFF2-40B4-BE49-F238E27FC236}">
                    <a16:creationId xmlns:a16="http://schemas.microsoft.com/office/drawing/2014/main" id="{12116FEE-600A-49D4-B4BA-D9EFFB0EFEC7}"/>
                  </a:ext>
                </a:extLst>
              </p14:cNvPr>
              <p14:cNvContentPartPr/>
              <p14:nvPr/>
            </p14:nvContentPartPr>
            <p14:xfrm>
              <a:off x="5834867" y="3293369"/>
              <a:ext cx="169200" cy="226800"/>
            </p14:xfrm>
          </p:contentPart>
        </mc:Choice>
        <mc:Fallback xmlns="">
          <p:pic>
            <p:nvPicPr>
              <p:cNvPr id="183" name="墨迹 182">
                <a:extLst>
                  <a:ext uri="{FF2B5EF4-FFF2-40B4-BE49-F238E27FC236}">
                    <a16:creationId xmlns:a16="http://schemas.microsoft.com/office/drawing/2014/main" id="{12116FEE-600A-49D4-B4BA-D9EFFB0EFEC7}"/>
                  </a:ext>
                </a:extLst>
              </p:cNvPr>
              <p:cNvPicPr/>
              <p:nvPr/>
            </p:nvPicPr>
            <p:blipFill>
              <a:blip r:embed="rId95"/>
              <a:stretch>
                <a:fillRect/>
              </a:stretch>
            </p:blipFill>
            <p:spPr>
              <a:xfrm>
                <a:off x="5826209" y="3284729"/>
                <a:ext cx="186878"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84" name="墨迹 183">
                <a:extLst>
                  <a:ext uri="{FF2B5EF4-FFF2-40B4-BE49-F238E27FC236}">
                    <a16:creationId xmlns:a16="http://schemas.microsoft.com/office/drawing/2014/main" id="{2CB69C3F-003A-49D2-97D8-F595A6101179}"/>
                  </a:ext>
                </a:extLst>
              </p14:cNvPr>
              <p14:cNvContentPartPr/>
              <p14:nvPr/>
            </p14:nvContentPartPr>
            <p14:xfrm>
              <a:off x="5469827" y="3300569"/>
              <a:ext cx="187920" cy="232200"/>
            </p14:xfrm>
          </p:contentPart>
        </mc:Choice>
        <mc:Fallback xmlns="">
          <p:pic>
            <p:nvPicPr>
              <p:cNvPr id="184" name="墨迹 183">
                <a:extLst>
                  <a:ext uri="{FF2B5EF4-FFF2-40B4-BE49-F238E27FC236}">
                    <a16:creationId xmlns:a16="http://schemas.microsoft.com/office/drawing/2014/main" id="{2CB69C3F-003A-49D2-97D8-F595A6101179}"/>
                  </a:ext>
                </a:extLst>
              </p:cNvPr>
              <p:cNvPicPr/>
              <p:nvPr/>
            </p:nvPicPr>
            <p:blipFill>
              <a:blip r:embed="rId97"/>
              <a:stretch>
                <a:fillRect/>
              </a:stretch>
            </p:blipFill>
            <p:spPr>
              <a:xfrm>
                <a:off x="5460827" y="3291583"/>
                <a:ext cx="205560" cy="249813"/>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88" name="墨迹 187">
                <a:extLst>
                  <a:ext uri="{FF2B5EF4-FFF2-40B4-BE49-F238E27FC236}">
                    <a16:creationId xmlns:a16="http://schemas.microsoft.com/office/drawing/2014/main" id="{A4583C9A-E921-4CE0-B3C5-C04B38ECB52A}"/>
                  </a:ext>
                </a:extLst>
              </p14:cNvPr>
              <p14:cNvContentPartPr/>
              <p14:nvPr/>
            </p14:nvContentPartPr>
            <p14:xfrm>
              <a:off x="6193427" y="3320009"/>
              <a:ext cx="160920" cy="197280"/>
            </p14:xfrm>
          </p:contentPart>
        </mc:Choice>
        <mc:Fallback xmlns="">
          <p:pic>
            <p:nvPicPr>
              <p:cNvPr id="188" name="墨迹 187">
                <a:extLst>
                  <a:ext uri="{FF2B5EF4-FFF2-40B4-BE49-F238E27FC236}">
                    <a16:creationId xmlns:a16="http://schemas.microsoft.com/office/drawing/2014/main" id="{A4583C9A-E921-4CE0-B3C5-C04B38ECB52A}"/>
                  </a:ext>
                </a:extLst>
              </p:cNvPr>
              <p:cNvPicPr/>
              <p:nvPr/>
            </p:nvPicPr>
            <p:blipFill>
              <a:blip r:embed="rId99"/>
              <a:stretch>
                <a:fillRect/>
              </a:stretch>
            </p:blipFill>
            <p:spPr>
              <a:xfrm>
                <a:off x="6184427" y="3311009"/>
                <a:ext cx="1785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92" name="墨迹 191">
                <a:extLst>
                  <a:ext uri="{FF2B5EF4-FFF2-40B4-BE49-F238E27FC236}">
                    <a16:creationId xmlns:a16="http://schemas.microsoft.com/office/drawing/2014/main" id="{B112CBA0-77CB-4E04-8A03-D778839FB94E}"/>
                  </a:ext>
                </a:extLst>
              </p14:cNvPr>
              <p14:cNvContentPartPr/>
              <p14:nvPr/>
            </p14:nvContentPartPr>
            <p14:xfrm>
              <a:off x="6554867" y="3705929"/>
              <a:ext cx="121320" cy="174240"/>
            </p14:xfrm>
          </p:contentPart>
        </mc:Choice>
        <mc:Fallback xmlns="">
          <p:pic>
            <p:nvPicPr>
              <p:cNvPr id="192" name="墨迹 191">
                <a:extLst>
                  <a:ext uri="{FF2B5EF4-FFF2-40B4-BE49-F238E27FC236}">
                    <a16:creationId xmlns:a16="http://schemas.microsoft.com/office/drawing/2014/main" id="{B112CBA0-77CB-4E04-8A03-D778839FB94E}"/>
                  </a:ext>
                </a:extLst>
              </p:cNvPr>
              <p:cNvPicPr/>
              <p:nvPr/>
            </p:nvPicPr>
            <p:blipFill>
              <a:blip r:embed="rId101"/>
              <a:stretch>
                <a:fillRect/>
              </a:stretch>
            </p:blipFill>
            <p:spPr>
              <a:xfrm>
                <a:off x="6545894" y="3696948"/>
                <a:ext cx="138908" cy="191844"/>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98" name="墨迹 197">
                <a:extLst>
                  <a:ext uri="{FF2B5EF4-FFF2-40B4-BE49-F238E27FC236}">
                    <a16:creationId xmlns:a16="http://schemas.microsoft.com/office/drawing/2014/main" id="{6E1D1DDC-292B-4831-BBE1-8D96F4619969}"/>
                  </a:ext>
                </a:extLst>
              </p14:cNvPr>
              <p14:cNvContentPartPr/>
              <p14:nvPr/>
            </p14:nvContentPartPr>
            <p14:xfrm>
              <a:off x="7238867" y="4362569"/>
              <a:ext cx="126360" cy="190440"/>
            </p14:xfrm>
          </p:contentPart>
        </mc:Choice>
        <mc:Fallback xmlns="">
          <p:pic>
            <p:nvPicPr>
              <p:cNvPr id="198" name="墨迹 197">
                <a:extLst>
                  <a:ext uri="{FF2B5EF4-FFF2-40B4-BE49-F238E27FC236}">
                    <a16:creationId xmlns:a16="http://schemas.microsoft.com/office/drawing/2014/main" id="{6E1D1DDC-292B-4831-BBE1-8D96F4619969}"/>
                  </a:ext>
                </a:extLst>
              </p:cNvPr>
              <p:cNvPicPr/>
              <p:nvPr/>
            </p:nvPicPr>
            <p:blipFill>
              <a:blip r:embed="rId103"/>
              <a:stretch>
                <a:fillRect/>
              </a:stretch>
            </p:blipFill>
            <p:spPr>
              <a:xfrm>
                <a:off x="7229867" y="4353929"/>
                <a:ext cx="14400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99" name="墨迹 198">
                <a:extLst>
                  <a:ext uri="{FF2B5EF4-FFF2-40B4-BE49-F238E27FC236}">
                    <a16:creationId xmlns:a16="http://schemas.microsoft.com/office/drawing/2014/main" id="{55F1210D-B6A8-475F-82B1-4C99FB687014}"/>
                  </a:ext>
                </a:extLst>
              </p14:cNvPr>
              <p14:cNvContentPartPr/>
              <p14:nvPr/>
            </p14:nvContentPartPr>
            <p14:xfrm>
              <a:off x="6881027" y="4033529"/>
              <a:ext cx="155160" cy="151920"/>
            </p14:xfrm>
          </p:contentPart>
        </mc:Choice>
        <mc:Fallback xmlns="">
          <p:pic>
            <p:nvPicPr>
              <p:cNvPr id="199" name="墨迹 198">
                <a:extLst>
                  <a:ext uri="{FF2B5EF4-FFF2-40B4-BE49-F238E27FC236}">
                    <a16:creationId xmlns:a16="http://schemas.microsoft.com/office/drawing/2014/main" id="{55F1210D-B6A8-475F-82B1-4C99FB687014}"/>
                  </a:ext>
                </a:extLst>
              </p:cNvPr>
              <p:cNvPicPr/>
              <p:nvPr/>
            </p:nvPicPr>
            <p:blipFill>
              <a:blip r:embed="rId105"/>
              <a:stretch>
                <a:fillRect/>
              </a:stretch>
            </p:blipFill>
            <p:spPr>
              <a:xfrm>
                <a:off x="6872027" y="4024550"/>
                <a:ext cx="172800" cy="169518"/>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200" name="墨迹 199">
                <a:extLst>
                  <a:ext uri="{FF2B5EF4-FFF2-40B4-BE49-F238E27FC236}">
                    <a16:creationId xmlns:a16="http://schemas.microsoft.com/office/drawing/2014/main" id="{36F7D106-146B-428A-93D8-C46F6D4AAB56}"/>
                  </a:ext>
                </a:extLst>
              </p14:cNvPr>
              <p14:cNvContentPartPr/>
              <p14:nvPr/>
            </p14:nvContentPartPr>
            <p14:xfrm>
              <a:off x="6510227" y="4028489"/>
              <a:ext cx="206640" cy="133920"/>
            </p14:xfrm>
          </p:contentPart>
        </mc:Choice>
        <mc:Fallback xmlns="">
          <p:pic>
            <p:nvPicPr>
              <p:cNvPr id="200" name="墨迹 199">
                <a:extLst>
                  <a:ext uri="{FF2B5EF4-FFF2-40B4-BE49-F238E27FC236}">
                    <a16:creationId xmlns:a16="http://schemas.microsoft.com/office/drawing/2014/main" id="{36F7D106-146B-428A-93D8-C46F6D4AAB56}"/>
                  </a:ext>
                </a:extLst>
              </p:cNvPr>
              <p:cNvPicPr/>
              <p:nvPr/>
            </p:nvPicPr>
            <p:blipFill>
              <a:blip r:embed="rId107"/>
              <a:stretch>
                <a:fillRect/>
              </a:stretch>
            </p:blipFill>
            <p:spPr>
              <a:xfrm>
                <a:off x="6501587" y="4019489"/>
                <a:ext cx="2242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201" name="墨迹 200">
                <a:extLst>
                  <a:ext uri="{FF2B5EF4-FFF2-40B4-BE49-F238E27FC236}">
                    <a16:creationId xmlns:a16="http://schemas.microsoft.com/office/drawing/2014/main" id="{6C73E13D-B6E9-4879-94D2-9A775BED6C65}"/>
                  </a:ext>
                </a:extLst>
              </p14:cNvPr>
              <p14:cNvContentPartPr/>
              <p14:nvPr/>
            </p14:nvContentPartPr>
            <p14:xfrm>
              <a:off x="7233107" y="4045769"/>
              <a:ext cx="129960" cy="118800"/>
            </p14:xfrm>
          </p:contentPart>
        </mc:Choice>
        <mc:Fallback xmlns="">
          <p:pic>
            <p:nvPicPr>
              <p:cNvPr id="201" name="墨迹 200">
                <a:extLst>
                  <a:ext uri="{FF2B5EF4-FFF2-40B4-BE49-F238E27FC236}">
                    <a16:creationId xmlns:a16="http://schemas.microsoft.com/office/drawing/2014/main" id="{6C73E13D-B6E9-4879-94D2-9A775BED6C65}"/>
                  </a:ext>
                </a:extLst>
              </p:cNvPr>
              <p:cNvPicPr/>
              <p:nvPr/>
            </p:nvPicPr>
            <p:blipFill>
              <a:blip r:embed="rId109"/>
              <a:stretch>
                <a:fillRect/>
              </a:stretch>
            </p:blipFill>
            <p:spPr>
              <a:xfrm>
                <a:off x="7224107" y="4037129"/>
                <a:ext cx="14760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205" name="墨迹 204">
                <a:extLst>
                  <a:ext uri="{FF2B5EF4-FFF2-40B4-BE49-F238E27FC236}">
                    <a16:creationId xmlns:a16="http://schemas.microsoft.com/office/drawing/2014/main" id="{CFBE4849-48FF-4F0A-AC38-1B0509AAAF3E}"/>
                  </a:ext>
                </a:extLst>
              </p14:cNvPr>
              <p14:cNvContentPartPr/>
              <p14:nvPr/>
            </p14:nvContentPartPr>
            <p14:xfrm>
              <a:off x="7557467" y="3977729"/>
              <a:ext cx="101520" cy="221040"/>
            </p14:xfrm>
          </p:contentPart>
        </mc:Choice>
        <mc:Fallback xmlns="">
          <p:pic>
            <p:nvPicPr>
              <p:cNvPr id="205" name="墨迹 204">
                <a:extLst>
                  <a:ext uri="{FF2B5EF4-FFF2-40B4-BE49-F238E27FC236}">
                    <a16:creationId xmlns:a16="http://schemas.microsoft.com/office/drawing/2014/main" id="{CFBE4849-48FF-4F0A-AC38-1B0509AAAF3E}"/>
                  </a:ext>
                </a:extLst>
              </p:cNvPr>
              <p:cNvPicPr/>
              <p:nvPr/>
            </p:nvPicPr>
            <p:blipFill>
              <a:blip r:embed="rId111"/>
              <a:stretch>
                <a:fillRect/>
              </a:stretch>
            </p:blipFill>
            <p:spPr>
              <a:xfrm>
                <a:off x="7548827" y="3968729"/>
                <a:ext cx="11916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211" name="墨迹 210">
                <a:extLst>
                  <a:ext uri="{FF2B5EF4-FFF2-40B4-BE49-F238E27FC236}">
                    <a16:creationId xmlns:a16="http://schemas.microsoft.com/office/drawing/2014/main" id="{D2E5D0EF-B276-4F98-B057-89FC41CB7A22}"/>
                  </a:ext>
                </a:extLst>
              </p14:cNvPr>
              <p14:cNvContentPartPr/>
              <p14:nvPr/>
            </p14:nvContentPartPr>
            <p14:xfrm>
              <a:off x="7877147" y="3999329"/>
              <a:ext cx="151560" cy="172080"/>
            </p14:xfrm>
          </p:contentPart>
        </mc:Choice>
        <mc:Fallback xmlns="">
          <p:pic>
            <p:nvPicPr>
              <p:cNvPr id="211" name="墨迹 210">
                <a:extLst>
                  <a:ext uri="{FF2B5EF4-FFF2-40B4-BE49-F238E27FC236}">
                    <a16:creationId xmlns:a16="http://schemas.microsoft.com/office/drawing/2014/main" id="{D2E5D0EF-B276-4F98-B057-89FC41CB7A22}"/>
                  </a:ext>
                </a:extLst>
              </p:cNvPr>
              <p:cNvPicPr/>
              <p:nvPr/>
            </p:nvPicPr>
            <p:blipFill>
              <a:blip r:embed="rId113"/>
              <a:stretch>
                <a:fillRect/>
              </a:stretch>
            </p:blipFill>
            <p:spPr>
              <a:xfrm>
                <a:off x="7868147" y="3990329"/>
                <a:ext cx="16920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218" name="墨迹 217">
                <a:extLst>
                  <a:ext uri="{FF2B5EF4-FFF2-40B4-BE49-F238E27FC236}">
                    <a16:creationId xmlns:a16="http://schemas.microsoft.com/office/drawing/2014/main" id="{65223A6A-8F90-40B8-96AB-EF34883D8D6C}"/>
                  </a:ext>
                </a:extLst>
              </p14:cNvPr>
              <p14:cNvContentPartPr/>
              <p14:nvPr/>
            </p14:nvContentPartPr>
            <p14:xfrm>
              <a:off x="8235707" y="4009049"/>
              <a:ext cx="103320" cy="195120"/>
            </p14:xfrm>
          </p:contentPart>
        </mc:Choice>
        <mc:Fallback xmlns="">
          <p:pic>
            <p:nvPicPr>
              <p:cNvPr id="218" name="墨迹 217">
                <a:extLst>
                  <a:ext uri="{FF2B5EF4-FFF2-40B4-BE49-F238E27FC236}">
                    <a16:creationId xmlns:a16="http://schemas.microsoft.com/office/drawing/2014/main" id="{65223A6A-8F90-40B8-96AB-EF34883D8D6C}"/>
                  </a:ext>
                </a:extLst>
              </p:cNvPr>
              <p:cNvPicPr/>
              <p:nvPr/>
            </p:nvPicPr>
            <p:blipFill>
              <a:blip r:embed="rId115"/>
              <a:stretch>
                <a:fillRect/>
              </a:stretch>
            </p:blipFill>
            <p:spPr>
              <a:xfrm>
                <a:off x="8226738" y="4000066"/>
                <a:ext cx="120899" cy="212728"/>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220" name="墨迹 219">
                <a:extLst>
                  <a:ext uri="{FF2B5EF4-FFF2-40B4-BE49-F238E27FC236}">
                    <a16:creationId xmlns:a16="http://schemas.microsoft.com/office/drawing/2014/main" id="{2F05F39F-C354-476D-A3A4-33BF59BBD62C}"/>
                  </a:ext>
                </a:extLst>
              </p14:cNvPr>
              <p14:cNvContentPartPr/>
              <p14:nvPr/>
            </p14:nvContentPartPr>
            <p14:xfrm>
              <a:off x="8575187" y="4059449"/>
              <a:ext cx="120600" cy="164520"/>
            </p14:xfrm>
          </p:contentPart>
        </mc:Choice>
        <mc:Fallback xmlns="">
          <p:pic>
            <p:nvPicPr>
              <p:cNvPr id="220" name="墨迹 219">
                <a:extLst>
                  <a:ext uri="{FF2B5EF4-FFF2-40B4-BE49-F238E27FC236}">
                    <a16:creationId xmlns:a16="http://schemas.microsoft.com/office/drawing/2014/main" id="{2F05F39F-C354-476D-A3A4-33BF59BBD62C}"/>
                  </a:ext>
                </a:extLst>
              </p:cNvPr>
              <p:cNvPicPr/>
              <p:nvPr/>
            </p:nvPicPr>
            <p:blipFill>
              <a:blip r:embed="rId117"/>
              <a:stretch>
                <a:fillRect/>
              </a:stretch>
            </p:blipFill>
            <p:spPr>
              <a:xfrm>
                <a:off x="8566547" y="4050449"/>
                <a:ext cx="13824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221" name="墨迹 220">
                <a:extLst>
                  <a:ext uri="{FF2B5EF4-FFF2-40B4-BE49-F238E27FC236}">
                    <a16:creationId xmlns:a16="http://schemas.microsoft.com/office/drawing/2014/main" id="{865A937A-DF71-45BC-B29B-F3E05768A674}"/>
                  </a:ext>
                </a:extLst>
              </p14:cNvPr>
              <p14:cNvContentPartPr/>
              <p14:nvPr/>
            </p14:nvContentPartPr>
            <p14:xfrm>
              <a:off x="8234627" y="4378049"/>
              <a:ext cx="129600" cy="156960"/>
            </p14:xfrm>
          </p:contentPart>
        </mc:Choice>
        <mc:Fallback xmlns="">
          <p:pic>
            <p:nvPicPr>
              <p:cNvPr id="221" name="墨迹 220">
                <a:extLst>
                  <a:ext uri="{FF2B5EF4-FFF2-40B4-BE49-F238E27FC236}">
                    <a16:creationId xmlns:a16="http://schemas.microsoft.com/office/drawing/2014/main" id="{865A937A-DF71-45BC-B29B-F3E05768A674}"/>
                  </a:ext>
                </a:extLst>
              </p:cNvPr>
              <p:cNvPicPr/>
              <p:nvPr/>
            </p:nvPicPr>
            <p:blipFill>
              <a:blip r:embed="rId119"/>
              <a:stretch>
                <a:fillRect/>
              </a:stretch>
            </p:blipFill>
            <p:spPr>
              <a:xfrm>
                <a:off x="8225987" y="4369409"/>
                <a:ext cx="1472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222" name="墨迹 221">
                <a:extLst>
                  <a:ext uri="{FF2B5EF4-FFF2-40B4-BE49-F238E27FC236}">
                    <a16:creationId xmlns:a16="http://schemas.microsoft.com/office/drawing/2014/main" id="{08C826A2-697C-48BB-B956-31A2A4CDC59E}"/>
                  </a:ext>
                </a:extLst>
              </p14:cNvPr>
              <p14:cNvContentPartPr/>
              <p14:nvPr/>
            </p14:nvContentPartPr>
            <p14:xfrm>
              <a:off x="7550627" y="4373009"/>
              <a:ext cx="189000" cy="104400"/>
            </p14:xfrm>
          </p:contentPart>
        </mc:Choice>
        <mc:Fallback xmlns="">
          <p:pic>
            <p:nvPicPr>
              <p:cNvPr id="222" name="墨迹 221">
                <a:extLst>
                  <a:ext uri="{FF2B5EF4-FFF2-40B4-BE49-F238E27FC236}">
                    <a16:creationId xmlns:a16="http://schemas.microsoft.com/office/drawing/2014/main" id="{08C826A2-697C-48BB-B956-31A2A4CDC59E}"/>
                  </a:ext>
                </a:extLst>
              </p:cNvPr>
              <p:cNvPicPr/>
              <p:nvPr/>
            </p:nvPicPr>
            <p:blipFill>
              <a:blip r:embed="rId121"/>
              <a:stretch>
                <a:fillRect/>
              </a:stretch>
            </p:blipFill>
            <p:spPr>
              <a:xfrm>
                <a:off x="7541987" y="4364009"/>
                <a:ext cx="20664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226" name="墨迹 225">
                <a:extLst>
                  <a:ext uri="{FF2B5EF4-FFF2-40B4-BE49-F238E27FC236}">
                    <a16:creationId xmlns:a16="http://schemas.microsoft.com/office/drawing/2014/main" id="{D209DDB0-DE43-4203-A23D-4A188ED38158}"/>
                  </a:ext>
                </a:extLst>
              </p14:cNvPr>
              <p14:cNvContentPartPr/>
              <p14:nvPr/>
            </p14:nvContentPartPr>
            <p14:xfrm>
              <a:off x="7874627" y="4311449"/>
              <a:ext cx="174240" cy="192960"/>
            </p14:xfrm>
          </p:contentPart>
        </mc:Choice>
        <mc:Fallback xmlns="">
          <p:pic>
            <p:nvPicPr>
              <p:cNvPr id="226" name="墨迹 225">
                <a:extLst>
                  <a:ext uri="{FF2B5EF4-FFF2-40B4-BE49-F238E27FC236}">
                    <a16:creationId xmlns:a16="http://schemas.microsoft.com/office/drawing/2014/main" id="{D209DDB0-DE43-4203-A23D-4A188ED38158}"/>
                  </a:ext>
                </a:extLst>
              </p:cNvPr>
              <p:cNvPicPr/>
              <p:nvPr/>
            </p:nvPicPr>
            <p:blipFill>
              <a:blip r:embed="rId123"/>
              <a:stretch>
                <a:fillRect/>
              </a:stretch>
            </p:blipFill>
            <p:spPr>
              <a:xfrm>
                <a:off x="7865969" y="4302432"/>
                <a:ext cx="191917" cy="210633"/>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228" name="墨迹 227">
                <a:extLst>
                  <a:ext uri="{FF2B5EF4-FFF2-40B4-BE49-F238E27FC236}">
                    <a16:creationId xmlns:a16="http://schemas.microsoft.com/office/drawing/2014/main" id="{497323FE-36E9-442F-877B-4A50AE9399AF}"/>
                  </a:ext>
                </a:extLst>
              </p14:cNvPr>
              <p14:cNvContentPartPr/>
              <p14:nvPr/>
            </p14:nvContentPartPr>
            <p14:xfrm>
              <a:off x="6893987" y="3710609"/>
              <a:ext cx="83160" cy="141120"/>
            </p14:xfrm>
          </p:contentPart>
        </mc:Choice>
        <mc:Fallback xmlns="">
          <p:pic>
            <p:nvPicPr>
              <p:cNvPr id="228" name="墨迹 227">
                <a:extLst>
                  <a:ext uri="{FF2B5EF4-FFF2-40B4-BE49-F238E27FC236}">
                    <a16:creationId xmlns:a16="http://schemas.microsoft.com/office/drawing/2014/main" id="{497323FE-36E9-442F-877B-4A50AE9399AF}"/>
                  </a:ext>
                </a:extLst>
              </p:cNvPr>
              <p:cNvPicPr/>
              <p:nvPr/>
            </p:nvPicPr>
            <p:blipFill>
              <a:blip r:embed="rId125"/>
              <a:stretch>
                <a:fillRect/>
              </a:stretch>
            </p:blipFill>
            <p:spPr>
              <a:xfrm>
                <a:off x="6884987" y="3701609"/>
                <a:ext cx="1008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232" name="墨迹 231">
                <a:extLst>
                  <a:ext uri="{FF2B5EF4-FFF2-40B4-BE49-F238E27FC236}">
                    <a16:creationId xmlns:a16="http://schemas.microsoft.com/office/drawing/2014/main" id="{DB3F1A75-B10D-4EB3-886D-853ECEC0739E}"/>
                  </a:ext>
                </a:extLst>
              </p14:cNvPr>
              <p14:cNvContentPartPr/>
              <p14:nvPr/>
            </p14:nvContentPartPr>
            <p14:xfrm>
              <a:off x="6821267" y="3371489"/>
              <a:ext cx="197280" cy="122040"/>
            </p14:xfrm>
          </p:contentPart>
        </mc:Choice>
        <mc:Fallback xmlns="">
          <p:pic>
            <p:nvPicPr>
              <p:cNvPr id="232" name="墨迹 231">
                <a:extLst>
                  <a:ext uri="{FF2B5EF4-FFF2-40B4-BE49-F238E27FC236}">
                    <a16:creationId xmlns:a16="http://schemas.microsoft.com/office/drawing/2014/main" id="{DB3F1A75-B10D-4EB3-886D-853ECEC0739E}"/>
                  </a:ext>
                </a:extLst>
              </p:cNvPr>
              <p:cNvPicPr/>
              <p:nvPr/>
            </p:nvPicPr>
            <p:blipFill>
              <a:blip r:embed="rId127"/>
              <a:stretch>
                <a:fillRect/>
              </a:stretch>
            </p:blipFill>
            <p:spPr>
              <a:xfrm>
                <a:off x="6812267" y="3362489"/>
                <a:ext cx="21492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239" name="墨迹 238">
                <a:extLst>
                  <a:ext uri="{FF2B5EF4-FFF2-40B4-BE49-F238E27FC236}">
                    <a16:creationId xmlns:a16="http://schemas.microsoft.com/office/drawing/2014/main" id="{62FF343A-A46B-4023-ADCB-11D6B3454328}"/>
                  </a:ext>
                </a:extLst>
              </p14:cNvPr>
              <p14:cNvContentPartPr/>
              <p14:nvPr/>
            </p14:nvContentPartPr>
            <p14:xfrm>
              <a:off x="6506267" y="3332609"/>
              <a:ext cx="128880" cy="171720"/>
            </p14:xfrm>
          </p:contentPart>
        </mc:Choice>
        <mc:Fallback xmlns="">
          <p:pic>
            <p:nvPicPr>
              <p:cNvPr id="239" name="墨迹 238">
                <a:extLst>
                  <a:ext uri="{FF2B5EF4-FFF2-40B4-BE49-F238E27FC236}">
                    <a16:creationId xmlns:a16="http://schemas.microsoft.com/office/drawing/2014/main" id="{62FF343A-A46B-4023-ADCB-11D6B3454328}"/>
                  </a:ext>
                </a:extLst>
              </p:cNvPr>
              <p:cNvPicPr/>
              <p:nvPr/>
            </p:nvPicPr>
            <p:blipFill>
              <a:blip r:embed="rId129"/>
              <a:stretch>
                <a:fillRect/>
              </a:stretch>
            </p:blipFill>
            <p:spPr>
              <a:xfrm>
                <a:off x="6497267" y="3323951"/>
                <a:ext cx="146520" cy="189397"/>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245" name="墨迹 244">
                <a:extLst>
                  <a:ext uri="{FF2B5EF4-FFF2-40B4-BE49-F238E27FC236}">
                    <a16:creationId xmlns:a16="http://schemas.microsoft.com/office/drawing/2014/main" id="{8D6373B5-6497-494C-8C17-E78ADF315C53}"/>
                  </a:ext>
                </a:extLst>
              </p14:cNvPr>
              <p14:cNvContentPartPr/>
              <p14:nvPr/>
            </p14:nvContentPartPr>
            <p14:xfrm>
              <a:off x="6528947" y="2995649"/>
              <a:ext cx="192960" cy="211680"/>
            </p14:xfrm>
          </p:contentPart>
        </mc:Choice>
        <mc:Fallback xmlns="">
          <p:pic>
            <p:nvPicPr>
              <p:cNvPr id="245" name="墨迹 244">
                <a:extLst>
                  <a:ext uri="{FF2B5EF4-FFF2-40B4-BE49-F238E27FC236}">
                    <a16:creationId xmlns:a16="http://schemas.microsoft.com/office/drawing/2014/main" id="{8D6373B5-6497-494C-8C17-E78ADF315C53}"/>
                  </a:ext>
                </a:extLst>
              </p:cNvPr>
              <p:cNvPicPr/>
              <p:nvPr/>
            </p:nvPicPr>
            <p:blipFill>
              <a:blip r:embed="rId131"/>
              <a:stretch>
                <a:fillRect/>
              </a:stretch>
            </p:blipFill>
            <p:spPr>
              <a:xfrm>
                <a:off x="6519947" y="2986649"/>
                <a:ext cx="21060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251" name="墨迹 250">
                <a:extLst>
                  <a:ext uri="{FF2B5EF4-FFF2-40B4-BE49-F238E27FC236}">
                    <a16:creationId xmlns:a16="http://schemas.microsoft.com/office/drawing/2014/main" id="{0FB7B293-9106-44C8-9DDE-F5E63FD52D29}"/>
                  </a:ext>
                </a:extLst>
              </p14:cNvPr>
              <p14:cNvContentPartPr/>
              <p14:nvPr/>
            </p14:nvContentPartPr>
            <p14:xfrm>
              <a:off x="7206467" y="3323969"/>
              <a:ext cx="161640" cy="182520"/>
            </p14:xfrm>
          </p:contentPart>
        </mc:Choice>
        <mc:Fallback xmlns="">
          <p:pic>
            <p:nvPicPr>
              <p:cNvPr id="251" name="墨迹 250">
                <a:extLst>
                  <a:ext uri="{FF2B5EF4-FFF2-40B4-BE49-F238E27FC236}">
                    <a16:creationId xmlns:a16="http://schemas.microsoft.com/office/drawing/2014/main" id="{0FB7B293-9106-44C8-9DDE-F5E63FD52D29}"/>
                  </a:ext>
                </a:extLst>
              </p:cNvPr>
              <p:cNvPicPr/>
              <p:nvPr/>
            </p:nvPicPr>
            <p:blipFill>
              <a:blip r:embed="rId133"/>
              <a:stretch>
                <a:fillRect/>
              </a:stretch>
            </p:blipFill>
            <p:spPr>
              <a:xfrm>
                <a:off x="7197827" y="3315329"/>
                <a:ext cx="17928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252" name="墨迹 251">
                <a:extLst>
                  <a:ext uri="{FF2B5EF4-FFF2-40B4-BE49-F238E27FC236}">
                    <a16:creationId xmlns:a16="http://schemas.microsoft.com/office/drawing/2014/main" id="{145DB9E7-F68E-4EBB-8134-BBE3529FF711}"/>
                  </a:ext>
                </a:extLst>
              </p14:cNvPr>
              <p14:cNvContentPartPr/>
              <p14:nvPr/>
            </p14:nvContentPartPr>
            <p14:xfrm>
              <a:off x="7210787" y="3007889"/>
              <a:ext cx="156240" cy="182520"/>
            </p14:xfrm>
          </p:contentPart>
        </mc:Choice>
        <mc:Fallback xmlns="">
          <p:pic>
            <p:nvPicPr>
              <p:cNvPr id="252" name="墨迹 251">
                <a:extLst>
                  <a:ext uri="{FF2B5EF4-FFF2-40B4-BE49-F238E27FC236}">
                    <a16:creationId xmlns:a16="http://schemas.microsoft.com/office/drawing/2014/main" id="{145DB9E7-F68E-4EBB-8134-BBE3529FF711}"/>
                  </a:ext>
                </a:extLst>
              </p:cNvPr>
              <p:cNvPicPr/>
              <p:nvPr/>
            </p:nvPicPr>
            <p:blipFill>
              <a:blip r:embed="rId135"/>
              <a:stretch>
                <a:fillRect/>
              </a:stretch>
            </p:blipFill>
            <p:spPr>
              <a:xfrm>
                <a:off x="7202147" y="2999249"/>
                <a:ext cx="17388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256" name="墨迹 255">
                <a:extLst>
                  <a:ext uri="{FF2B5EF4-FFF2-40B4-BE49-F238E27FC236}">
                    <a16:creationId xmlns:a16="http://schemas.microsoft.com/office/drawing/2014/main" id="{686702B1-E618-4E58-B6CA-5CFD198A4BDF}"/>
                  </a:ext>
                </a:extLst>
              </p14:cNvPr>
              <p14:cNvContentPartPr/>
              <p14:nvPr/>
            </p14:nvContentPartPr>
            <p14:xfrm>
              <a:off x="7207907" y="3675329"/>
              <a:ext cx="159840" cy="180000"/>
            </p14:xfrm>
          </p:contentPart>
        </mc:Choice>
        <mc:Fallback xmlns="">
          <p:pic>
            <p:nvPicPr>
              <p:cNvPr id="256" name="墨迹 255">
                <a:extLst>
                  <a:ext uri="{FF2B5EF4-FFF2-40B4-BE49-F238E27FC236}">
                    <a16:creationId xmlns:a16="http://schemas.microsoft.com/office/drawing/2014/main" id="{686702B1-E618-4E58-B6CA-5CFD198A4BDF}"/>
                  </a:ext>
                </a:extLst>
              </p:cNvPr>
              <p:cNvPicPr/>
              <p:nvPr/>
            </p:nvPicPr>
            <p:blipFill>
              <a:blip r:embed="rId137"/>
              <a:stretch>
                <a:fillRect/>
              </a:stretch>
            </p:blipFill>
            <p:spPr>
              <a:xfrm>
                <a:off x="7199247" y="3666689"/>
                <a:ext cx="1775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260" name="墨迹 259">
                <a:extLst>
                  <a:ext uri="{FF2B5EF4-FFF2-40B4-BE49-F238E27FC236}">
                    <a16:creationId xmlns:a16="http://schemas.microsoft.com/office/drawing/2014/main" id="{07632EB7-46FD-4690-A7FE-3AE4B67C76E6}"/>
                  </a:ext>
                </a:extLst>
              </p14:cNvPr>
              <p14:cNvContentPartPr/>
              <p14:nvPr/>
            </p14:nvContentPartPr>
            <p14:xfrm>
              <a:off x="7524347" y="3037769"/>
              <a:ext cx="176040" cy="162360"/>
            </p14:xfrm>
          </p:contentPart>
        </mc:Choice>
        <mc:Fallback xmlns="">
          <p:pic>
            <p:nvPicPr>
              <p:cNvPr id="260" name="墨迹 259">
                <a:extLst>
                  <a:ext uri="{FF2B5EF4-FFF2-40B4-BE49-F238E27FC236}">
                    <a16:creationId xmlns:a16="http://schemas.microsoft.com/office/drawing/2014/main" id="{07632EB7-46FD-4690-A7FE-3AE4B67C76E6}"/>
                  </a:ext>
                </a:extLst>
              </p:cNvPr>
              <p:cNvPicPr/>
              <p:nvPr/>
            </p:nvPicPr>
            <p:blipFill>
              <a:blip r:embed="rId139"/>
              <a:stretch>
                <a:fillRect/>
              </a:stretch>
            </p:blipFill>
            <p:spPr>
              <a:xfrm>
                <a:off x="7515347" y="3028769"/>
                <a:ext cx="19368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263" name="墨迹 262">
                <a:extLst>
                  <a:ext uri="{FF2B5EF4-FFF2-40B4-BE49-F238E27FC236}">
                    <a16:creationId xmlns:a16="http://schemas.microsoft.com/office/drawing/2014/main" id="{9DAA3F6D-1FC3-48CE-8860-FDC7D98C2B59}"/>
                  </a:ext>
                </a:extLst>
              </p14:cNvPr>
              <p14:cNvContentPartPr/>
              <p14:nvPr/>
            </p14:nvContentPartPr>
            <p14:xfrm>
              <a:off x="7538027" y="3358169"/>
              <a:ext cx="162000" cy="167400"/>
            </p14:xfrm>
          </p:contentPart>
        </mc:Choice>
        <mc:Fallback xmlns="">
          <p:pic>
            <p:nvPicPr>
              <p:cNvPr id="263" name="墨迹 262">
                <a:extLst>
                  <a:ext uri="{FF2B5EF4-FFF2-40B4-BE49-F238E27FC236}">
                    <a16:creationId xmlns:a16="http://schemas.microsoft.com/office/drawing/2014/main" id="{9DAA3F6D-1FC3-48CE-8860-FDC7D98C2B59}"/>
                  </a:ext>
                </a:extLst>
              </p:cNvPr>
              <p:cNvPicPr/>
              <p:nvPr/>
            </p:nvPicPr>
            <p:blipFill>
              <a:blip r:embed="rId141"/>
              <a:stretch>
                <a:fillRect/>
              </a:stretch>
            </p:blipFill>
            <p:spPr>
              <a:xfrm>
                <a:off x="7529047" y="3349510"/>
                <a:ext cx="179601" cy="185078"/>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267" name="墨迹 266">
                <a:extLst>
                  <a:ext uri="{FF2B5EF4-FFF2-40B4-BE49-F238E27FC236}">
                    <a16:creationId xmlns:a16="http://schemas.microsoft.com/office/drawing/2014/main" id="{40C8F1AB-5E38-4B27-8C0E-BDEFF862A90C}"/>
                  </a:ext>
                </a:extLst>
              </p14:cNvPr>
              <p14:cNvContentPartPr/>
              <p14:nvPr/>
            </p14:nvContentPartPr>
            <p14:xfrm>
              <a:off x="7872107" y="3375089"/>
              <a:ext cx="166320" cy="167040"/>
            </p14:xfrm>
          </p:contentPart>
        </mc:Choice>
        <mc:Fallback xmlns="">
          <p:pic>
            <p:nvPicPr>
              <p:cNvPr id="267" name="墨迹 266">
                <a:extLst>
                  <a:ext uri="{FF2B5EF4-FFF2-40B4-BE49-F238E27FC236}">
                    <a16:creationId xmlns:a16="http://schemas.microsoft.com/office/drawing/2014/main" id="{40C8F1AB-5E38-4B27-8C0E-BDEFF862A90C}"/>
                  </a:ext>
                </a:extLst>
              </p:cNvPr>
              <p:cNvPicPr/>
              <p:nvPr/>
            </p:nvPicPr>
            <p:blipFill>
              <a:blip r:embed="rId143"/>
              <a:stretch>
                <a:fillRect/>
              </a:stretch>
            </p:blipFill>
            <p:spPr>
              <a:xfrm>
                <a:off x="7863107" y="3366089"/>
                <a:ext cx="18396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270" name="墨迹 269">
                <a:extLst>
                  <a:ext uri="{FF2B5EF4-FFF2-40B4-BE49-F238E27FC236}">
                    <a16:creationId xmlns:a16="http://schemas.microsoft.com/office/drawing/2014/main" id="{DC9DE06E-5AE6-4337-A481-D52CF105E244}"/>
                  </a:ext>
                </a:extLst>
              </p14:cNvPr>
              <p14:cNvContentPartPr/>
              <p14:nvPr/>
            </p14:nvContentPartPr>
            <p14:xfrm>
              <a:off x="7874627" y="3719249"/>
              <a:ext cx="173520" cy="168840"/>
            </p14:xfrm>
          </p:contentPart>
        </mc:Choice>
        <mc:Fallback xmlns="">
          <p:pic>
            <p:nvPicPr>
              <p:cNvPr id="270" name="墨迹 269">
                <a:extLst>
                  <a:ext uri="{FF2B5EF4-FFF2-40B4-BE49-F238E27FC236}">
                    <a16:creationId xmlns:a16="http://schemas.microsoft.com/office/drawing/2014/main" id="{DC9DE06E-5AE6-4337-A481-D52CF105E244}"/>
                  </a:ext>
                </a:extLst>
              </p:cNvPr>
              <p:cNvPicPr/>
              <p:nvPr/>
            </p:nvPicPr>
            <p:blipFill>
              <a:blip r:embed="rId145"/>
              <a:stretch>
                <a:fillRect/>
              </a:stretch>
            </p:blipFill>
            <p:spPr>
              <a:xfrm>
                <a:off x="7865627" y="3710249"/>
                <a:ext cx="19116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280" name="墨迹 279">
                <a:extLst>
                  <a:ext uri="{FF2B5EF4-FFF2-40B4-BE49-F238E27FC236}">
                    <a16:creationId xmlns:a16="http://schemas.microsoft.com/office/drawing/2014/main" id="{8C1EF387-5EBB-40D8-963B-775B7C7B4B35}"/>
                  </a:ext>
                </a:extLst>
              </p14:cNvPr>
              <p14:cNvContentPartPr/>
              <p14:nvPr/>
            </p14:nvContentPartPr>
            <p14:xfrm>
              <a:off x="7896947" y="3005009"/>
              <a:ext cx="153720" cy="201600"/>
            </p14:xfrm>
          </p:contentPart>
        </mc:Choice>
        <mc:Fallback xmlns="">
          <p:pic>
            <p:nvPicPr>
              <p:cNvPr id="280" name="墨迹 279">
                <a:extLst>
                  <a:ext uri="{FF2B5EF4-FFF2-40B4-BE49-F238E27FC236}">
                    <a16:creationId xmlns:a16="http://schemas.microsoft.com/office/drawing/2014/main" id="{8C1EF387-5EBB-40D8-963B-775B7C7B4B35}"/>
                  </a:ext>
                </a:extLst>
              </p:cNvPr>
              <p:cNvPicPr/>
              <p:nvPr/>
            </p:nvPicPr>
            <p:blipFill>
              <a:blip r:embed="rId147"/>
              <a:stretch>
                <a:fillRect/>
              </a:stretch>
            </p:blipFill>
            <p:spPr>
              <a:xfrm>
                <a:off x="7887947" y="2996369"/>
                <a:ext cx="17136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283" name="墨迹 282">
                <a:extLst>
                  <a:ext uri="{FF2B5EF4-FFF2-40B4-BE49-F238E27FC236}">
                    <a16:creationId xmlns:a16="http://schemas.microsoft.com/office/drawing/2014/main" id="{7C4ED1C3-EEFD-4BB1-8241-76A9D68F1A74}"/>
                  </a:ext>
                </a:extLst>
              </p14:cNvPr>
              <p14:cNvContentPartPr/>
              <p14:nvPr/>
            </p14:nvContentPartPr>
            <p14:xfrm>
              <a:off x="8298347" y="2993849"/>
              <a:ext cx="82440" cy="229320"/>
            </p14:xfrm>
          </p:contentPart>
        </mc:Choice>
        <mc:Fallback xmlns="">
          <p:pic>
            <p:nvPicPr>
              <p:cNvPr id="283" name="墨迹 282">
                <a:extLst>
                  <a:ext uri="{FF2B5EF4-FFF2-40B4-BE49-F238E27FC236}">
                    <a16:creationId xmlns:a16="http://schemas.microsoft.com/office/drawing/2014/main" id="{7C4ED1C3-EEFD-4BB1-8241-76A9D68F1A74}"/>
                  </a:ext>
                </a:extLst>
              </p:cNvPr>
              <p:cNvPicPr/>
              <p:nvPr/>
            </p:nvPicPr>
            <p:blipFill>
              <a:blip r:embed="rId149"/>
              <a:stretch>
                <a:fillRect/>
              </a:stretch>
            </p:blipFill>
            <p:spPr>
              <a:xfrm>
                <a:off x="8289347" y="2984849"/>
                <a:ext cx="10008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286" name="墨迹 285">
                <a:extLst>
                  <a:ext uri="{FF2B5EF4-FFF2-40B4-BE49-F238E27FC236}">
                    <a16:creationId xmlns:a16="http://schemas.microsoft.com/office/drawing/2014/main" id="{1328AAFD-3456-4465-804B-9AFCFC3F70DD}"/>
                  </a:ext>
                </a:extLst>
              </p14:cNvPr>
              <p14:cNvContentPartPr/>
              <p14:nvPr/>
            </p14:nvContentPartPr>
            <p14:xfrm>
              <a:off x="8592467" y="2691089"/>
              <a:ext cx="118440" cy="159480"/>
            </p14:xfrm>
          </p:contentPart>
        </mc:Choice>
        <mc:Fallback xmlns="">
          <p:pic>
            <p:nvPicPr>
              <p:cNvPr id="286" name="墨迹 285">
                <a:extLst>
                  <a:ext uri="{FF2B5EF4-FFF2-40B4-BE49-F238E27FC236}">
                    <a16:creationId xmlns:a16="http://schemas.microsoft.com/office/drawing/2014/main" id="{1328AAFD-3456-4465-804B-9AFCFC3F70DD}"/>
                  </a:ext>
                </a:extLst>
              </p:cNvPr>
              <p:cNvPicPr/>
              <p:nvPr/>
            </p:nvPicPr>
            <p:blipFill>
              <a:blip r:embed="rId151"/>
              <a:stretch>
                <a:fillRect/>
              </a:stretch>
            </p:blipFill>
            <p:spPr>
              <a:xfrm>
                <a:off x="8583827" y="2682089"/>
                <a:ext cx="13608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289" name="墨迹 288">
                <a:extLst>
                  <a:ext uri="{FF2B5EF4-FFF2-40B4-BE49-F238E27FC236}">
                    <a16:creationId xmlns:a16="http://schemas.microsoft.com/office/drawing/2014/main" id="{3455B451-B82C-464F-B552-F750061E7DC0}"/>
                  </a:ext>
                </a:extLst>
              </p14:cNvPr>
              <p14:cNvContentPartPr/>
              <p14:nvPr/>
            </p14:nvContentPartPr>
            <p14:xfrm>
              <a:off x="8573027" y="2998529"/>
              <a:ext cx="163440" cy="208440"/>
            </p14:xfrm>
          </p:contentPart>
        </mc:Choice>
        <mc:Fallback xmlns="">
          <p:pic>
            <p:nvPicPr>
              <p:cNvPr id="289" name="墨迹 288">
                <a:extLst>
                  <a:ext uri="{FF2B5EF4-FFF2-40B4-BE49-F238E27FC236}">
                    <a16:creationId xmlns:a16="http://schemas.microsoft.com/office/drawing/2014/main" id="{3455B451-B82C-464F-B552-F750061E7DC0}"/>
                  </a:ext>
                </a:extLst>
              </p:cNvPr>
              <p:cNvPicPr/>
              <p:nvPr/>
            </p:nvPicPr>
            <p:blipFill>
              <a:blip r:embed="rId153"/>
              <a:stretch>
                <a:fillRect/>
              </a:stretch>
            </p:blipFill>
            <p:spPr>
              <a:xfrm>
                <a:off x="8564047" y="2989889"/>
                <a:ext cx="181041"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290" name="墨迹 289">
                <a:extLst>
                  <a:ext uri="{FF2B5EF4-FFF2-40B4-BE49-F238E27FC236}">
                    <a16:creationId xmlns:a16="http://schemas.microsoft.com/office/drawing/2014/main" id="{A5BD446B-FF78-4880-A56A-7624F0F48107}"/>
                  </a:ext>
                </a:extLst>
              </p14:cNvPr>
              <p14:cNvContentPartPr/>
              <p14:nvPr/>
            </p14:nvContentPartPr>
            <p14:xfrm>
              <a:off x="8583827" y="3335849"/>
              <a:ext cx="124200" cy="155520"/>
            </p14:xfrm>
          </p:contentPart>
        </mc:Choice>
        <mc:Fallback xmlns="">
          <p:pic>
            <p:nvPicPr>
              <p:cNvPr id="290" name="墨迹 289">
                <a:extLst>
                  <a:ext uri="{FF2B5EF4-FFF2-40B4-BE49-F238E27FC236}">
                    <a16:creationId xmlns:a16="http://schemas.microsoft.com/office/drawing/2014/main" id="{A5BD446B-FF78-4880-A56A-7624F0F48107}"/>
                  </a:ext>
                </a:extLst>
              </p:cNvPr>
              <p:cNvPicPr/>
              <p:nvPr/>
            </p:nvPicPr>
            <p:blipFill>
              <a:blip r:embed="rId155"/>
              <a:stretch>
                <a:fillRect/>
              </a:stretch>
            </p:blipFill>
            <p:spPr>
              <a:xfrm>
                <a:off x="8574827" y="3326849"/>
                <a:ext cx="14184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291" name="墨迹 290">
                <a:extLst>
                  <a:ext uri="{FF2B5EF4-FFF2-40B4-BE49-F238E27FC236}">
                    <a16:creationId xmlns:a16="http://schemas.microsoft.com/office/drawing/2014/main" id="{E09FD23A-9360-4426-953A-18E2B29789F9}"/>
                  </a:ext>
                </a:extLst>
              </p14:cNvPr>
              <p14:cNvContentPartPr/>
              <p14:nvPr/>
            </p14:nvContentPartPr>
            <p14:xfrm>
              <a:off x="8569067" y="3683969"/>
              <a:ext cx="182520" cy="128880"/>
            </p14:xfrm>
          </p:contentPart>
        </mc:Choice>
        <mc:Fallback xmlns="">
          <p:pic>
            <p:nvPicPr>
              <p:cNvPr id="291" name="墨迹 290">
                <a:extLst>
                  <a:ext uri="{FF2B5EF4-FFF2-40B4-BE49-F238E27FC236}">
                    <a16:creationId xmlns:a16="http://schemas.microsoft.com/office/drawing/2014/main" id="{E09FD23A-9360-4426-953A-18E2B29789F9}"/>
                  </a:ext>
                </a:extLst>
              </p:cNvPr>
              <p:cNvPicPr/>
              <p:nvPr/>
            </p:nvPicPr>
            <p:blipFill>
              <a:blip r:embed="rId157"/>
              <a:stretch>
                <a:fillRect/>
              </a:stretch>
            </p:blipFill>
            <p:spPr>
              <a:xfrm>
                <a:off x="8560067" y="3674969"/>
                <a:ext cx="20016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301" name="墨迹 300">
                <a:extLst>
                  <a:ext uri="{FF2B5EF4-FFF2-40B4-BE49-F238E27FC236}">
                    <a16:creationId xmlns:a16="http://schemas.microsoft.com/office/drawing/2014/main" id="{CB815297-0EAD-4E9F-BC50-3DD5DACDAE0E}"/>
                  </a:ext>
                </a:extLst>
              </p14:cNvPr>
              <p14:cNvContentPartPr/>
              <p14:nvPr/>
            </p14:nvContentPartPr>
            <p14:xfrm>
              <a:off x="8907827" y="3672449"/>
              <a:ext cx="191880" cy="217800"/>
            </p14:xfrm>
          </p:contentPart>
        </mc:Choice>
        <mc:Fallback xmlns="">
          <p:pic>
            <p:nvPicPr>
              <p:cNvPr id="301" name="墨迹 300">
                <a:extLst>
                  <a:ext uri="{FF2B5EF4-FFF2-40B4-BE49-F238E27FC236}">
                    <a16:creationId xmlns:a16="http://schemas.microsoft.com/office/drawing/2014/main" id="{CB815297-0EAD-4E9F-BC50-3DD5DACDAE0E}"/>
                  </a:ext>
                </a:extLst>
              </p:cNvPr>
              <p:cNvPicPr/>
              <p:nvPr/>
            </p:nvPicPr>
            <p:blipFill>
              <a:blip r:embed="rId159"/>
              <a:stretch>
                <a:fillRect/>
              </a:stretch>
            </p:blipFill>
            <p:spPr>
              <a:xfrm>
                <a:off x="8898827" y="3663449"/>
                <a:ext cx="20952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303" name="墨迹 302">
                <a:extLst>
                  <a:ext uri="{FF2B5EF4-FFF2-40B4-BE49-F238E27FC236}">
                    <a16:creationId xmlns:a16="http://schemas.microsoft.com/office/drawing/2014/main" id="{A290C208-9FD6-4364-A642-E8864A254872}"/>
                  </a:ext>
                </a:extLst>
              </p14:cNvPr>
              <p14:cNvContentPartPr/>
              <p14:nvPr/>
            </p14:nvContentPartPr>
            <p14:xfrm>
              <a:off x="8202947" y="3650129"/>
              <a:ext cx="167040" cy="186120"/>
            </p14:xfrm>
          </p:contentPart>
        </mc:Choice>
        <mc:Fallback xmlns="">
          <p:pic>
            <p:nvPicPr>
              <p:cNvPr id="303" name="墨迹 302">
                <a:extLst>
                  <a:ext uri="{FF2B5EF4-FFF2-40B4-BE49-F238E27FC236}">
                    <a16:creationId xmlns:a16="http://schemas.microsoft.com/office/drawing/2014/main" id="{A290C208-9FD6-4364-A642-E8864A254872}"/>
                  </a:ext>
                </a:extLst>
              </p:cNvPr>
              <p:cNvPicPr/>
              <p:nvPr/>
            </p:nvPicPr>
            <p:blipFill>
              <a:blip r:embed="rId161"/>
              <a:stretch>
                <a:fillRect/>
              </a:stretch>
            </p:blipFill>
            <p:spPr>
              <a:xfrm>
                <a:off x="8194307" y="3641129"/>
                <a:ext cx="1846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307" name="墨迹 306">
                <a:extLst>
                  <a:ext uri="{FF2B5EF4-FFF2-40B4-BE49-F238E27FC236}">
                    <a16:creationId xmlns:a16="http://schemas.microsoft.com/office/drawing/2014/main" id="{06B7B174-342B-41F5-B9B9-C8FD3A49B339}"/>
                  </a:ext>
                </a:extLst>
              </p14:cNvPr>
              <p14:cNvContentPartPr/>
              <p14:nvPr/>
            </p14:nvContentPartPr>
            <p14:xfrm>
              <a:off x="9245147" y="3937409"/>
              <a:ext cx="167400" cy="230400"/>
            </p14:xfrm>
          </p:contentPart>
        </mc:Choice>
        <mc:Fallback xmlns="">
          <p:pic>
            <p:nvPicPr>
              <p:cNvPr id="307" name="墨迹 306">
                <a:extLst>
                  <a:ext uri="{FF2B5EF4-FFF2-40B4-BE49-F238E27FC236}">
                    <a16:creationId xmlns:a16="http://schemas.microsoft.com/office/drawing/2014/main" id="{06B7B174-342B-41F5-B9B9-C8FD3A49B339}"/>
                  </a:ext>
                </a:extLst>
              </p:cNvPr>
              <p:cNvPicPr/>
              <p:nvPr/>
            </p:nvPicPr>
            <p:blipFill>
              <a:blip r:embed="rId163"/>
              <a:stretch>
                <a:fillRect/>
              </a:stretch>
            </p:blipFill>
            <p:spPr>
              <a:xfrm>
                <a:off x="9236147" y="3928423"/>
                <a:ext cx="185040" cy="248012"/>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310" name="墨迹 309">
                <a:extLst>
                  <a:ext uri="{FF2B5EF4-FFF2-40B4-BE49-F238E27FC236}">
                    <a16:creationId xmlns:a16="http://schemas.microsoft.com/office/drawing/2014/main" id="{7A017744-B21C-4865-8000-1C6478D43FB5}"/>
                  </a:ext>
                </a:extLst>
              </p14:cNvPr>
              <p14:cNvContentPartPr/>
              <p14:nvPr/>
            </p14:nvContentPartPr>
            <p14:xfrm>
              <a:off x="7572947" y="1022129"/>
              <a:ext cx="71280" cy="55800"/>
            </p14:xfrm>
          </p:contentPart>
        </mc:Choice>
        <mc:Fallback xmlns="">
          <p:pic>
            <p:nvPicPr>
              <p:cNvPr id="310" name="墨迹 309">
                <a:extLst>
                  <a:ext uri="{FF2B5EF4-FFF2-40B4-BE49-F238E27FC236}">
                    <a16:creationId xmlns:a16="http://schemas.microsoft.com/office/drawing/2014/main" id="{7A017744-B21C-4865-8000-1C6478D43FB5}"/>
                  </a:ext>
                </a:extLst>
              </p:cNvPr>
              <p:cNvPicPr/>
              <p:nvPr/>
            </p:nvPicPr>
            <p:blipFill>
              <a:blip r:embed="rId165"/>
              <a:stretch>
                <a:fillRect/>
              </a:stretch>
            </p:blipFill>
            <p:spPr>
              <a:xfrm>
                <a:off x="7564307" y="1013129"/>
                <a:ext cx="8892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311" name="墨迹 310">
                <a:extLst>
                  <a:ext uri="{FF2B5EF4-FFF2-40B4-BE49-F238E27FC236}">
                    <a16:creationId xmlns:a16="http://schemas.microsoft.com/office/drawing/2014/main" id="{65CE400F-6F02-4465-B629-CD9047FE000B}"/>
                  </a:ext>
                </a:extLst>
              </p14:cNvPr>
              <p14:cNvContentPartPr/>
              <p14:nvPr/>
            </p14:nvContentPartPr>
            <p14:xfrm>
              <a:off x="7558187" y="1108889"/>
              <a:ext cx="124200" cy="85320"/>
            </p14:xfrm>
          </p:contentPart>
        </mc:Choice>
        <mc:Fallback xmlns="">
          <p:pic>
            <p:nvPicPr>
              <p:cNvPr id="311" name="墨迹 310">
                <a:extLst>
                  <a:ext uri="{FF2B5EF4-FFF2-40B4-BE49-F238E27FC236}">
                    <a16:creationId xmlns:a16="http://schemas.microsoft.com/office/drawing/2014/main" id="{65CE400F-6F02-4465-B629-CD9047FE000B}"/>
                  </a:ext>
                </a:extLst>
              </p:cNvPr>
              <p:cNvPicPr/>
              <p:nvPr/>
            </p:nvPicPr>
            <p:blipFill>
              <a:blip r:embed="rId167"/>
              <a:stretch>
                <a:fillRect/>
              </a:stretch>
            </p:blipFill>
            <p:spPr>
              <a:xfrm>
                <a:off x="7549547" y="1100249"/>
                <a:ext cx="14184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316" name="墨迹 315">
                <a:extLst>
                  <a:ext uri="{FF2B5EF4-FFF2-40B4-BE49-F238E27FC236}">
                    <a16:creationId xmlns:a16="http://schemas.microsoft.com/office/drawing/2014/main" id="{067D914C-188C-4DEC-945A-996AABD2A6E9}"/>
                  </a:ext>
                </a:extLst>
              </p14:cNvPr>
              <p14:cNvContentPartPr/>
              <p14:nvPr/>
            </p14:nvContentPartPr>
            <p14:xfrm>
              <a:off x="7911707" y="1340369"/>
              <a:ext cx="101880" cy="19440"/>
            </p14:xfrm>
          </p:contentPart>
        </mc:Choice>
        <mc:Fallback xmlns="">
          <p:pic>
            <p:nvPicPr>
              <p:cNvPr id="316" name="墨迹 315">
                <a:extLst>
                  <a:ext uri="{FF2B5EF4-FFF2-40B4-BE49-F238E27FC236}">
                    <a16:creationId xmlns:a16="http://schemas.microsoft.com/office/drawing/2014/main" id="{067D914C-188C-4DEC-945A-996AABD2A6E9}"/>
                  </a:ext>
                </a:extLst>
              </p:cNvPr>
              <p:cNvPicPr/>
              <p:nvPr/>
            </p:nvPicPr>
            <p:blipFill>
              <a:blip r:embed="rId169"/>
              <a:stretch>
                <a:fillRect/>
              </a:stretch>
            </p:blipFill>
            <p:spPr>
              <a:xfrm>
                <a:off x="7903067" y="1331729"/>
                <a:ext cx="11952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319" name="墨迹 318">
                <a:extLst>
                  <a:ext uri="{FF2B5EF4-FFF2-40B4-BE49-F238E27FC236}">
                    <a16:creationId xmlns:a16="http://schemas.microsoft.com/office/drawing/2014/main" id="{3CBB23E5-2D3E-4ED7-B242-7A5981831569}"/>
                  </a:ext>
                </a:extLst>
              </p14:cNvPr>
              <p14:cNvContentPartPr/>
              <p14:nvPr/>
            </p14:nvContentPartPr>
            <p14:xfrm>
              <a:off x="7851227" y="1398329"/>
              <a:ext cx="217800" cy="165960"/>
            </p14:xfrm>
          </p:contentPart>
        </mc:Choice>
        <mc:Fallback xmlns="">
          <p:pic>
            <p:nvPicPr>
              <p:cNvPr id="319" name="墨迹 318">
                <a:extLst>
                  <a:ext uri="{FF2B5EF4-FFF2-40B4-BE49-F238E27FC236}">
                    <a16:creationId xmlns:a16="http://schemas.microsoft.com/office/drawing/2014/main" id="{3CBB23E5-2D3E-4ED7-B242-7A5981831569}"/>
                  </a:ext>
                </a:extLst>
              </p:cNvPr>
              <p:cNvPicPr/>
              <p:nvPr/>
            </p:nvPicPr>
            <p:blipFill>
              <a:blip r:embed="rId171"/>
              <a:stretch>
                <a:fillRect/>
              </a:stretch>
            </p:blipFill>
            <p:spPr>
              <a:xfrm>
                <a:off x="7842227" y="1389670"/>
                <a:ext cx="235440" cy="183638"/>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320" name="墨迹 319">
                <a:extLst>
                  <a:ext uri="{FF2B5EF4-FFF2-40B4-BE49-F238E27FC236}">
                    <a16:creationId xmlns:a16="http://schemas.microsoft.com/office/drawing/2014/main" id="{80855140-6FFA-43A3-8AD7-3FD6C380F37B}"/>
                  </a:ext>
                </a:extLst>
              </p14:cNvPr>
              <p14:cNvContentPartPr/>
              <p14:nvPr/>
            </p14:nvContentPartPr>
            <p14:xfrm>
              <a:off x="8210507" y="1011689"/>
              <a:ext cx="107640" cy="159840"/>
            </p14:xfrm>
          </p:contentPart>
        </mc:Choice>
        <mc:Fallback xmlns="">
          <p:pic>
            <p:nvPicPr>
              <p:cNvPr id="320" name="墨迹 319">
                <a:extLst>
                  <a:ext uri="{FF2B5EF4-FFF2-40B4-BE49-F238E27FC236}">
                    <a16:creationId xmlns:a16="http://schemas.microsoft.com/office/drawing/2014/main" id="{80855140-6FFA-43A3-8AD7-3FD6C380F37B}"/>
                  </a:ext>
                </a:extLst>
              </p:cNvPr>
              <p:cNvPicPr/>
              <p:nvPr/>
            </p:nvPicPr>
            <p:blipFill>
              <a:blip r:embed="rId173"/>
              <a:stretch>
                <a:fillRect/>
              </a:stretch>
            </p:blipFill>
            <p:spPr>
              <a:xfrm>
                <a:off x="8201507" y="1002689"/>
                <a:ext cx="12528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322" name="墨迹 321">
                <a:extLst>
                  <a:ext uri="{FF2B5EF4-FFF2-40B4-BE49-F238E27FC236}">
                    <a16:creationId xmlns:a16="http://schemas.microsoft.com/office/drawing/2014/main" id="{D59E3190-8BEA-4381-9522-9F2D80727412}"/>
                  </a:ext>
                </a:extLst>
              </p14:cNvPr>
              <p14:cNvContentPartPr/>
              <p14:nvPr/>
            </p14:nvContentPartPr>
            <p14:xfrm>
              <a:off x="8197187" y="1377089"/>
              <a:ext cx="168120" cy="113760"/>
            </p14:xfrm>
          </p:contentPart>
        </mc:Choice>
        <mc:Fallback xmlns="">
          <p:pic>
            <p:nvPicPr>
              <p:cNvPr id="322" name="墨迹 321">
                <a:extLst>
                  <a:ext uri="{FF2B5EF4-FFF2-40B4-BE49-F238E27FC236}">
                    <a16:creationId xmlns:a16="http://schemas.microsoft.com/office/drawing/2014/main" id="{D59E3190-8BEA-4381-9522-9F2D80727412}"/>
                  </a:ext>
                </a:extLst>
              </p:cNvPr>
              <p:cNvPicPr/>
              <p:nvPr/>
            </p:nvPicPr>
            <p:blipFill>
              <a:blip r:embed="rId175"/>
              <a:stretch>
                <a:fillRect/>
              </a:stretch>
            </p:blipFill>
            <p:spPr>
              <a:xfrm>
                <a:off x="8188547" y="1368449"/>
                <a:ext cx="1857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323" name="墨迹 322">
                <a:extLst>
                  <a:ext uri="{FF2B5EF4-FFF2-40B4-BE49-F238E27FC236}">
                    <a16:creationId xmlns:a16="http://schemas.microsoft.com/office/drawing/2014/main" id="{6210BADA-4E21-4700-8084-30B6E8C17ECD}"/>
                  </a:ext>
                </a:extLst>
              </p14:cNvPr>
              <p14:cNvContentPartPr/>
              <p14:nvPr/>
            </p14:nvContentPartPr>
            <p14:xfrm>
              <a:off x="8580227" y="1367729"/>
              <a:ext cx="151920" cy="111960"/>
            </p14:xfrm>
          </p:contentPart>
        </mc:Choice>
        <mc:Fallback xmlns="">
          <p:pic>
            <p:nvPicPr>
              <p:cNvPr id="323" name="墨迹 322">
                <a:extLst>
                  <a:ext uri="{FF2B5EF4-FFF2-40B4-BE49-F238E27FC236}">
                    <a16:creationId xmlns:a16="http://schemas.microsoft.com/office/drawing/2014/main" id="{6210BADA-4E21-4700-8084-30B6E8C17ECD}"/>
                  </a:ext>
                </a:extLst>
              </p:cNvPr>
              <p:cNvPicPr/>
              <p:nvPr/>
            </p:nvPicPr>
            <p:blipFill>
              <a:blip r:embed="rId177"/>
              <a:stretch>
                <a:fillRect/>
              </a:stretch>
            </p:blipFill>
            <p:spPr>
              <a:xfrm>
                <a:off x="8571227" y="1358729"/>
                <a:ext cx="16956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324" name="墨迹 323">
                <a:extLst>
                  <a:ext uri="{FF2B5EF4-FFF2-40B4-BE49-F238E27FC236}">
                    <a16:creationId xmlns:a16="http://schemas.microsoft.com/office/drawing/2014/main" id="{9CD6B769-EAD8-45FB-B98F-95BE1C7D2A98}"/>
                  </a:ext>
                </a:extLst>
              </p14:cNvPr>
              <p14:cNvContentPartPr/>
              <p14:nvPr/>
            </p14:nvContentPartPr>
            <p14:xfrm>
              <a:off x="8194307" y="1757609"/>
              <a:ext cx="217440" cy="20520"/>
            </p14:xfrm>
          </p:contentPart>
        </mc:Choice>
        <mc:Fallback xmlns="">
          <p:pic>
            <p:nvPicPr>
              <p:cNvPr id="324" name="墨迹 323">
                <a:extLst>
                  <a:ext uri="{FF2B5EF4-FFF2-40B4-BE49-F238E27FC236}">
                    <a16:creationId xmlns:a16="http://schemas.microsoft.com/office/drawing/2014/main" id="{9CD6B769-EAD8-45FB-B98F-95BE1C7D2A98}"/>
                  </a:ext>
                </a:extLst>
              </p:cNvPr>
              <p:cNvPicPr/>
              <p:nvPr/>
            </p:nvPicPr>
            <p:blipFill>
              <a:blip r:embed="rId179"/>
              <a:stretch>
                <a:fillRect/>
              </a:stretch>
            </p:blipFill>
            <p:spPr>
              <a:xfrm>
                <a:off x="8185307" y="1748969"/>
                <a:ext cx="2350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325" name="墨迹 324">
                <a:extLst>
                  <a:ext uri="{FF2B5EF4-FFF2-40B4-BE49-F238E27FC236}">
                    <a16:creationId xmlns:a16="http://schemas.microsoft.com/office/drawing/2014/main" id="{435B1233-0F91-4FD5-8D4A-07B06AACD835}"/>
                  </a:ext>
                </a:extLst>
              </p14:cNvPr>
              <p14:cNvContentPartPr/>
              <p14:nvPr/>
            </p14:nvContentPartPr>
            <p14:xfrm>
              <a:off x="8191787" y="2011049"/>
              <a:ext cx="218880" cy="146880"/>
            </p14:xfrm>
          </p:contentPart>
        </mc:Choice>
        <mc:Fallback xmlns="">
          <p:pic>
            <p:nvPicPr>
              <p:cNvPr id="325" name="墨迹 324">
                <a:extLst>
                  <a:ext uri="{FF2B5EF4-FFF2-40B4-BE49-F238E27FC236}">
                    <a16:creationId xmlns:a16="http://schemas.microsoft.com/office/drawing/2014/main" id="{435B1233-0F91-4FD5-8D4A-07B06AACD835}"/>
                  </a:ext>
                </a:extLst>
              </p:cNvPr>
              <p:cNvPicPr/>
              <p:nvPr/>
            </p:nvPicPr>
            <p:blipFill>
              <a:blip r:embed="rId181"/>
              <a:stretch>
                <a:fillRect/>
              </a:stretch>
            </p:blipFill>
            <p:spPr>
              <a:xfrm>
                <a:off x="8182787" y="2002049"/>
                <a:ext cx="23652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326" name="墨迹 325">
                <a:extLst>
                  <a:ext uri="{FF2B5EF4-FFF2-40B4-BE49-F238E27FC236}">
                    <a16:creationId xmlns:a16="http://schemas.microsoft.com/office/drawing/2014/main" id="{DD0F8CA0-33F0-40F4-AE20-9D3186923B33}"/>
                  </a:ext>
                </a:extLst>
              </p14:cNvPr>
              <p14:cNvContentPartPr/>
              <p14:nvPr/>
            </p14:nvContentPartPr>
            <p14:xfrm>
              <a:off x="7869587" y="2025449"/>
              <a:ext cx="99000" cy="160200"/>
            </p14:xfrm>
          </p:contentPart>
        </mc:Choice>
        <mc:Fallback xmlns="">
          <p:pic>
            <p:nvPicPr>
              <p:cNvPr id="326" name="墨迹 325">
                <a:extLst>
                  <a:ext uri="{FF2B5EF4-FFF2-40B4-BE49-F238E27FC236}">
                    <a16:creationId xmlns:a16="http://schemas.microsoft.com/office/drawing/2014/main" id="{DD0F8CA0-33F0-40F4-AE20-9D3186923B33}"/>
                  </a:ext>
                </a:extLst>
              </p:cNvPr>
              <p:cNvPicPr/>
              <p:nvPr/>
            </p:nvPicPr>
            <p:blipFill>
              <a:blip r:embed="rId183"/>
              <a:stretch>
                <a:fillRect/>
              </a:stretch>
            </p:blipFill>
            <p:spPr>
              <a:xfrm>
                <a:off x="7860587" y="2016449"/>
                <a:ext cx="11664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327" name="墨迹 326">
                <a:extLst>
                  <a:ext uri="{FF2B5EF4-FFF2-40B4-BE49-F238E27FC236}">
                    <a16:creationId xmlns:a16="http://schemas.microsoft.com/office/drawing/2014/main" id="{60E12F86-3CE2-492C-B3C1-6597E05A163D}"/>
                  </a:ext>
                </a:extLst>
              </p14:cNvPr>
              <p14:cNvContentPartPr/>
              <p14:nvPr/>
            </p14:nvContentPartPr>
            <p14:xfrm>
              <a:off x="8198267" y="2335409"/>
              <a:ext cx="126720" cy="194400"/>
            </p14:xfrm>
          </p:contentPart>
        </mc:Choice>
        <mc:Fallback xmlns="">
          <p:pic>
            <p:nvPicPr>
              <p:cNvPr id="327" name="墨迹 326">
                <a:extLst>
                  <a:ext uri="{FF2B5EF4-FFF2-40B4-BE49-F238E27FC236}">
                    <a16:creationId xmlns:a16="http://schemas.microsoft.com/office/drawing/2014/main" id="{60E12F86-3CE2-492C-B3C1-6597E05A163D}"/>
                  </a:ext>
                </a:extLst>
              </p:cNvPr>
              <p:cNvPicPr/>
              <p:nvPr/>
            </p:nvPicPr>
            <p:blipFill>
              <a:blip r:embed="rId185"/>
              <a:stretch>
                <a:fillRect/>
              </a:stretch>
            </p:blipFill>
            <p:spPr>
              <a:xfrm>
                <a:off x="8189627" y="2326769"/>
                <a:ext cx="14436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330" name="墨迹 329">
                <a:extLst>
                  <a:ext uri="{FF2B5EF4-FFF2-40B4-BE49-F238E27FC236}">
                    <a16:creationId xmlns:a16="http://schemas.microsoft.com/office/drawing/2014/main" id="{80DBD9DE-A6AF-4CEA-958A-09D418136174}"/>
                  </a:ext>
                </a:extLst>
              </p14:cNvPr>
              <p14:cNvContentPartPr/>
              <p14:nvPr/>
            </p14:nvContentPartPr>
            <p14:xfrm>
              <a:off x="8892707" y="2074409"/>
              <a:ext cx="205560" cy="126720"/>
            </p14:xfrm>
          </p:contentPart>
        </mc:Choice>
        <mc:Fallback xmlns="">
          <p:pic>
            <p:nvPicPr>
              <p:cNvPr id="330" name="墨迹 329">
                <a:extLst>
                  <a:ext uri="{FF2B5EF4-FFF2-40B4-BE49-F238E27FC236}">
                    <a16:creationId xmlns:a16="http://schemas.microsoft.com/office/drawing/2014/main" id="{80DBD9DE-A6AF-4CEA-958A-09D418136174}"/>
                  </a:ext>
                </a:extLst>
              </p:cNvPr>
              <p:cNvPicPr/>
              <p:nvPr/>
            </p:nvPicPr>
            <p:blipFill>
              <a:blip r:embed="rId187"/>
              <a:stretch>
                <a:fillRect/>
              </a:stretch>
            </p:blipFill>
            <p:spPr>
              <a:xfrm>
                <a:off x="8884067" y="2065769"/>
                <a:ext cx="2232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337" name="墨迹 336">
                <a:extLst>
                  <a:ext uri="{FF2B5EF4-FFF2-40B4-BE49-F238E27FC236}">
                    <a16:creationId xmlns:a16="http://schemas.microsoft.com/office/drawing/2014/main" id="{49C7C755-9FC2-43CC-A80C-FF5C637DC379}"/>
                  </a:ext>
                </a:extLst>
              </p14:cNvPr>
              <p14:cNvContentPartPr/>
              <p14:nvPr/>
            </p14:nvContentPartPr>
            <p14:xfrm>
              <a:off x="8916467" y="2355929"/>
              <a:ext cx="167760" cy="129240"/>
            </p14:xfrm>
          </p:contentPart>
        </mc:Choice>
        <mc:Fallback xmlns="">
          <p:pic>
            <p:nvPicPr>
              <p:cNvPr id="337" name="墨迹 336">
                <a:extLst>
                  <a:ext uri="{FF2B5EF4-FFF2-40B4-BE49-F238E27FC236}">
                    <a16:creationId xmlns:a16="http://schemas.microsoft.com/office/drawing/2014/main" id="{49C7C755-9FC2-43CC-A80C-FF5C637DC379}"/>
                  </a:ext>
                </a:extLst>
              </p:cNvPr>
              <p:cNvPicPr/>
              <p:nvPr/>
            </p:nvPicPr>
            <p:blipFill>
              <a:blip r:embed="rId189"/>
              <a:stretch>
                <a:fillRect/>
              </a:stretch>
            </p:blipFill>
            <p:spPr>
              <a:xfrm>
                <a:off x="8907467" y="2346929"/>
                <a:ext cx="18540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339" name="墨迹 338">
                <a:extLst>
                  <a:ext uri="{FF2B5EF4-FFF2-40B4-BE49-F238E27FC236}">
                    <a16:creationId xmlns:a16="http://schemas.microsoft.com/office/drawing/2014/main" id="{A40A90C4-60FE-4992-94D9-DFAF9FDE3252}"/>
                  </a:ext>
                </a:extLst>
              </p14:cNvPr>
              <p14:cNvContentPartPr/>
              <p14:nvPr/>
            </p14:nvContentPartPr>
            <p14:xfrm>
              <a:off x="9235787" y="2332889"/>
              <a:ext cx="159840" cy="210960"/>
            </p14:xfrm>
          </p:contentPart>
        </mc:Choice>
        <mc:Fallback xmlns="">
          <p:pic>
            <p:nvPicPr>
              <p:cNvPr id="339" name="墨迹 338">
                <a:extLst>
                  <a:ext uri="{FF2B5EF4-FFF2-40B4-BE49-F238E27FC236}">
                    <a16:creationId xmlns:a16="http://schemas.microsoft.com/office/drawing/2014/main" id="{A40A90C4-60FE-4992-94D9-DFAF9FDE3252}"/>
                  </a:ext>
                </a:extLst>
              </p:cNvPr>
              <p:cNvPicPr/>
              <p:nvPr/>
            </p:nvPicPr>
            <p:blipFill>
              <a:blip r:embed="rId191"/>
              <a:stretch>
                <a:fillRect/>
              </a:stretch>
            </p:blipFill>
            <p:spPr>
              <a:xfrm>
                <a:off x="9227147" y="2323889"/>
                <a:ext cx="1774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341" name="墨迹 340">
                <a:extLst>
                  <a:ext uri="{FF2B5EF4-FFF2-40B4-BE49-F238E27FC236}">
                    <a16:creationId xmlns:a16="http://schemas.microsoft.com/office/drawing/2014/main" id="{7C9222D4-EA2D-44D4-834D-19638AE04B5F}"/>
                  </a:ext>
                </a:extLst>
              </p14:cNvPr>
              <p14:cNvContentPartPr/>
              <p14:nvPr/>
            </p14:nvContentPartPr>
            <p14:xfrm>
              <a:off x="8542427" y="2047409"/>
              <a:ext cx="156600" cy="142920"/>
            </p14:xfrm>
          </p:contentPart>
        </mc:Choice>
        <mc:Fallback xmlns="">
          <p:pic>
            <p:nvPicPr>
              <p:cNvPr id="341" name="墨迹 340">
                <a:extLst>
                  <a:ext uri="{FF2B5EF4-FFF2-40B4-BE49-F238E27FC236}">
                    <a16:creationId xmlns:a16="http://schemas.microsoft.com/office/drawing/2014/main" id="{7C9222D4-EA2D-44D4-834D-19638AE04B5F}"/>
                  </a:ext>
                </a:extLst>
              </p:cNvPr>
              <p:cNvPicPr/>
              <p:nvPr/>
            </p:nvPicPr>
            <p:blipFill>
              <a:blip r:embed="rId193"/>
              <a:stretch>
                <a:fillRect/>
              </a:stretch>
            </p:blipFill>
            <p:spPr>
              <a:xfrm>
                <a:off x="8533787" y="2038409"/>
                <a:ext cx="1742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342" name="墨迹 341">
                <a:extLst>
                  <a:ext uri="{FF2B5EF4-FFF2-40B4-BE49-F238E27FC236}">
                    <a16:creationId xmlns:a16="http://schemas.microsoft.com/office/drawing/2014/main" id="{524912ED-7B0E-4CAC-A707-0A6B6BC81E9B}"/>
                  </a:ext>
                </a:extLst>
              </p14:cNvPr>
              <p14:cNvContentPartPr/>
              <p14:nvPr/>
            </p14:nvContentPartPr>
            <p14:xfrm>
              <a:off x="9200147" y="2737169"/>
              <a:ext cx="82440" cy="120960"/>
            </p14:xfrm>
          </p:contentPart>
        </mc:Choice>
        <mc:Fallback xmlns="">
          <p:pic>
            <p:nvPicPr>
              <p:cNvPr id="342" name="墨迹 341">
                <a:extLst>
                  <a:ext uri="{FF2B5EF4-FFF2-40B4-BE49-F238E27FC236}">
                    <a16:creationId xmlns:a16="http://schemas.microsoft.com/office/drawing/2014/main" id="{524912ED-7B0E-4CAC-A707-0A6B6BC81E9B}"/>
                  </a:ext>
                </a:extLst>
              </p:cNvPr>
              <p:cNvPicPr/>
              <p:nvPr/>
            </p:nvPicPr>
            <p:blipFill>
              <a:blip r:embed="rId195"/>
              <a:stretch>
                <a:fillRect/>
              </a:stretch>
            </p:blipFill>
            <p:spPr>
              <a:xfrm>
                <a:off x="9191507" y="2728529"/>
                <a:ext cx="10008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343" name="墨迹 342">
                <a:extLst>
                  <a:ext uri="{FF2B5EF4-FFF2-40B4-BE49-F238E27FC236}">
                    <a16:creationId xmlns:a16="http://schemas.microsoft.com/office/drawing/2014/main" id="{C98CF494-4263-484F-AA36-580853DD068E}"/>
                  </a:ext>
                </a:extLst>
              </p14:cNvPr>
              <p14:cNvContentPartPr/>
              <p14:nvPr/>
            </p14:nvContentPartPr>
            <p14:xfrm>
              <a:off x="9346667" y="2678489"/>
              <a:ext cx="101880" cy="182880"/>
            </p14:xfrm>
          </p:contentPart>
        </mc:Choice>
        <mc:Fallback xmlns="">
          <p:pic>
            <p:nvPicPr>
              <p:cNvPr id="343" name="墨迹 342">
                <a:extLst>
                  <a:ext uri="{FF2B5EF4-FFF2-40B4-BE49-F238E27FC236}">
                    <a16:creationId xmlns:a16="http://schemas.microsoft.com/office/drawing/2014/main" id="{C98CF494-4263-484F-AA36-580853DD068E}"/>
                  </a:ext>
                </a:extLst>
              </p:cNvPr>
              <p:cNvPicPr/>
              <p:nvPr/>
            </p:nvPicPr>
            <p:blipFill>
              <a:blip r:embed="rId197"/>
              <a:stretch>
                <a:fillRect/>
              </a:stretch>
            </p:blipFill>
            <p:spPr>
              <a:xfrm>
                <a:off x="9337667" y="2669849"/>
                <a:ext cx="11952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344" name="墨迹 343">
                <a:extLst>
                  <a:ext uri="{FF2B5EF4-FFF2-40B4-BE49-F238E27FC236}">
                    <a16:creationId xmlns:a16="http://schemas.microsoft.com/office/drawing/2014/main" id="{40C7A112-9847-4785-95FB-DA563411EB92}"/>
                  </a:ext>
                </a:extLst>
              </p14:cNvPr>
              <p14:cNvContentPartPr/>
              <p14:nvPr/>
            </p14:nvContentPartPr>
            <p14:xfrm>
              <a:off x="9556187" y="2666609"/>
              <a:ext cx="131400" cy="206640"/>
            </p14:xfrm>
          </p:contentPart>
        </mc:Choice>
        <mc:Fallback xmlns="">
          <p:pic>
            <p:nvPicPr>
              <p:cNvPr id="344" name="墨迹 343">
                <a:extLst>
                  <a:ext uri="{FF2B5EF4-FFF2-40B4-BE49-F238E27FC236}">
                    <a16:creationId xmlns:a16="http://schemas.microsoft.com/office/drawing/2014/main" id="{40C7A112-9847-4785-95FB-DA563411EB92}"/>
                  </a:ext>
                </a:extLst>
              </p:cNvPr>
              <p:cNvPicPr/>
              <p:nvPr/>
            </p:nvPicPr>
            <p:blipFill>
              <a:blip r:embed="rId199"/>
              <a:stretch>
                <a:fillRect/>
              </a:stretch>
            </p:blipFill>
            <p:spPr>
              <a:xfrm>
                <a:off x="9547187" y="2657969"/>
                <a:ext cx="14904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347" name="墨迹 346">
                <a:extLst>
                  <a:ext uri="{FF2B5EF4-FFF2-40B4-BE49-F238E27FC236}">
                    <a16:creationId xmlns:a16="http://schemas.microsoft.com/office/drawing/2014/main" id="{6CAF99C2-C1A7-4F8C-BF95-3C897D3BB99E}"/>
                  </a:ext>
                </a:extLst>
              </p14:cNvPr>
              <p14:cNvContentPartPr/>
              <p14:nvPr/>
            </p14:nvContentPartPr>
            <p14:xfrm>
              <a:off x="9583547" y="3030569"/>
              <a:ext cx="176400" cy="182160"/>
            </p14:xfrm>
          </p:contentPart>
        </mc:Choice>
        <mc:Fallback xmlns="">
          <p:pic>
            <p:nvPicPr>
              <p:cNvPr id="347" name="墨迹 346">
                <a:extLst>
                  <a:ext uri="{FF2B5EF4-FFF2-40B4-BE49-F238E27FC236}">
                    <a16:creationId xmlns:a16="http://schemas.microsoft.com/office/drawing/2014/main" id="{6CAF99C2-C1A7-4F8C-BF95-3C897D3BB99E}"/>
                  </a:ext>
                </a:extLst>
              </p:cNvPr>
              <p:cNvPicPr/>
              <p:nvPr/>
            </p:nvPicPr>
            <p:blipFill>
              <a:blip r:embed="rId201"/>
              <a:stretch>
                <a:fillRect/>
              </a:stretch>
            </p:blipFill>
            <p:spPr>
              <a:xfrm>
                <a:off x="9574907" y="3021569"/>
                <a:ext cx="19404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350" name="墨迹 349">
                <a:extLst>
                  <a:ext uri="{FF2B5EF4-FFF2-40B4-BE49-F238E27FC236}">
                    <a16:creationId xmlns:a16="http://schemas.microsoft.com/office/drawing/2014/main" id="{5F282A72-9E58-458F-B4FD-BFEC006DB42B}"/>
                  </a:ext>
                </a:extLst>
              </p14:cNvPr>
              <p14:cNvContentPartPr/>
              <p14:nvPr/>
            </p14:nvContentPartPr>
            <p14:xfrm>
              <a:off x="9923387" y="3394529"/>
              <a:ext cx="149760" cy="132480"/>
            </p14:xfrm>
          </p:contentPart>
        </mc:Choice>
        <mc:Fallback xmlns="">
          <p:pic>
            <p:nvPicPr>
              <p:cNvPr id="350" name="墨迹 349">
                <a:extLst>
                  <a:ext uri="{FF2B5EF4-FFF2-40B4-BE49-F238E27FC236}">
                    <a16:creationId xmlns:a16="http://schemas.microsoft.com/office/drawing/2014/main" id="{5F282A72-9E58-458F-B4FD-BFEC006DB42B}"/>
                  </a:ext>
                </a:extLst>
              </p:cNvPr>
              <p:cNvPicPr/>
              <p:nvPr/>
            </p:nvPicPr>
            <p:blipFill>
              <a:blip r:embed="rId203"/>
              <a:stretch>
                <a:fillRect/>
              </a:stretch>
            </p:blipFill>
            <p:spPr>
              <a:xfrm>
                <a:off x="9914747" y="3385529"/>
                <a:ext cx="16740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353" name="墨迹 352">
                <a:extLst>
                  <a:ext uri="{FF2B5EF4-FFF2-40B4-BE49-F238E27FC236}">
                    <a16:creationId xmlns:a16="http://schemas.microsoft.com/office/drawing/2014/main" id="{1B1A13BA-64F0-413B-A4BE-D905FF548458}"/>
                  </a:ext>
                </a:extLst>
              </p14:cNvPr>
              <p14:cNvContentPartPr/>
              <p14:nvPr/>
            </p14:nvContentPartPr>
            <p14:xfrm>
              <a:off x="8922227" y="4375169"/>
              <a:ext cx="162000" cy="161640"/>
            </p14:xfrm>
          </p:contentPart>
        </mc:Choice>
        <mc:Fallback xmlns="">
          <p:pic>
            <p:nvPicPr>
              <p:cNvPr id="353" name="墨迹 352">
                <a:extLst>
                  <a:ext uri="{FF2B5EF4-FFF2-40B4-BE49-F238E27FC236}">
                    <a16:creationId xmlns:a16="http://schemas.microsoft.com/office/drawing/2014/main" id="{1B1A13BA-64F0-413B-A4BE-D905FF548458}"/>
                  </a:ext>
                </a:extLst>
              </p:cNvPr>
              <p:cNvPicPr/>
              <p:nvPr/>
            </p:nvPicPr>
            <p:blipFill>
              <a:blip r:embed="rId205"/>
              <a:stretch>
                <a:fillRect/>
              </a:stretch>
            </p:blipFill>
            <p:spPr>
              <a:xfrm>
                <a:off x="8913587" y="4366169"/>
                <a:ext cx="17964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359" name="墨迹 358">
                <a:extLst>
                  <a:ext uri="{FF2B5EF4-FFF2-40B4-BE49-F238E27FC236}">
                    <a16:creationId xmlns:a16="http://schemas.microsoft.com/office/drawing/2014/main" id="{ABF58BB7-5B1D-40D1-903B-946D23117862}"/>
                  </a:ext>
                </a:extLst>
              </p14:cNvPr>
              <p14:cNvContentPartPr/>
              <p14:nvPr/>
            </p14:nvContentPartPr>
            <p14:xfrm>
              <a:off x="8573747" y="4698089"/>
              <a:ext cx="161280" cy="156240"/>
            </p14:xfrm>
          </p:contentPart>
        </mc:Choice>
        <mc:Fallback xmlns="">
          <p:pic>
            <p:nvPicPr>
              <p:cNvPr id="359" name="墨迹 358">
                <a:extLst>
                  <a:ext uri="{FF2B5EF4-FFF2-40B4-BE49-F238E27FC236}">
                    <a16:creationId xmlns:a16="http://schemas.microsoft.com/office/drawing/2014/main" id="{ABF58BB7-5B1D-40D1-903B-946D23117862}"/>
                  </a:ext>
                </a:extLst>
              </p:cNvPr>
              <p:cNvPicPr/>
              <p:nvPr/>
            </p:nvPicPr>
            <p:blipFill>
              <a:blip r:embed="rId207"/>
              <a:stretch>
                <a:fillRect/>
              </a:stretch>
            </p:blipFill>
            <p:spPr>
              <a:xfrm>
                <a:off x="8564747" y="4689089"/>
                <a:ext cx="17892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366" name="墨迹 365">
                <a:extLst>
                  <a:ext uri="{FF2B5EF4-FFF2-40B4-BE49-F238E27FC236}">
                    <a16:creationId xmlns:a16="http://schemas.microsoft.com/office/drawing/2014/main" id="{8E0B8449-E481-4FC3-94CE-BDCE955EB9A7}"/>
                  </a:ext>
                </a:extLst>
              </p14:cNvPr>
              <p14:cNvContentPartPr/>
              <p14:nvPr/>
            </p14:nvContentPartPr>
            <p14:xfrm>
              <a:off x="8245787" y="4999409"/>
              <a:ext cx="144360" cy="193320"/>
            </p14:xfrm>
          </p:contentPart>
        </mc:Choice>
        <mc:Fallback xmlns="">
          <p:pic>
            <p:nvPicPr>
              <p:cNvPr id="366" name="墨迹 365">
                <a:extLst>
                  <a:ext uri="{FF2B5EF4-FFF2-40B4-BE49-F238E27FC236}">
                    <a16:creationId xmlns:a16="http://schemas.microsoft.com/office/drawing/2014/main" id="{8E0B8449-E481-4FC3-94CE-BDCE955EB9A7}"/>
                  </a:ext>
                </a:extLst>
              </p:cNvPr>
              <p:cNvPicPr/>
              <p:nvPr/>
            </p:nvPicPr>
            <p:blipFill>
              <a:blip r:embed="rId209"/>
              <a:stretch>
                <a:fillRect/>
              </a:stretch>
            </p:blipFill>
            <p:spPr>
              <a:xfrm>
                <a:off x="8237147" y="4990769"/>
                <a:ext cx="16200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372" name="墨迹 371">
                <a:extLst>
                  <a:ext uri="{FF2B5EF4-FFF2-40B4-BE49-F238E27FC236}">
                    <a16:creationId xmlns:a16="http://schemas.microsoft.com/office/drawing/2014/main" id="{2228888D-45E2-4DEB-9D3E-8FB351287BC6}"/>
                  </a:ext>
                </a:extLst>
              </p14:cNvPr>
              <p14:cNvContentPartPr/>
              <p14:nvPr/>
            </p14:nvContentPartPr>
            <p14:xfrm>
              <a:off x="7920707" y="5284889"/>
              <a:ext cx="156240" cy="241200"/>
            </p14:xfrm>
          </p:contentPart>
        </mc:Choice>
        <mc:Fallback xmlns="">
          <p:pic>
            <p:nvPicPr>
              <p:cNvPr id="372" name="墨迹 371">
                <a:extLst>
                  <a:ext uri="{FF2B5EF4-FFF2-40B4-BE49-F238E27FC236}">
                    <a16:creationId xmlns:a16="http://schemas.microsoft.com/office/drawing/2014/main" id="{2228888D-45E2-4DEB-9D3E-8FB351287BC6}"/>
                  </a:ext>
                </a:extLst>
              </p:cNvPr>
              <p:cNvPicPr/>
              <p:nvPr/>
            </p:nvPicPr>
            <p:blipFill>
              <a:blip r:embed="rId211"/>
              <a:stretch>
                <a:fillRect/>
              </a:stretch>
            </p:blipFill>
            <p:spPr>
              <a:xfrm>
                <a:off x="7912067" y="5275902"/>
                <a:ext cx="173880" cy="258814"/>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377" name="墨迹 376">
                <a:extLst>
                  <a:ext uri="{FF2B5EF4-FFF2-40B4-BE49-F238E27FC236}">
                    <a16:creationId xmlns:a16="http://schemas.microsoft.com/office/drawing/2014/main" id="{1A58C171-520F-48F9-A784-14A590611EE4}"/>
                  </a:ext>
                </a:extLst>
              </p14:cNvPr>
              <p14:cNvContentPartPr/>
              <p14:nvPr/>
            </p14:nvContentPartPr>
            <p14:xfrm>
              <a:off x="8213747" y="5327729"/>
              <a:ext cx="173160" cy="220320"/>
            </p14:xfrm>
          </p:contentPart>
        </mc:Choice>
        <mc:Fallback xmlns="">
          <p:pic>
            <p:nvPicPr>
              <p:cNvPr id="377" name="墨迹 376">
                <a:extLst>
                  <a:ext uri="{FF2B5EF4-FFF2-40B4-BE49-F238E27FC236}">
                    <a16:creationId xmlns:a16="http://schemas.microsoft.com/office/drawing/2014/main" id="{1A58C171-520F-48F9-A784-14A590611EE4}"/>
                  </a:ext>
                </a:extLst>
              </p:cNvPr>
              <p:cNvPicPr/>
              <p:nvPr/>
            </p:nvPicPr>
            <p:blipFill>
              <a:blip r:embed="rId213"/>
              <a:stretch>
                <a:fillRect/>
              </a:stretch>
            </p:blipFill>
            <p:spPr>
              <a:xfrm>
                <a:off x="8205089" y="5318714"/>
                <a:ext cx="190837" cy="237989"/>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378" name="墨迹 377">
                <a:extLst>
                  <a:ext uri="{FF2B5EF4-FFF2-40B4-BE49-F238E27FC236}">
                    <a16:creationId xmlns:a16="http://schemas.microsoft.com/office/drawing/2014/main" id="{483A3C8A-0395-48EE-9CCF-F162B96E4C91}"/>
                  </a:ext>
                </a:extLst>
              </p14:cNvPr>
              <p14:cNvContentPartPr/>
              <p14:nvPr/>
            </p14:nvContentPartPr>
            <p14:xfrm>
              <a:off x="8638547" y="5329169"/>
              <a:ext cx="35280" cy="32040"/>
            </p14:xfrm>
          </p:contentPart>
        </mc:Choice>
        <mc:Fallback xmlns="">
          <p:pic>
            <p:nvPicPr>
              <p:cNvPr id="378" name="墨迹 377">
                <a:extLst>
                  <a:ext uri="{FF2B5EF4-FFF2-40B4-BE49-F238E27FC236}">
                    <a16:creationId xmlns:a16="http://schemas.microsoft.com/office/drawing/2014/main" id="{483A3C8A-0395-48EE-9CCF-F162B96E4C91}"/>
                  </a:ext>
                </a:extLst>
              </p:cNvPr>
              <p:cNvPicPr/>
              <p:nvPr/>
            </p:nvPicPr>
            <p:blipFill>
              <a:blip r:embed="rId215"/>
              <a:stretch>
                <a:fillRect/>
              </a:stretch>
            </p:blipFill>
            <p:spPr>
              <a:xfrm>
                <a:off x="8629907" y="5320529"/>
                <a:ext cx="5292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381" name="墨迹 380">
                <a:extLst>
                  <a:ext uri="{FF2B5EF4-FFF2-40B4-BE49-F238E27FC236}">
                    <a16:creationId xmlns:a16="http://schemas.microsoft.com/office/drawing/2014/main" id="{4B6DD445-1BE8-4414-9549-9288661EF6E8}"/>
                  </a:ext>
                </a:extLst>
              </p14:cNvPr>
              <p14:cNvContentPartPr/>
              <p14:nvPr/>
            </p14:nvContentPartPr>
            <p14:xfrm>
              <a:off x="8590307" y="5407289"/>
              <a:ext cx="149760" cy="139680"/>
            </p14:xfrm>
          </p:contentPart>
        </mc:Choice>
        <mc:Fallback xmlns="">
          <p:pic>
            <p:nvPicPr>
              <p:cNvPr id="381" name="墨迹 380">
                <a:extLst>
                  <a:ext uri="{FF2B5EF4-FFF2-40B4-BE49-F238E27FC236}">
                    <a16:creationId xmlns:a16="http://schemas.microsoft.com/office/drawing/2014/main" id="{4B6DD445-1BE8-4414-9549-9288661EF6E8}"/>
                  </a:ext>
                </a:extLst>
              </p:cNvPr>
              <p:cNvPicPr/>
              <p:nvPr/>
            </p:nvPicPr>
            <p:blipFill>
              <a:blip r:embed="rId217"/>
              <a:stretch>
                <a:fillRect/>
              </a:stretch>
            </p:blipFill>
            <p:spPr>
              <a:xfrm>
                <a:off x="8581307" y="5398289"/>
                <a:ext cx="16740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384" name="墨迹 383">
                <a:extLst>
                  <a:ext uri="{FF2B5EF4-FFF2-40B4-BE49-F238E27FC236}">
                    <a16:creationId xmlns:a16="http://schemas.microsoft.com/office/drawing/2014/main" id="{E9E7C93E-F5B8-4398-A58C-84F0160731CA}"/>
                  </a:ext>
                </a:extLst>
              </p14:cNvPr>
              <p14:cNvContentPartPr/>
              <p14:nvPr/>
            </p14:nvContentPartPr>
            <p14:xfrm>
              <a:off x="8894867" y="5327729"/>
              <a:ext cx="197640" cy="214920"/>
            </p14:xfrm>
          </p:contentPart>
        </mc:Choice>
        <mc:Fallback xmlns="">
          <p:pic>
            <p:nvPicPr>
              <p:cNvPr id="384" name="墨迹 383">
                <a:extLst>
                  <a:ext uri="{FF2B5EF4-FFF2-40B4-BE49-F238E27FC236}">
                    <a16:creationId xmlns:a16="http://schemas.microsoft.com/office/drawing/2014/main" id="{E9E7C93E-F5B8-4398-A58C-84F0160731CA}"/>
                  </a:ext>
                </a:extLst>
              </p:cNvPr>
              <p:cNvPicPr/>
              <p:nvPr/>
            </p:nvPicPr>
            <p:blipFill>
              <a:blip r:embed="rId219"/>
              <a:stretch>
                <a:fillRect/>
              </a:stretch>
            </p:blipFill>
            <p:spPr>
              <a:xfrm>
                <a:off x="8885867" y="5318729"/>
                <a:ext cx="21528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387" name="墨迹 386">
                <a:extLst>
                  <a:ext uri="{FF2B5EF4-FFF2-40B4-BE49-F238E27FC236}">
                    <a16:creationId xmlns:a16="http://schemas.microsoft.com/office/drawing/2014/main" id="{3725F2F8-E643-4A9E-B83F-AE80BBF291A2}"/>
                  </a:ext>
                </a:extLst>
              </p14:cNvPr>
              <p14:cNvContentPartPr/>
              <p14:nvPr/>
            </p14:nvContentPartPr>
            <p14:xfrm>
              <a:off x="5500752" y="3704319"/>
              <a:ext cx="132120" cy="185040"/>
            </p14:xfrm>
          </p:contentPart>
        </mc:Choice>
        <mc:Fallback xmlns="">
          <p:pic>
            <p:nvPicPr>
              <p:cNvPr id="387" name="墨迹 386">
                <a:extLst>
                  <a:ext uri="{FF2B5EF4-FFF2-40B4-BE49-F238E27FC236}">
                    <a16:creationId xmlns:a16="http://schemas.microsoft.com/office/drawing/2014/main" id="{3725F2F8-E643-4A9E-B83F-AE80BBF291A2}"/>
                  </a:ext>
                </a:extLst>
              </p:cNvPr>
              <p:cNvPicPr/>
              <p:nvPr/>
            </p:nvPicPr>
            <p:blipFill>
              <a:blip r:embed="rId221"/>
              <a:stretch>
                <a:fillRect/>
              </a:stretch>
            </p:blipFill>
            <p:spPr>
              <a:xfrm>
                <a:off x="5491752" y="3695336"/>
                <a:ext cx="149760" cy="202646"/>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395" name="墨迹 394">
                <a:extLst>
                  <a:ext uri="{FF2B5EF4-FFF2-40B4-BE49-F238E27FC236}">
                    <a16:creationId xmlns:a16="http://schemas.microsoft.com/office/drawing/2014/main" id="{CF9FBD20-E7A8-42A2-9D26-0611EFE5C140}"/>
                  </a:ext>
                </a:extLst>
              </p14:cNvPr>
              <p14:cNvContentPartPr/>
              <p14:nvPr/>
            </p14:nvContentPartPr>
            <p14:xfrm>
              <a:off x="5828352" y="3676959"/>
              <a:ext cx="151200" cy="187920"/>
            </p14:xfrm>
          </p:contentPart>
        </mc:Choice>
        <mc:Fallback xmlns="">
          <p:pic>
            <p:nvPicPr>
              <p:cNvPr id="395" name="墨迹 394">
                <a:extLst>
                  <a:ext uri="{FF2B5EF4-FFF2-40B4-BE49-F238E27FC236}">
                    <a16:creationId xmlns:a16="http://schemas.microsoft.com/office/drawing/2014/main" id="{CF9FBD20-E7A8-42A2-9D26-0611EFE5C140}"/>
                  </a:ext>
                </a:extLst>
              </p:cNvPr>
              <p:cNvPicPr/>
              <p:nvPr/>
            </p:nvPicPr>
            <p:blipFill>
              <a:blip r:embed="rId223"/>
              <a:stretch>
                <a:fillRect/>
              </a:stretch>
            </p:blipFill>
            <p:spPr>
              <a:xfrm>
                <a:off x="5819352" y="3668336"/>
                <a:ext cx="168840" cy="205526"/>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400" name="墨迹 399">
                <a:extLst>
                  <a:ext uri="{FF2B5EF4-FFF2-40B4-BE49-F238E27FC236}">
                    <a16:creationId xmlns:a16="http://schemas.microsoft.com/office/drawing/2014/main" id="{CBF5ADD2-7184-444C-A85D-EFAA3E06BF6B}"/>
                  </a:ext>
                </a:extLst>
              </p14:cNvPr>
              <p14:cNvContentPartPr/>
              <p14:nvPr/>
            </p14:nvContentPartPr>
            <p14:xfrm>
              <a:off x="5842392" y="4041279"/>
              <a:ext cx="127800" cy="165960"/>
            </p14:xfrm>
          </p:contentPart>
        </mc:Choice>
        <mc:Fallback xmlns="">
          <p:pic>
            <p:nvPicPr>
              <p:cNvPr id="400" name="墨迹 399">
                <a:extLst>
                  <a:ext uri="{FF2B5EF4-FFF2-40B4-BE49-F238E27FC236}">
                    <a16:creationId xmlns:a16="http://schemas.microsoft.com/office/drawing/2014/main" id="{CBF5ADD2-7184-444C-A85D-EFAA3E06BF6B}"/>
                  </a:ext>
                </a:extLst>
              </p:cNvPr>
              <p:cNvPicPr/>
              <p:nvPr/>
            </p:nvPicPr>
            <p:blipFill>
              <a:blip r:embed="rId225"/>
              <a:stretch>
                <a:fillRect/>
              </a:stretch>
            </p:blipFill>
            <p:spPr>
              <a:xfrm>
                <a:off x="5833752" y="4032620"/>
                <a:ext cx="145440" cy="183638"/>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403" name="墨迹 402">
                <a:extLst>
                  <a:ext uri="{FF2B5EF4-FFF2-40B4-BE49-F238E27FC236}">
                    <a16:creationId xmlns:a16="http://schemas.microsoft.com/office/drawing/2014/main" id="{793ED35C-F2DB-4A5E-A8AC-A8C716930B98}"/>
                  </a:ext>
                </a:extLst>
              </p14:cNvPr>
              <p14:cNvContentPartPr/>
              <p14:nvPr/>
            </p14:nvContentPartPr>
            <p14:xfrm>
              <a:off x="5482752" y="3975399"/>
              <a:ext cx="145080" cy="245160"/>
            </p14:xfrm>
          </p:contentPart>
        </mc:Choice>
        <mc:Fallback xmlns="">
          <p:pic>
            <p:nvPicPr>
              <p:cNvPr id="403" name="墨迹 402">
                <a:extLst>
                  <a:ext uri="{FF2B5EF4-FFF2-40B4-BE49-F238E27FC236}">
                    <a16:creationId xmlns:a16="http://schemas.microsoft.com/office/drawing/2014/main" id="{793ED35C-F2DB-4A5E-A8AC-A8C716930B98}"/>
                  </a:ext>
                </a:extLst>
              </p:cNvPr>
              <p:cNvPicPr/>
              <p:nvPr/>
            </p:nvPicPr>
            <p:blipFill>
              <a:blip r:embed="rId227"/>
              <a:stretch>
                <a:fillRect/>
              </a:stretch>
            </p:blipFill>
            <p:spPr>
              <a:xfrm>
                <a:off x="5473752" y="3966759"/>
                <a:ext cx="16272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404" name="墨迹 403">
                <a:extLst>
                  <a:ext uri="{FF2B5EF4-FFF2-40B4-BE49-F238E27FC236}">
                    <a16:creationId xmlns:a16="http://schemas.microsoft.com/office/drawing/2014/main" id="{CB71F7B8-1829-44AD-9DE7-A5A3F574A59D}"/>
                  </a:ext>
                </a:extLst>
              </p14:cNvPr>
              <p14:cNvContentPartPr/>
              <p14:nvPr/>
            </p14:nvContentPartPr>
            <p14:xfrm>
              <a:off x="5485272" y="4317039"/>
              <a:ext cx="158040" cy="224640"/>
            </p14:xfrm>
          </p:contentPart>
        </mc:Choice>
        <mc:Fallback xmlns="">
          <p:pic>
            <p:nvPicPr>
              <p:cNvPr id="404" name="墨迹 403">
                <a:extLst>
                  <a:ext uri="{FF2B5EF4-FFF2-40B4-BE49-F238E27FC236}">
                    <a16:creationId xmlns:a16="http://schemas.microsoft.com/office/drawing/2014/main" id="{CB71F7B8-1829-44AD-9DE7-A5A3F574A59D}"/>
                  </a:ext>
                </a:extLst>
              </p:cNvPr>
              <p:cNvPicPr/>
              <p:nvPr/>
            </p:nvPicPr>
            <p:blipFill>
              <a:blip r:embed="rId229"/>
              <a:stretch>
                <a:fillRect/>
              </a:stretch>
            </p:blipFill>
            <p:spPr>
              <a:xfrm>
                <a:off x="5476632" y="4308039"/>
                <a:ext cx="17568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407" name="墨迹 406">
                <a:extLst>
                  <a:ext uri="{FF2B5EF4-FFF2-40B4-BE49-F238E27FC236}">
                    <a16:creationId xmlns:a16="http://schemas.microsoft.com/office/drawing/2014/main" id="{26993B56-865F-4045-9957-BEB380BB2B2F}"/>
                  </a:ext>
                </a:extLst>
              </p14:cNvPr>
              <p14:cNvContentPartPr/>
              <p14:nvPr/>
            </p14:nvContentPartPr>
            <p14:xfrm>
              <a:off x="5521992" y="4662279"/>
              <a:ext cx="129240" cy="180000"/>
            </p14:xfrm>
          </p:contentPart>
        </mc:Choice>
        <mc:Fallback xmlns="">
          <p:pic>
            <p:nvPicPr>
              <p:cNvPr id="407" name="墨迹 406">
                <a:extLst>
                  <a:ext uri="{FF2B5EF4-FFF2-40B4-BE49-F238E27FC236}">
                    <a16:creationId xmlns:a16="http://schemas.microsoft.com/office/drawing/2014/main" id="{26993B56-865F-4045-9957-BEB380BB2B2F}"/>
                  </a:ext>
                </a:extLst>
              </p:cNvPr>
              <p:cNvPicPr/>
              <p:nvPr/>
            </p:nvPicPr>
            <p:blipFill>
              <a:blip r:embed="rId231"/>
              <a:stretch>
                <a:fillRect/>
              </a:stretch>
            </p:blipFill>
            <p:spPr>
              <a:xfrm>
                <a:off x="5513328" y="4653279"/>
                <a:ext cx="146929"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408" name="墨迹 407">
                <a:extLst>
                  <a:ext uri="{FF2B5EF4-FFF2-40B4-BE49-F238E27FC236}">
                    <a16:creationId xmlns:a16="http://schemas.microsoft.com/office/drawing/2014/main" id="{837BEF8B-F7A7-44CF-B259-A07C57658EB1}"/>
                  </a:ext>
                </a:extLst>
              </p14:cNvPr>
              <p14:cNvContentPartPr/>
              <p14:nvPr/>
            </p14:nvContentPartPr>
            <p14:xfrm>
              <a:off x="5509752" y="4982679"/>
              <a:ext cx="108000" cy="198360"/>
            </p14:xfrm>
          </p:contentPart>
        </mc:Choice>
        <mc:Fallback xmlns="">
          <p:pic>
            <p:nvPicPr>
              <p:cNvPr id="408" name="墨迹 407">
                <a:extLst>
                  <a:ext uri="{FF2B5EF4-FFF2-40B4-BE49-F238E27FC236}">
                    <a16:creationId xmlns:a16="http://schemas.microsoft.com/office/drawing/2014/main" id="{837BEF8B-F7A7-44CF-B259-A07C57658EB1}"/>
                  </a:ext>
                </a:extLst>
              </p:cNvPr>
              <p:cNvPicPr/>
              <p:nvPr/>
            </p:nvPicPr>
            <p:blipFill>
              <a:blip r:embed="rId233"/>
              <a:stretch>
                <a:fillRect/>
              </a:stretch>
            </p:blipFill>
            <p:spPr>
              <a:xfrm>
                <a:off x="5500752" y="4973679"/>
                <a:ext cx="1256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409" name="墨迹 408">
                <a:extLst>
                  <a:ext uri="{FF2B5EF4-FFF2-40B4-BE49-F238E27FC236}">
                    <a16:creationId xmlns:a16="http://schemas.microsoft.com/office/drawing/2014/main" id="{7B2E4FF5-C5C9-4B8D-A5E1-DA685147A402}"/>
                  </a:ext>
                </a:extLst>
              </p14:cNvPr>
              <p14:cNvContentPartPr/>
              <p14:nvPr/>
            </p14:nvContentPartPr>
            <p14:xfrm>
              <a:off x="5565552" y="5322519"/>
              <a:ext cx="14400" cy="202680"/>
            </p14:xfrm>
          </p:contentPart>
        </mc:Choice>
        <mc:Fallback xmlns="">
          <p:pic>
            <p:nvPicPr>
              <p:cNvPr id="409" name="墨迹 408">
                <a:extLst>
                  <a:ext uri="{FF2B5EF4-FFF2-40B4-BE49-F238E27FC236}">
                    <a16:creationId xmlns:a16="http://schemas.microsoft.com/office/drawing/2014/main" id="{7B2E4FF5-C5C9-4B8D-A5E1-DA685147A402}"/>
                  </a:ext>
                </a:extLst>
              </p:cNvPr>
              <p:cNvPicPr/>
              <p:nvPr/>
            </p:nvPicPr>
            <p:blipFill>
              <a:blip r:embed="rId235"/>
              <a:stretch>
                <a:fillRect/>
              </a:stretch>
            </p:blipFill>
            <p:spPr>
              <a:xfrm>
                <a:off x="5556552" y="5313879"/>
                <a:ext cx="320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410" name="墨迹 409">
                <a:extLst>
                  <a:ext uri="{FF2B5EF4-FFF2-40B4-BE49-F238E27FC236}">
                    <a16:creationId xmlns:a16="http://schemas.microsoft.com/office/drawing/2014/main" id="{D14B5972-7D9B-4A6D-8735-4BE08C9233AA}"/>
                  </a:ext>
                </a:extLst>
              </p14:cNvPr>
              <p14:cNvContentPartPr/>
              <p14:nvPr/>
            </p14:nvContentPartPr>
            <p14:xfrm>
              <a:off x="5488152" y="5645439"/>
              <a:ext cx="186840" cy="228960"/>
            </p14:xfrm>
          </p:contentPart>
        </mc:Choice>
        <mc:Fallback xmlns="">
          <p:pic>
            <p:nvPicPr>
              <p:cNvPr id="410" name="墨迹 409">
                <a:extLst>
                  <a:ext uri="{FF2B5EF4-FFF2-40B4-BE49-F238E27FC236}">
                    <a16:creationId xmlns:a16="http://schemas.microsoft.com/office/drawing/2014/main" id="{D14B5972-7D9B-4A6D-8735-4BE08C9233AA}"/>
                  </a:ext>
                </a:extLst>
              </p:cNvPr>
              <p:cNvPicPr/>
              <p:nvPr/>
            </p:nvPicPr>
            <p:blipFill>
              <a:blip r:embed="rId237"/>
              <a:stretch>
                <a:fillRect/>
              </a:stretch>
            </p:blipFill>
            <p:spPr>
              <a:xfrm>
                <a:off x="5479152" y="5636439"/>
                <a:ext cx="20448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413" name="墨迹 412">
                <a:extLst>
                  <a:ext uri="{FF2B5EF4-FFF2-40B4-BE49-F238E27FC236}">
                    <a16:creationId xmlns:a16="http://schemas.microsoft.com/office/drawing/2014/main" id="{F7FC7722-9E96-494D-8E15-4E1948FE0AC8}"/>
                  </a:ext>
                </a:extLst>
              </p14:cNvPr>
              <p14:cNvContentPartPr/>
              <p14:nvPr/>
            </p14:nvContentPartPr>
            <p14:xfrm>
              <a:off x="5496432" y="6023079"/>
              <a:ext cx="135000" cy="168120"/>
            </p14:xfrm>
          </p:contentPart>
        </mc:Choice>
        <mc:Fallback xmlns="">
          <p:pic>
            <p:nvPicPr>
              <p:cNvPr id="413" name="墨迹 412">
                <a:extLst>
                  <a:ext uri="{FF2B5EF4-FFF2-40B4-BE49-F238E27FC236}">
                    <a16:creationId xmlns:a16="http://schemas.microsoft.com/office/drawing/2014/main" id="{F7FC7722-9E96-494D-8E15-4E1948FE0AC8}"/>
                  </a:ext>
                </a:extLst>
              </p:cNvPr>
              <p:cNvPicPr/>
              <p:nvPr/>
            </p:nvPicPr>
            <p:blipFill>
              <a:blip r:embed="rId239"/>
              <a:stretch>
                <a:fillRect/>
              </a:stretch>
            </p:blipFill>
            <p:spPr>
              <a:xfrm>
                <a:off x="5487456" y="6014079"/>
                <a:ext cx="152593"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416" name="墨迹 415">
                <a:extLst>
                  <a:ext uri="{FF2B5EF4-FFF2-40B4-BE49-F238E27FC236}">
                    <a16:creationId xmlns:a16="http://schemas.microsoft.com/office/drawing/2014/main" id="{557EF5CE-F77B-4C57-B11E-4CB6ACEF95F3}"/>
                  </a:ext>
                </a:extLst>
              </p14:cNvPr>
              <p14:cNvContentPartPr/>
              <p14:nvPr/>
            </p14:nvContentPartPr>
            <p14:xfrm>
              <a:off x="5485632" y="6320439"/>
              <a:ext cx="179640" cy="225360"/>
            </p14:xfrm>
          </p:contentPart>
        </mc:Choice>
        <mc:Fallback xmlns="">
          <p:pic>
            <p:nvPicPr>
              <p:cNvPr id="416" name="墨迹 415">
                <a:extLst>
                  <a:ext uri="{FF2B5EF4-FFF2-40B4-BE49-F238E27FC236}">
                    <a16:creationId xmlns:a16="http://schemas.microsoft.com/office/drawing/2014/main" id="{557EF5CE-F77B-4C57-B11E-4CB6ACEF95F3}"/>
                  </a:ext>
                </a:extLst>
              </p:cNvPr>
              <p:cNvPicPr/>
              <p:nvPr/>
            </p:nvPicPr>
            <p:blipFill>
              <a:blip r:embed="rId241"/>
              <a:stretch>
                <a:fillRect/>
              </a:stretch>
            </p:blipFill>
            <p:spPr>
              <a:xfrm>
                <a:off x="5476992" y="6311799"/>
                <a:ext cx="19728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417" name="墨迹 416">
                <a:extLst>
                  <a:ext uri="{FF2B5EF4-FFF2-40B4-BE49-F238E27FC236}">
                    <a16:creationId xmlns:a16="http://schemas.microsoft.com/office/drawing/2014/main" id="{531C9912-37D0-4155-93B3-209A1034462A}"/>
                  </a:ext>
                </a:extLst>
              </p14:cNvPr>
              <p14:cNvContentPartPr/>
              <p14:nvPr/>
            </p14:nvContentPartPr>
            <p14:xfrm>
              <a:off x="5828712" y="5733639"/>
              <a:ext cx="162000" cy="12600"/>
            </p14:xfrm>
          </p:contentPart>
        </mc:Choice>
        <mc:Fallback xmlns="">
          <p:pic>
            <p:nvPicPr>
              <p:cNvPr id="417" name="墨迹 416">
                <a:extLst>
                  <a:ext uri="{FF2B5EF4-FFF2-40B4-BE49-F238E27FC236}">
                    <a16:creationId xmlns:a16="http://schemas.microsoft.com/office/drawing/2014/main" id="{531C9912-37D0-4155-93B3-209A1034462A}"/>
                  </a:ext>
                </a:extLst>
              </p:cNvPr>
              <p:cNvPicPr/>
              <p:nvPr/>
            </p:nvPicPr>
            <p:blipFill>
              <a:blip r:embed="rId243"/>
              <a:stretch>
                <a:fillRect/>
              </a:stretch>
            </p:blipFill>
            <p:spPr>
              <a:xfrm>
                <a:off x="5819712" y="5724999"/>
                <a:ext cx="17964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422" name="墨迹 421">
                <a:extLst>
                  <a:ext uri="{FF2B5EF4-FFF2-40B4-BE49-F238E27FC236}">
                    <a16:creationId xmlns:a16="http://schemas.microsoft.com/office/drawing/2014/main" id="{17102775-FBC1-4230-9ABD-7A017BD838C0}"/>
                  </a:ext>
                </a:extLst>
              </p14:cNvPr>
              <p14:cNvContentPartPr/>
              <p14:nvPr/>
            </p14:nvContentPartPr>
            <p14:xfrm>
              <a:off x="6186912" y="5323239"/>
              <a:ext cx="156240" cy="196920"/>
            </p14:xfrm>
          </p:contentPart>
        </mc:Choice>
        <mc:Fallback xmlns="">
          <p:pic>
            <p:nvPicPr>
              <p:cNvPr id="422" name="墨迹 421">
                <a:extLst>
                  <a:ext uri="{FF2B5EF4-FFF2-40B4-BE49-F238E27FC236}">
                    <a16:creationId xmlns:a16="http://schemas.microsoft.com/office/drawing/2014/main" id="{17102775-FBC1-4230-9ABD-7A017BD838C0}"/>
                  </a:ext>
                </a:extLst>
              </p:cNvPr>
              <p:cNvPicPr/>
              <p:nvPr/>
            </p:nvPicPr>
            <p:blipFill>
              <a:blip r:embed="rId245"/>
              <a:stretch>
                <a:fillRect/>
              </a:stretch>
            </p:blipFill>
            <p:spPr>
              <a:xfrm>
                <a:off x="6178272" y="5314239"/>
                <a:ext cx="17388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423" name="墨迹 422">
                <a:extLst>
                  <a:ext uri="{FF2B5EF4-FFF2-40B4-BE49-F238E27FC236}">
                    <a16:creationId xmlns:a16="http://schemas.microsoft.com/office/drawing/2014/main" id="{64D2990D-F8C8-4617-BC61-AE40DDE9400A}"/>
                  </a:ext>
                </a:extLst>
              </p14:cNvPr>
              <p14:cNvContentPartPr/>
              <p14:nvPr/>
            </p14:nvContentPartPr>
            <p14:xfrm>
              <a:off x="6536472" y="5101479"/>
              <a:ext cx="180360" cy="17280"/>
            </p14:xfrm>
          </p:contentPart>
        </mc:Choice>
        <mc:Fallback xmlns="">
          <p:pic>
            <p:nvPicPr>
              <p:cNvPr id="423" name="墨迹 422">
                <a:extLst>
                  <a:ext uri="{FF2B5EF4-FFF2-40B4-BE49-F238E27FC236}">
                    <a16:creationId xmlns:a16="http://schemas.microsoft.com/office/drawing/2014/main" id="{64D2990D-F8C8-4617-BC61-AE40DDE9400A}"/>
                  </a:ext>
                </a:extLst>
              </p:cNvPr>
              <p:cNvPicPr/>
              <p:nvPr/>
            </p:nvPicPr>
            <p:blipFill>
              <a:blip r:embed="rId247"/>
              <a:stretch>
                <a:fillRect/>
              </a:stretch>
            </p:blipFill>
            <p:spPr>
              <a:xfrm>
                <a:off x="6527832" y="5092839"/>
                <a:ext cx="19800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425" name="墨迹 424">
                <a:extLst>
                  <a:ext uri="{FF2B5EF4-FFF2-40B4-BE49-F238E27FC236}">
                    <a16:creationId xmlns:a16="http://schemas.microsoft.com/office/drawing/2014/main" id="{1EC73CAA-82A5-4BCB-9EB8-1289CA42BB07}"/>
                  </a:ext>
                </a:extLst>
              </p14:cNvPr>
              <p14:cNvContentPartPr/>
              <p14:nvPr/>
            </p14:nvContentPartPr>
            <p14:xfrm>
              <a:off x="5870472" y="4628439"/>
              <a:ext cx="117360" cy="241920"/>
            </p14:xfrm>
          </p:contentPart>
        </mc:Choice>
        <mc:Fallback xmlns="">
          <p:pic>
            <p:nvPicPr>
              <p:cNvPr id="425" name="墨迹 424">
                <a:extLst>
                  <a:ext uri="{FF2B5EF4-FFF2-40B4-BE49-F238E27FC236}">
                    <a16:creationId xmlns:a16="http://schemas.microsoft.com/office/drawing/2014/main" id="{1EC73CAA-82A5-4BCB-9EB8-1289CA42BB07}"/>
                  </a:ext>
                </a:extLst>
              </p:cNvPr>
              <p:cNvPicPr/>
              <p:nvPr/>
            </p:nvPicPr>
            <p:blipFill>
              <a:blip r:embed="rId249"/>
              <a:stretch>
                <a:fillRect/>
              </a:stretch>
            </p:blipFill>
            <p:spPr>
              <a:xfrm>
                <a:off x="5861472" y="4619439"/>
                <a:ext cx="13500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426" name="墨迹 425">
                <a:extLst>
                  <a:ext uri="{FF2B5EF4-FFF2-40B4-BE49-F238E27FC236}">
                    <a16:creationId xmlns:a16="http://schemas.microsoft.com/office/drawing/2014/main" id="{A770F6A9-A60E-4254-AB6E-AE79AC926B62}"/>
                  </a:ext>
                </a:extLst>
              </p14:cNvPr>
              <p14:cNvContentPartPr/>
              <p14:nvPr/>
            </p14:nvContentPartPr>
            <p14:xfrm>
              <a:off x="6278352" y="4322079"/>
              <a:ext cx="12600" cy="195480"/>
            </p14:xfrm>
          </p:contentPart>
        </mc:Choice>
        <mc:Fallback xmlns="">
          <p:pic>
            <p:nvPicPr>
              <p:cNvPr id="426" name="墨迹 425">
                <a:extLst>
                  <a:ext uri="{FF2B5EF4-FFF2-40B4-BE49-F238E27FC236}">
                    <a16:creationId xmlns:a16="http://schemas.microsoft.com/office/drawing/2014/main" id="{A770F6A9-A60E-4254-AB6E-AE79AC926B62}"/>
                  </a:ext>
                </a:extLst>
              </p:cNvPr>
              <p:cNvPicPr/>
              <p:nvPr/>
            </p:nvPicPr>
            <p:blipFill>
              <a:blip r:embed="rId251"/>
              <a:stretch>
                <a:fillRect/>
              </a:stretch>
            </p:blipFill>
            <p:spPr>
              <a:xfrm>
                <a:off x="6269712" y="4313439"/>
                <a:ext cx="302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427" name="墨迹 426">
                <a:extLst>
                  <a:ext uri="{FF2B5EF4-FFF2-40B4-BE49-F238E27FC236}">
                    <a16:creationId xmlns:a16="http://schemas.microsoft.com/office/drawing/2014/main" id="{1E56BD16-C512-4286-B80F-6DD5BF7E5DEF}"/>
                  </a:ext>
                </a:extLst>
              </p14:cNvPr>
              <p14:cNvContentPartPr/>
              <p14:nvPr/>
            </p14:nvContentPartPr>
            <p14:xfrm>
              <a:off x="6271512" y="4677399"/>
              <a:ext cx="9360" cy="160560"/>
            </p14:xfrm>
          </p:contentPart>
        </mc:Choice>
        <mc:Fallback xmlns="">
          <p:pic>
            <p:nvPicPr>
              <p:cNvPr id="427" name="墨迹 426">
                <a:extLst>
                  <a:ext uri="{FF2B5EF4-FFF2-40B4-BE49-F238E27FC236}">
                    <a16:creationId xmlns:a16="http://schemas.microsoft.com/office/drawing/2014/main" id="{1E56BD16-C512-4286-B80F-6DD5BF7E5DEF}"/>
                  </a:ext>
                </a:extLst>
              </p:cNvPr>
              <p:cNvPicPr/>
              <p:nvPr/>
            </p:nvPicPr>
            <p:blipFill>
              <a:blip r:embed="rId253"/>
              <a:stretch>
                <a:fillRect/>
              </a:stretch>
            </p:blipFill>
            <p:spPr>
              <a:xfrm>
                <a:off x="6262512" y="4668399"/>
                <a:ext cx="2700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431" name="墨迹 430">
                <a:extLst>
                  <a:ext uri="{FF2B5EF4-FFF2-40B4-BE49-F238E27FC236}">
                    <a16:creationId xmlns:a16="http://schemas.microsoft.com/office/drawing/2014/main" id="{F606BF4E-8F57-4BD5-9FE2-4D7DA66DEE9A}"/>
                  </a:ext>
                </a:extLst>
              </p14:cNvPr>
              <p14:cNvContentPartPr/>
              <p14:nvPr/>
            </p14:nvContentPartPr>
            <p14:xfrm>
              <a:off x="6184752" y="4999599"/>
              <a:ext cx="146160" cy="183240"/>
            </p14:xfrm>
          </p:contentPart>
        </mc:Choice>
        <mc:Fallback xmlns="">
          <p:pic>
            <p:nvPicPr>
              <p:cNvPr id="431" name="墨迹 430">
                <a:extLst>
                  <a:ext uri="{FF2B5EF4-FFF2-40B4-BE49-F238E27FC236}">
                    <a16:creationId xmlns:a16="http://schemas.microsoft.com/office/drawing/2014/main" id="{F606BF4E-8F57-4BD5-9FE2-4D7DA66DEE9A}"/>
                  </a:ext>
                </a:extLst>
              </p:cNvPr>
              <p:cNvPicPr/>
              <p:nvPr/>
            </p:nvPicPr>
            <p:blipFill>
              <a:blip r:embed="rId255"/>
              <a:stretch>
                <a:fillRect/>
              </a:stretch>
            </p:blipFill>
            <p:spPr>
              <a:xfrm>
                <a:off x="6175752" y="4990599"/>
                <a:ext cx="16380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435" name="墨迹 434">
                <a:extLst>
                  <a:ext uri="{FF2B5EF4-FFF2-40B4-BE49-F238E27FC236}">
                    <a16:creationId xmlns:a16="http://schemas.microsoft.com/office/drawing/2014/main" id="{C5CB2C29-566A-4464-9444-91C2ABBF63C5}"/>
                  </a:ext>
                </a:extLst>
              </p14:cNvPr>
              <p14:cNvContentPartPr/>
              <p14:nvPr/>
            </p14:nvContentPartPr>
            <p14:xfrm>
              <a:off x="6235512" y="5666319"/>
              <a:ext cx="119160" cy="209520"/>
            </p14:xfrm>
          </p:contentPart>
        </mc:Choice>
        <mc:Fallback xmlns="">
          <p:pic>
            <p:nvPicPr>
              <p:cNvPr id="435" name="墨迹 434">
                <a:extLst>
                  <a:ext uri="{FF2B5EF4-FFF2-40B4-BE49-F238E27FC236}">
                    <a16:creationId xmlns:a16="http://schemas.microsoft.com/office/drawing/2014/main" id="{C5CB2C29-566A-4464-9444-91C2ABBF63C5}"/>
                  </a:ext>
                </a:extLst>
              </p:cNvPr>
              <p:cNvPicPr/>
              <p:nvPr/>
            </p:nvPicPr>
            <p:blipFill>
              <a:blip r:embed="rId257"/>
              <a:stretch>
                <a:fillRect/>
              </a:stretch>
            </p:blipFill>
            <p:spPr>
              <a:xfrm>
                <a:off x="6226512" y="5657334"/>
                <a:ext cx="136800" cy="22713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436" name="墨迹 435">
                <a:extLst>
                  <a:ext uri="{FF2B5EF4-FFF2-40B4-BE49-F238E27FC236}">
                    <a16:creationId xmlns:a16="http://schemas.microsoft.com/office/drawing/2014/main" id="{83A108FF-8981-4637-B6B8-F262862A9550}"/>
                  </a:ext>
                </a:extLst>
              </p14:cNvPr>
              <p14:cNvContentPartPr/>
              <p14:nvPr/>
            </p14:nvContentPartPr>
            <p14:xfrm>
              <a:off x="6942192" y="5009679"/>
              <a:ext cx="10800" cy="212400"/>
            </p14:xfrm>
          </p:contentPart>
        </mc:Choice>
        <mc:Fallback xmlns="">
          <p:pic>
            <p:nvPicPr>
              <p:cNvPr id="436" name="墨迹 435">
                <a:extLst>
                  <a:ext uri="{FF2B5EF4-FFF2-40B4-BE49-F238E27FC236}">
                    <a16:creationId xmlns:a16="http://schemas.microsoft.com/office/drawing/2014/main" id="{83A108FF-8981-4637-B6B8-F262862A9550}"/>
                  </a:ext>
                </a:extLst>
              </p:cNvPr>
              <p:cNvPicPr/>
              <p:nvPr/>
            </p:nvPicPr>
            <p:blipFill>
              <a:blip r:embed="rId259"/>
              <a:stretch>
                <a:fillRect/>
              </a:stretch>
            </p:blipFill>
            <p:spPr>
              <a:xfrm>
                <a:off x="6933552" y="5001039"/>
                <a:ext cx="2844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437" name="墨迹 436">
                <a:extLst>
                  <a:ext uri="{FF2B5EF4-FFF2-40B4-BE49-F238E27FC236}">
                    <a16:creationId xmlns:a16="http://schemas.microsoft.com/office/drawing/2014/main" id="{4DFAB7CA-D8EA-4E3C-B0B5-B6DEE1F1ECB2}"/>
                  </a:ext>
                </a:extLst>
              </p14:cNvPr>
              <p14:cNvContentPartPr/>
              <p14:nvPr/>
            </p14:nvContentPartPr>
            <p14:xfrm>
              <a:off x="7217592" y="5031999"/>
              <a:ext cx="112680" cy="18720"/>
            </p14:xfrm>
          </p:contentPart>
        </mc:Choice>
        <mc:Fallback xmlns="">
          <p:pic>
            <p:nvPicPr>
              <p:cNvPr id="437" name="墨迹 436">
                <a:extLst>
                  <a:ext uri="{FF2B5EF4-FFF2-40B4-BE49-F238E27FC236}">
                    <a16:creationId xmlns:a16="http://schemas.microsoft.com/office/drawing/2014/main" id="{4DFAB7CA-D8EA-4E3C-B0B5-B6DEE1F1ECB2}"/>
                  </a:ext>
                </a:extLst>
              </p:cNvPr>
              <p:cNvPicPr/>
              <p:nvPr/>
            </p:nvPicPr>
            <p:blipFill>
              <a:blip r:embed="rId261"/>
              <a:stretch>
                <a:fillRect/>
              </a:stretch>
            </p:blipFill>
            <p:spPr>
              <a:xfrm>
                <a:off x="7208592" y="5023359"/>
                <a:ext cx="13032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438" name="墨迹 437">
                <a:extLst>
                  <a:ext uri="{FF2B5EF4-FFF2-40B4-BE49-F238E27FC236}">
                    <a16:creationId xmlns:a16="http://schemas.microsoft.com/office/drawing/2014/main" id="{7D8AC2A1-ADD3-44CB-AAE9-5076DFD02F2E}"/>
                  </a:ext>
                </a:extLst>
              </p14:cNvPr>
              <p14:cNvContentPartPr/>
              <p14:nvPr/>
            </p14:nvContentPartPr>
            <p14:xfrm>
              <a:off x="7170432" y="5130639"/>
              <a:ext cx="205200" cy="9000"/>
            </p14:xfrm>
          </p:contentPart>
        </mc:Choice>
        <mc:Fallback xmlns="">
          <p:pic>
            <p:nvPicPr>
              <p:cNvPr id="438" name="墨迹 437">
                <a:extLst>
                  <a:ext uri="{FF2B5EF4-FFF2-40B4-BE49-F238E27FC236}">
                    <a16:creationId xmlns:a16="http://schemas.microsoft.com/office/drawing/2014/main" id="{7D8AC2A1-ADD3-44CB-AAE9-5076DFD02F2E}"/>
                  </a:ext>
                </a:extLst>
              </p:cNvPr>
              <p:cNvPicPr/>
              <p:nvPr/>
            </p:nvPicPr>
            <p:blipFill>
              <a:blip r:embed="rId263"/>
              <a:stretch>
                <a:fillRect/>
              </a:stretch>
            </p:blipFill>
            <p:spPr>
              <a:xfrm>
                <a:off x="7161792" y="5121999"/>
                <a:ext cx="22284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439" name="墨迹 438">
                <a:extLst>
                  <a:ext uri="{FF2B5EF4-FFF2-40B4-BE49-F238E27FC236}">
                    <a16:creationId xmlns:a16="http://schemas.microsoft.com/office/drawing/2014/main" id="{3E4DE61B-7406-4E66-A7A6-3B190EB5ADFD}"/>
                  </a:ext>
                </a:extLst>
              </p14:cNvPr>
              <p14:cNvContentPartPr/>
              <p14:nvPr/>
            </p14:nvContentPartPr>
            <p14:xfrm>
              <a:off x="7534752" y="4998159"/>
              <a:ext cx="10800" cy="162720"/>
            </p14:xfrm>
          </p:contentPart>
        </mc:Choice>
        <mc:Fallback xmlns="">
          <p:pic>
            <p:nvPicPr>
              <p:cNvPr id="439" name="墨迹 438">
                <a:extLst>
                  <a:ext uri="{FF2B5EF4-FFF2-40B4-BE49-F238E27FC236}">
                    <a16:creationId xmlns:a16="http://schemas.microsoft.com/office/drawing/2014/main" id="{3E4DE61B-7406-4E66-A7A6-3B190EB5ADFD}"/>
                  </a:ext>
                </a:extLst>
              </p:cNvPr>
              <p:cNvPicPr/>
              <p:nvPr/>
            </p:nvPicPr>
            <p:blipFill>
              <a:blip r:embed="rId265"/>
              <a:stretch>
                <a:fillRect/>
              </a:stretch>
            </p:blipFill>
            <p:spPr>
              <a:xfrm>
                <a:off x="7525752" y="4989519"/>
                <a:ext cx="2844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440" name="墨迹 439">
                <a:extLst>
                  <a:ext uri="{FF2B5EF4-FFF2-40B4-BE49-F238E27FC236}">
                    <a16:creationId xmlns:a16="http://schemas.microsoft.com/office/drawing/2014/main" id="{92EACE3E-F275-43BE-AEAB-C488E4425285}"/>
                  </a:ext>
                </a:extLst>
              </p14:cNvPr>
              <p14:cNvContentPartPr/>
              <p14:nvPr/>
            </p14:nvContentPartPr>
            <p14:xfrm>
              <a:off x="7610712" y="5040279"/>
              <a:ext cx="11160" cy="78480"/>
            </p14:xfrm>
          </p:contentPart>
        </mc:Choice>
        <mc:Fallback xmlns="">
          <p:pic>
            <p:nvPicPr>
              <p:cNvPr id="440" name="墨迹 439">
                <a:extLst>
                  <a:ext uri="{FF2B5EF4-FFF2-40B4-BE49-F238E27FC236}">
                    <a16:creationId xmlns:a16="http://schemas.microsoft.com/office/drawing/2014/main" id="{92EACE3E-F275-43BE-AEAB-C488E4425285}"/>
                  </a:ext>
                </a:extLst>
              </p:cNvPr>
              <p:cNvPicPr/>
              <p:nvPr/>
            </p:nvPicPr>
            <p:blipFill>
              <a:blip r:embed="rId267"/>
              <a:stretch>
                <a:fillRect/>
              </a:stretch>
            </p:blipFill>
            <p:spPr>
              <a:xfrm>
                <a:off x="7602072" y="5031279"/>
                <a:ext cx="2880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441" name="墨迹 440">
                <a:extLst>
                  <a:ext uri="{FF2B5EF4-FFF2-40B4-BE49-F238E27FC236}">
                    <a16:creationId xmlns:a16="http://schemas.microsoft.com/office/drawing/2014/main" id="{3689AEE1-F119-44BB-9CDB-4868DACD6DE3}"/>
                  </a:ext>
                </a:extLst>
              </p14:cNvPr>
              <p14:cNvContentPartPr/>
              <p14:nvPr/>
            </p14:nvContentPartPr>
            <p14:xfrm>
              <a:off x="7688472" y="4974759"/>
              <a:ext cx="9000" cy="231120"/>
            </p14:xfrm>
          </p:contentPart>
        </mc:Choice>
        <mc:Fallback xmlns="">
          <p:pic>
            <p:nvPicPr>
              <p:cNvPr id="441" name="墨迹 440">
                <a:extLst>
                  <a:ext uri="{FF2B5EF4-FFF2-40B4-BE49-F238E27FC236}">
                    <a16:creationId xmlns:a16="http://schemas.microsoft.com/office/drawing/2014/main" id="{3689AEE1-F119-44BB-9CDB-4868DACD6DE3}"/>
                  </a:ext>
                </a:extLst>
              </p:cNvPr>
              <p:cNvPicPr/>
              <p:nvPr/>
            </p:nvPicPr>
            <p:blipFill>
              <a:blip r:embed="rId269"/>
              <a:stretch>
                <a:fillRect/>
              </a:stretch>
            </p:blipFill>
            <p:spPr>
              <a:xfrm>
                <a:off x="7679832" y="4966119"/>
                <a:ext cx="2664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453" name="墨迹 452">
                <a:extLst>
                  <a:ext uri="{FF2B5EF4-FFF2-40B4-BE49-F238E27FC236}">
                    <a16:creationId xmlns:a16="http://schemas.microsoft.com/office/drawing/2014/main" id="{34811B3F-5218-4ED1-967C-53E0EF3B4491}"/>
                  </a:ext>
                </a:extLst>
              </p14:cNvPr>
              <p14:cNvContentPartPr/>
              <p14:nvPr/>
            </p14:nvContentPartPr>
            <p14:xfrm>
              <a:off x="7862352" y="4992399"/>
              <a:ext cx="197280" cy="209520"/>
            </p14:xfrm>
          </p:contentPart>
        </mc:Choice>
        <mc:Fallback xmlns="">
          <p:pic>
            <p:nvPicPr>
              <p:cNvPr id="453" name="墨迹 452">
                <a:extLst>
                  <a:ext uri="{FF2B5EF4-FFF2-40B4-BE49-F238E27FC236}">
                    <a16:creationId xmlns:a16="http://schemas.microsoft.com/office/drawing/2014/main" id="{34811B3F-5218-4ED1-967C-53E0EF3B4491}"/>
                  </a:ext>
                </a:extLst>
              </p:cNvPr>
              <p:cNvPicPr/>
              <p:nvPr/>
            </p:nvPicPr>
            <p:blipFill>
              <a:blip r:embed="rId271"/>
              <a:stretch>
                <a:fillRect/>
              </a:stretch>
            </p:blipFill>
            <p:spPr>
              <a:xfrm>
                <a:off x="7853352" y="4983744"/>
                <a:ext cx="214920" cy="22719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456" name="墨迹 455">
                <a:extLst>
                  <a:ext uri="{FF2B5EF4-FFF2-40B4-BE49-F238E27FC236}">
                    <a16:creationId xmlns:a16="http://schemas.microsoft.com/office/drawing/2014/main" id="{606534BB-FEB5-4446-9FF2-9C70A07F5E22}"/>
                  </a:ext>
                </a:extLst>
              </p14:cNvPr>
              <p14:cNvContentPartPr/>
              <p14:nvPr/>
            </p14:nvContentPartPr>
            <p14:xfrm>
              <a:off x="7216152" y="5332239"/>
              <a:ext cx="121320" cy="220320"/>
            </p14:xfrm>
          </p:contentPart>
        </mc:Choice>
        <mc:Fallback xmlns="">
          <p:pic>
            <p:nvPicPr>
              <p:cNvPr id="456" name="墨迹 455">
                <a:extLst>
                  <a:ext uri="{FF2B5EF4-FFF2-40B4-BE49-F238E27FC236}">
                    <a16:creationId xmlns:a16="http://schemas.microsoft.com/office/drawing/2014/main" id="{606534BB-FEB5-4446-9FF2-9C70A07F5E22}"/>
                  </a:ext>
                </a:extLst>
              </p:cNvPr>
              <p:cNvPicPr/>
              <p:nvPr/>
            </p:nvPicPr>
            <p:blipFill>
              <a:blip r:embed="rId273"/>
              <a:stretch>
                <a:fillRect/>
              </a:stretch>
            </p:blipFill>
            <p:spPr>
              <a:xfrm>
                <a:off x="7207152" y="5323239"/>
                <a:ext cx="13896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464" name="墨迹 463">
                <a:extLst>
                  <a:ext uri="{FF2B5EF4-FFF2-40B4-BE49-F238E27FC236}">
                    <a16:creationId xmlns:a16="http://schemas.microsoft.com/office/drawing/2014/main" id="{FE73B980-39EE-4FBE-96A2-BCA38C9D492D}"/>
                  </a:ext>
                </a:extLst>
              </p14:cNvPr>
              <p14:cNvContentPartPr/>
              <p14:nvPr/>
            </p14:nvContentPartPr>
            <p14:xfrm>
              <a:off x="7566432" y="5337639"/>
              <a:ext cx="61200" cy="41760"/>
            </p14:xfrm>
          </p:contentPart>
        </mc:Choice>
        <mc:Fallback xmlns="">
          <p:pic>
            <p:nvPicPr>
              <p:cNvPr id="464" name="墨迹 463">
                <a:extLst>
                  <a:ext uri="{FF2B5EF4-FFF2-40B4-BE49-F238E27FC236}">
                    <a16:creationId xmlns:a16="http://schemas.microsoft.com/office/drawing/2014/main" id="{FE73B980-39EE-4FBE-96A2-BCA38C9D492D}"/>
                  </a:ext>
                </a:extLst>
              </p:cNvPr>
              <p:cNvPicPr/>
              <p:nvPr/>
            </p:nvPicPr>
            <p:blipFill>
              <a:blip r:embed="rId275"/>
              <a:stretch>
                <a:fillRect/>
              </a:stretch>
            </p:blipFill>
            <p:spPr>
              <a:xfrm>
                <a:off x="7557792" y="5328639"/>
                <a:ext cx="7884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465" name="墨迹 464">
                <a:extLst>
                  <a:ext uri="{FF2B5EF4-FFF2-40B4-BE49-F238E27FC236}">
                    <a16:creationId xmlns:a16="http://schemas.microsoft.com/office/drawing/2014/main" id="{ACE5DC84-DEB9-4A33-AFE6-9500B0F809D3}"/>
                  </a:ext>
                </a:extLst>
              </p14:cNvPr>
              <p14:cNvContentPartPr/>
              <p14:nvPr/>
            </p14:nvContentPartPr>
            <p14:xfrm>
              <a:off x="7541952" y="5416839"/>
              <a:ext cx="129960" cy="100080"/>
            </p14:xfrm>
          </p:contentPart>
        </mc:Choice>
        <mc:Fallback xmlns="">
          <p:pic>
            <p:nvPicPr>
              <p:cNvPr id="465" name="墨迹 464">
                <a:extLst>
                  <a:ext uri="{FF2B5EF4-FFF2-40B4-BE49-F238E27FC236}">
                    <a16:creationId xmlns:a16="http://schemas.microsoft.com/office/drawing/2014/main" id="{ACE5DC84-DEB9-4A33-AFE6-9500B0F809D3}"/>
                  </a:ext>
                </a:extLst>
              </p:cNvPr>
              <p:cNvPicPr/>
              <p:nvPr/>
            </p:nvPicPr>
            <p:blipFill>
              <a:blip r:embed="rId277"/>
              <a:stretch>
                <a:fillRect/>
              </a:stretch>
            </p:blipFill>
            <p:spPr>
              <a:xfrm>
                <a:off x="7533312" y="5407839"/>
                <a:ext cx="14760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469" name="墨迹 468">
                <a:extLst>
                  <a:ext uri="{FF2B5EF4-FFF2-40B4-BE49-F238E27FC236}">
                    <a16:creationId xmlns:a16="http://schemas.microsoft.com/office/drawing/2014/main" id="{042C7297-1398-428A-83EE-5EAEC765B097}"/>
                  </a:ext>
                </a:extLst>
              </p14:cNvPr>
              <p14:cNvContentPartPr/>
              <p14:nvPr/>
            </p14:nvContentPartPr>
            <p14:xfrm>
              <a:off x="6889632" y="5697279"/>
              <a:ext cx="133200" cy="170640"/>
            </p14:xfrm>
          </p:contentPart>
        </mc:Choice>
        <mc:Fallback xmlns="">
          <p:pic>
            <p:nvPicPr>
              <p:cNvPr id="469" name="墨迹 468">
                <a:extLst>
                  <a:ext uri="{FF2B5EF4-FFF2-40B4-BE49-F238E27FC236}">
                    <a16:creationId xmlns:a16="http://schemas.microsoft.com/office/drawing/2014/main" id="{042C7297-1398-428A-83EE-5EAEC765B097}"/>
                  </a:ext>
                </a:extLst>
              </p:cNvPr>
              <p:cNvPicPr/>
              <p:nvPr/>
            </p:nvPicPr>
            <p:blipFill>
              <a:blip r:embed="rId279"/>
              <a:stretch>
                <a:fillRect/>
              </a:stretch>
            </p:blipFill>
            <p:spPr>
              <a:xfrm>
                <a:off x="6880992" y="5688639"/>
                <a:ext cx="15084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473" name="墨迹 472">
                <a:extLst>
                  <a:ext uri="{FF2B5EF4-FFF2-40B4-BE49-F238E27FC236}">
                    <a16:creationId xmlns:a16="http://schemas.microsoft.com/office/drawing/2014/main" id="{FE4F13F5-5472-43BD-AF9D-76028E1B6907}"/>
                  </a:ext>
                </a:extLst>
              </p14:cNvPr>
              <p14:cNvContentPartPr/>
              <p14:nvPr/>
            </p14:nvContentPartPr>
            <p14:xfrm>
              <a:off x="6515232" y="5686839"/>
              <a:ext cx="167400" cy="177480"/>
            </p14:xfrm>
          </p:contentPart>
        </mc:Choice>
        <mc:Fallback xmlns="">
          <p:pic>
            <p:nvPicPr>
              <p:cNvPr id="473" name="墨迹 472">
                <a:extLst>
                  <a:ext uri="{FF2B5EF4-FFF2-40B4-BE49-F238E27FC236}">
                    <a16:creationId xmlns:a16="http://schemas.microsoft.com/office/drawing/2014/main" id="{FE4F13F5-5472-43BD-AF9D-76028E1B6907}"/>
                  </a:ext>
                </a:extLst>
              </p:cNvPr>
              <p:cNvPicPr/>
              <p:nvPr/>
            </p:nvPicPr>
            <p:blipFill>
              <a:blip r:embed="rId281"/>
              <a:stretch>
                <a:fillRect/>
              </a:stretch>
            </p:blipFill>
            <p:spPr>
              <a:xfrm>
                <a:off x="6506573" y="5677839"/>
                <a:ext cx="185078"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477" name="墨迹 476">
                <a:extLst>
                  <a:ext uri="{FF2B5EF4-FFF2-40B4-BE49-F238E27FC236}">
                    <a16:creationId xmlns:a16="http://schemas.microsoft.com/office/drawing/2014/main" id="{AB0A39BF-B7B0-498E-8584-A35EA8481282}"/>
                  </a:ext>
                </a:extLst>
              </p14:cNvPr>
              <p14:cNvContentPartPr/>
              <p14:nvPr/>
            </p14:nvContentPartPr>
            <p14:xfrm>
              <a:off x="7163232" y="5669559"/>
              <a:ext cx="172800" cy="184320"/>
            </p14:xfrm>
          </p:contentPart>
        </mc:Choice>
        <mc:Fallback xmlns="">
          <p:pic>
            <p:nvPicPr>
              <p:cNvPr id="477" name="墨迹 476">
                <a:extLst>
                  <a:ext uri="{FF2B5EF4-FFF2-40B4-BE49-F238E27FC236}">
                    <a16:creationId xmlns:a16="http://schemas.microsoft.com/office/drawing/2014/main" id="{AB0A39BF-B7B0-498E-8584-A35EA8481282}"/>
                  </a:ext>
                </a:extLst>
              </p:cNvPr>
              <p:cNvPicPr/>
              <p:nvPr/>
            </p:nvPicPr>
            <p:blipFill>
              <a:blip r:embed="rId283"/>
              <a:stretch>
                <a:fillRect/>
              </a:stretch>
            </p:blipFill>
            <p:spPr>
              <a:xfrm>
                <a:off x="7154251" y="5660919"/>
                <a:ext cx="190403"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482" name="墨迹 481">
                <a:extLst>
                  <a:ext uri="{FF2B5EF4-FFF2-40B4-BE49-F238E27FC236}">
                    <a16:creationId xmlns:a16="http://schemas.microsoft.com/office/drawing/2014/main" id="{6DB28121-7EFD-45EC-B020-249812B085CB}"/>
                  </a:ext>
                </a:extLst>
              </p14:cNvPr>
              <p14:cNvContentPartPr/>
              <p14:nvPr/>
            </p14:nvContentPartPr>
            <p14:xfrm>
              <a:off x="6190152" y="6011559"/>
              <a:ext cx="141840" cy="180360"/>
            </p14:xfrm>
          </p:contentPart>
        </mc:Choice>
        <mc:Fallback xmlns="">
          <p:pic>
            <p:nvPicPr>
              <p:cNvPr id="482" name="墨迹 481">
                <a:extLst>
                  <a:ext uri="{FF2B5EF4-FFF2-40B4-BE49-F238E27FC236}">
                    <a16:creationId xmlns:a16="http://schemas.microsoft.com/office/drawing/2014/main" id="{6DB28121-7EFD-45EC-B020-249812B085CB}"/>
                  </a:ext>
                </a:extLst>
              </p:cNvPr>
              <p:cNvPicPr/>
              <p:nvPr/>
            </p:nvPicPr>
            <p:blipFill>
              <a:blip r:embed="rId285"/>
              <a:stretch>
                <a:fillRect/>
              </a:stretch>
            </p:blipFill>
            <p:spPr>
              <a:xfrm>
                <a:off x="6181512" y="6002902"/>
                <a:ext cx="159480" cy="198035"/>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502" name="墨迹 501">
                <a:extLst>
                  <a:ext uri="{FF2B5EF4-FFF2-40B4-BE49-F238E27FC236}">
                    <a16:creationId xmlns:a16="http://schemas.microsoft.com/office/drawing/2014/main" id="{0EBEC151-6E6C-418B-B884-C081D31CCD99}"/>
                  </a:ext>
                </a:extLst>
              </p14:cNvPr>
              <p14:cNvContentPartPr/>
              <p14:nvPr/>
            </p14:nvContentPartPr>
            <p14:xfrm>
              <a:off x="6884952" y="6011559"/>
              <a:ext cx="120960" cy="165960"/>
            </p14:xfrm>
          </p:contentPart>
        </mc:Choice>
        <mc:Fallback xmlns="">
          <p:pic>
            <p:nvPicPr>
              <p:cNvPr id="502" name="墨迹 501">
                <a:extLst>
                  <a:ext uri="{FF2B5EF4-FFF2-40B4-BE49-F238E27FC236}">
                    <a16:creationId xmlns:a16="http://schemas.microsoft.com/office/drawing/2014/main" id="{0EBEC151-6E6C-418B-B884-C081D31CCD99}"/>
                  </a:ext>
                </a:extLst>
              </p:cNvPr>
              <p:cNvPicPr/>
              <p:nvPr/>
            </p:nvPicPr>
            <p:blipFill>
              <a:blip r:embed="rId287"/>
              <a:stretch>
                <a:fillRect/>
              </a:stretch>
            </p:blipFill>
            <p:spPr>
              <a:xfrm>
                <a:off x="6875952" y="6002559"/>
                <a:ext cx="13860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503" name="墨迹 502">
                <a:extLst>
                  <a:ext uri="{FF2B5EF4-FFF2-40B4-BE49-F238E27FC236}">
                    <a16:creationId xmlns:a16="http://schemas.microsoft.com/office/drawing/2014/main" id="{D539AC96-424B-4517-8625-0D25280D35D5}"/>
                  </a:ext>
                </a:extLst>
              </p14:cNvPr>
              <p14:cNvContentPartPr/>
              <p14:nvPr/>
            </p14:nvContentPartPr>
            <p14:xfrm>
              <a:off x="6477072" y="5947479"/>
              <a:ext cx="186480" cy="262440"/>
            </p14:xfrm>
          </p:contentPart>
        </mc:Choice>
        <mc:Fallback xmlns="">
          <p:pic>
            <p:nvPicPr>
              <p:cNvPr id="503" name="墨迹 502">
                <a:extLst>
                  <a:ext uri="{FF2B5EF4-FFF2-40B4-BE49-F238E27FC236}">
                    <a16:creationId xmlns:a16="http://schemas.microsoft.com/office/drawing/2014/main" id="{D539AC96-424B-4517-8625-0D25280D35D5}"/>
                  </a:ext>
                </a:extLst>
              </p:cNvPr>
              <p:cNvPicPr/>
              <p:nvPr/>
            </p:nvPicPr>
            <p:blipFill>
              <a:blip r:embed="rId289"/>
              <a:stretch>
                <a:fillRect/>
              </a:stretch>
            </p:blipFill>
            <p:spPr>
              <a:xfrm>
                <a:off x="6468432" y="5938839"/>
                <a:ext cx="20412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508" name="墨迹 507">
                <a:extLst>
                  <a:ext uri="{FF2B5EF4-FFF2-40B4-BE49-F238E27FC236}">
                    <a16:creationId xmlns:a16="http://schemas.microsoft.com/office/drawing/2014/main" id="{F2B1CF30-63DE-4880-B546-50CBE37D3CD8}"/>
                  </a:ext>
                </a:extLst>
              </p14:cNvPr>
              <p14:cNvContentPartPr/>
              <p14:nvPr/>
            </p14:nvContentPartPr>
            <p14:xfrm>
              <a:off x="7162152" y="6022359"/>
              <a:ext cx="248400" cy="168120"/>
            </p14:xfrm>
          </p:contentPart>
        </mc:Choice>
        <mc:Fallback xmlns="">
          <p:pic>
            <p:nvPicPr>
              <p:cNvPr id="508" name="墨迹 507">
                <a:extLst>
                  <a:ext uri="{FF2B5EF4-FFF2-40B4-BE49-F238E27FC236}">
                    <a16:creationId xmlns:a16="http://schemas.microsoft.com/office/drawing/2014/main" id="{F2B1CF30-63DE-4880-B546-50CBE37D3CD8}"/>
                  </a:ext>
                </a:extLst>
              </p:cNvPr>
              <p:cNvPicPr/>
              <p:nvPr/>
            </p:nvPicPr>
            <p:blipFill>
              <a:blip r:embed="rId291"/>
              <a:stretch>
                <a:fillRect/>
              </a:stretch>
            </p:blipFill>
            <p:spPr>
              <a:xfrm>
                <a:off x="7153152" y="6013719"/>
                <a:ext cx="2660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509" name="墨迹 508">
                <a:extLst>
                  <a:ext uri="{FF2B5EF4-FFF2-40B4-BE49-F238E27FC236}">
                    <a16:creationId xmlns:a16="http://schemas.microsoft.com/office/drawing/2014/main" id="{A844BF97-AD7B-4CE8-892E-1998EA31B391}"/>
                  </a:ext>
                </a:extLst>
              </p14:cNvPr>
              <p14:cNvContentPartPr/>
              <p14:nvPr/>
            </p14:nvContentPartPr>
            <p14:xfrm>
              <a:off x="7559952" y="6036759"/>
              <a:ext cx="11160" cy="128880"/>
            </p14:xfrm>
          </p:contentPart>
        </mc:Choice>
        <mc:Fallback xmlns="">
          <p:pic>
            <p:nvPicPr>
              <p:cNvPr id="509" name="墨迹 508">
                <a:extLst>
                  <a:ext uri="{FF2B5EF4-FFF2-40B4-BE49-F238E27FC236}">
                    <a16:creationId xmlns:a16="http://schemas.microsoft.com/office/drawing/2014/main" id="{A844BF97-AD7B-4CE8-892E-1998EA31B391}"/>
                  </a:ext>
                </a:extLst>
              </p:cNvPr>
              <p:cNvPicPr/>
              <p:nvPr/>
            </p:nvPicPr>
            <p:blipFill>
              <a:blip r:embed="rId293"/>
              <a:stretch>
                <a:fillRect/>
              </a:stretch>
            </p:blipFill>
            <p:spPr>
              <a:xfrm>
                <a:off x="7550952" y="6027759"/>
                <a:ext cx="2880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510" name="墨迹 509">
                <a:extLst>
                  <a:ext uri="{FF2B5EF4-FFF2-40B4-BE49-F238E27FC236}">
                    <a16:creationId xmlns:a16="http://schemas.microsoft.com/office/drawing/2014/main" id="{73DC3869-F61D-425A-98CE-14B06EB9C113}"/>
                  </a:ext>
                </a:extLst>
              </p14:cNvPr>
              <p14:cNvContentPartPr/>
              <p14:nvPr/>
            </p14:nvContentPartPr>
            <p14:xfrm>
              <a:off x="7667592" y="6030279"/>
              <a:ext cx="8640" cy="120600"/>
            </p14:xfrm>
          </p:contentPart>
        </mc:Choice>
        <mc:Fallback xmlns="">
          <p:pic>
            <p:nvPicPr>
              <p:cNvPr id="510" name="墨迹 509">
                <a:extLst>
                  <a:ext uri="{FF2B5EF4-FFF2-40B4-BE49-F238E27FC236}">
                    <a16:creationId xmlns:a16="http://schemas.microsoft.com/office/drawing/2014/main" id="{73DC3869-F61D-425A-98CE-14B06EB9C113}"/>
                  </a:ext>
                </a:extLst>
              </p:cNvPr>
              <p:cNvPicPr/>
              <p:nvPr/>
            </p:nvPicPr>
            <p:blipFill>
              <a:blip r:embed="rId295"/>
              <a:stretch>
                <a:fillRect/>
              </a:stretch>
            </p:blipFill>
            <p:spPr>
              <a:xfrm>
                <a:off x="7658952" y="6021279"/>
                <a:ext cx="2628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515" name="墨迹 514">
                <a:extLst>
                  <a:ext uri="{FF2B5EF4-FFF2-40B4-BE49-F238E27FC236}">
                    <a16:creationId xmlns:a16="http://schemas.microsoft.com/office/drawing/2014/main" id="{3B2D5A6D-AA8D-4F1C-9D3B-FC0133FE7093}"/>
                  </a:ext>
                </a:extLst>
              </p14:cNvPr>
              <p14:cNvContentPartPr/>
              <p14:nvPr/>
            </p14:nvContentPartPr>
            <p14:xfrm>
              <a:off x="7876752" y="6336279"/>
              <a:ext cx="179640" cy="208080"/>
            </p14:xfrm>
          </p:contentPart>
        </mc:Choice>
        <mc:Fallback xmlns="">
          <p:pic>
            <p:nvPicPr>
              <p:cNvPr id="515" name="墨迹 514">
                <a:extLst>
                  <a:ext uri="{FF2B5EF4-FFF2-40B4-BE49-F238E27FC236}">
                    <a16:creationId xmlns:a16="http://schemas.microsoft.com/office/drawing/2014/main" id="{3B2D5A6D-AA8D-4F1C-9D3B-FC0133FE7093}"/>
                  </a:ext>
                </a:extLst>
              </p:cNvPr>
              <p:cNvPicPr/>
              <p:nvPr/>
            </p:nvPicPr>
            <p:blipFill>
              <a:blip r:embed="rId297"/>
              <a:stretch>
                <a:fillRect/>
              </a:stretch>
            </p:blipFill>
            <p:spPr>
              <a:xfrm>
                <a:off x="7867770" y="6327639"/>
                <a:ext cx="197245"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523" name="墨迹 522">
                <a:extLst>
                  <a:ext uri="{FF2B5EF4-FFF2-40B4-BE49-F238E27FC236}">
                    <a16:creationId xmlns:a16="http://schemas.microsoft.com/office/drawing/2014/main" id="{AFDA19EC-CCC0-45D4-9FD9-B73DCBD2ACC7}"/>
                  </a:ext>
                </a:extLst>
              </p14:cNvPr>
              <p14:cNvContentPartPr/>
              <p14:nvPr/>
            </p14:nvContentPartPr>
            <p14:xfrm>
              <a:off x="8220192" y="6288399"/>
              <a:ext cx="190800" cy="258480"/>
            </p14:xfrm>
          </p:contentPart>
        </mc:Choice>
        <mc:Fallback xmlns="">
          <p:pic>
            <p:nvPicPr>
              <p:cNvPr id="523" name="墨迹 522">
                <a:extLst>
                  <a:ext uri="{FF2B5EF4-FFF2-40B4-BE49-F238E27FC236}">
                    <a16:creationId xmlns:a16="http://schemas.microsoft.com/office/drawing/2014/main" id="{AFDA19EC-CCC0-45D4-9FD9-B73DCBD2ACC7}"/>
                  </a:ext>
                </a:extLst>
              </p:cNvPr>
              <p:cNvPicPr/>
              <p:nvPr/>
            </p:nvPicPr>
            <p:blipFill>
              <a:blip r:embed="rId299"/>
              <a:stretch>
                <a:fillRect/>
              </a:stretch>
            </p:blipFill>
            <p:spPr>
              <a:xfrm>
                <a:off x="8211552" y="6279399"/>
                <a:ext cx="20844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529" name="墨迹 528">
                <a:extLst>
                  <a:ext uri="{FF2B5EF4-FFF2-40B4-BE49-F238E27FC236}">
                    <a16:creationId xmlns:a16="http://schemas.microsoft.com/office/drawing/2014/main" id="{80E29C9F-D76D-4181-97B9-903D79DA88A4}"/>
                  </a:ext>
                </a:extLst>
              </p14:cNvPr>
              <p14:cNvContentPartPr/>
              <p14:nvPr/>
            </p14:nvContentPartPr>
            <p14:xfrm>
              <a:off x="8245392" y="5655519"/>
              <a:ext cx="173880" cy="193680"/>
            </p14:xfrm>
          </p:contentPart>
        </mc:Choice>
        <mc:Fallback xmlns="">
          <p:pic>
            <p:nvPicPr>
              <p:cNvPr id="529" name="墨迹 528">
                <a:extLst>
                  <a:ext uri="{FF2B5EF4-FFF2-40B4-BE49-F238E27FC236}">
                    <a16:creationId xmlns:a16="http://schemas.microsoft.com/office/drawing/2014/main" id="{80E29C9F-D76D-4181-97B9-903D79DA88A4}"/>
                  </a:ext>
                </a:extLst>
              </p:cNvPr>
              <p:cNvPicPr/>
              <p:nvPr/>
            </p:nvPicPr>
            <p:blipFill>
              <a:blip r:embed="rId301"/>
              <a:stretch>
                <a:fillRect/>
              </a:stretch>
            </p:blipFill>
            <p:spPr>
              <a:xfrm>
                <a:off x="8236752" y="5646536"/>
                <a:ext cx="191520" cy="211287"/>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559" name="墨迹 558">
                <a:extLst>
                  <a:ext uri="{FF2B5EF4-FFF2-40B4-BE49-F238E27FC236}">
                    <a16:creationId xmlns:a16="http://schemas.microsoft.com/office/drawing/2014/main" id="{84A13E5D-B85A-485A-844B-98A31D606A15}"/>
                  </a:ext>
                </a:extLst>
              </p14:cNvPr>
              <p14:cNvContentPartPr/>
              <p14:nvPr/>
            </p14:nvContentPartPr>
            <p14:xfrm>
              <a:off x="8934072" y="5981679"/>
              <a:ext cx="102600" cy="213480"/>
            </p14:xfrm>
          </p:contentPart>
        </mc:Choice>
        <mc:Fallback xmlns="">
          <p:pic>
            <p:nvPicPr>
              <p:cNvPr id="559" name="墨迹 558">
                <a:extLst>
                  <a:ext uri="{FF2B5EF4-FFF2-40B4-BE49-F238E27FC236}">
                    <a16:creationId xmlns:a16="http://schemas.microsoft.com/office/drawing/2014/main" id="{84A13E5D-B85A-485A-844B-98A31D606A15}"/>
                  </a:ext>
                </a:extLst>
              </p:cNvPr>
              <p:cNvPicPr/>
              <p:nvPr/>
            </p:nvPicPr>
            <p:blipFill>
              <a:blip r:embed="rId303"/>
              <a:stretch>
                <a:fillRect/>
              </a:stretch>
            </p:blipFill>
            <p:spPr>
              <a:xfrm>
                <a:off x="8925432" y="5973039"/>
                <a:ext cx="12024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567" name="墨迹 566">
                <a:extLst>
                  <a:ext uri="{FF2B5EF4-FFF2-40B4-BE49-F238E27FC236}">
                    <a16:creationId xmlns:a16="http://schemas.microsoft.com/office/drawing/2014/main" id="{200D4C9F-300D-426A-A15A-130006E97407}"/>
                  </a:ext>
                </a:extLst>
              </p14:cNvPr>
              <p14:cNvContentPartPr/>
              <p14:nvPr/>
            </p14:nvContentPartPr>
            <p14:xfrm>
              <a:off x="9561192" y="5984919"/>
              <a:ext cx="172800" cy="177120"/>
            </p14:xfrm>
          </p:contentPart>
        </mc:Choice>
        <mc:Fallback xmlns="">
          <p:pic>
            <p:nvPicPr>
              <p:cNvPr id="567" name="墨迹 566">
                <a:extLst>
                  <a:ext uri="{FF2B5EF4-FFF2-40B4-BE49-F238E27FC236}">
                    <a16:creationId xmlns:a16="http://schemas.microsoft.com/office/drawing/2014/main" id="{200D4C9F-300D-426A-A15A-130006E97407}"/>
                  </a:ext>
                </a:extLst>
              </p:cNvPr>
              <p:cNvPicPr/>
              <p:nvPr/>
            </p:nvPicPr>
            <p:blipFill>
              <a:blip r:embed="rId305"/>
              <a:stretch>
                <a:fillRect/>
              </a:stretch>
            </p:blipFill>
            <p:spPr>
              <a:xfrm>
                <a:off x="9552211" y="5976279"/>
                <a:ext cx="190403"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568" name="墨迹 567">
                <a:extLst>
                  <a:ext uri="{FF2B5EF4-FFF2-40B4-BE49-F238E27FC236}">
                    <a16:creationId xmlns:a16="http://schemas.microsoft.com/office/drawing/2014/main" id="{D785964B-9D4E-4370-AC14-A56559A2153F}"/>
                  </a:ext>
                </a:extLst>
              </p14:cNvPr>
              <p14:cNvContentPartPr/>
              <p14:nvPr/>
            </p14:nvContentPartPr>
            <p14:xfrm>
              <a:off x="9242592" y="5985999"/>
              <a:ext cx="161640" cy="185400"/>
            </p14:xfrm>
          </p:contentPart>
        </mc:Choice>
        <mc:Fallback xmlns="">
          <p:pic>
            <p:nvPicPr>
              <p:cNvPr id="568" name="墨迹 567">
                <a:extLst>
                  <a:ext uri="{FF2B5EF4-FFF2-40B4-BE49-F238E27FC236}">
                    <a16:creationId xmlns:a16="http://schemas.microsoft.com/office/drawing/2014/main" id="{D785964B-9D4E-4370-AC14-A56559A2153F}"/>
                  </a:ext>
                </a:extLst>
              </p:cNvPr>
              <p:cNvPicPr/>
              <p:nvPr/>
            </p:nvPicPr>
            <p:blipFill>
              <a:blip r:embed="rId307"/>
              <a:stretch>
                <a:fillRect/>
              </a:stretch>
            </p:blipFill>
            <p:spPr>
              <a:xfrm>
                <a:off x="9233592" y="5977359"/>
                <a:ext cx="17928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572" name="墨迹 571">
                <a:extLst>
                  <a:ext uri="{FF2B5EF4-FFF2-40B4-BE49-F238E27FC236}">
                    <a16:creationId xmlns:a16="http://schemas.microsoft.com/office/drawing/2014/main" id="{F6D1069C-C7CC-47A1-A616-203BA1E56322}"/>
                  </a:ext>
                </a:extLst>
              </p14:cNvPr>
              <p14:cNvContentPartPr/>
              <p14:nvPr/>
            </p14:nvContentPartPr>
            <p14:xfrm>
              <a:off x="9925872" y="6036759"/>
              <a:ext cx="142920" cy="147600"/>
            </p14:xfrm>
          </p:contentPart>
        </mc:Choice>
        <mc:Fallback xmlns="">
          <p:pic>
            <p:nvPicPr>
              <p:cNvPr id="572" name="墨迹 571">
                <a:extLst>
                  <a:ext uri="{FF2B5EF4-FFF2-40B4-BE49-F238E27FC236}">
                    <a16:creationId xmlns:a16="http://schemas.microsoft.com/office/drawing/2014/main" id="{F6D1069C-C7CC-47A1-A616-203BA1E56322}"/>
                  </a:ext>
                </a:extLst>
              </p:cNvPr>
              <p:cNvPicPr/>
              <p:nvPr/>
            </p:nvPicPr>
            <p:blipFill>
              <a:blip r:embed="rId309"/>
              <a:stretch>
                <a:fillRect/>
              </a:stretch>
            </p:blipFill>
            <p:spPr>
              <a:xfrm>
                <a:off x="9916872" y="6027781"/>
                <a:ext cx="160560" cy="165197"/>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575" name="墨迹 574">
                <a:extLst>
                  <a:ext uri="{FF2B5EF4-FFF2-40B4-BE49-F238E27FC236}">
                    <a16:creationId xmlns:a16="http://schemas.microsoft.com/office/drawing/2014/main" id="{30A76D01-A527-4340-89EE-776ACFCBE521}"/>
                  </a:ext>
                </a:extLst>
              </p14:cNvPr>
              <p14:cNvContentPartPr/>
              <p14:nvPr/>
            </p14:nvContentPartPr>
            <p14:xfrm>
              <a:off x="9263112" y="5674239"/>
              <a:ext cx="132480" cy="189360"/>
            </p14:xfrm>
          </p:contentPart>
        </mc:Choice>
        <mc:Fallback xmlns="">
          <p:pic>
            <p:nvPicPr>
              <p:cNvPr id="575" name="墨迹 574">
                <a:extLst>
                  <a:ext uri="{FF2B5EF4-FFF2-40B4-BE49-F238E27FC236}">
                    <a16:creationId xmlns:a16="http://schemas.microsoft.com/office/drawing/2014/main" id="{30A76D01-A527-4340-89EE-776ACFCBE521}"/>
                  </a:ext>
                </a:extLst>
              </p:cNvPr>
              <p:cNvPicPr/>
              <p:nvPr/>
            </p:nvPicPr>
            <p:blipFill>
              <a:blip r:embed="rId311"/>
              <a:stretch>
                <a:fillRect/>
              </a:stretch>
            </p:blipFill>
            <p:spPr>
              <a:xfrm>
                <a:off x="9254495" y="5665599"/>
                <a:ext cx="150072"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576" name="墨迹 575">
                <a:extLst>
                  <a:ext uri="{FF2B5EF4-FFF2-40B4-BE49-F238E27FC236}">
                    <a16:creationId xmlns:a16="http://schemas.microsoft.com/office/drawing/2014/main" id="{0BE524E7-A173-41BA-A4C5-9CF11D10AEEE}"/>
                  </a:ext>
                </a:extLst>
              </p14:cNvPr>
              <p14:cNvContentPartPr/>
              <p14:nvPr/>
            </p14:nvContentPartPr>
            <p14:xfrm>
              <a:off x="9580632" y="5697639"/>
              <a:ext cx="214920" cy="110160"/>
            </p14:xfrm>
          </p:contentPart>
        </mc:Choice>
        <mc:Fallback xmlns="">
          <p:pic>
            <p:nvPicPr>
              <p:cNvPr id="576" name="墨迹 575">
                <a:extLst>
                  <a:ext uri="{FF2B5EF4-FFF2-40B4-BE49-F238E27FC236}">
                    <a16:creationId xmlns:a16="http://schemas.microsoft.com/office/drawing/2014/main" id="{0BE524E7-A173-41BA-A4C5-9CF11D10AEEE}"/>
                  </a:ext>
                </a:extLst>
              </p:cNvPr>
              <p:cNvPicPr/>
              <p:nvPr/>
            </p:nvPicPr>
            <p:blipFill>
              <a:blip r:embed="rId313"/>
              <a:stretch>
                <a:fillRect/>
              </a:stretch>
            </p:blipFill>
            <p:spPr>
              <a:xfrm>
                <a:off x="9571992" y="5688999"/>
                <a:ext cx="2325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579" name="墨迹 578">
                <a:extLst>
                  <a:ext uri="{FF2B5EF4-FFF2-40B4-BE49-F238E27FC236}">
                    <a16:creationId xmlns:a16="http://schemas.microsoft.com/office/drawing/2014/main" id="{AAA5D836-CE86-4E00-BD74-52E818931DFA}"/>
                  </a:ext>
                </a:extLst>
              </p14:cNvPr>
              <p14:cNvContentPartPr/>
              <p14:nvPr/>
            </p14:nvContentPartPr>
            <p14:xfrm>
              <a:off x="9587832" y="5385879"/>
              <a:ext cx="168120" cy="149400"/>
            </p14:xfrm>
          </p:contentPart>
        </mc:Choice>
        <mc:Fallback xmlns="">
          <p:pic>
            <p:nvPicPr>
              <p:cNvPr id="579" name="墨迹 578">
                <a:extLst>
                  <a:ext uri="{FF2B5EF4-FFF2-40B4-BE49-F238E27FC236}">
                    <a16:creationId xmlns:a16="http://schemas.microsoft.com/office/drawing/2014/main" id="{AAA5D836-CE86-4E00-BD74-52E818931DFA}"/>
                  </a:ext>
                </a:extLst>
              </p:cNvPr>
              <p:cNvPicPr/>
              <p:nvPr/>
            </p:nvPicPr>
            <p:blipFill>
              <a:blip r:embed="rId315"/>
              <a:stretch>
                <a:fillRect/>
              </a:stretch>
            </p:blipFill>
            <p:spPr>
              <a:xfrm>
                <a:off x="9578851" y="5377218"/>
                <a:ext cx="185722" cy="167083"/>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580" name="墨迹 579">
                <a:extLst>
                  <a:ext uri="{FF2B5EF4-FFF2-40B4-BE49-F238E27FC236}">
                    <a16:creationId xmlns:a16="http://schemas.microsoft.com/office/drawing/2014/main" id="{BD964589-167B-4EAD-B2A2-8FE1AA7A7784}"/>
                  </a:ext>
                </a:extLst>
              </p14:cNvPr>
              <p14:cNvContentPartPr/>
              <p14:nvPr/>
            </p14:nvContentPartPr>
            <p14:xfrm>
              <a:off x="10022352" y="5665239"/>
              <a:ext cx="8280" cy="188280"/>
            </p14:xfrm>
          </p:contentPart>
        </mc:Choice>
        <mc:Fallback xmlns="">
          <p:pic>
            <p:nvPicPr>
              <p:cNvPr id="580" name="墨迹 579">
                <a:extLst>
                  <a:ext uri="{FF2B5EF4-FFF2-40B4-BE49-F238E27FC236}">
                    <a16:creationId xmlns:a16="http://schemas.microsoft.com/office/drawing/2014/main" id="{BD964589-167B-4EAD-B2A2-8FE1AA7A7784}"/>
                  </a:ext>
                </a:extLst>
              </p:cNvPr>
              <p:cNvPicPr/>
              <p:nvPr/>
            </p:nvPicPr>
            <p:blipFill>
              <a:blip r:embed="rId317"/>
              <a:stretch>
                <a:fillRect/>
              </a:stretch>
            </p:blipFill>
            <p:spPr>
              <a:xfrm>
                <a:off x="10013712" y="5656599"/>
                <a:ext cx="2592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584" name="墨迹 583">
                <a:extLst>
                  <a:ext uri="{FF2B5EF4-FFF2-40B4-BE49-F238E27FC236}">
                    <a16:creationId xmlns:a16="http://schemas.microsoft.com/office/drawing/2014/main" id="{9B12B8B2-F485-460D-85F7-830B7A657578}"/>
                  </a:ext>
                </a:extLst>
              </p14:cNvPr>
              <p14:cNvContentPartPr/>
              <p14:nvPr/>
            </p14:nvContentPartPr>
            <p14:xfrm>
              <a:off x="9584232" y="6379479"/>
              <a:ext cx="130680" cy="143640"/>
            </p14:xfrm>
          </p:contentPart>
        </mc:Choice>
        <mc:Fallback xmlns="">
          <p:pic>
            <p:nvPicPr>
              <p:cNvPr id="584" name="墨迹 583">
                <a:extLst>
                  <a:ext uri="{FF2B5EF4-FFF2-40B4-BE49-F238E27FC236}">
                    <a16:creationId xmlns:a16="http://schemas.microsoft.com/office/drawing/2014/main" id="{9B12B8B2-F485-460D-85F7-830B7A657578}"/>
                  </a:ext>
                </a:extLst>
              </p:cNvPr>
              <p:cNvPicPr/>
              <p:nvPr/>
            </p:nvPicPr>
            <p:blipFill>
              <a:blip r:embed="rId319"/>
              <a:stretch>
                <a:fillRect/>
              </a:stretch>
            </p:blipFill>
            <p:spPr>
              <a:xfrm>
                <a:off x="9575232" y="6370479"/>
                <a:ext cx="14832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586" name="墨迹 585">
                <a:extLst>
                  <a:ext uri="{FF2B5EF4-FFF2-40B4-BE49-F238E27FC236}">
                    <a16:creationId xmlns:a16="http://schemas.microsoft.com/office/drawing/2014/main" id="{95A5B6C8-BF4F-42ED-A824-192B742AB095}"/>
                  </a:ext>
                </a:extLst>
              </p14:cNvPr>
              <p14:cNvContentPartPr/>
              <p14:nvPr/>
            </p14:nvContentPartPr>
            <p14:xfrm>
              <a:off x="9953592" y="5381199"/>
              <a:ext cx="121320" cy="129600"/>
            </p14:xfrm>
          </p:contentPart>
        </mc:Choice>
        <mc:Fallback xmlns="">
          <p:pic>
            <p:nvPicPr>
              <p:cNvPr id="586" name="墨迹 585">
                <a:extLst>
                  <a:ext uri="{FF2B5EF4-FFF2-40B4-BE49-F238E27FC236}">
                    <a16:creationId xmlns:a16="http://schemas.microsoft.com/office/drawing/2014/main" id="{95A5B6C8-BF4F-42ED-A824-192B742AB095}"/>
                  </a:ext>
                </a:extLst>
              </p:cNvPr>
              <p:cNvPicPr/>
              <p:nvPr/>
            </p:nvPicPr>
            <p:blipFill>
              <a:blip r:embed="rId321"/>
              <a:stretch>
                <a:fillRect/>
              </a:stretch>
            </p:blipFill>
            <p:spPr>
              <a:xfrm>
                <a:off x="9944952" y="5372199"/>
                <a:ext cx="13896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591" name="墨迹 590">
                <a:extLst>
                  <a:ext uri="{FF2B5EF4-FFF2-40B4-BE49-F238E27FC236}">
                    <a16:creationId xmlns:a16="http://schemas.microsoft.com/office/drawing/2014/main" id="{17A240DF-AFD8-4CF7-8EA5-90AA84EA2FEF}"/>
                  </a:ext>
                </a:extLst>
              </p14:cNvPr>
              <p14:cNvContentPartPr/>
              <p14:nvPr/>
            </p14:nvContentPartPr>
            <p14:xfrm>
              <a:off x="10586112" y="5318559"/>
              <a:ext cx="214920" cy="148320"/>
            </p14:xfrm>
          </p:contentPart>
        </mc:Choice>
        <mc:Fallback xmlns="">
          <p:pic>
            <p:nvPicPr>
              <p:cNvPr id="591" name="墨迹 590">
                <a:extLst>
                  <a:ext uri="{FF2B5EF4-FFF2-40B4-BE49-F238E27FC236}">
                    <a16:creationId xmlns:a16="http://schemas.microsoft.com/office/drawing/2014/main" id="{17A240DF-AFD8-4CF7-8EA5-90AA84EA2FEF}"/>
                  </a:ext>
                </a:extLst>
              </p:cNvPr>
              <p:cNvPicPr/>
              <p:nvPr/>
            </p:nvPicPr>
            <p:blipFill>
              <a:blip r:embed="rId323"/>
              <a:stretch>
                <a:fillRect/>
              </a:stretch>
            </p:blipFill>
            <p:spPr>
              <a:xfrm>
                <a:off x="10577472" y="5309919"/>
                <a:ext cx="2325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592" name="墨迹 591">
                <a:extLst>
                  <a:ext uri="{FF2B5EF4-FFF2-40B4-BE49-F238E27FC236}">
                    <a16:creationId xmlns:a16="http://schemas.microsoft.com/office/drawing/2014/main" id="{608EC704-E208-4EEC-9618-A7EB01DAEC2F}"/>
                  </a:ext>
                </a:extLst>
              </p14:cNvPr>
              <p14:cNvContentPartPr/>
              <p14:nvPr/>
            </p14:nvContentPartPr>
            <p14:xfrm>
              <a:off x="10257792" y="5374719"/>
              <a:ext cx="192240" cy="133920"/>
            </p14:xfrm>
          </p:contentPart>
        </mc:Choice>
        <mc:Fallback xmlns="">
          <p:pic>
            <p:nvPicPr>
              <p:cNvPr id="592" name="墨迹 591">
                <a:extLst>
                  <a:ext uri="{FF2B5EF4-FFF2-40B4-BE49-F238E27FC236}">
                    <a16:creationId xmlns:a16="http://schemas.microsoft.com/office/drawing/2014/main" id="{608EC704-E208-4EEC-9618-A7EB01DAEC2F}"/>
                  </a:ext>
                </a:extLst>
              </p:cNvPr>
              <p:cNvPicPr/>
              <p:nvPr/>
            </p:nvPicPr>
            <p:blipFill>
              <a:blip r:embed="rId325"/>
              <a:stretch>
                <a:fillRect/>
              </a:stretch>
            </p:blipFill>
            <p:spPr>
              <a:xfrm>
                <a:off x="10248792" y="5365719"/>
                <a:ext cx="2098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595" name="墨迹 594">
                <a:extLst>
                  <a:ext uri="{FF2B5EF4-FFF2-40B4-BE49-F238E27FC236}">
                    <a16:creationId xmlns:a16="http://schemas.microsoft.com/office/drawing/2014/main" id="{0784820C-E0D8-4AC9-B8E0-BB8E6999AFF0}"/>
                  </a:ext>
                </a:extLst>
              </p14:cNvPr>
              <p14:cNvContentPartPr/>
              <p14:nvPr/>
            </p14:nvContentPartPr>
            <p14:xfrm>
              <a:off x="10226832" y="5661279"/>
              <a:ext cx="236520" cy="175320"/>
            </p14:xfrm>
          </p:contentPart>
        </mc:Choice>
        <mc:Fallback xmlns="">
          <p:pic>
            <p:nvPicPr>
              <p:cNvPr id="595" name="墨迹 594">
                <a:extLst>
                  <a:ext uri="{FF2B5EF4-FFF2-40B4-BE49-F238E27FC236}">
                    <a16:creationId xmlns:a16="http://schemas.microsoft.com/office/drawing/2014/main" id="{0784820C-E0D8-4AC9-B8E0-BB8E6999AFF0}"/>
                  </a:ext>
                </a:extLst>
              </p:cNvPr>
              <p:cNvPicPr/>
              <p:nvPr/>
            </p:nvPicPr>
            <p:blipFill>
              <a:blip r:embed="rId327"/>
              <a:stretch>
                <a:fillRect/>
              </a:stretch>
            </p:blipFill>
            <p:spPr>
              <a:xfrm>
                <a:off x="10218192" y="5652639"/>
                <a:ext cx="25416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596" name="墨迹 595">
                <a:extLst>
                  <a:ext uri="{FF2B5EF4-FFF2-40B4-BE49-F238E27FC236}">
                    <a16:creationId xmlns:a16="http://schemas.microsoft.com/office/drawing/2014/main" id="{0F7B79EC-DE29-4D4B-B404-386562D73916}"/>
                  </a:ext>
                </a:extLst>
              </p14:cNvPr>
              <p14:cNvContentPartPr/>
              <p14:nvPr/>
            </p14:nvContentPartPr>
            <p14:xfrm>
              <a:off x="10685472" y="5656959"/>
              <a:ext cx="5040" cy="200880"/>
            </p14:xfrm>
          </p:contentPart>
        </mc:Choice>
        <mc:Fallback xmlns="">
          <p:pic>
            <p:nvPicPr>
              <p:cNvPr id="596" name="墨迹 595">
                <a:extLst>
                  <a:ext uri="{FF2B5EF4-FFF2-40B4-BE49-F238E27FC236}">
                    <a16:creationId xmlns:a16="http://schemas.microsoft.com/office/drawing/2014/main" id="{0F7B79EC-DE29-4D4B-B404-386562D73916}"/>
                  </a:ext>
                </a:extLst>
              </p:cNvPr>
              <p:cNvPicPr/>
              <p:nvPr/>
            </p:nvPicPr>
            <p:blipFill>
              <a:blip r:embed="rId329"/>
              <a:stretch>
                <a:fillRect/>
              </a:stretch>
            </p:blipFill>
            <p:spPr>
              <a:xfrm>
                <a:off x="10676832" y="5648319"/>
                <a:ext cx="2268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597" name="墨迹 596">
                <a:extLst>
                  <a:ext uri="{FF2B5EF4-FFF2-40B4-BE49-F238E27FC236}">
                    <a16:creationId xmlns:a16="http://schemas.microsoft.com/office/drawing/2014/main" id="{67A336A9-C302-4C7D-BA1D-8E6F9DBD2AD3}"/>
                  </a:ext>
                </a:extLst>
              </p14:cNvPr>
              <p14:cNvContentPartPr/>
              <p14:nvPr/>
            </p14:nvContentPartPr>
            <p14:xfrm>
              <a:off x="10653792" y="5974119"/>
              <a:ext cx="88560" cy="209160"/>
            </p14:xfrm>
          </p:contentPart>
        </mc:Choice>
        <mc:Fallback xmlns="">
          <p:pic>
            <p:nvPicPr>
              <p:cNvPr id="597" name="墨迹 596">
                <a:extLst>
                  <a:ext uri="{FF2B5EF4-FFF2-40B4-BE49-F238E27FC236}">
                    <a16:creationId xmlns:a16="http://schemas.microsoft.com/office/drawing/2014/main" id="{67A336A9-C302-4C7D-BA1D-8E6F9DBD2AD3}"/>
                  </a:ext>
                </a:extLst>
              </p:cNvPr>
              <p:cNvPicPr/>
              <p:nvPr/>
            </p:nvPicPr>
            <p:blipFill>
              <a:blip r:embed="rId331"/>
              <a:stretch>
                <a:fillRect/>
              </a:stretch>
            </p:blipFill>
            <p:spPr>
              <a:xfrm>
                <a:off x="10645152" y="5965479"/>
                <a:ext cx="10620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598" name="墨迹 597">
                <a:extLst>
                  <a:ext uri="{FF2B5EF4-FFF2-40B4-BE49-F238E27FC236}">
                    <a16:creationId xmlns:a16="http://schemas.microsoft.com/office/drawing/2014/main" id="{DAF1A0A2-654C-4613-8969-DA09116F49CE}"/>
                  </a:ext>
                </a:extLst>
              </p14:cNvPr>
              <p14:cNvContentPartPr/>
              <p14:nvPr/>
            </p14:nvContentPartPr>
            <p14:xfrm>
              <a:off x="10598712" y="6418719"/>
              <a:ext cx="190800" cy="24480"/>
            </p14:xfrm>
          </p:contentPart>
        </mc:Choice>
        <mc:Fallback xmlns="">
          <p:pic>
            <p:nvPicPr>
              <p:cNvPr id="598" name="墨迹 597">
                <a:extLst>
                  <a:ext uri="{FF2B5EF4-FFF2-40B4-BE49-F238E27FC236}">
                    <a16:creationId xmlns:a16="http://schemas.microsoft.com/office/drawing/2014/main" id="{DAF1A0A2-654C-4613-8969-DA09116F49CE}"/>
                  </a:ext>
                </a:extLst>
              </p:cNvPr>
              <p:cNvPicPr/>
              <p:nvPr/>
            </p:nvPicPr>
            <p:blipFill>
              <a:blip r:embed="rId333"/>
              <a:stretch>
                <a:fillRect/>
              </a:stretch>
            </p:blipFill>
            <p:spPr>
              <a:xfrm>
                <a:off x="10589712" y="6409719"/>
                <a:ext cx="20844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599" name="墨迹 598">
                <a:extLst>
                  <a:ext uri="{FF2B5EF4-FFF2-40B4-BE49-F238E27FC236}">
                    <a16:creationId xmlns:a16="http://schemas.microsoft.com/office/drawing/2014/main" id="{6553FD94-7013-4013-A61B-7B240864A972}"/>
                  </a:ext>
                </a:extLst>
              </p14:cNvPr>
              <p14:cNvContentPartPr/>
              <p14:nvPr/>
            </p14:nvContentPartPr>
            <p14:xfrm>
              <a:off x="10984632" y="5964759"/>
              <a:ext cx="58680" cy="45720"/>
            </p14:xfrm>
          </p:contentPart>
        </mc:Choice>
        <mc:Fallback xmlns="">
          <p:pic>
            <p:nvPicPr>
              <p:cNvPr id="599" name="墨迹 598">
                <a:extLst>
                  <a:ext uri="{FF2B5EF4-FFF2-40B4-BE49-F238E27FC236}">
                    <a16:creationId xmlns:a16="http://schemas.microsoft.com/office/drawing/2014/main" id="{6553FD94-7013-4013-A61B-7B240864A972}"/>
                  </a:ext>
                </a:extLst>
              </p:cNvPr>
              <p:cNvPicPr/>
              <p:nvPr/>
            </p:nvPicPr>
            <p:blipFill>
              <a:blip r:embed="rId335"/>
              <a:stretch>
                <a:fillRect/>
              </a:stretch>
            </p:blipFill>
            <p:spPr>
              <a:xfrm>
                <a:off x="10975632" y="5955759"/>
                <a:ext cx="7632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602" name="墨迹 601">
                <a:extLst>
                  <a:ext uri="{FF2B5EF4-FFF2-40B4-BE49-F238E27FC236}">
                    <a16:creationId xmlns:a16="http://schemas.microsoft.com/office/drawing/2014/main" id="{B60E87D9-1D41-43A6-9588-60EB2624EEE7}"/>
                  </a:ext>
                </a:extLst>
              </p14:cNvPr>
              <p14:cNvContentPartPr/>
              <p14:nvPr/>
            </p14:nvContentPartPr>
            <p14:xfrm>
              <a:off x="10961232" y="6045399"/>
              <a:ext cx="142560" cy="141840"/>
            </p14:xfrm>
          </p:contentPart>
        </mc:Choice>
        <mc:Fallback xmlns="">
          <p:pic>
            <p:nvPicPr>
              <p:cNvPr id="602" name="墨迹 601">
                <a:extLst>
                  <a:ext uri="{FF2B5EF4-FFF2-40B4-BE49-F238E27FC236}">
                    <a16:creationId xmlns:a16="http://schemas.microsoft.com/office/drawing/2014/main" id="{B60E87D9-1D41-43A6-9588-60EB2624EEE7}"/>
                  </a:ext>
                </a:extLst>
              </p:cNvPr>
              <p:cNvPicPr/>
              <p:nvPr/>
            </p:nvPicPr>
            <p:blipFill>
              <a:blip r:embed="rId337"/>
              <a:stretch>
                <a:fillRect/>
              </a:stretch>
            </p:blipFill>
            <p:spPr>
              <a:xfrm>
                <a:off x="10952592" y="6036422"/>
                <a:ext cx="160200" cy="159435"/>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608" name="墨迹 607">
                <a:extLst>
                  <a:ext uri="{FF2B5EF4-FFF2-40B4-BE49-F238E27FC236}">
                    <a16:creationId xmlns:a16="http://schemas.microsoft.com/office/drawing/2014/main" id="{21887C2F-77C6-4404-B752-47A18E9A32DA}"/>
                  </a:ext>
                </a:extLst>
              </p14:cNvPr>
              <p14:cNvContentPartPr/>
              <p14:nvPr/>
            </p14:nvContentPartPr>
            <p14:xfrm>
              <a:off x="11257872" y="5650839"/>
              <a:ext cx="182520" cy="186480"/>
            </p14:xfrm>
          </p:contentPart>
        </mc:Choice>
        <mc:Fallback xmlns="">
          <p:pic>
            <p:nvPicPr>
              <p:cNvPr id="608" name="墨迹 607">
                <a:extLst>
                  <a:ext uri="{FF2B5EF4-FFF2-40B4-BE49-F238E27FC236}">
                    <a16:creationId xmlns:a16="http://schemas.microsoft.com/office/drawing/2014/main" id="{21887C2F-77C6-4404-B752-47A18E9A32DA}"/>
                  </a:ext>
                </a:extLst>
              </p:cNvPr>
              <p:cNvPicPr/>
              <p:nvPr/>
            </p:nvPicPr>
            <p:blipFill>
              <a:blip r:embed="rId339"/>
              <a:stretch>
                <a:fillRect/>
              </a:stretch>
            </p:blipFill>
            <p:spPr>
              <a:xfrm>
                <a:off x="11248872" y="5642199"/>
                <a:ext cx="2001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613" name="墨迹 612">
                <a:extLst>
                  <a:ext uri="{FF2B5EF4-FFF2-40B4-BE49-F238E27FC236}">
                    <a16:creationId xmlns:a16="http://schemas.microsoft.com/office/drawing/2014/main" id="{108C4077-FB4A-4196-8662-701387F92DD5}"/>
                  </a:ext>
                </a:extLst>
              </p14:cNvPr>
              <p14:cNvContentPartPr/>
              <p14:nvPr/>
            </p14:nvContentPartPr>
            <p14:xfrm>
              <a:off x="11641632" y="5692239"/>
              <a:ext cx="129600" cy="182160"/>
            </p14:xfrm>
          </p:contentPart>
        </mc:Choice>
        <mc:Fallback xmlns="">
          <p:pic>
            <p:nvPicPr>
              <p:cNvPr id="613" name="墨迹 612">
                <a:extLst>
                  <a:ext uri="{FF2B5EF4-FFF2-40B4-BE49-F238E27FC236}">
                    <a16:creationId xmlns:a16="http://schemas.microsoft.com/office/drawing/2014/main" id="{108C4077-FB4A-4196-8662-701387F92DD5}"/>
                  </a:ext>
                </a:extLst>
              </p:cNvPr>
              <p:cNvPicPr/>
              <p:nvPr/>
            </p:nvPicPr>
            <p:blipFill>
              <a:blip r:embed="rId341"/>
              <a:stretch>
                <a:fillRect/>
              </a:stretch>
            </p:blipFill>
            <p:spPr>
              <a:xfrm>
                <a:off x="11632632" y="5683599"/>
                <a:ext cx="14724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617" name="墨迹 616">
                <a:extLst>
                  <a:ext uri="{FF2B5EF4-FFF2-40B4-BE49-F238E27FC236}">
                    <a16:creationId xmlns:a16="http://schemas.microsoft.com/office/drawing/2014/main" id="{382551D9-C53B-48B5-BCDA-1468C86A45B1}"/>
                  </a:ext>
                </a:extLst>
              </p14:cNvPr>
              <p14:cNvContentPartPr/>
              <p14:nvPr/>
            </p14:nvContentPartPr>
            <p14:xfrm>
              <a:off x="11660352" y="5331159"/>
              <a:ext cx="123120" cy="151560"/>
            </p14:xfrm>
          </p:contentPart>
        </mc:Choice>
        <mc:Fallback xmlns="">
          <p:pic>
            <p:nvPicPr>
              <p:cNvPr id="617" name="墨迹 616">
                <a:extLst>
                  <a:ext uri="{FF2B5EF4-FFF2-40B4-BE49-F238E27FC236}">
                    <a16:creationId xmlns:a16="http://schemas.microsoft.com/office/drawing/2014/main" id="{382551D9-C53B-48B5-BCDA-1468C86A45B1}"/>
                  </a:ext>
                </a:extLst>
              </p:cNvPr>
              <p:cNvPicPr/>
              <p:nvPr/>
            </p:nvPicPr>
            <p:blipFill>
              <a:blip r:embed="rId343"/>
              <a:stretch>
                <a:fillRect/>
              </a:stretch>
            </p:blipFill>
            <p:spPr>
              <a:xfrm>
                <a:off x="11651352" y="5322159"/>
                <a:ext cx="14076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620" name="墨迹 619">
                <a:extLst>
                  <a:ext uri="{FF2B5EF4-FFF2-40B4-BE49-F238E27FC236}">
                    <a16:creationId xmlns:a16="http://schemas.microsoft.com/office/drawing/2014/main" id="{9717DCC2-7618-4018-8B7E-CD9EF17924A4}"/>
                  </a:ext>
                </a:extLst>
              </p14:cNvPr>
              <p14:cNvContentPartPr/>
              <p14:nvPr/>
            </p14:nvContentPartPr>
            <p14:xfrm>
              <a:off x="11632272" y="4985559"/>
              <a:ext cx="138600" cy="202680"/>
            </p14:xfrm>
          </p:contentPart>
        </mc:Choice>
        <mc:Fallback xmlns="">
          <p:pic>
            <p:nvPicPr>
              <p:cNvPr id="620" name="墨迹 619">
                <a:extLst>
                  <a:ext uri="{FF2B5EF4-FFF2-40B4-BE49-F238E27FC236}">
                    <a16:creationId xmlns:a16="http://schemas.microsoft.com/office/drawing/2014/main" id="{9717DCC2-7618-4018-8B7E-CD9EF17924A4}"/>
                  </a:ext>
                </a:extLst>
              </p:cNvPr>
              <p:cNvPicPr/>
              <p:nvPr/>
            </p:nvPicPr>
            <p:blipFill>
              <a:blip r:embed="rId345"/>
              <a:stretch>
                <a:fillRect/>
              </a:stretch>
            </p:blipFill>
            <p:spPr>
              <a:xfrm>
                <a:off x="11623272" y="4976559"/>
                <a:ext cx="1562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621" name="墨迹 620">
                <a:extLst>
                  <a:ext uri="{FF2B5EF4-FFF2-40B4-BE49-F238E27FC236}">
                    <a16:creationId xmlns:a16="http://schemas.microsoft.com/office/drawing/2014/main" id="{DDBA76EC-70B0-4CCC-B2B1-C0450BAA868D}"/>
                  </a:ext>
                </a:extLst>
              </p14:cNvPr>
              <p14:cNvContentPartPr/>
              <p14:nvPr/>
            </p14:nvContentPartPr>
            <p14:xfrm>
              <a:off x="11650272" y="4701159"/>
              <a:ext cx="114120" cy="165600"/>
            </p14:xfrm>
          </p:contentPart>
        </mc:Choice>
        <mc:Fallback xmlns="">
          <p:pic>
            <p:nvPicPr>
              <p:cNvPr id="621" name="墨迹 620">
                <a:extLst>
                  <a:ext uri="{FF2B5EF4-FFF2-40B4-BE49-F238E27FC236}">
                    <a16:creationId xmlns:a16="http://schemas.microsoft.com/office/drawing/2014/main" id="{DDBA76EC-70B0-4CCC-B2B1-C0450BAA868D}"/>
                  </a:ext>
                </a:extLst>
              </p:cNvPr>
              <p:cNvPicPr/>
              <p:nvPr/>
            </p:nvPicPr>
            <p:blipFill>
              <a:blip r:embed="rId347"/>
              <a:stretch>
                <a:fillRect/>
              </a:stretch>
            </p:blipFill>
            <p:spPr>
              <a:xfrm>
                <a:off x="11641632" y="4692159"/>
                <a:ext cx="13176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622" name="墨迹 621">
                <a:extLst>
                  <a:ext uri="{FF2B5EF4-FFF2-40B4-BE49-F238E27FC236}">
                    <a16:creationId xmlns:a16="http://schemas.microsoft.com/office/drawing/2014/main" id="{F4A0167C-9419-4E4C-945E-14AEA292E7E5}"/>
                  </a:ext>
                </a:extLst>
              </p14:cNvPr>
              <p14:cNvContentPartPr/>
              <p14:nvPr/>
            </p14:nvContentPartPr>
            <p14:xfrm>
              <a:off x="11626872" y="4350879"/>
              <a:ext cx="26640" cy="157680"/>
            </p14:xfrm>
          </p:contentPart>
        </mc:Choice>
        <mc:Fallback xmlns="">
          <p:pic>
            <p:nvPicPr>
              <p:cNvPr id="622" name="墨迹 621">
                <a:extLst>
                  <a:ext uri="{FF2B5EF4-FFF2-40B4-BE49-F238E27FC236}">
                    <a16:creationId xmlns:a16="http://schemas.microsoft.com/office/drawing/2014/main" id="{F4A0167C-9419-4E4C-945E-14AEA292E7E5}"/>
                  </a:ext>
                </a:extLst>
              </p:cNvPr>
              <p:cNvPicPr/>
              <p:nvPr/>
            </p:nvPicPr>
            <p:blipFill>
              <a:blip r:embed="rId349"/>
              <a:stretch>
                <a:fillRect/>
              </a:stretch>
            </p:blipFill>
            <p:spPr>
              <a:xfrm>
                <a:off x="11618232" y="4342239"/>
                <a:ext cx="4428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623" name="墨迹 622">
                <a:extLst>
                  <a:ext uri="{FF2B5EF4-FFF2-40B4-BE49-F238E27FC236}">
                    <a16:creationId xmlns:a16="http://schemas.microsoft.com/office/drawing/2014/main" id="{48A13D30-0F65-4E4D-BA43-4F155793078A}"/>
                  </a:ext>
                </a:extLst>
              </p14:cNvPr>
              <p14:cNvContentPartPr/>
              <p14:nvPr/>
            </p14:nvContentPartPr>
            <p14:xfrm>
              <a:off x="11751432" y="4343319"/>
              <a:ext cx="9000" cy="171720"/>
            </p14:xfrm>
          </p:contentPart>
        </mc:Choice>
        <mc:Fallback xmlns="">
          <p:pic>
            <p:nvPicPr>
              <p:cNvPr id="623" name="墨迹 622">
                <a:extLst>
                  <a:ext uri="{FF2B5EF4-FFF2-40B4-BE49-F238E27FC236}">
                    <a16:creationId xmlns:a16="http://schemas.microsoft.com/office/drawing/2014/main" id="{48A13D30-0F65-4E4D-BA43-4F155793078A}"/>
                  </a:ext>
                </a:extLst>
              </p:cNvPr>
              <p:cNvPicPr/>
              <p:nvPr/>
            </p:nvPicPr>
            <p:blipFill>
              <a:blip r:embed="rId351"/>
              <a:stretch>
                <a:fillRect/>
              </a:stretch>
            </p:blipFill>
            <p:spPr>
              <a:xfrm>
                <a:off x="11742792" y="4334679"/>
                <a:ext cx="2664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626" name="墨迹 625">
                <a:extLst>
                  <a:ext uri="{FF2B5EF4-FFF2-40B4-BE49-F238E27FC236}">
                    <a16:creationId xmlns:a16="http://schemas.microsoft.com/office/drawing/2014/main" id="{F11B6188-B745-4F1D-97FA-4451A95C0CE7}"/>
                  </a:ext>
                </a:extLst>
              </p14:cNvPr>
              <p14:cNvContentPartPr/>
              <p14:nvPr/>
            </p14:nvContentPartPr>
            <p14:xfrm>
              <a:off x="11271912" y="4990239"/>
              <a:ext cx="213480" cy="138240"/>
            </p14:xfrm>
          </p:contentPart>
        </mc:Choice>
        <mc:Fallback xmlns="">
          <p:pic>
            <p:nvPicPr>
              <p:cNvPr id="626" name="墨迹 625">
                <a:extLst>
                  <a:ext uri="{FF2B5EF4-FFF2-40B4-BE49-F238E27FC236}">
                    <a16:creationId xmlns:a16="http://schemas.microsoft.com/office/drawing/2014/main" id="{F11B6188-B745-4F1D-97FA-4451A95C0CE7}"/>
                  </a:ext>
                </a:extLst>
              </p:cNvPr>
              <p:cNvPicPr/>
              <p:nvPr/>
            </p:nvPicPr>
            <p:blipFill>
              <a:blip r:embed="rId353"/>
              <a:stretch>
                <a:fillRect/>
              </a:stretch>
            </p:blipFill>
            <p:spPr>
              <a:xfrm>
                <a:off x="11263272" y="4981599"/>
                <a:ext cx="23112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631" name="墨迹 630">
                <a:extLst>
                  <a:ext uri="{FF2B5EF4-FFF2-40B4-BE49-F238E27FC236}">
                    <a16:creationId xmlns:a16="http://schemas.microsoft.com/office/drawing/2014/main" id="{29650C61-36FB-4D44-8AB5-AFD36CD3F7CD}"/>
                  </a:ext>
                </a:extLst>
              </p14:cNvPr>
              <p14:cNvContentPartPr/>
              <p14:nvPr/>
            </p14:nvContentPartPr>
            <p14:xfrm>
              <a:off x="11302872" y="4662999"/>
              <a:ext cx="160920" cy="143280"/>
            </p14:xfrm>
          </p:contentPart>
        </mc:Choice>
        <mc:Fallback xmlns="">
          <p:pic>
            <p:nvPicPr>
              <p:cNvPr id="631" name="墨迹 630">
                <a:extLst>
                  <a:ext uri="{FF2B5EF4-FFF2-40B4-BE49-F238E27FC236}">
                    <a16:creationId xmlns:a16="http://schemas.microsoft.com/office/drawing/2014/main" id="{29650C61-36FB-4D44-8AB5-AFD36CD3F7CD}"/>
                  </a:ext>
                </a:extLst>
              </p:cNvPr>
              <p:cNvPicPr/>
              <p:nvPr/>
            </p:nvPicPr>
            <p:blipFill>
              <a:blip r:embed="rId355"/>
              <a:stretch>
                <a:fillRect/>
              </a:stretch>
            </p:blipFill>
            <p:spPr>
              <a:xfrm>
                <a:off x="11294232" y="4654359"/>
                <a:ext cx="1785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632" name="墨迹 631">
                <a:extLst>
                  <a:ext uri="{FF2B5EF4-FFF2-40B4-BE49-F238E27FC236}">
                    <a16:creationId xmlns:a16="http://schemas.microsoft.com/office/drawing/2014/main" id="{1C121C7C-0779-4E13-A157-10197C39EE5A}"/>
                  </a:ext>
                </a:extLst>
              </p14:cNvPr>
              <p14:cNvContentPartPr/>
              <p14:nvPr/>
            </p14:nvContentPartPr>
            <p14:xfrm>
              <a:off x="11301432" y="4320279"/>
              <a:ext cx="120240" cy="209520"/>
            </p14:xfrm>
          </p:contentPart>
        </mc:Choice>
        <mc:Fallback xmlns="">
          <p:pic>
            <p:nvPicPr>
              <p:cNvPr id="632" name="墨迹 631">
                <a:extLst>
                  <a:ext uri="{FF2B5EF4-FFF2-40B4-BE49-F238E27FC236}">
                    <a16:creationId xmlns:a16="http://schemas.microsoft.com/office/drawing/2014/main" id="{1C121C7C-0779-4E13-A157-10197C39EE5A}"/>
                  </a:ext>
                </a:extLst>
              </p:cNvPr>
              <p:cNvPicPr/>
              <p:nvPr/>
            </p:nvPicPr>
            <p:blipFill>
              <a:blip r:embed="rId357"/>
              <a:stretch>
                <a:fillRect/>
              </a:stretch>
            </p:blipFill>
            <p:spPr>
              <a:xfrm>
                <a:off x="11292792" y="4311639"/>
                <a:ext cx="13788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637" name="墨迹 636">
                <a:extLst>
                  <a:ext uri="{FF2B5EF4-FFF2-40B4-BE49-F238E27FC236}">
                    <a16:creationId xmlns:a16="http://schemas.microsoft.com/office/drawing/2014/main" id="{C557A1FB-19F0-4477-A51E-CC4FE8950FCE}"/>
                  </a:ext>
                </a:extLst>
              </p14:cNvPr>
              <p14:cNvContentPartPr/>
              <p14:nvPr/>
            </p14:nvContentPartPr>
            <p14:xfrm>
              <a:off x="11248152" y="3995559"/>
              <a:ext cx="193320" cy="192240"/>
            </p14:xfrm>
          </p:contentPart>
        </mc:Choice>
        <mc:Fallback xmlns="">
          <p:pic>
            <p:nvPicPr>
              <p:cNvPr id="637" name="墨迹 636">
                <a:extLst>
                  <a:ext uri="{FF2B5EF4-FFF2-40B4-BE49-F238E27FC236}">
                    <a16:creationId xmlns:a16="http://schemas.microsoft.com/office/drawing/2014/main" id="{C557A1FB-19F0-4477-A51E-CC4FE8950FCE}"/>
                  </a:ext>
                </a:extLst>
              </p:cNvPr>
              <p:cNvPicPr/>
              <p:nvPr/>
            </p:nvPicPr>
            <p:blipFill>
              <a:blip r:embed="rId359"/>
              <a:stretch>
                <a:fillRect/>
              </a:stretch>
            </p:blipFill>
            <p:spPr>
              <a:xfrm>
                <a:off x="11239169" y="3986919"/>
                <a:ext cx="210927"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641" name="墨迹 640">
                <a:extLst>
                  <a:ext uri="{FF2B5EF4-FFF2-40B4-BE49-F238E27FC236}">
                    <a16:creationId xmlns:a16="http://schemas.microsoft.com/office/drawing/2014/main" id="{3E8109C0-3FED-4266-95F7-CD74D890C055}"/>
                  </a:ext>
                </a:extLst>
              </p14:cNvPr>
              <p14:cNvContentPartPr/>
              <p14:nvPr/>
            </p14:nvContentPartPr>
            <p14:xfrm>
              <a:off x="11254272" y="3660759"/>
              <a:ext cx="182880" cy="185040"/>
            </p14:xfrm>
          </p:contentPart>
        </mc:Choice>
        <mc:Fallback xmlns="">
          <p:pic>
            <p:nvPicPr>
              <p:cNvPr id="641" name="墨迹 640">
                <a:extLst>
                  <a:ext uri="{FF2B5EF4-FFF2-40B4-BE49-F238E27FC236}">
                    <a16:creationId xmlns:a16="http://schemas.microsoft.com/office/drawing/2014/main" id="{3E8109C0-3FED-4266-95F7-CD74D890C055}"/>
                  </a:ext>
                </a:extLst>
              </p:cNvPr>
              <p:cNvPicPr/>
              <p:nvPr/>
            </p:nvPicPr>
            <p:blipFill>
              <a:blip r:embed="rId361"/>
              <a:stretch>
                <a:fillRect/>
              </a:stretch>
            </p:blipFill>
            <p:spPr>
              <a:xfrm>
                <a:off x="11245272" y="3651776"/>
                <a:ext cx="200520" cy="202646"/>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642" name="墨迹 641">
                <a:extLst>
                  <a:ext uri="{FF2B5EF4-FFF2-40B4-BE49-F238E27FC236}">
                    <a16:creationId xmlns:a16="http://schemas.microsoft.com/office/drawing/2014/main" id="{A0F01341-B0FA-45DA-B37F-3957F3FE9F0A}"/>
                  </a:ext>
                </a:extLst>
              </p14:cNvPr>
              <p14:cNvContentPartPr/>
              <p14:nvPr/>
            </p14:nvContentPartPr>
            <p14:xfrm>
              <a:off x="11290992" y="3400479"/>
              <a:ext cx="130680" cy="148680"/>
            </p14:xfrm>
          </p:contentPart>
        </mc:Choice>
        <mc:Fallback xmlns="">
          <p:pic>
            <p:nvPicPr>
              <p:cNvPr id="642" name="墨迹 641">
                <a:extLst>
                  <a:ext uri="{FF2B5EF4-FFF2-40B4-BE49-F238E27FC236}">
                    <a16:creationId xmlns:a16="http://schemas.microsoft.com/office/drawing/2014/main" id="{A0F01341-B0FA-45DA-B37F-3957F3FE9F0A}"/>
                  </a:ext>
                </a:extLst>
              </p:cNvPr>
              <p:cNvPicPr/>
              <p:nvPr/>
            </p:nvPicPr>
            <p:blipFill>
              <a:blip r:embed="rId363"/>
              <a:stretch>
                <a:fillRect/>
              </a:stretch>
            </p:blipFill>
            <p:spPr>
              <a:xfrm>
                <a:off x="11282352" y="3391479"/>
                <a:ext cx="14832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643" name="墨迹 642">
                <a:extLst>
                  <a:ext uri="{FF2B5EF4-FFF2-40B4-BE49-F238E27FC236}">
                    <a16:creationId xmlns:a16="http://schemas.microsoft.com/office/drawing/2014/main" id="{3BFF3739-246C-455C-98A8-69998E334EAA}"/>
                  </a:ext>
                </a:extLst>
              </p14:cNvPr>
              <p14:cNvContentPartPr/>
              <p14:nvPr/>
            </p14:nvContentPartPr>
            <p14:xfrm>
              <a:off x="8903112" y="1012599"/>
              <a:ext cx="168840" cy="186480"/>
            </p14:xfrm>
          </p:contentPart>
        </mc:Choice>
        <mc:Fallback xmlns="">
          <p:pic>
            <p:nvPicPr>
              <p:cNvPr id="643" name="墨迹 642">
                <a:extLst>
                  <a:ext uri="{FF2B5EF4-FFF2-40B4-BE49-F238E27FC236}">
                    <a16:creationId xmlns:a16="http://schemas.microsoft.com/office/drawing/2014/main" id="{3BFF3739-246C-455C-98A8-69998E334EAA}"/>
                  </a:ext>
                </a:extLst>
              </p:cNvPr>
              <p:cNvPicPr/>
              <p:nvPr/>
            </p:nvPicPr>
            <p:blipFill>
              <a:blip r:embed="rId365"/>
              <a:stretch>
                <a:fillRect/>
              </a:stretch>
            </p:blipFill>
            <p:spPr>
              <a:xfrm>
                <a:off x="8894472" y="1003959"/>
                <a:ext cx="18648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646" name="墨迹 645">
                <a:extLst>
                  <a:ext uri="{FF2B5EF4-FFF2-40B4-BE49-F238E27FC236}">
                    <a16:creationId xmlns:a16="http://schemas.microsoft.com/office/drawing/2014/main" id="{9FFA6220-CF84-4915-8AF9-FB226F36D978}"/>
                  </a:ext>
                </a:extLst>
              </p14:cNvPr>
              <p14:cNvContentPartPr/>
              <p14:nvPr/>
            </p14:nvContentPartPr>
            <p14:xfrm>
              <a:off x="9321072" y="1342359"/>
              <a:ext cx="100440" cy="188280"/>
            </p14:xfrm>
          </p:contentPart>
        </mc:Choice>
        <mc:Fallback xmlns="">
          <p:pic>
            <p:nvPicPr>
              <p:cNvPr id="646" name="墨迹 645">
                <a:extLst>
                  <a:ext uri="{FF2B5EF4-FFF2-40B4-BE49-F238E27FC236}">
                    <a16:creationId xmlns:a16="http://schemas.microsoft.com/office/drawing/2014/main" id="{9FFA6220-CF84-4915-8AF9-FB226F36D978}"/>
                  </a:ext>
                </a:extLst>
              </p:cNvPr>
              <p:cNvPicPr/>
              <p:nvPr/>
            </p:nvPicPr>
            <p:blipFill>
              <a:blip r:embed="rId367"/>
              <a:stretch>
                <a:fillRect/>
              </a:stretch>
            </p:blipFill>
            <p:spPr>
              <a:xfrm>
                <a:off x="9312401" y="1333359"/>
                <a:ext cx="118143"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653" name="墨迹 652">
                <a:extLst>
                  <a:ext uri="{FF2B5EF4-FFF2-40B4-BE49-F238E27FC236}">
                    <a16:creationId xmlns:a16="http://schemas.microsoft.com/office/drawing/2014/main" id="{AE5300AB-6247-4A40-91B6-4BDAC6DE8D5A}"/>
                  </a:ext>
                </a:extLst>
              </p14:cNvPr>
              <p14:cNvContentPartPr/>
              <p14:nvPr/>
            </p14:nvContentPartPr>
            <p14:xfrm>
              <a:off x="11065272" y="2979999"/>
              <a:ext cx="7200" cy="242280"/>
            </p14:xfrm>
          </p:contentPart>
        </mc:Choice>
        <mc:Fallback xmlns="">
          <p:pic>
            <p:nvPicPr>
              <p:cNvPr id="653" name="墨迹 652">
                <a:extLst>
                  <a:ext uri="{FF2B5EF4-FFF2-40B4-BE49-F238E27FC236}">
                    <a16:creationId xmlns:a16="http://schemas.microsoft.com/office/drawing/2014/main" id="{AE5300AB-6247-4A40-91B6-4BDAC6DE8D5A}"/>
                  </a:ext>
                </a:extLst>
              </p:cNvPr>
              <p:cNvPicPr/>
              <p:nvPr/>
            </p:nvPicPr>
            <p:blipFill>
              <a:blip r:embed="rId369"/>
              <a:stretch>
                <a:fillRect/>
              </a:stretch>
            </p:blipFill>
            <p:spPr>
              <a:xfrm>
                <a:off x="11056272" y="2971359"/>
                <a:ext cx="2484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654" name="墨迹 653">
                <a:extLst>
                  <a:ext uri="{FF2B5EF4-FFF2-40B4-BE49-F238E27FC236}">
                    <a16:creationId xmlns:a16="http://schemas.microsoft.com/office/drawing/2014/main" id="{3BE38E57-5DF9-4279-927C-510F5A2A2EC7}"/>
                  </a:ext>
                </a:extLst>
              </p14:cNvPr>
              <p14:cNvContentPartPr/>
              <p14:nvPr/>
            </p14:nvContentPartPr>
            <p14:xfrm>
              <a:off x="10895712" y="2989719"/>
              <a:ext cx="95400" cy="235080"/>
            </p14:xfrm>
          </p:contentPart>
        </mc:Choice>
        <mc:Fallback xmlns="">
          <p:pic>
            <p:nvPicPr>
              <p:cNvPr id="654" name="墨迹 653">
                <a:extLst>
                  <a:ext uri="{FF2B5EF4-FFF2-40B4-BE49-F238E27FC236}">
                    <a16:creationId xmlns:a16="http://schemas.microsoft.com/office/drawing/2014/main" id="{3BE38E57-5DF9-4279-927C-510F5A2A2EC7}"/>
                  </a:ext>
                </a:extLst>
              </p:cNvPr>
              <p:cNvPicPr/>
              <p:nvPr/>
            </p:nvPicPr>
            <p:blipFill>
              <a:blip r:embed="rId371"/>
              <a:stretch>
                <a:fillRect/>
              </a:stretch>
            </p:blipFill>
            <p:spPr>
              <a:xfrm>
                <a:off x="10887039" y="2980719"/>
                <a:ext cx="113107"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657" name="墨迹 656">
                <a:extLst>
                  <a:ext uri="{FF2B5EF4-FFF2-40B4-BE49-F238E27FC236}">
                    <a16:creationId xmlns:a16="http://schemas.microsoft.com/office/drawing/2014/main" id="{299D67E7-605A-4C6D-ADB7-D7781100B690}"/>
                  </a:ext>
                </a:extLst>
              </p14:cNvPr>
              <p14:cNvContentPartPr/>
              <p14:nvPr/>
            </p14:nvContentPartPr>
            <p14:xfrm>
              <a:off x="10603752" y="2721159"/>
              <a:ext cx="140040" cy="144360"/>
            </p14:xfrm>
          </p:contentPart>
        </mc:Choice>
        <mc:Fallback xmlns="">
          <p:pic>
            <p:nvPicPr>
              <p:cNvPr id="657" name="墨迹 656">
                <a:extLst>
                  <a:ext uri="{FF2B5EF4-FFF2-40B4-BE49-F238E27FC236}">
                    <a16:creationId xmlns:a16="http://schemas.microsoft.com/office/drawing/2014/main" id="{299D67E7-605A-4C6D-ADB7-D7781100B690}"/>
                  </a:ext>
                </a:extLst>
              </p:cNvPr>
              <p:cNvPicPr/>
              <p:nvPr/>
            </p:nvPicPr>
            <p:blipFill>
              <a:blip r:embed="rId373"/>
              <a:stretch>
                <a:fillRect/>
              </a:stretch>
            </p:blipFill>
            <p:spPr>
              <a:xfrm>
                <a:off x="10595090" y="2712519"/>
                <a:ext cx="157725"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660" name="墨迹 659">
                <a:extLst>
                  <a:ext uri="{FF2B5EF4-FFF2-40B4-BE49-F238E27FC236}">
                    <a16:creationId xmlns:a16="http://schemas.microsoft.com/office/drawing/2014/main" id="{E1FD1E40-75B2-4E41-B57F-7352A866AC4A}"/>
                  </a:ext>
                </a:extLst>
              </p14:cNvPr>
              <p14:cNvContentPartPr/>
              <p14:nvPr/>
            </p14:nvContentPartPr>
            <p14:xfrm>
              <a:off x="10253112" y="2335959"/>
              <a:ext cx="129600" cy="216000"/>
            </p14:xfrm>
          </p:contentPart>
        </mc:Choice>
        <mc:Fallback xmlns="">
          <p:pic>
            <p:nvPicPr>
              <p:cNvPr id="660" name="墨迹 659">
                <a:extLst>
                  <a:ext uri="{FF2B5EF4-FFF2-40B4-BE49-F238E27FC236}">
                    <a16:creationId xmlns:a16="http://schemas.microsoft.com/office/drawing/2014/main" id="{E1FD1E40-75B2-4E41-B57F-7352A866AC4A}"/>
                  </a:ext>
                </a:extLst>
              </p:cNvPr>
              <p:cNvPicPr/>
              <p:nvPr/>
            </p:nvPicPr>
            <p:blipFill>
              <a:blip r:embed="rId375"/>
              <a:stretch>
                <a:fillRect/>
              </a:stretch>
            </p:blipFill>
            <p:spPr>
              <a:xfrm>
                <a:off x="10244112" y="2327319"/>
                <a:ext cx="14724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664" name="墨迹 663">
                <a:extLst>
                  <a:ext uri="{FF2B5EF4-FFF2-40B4-BE49-F238E27FC236}">
                    <a16:creationId xmlns:a16="http://schemas.microsoft.com/office/drawing/2014/main" id="{18142DFD-1CC3-4BFA-AC36-BDD9C4743B2D}"/>
                  </a:ext>
                </a:extLst>
              </p14:cNvPr>
              <p14:cNvContentPartPr/>
              <p14:nvPr/>
            </p14:nvContentPartPr>
            <p14:xfrm>
              <a:off x="9926592" y="1998999"/>
              <a:ext cx="127080" cy="184680"/>
            </p14:xfrm>
          </p:contentPart>
        </mc:Choice>
        <mc:Fallback xmlns="">
          <p:pic>
            <p:nvPicPr>
              <p:cNvPr id="664" name="墨迹 663">
                <a:extLst>
                  <a:ext uri="{FF2B5EF4-FFF2-40B4-BE49-F238E27FC236}">
                    <a16:creationId xmlns:a16="http://schemas.microsoft.com/office/drawing/2014/main" id="{18142DFD-1CC3-4BFA-AC36-BDD9C4743B2D}"/>
                  </a:ext>
                </a:extLst>
              </p:cNvPr>
              <p:cNvPicPr/>
              <p:nvPr/>
            </p:nvPicPr>
            <p:blipFill>
              <a:blip r:embed="rId377"/>
              <a:stretch>
                <a:fillRect/>
              </a:stretch>
            </p:blipFill>
            <p:spPr>
              <a:xfrm>
                <a:off x="9917952" y="1989999"/>
                <a:ext cx="14472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668" name="墨迹 667">
                <a:extLst>
                  <a:ext uri="{FF2B5EF4-FFF2-40B4-BE49-F238E27FC236}">
                    <a16:creationId xmlns:a16="http://schemas.microsoft.com/office/drawing/2014/main" id="{EF606AB0-1C67-47B7-8D1A-535D88951375}"/>
                  </a:ext>
                </a:extLst>
              </p14:cNvPr>
              <p14:cNvContentPartPr/>
              <p14:nvPr/>
            </p14:nvContentPartPr>
            <p14:xfrm>
              <a:off x="9572712" y="1656999"/>
              <a:ext cx="154440" cy="178920"/>
            </p14:xfrm>
          </p:contentPart>
        </mc:Choice>
        <mc:Fallback xmlns="">
          <p:pic>
            <p:nvPicPr>
              <p:cNvPr id="668" name="墨迹 667">
                <a:extLst>
                  <a:ext uri="{FF2B5EF4-FFF2-40B4-BE49-F238E27FC236}">
                    <a16:creationId xmlns:a16="http://schemas.microsoft.com/office/drawing/2014/main" id="{EF606AB0-1C67-47B7-8D1A-535D88951375}"/>
                  </a:ext>
                </a:extLst>
              </p:cNvPr>
              <p:cNvPicPr/>
              <p:nvPr/>
            </p:nvPicPr>
            <p:blipFill>
              <a:blip r:embed="rId379"/>
              <a:stretch>
                <a:fillRect/>
              </a:stretch>
            </p:blipFill>
            <p:spPr>
              <a:xfrm>
                <a:off x="9563712" y="1648342"/>
                <a:ext cx="172080" cy="196596"/>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674" name="墨迹 673">
                <a:extLst>
                  <a:ext uri="{FF2B5EF4-FFF2-40B4-BE49-F238E27FC236}">
                    <a16:creationId xmlns:a16="http://schemas.microsoft.com/office/drawing/2014/main" id="{447C4DDA-3767-4FE6-9D0A-400724680D4E}"/>
                  </a:ext>
                </a:extLst>
              </p14:cNvPr>
              <p14:cNvContentPartPr/>
              <p14:nvPr/>
            </p14:nvContentPartPr>
            <p14:xfrm>
              <a:off x="9312432" y="340119"/>
              <a:ext cx="91800" cy="189360"/>
            </p14:xfrm>
          </p:contentPart>
        </mc:Choice>
        <mc:Fallback xmlns="">
          <p:pic>
            <p:nvPicPr>
              <p:cNvPr id="674" name="墨迹 673">
                <a:extLst>
                  <a:ext uri="{FF2B5EF4-FFF2-40B4-BE49-F238E27FC236}">
                    <a16:creationId xmlns:a16="http://schemas.microsoft.com/office/drawing/2014/main" id="{447C4DDA-3767-4FE6-9D0A-400724680D4E}"/>
                  </a:ext>
                </a:extLst>
              </p:cNvPr>
              <p:cNvPicPr/>
              <p:nvPr/>
            </p:nvPicPr>
            <p:blipFill>
              <a:blip r:embed="rId381"/>
              <a:stretch>
                <a:fillRect/>
              </a:stretch>
            </p:blipFill>
            <p:spPr>
              <a:xfrm>
                <a:off x="9303467" y="331119"/>
                <a:ext cx="109371"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675" name="墨迹 674">
                <a:extLst>
                  <a:ext uri="{FF2B5EF4-FFF2-40B4-BE49-F238E27FC236}">
                    <a16:creationId xmlns:a16="http://schemas.microsoft.com/office/drawing/2014/main" id="{8CF140A7-915D-415F-A810-BA52A554EA55}"/>
                  </a:ext>
                </a:extLst>
              </p14:cNvPr>
              <p14:cNvContentPartPr/>
              <p14:nvPr/>
            </p14:nvContentPartPr>
            <p14:xfrm>
              <a:off x="8921112" y="364599"/>
              <a:ext cx="171360" cy="164160"/>
            </p14:xfrm>
          </p:contentPart>
        </mc:Choice>
        <mc:Fallback xmlns="">
          <p:pic>
            <p:nvPicPr>
              <p:cNvPr id="675" name="墨迹 674">
                <a:extLst>
                  <a:ext uri="{FF2B5EF4-FFF2-40B4-BE49-F238E27FC236}">
                    <a16:creationId xmlns:a16="http://schemas.microsoft.com/office/drawing/2014/main" id="{8CF140A7-915D-415F-A810-BA52A554EA55}"/>
                  </a:ext>
                </a:extLst>
              </p:cNvPr>
              <p:cNvPicPr/>
              <p:nvPr/>
            </p:nvPicPr>
            <p:blipFill>
              <a:blip r:embed="rId383"/>
              <a:stretch>
                <a:fillRect/>
              </a:stretch>
            </p:blipFill>
            <p:spPr>
              <a:xfrm>
                <a:off x="8912454" y="355599"/>
                <a:ext cx="189037"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692" name="墨迹 691">
                <a:extLst>
                  <a:ext uri="{FF2B5EF4-FFF2-40B4-BE49-F238E27FC236}">
                    <a16:creationId xmlns:a16="http://schemas.microsoft.com/office/drawing/2014/main" id="{56D7CFD9-E27E-4B09-B8F2-7562AFB04629}"/>
                  </a:ext>
                </a:extLst>
              </p14:cNvPr>
              <p14:cNvContentPartPr/>
              <p14:nvPr/>
            </p14:nvContentPartPr>
            <p14:xfrm>
              <a:off x="10594392" y="352359"/>
              <a:ext cx="148680" cy="201240"/>
            </p14:xfrm>
          </p:contentPart>
        </mc:Choice>
        <mc:Fallback xmlns="">
          <p:pic>
            <p:nvPicPr>
              <p:cNvPr id="692" name="墨迹 691">
                <a:extLst>
                  <a:ext uri="{FF2B5EF4-FFF2-40B4-BE49-F238E27FC236}">
                    <a16:creationId xmlns:a16="http://schemas.microsoft.com/office/drawing/2014/main" id="{56D7CFD9-E27E-4B09-B8F2-7562AFB04629}"/>
                  </a:ext>
                </a:extLst>
              </p:cNvPr>
              <p:cNvPicPr/>
              <p:nvPr/>
            </p:nvPicPr>
            <p:blipFill>
              <a:blip r:embed="rId385"/>
              <a:stretch>
                <a:fillRect/>
              </a:stretch>
            </p:blipFill>
            <p:spPr>
              <a:xfrm>
                <a:off x="10585392" y="343719"/>
                <a:ext cx="1663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693" name="墨迹 692">
                <a:extLst>
                  <a:ext uri="{FF2B5EF4-FFF2-40B4-BE49-F238E27FC236}">
                    <a16:creationId xmlns:a16="http://schemas.microsoft.com/office/drawing/2014/main" id="{7308465D-A5ED-442D-8CF9-32C8A3BC9710}"/>
                  </a:ext>
                </a:extLst>
              </p14:cNvPr>
              <p14:cNvContentPartPr/>
              <p14:nvPr/>
            </p14:nvContentPartPr>
            <p14:xfrm>
              <a:off x="10293792" y="353079"/>
              <a:ext cx="156960" cy="222120"/>
            </p14:xfrm>
          </p:contentPart>
        </mc:Choice>
        <mc:Fallback xmlns="">
          <p:pic>
            <p:nvPicPr>
              <p:cNvPr id="693" name="墨迹 692">
                <a:extLst>
                  <a:ext uri="{FF2B5EF4-FFF2-40B4-BE49-F238E27FC236}">
                    <a16:creationId xmlns:a16="http://schemas.microsoft.com/office/drawing/2014/main" id="{7308465D-A5ED-442D-8CF9-32C8A3BC9710}"/>
                  </a:ext>
                </a:extLst>
              </p:cNvPr>
              <p:cNvPicPr/>
              <p:nvPr/>
            </p:nvPicPr>
            <p:blipFill>
              <a:blip r:embed="rId387"/>
              <a:stretch>
                <a:fillRect/>
              </a:stretch>
            </p:blipFill>
            <p:spPr>
              <a:xfrm>
                <a:off x="10285132" y="344079"/>
                <a:ext cx="174641"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694" name="墨迹 693">
                <a:extLst>
                  <a:ext uri="{FF2B5EF4-FFF2-40B4-BE49-F238E27FC236}">
                    <a16:creationId xmlns:a16="http://schemas.microsoft.com/office/drawing/2014/main" id="{86F60463-8D98-475A-A7BA-5664469A4C98}"/>
                  </a:ext>
                </a:extLst>
              </p14:cNvPr>
              <p14:cNvContentPartPr/>
              <p14:nvPr/>
            </p14:nvContentPartPr>
            <p14:xfrm>
              <a:off x="10009752" y="322119"/>
              <a:ext cx="102240" cy="206280"/>
            </p14:xfrm>
          </p:contentPart>
        </mc:Choice>
        <mc:Fallback xmlns="">
          <p:pic>
            <p:nvPicPr>
              <p:cNvPr id="694" name="墨迹 693">
                <a:extLst>
                  <a:ext uri="{FF2B5EF4-FFF2-40B4-BE49-F238E27FC236}">
                    <a16:creationId xmlns:a16="http://schemas.microsoft.com/office/drawing/2014/main" id="{86F60463-8D98-475A-A7BA-5664469A4C98}"/>
                  </a:ext>
                </a:extLst>
              </p:cNvPr>
              <p:cNvPicPr/>
              <p:nvPr/>
            </p:nvPicPr>
            <p:blipFill>
              <a:blip r:embed="rId389"/>
              <a:stretch>
                <a:fillRect/>
              </a:stretch>
            </p:blipFill>
            <p:spPr>
              <a:xfrm>
                <a:off x="10001112" y="313119"/>
                <a:ext cx="11988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695" name="墨迹 694">
                <a:extLst>
                  <a:ext uri="{FF2B5EF4-FFF2-40B4-BE49-F238E27FC236}">
                    <a16:creationId xmlns:a16="http://schemas.microsoft.com/office/drawing/2014/main" id="{B680DC6B-6C78-424A-B0FD-5FE69F1D0F17}"/>
                  </a:ext>
                </a:extLst>
              </p14:cNvPr>
              <p14:cNvContentPartPr/>
              <p14:nvPr/>
            </p14:nvContentPartPr>
            <p14:xfrm>
              <a:off x="9585672" y="376119"/>
              <a:ext cx="173880" cy="117720"/>
            </p14:xfrm>
          </p:contentPart>
        </mc:Choice>
        <mc:Fallback xmlns="">
          <p:pic>
            <p:nvPicPr>
              <p:cNvPr id="695" name="墨迹 694">
                <a:extLst>
                  <a:ext uri="{FF2B5EF4-FFF2-40B4-BE49-F238E27FC236}">
                    <a16:creationId xmlns:a16="http://schemas.microsoft.com/office/drawing/2014/main" id="{B680DC6B-6C78-424A-B0FD-5FE69F1D0F17}"/>
                  </a:ext>
                </a:extLst>
              </p:cNvPr>
              <p:cNvPicPr/>
              <p:nvPr/>
            </p:nvPicPr>
            <p:blipFill>
              <a:blip r:embed="rId391"/>
              <a:stretch>
                <a:fillRect/>
              </a:stretch>
            </p:blipFill>
            <p:spPr>
              <a:xfrm>
                <a:off x="9577014" y="367119"/>
                <a:ext cx="191557"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698" name="墨迹 697">
                <a:extLst>
                  <a:ext uri="{FF2B5EF4-FFF2-40B4-BE49-F238E27FC236}">
                    <a16:creationId xmlns:a16="http://schemas.microsoft.com/office/drawing/2014/main" id="{2F1F5326-7837-46FD-93F1-B19AA0E5E102}"/>
                  </a:ext>
                </a:extLst>
              </p14:cNvPr>
              <p14:cNvContentPartPr/>
              <p14:nvPr/>
            </p14:nvContentPartPr>
            <p14:xfrm>
              <a:off x="10999752" y="339039"/>
              <a:ext cx="99720" cy="207360"/>
            </p14:xfrm>
          </p:contentPart>
        </mc:Choice>
        <mc:Fallback xmlns="">
          <p:pic>
            <p:nvPicPr>
              <p:cNvPr id="698" name="墨迹 697">
                <a:extLst>
                  <a:ext uri="{FF2B5EF4-FFF2-40B4-BE49-F238E27FC236}">
                    <a16:creationId xmlns:a16="http://schemas.microsoft.com/office/drawing/2014/main" id="{2F1F5326-7837-46FD-93F1-B19AA0E5E102}"/>
                  </a:ext>
                </a:extLst>
              </p:cNvPr>
              <p:cNvPicPr/>
              <p:nvPr/>
            </p:nvPicPr>
            <p:blipFill>
              <a:blip r:embed="rId393"/>
              <a:stretch>
                <a:fillRect/>
              </a:stretch>
            </p:blipFill>
            <p:spPr>
              <a:xfrm>
                <a:off x="10991112" y="330399"/>
                <a:ext cx="1173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699" name="墨迹 698">
                <a:extLst>
                  <a:ext uri="{FF2B5EF4-FFF2-40B4-BE49-F238E27FC236}">
                    <a16:creationId xmlns:a16="http://schemas.microsoft.com/office/drawing/2014/main" id="{66A0F41C-2EF6-40F2-BC93-D224AABF39CD}"/>
                  </a:ext>
                </a:extLst>
              </p14:cNvPr>
              <p14:cNvContentPartPr/>
              <p14:nvPr/>
            </p14:nvContentPartPr>
            <p14:xfrm>
              <a:off x="9222432" y="704079"/>
              <a:ext cx="131040" cy="191520"/>
            </p14:xfrm>
          </p:contentPart>
        </mc:Choice>
        <mc:Fallback xmlns="">
          <p:pic>
            <p:nvPicPr>
              <p:cNvPr id="699" name="墨迹 698">
                <a:extLst>
                  <a:ext uri="{FF2B5EF4-FFF2-40B4-BE49-F238E27FC236}">
                    <a16:creationId xmlns:a16="http://schemas.microsoft.com/office/drawing/2014/main" id="{66A0F41C-2EF6-40F2-BC93-D224AABF39CD}"/>
                  </a:ext>
                </a:extLst>
              </p:cNvPr>
              <p:cNvPicPr/>
              <p:nvPr/>
            </p:nvPicPr>
            <p:blipFill>
              <a:blip r:embed="rId395"/>
              <a:stretch>
                <a:fillRect/>
              </a:stretch>
            </p:blipFill>
            <p:spPr>
              <a:xfrm>
                <a:off x="9213432" y="695439"/>
                <a:ext cx="14868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702" name="墨迹 701">
                <a:extLst>
                  <a:ext uri="{FF2B5EF4-FFF2-40B4-BE49-F238E27FC236}">
                    <a16:creationId xmlns:a16="http://schemas.microsoft.com/office/drawing/2014/main" id="{C30A54BD-E26A-4FC4-922D-0C11802E4A4B}"/>
                  </a:ext>
                </a:extLst>
              </p14:cNvPr>
              <p14:cNvContentPartPr/>
              <p14:nvPr/>
            </p14:nvContentPartPr>
            <p14:xfrm>
              <a:off x="9582432" y="670599"/>
              <a:ext cx="143640" cy="223200"/>
            </p14:xfrm>
          </p:contentPart>
        </mc:Choice>
        <mc:Fallback xmlns="">
          <p:pic>
            <p:nvPicPr>
              <p:cNvPr id="702" name="墨迹 701">
                <a:extLst>
                  <a:ext uri="{FF2B5EF4-FFF2-40B4-BE49-F238E27FC236}">
                    <a16:creationId xmlns:a16="http://schemas.microsoft.com/office/drawing/2014/main" id="{C30A54BD-E26A-4FC4-922D-0C11802E4A4B}"/>
                  </a:ext>
                </a:extLst>
              </p:cNvPr>
              <p:cNvPicPr/>
              <p:nvPr/>
            </p:nvPicPr>
            <p:blipFill>
              <a:blip r:embed="rId397"/>
              <a:stretch>
                <a:fillRect/>
              </a:stretch>
            </p:blipFill>
            <p:spPr>
              <a:xfrm>
                <a:off x="9573432" y="661599"/>
                <a:ext cx="16128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703" name="墨迹 702">
                <a:extLst>
                  <a:ext uri="{FF2B5EF4-FFF2-40B4-BE49-F238E27FC236}">
                    <a16:creationId xmlns:a16="http://schemas.microsoft.com/office/drawing/2014/main" id="{2A92C139-2A36-4DF2-B9AD-1DC30868329E}"/>
                  </a:ext>
                </a:extLst>
              </p14:cNvPr>
              <p14:cNvContentPartPr/>
              <p14:nvPr/>
            </p14:nvContentPartPr>
            <p14:xfrm>
              <a:off x="9594312" y="1065879"/>
              <a:ext cx="114120" cy="89640"/>
            </p14:xfrm>
          </p:contentPart>
        </mc:Choice>
        <mc:Fallback xmlns="">
          <p:pic>
            <p:nvPicPr>
              <p:cNvPr id="703" name="墨迹 702">
                <a:extLst>
                  <a:ext uri="{FF2B5EF4-FFF2-40B4-BE49-F238E27FC236}">
                    <a16:creationId xmlns:a16="http://schemas.microsoft.com/office/drawing/2014/main" id="{2A92C139-2A36-4DF2-B9AD-1DC30868329E}"/>
                  </a:ext>
                </a:extLst>
              </p:cNvPr>
              <p:cNvPicPr/>
              <p:nvPr/>
            </p:nvPicPr>
            <p:blipFill>
              <a:blip r:embed="rId399"/>
              <a:stretch>
                <a:fillRect/>
              </a:stretch>
            </p:blipFill>
            <p:spPr>
              <a:xfrm>
                <a:off x="9585312" y="1056879"/>
                <a:ext cx="13176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706" name="墨迹 705">
                <a:extLst>
                  <a:ext uri="{FF2B5EF4-FFF2-40B4-BE49-F238E27FC236}">
                    <a16:creationId xmlns:a16="http://schemas.microsoft.com/office/drawing/2014/main" id="{5C199287-FC00-41B0-8703-5C667910C874}"/>
                  </a:ext>
                </a:extLst>
              </p14:cNvPr>
              <p14:cNvContentPartPr/>
              <p14:nvPr/>
            </p14:nvContentPartPr>
            <p14:xfrm>
              <a:off x="9580632" y="1367559"/>
              <a:ext cx="123480" cy="122040"/>
            </p14:xfrm>
          </p:contentPart>
        </mc:Choice>
        <mc:Fallback xmlns="">
          <p:pic>
            <p:nvPicPr>
              <p:cNvPr id="706" name="墨迹 705">
                <a:extLst>
                  <a:ext uri="{FF2B5EF4-FFF2-40B4-BE49-F238E27FC236}">
                    <a16:creationId xmlns:a16="http://schemas.microsoft.com/office/drawing/2014/main" id="{5C199287-FC00-41B0-8703-5C667910C874}"/>
                  </a:ext>
                </a:extLst>
              </p:cNvPr>
              <p:cNvPicPr/>
              <p:nvPr/>
            </p:nvPicPr>
            <p:blipFill>
              <a:blip r:embed="rId401"/>
              <a:stretch>
                <a:fillRect/>
              </a:stretch>
            </p:blipFill>
            <p:spPr>
              <a:xfrm>
                <a:off x="9571992" y="1358559"/>
                <a:ext cx="14112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707" name="墨迹 706">
                <a:extLst>
                  <a:ext uri="{FF2B5EF4-FFF2-40B4-BE49-F238E27FC236}">
                    <a16:creationId xmlns:a16="http://schemas.microsoft.com/office/drawing/2014/main" id="{E0A5995B-52C1-41BE-85CB-52848943EB26}"/>
                  </a:ext>
                </a:extLst>
              </p14:cNvPr>
              <p14:cNvContentPartPr/>
              <p14:nvPr/>
            </p14:nvContentPartPr>
            <p14:xfrm>
              <a:off x="10263912" y="687519"/>
              <a:ext cx="129600" cy="141480"/>
            </p14:xfrm>
          </p:contentPart>
        </mc:Choice>
        <mc:Fallback xmlns="">
          <p:pic>
            <p:nvPicPr>
              <p:cNvPr id="707" name="墨迹 706">
                <a:extLst>
                  <a:ext uri="{FF2B5EF4-FFF2-40B4-BE49-F238E27FC236}">
                    <a16:creationId xmlns:a16="http://schemas.microsoft.com/office/drawing/2014/main" id="{E0A5995B-52C1-41BE-85CB-52848943EB26}"/>
                  </a:ext>
                </a:extLst>
              </p:cNvPr>
              <p:cNvPicPr/>
              <p:nvPr/>
            </p:nvPicPr>
            <p:blipFill>
              <a:blip r:embed="rId403"/>
              <a:stretch>
                <a:fillRect/>
              </a:stretch>
            </p:blipFill>
            <p:spPr>
              <a:xfrm>
                <a:off x="10254912" y="678519"/>
                <a:ext cx="1472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710" name="墨迹 709">
                <a:extLst>
                  <a:ext uri="{FF2B5EF4-FFF2-40B4-BE49-F238E27FC236}">
                    <a16:creationId xmlns:a16="http://schemas.microsoft.com/office/drawing/2014/main" id="{1D66A9D7-1DAC-4E30-B353-D15258B9FD6D}"/>
                  </a:ext>
                </a:extLst>
              </p14:cNvPr>
              <p14:cNvContentPartPr/>
              <p14:nvPr/>
            </p14:nvContentPartPr>
            <p14:xfrm>
              <a:off x="10614192" y="685719"/>
              <a:ext cx="136440" cy="153000"/>
            </p14:xfrm>
          </p:contentPart>
        </mc:Choice>
        <mc:Fallback xmlns="">
          <p:pic>
            <p:nvPicPr>
              <p:cNvPr id="710" name="墨迹 709">
                <a:extLst>
                  <a:ext uri="{FF2B5EF4-FFF2-40B4-BE49-F238E27FC236}">
                    <a16:creationId xmlns:a16="http://schemas.microsoft.com/office/drawing/2014/main" id="{1D66A9D7-1DAC-4E30-B353-D15258B9FD6D}"/>
                  </a:ext>
                </a:extLst>
              </p:cNvPr>
              <p:cNvPicPr/>
              <p:nvPr/>
            </p:nvPicPr>
            <p:blipFill>
              <a:blip r:embed="rId405"/>
              <a:stretch>
                <a:fillRect/>
              </a:stretch>
            </p:blipFill>
            <p:spPr>
              <a:xfrm>
                <a:off x="10605552" y="677079"/>
                <a:ext cx="15408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720" name="墨迹 719">
                <a:extLst>
                  <a:ext uri="{FF2B5EF4-FFF2-40B4-BE49-F238E27FC236}">
                    <a16:creationId xmlns:a16="http://schemas.microsoft.com/office/drawing/2014/main" id="{5DF3C112-A1BE-4001-8228-29AE509E3271}"/>
                  </a:ext>
                </a:extLst>
              </p14:cNvPr>
              <p14:cNvContentPartPr/>
              <p14:nvPr/>
            </p14:nvContentPartPr>
            <p14:xfrm>
              <a:off x="10942152" y="730359"/>
              <a:ext cx="164160" cy="145440"/>
            </p14:xfrm>
          </p:contentPart>
        </mc:Choice>
        <mc:Fallback xmlns="">
          <p:pic>
            <p:nvPicPr>
              <p:cNvPr id="720" name="墨迹 719">
                <a:extLst>
                  <a:ext uri="{FF2B5EF4-FFF2-40B4-BE49-F238E27FC236}">
                    <a16:creationId xmlns:a16="http://schemas.microsoft.com/office/drawing/2014/main" id="{5DF3C112-A1BE-4001-8228-29AE509E3271}"/>
                  </a:ext>
                </a:extLst>
              </p:cNvPr>
              <p:cNvPicPr/>
              <p:nvPr/>
            </p:nvPicPr>
            <p:blipFill>
              <a:blip r:embed="rId407"/>
              <a:stretch>
                <a:fillRect/>
              </a:stretch>
            </p:blipFill>
            <p:spPr>
              <a:xfrm>
                <a:off x="10933512" y="721359"/>
                <a:ext cx="18180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727" name="墨迹 726">
                <a:extLst>
                  <a:ext uri="{FF2B5EF4-FFF2-40B4-BE49-F238E27FC236}">
                    <a16:creationId xmlns:a16="http://schemas.microsoft.com/office/drawing/2014/main" id="{2914FA7E-09ED-402B-ABA8-21882EA15D81}"/>
                  </a:ext>
                </a:extLst>
              </p14:cNvPr>
              <p14:cNvContentPartPr/>
              <p14:nvPr/>
            </p14:nvContentPartPr>
            <p14:xfrm>
              <a:off x="11628672" y="695079"/>
              <a:ext cx="125280" cy="169200"/>
            </p14:xfrm>
          </p:contentPart>
        </mc:Choice>
        <mc:Fallback xmlns="">
          <p:pic>
            <p:nvPicPr>
              <p:cNvPr id="727" name="墨迹 726">
                <a:extLst>
                  <a:ext uri="{FF2B5EF4-FFF2-40B4-BE49-F238E27FC236}">
                    <a16:creationId xmlns:a16="http://schemas.microsoft.com/office/drawing/2014/main" id="{2914FA7E-09ED-402B-ABA8-21882EA15D81}"/>
                  </a:ext>
                </a:extLst>
              </p:cNvPr>
              <p:cNvPicPr/>
              <p:nvPr/>
            </p:nvPicPr>
            <p:blipFill>
              <a:blip r:embed="rId409"/>
              <a:stretch>
                <a:fillRect/>
              </a:stretch>
            </p:blipFill>
            <p:spPr>
              <a:xfrm>
                <a:off x="11619672" y="686079"/>
                <a:ext cx="14292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728" name="墨迹 727">
                <a:extLst>
                  <a:ext uri="{FF2B5EF4-FFF2-40B4-BE49-F238E27FC236}">
                    <a16:creationId xmlns:a16="http://schemas.microsoft.com/office/drawing/2014/main" id="{77E05E26-C05E-4253-93AE-3F96E83E04E8}"/>
                  </a:ext>
                </a:extLst>
              </p14:cNvPr>
              <p14:cNvContentPartPr/>
              <p14:nvPr/>
            </p14:nvContentPartPr>
            <p14:xfrm>
              <a:off x="11298912" y="690039"/>
              <a:ext cx="132480" cy="181080"/>
            </p14:xfrm>
          </p:contentPart>
        </mc:Choice>
        <mc:Fallback xmlns="">
          <p:pic>
            <p:nvPicPr>
              <p:cNvPr id="728" name="墨迹 727">
                <a:extLst>
                  <a:ext uri="{FF2B5EF4-FFF2-40B4-BE49-F238E27FC236}">
                    <a16:creationId xmlns:a16="http://schemas.microsoft.com/office/drawing/2014/main" id="{77E05E26-C05E-4253-93AE-3F96E83E04E8}"/>
                  </a:ext>
                </a:extLst>
              </p:cNvPr>
              <p:cNvPicPr/>
              <p:nvPr/>
            </p:nvPicPr>
            <p:blipFill>
              <a:blip r:embed="rId411"/>
              <a:stretch>
                <a:fillRect/>
              </a:stretch>
            </p:blipFill>
            <p:spPr>
              <a:xfrm>
                <a:off x="11289936" y="681399"/>
                <a:ext cx="150072"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731" name="墨迹 730">
                <a:extLst>
                  <a:ext uri="{FF2B5EF4-FFF2-40B4-BE49-F238E27FC236}">
                    <a16:creationId xmlns:a16="http://schemas.microsoft.com/office/drawing/2014/main" id="{6F563D61-B5A6-46C4-B02F-EA02DE1B140A}"/>
                  </a:ext>
                </a:extLst>
              </p14:cNvPr>
              <p14:cNvContentPartPr/>
              <p14:nvPr/>
            </p14:nvContentPartPr>
            <p14:xfrm>
              <a:off x="11263992" y="1023399"/>
              <a:ext cx="177840" cy="196560"/>
            </p14:xfrm>
          </p:contentPart>
        </mc:Choice>
        <mc:Fallback xmlns="">
          <p:pic>
            <p:nvPicPr>
              <p:cNvPr id="731" name="墨迹 730">
                <a:extLst>
                  <a:ext uri="{FF2B5EF4-FFF2-40B4-BE49-F238E27FC236}">
                    <a16:creationId xmlns:a16="http://schemas.microsoft.com/office/drawing/2014/main" id="{6F563D61-B5A6-46C4-B02F-EA02DE1B140A}"/>
                  </a:ext>
                </a:extLst>
              </p:cNvPr>
              <p:cNvPicPr/>
              <p:nvPr/>
            </p:nvPicPr>
            <p:blipFill>
              <a:blip r:embed="rId413"/>
              <a:stretch>
                <a:fillRect/>
              </a:stretch>
            </p:blipFill>
            <p:spPr>
              <a:xfrm>
                <a:off x="11255352" y="1014399"/>
                <a:ext cx="19548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732" name="墨迹 731">
                <a:extLst>
                  <a:ext uri="{FF2B5EF4-FFF2-40B4-BE49-F238E27FC236}">
                    <a16:creationId xmlns:a16="http://schemas.microsoft.com/office/drawing/2014/main" id="{8D4C7A86-C0C4-4D49-9F9F-49D65E310FD6}"/>
                  </a:ext>
                </a:extLst>
              </p14:cNvPr>
              <p14:cNvContentPartPr/>
              <p14:nvPr/>
            </p14:nvContentPartPr>
            <p14:xfrm>
              <a:off x="10966632" y="1388799"/>
              <a:ext cx="140760" cy="123840"/>
            </p14:xfrm>
          </p:contentPart>
        </mc:Choice>
        <mc:Fallback xmlns="">
          <p:pic>
            <p:nvPicPr>
              <p:cNvPr id="732" name="墨迹 731">
                <a:extLst>
                  <a:ext uri="{FF2B5EF4-FFF2-40B4-BE49-F238E27FC236}">
                    <a16:creationId xmlns:a16="http://schemas.microsoft.com/office/drawing/2014/main" id="{8D4C7A86-C0C4-4D49-9F9F-49D65E310FD6}"/>
                  </a:ext>
                </a:extLst>
              </p:cNvPr>
              <p:cNvPicPr/>
              <p:nvPr/>
            </p:nvPicPr>
            <p:blipFill>
              <a:blip r:embed="rId415"/>
              <a:stretch>
                <a:fillRect/>
              </a:stretch>
            </p:blipFill>
            <p:spPr>
              <a:xfrm>
                <a:off x="10957992" y="1380159"/>
                <a:ext cx="15840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738" name="墨迹 737">
                <a:extLst>
                  <a:ext uri="{FF2B5EF4-FFF2-40B4-BE49-F238E27FC236}">
                    <a16:creationId xmlns:a16="http://schemas.microsoft.com/office/drawing/2014/main" id="{36B3E9BE-AA38-4030-BC57-400F301BB1DE}"/>
                  </a:ext>
                </a:extLst>
              </p14:cNvPr>
              <p14:cNvContentPartPr/>
              <p14:nvPr/>
            </p14:nvContentPartPr>
            <p14:xfrm>
              <a:off x="10924152" y="1018719"/>
              <a:ext cx="197640" cy="156240"/>
            </p14:xfrm>
          </p:contentPart>
        </mc:Choice>
        <mc:Fallback xmlns="">
          <p:pic>
            <p:nvPicPr>
              <p:cNvPr id="738" name="墨迹 737">
                <a:extLst>
                  <a:ext uri="{FF2B5EF4-FFF2-40B4-BE49-F238E27FC236}">
                    <a16:creationId xmlns:a16="http://schemas.microsoft.com/office/drawing/2014/main" id="{36B3E9BE-AA38-4030-BC57-400F301BB1DE}"/>
                  </a:ext>
                </a:extLst>
              </p:cNvPr>
              <p:cNvPicPr/>
              <p:nvPr/>
            </p:nvPicPr>
            <p:blipFill>
              <a:blip r:embed="rId417"/>
              <a:stretch>
                <a:fillRect/>
              </a:stretch>
            </p:blipFill>
            <p:spPr>
              <a:xfrm>
                <a:off x="10915496" y="1010059"/>
                <a:ext cx="215312" cy="173921"/>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744" name="墨迹 743">
                <a:extLst>
                  <a:ext uri="{FF2B5EF4-FFF2-40B4-BE49-F238E27FC236}">
                    <a16:creationId xmlns:a16="http://schemas.microsoft.com/office/drawing/2014/main" id="{BA5C00C2-8A41-45F9-B809-79B55EEEF368}"/>
                  </a:ext>
                </a:extLst>
              </p14:cNvPr>
              <p14:cNvContentPartPr/>
              <p14:nvPr/>
            </p14:nvContentPartPr>
            <p14:xfrm>
              <a:off x="10898592" y="1686879"/>
              <a:ext cx="238320" cy="158760"/>
            </p14:xfrm>
          </p:contentPart>
        </mc:Choice>
        <mc:Fallback xmlns="">
          <p:pic>
            <p:nvPicPr>
              <p:cNvPr id="744" name="墨迹 743">
                <a:extLst>
                  <a:ext uri="{FF2B5EF4-FFF2-40B4-BE49-F238E27FC236}">
                    <a16:creationId xmlns:a16="http://schemas.microsoft.com/office/drawing/2014/main" id="{BA5C00C2-8A41-45F9-B809-79B55EEEF368}"/>
                  </a:ext>
                </a:extLst>
              </p:cNvPr>
              <p:cNvPicPr/>
              <p:nvPr/>
            </p:nvPicPr>
            <p:blipFill>
              <a:blip r:embed="rId419"/>
              <a:stretch>
                <a:fillRect/>
              </a:stretch>
            </p:blipFill>
            <p:spPr>
              <a:xfrm>
                <a:off x="10889592" y="1678239"/>
                <a:ext cx="25596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750" name="墨迹 749">
                <a:extLst>
                  <a:ext uri="{FF2B5EF4-FFF2-40B4-BE49-F238E27FC236}">
                    <a16:creationId xmlns:a16="http://schemas.microsoft.com/office/drawing/2014/main" id="{ACEAD900-8E15-464F-8C85-D5CCB613F518}"/>
                  </a:ext>
                </a:extLst>
              </p14:cNvPr>
              <p14:cNvContentPartPr/>
              <p14:nvPr/>
            </p14:nvContentPartPr>
            <p14:xfrm>
              <a:off x="10940352" y="2005839"/>
              <a:ext cx="198000" cy="175320"/>
            </p14:xfrm>
          </p:contentPart>
        </mc:Choice>
        <mc:Fallback xmlns="">
          <p:pic>
            <p:nvPicPr>
              <p:cNvPr id="750" name="墨迹 749">
                <a:extLst>
                  <a:ext uri="{FF2B5EF4-FFF2-40B4-BE49-F238E27FC236}">
                    <a16:creationId xmlns:a16="http://schemas.microsoft.com/office/drawing/2014/main" id="{ACEAD900-8E15-464F-8C85-D5CCB613F518}"/>
                  </a:ext>
                </a:extLst>
              </p:cNvPr>
              <p:cNvPicPr/>
              <p:nvPr/>
            </p:nvPicPr>
            <p:blipFill>
              <a:blip r:embed="rId421"/>
              <a:stretch>
                <a:fillRect/>
              </a:stretch>
            </p:blipFill>
            <p:spPr>
              <a:xfrm>
                <a:off x="10931368" y="1996857"/>
                <a:ext cx="215608" cy="192924"/>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754" name="墨迹 753">
                <a:extLst>
                  <a:ext uri="{FF2B5EF4-FFF2-40B4-BE49-F238E27FC236}">
                    <a16:creationId xmlns:a16="http://schemas.microsoft.com/office/drawing/2014/main" id="{82CE0678-388E-4EB2-993A-54B0FB400AB7}"/>
                  </a:ext>
                </a:extLst>
              </p14:cNvPr>
              <p14:cNvContentPartPr/>
              <p14:nvPr/>
            </p14:nvContentPartPr>
            <p14:xfrm>
              <a:off x="11306832" y="1997559"/>
              <a:ext cx="126720" cy="210600"/>
            </p14:xfrm>
          </p:contentPart>
        </mc:Choice>
        <mc:Fallback xmlns="">
          <p:pic>
            <p:nvPicPr>
              <p:cNvPr id="754" name="墨迹 753">
                <a:extLst>
                  <a:ext uri="{FF2B5EF4-FFF2-40B4-BE49-F238E27FC236}">
                    <a16:creationId xmlns:a16="http://schemas.microsoft.com/office/drawing/2014/main" id="{82CE0678-388E-4EB2-993A-54B0FB400AB7}"/>
                  </a:ext>
                </a:extLst>
              </p:cNvPr>
              <p:cNvPicPr/>
              <p:nvPr/>
            </p:nvPicPr>
            <p:blipFill>
              <a:blip r:embed="rId423"/>
              <a:stretch>
                <a:fillRect/>
              </a:stretch>
            </p:blipFill>
            <p:spPr>
              <a:xfrm>
                <a:off x="11298192" y="1988559"/>
                <a:ext cx="14436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758" name="墨迹 757">
                <a:extLst>
                  <a:ext uri="{FF2B5EF4-FFF2-40B4-BE49-F238E27FC236}">
                    <a16:creationId xmlns:a16="http://schemas.microsoft.com/office/drawing/2014/main" id="{F94793EC-F648-4AD2-834E-AC061BCAC185}"/>
                  </a:ext>
                </a:extLst>
              </p14:cNvPr>
              <p14:cNvContentPartPr/>
              <p14:nvPr/>
            </p14:nvContentPartPr>
            <p14:xfrm>
              <a:off x="10610232" y="2060199"/>
              <a:ext cx="136080" cy="141120"/>
            </p14:xfrm>
          </p:contentPart>
        </mc:Choice>
        <mc:Fallback xmlns="">
          <p:pic>
            <p:nvPicPr>
              <p:cNvPr id="758" name="墨迹 757">
                <a:extLst>
                  <a:ext uri="{FF2B5EF4-FFF2-40B4-BE49-F238E27FC236}">
                    <a16:creationId xmlns:a16="http://schemas.microsoft.com/office/drawing/2014/main" id="{F94793EC-F648-4AD2-834E-AC061BCAC185}"/>
                  </a:ext>
                </a:extLst>
              </p:cNvPr>
              <p:cNvPicPr/>
              <p:nvPr/>
            </p:nvPicPr>
            <p:blipFill>
              <a:blip r:embed="rId425"/>
              <a:stretch>
                <a:fillRect/>
              </a:stretch>
            </p:blipFill>
            <p:spPr>
              <a:xfrm>
                <a:off x="10601232" y="2051559"/>
                <a:ext cx="1537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761" name="墨迹 760">
                <a:extLst>
                  <a:ext uri="{FF2B5EF4-FFF2-40B4-BE49-F238E27FC236}">
                    <a16:creationId xmlns:a16="http://schemas.microsoft.com/office/drawing/2014/main" id="{DD73D9C2-20D9-4FFA-95A6-454425D220B8}"/>
                  </a:ext>
                </a:extLst>
              </p14:cNvPr>
              <p14:cNvContentPartPr/>
              <p14:nvPr/>
            </p14:nvContentPartPr>
            <p14:xfrm>
              <a:off x="10672152" y="1694079"/>
              <a:ext cx="102240" cy="142560"/>
            </p14:xfrm>
          </p:contentPart>
        </mc:Choice>
        <mc:Fallback xmlns="">
          <p:pic>
            <p:nvPicPr>
              <p:cNvPr id="761" name="墨迹 760">
                <a:extLst>
                  <a:ext uri="{FF2B5EF4-FFF2-40B4-BE49-F238E27FC236}">
                    <a16:creationId xmlns:a16="http://schemas.microsoft.com/office/drawing/2014/main" id="{DD73D9C2-20D9-4FFA-95A6-454425D220B8}"/>
                  </a:ext>
                </a:extLst>
              </p:cNvPr>
              <p:cNvPicPr/>
              <p:nvPr/>
            </p:nvPicPr>
            <p:blipFill>
              <a:blip r:embed="rId427"/>
              <a:stretch>
                <a:fillRect/>
              </a:stretch>
            </p:blipFill>
            <p:spPr>
              <a:xfrm>
                <a:off x="10663184" y="1685439"/>
                <a:ext cx="119818"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765" name="墨迹 764">
                <a:extLst>
                  <a:ext uri="{FF2B5EF4-FFF2-40B4-BE49-F238E27FC236}">
                    <a16:creationId xmlns:a16="http://schemas.microsoft.com/office/drawing/2014/main" id="{80D69A34-80BA-4D66-AD2A-4ADFADE13B0A}"/>
                  </a:ext>
                </a:extLst>
              </p14:cNvPr>
              <p14:cNvContentPartPr/>
              <p14:nvPr/>
            </p14:nvContentPartPr>
            <p14:xfrm>
              <a:off x="10616352" y="1340559"/>
              <a:ext cx="151920" cy="193680"/>
            </p14:xfrm>
          </p:contentPart>
        </mc:Choice>
        <mc:Fallback xmlns="">
          <p:pic>
            <p:nvPicPr>
              <p:cNvPr id="765" name="墨迹 764">
                <a:extLst>
                  <a:ext uri="{FF2B5EF4-FFF2-40B4-BE49-F238E27FC236}">
                    <a16:creationId xmlns:a16="http://schemas.microsoft.com/office/drawing/2014/main" id="{80D69A34-80BA-4D66-AD2A-4ADFADE13B0A}"/>
                  </a:ext>
                </a:extLst>
              </p:cNvPr>
              <p:cNvPicPr/>
              <p:nvPr/>
            </p:nvPicPr>
            <p:blipFill>
              <a:blip r:embed="rId429"/>
              <a:stretch>
                <a:fillRect/>
              </a:stretch>
            </p:blipFill>
            <p:spPr>
              <a:xfrm>
                <a:off x="10607712" y="1331559"/>
                <a:ext cx="16956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769" name="墨迹 768">
                <a:extLst>
                  <a:ext uri="{FF2B5EF4-FFF2-40B4-BE49-F238E27FC236}">
                    <a16:creationId xmlns:a16="http://schemas.microsoft.com/office/drawing/2014/main" id="{9F37EEBC-2F11-44E6-B68E-8CB73D4C3C33}"/>
                  </a:ext>
                </a:extLst>
              </p14:cNvPr>
              <p14:cNvContentPartPr/>
              <p14:nvPr/>
            </p14:nvContentPartPr>
            <p14:xfrm>
              <a:off x="10604832" y="1015479"/>
              <a:ext cx="138600" cy="201600"/>
            </p14:xfrm>
          </p:contentPart>
        </mc:Choice>
        <mc:Fallback xmlns="">
          <p:pic>
            <p:nvPicPr>
              <p:cNvPr id="769" name="墨迹 768">
                <a:extLst>
                  <a:ext uri="{FF2B5EF4-FFF2-40B4-BE49-F238E27FC236}">
                    <a16:creationId xmlns:a16="http://schemas.microsoft.com/office/drawing/2014/main" id="{9F37EEBC-2F11-44E6-B68E-8CB73D4C3C33}"/>
                  </a:ext>
                </a:extLst>
              </p:cNvPr>
              <p:cNvPicPr/>
              <p:nvPr/>
            </p:nvPicPr>
            <p:blipFill>
              <a:blip r:embed="rId431"/>
              <a:stretch>
                <a:fillRect/>
              </a:stretch>
            </p:blipFill>
            <p:spPr>
              <a:xfrm>
                <a:off x="10595855" y="1006839"/>
                <a:ext cx="156194"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773" name="墨迹 772">
                <a:extLst>
                  <a:ext uri="{FF2B5EF4-FFF2-40B4-BE49-F238E27FC236}">
                    <a16:creationId xmlns:a16="http://schemas.microsoft.com/office/drawing/2014/main" id="{74B650FE-8B66-419B-A753-8C9EF20DDC91}"/>
                  </a:ext>
                </a:extLst>
              </p14:cNvPr>
              <p14:cNvContentPartPr/>
              <p14:nvPr/>
            </p14:nvContentPartPr>
            <p14:xfrm>
              <a:off x="10610232" y="2382039"/>
              <a:ext cx="113760" cy="170280"/>
            </p14:xfrm>
          </p:contentPart>
        </mc:Choice>
        <mc:Fallback xmlns="">
          <p:pic>
            <p:nvPicPr>
              <p:cNvPr id="773" name="墨迹 772">
                <a:extLst>
                  <a:ext uri="{FF2B5EF4-FFF2-40B4-BE49-F238E27FC236}">
                    <a16:creationId xmlns:a16="http://schemas.microsoft.com/office/drawing/2014/main" id="{74B650FE-8B66-419B-A753-8C9EF20DDC91}"/>
                  </a:ext>
                </a:extLst>
              </p:cNvPr>
              <p:cNvPicPr/>
              <p:nvPr/>
            </p:nvPicPr>
            <p:blipFill>
              <a:blip r:embed="rId433"/>
              <a:stretch>
                <a:fillRect/>
              </a:stretch>
            </p:blipFill>
            <p:spPr>
              <a:xfrm>
                <a:off x="10601592" y="2373399"/>
                <a:ext cx="13140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776" name="墨迹 775">
                <a:extLst>
                  <a:ext uri="{FF2B5EF4-FFF2-40B4-BE49-F238E27FC236}">
                    <a16:creationId xmlns:a16="http://schemas.microsoft.com/office/drawing/2014/main" id="{FAC012E7-95CB-42CE-B988-48AF11482ECB}"/>
                  </a:ext>
                </a:extLst>
              </p14:cNvPr>
              <p14:cNvContentPartPr/>
              <p14:nvPr/>
            </p14:nvContentPartPr>
            <p14:xfrm>
              <a:off x="10255632" y="2667879"/>
              <a:ext cx="156240" cy="191880"/>
            </p14:xfrm>
          </p:contentPart>
        </mc:Choice>
        <mc:Fallback xmlns="">
          <p:pic>
            <p:nvPicPr>
              <p:cNvPr id="776" name="墨迹 775">
                <a:extLst>
                  <a:ext uri="{FF2B5EF4-FFF2-40B4-BE49-F238E27FC236}">
                    <a16:creationId xmlns:a16="http://schemas.microsoft.com/office/drawing/2014/main" id="{FAC012E7-95CB-42CE-B988-48AF11482ECB}"/>
                  </a:ext>
                </a:extLst>
              </p:cNvPr>
              <p:cNvPicPr/>
              <p:nvPr/>
            </p:nvPicPr>
            <p:blipFill>
              <a:blip r:embed="rId435"/>
              <a:stretch>
                <a:fillRect/>
              </a:stretch>
            </p:blipFill>
            <p:spPr>
              <a:xfrm>
                <a:off x="10246632" y="2658879"/>
                <a:ext cx="17388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777" name="墨迹 776">
                <a:extLst>
                  <a:ext uri="{FF2B5EF4-FFF2-40B4-BE49-F238E27FC236}">
                    <a16:creationId xmlns:a16="http://schemas.microsoft.com/office/drawing/2014/main" id="{9CD8B958-F01F-4DB4-A3EC-52189FE9CA82}"/>
                  </a:ext>
                </a:extLst>
              </p14:cNvPr>
              <p14:cNvContentPartPr/>
              <p14:nvPr/>
            </p14:nvContentPartPr>
            <p14:xfrm>
              <a:off x="9920832" y="3030399"/>
              <a:ext cx="203760" cy="134280"/>
            </p14:xfrm>
          </p:contentPart>
        </mc:Choice>
        <mc:Fallback xmlns="">
          <p:pic>
            <p:nvPicPr>
              <p:cNvPr id="777" name="墨迹 776">
                <a:extLst>
                  <a:ext uri="{FF2B5EF4-FFF2-40B4-BE49-F238E27FC236}">
                    <a16:creationId xmlns:a16="http://schemas.microsoft.com/office/drawing/2014/main" id="{9CD8B958-F01F-4DB4-A3EC-52189FE9CA82}"/>
                  </a:ext>
                </a:extLst>
              </p:cNvPr>
              <p:cNvPicPr/>
              <p:nvPr/>
            </p:nvPicPr>
            <p:blipFill>
              <a:blip r:embed="rId437"/>
              <a:stretch>
                <a:fillRect/>
              </a:stretch>
            </p:blipFill>
            <p:spPr>
              <a:xfrm>
                <a:off x="9912192" y="3021759"/>
                <a:ext cx="22140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780" name="墨迹 779">
                <a:extLst>
                  <a:ext uri="{FF2B5EF4-FFF2-40B4-BE49-F238E27FC236}">
                    <a16:creationId xmlns:a16="http://schemas.microsoft.com/office/drawing/2014/main" id="{36F22F9C-C422-4F91-8604-3FD96905D33C}"/>
                  </a:ext>
                </a:extLst>
              </p14:cNvPr>
              <p14:cNvContentPartPr/>
              <p14:nvPr/>
            </p14:nvContentPartPr>
            <p14:xfrm>
              <a:off x="10254912" y="3021759"/>
              <a:ext cx="209880" cy="147960"/>
            </p14:xfrm>
          </p:contentPart>
        </mc:Choice>
        <mc:Fallback xmlns="">
          <p:pic>
            <p:nvPicPr>
              <p:cNvPr id="780" name="墨迹 779">
                <a:extLst>
                  <a:ext uri="{FF2B5EF4-FFF2-40B4-BE49-F238E27FC236}">
                    <a16:creationId xmlns:a16="http://schemas.microsoft.com/office/drawing/2014/main" id="{36F22F9C-C422-4F91-8604-3FD96905D33C}"/>
                  </a:ext>
                </a:extLst>
              </p:cNvPr>
              <p:cNvPicPr/>
              <p:nvPr/>
            </p:nvPicPr>
            <p:blipFill>
              <a:blip r:embed="rId439"/>
              <a:stretch>
                <a:fillRect/>
              </a:stretch>
            </p:blipFill>
            <p:spPr>
              <a:xfrm>
                <a:off x="10246287" y="3013119"/>
                <a:ext cx="22749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784" name="墨迹 783">
                <a:extLst>
                  <a:ext uri="{FF2B5EF4-FFF2-40B4-BE49-F238E27FC236}">
                    <a16:creationId xmlns:a16="http://schemas.microsoft.com/office/drawing/2014/main" id="{FFFD7621-DCC8-4512-9A74-D68C636F87C7}"/>
                  </a:ext>
                </a:extLst>
              </p14:cNvPr>
              <p14:cNvContentPartPr/>
              <p14:nvPr/>
            </p14:nvContentPartPr>
            <p14:xfrm>
              <a:off x="9567312" y="3363039"/>
              <a:ext cx="188280" cy="157680"/>
            </p14:xfrm>
          </p:contentPart>
        </mc:Choice>
        <mc:Fallback xmlns="">
          <p:pic>
            <p:nvPicPr>
              <p:cNvPr id="784" name="墨迹 783">
                <a:extLst>
                  <a:ext uri="{FF2B5EF4-FFF2-40B4-BE49-F238E27FC236}">
                    <a16:creationId xmlns:a16="http://schemas.microsoft.com/office/drawing/2014/main" id="{FFFD7621-DCC8-4512-9A74-D68C636F87C7}"/>
                  </a:ext>
                </a:extLst>
              </p:cNvPr>
              <p:cNvPicPr/>
              <p:nvPr/>
            </p:nvPicPr>
            <p:blipFill>
              <a:blip r:embed="rId441"/>
              <a:stretch>
                <a:fillRect/>
              </a:stretch>
            </p:blipFill>
            <p:spPr>
              <a:xfrm>
                <a:off x="9558312" y="3354399"/>
                <a:ext cx="2059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790" name="墨迹 789">
                <a:extLst>
                  <a:ext uri="{FF2B5EF4-FFF2-40B4-BE49-F238E27FC236}">
                    <a16:creationId xmlns:a16="http://schemas.microsoft.com/office/drawing/2014/main" id="{F83BEEF2-1265-463E-90D8-46217F2AA3D4}"/>
                  </a:ext>
                </a:extLst>
              </p14:cNvPr>
              <p14:cNvContentPartPr/>
              <p14:nvPr/>
            </p14:nvContentPartPr>
            <p14:xfrm>
              <a:off x="9605472" y="3987639"/>
              <a:ext cx="152280" cy="134280"/>
            </p14:xfrm>
          </p:contentPart>
        </mc:Choice>
        <mc:Fallback xmlns="">
          <p:pic>
            <p:nvPicPr>
              <p:cNvPr id="790" name="墨迹 789">
                <a:extLst>
                  <a:ext uri="{FF2B5EF4-FFF2-40B4-BE49-F238E27FC236}">
                    <a16:creationId xmlns:a16="http://schemas.microsoft.com/office/drawing/2014/main" id="{F83BEEF2-1265-463E-90D8-46217F2AA3D4}"/>
                  </a:ext>
                </a:extLst>
              </p:cNvPr>
              <p:cNvPicPr/>
              <p:nvPr/>
            </p:nvPicPr>
            <p:blipFill>
              <a:blip r:embed="rId443"/>
              <a:stretch>
                <a:fillRect/>
              </a:stretch>
            </p:blipFill>
            <p:spPr>
              <a:xfrm>
                <a:off x="9596812" y="3978639"/>
                <a:ext cx="169962"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791" name="墨迹 790">
                <a:extLst>
                  <a:ext uri="{FF2B5EF4-FFF2-40B4-BE49-F238E27FC236}">
                    <a16:creationId xmlns:a16="http://schemas.microsoft.com/office/drawing/2014/main" id="{D4B69B6C-934C-4D0C-8316-A15A6343488B}"/>
                  </a:ext>
                </a:extLst>
              </p14:cNvPr>
              <p14:cNvContentPartPr/>
              <p14:nvPr/>
            </p14:nvContentPartPr>
            <p14:xfrm>
              <a:off x="9530952" y="3644919"/>
              <a:ext cx="208800" cy="180360"/>
            </p14:xfrm>
          </p:contentPart>
        </mc:Choice>
        <mc:Fallback xmlns="">
          <p:pic>
            <p:nvPicPr>
              <p:cNvPr id="791" name="墨迹 790">
                <a:extLst>
                  <a:ext uri="{FF2B5EF4-FFF2-40B4-BE49-F238E27FC236}">
                    <a16:creationId xmlns:a16="http://schemas.microsoft.com/office/drawing/2014/main" id="{D4B69B6C-934C-4D0C-8316-A15A6343488B}"/>
                  </a:ext>
                </a:extLst>
              </p:cNvPr>
              <p:cNvPicPr/>
              <p:nvPr/>
            </p:nvPicPr>
            <p:blipFill>
              <a:blip r:embed="rId445"/>
              <a:stretch>
                <a:fillRect/>
              </a:stretch>
            </p:blipFill>
            <p:spPr>
              <a:xfrm>
                <a:off x="9522312" y="3635919"/>
                <a:ext cx="22644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792" name="墨迹 791">
                <a:extLst>
                  <a:ext uri="{FF2B5EF4-FFF2-40B4-BE49-F238E27FC236}">
                    <a16:creationId xmlns:a16="http://schemas.microsoft.com/office/drawing/2014/main" id="{5FF966D3-093F-4A92-82CF-62ABB72F41D6}"/>
                  </a:ext>
                </a:extLst>
              </p14:cNvPr>
              <p14:cNvContentPartPr/>
              <p14:nvPr/>
            </p14:nvContentPartPr>
            <p14:xfrm>
              <a:off x="10253472" y="3339279"/>
              <a:ext cx="113040" cy="191520"/>
            </p14:xfrm>
          </p:contentPart>
        </mc:Choice>
        <mc:Fallback xmlns="">
          <p:pic>
            <p:nvPicPr>
              <p:cNvPr id="792" name="墨迹 791">
                <a:extLst>
                  <a:ext uri="{FF2B5EF4-FFF2-40B4-BE49-F238E27FC236}">
                    <a16:creationId xmlns:a16="http://schemas.microsoft.com/office/drawing/2014/main" id="{5FF966D3-093F-4A92-82CF-62ABB72F41D6}"/>
                  </a:ext>
                </a:extLst>
              </p:cNvPr>
              <p:cNvPicPr/>
              <p:nvPr/>
            </p:nvPicPr>
            <p:blipFill>
              <a:blip r:embed="rId447"/>
              <a:stretch>
                <a:fillRect/>
              </a:stretch>
            </p:blipFill>
            <p:spPr>
              <a:xfrm>
                <a:off x="10244472" y="3330279"/>
                <a:ext cx="13068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793" name="墨迹 792">
                <a:extLst>
                  <a:ext uri="{FF2B5EF4-FFF2-40B4-BE49-F238E27FC236}">
                    <a16:creationId xmlns:a16="http://schemas.microsoft.com/office/drawing/2014/main" id="{4EACC565-D92B-4648-BA81-E71A56859915}"/>
                  </a:ext>
                </a:extLst>
              </p14:cNvPr>
              <p14:cNvContentPartPr/>
              <p14:nvPr/>
            </p14:nvContentPartPr>
            <p14:xfrm>
              <a:off x="10254912" y="3771639"/>
              <a:ext cx="167040" cy="23760"/>
            </p14:xfrm>
          </p:contentPart>
        </mc:Choice>
        <mc:Fallback xmlns="">
          <p:pic>
            <p:nvPicPr>
              <p:cNvPr id="793" name="墨迹 792">
                <a:extLst>
                  <a:ext uri="{FF2B5EF4-FFF2-40B4-BE49-F238E27FC236}">
                    <a16:creationId xmlns:a16="http://schemas.microsoft.com/office/drawing/2014/main" id="{4EACC565-D92B-4648-BA81-E71A56859915}"/>
                  </a:ext>
                </a:extLst>
              </p:cNvPr>
              <p:cNvPicPr/>
              <p:nvPr/>
            </p:nvPicPr>
            <p:blipFill>
              <a:blip r:embed="rId449"/>
              <a:stretch>
                <a:fillRect/>
              </a:stretch>
            </p:blipFill>
            <p:spPr>
              <a:xfrm>
                <a:off x="10246272" y="3762999"/>
                <a:ext cx="1846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796" name="墨迹 795">
                <a:extLst>
                  <a:ext uri="{FF2B5EF4-FFF2-40B4-BE49-F238E27FC236}">
                    <a16:creationId xmlns:a16="http://schemas.microsoft.com/office/drawing/2014/main" id="{114FADD5-4CAE-4F38-8726-7D8792A1809B}"/>
                  </a:ext>
                </a:extLst>
              </p14:cNvPr>
              <p14:cNvContentPartPr/>
              <p14:nvPr/>
            </p14:nvContentPartPr>
            <p14:xfrm>
              <a:off x="10311792" y="3993039"/>
              <a:ext cx="108720" cy="228960"/>
            </p14:xfrm>
          </p:contentPart>
        </mc:Choice>
        <mc:Fallback xmlns="">
          <p:pic>
            <p:nvPicPr>
              <p:cNvPr id="796" name="墨迹 795">
                <a:extLst>
                  <a:ext uri="{FF2B5EF4-FFF2-40B4-BE49-F238E27FC236}">
                    <a16:creationId xmlns:a16="http://schemas.microsoft.com/office/drawing/2014/main" id="{114FADD5-4CAE-4F38-8726-7D8792A1809B}"/>
                  </a:ext>
                </a:extLst>
              </p:cNvPr>
              <p:cNvPicPr/>
              <p:nvPr/>
            </p:nvPicPr>
            <p:blipFill>
              <a:blip r:embed="rId451"/>
              <a:stretch>
                <a:fillRect/>
              </a:stretch>
            </p:blipFill>
            <p:spPr>
              <a:xfrm>
                <a:off x="10302822" y="3984039"/>
                <a:ext cx="126302"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797" name="墨迹 796">
                <a:extLst>
                  <a:ext uri="{FF2B5EF4-FFF2-40B4-BE49-F238E27FC236}">
                    <a16:creationId xmlns:a16="http://schemas.microsoft.com/office/drawing/2014/main" id="{48E7B606-B26A-4672-B7EA-F10DD6BBFBD5}"/>
                  </a:ext>
                </a:extLst>
              </p14:cNvPr>
              <p14:cNvContentPartPr/>
              <p14:nvPr/>
            </p14:nvContentPartPr>
            <p14:xfrm>
              <a:off x="10655232" y="4003479"/>
              <a:ext cx="43560" cy="37080"/>
            </p14:xfrm>
          </p:contentPart>
        </mc:Choice>
        <mc:Fallback xmlns="">
          <p:pic>
            <p:nvPicPr>
              <p:cNvPr id="797" name="墨迹 796">
                <a:extLst>
                  <a:ext uri="{FF2B5EF4-FFF2-40B4-BE49-F238E27FC236}">
                    <a16:creationId xmlns:a16="http://schemas.microsoft.com/office/drawing/2014/main" id="{48E7B606-B26A-4672-B7EA-F10DD6BBFBD5}"/>
                  </a:ext>
                </a:extLst>
              </p:cNvPr>
              <p:cNvPicPr/>
              <p:nvPr/>
            </p:nvPicPr>
            <p:blipFill>
              <a:blip r:embed="rId453"/>
              <a:stretch>
                <a:fillRect/>
              </a:stretch>
            </p:blipFill>
            <p:spPr>
              <a:xfrm>
                <a:off x="10646592" y="3994479"/>
                <a:ext cx="6120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798" name="墨迹 797">
                <a:extLst>
                  <a:ext uri="{FF2B5EF4-FFF2-40B4-BE49-F238E27FC236}">
                    <a16:creationId xmlns:a16="http://schemas.microsoft.com/office/drawing/2014/main" id="{A0957A09-D964-4658-B9CF-41828083C1DF}"/>
                  </a:ext>
                </a:extLst>
              </p14:cNvPr>
              <p14:cNvContentPartPr/>
              <p14:nvPr/>
            </p14:nvContentPartPr>
            <p14:xfrm>
              <a:off x="10616352" y="4070799"/>
              <a:ext cx="129600" cy="94680"/>
            </p14:xfrm>
          </p:contentPart>
        </mc:Choice>
        <mc:Fallback xmlns="">
          <p:pic>
            <p:nvPicPr>
              <p:cNvPr id="798" name="墨迹 797">
                <a:extLst>
                  <a:ext uri="{FF2B5EF4-FFF2-40B4-BE49-F238E27FC236}">
                    <a16:creationId xmlns:a16="http://schemas.microsoft.com/office/drawing/2014/main" id="{A0957A09-D964-4658-B9CF-41828083C1DF}"/>
                  </a:ext>
                </a:extLst>
              </p:cNvPr>
              <p:cNvPicPr/>
              <p:nvPr/>
            </p:nvPicPr>
            <p:blipFill>
              <a:blip r:embed="rId455"/>
              <a:stretch>
                <a:fillRect/>
              </a:stretch>
            </p:blipFill>
            <p:spPr>
              <a:xfrm>
                <a:off x="10607712" y="4062159"/>
                <a:ext cx="14724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799" name="墨迹 798">
                <a:extLst>
                  <a:ext uri="{FF2B5EF4-FFF2-40B4-BE49-F238E27FC236}">
                    <a16:creationId xmlns:a16="http://schemas.microsoft.com/office/drawing/2014/main" id="{F57EFE7E-B15E-4DB2-B856-E9A39A42D3DE}"/>
                  </a:ext>
                </a:extLst>
              </p14:cNvPr>
              <p14:cNvContentPartPr/>
              <p14:nvPr/>
            </p14:nvContentPartPr>
            <p14:xfrm>
              <a:off x="10640472" y="3626919"/>
              <a:ext cx="96480" cy="226440"/>
            </p14:xfrm>
          </p:contentPart>
        </mc:Choice>
        <mc:Fallback xmlns="">
          <p:pic>
            <p:nvPicPr>
              <p:cNvPr id="799" name="墨迹 798">
                <a:extLst>
                  <a:ext uri="{FF2B5EF4-FFF2-40B4-BE49-F238E27FC236}">
                    <a16:creationId xmlns:a16="http://schemas.microsoft.com/office/drawing/2014/main" id="{F57EFE7E-B15E-4DB2-B856-E9A39A42D3DE}"/>
                  </a:ext>
                </a:extLst>
              </p:cNvPr>
              <p:cNvPicPr/>
              <p:nvPr/>
            </p:nvPicPr>
            <p:blipFill>
              <a:blip r:embed="rId457"/>
              <a:stretch>
                <a:fillRect/>
              </a:stretch>
            </p:blipFill>
            <p:spPr>
              <a:xfrm>
                <a:off x="10631472" y="3618279"/>
                <a:ext cx="11412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800" name="墨迹 799">
                <a:extLst>
                  <a:ext uri="{FF2B5EF4-FFF2-40B4-BE49-F238E27FC236}">
                    <a16:creationId xmlns:a16="http://schemas.microsoft.com/office/drawing/2014/main" id="{34686DEF-7048-4C91-AC6D-F015E63F33CD}"/>
                  </a:ext>
                </a:extLst>
              </p14:cNvPr>
              <p14:cNvContentPartPr/>
              <p14:nvPr/>
            </p14:nvContentPartPr>
            <p14:xfrm>
              <a:off x="10917672" y="4024719"/>
              <a:ext cx="216720" cy="126360"/>
            </p14:xfrm>
          </p:contentPart>
        </mc:Choice>
        <mc:Fallback xmlns="">
          <p:pic>
            <p:nvPicPr>
              <p:cNvPr id="800" name="墨迹 799">
                <a:extLst>
                  <a:ext uri="{FF2B5EF4-FFF2-40B4-BE49-F238E27FC236}">
                    <a16:creationId xmlns:a16="http://schemas.microsoft.com/office/drawing/2014/main" id="{34686DEF-7048-4C91-AC6D-F015E63F33CD}"/>
                  </a:ext>
                </a:extLst>
              </p:cNvPr>
              <p:cNvPicPr/>
              <p:nvPr/>
            </p:nvPicPr>
            <p:blipFill>
              <a:blip r:embed="rId459"/>
              <a:stretch>
                <a:fillRect/>
              </a:stretch>
            </p:blipFill>
            <p:spPr>
              <a:xfrm>
                <a:off x="10908672" y="4016079"/>
                <a:ext cx="2343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803" name="墨迹 802">
                <a:extLst>
                  <a:ext uri="{FF2B5EF4-FFF2-40B4-BE49-F238E27FC236}">
                    <a16:creationId xmlns:a16="http://schemas.microsoft.com/office/drawing/2014/main" id="{BBA8E0F1-9E2E-461F-AAD0-AA32217C863F}"/>
                  </a:ext>
                </a:extLst>
              </p14:cNvPr>
              <p14:cNvContentPartPr/>
              <p14:nvPr/>
            </p14:nvContentPartPr>
            <p14:xfrm>
              <a:off x="10268952" y="4376079"/>
              <a:ext cx="150840" cy="145440"/>
            </p14:xfrm>
          </p:contentPart>
        </mc:Choice>
        <mc:Fallback xmlns="">
          <p:pic>
            <p:nvPicPr>
              <p:cNvPr id="803" name="墨迹 802">
                <a:extLst>
                  <a:ext uri="{FF2B5EF4-FFF2-40B4-BE49-F238E27FC236}">
                    <a16:creationId xmlns:a16="http://schemas.microsoft.com/office/drawing/2014/main" id="{BBA8E0F1-9E2E-461F-AAD0-AA32217C863F}"/>
                  </a:ext>
                </a:extLst>
              </p:cNvPr>
              <p:cNvPicPr/>
              <p:nvPr/>
            </p:nvPicPr>
            <p:blipFill>
              <a:blip r:embed="rId461"/>
              <a:stretch>
                <a:fillRect/>
              </a:stretch>
            </p:blipFill>
            <p:spPr>
              <a:xfrm>
                <a:off x="10259952" y="4367439"/>
                <a:ext cx="16848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806" name="墨迹 805">
                <a:extLst>
                  <a:ext uri="{FF2B5EF4-FFF2-40B4-BE49-F238E27FC236}">
                    <a16:creationId xmlns:a16="http://schemas.microsoft.com/office/drawing/2014/main" id="{1498EC4B-6B7E-4C7F-AE07-7DC45695B82A}"/>
                  </a:ext>
                </a:extLst>
              </p14:cNvPr>
              <p14:cNvContentPartPr/>
              <p14:nvPr/>
            </p14:nvContentPartPr>
            <p14:xfrm>
              <a:off x="10284792" y="4679199"/>
              <a:ext cx="154440" cy="149400"/>
            </p14:xfrm>
          </p:contentPart>
        </mc:Choice>
        <mc:Fallback xmlns="">
          <p:pic>
            <p:nvPicPr>
              <p:cNvPr id="806" name="墨迹 805">
                <a:extLst>
                  <a:ext uri="{FF2B5EF4-FFF2-40B4-BE49-F238E27FC236}">
                    <a16:creationId xmlns:a16="http://schemas.microsoft.com/office/drawing/2014/main" id="{1498EC4B-6B7E-4C7F-AE07-7DC45695B82A}"/>
                  </a:ext>
                </a:extLst>
              </p:cNvPr>
              <p:cNvPicPr/>
              <p:nvPr/>
            </p:nvPicPr>
            <p:blipFill>
              <a:blip r:embed="rId463"/>
              <a:stretch>
                <a:fillRect/>
              </a:stretch>
            </p:blipFill>
            <p:spPr>
              <a:xfrm>
                <a:off x="10276152" y="4670538"/>
                <a:ext cx="172080" cy="167083"/>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807" name="墨迹 806">
                <a:extLst>
                  <a:ext uri="{FF2B5EF4-FFF2-40B4-BE49-F238E27FC236}">
                    <a16:creationId xmlns:a16="http://schemas.microsoft.com/office/drawing/2014/main" id="{D33B7486-AFF0-4DAC-BC55-2B9DB3ACD96C}"/>
                  </a:ext>
                </a:extLst>
              </p14:cNvPr>
              <p14:cNvContentPartPr/>
              <p14:nvPr/>
            </p14:nvContentPartPr>
            <p14:xfrm>
              <a:off x="10588632" y="4670559"/>
              <a:ext cx="180360" cy="150120"/>
            </p14:xfrm>
          </p:contentPart>
        </mc:Choice>
        <mc:Fallback xmlns="">
          <p:pic>
            <p:nvPicPr>
              <p:cNvPr id="807" name="墨迹 806">
                <a:extLst>
                  <a:ext uri="{FF2B5EF4-FFF2-40B4-BE49-F238E27FC236}">
                    <a16:creationId xmlns:a16="http://schemas.microsoft.com/office/drawing/2014/main" id="{D33B7486-AFF0-4DAC-BC55-2B9DB3ACD96C}"/>
                  </a:ext>
                </a:extLst>
              </p:cNvPr>
              <p:cNvPicPr/>
              <p:nvPr/>
            </p:nvPicPr>
            <p:blipFill>
              <a:blip r:embed="rId465"/>
              <a:stretch>
                <a:fillRect/>
              </a:stretch>
            </p:blipFill>
            <p:spPr>
              <a:xfrm>
                <a:off x="10579632" y="4661919"/>
                <a:ext cx="19800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808" name="墨迹 807">
                <a:extLst>
                  <a:ext uri="{FF2B5EF4-FFF2-40B4-BE49-F238E27FC236}">
                    <a16:creationId xmlns:a16="http://schemas.microsoft.com/office/drawing/2014/main" id="{1883D41B-E5A5-4E6C-A7A8-C53C2601794E}"/>
                  </a:ext>
                </a:extLst>
              </p14:cNvPr>
              <p14:cNvContentPartPr/>
              <p14:nvPr/>
            </p14:nvContentPartPr>
            <p14:xfrm>
              <a:off x="10575672" y="5020119"/>
              <a:ext cx="186120" cy="94320"/>
            </p14:xfrm>
          </p:contentPart>
        </mc:Choice>
        <mc:Fallback xmlns="">
          <p:pic>
            <p:nvPicPr>
              <p:cNvPr id="808" name="墨迹 807">
                <a:extLst>
                  <a:ext uri="{FF2B5EF4-FFF2-40B4-BE49-F238E27FC236}">
                    <a16:creationId xmlns:a16="http://schemas.microsoft.com/office/drawing/2014/main" id="{1883D41B-E5A5-4E6C-A7A8-C53C2601794E}"/>
                  </a:ext>
                </a:extLst>
              </p:cNvPr>
              <p:cNvPicPr/>
              <p:nvPr/>
            </p:nvPicPr>
            <p:blipFill>
              <a:blip r:embed="rId467"/>
              <a:stretch>
                <a:fillRect/>
              </a:stretch>
            </p:blipFill>
            <p:spPr>
              <a:xfrm>
                <a:off x="10566672" y="5011119"/>
                <a:ext cx="20376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811" name="墨迹 810">
                <a:extLst>
                  <a:ext uri="{FF2B5EF4-FFF2-40B4-BE49-F238E27FC236}">
                    <a16:creationId xmlns:a16="http://schemas.microsoft.com/office/drawing/2014/main" id="{3E8BC235-99D6-4210-A534-3843E55E3FFF}"/>
                  </a:ext>
                </a:extLst>
              </p14:cNvPr>
              <p14:cNvContentPartPr/>
              <p14:nvPr/>
            </p14:nvContentPartPr>
            <p14:xfrm>
              <a:off x="10237272" y="5002839"/>
              <a:ext cx="186480" cy="179640"/>
            </p14:xfrm>
          </p:contentPart>
        </mc:Choice>
        <mc:Fallback xmlns="">
          <p:pic>
            <p:nvPicPr>
              <p:cNvPr id="811" name="墨迹 810">
                <a:extLst>
                  <a:ext uri="{FF2B5EF4-FFF2-40B4-BE49-F238E27FC236}">
                    <a16:creationId xmlns:a16="http://schemas.microsoft.com/office/drawing/2014/main" id="{3E8BC235-99D6-4210-A534-3843E55E3FFF}"/>
                  </a:ext>
                </a:extLst>
              </p:cNvPr>
              <p:cNvPicPr/>
              <p:nvPr/>
            </p:nvPicPr>
            <p:blipFill>
              <a:blip r:embed="rId469"/>
              <a:stretch>
                <a:fillRect/>
              </a:stretch>
            </p:blipFill>
            <p:spPr>
              <a:xfrm>
                <a:off x="10228289" y="4994199"/>
                <a:ext cx="204086"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812" name="墨迹 811">
                <a:extLst>
                  <a:ext uri="{FF2B5EF4-FFF2-40B4-BE49-F238E27FC236}">
                    <a16:creationId xmlns:a16="http://schemas.microsoft.com/office/drawing/2014/main" id="{A1653B62-71F3-4BEF-8828-A41B6A11C0D7}"/>
                  </a:ext>
                </a:extLst>
              </p14:cNvPr>
              <p14:cNvContentPartPr/>
              <p14:nvPr/>
            </p14:nvContentPartPr>
            <p14:xfrm>
              <a:off x="9282192" y="4646799"/>
              <a:ext cx="113400" cy="225360"/>
            </p14:xfrm>
          </p:contentPart>
        </mc:Choice>
        <mc:Fallback xmlns="">
          <p:pic>
            <p:nvPicPr>
              <p:cNvPr id="812" name="墨迹 811">
                <a:extLst>
                  <a:ext uri="{FF2B5EF4-FFF2-40B4-BE49-F238E27FC236}">
                    <a16:creationId xmlns:a16="http://schemas.microsoft.com/office/drawing/2014/main" id="{A1653B62-71F3-4BEF-8828-A41B6A11C0D7}"/>
                  </a:ext>
                </a:extLst>
              </p:cNvPr>
              <p:cNvPicPr/>
              <p:nvPr/>
            </p:nvPicPr>
            <p:blipFill>
              <a:blip r:embed="rId471"/>
              <a:stretch>
                <a:fillRect/>
              </a:stretch>
            </p:blipFill>
            <p:spPr>
              <a:xfrm>
                <a:off x="9273192" y="4638159"/>
                <a:ext cx="13104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813" name="墨迹 812">
                <a:extLst>
                  <a:ext uri="{FF2B5EF4-FFF2-40B4-BE49-F238E27FC236}">
                    <a16:creationId xmlns:a16="http://schemas.microsoft.com/office/drawing/2014/main" id="{1B9F12AC-882E-473F-8F2F-14F8E7CEE463}"/>
                  </a:ext>
                </a:extLst>
              </p14:cNvPr>
              <p14:cNvContentPartPr/>
              <p14:nvPr/>
            </p14:nvContentPartPr>
            <p14:xfrm>
              <a:off x="9656592" y="4677759"/>
              <a:ext cx="7920" cy="204840"/>
            </p14:xfrm>
          </p:contentPart>
        </mc:Choice>
        <mc:Fallback xmlns="">
          <p:pic>
            <p:nvPicPr>
              <p:cNvPr id="813" name="墨迹 812">
                <a:extLst>
                  <a:ext uri="{FF2B5EF4-FFF2-40B4-BE49-F238E27FC236}">
                    <a16:creationId xmlns:a16="http://schemas.microsoft.com/office/drawing/2014/main" id="{1B9F12AC-882E-473F-8F2F-14F8E7CEE463}"/>
                  </a:ext>
                </a:extLst>
              </p:cNvPr>
              <p:cNvPicPr/>
              <p:nvPr/>
            </p:nvPicPr>
            <p:blipFill>
              <a:blip r:embed="rId473"/>
              <a:stretch>
                <a:fillRect/>
              </a:stretch>
            </p:blipFill>
            <p:spPr>
              <a:xfrm>
                <a:off x="9647592" y="4669119"/>
                <a:ext cx="2556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816" name="墨迹 815">
                <a:extLst>
                  <a:ext uri="{FF2B5EF4-FFF2-40B4-BE49-F238E27FC236}">
                    <a16:creationId xmlns:a16="http://schemas.microsoft.com/office/drawing/2014/main" id="{FF5D6707-0473-4560-BC98-E8FCE6BC7D12}"/>
                  </a:ext>
                </a:extLst>
              </p14:cNvPr>
              <p14:cNvContentPartPr/>
              <p14:nvPr/>
            </p14:nvContentPartPr>
            <p14:xfrm>
              <a:off x="9900672" y="4652919"/>
              <a:ext cx="170280" cy="173160"/>
            </p14:xfrm>
          </p:contentPart>
        </mc:Choice>
        <mc:Fallback xmlns="">
          <p:pic>
            <p:nvPicPr>
              <p:cNvPr id="816" name="墨迹 815">
                <a:extLst>
                  <a:ext uri="{FF2B5EF4-FFF2-40B4-BE49-F238E27FC236}">
                    <a16:creationId xmlns:a16="http://schemas.microsoft.com/office/drawing/2014/main" id="{FF5D6707-0473-4560-BC98-E8FCE6BC7D12}"/>
                  </a:ext>
                </a:extLst>
              </p:cNvPr>
              <p:cNvPicPr/>
              <p:nvPr/>
            </p:nvPicPr>
            <p:blipFill>
              <a:blip r:embed="rId475"/>
              <a:stretch>
                <a:fillRect/>
              </a:stretch>
            </p:blipFill>
            <p:spPr>
              <a:xfrm>
                <a:off x="9891672" y="4644279"/>
                <a:ext cx="187920" cy="190800"/>
              </a:xfrm>
              <a:prstGeom prst="rect">
                <a:avLst/>
              </a:prstGeom>
            </p:spPr>
          </p:pic>
        </mc:Fallback>
      </mc:AlternateContent>
      <p:cxnSp>
        <p:nvCxnSpPr>
          <p:cNvPr id="831" name="直接连接符 830">
            <a:extLst>
              <a:ext uri="{FF2B5EF4-FFF2-40B4-BE49-F238E27FC236}">
                <a16:creationId xmlns:a16="http://schemas.microsoft.com/office/drawing/2014/main" id="{648D9B6C-E18C-4711-9888-24BEAB40240F}"/>
              </a:ext>
            </a:extLst>
          </p:cNvPr>
          <p:cNvCxnSpPr>
            <a:cxnSpLocks/>
          </p:cNvCxnSpPr>
          <p:nvPr/>
        </p:nvCxnSpPr>
        <p:spPr>
          <a:xfrm>
            <a:off x="7410549" y="1287985"/>
            <a:ext cx="34823" cy="34163"/>
          </a:xfrm>
          <a:prstGeom prst="line">
            <a:avLst/>
          </a:prstGeom>
          <a:ln w="9525"/>
        </p:spPr>
        <p:style>
          <a:lnRef idx="1">
            <a:schemeClr val="dk1"/>
          </a:lnRef>
          <a:fillRef idx="0">
            <a:schemeClr val="dk1"/>
          </a:fillRef>
          <a:effectRef idx="0">
            <a:schemeClr val="dk1"/>
          </a:effectRef>
          <a:fontRef idx="minor">
            <a:schemeClr val="tx1"/>
          </a:fontRef>
        </p:style>
      </p:cxnSp>
      <p:cxnSp>
        <p:nvCxnSpPr>
          <p:cNvPr id="832" name="直接连接符 831">
            <a:extLst>
              <a:ext uri="{FF2B5EF4-FFF2-40B4-BE49-F238E27FC236}">
                <a16:creationId xmlns:a16="http://schemas.microsoft.com/office/drawing/2014/main" id="{AB599ED6-5F12-4725-A1F6-C0EB70DE938C}"/>
              </a:ext>
            </a:extLst>
          </p:cNvPr>
          <p:cNvCxnSpPr>
            <a:cxnSpLocks/>
          </p:cNvCxnSpPr>
          <p:nvPr/>
        </p:nvCxnSpPr>
        <p:spPr>
          <a:xfrm>
            <a:off x="7424840" y="1267494"/>
            <a:ext cx="34823" cy="34163"/>
          </a:xfrm>
          <a:prstGeom prst="line">
            <a:avLst/>
          </a:prstGeom>
          <a:ln w="9525"/>
        </p:spPr>
        <p:style>
          <a:lnRef idx="1">
            <a:schemeClr val="dk1"/>
          </a:lnRef>
          <a:fillRef idx="0">
            <a:schemeClr val="dk1"/>
          </a:fillRef>
          <a:effectRef idx="0">
            <a:schemeClr val="dk1"/>
          </a:effectRef>
          <a:fontRef idx="minor">
            <a:schemeClr val="tx1"/>
          </a:fontRef>
        </p:style>
      </p:cxnSp>
      <p:sp>
        <p:nvSpPr>
          <p:cNvPr id="833" name="椭圆 832">
            <a:extLst>
              <a:ext uri="{FF2B5EF4-FFF2-40B4-BE49-F238E27FC236}">
                <a16:creationId xmlns:a16="http://schemas.microsoft.com/office/drawing/2014/main" id="{0BA95B12-5421-4EAC-B303-2D46C93C0A8A}"/>
              </a:ext>
            </a:extLst>
          </p:cNvPr>
          <p:cNvSpPr/>
          <p:nvPr/>
        </p:nvSpPr>
        <p:spPr>
          <a:xfrm>
            <a:off x="8779637" y="2209067"/>
            <a:ext cx="36000" cy="360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p14="http://schemas.microsoft.com/office/powerpoint/2010/main">
        <mc:Choice Requires="p14">
          <p:contentPart p14:bwMode="auto" r:id="rId476">
            <p14:nvContentPartPr>
              <p14:cNvPr id="834" name="墨迹 833">
                <a:extLst>
                  <a:ext uri="{FF2B5EF4-FFF2-40B4-BE49-F238E27FC236}">
                    <a16:creationId xmlns:a16="http://schemas.microsoft.com/office/drawing/2014/main" id="{F408AA08-D868-43ED-AA6D-7BA68C065E8A}"/>
                  </a:ext>
                </a:extLst>
              </p14:cNvPr>
              <p14:cNvContentPartPr/>
              <p14:nvPr/>
            </p14:nvContentPartPr>
            <p14:xfrm>
              <a:off x="8247040" y="5962600"/>
              <a:ext cx="117360" cy="14400"/>
            </p14:xfrm>
          </p:contentPart>
        </mc:Choice>
        <mc:Fallback xmlns="">
          <p:pic>
            <p:nvPicPr>
              <p:cNvPr id="834" name="墨迹 833">
                <a:extLst>
                  <a:ext uri="{FF2B5EF4-FFF2-40B4-BE49-F238E27FC236}">
                    <a16:creationId xmlns:a16="http://schemas.microsoft.com/office/drawing/2014/main" id="{F408AA08-D868-43ED-AA6D-7BA68C065E8A}"/>
                  </a:ext>
                </a:extLst>
              </p:cNvPr>
              <p:cNvPicPr/>
              <p:nvPr/>
            </p:nvPicPr>
            <p:blipFill>
              <a:blip r:embed="rId477"/>
              <a:stretch>
                <a:fillRect/>
              </a:stretch>
            </p:blipFill>
            <p:spPr>
              <a:xfrm>
                <a:off x="8238400" y="5953960"/>
                <a:ext cx="1350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478">
            <p14:nvContentPartPr>
              <p14:cNvPr id="845" name="墨迹 844">
                <a:extLst>
                  <a:ext uri="{FF2B5EF4-FFF2-40B4-BE49-F238E27FC236}">
                    <a16:creationId xmlns:a16="http://schemas.microsoft.com/office/drawing/2014/main" id="{27B95168-7F25-4893-9426-E323E027B4A4}"/>
                  </a:ext>
                </a:extLst>
              </p14:cNvPr>
              <p14:cNvContentPartPr/>
              <p14:nvPr/>
            </p14:nvContentPartPr>
            <p14:xfrm>
              <a:off x="8219680" y="6014440"/>
              <a:ext cx="156960" cy="181080"/>
            </p14:xfrm>
          </p:contentPart>
        </mc:Choice>
        <mc:Fallback xmlns="">
          <p:pic>
            <p:nvPicPr>
              <p:cNvPr id="845" name="墨迹 844">
                <a:extLst>
                  <a:ext uri="{FF2B5EF4-FFF2-40B4-BE49-F238E27FC236}">
                    <a16:creationId xmlns:a16="http://schemas.microsoft.com/office/drawing/2014/main" id="{27B95168-7F25-4893-9426-E323E027B4A4}"/>
                  </a:ext>
                </a:extLst>
              </p:cNvPr>
              <p:cNvPicPr/>
              <p:nvPr/>
            </p:nvPicPr>
            <p:blipFill>
              <a:blip r:embed="rId479"/>
              <a:stretch>
                <a:fillRect/>
              </a:stretch>
            </p:blipFill>
            <p:spPr>
              <a:xfrm>
                <a:off x="8211040" y="6005783"/>
                <a:ext cx="174600" cy="198755"/>
              </a:xfrm>
              <a:prstGeom prst="rect">
                <a:avLst/>
              </a:prstGeom>
            </p:spPr>
          </p:pic>
        </mc:Fallback>
      </mc:AlternateContent>
      <p:sp>
        <p:nvSpPr>
          <p:cNvPr id="846" name="矩形 845">
            <a:extLst>
              <a:ext uri="{FF2B5EF4-FFF2-40B4-BE49-F238E27FC236}">
                <a16:creationId xmlns:a16="http://schemas.microsoft.com/office/drawing/2014/main" id="{257D70B7-D8BB-49A3-8414-1419A9003D4B}"/>
              </a:ext>
            </a:extLst>
          </p:cNvPr>
          <p:cNvSpPr/>
          <p:nvPr/>
        </p:nvSpPr>
        <p:spPr>
          <a:xfrm>
            <a:off x="8664299" y="6235065"/>
            <a:ext cx="161280" cy="1714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p14="http://schemas.microsoft.com/office/powerpoint/2010/main">
        <mc:Choice Requires="p14">
          <p:contentPart p14:bwMode="auto" r:id="rId480">
            <p14:nvContentPartPr>
              <p14:cNvPr id="848" name="墨迹 847">
                <a:extLst>
                  <a:ext uri="{FF2B5EF4-FFF2-40B4-BE49-F238E27FC236}">
                    <a16:creationId xmlns:a16="http://schemas.microsoft.com/office/drawing/2014/main" id="{1221F7CA-8253-4439-92F8-2B6FA2718467}"/>
                  </a:ext>
                </a:extLst>
              </p14:cNvPr>
              <p14:cNvContentPartPr/>
              <p14:nvPr/>
            </p14:nvContentPartPr>
            <p14:xfrm>
              <a:off x="8620360" y="6828040"/>
              <a:ext cx="6480" cy="19800"/>
            </p14:xfrm>
          </p:contentPart>
        </mc:Choice>
        <mc:Fallback xmlns="">
          <p:pic>
            <p:nvPicPr>
              <p:cNvPr id="848" name="墨迹 847">
                <a:extLst>
                  <a:ext uri="{FF2B5EF4-FFF2-40B4-BE49-F238E27FC236}">
                    <a16:creationId xmlns:a16="http://schemas.microsoft.com/office/drawing/2014/main" id="{1221F7CA-8253-4439-92F8-2B6FA2718467}"/>
                  </a:ext>
                </a:extLst>
              </p:cNvPr>
              <p:cNvPicPr/>
              <p:nvPr/>
            </p:nvPicPr>
            <p:blipFill>
              <a:blip r:embed="rId481"/>
              <a:stretch>
                <a:fillRect/>
              </a:stretch>
            </p:blipFill>
            <p:spPr>
              <a:xfrm>
                <a:off x="8611720" y="6819400"/>
                <a:ext cx="241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854" name="墨迹 853">
                <a:extLst>
                  <a:ext uri="{FF2B5EF4-FFF2-40B4-BE49-F238E27FC236}">
                    <a16:creationId xmlns:a16="http://schemas.microsoft.com/office/drawing/2014/main" id="{A1B62945-4753-48D1-A8E6-1BE9E23AE37E}"/>
                  </a:ext>
                </a:extLst>
              </p14:cNvPr>
              <p14:cNvContentPartPr/>
              <p14:nvPr/>
            </p14:nvContentPartPr>
            <p14:xfrm>
              <a:off x="8531592" y="6287680"/>
              <a:ext cx="215128" cy="234360"/>
            </p14:xfrm>
          </p:contentPart>
        </mc:Choice>
        <mc:Fallback xmlns="">
          <p:pic>
            <p:nvPicPr>
              <p:cNvPr id="854" name="墨迹 853">
                <a:extLst>
                  <a:ext uri="{FF2B5EF4-FFF2-40B4-BE49-F238E27FC236}">
                    <a16:creationId xmlns:a16="http://schemas.microsoft.com/office/drawing/2014/main" id="{A1B62945-4753-48D1-A8E6-1BE9E23AE37E}"/>
                  </a:ext>
                </a:extLst>
              </p:cNvPr>
              <p:cNvPicPr/>
              <p:nvPr/>
            </p:nvPicPr>
            <p:blipFill>
              <a:blip r:embed="rId483"/>
              <a:stretch>
                <a:fillRect/>
              </a:stretch>
            </p:blipFill>
            <p:spPr>
              <a:xfrm>
                <a:off x="8522944" y="6278680"/>
                <a:ext cx="232785" cy="252000"/>
              </a:xfrm>
              <a:prstGeom prst="rect">
                <a:avLst/>
              </a:prstGeom>
            </p:spPr>
          </p:pic>
        </mc:Fallback>
      </mc:AlternateContent>
      <p:sp>
        <p:nvSpPr>
          <p:cNvPr id="859" name="内容占位符 2">
            <a:extLst>
              <a:ext uri="{FF2B5EF4-FFF2-40B4-BE49-F238E27FC236}">
                <a16:creationId xmlns:a16="http://schemas.microsoft.com/office/drawing/2014/main" id="{EC4D3989-5D47-460A-A82F-217345C0E3B2}"/>
              </a:ext>
            </a:extLst>
          </p:cNvPr>
          <p:cNvSpPr>
            <a:spLocks noGrp="1"/>
          </p:cNvSpPr>
          <p:nvPr>
            <p:ph idx="1"/>
          </p:nvPr>
        </p:nvSpPr>
        <p:spPr>
          <a:xfrm>
            <a:off x="78459" y="79333"/>
            <a:ext cx="4888448" cy="1898551"/>
          </a:xfrm>
        </p:spPr>
        <p:txBody>
          <a:bodyPr>
            <a:normAutofit/>
          </a:bodyPr>
          <a:lstStyle/>
          <a:p>
            <a:pPr marL="0" indent="0">
              <a:buNone/>
            </a:pPr>
            <a:r>
              <a:rPr lang="en-US" altLang="zh-CN" sz="1600" dirty="0"/>
              <a:t>         </a:t>
            </a:r>
            <a:r>
              <a:rPr lang="zh-CN" altLang="en-US" sz="1600" dirty="0"/>
              <a:t>本填字游戏共使用了八种文字</a:t>
            </a:r>
            <a:r>
              <a:rPr lang="en-US" altLang="zh-CN" sz="1600" dirty="0"/>
              <a:t>/</a:t>
            </a:r>
            <a:r>
              <a:rPr lang="zh-CN" altLang="en-US" sz="1600" dirty="0"/>
              <a:t>加密方式。标题的文字揭示了“语言真正的方向”，因此在填完所有格子之后，需要判断出每个蓝色方格（交叉路口）所交叉的两种语言，再将其转换成对应的方向，最后通过旗语提取（</a:t>
            </a:r>
            <a:r>
              <a:rPr lang="en-US" altLang="zh-CN" sz="1600" dirty="0"/>
              <a:t>……</a:t>
            </a:r>
            <a:r>
              <a:rPr lang="zh-CN" altLang="en-US" sz="1600" dirty="0"/>
              <a:t>引路的</a:t>
            </a:r>
            <a:r>
              <a:rPr lang="zh-CN" altLang="en-US" sz="1600" b="1" dirty="0"/>
              <a:t>旗帜</a:t>
            </a:r>
            <a:r>
              <a:rPr lang="zh-CN" altLang="en-US" sz="1600" dirty="0"/>
              <a:t>逐渐</a:t>
            </a:r>
            <a:r>
              <a:rPr lang="en-US" altLang="zh-CN" sz="1600" dirty="0"/>
              <a:t>……</a:t>
            </a:r>
            <a:r>
              <a:rPr lang="zh-CN" altLang="en-US" sz="1600" dirty="0"/>
              <a:t>），顺序为蓝色格子的标号</a:t>
            </a:r>
            <a:r>
              <a:rPr lang="en-US" altLang="zh-CN" sz="1600" dirty="0"/>
              <a:t>A-Q</a:t>
            </a:r>
            <a:r>
              <a:rPr lang="zh-CN" altLang="en-US" sz="1600" dirty="0"/>
              <a:t>字母序。答案为 </a:t>
            </a:r>
            <a:r>
              <a:rPr lang="en-US" altLang="zh-CN" sz="1600" dirty="0"/>
              <a:t>NO MORE TURNING BACK</a:t>
            </a:r>
            <a:r>
              <a:rPr lang="zh-CN" altLang="en-US" sz="1600" dirty="0"/>
              <a:t>（不再回头）。</a:t>
            </a:r>
            <a:endParaRPr lang="en-US" altLang="zh-CN" sz="1600" dirty="0"/>
          </a:p>
          <a:p>
            <a:pPr marL="0" indent="0">
              <a:buNone/>
            </a:pPr>
            <a:endParaRPr lang="zh-CN" altLang="en-US" sz="1600" dirty="0"/>
          </a:p>
        </p:txBody>
      </p:sp>
      <p:graphicFrame>
        <p:nvGraphicFramePr>
          <p:cNvPr id="2" name="表格 1">
            <a:extLst>
              <a:ext uri="{FF2B5EF4-FFF2-40B4-BE49-F238E27FC236}">
                <a16:creationId xmlns:a16="http://schemas.microsoft.com/office/drawing/2014/main" id="{FE601144-B352-429D-AF67-D73999BB20C2}"/>
              </a:ext>
            </a:extLst>
          </p:cNvPr>
          <p:cNvGraphicFramePr>
            <a:graphicFrameLocks noGrp="1"/>
          </p:cNvGraphicFramePr>
          <p:nvPr>
            <p:extLst>
              <p:ext uri="{D42A27DB-BD31-4B8C-83A1-F6EECF244321}">
                <p14:modId xmlns:p14="http://schemas.microsoft.com/office/powerpoint/2010/main" val="3536388192"/>
              </p:ext>
            </p:extLst>
          </p:nvPr>
        </p:nvGraphicFramePr>
        <p:xfrm>
          <a:off x="204648" y="2777669"/>
          <a:ext cx="4892544" cy="3904210"/>
        </p:xfrm>
        <a:graphic>
          <a:graphicData uri="http://schemas.openxmlformats.org/drawingml/2006/table">
            <a:tbl>
              <a:tblPr firstRow="1" bandRow="1">
                <a:tableStyleId>{073A0DAA-6AF3-43AB-8588-CEC1D06C72B9}</a:tableStyleId>
              </a:tblPr>
              <a:tblGrid>
                <a:gridCol w="611568">
                  <a:extLst>
                    <a:ext uri="{9D8B030D-6E8A-4147-A177-3AD203B41FA5}">
                      <a16:colId xmlns:a16="http://schemas.microsoft.com/office/drawing/2014/main" val="2716671638"/>
                    </a:ext>
                  </a:extLst>
                </a:gridCol>
                <a:gridCol w="611568">
                  <a:extLst>
                    <a:ext uri="{9D8B030D-6E8A-4147-A177-3AD203B41FA5}">
                      <a16:colId xmlns:a16="http://schemas.microsoft.com/office/drawing/2014/main" val="2897035342"/>
                    </a:ext>
                  </a:extLst>
                </a:gridCol>
                <a:gridCol w="611568">
                  <a:extLst>
                    <a:ext uri="{9D8B030D-6E8A-4147-A177-3AD203B41FA5}">
                      <a16:colId xmlns:a16="http://schemas.microsoft.com/office/drawing/2014/main" val="2054196190"/>
                    </a:ext>
                  </a:extLst>
                </a:gridCol>
                <a:gridCol w="611568">
                  <a:extLst>
                    <a:ext uri="{9D8B030D-6E8A-4147-A177-3AD203B41FA5}">
                      <a16:colId xmlns:a16="http://schemas.microsoft.com/office/drawing/2014/main" val="3910266717"/>
                    </a:ext>
                  </a:extLst>
                </a:gridCol>
                <a:gridCol w="611568">
                  <a:extLst>
                    <a:ext uri="{9D8B030D-6E8A-4147-A177-3AD203B41FA5}">
                      <a16:colId xmlns:a16="http://schemas.microsoft.com/office/drawing/2014/main" val="98156066"/>
                    </a:ext>
                  </a:extLst>
                </a:gridCol>
                <a:gridCol w="611568">
                  <a:extLst>
                    <a:ext uri="{9D8B030D-6E8A-4147-A177-3AD203B41FA5}">
                      <a16:colId xmlns:a16="http://schemas.microsoft.com/office/drawing/2014/main" val="719422352"/>
                    </a:ext>
                  </a:extLst>
                </a:gridCol>
                <a:gridCol w="611568">
                  <a:extLst>
                    <a:ext uri="{9D8B030D-6E8A-4147-A177-3AD203B41FA5}">
                      <a16:colId xmlns:a16="http://schemas.microsoft.com/office/drawing/2014/main" val="4040998598"/>
                    </a:ext>
                  </a:extLst>
                </a:gridCol>
                <a:gridCol w="611568">
                  <a:extLst>
                    <a:ext uri="{9D8B030D-6E8A-4147-A177-3AD203B41FA5}">
                      <a16:colId xmlns:a16="http://schemas.microsoft.com/office/drawing/2014/main" val="1151791259"/>
                    </a:ext>
                  </a:extLst>
                </a:gridCol>
              </a:tblGrid>
              <a:tr h="390421">
                <a:tc>
                  <a:txBody>
                    <a:bodyPr/>
                    <a:lstStyle/>
                    <a:p>
                      <a:pPr algn="ctr"/>
                      <a:r>
                        <a:rPr lang="zh-CN" altLang="en-US" sz="1600" dirty="0"/>
                        <a:t>序号</a:t>
                      </a:r>
                    </a:p>
                  </a:txBody>
                  <a:tcPr/>
                </a:tc>
                <a:tc>
                  <a:txBody>
                    <a:bodyPr/>
                    <a:lstStyle/>
                    <a:p>
                      <a:pPr algn="ctr"/>
                      <a:r>
                        <a:rPr lang="zh-CN" altLang="en-US" sz="1600" dirty="0"/>
                        <a:t>语言</a:t>
                      </a:r>
                    </a:p>
                  </a:txBody>
                  <a:tcPr/>
                </a:tc>
                <a:tc>
                  <a:txBody>
                    <a:bodyPr/>
                    <a:lstStyle/>
                    <a:p>
                      <a:pPr algn="ctr"/>
                      <a:r>
                        <a:rPr lang="zh-CN" altLang="en-US" sz="1600" dirty="0"/>
                        <a:t>方向</a:t>
                      </a:r>
                    </a:p>
                  </a:txBody>
                  <a:tcPr/>
                </a:tc>
                <a:tc>
                  <a:txBody>
                    <a:bodyPr/>
                    <a:lstStyle/>
                    <a:p>
                      <a:pPr algn="ctr"/>
                      <a:r>
                        <a:rPr lang="zh-CN" altLang="en-US" sz="1600" dirty="0"/>
                        <a:t>提取</a:t>
                      </a:r>
                    </a:p>
                  </a:txBody>
                  <a:tcPr>
                    <a:lnR w="12700" cap="flat" cmpd="sng" algn="ctr">
                      <a:solidFill>
                        <a:schemeClr val="tx1"/>
                      </a:solidFill>
                      <a:prstDash val="solid"/>
                      <a:round/>
                      <a:headEnd type="none" w="med" len="med"/>
                      <a:tailEnd type="none" w="med" len="med"/>
                    </a:lnR>
                  </a:tcPr>
                </a:tc>
                <a:tc>
                  <a:txBody>
                    <a:bodyPr/>
                    <a:lstStyle/>
                    <a:p>
                      <a:pPr algn="ctr"/>
                      <a:r>
                        <a:rPr lang="zh-CN" altLang="en-US" sz="1600" dirty="0"/>
                        <a:t>序号</a:t>
                      </a:r>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语言</a:t>
                      </a:r>
                    </a:p>
                  </a:txBody>
                  <a:tcPr/>
                </a:tc>
                <a:tc>
                  <a:txBody>
                    <a:bodyPr/>
                    <a:lstStyle/>
                    <a:p>
                      <a:pPr algn="ctr"/>
                      <a:r>
                        <a:rPr lang="zh-CN" altLang="en-US" sz="1600" dirty="0"/>
                        <a:t>方向</a:t>
                      </a:r>
                    </a:p>
                  </a:txBody>
                  <a:tcPr/>
                </a:tc>
                <a:tc>
                  <a:txBody>
                    <a:bodyPr/>
                    <a:lstStyle/>
                    <a:p>
                      <a:pPr algn="ctr"/>
                      <a:r>
                        <a:rPr lang="zh-CN" altLang="en-US" sz="1600" dirty="0"/>
                        <a:t>提取</a:t>
                      </a:r>
                    </a:p>
                  </a:txBody>
                  <a:tcPr/>
                </a:tc>
                <a:extLst>
                  <a:ext uri="{0D108BD9-81ED-4DB2-BD59-A6C34878D82A}">
                    <a16:rowId xmlns:a16="http://schemas.microsoft.com/office/drawing/2014/main" val="2735902218"/>
                  </a:ext>
                </a:extLst>
              </a:tr>
              <a:tr h="390421">
                <a:tc>
                  <a:txBody>
                    <a:bodyPr/>
                    <a:lstStyle/>
                    <a:p>
                      <a:pPr algn="ctr"/>
                      <a:r>
                        <a:rPr lang="en-US" altLang="zh-CN" sz="1600" i="0" dirty="0">
                          <a:latin typeface="Bookman Old Style" panose="02050604050505020204" pitchFamily="18" charset="0"/>
                        </a:rPr>
                        <a:t>A</a:t>
                      </a:r>
                      <a:endParaRPr lang="zh-CN" altLang="en-US" sz="1600" i="0" dirty="0">
                        <a:latin typeface="Bookman Old Style" panose="02050604050505020204" pitchFamily="18" charset="0"/>
                      </a:endParaRPr>
                    </a:p>
                  </a:txBody>
                  <a:tcPr anchor="ctr"/>
                </a:tc>
                <a:tc>
                  <a:txBody>
                    <a:bodyPr/>
                    <a:lstStyle/>
                    <a:p>
                      <a:pPr algn="ctr"/>
                      <a:r>
                        <a:rPr lang="zh-CN" altLang="en-US" sz="1600" dirty="0"/>
                        <a:t>韩英</a:t>
                      </a:r>
                    </a:p>
                  </a:txBody>
                  <a:tcPr anchor="ctr"/>
                </a:tc>
                <a:tc>
                  <a:txBody>
                    <a:bodyPr/>
                    <a:lstStyle/>
                    <a:p>
                      <a:pPr algn="ctr"/>
                      <a:endParaRPr lang="zh-CN" altLang="en-US" sz="1600" dirty="0"/>
                    </a:p>
                  </a:txBody>
                  <a:tcPr anchor="ctr"/>
                </a:tc>
                <a:tc>
                  <a:txBody>
                    <a:bodyPr/>
                    <a:lstStyle/>
                    <a:p>
                      <a:pPr algn="ctr"/>
                      <a:r>
                        <a:rPr lang="en-US" altLang="zh-CN" sz="1600" dirty="0"/>
                        <a:t>N</a:t>
                      </a:r>
                      <a:endParaRPr lang="zh-CN" altLang="en-US" sz="1600"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600" dirty="0">
                          <a:latin typeface="Bookman Old Style" panose="02050604050505020204" pitchFamily="18" charset="0"/>
                        </a:rPr>
                        <a:t>J</a:t>
                      </a:r>
                      <a:endParaRPr lang="zh-CN" altLang="en-US" sz="1600" dirty="0">
                        <a:latin typeface="Bookman Old Style" panose="020506040505050202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zh-CN" altLang="en-US" sz="1600" dirty="0"/>
                        <a:t>韩英</a:t>
                      </a:r>
                    </a:p>
                  </a:txBody>
                  <a:tcPr anchor="ctr"/>
                </a:tc>
                <a:tc>
                  <a:txBody>
                    <a:bodyPr/>
                    <a:lstStyle/>
                    <a:p>
                      <a:pPr algn="ctr"/>
                      <a:endParaRPr lang="zh-CN" altLang="en-US" sz="1600" dirty="0"/>
                    </a:p>
                  </a:txBody>
                  <a:tcPr anchor="ctr"/>
                </a:tc>
                <a:tc>
                  <a:txBody>
                    <a:bodyPr/>
                    <a:lstStyle/>
                    <a:p>
                      <a:pPr algn="ctr"/>
                      <a:r>
                        <a:rPr lang="en-US" altLang="zh-CN" sz="1600" dirty="0"/>
                        <a:t>N</a:t>
                      </a:r>
                      <a:endParaRPr lang="zh-CN" altLang="en-US" sz="1600" dirty="0"/>
                    </a:p>
                  </a:txBody>
                  <a:tcPr anchor="ctr"/>
                </a:tc>
                <a:extLst>
                  <a:ext uri="{0D108BD9-81ED-4DB2-BD59-A6C34878D82A}">
                    <a16:rowId xmlns:a16="http://schemas.microsoft.com/office/drawing/2014/main" val="990934522"/>
                  </a:ext>
                </a:extLst>
              </a:tr>
              <a:tr h="390421">
                <a:tc>
                  <a:txBody>
                    <a:bodyPr/>
                    <a:lstStyle/>
                    <a:p>
                      <a:pPr algn="ctr"/>
                      <a:r>
                        <a:rPr lang="en-US" altLang="zh-CN" sz="1600" dirty="0">
                          <a:latin typeface="Bookman Old Style" panose="02050604050505020204" pitchFamily="18" charset="0"/>
                        </a:rPr>
                        <a:t>B</a:t>
                      </a:r>
                      <a:endParaRPr lang="zh-CN" altLang="en-US" sz="1600" dirty="0">
                        <a:latin typeface="Bookman Old Style" panose="02050604050505020204" pitchFamily="18" charset="0"/>
                      </a:endParaRPr>
                    </a:p>
                  </a:txBody>
                  <a:tcPr anchor="ctr"/>
                </a:tc>
                <a:tc>
                  <a:txBody>
                    <a:bodyPr/>
                    <a:lstStyle/>
                    <a:p>
                      <a:pPr algn="ctr"/>
                      <a:r>
                        <a:rPr lang="zh-CN" altLang="en-US" sz="1600" dirty="0"/>
                        <a:t>中日</a:t>
                      </a:r>
                    </a:p>
                  </a:txBody>
                  <a:tcPr anchor="ctr"/>
                </a:tc>
                <a:tc>
                  <a:txBody>
                    <a:bodyPr/>
                    <a:lstStyle/>
                    <a:p>
                      <a:pPr algn="ctr"/>
                      <a:endParaRPr lang="zh-CN" altLang="en-US" sz="1600"/>
                    </a:p>
                  </a:txBody>
                  <a:tcPr anchor="ctr"/>
                </a:tc>
                <a:tc>
                  <a:txBody>
                    <a:bodyPr/>
                    <a:lstStyle/>
                    <a:p>
                      <a:pPr algn="ctr"/>
                      <a:r>
                        <a:rPr lang="en-US" altLang="zh-CN" sz="1600" dirty="0"/>
                        <a:t>O</a:t>
                      </a:r>
                      <a:endParaRPr lang="zh-CN" altLang="en-US" sz="1600"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600" dirty="0">
                          <a:latin typeface="Bookman Old Style" panose="02050604050505020204" pitchFamily="18" charset="0"/>
                        </a:rPr>
                        <a:t>K</a:t>
                      </a:r>
                      <a:endParaRPr lang="zh-CN" altLang="en-US" sz="1600" dirty="0">
                        <a:latin typeface="Bookman Old Style" panose="020506040505050202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zh-CN" altLang="en-US" sz="1600" dirty="0"/>
                        <a:t>韩日</a:t>
                      </a:r>
                    </a:p>
                  </a:txBody>
                  <a:tcPr anchor="ctr"/>
                </a:tc>
                <a:tc>
                  <a:txBody>
                    <a:bodyPr/>
                    <a:lstStyle/>
                    <a:p>
                      <a:pPr algn="ctr"/>
                      <a:endParaRPr lang="zh-CN" altLang="en-US" sz="1600" dirty="0"/>
                    </a:p>
                  </a:txBody>
                  <a:tcPr anchor="ctr"/>
                </a:tc>
                <a:tc>
                  <a:txBody>
                    <a:bodyPr/>
                    <a:lstStyle/>
                    <a:p>
                      <a:pPr algn="ctr"/>
                      <a:r>
                        <a:rPr lang="en-US" altLang="zh-CN" sz="1600" dirty="0"/>
                        <a:t>I</a:t>
                      </a:r>
                      <a:endParaRPr lang="zh-CN" altLang="en-US" sz="1600" dirty="0"/>
                    </a:p>
                  </a:txBody>
                  <a:tcPr anchor="ctr"/>
                </a:tc>
                <a:extLst>
                  <a:ext uri="{0D108BD9-81ED-4DB2-BD59-A6C34878D82A}">
                    <a16:rowId xmlns:a16="http://schemas.microsoft.com/office/drawing/2014/main" val="1811238066"/>
                  </a:ext>
                </a:extLst>
              </a:tr>
              <a:tr h="390421">
                <a:tc>
                  <a:txBody>
                    <a:bodyPr/>
                    <a:lstStyle/>
                    <a:p>
                      <a:pPr algn="ctr"/>
                      <a:r>
                        <a:rPr lang="en-US" altLang="zh-CN" sz="1600" dirty="0">
                          <a:latin typeface="Bookman Old Style" panose="02050604050505020204" pitchFamily="18" charset="0"/>
                        </a:rPr>
                        <a:t>C</a:t>
                      </a:r>
                      <a:endParaRPr lang="zh-CN" altLang="en-US" sz="1600" dirty="0">
                        <a:latin typeface="Bookman Old Style" panose="02050604050505020204" pitchFamily="18" charset="0"/>
                      </a:endParaRPr>
                    </a:p>
                  </a:txBody>
                  <a:tcPr anchor="ctr"/>
                </a:tc>
                <a:tc>
                  <a:txBody>
                    <a:bodyPr/>
                    <a:lstStyle/>
                    <a:p>
                      <a:pPr algn="ctr"/>
                      <a:r>
                        <a:rPr lang="zh-CN" altLang="en-US" sz="1600" dirty="0"/>
                        <a:t>韩旗</a:t>
                      </a:r>
                    </a:p>
                  </a:txBody>
                  <a:tcPr anchor="ctr"/>
                </a:tc>
                <a:tc>
                  <a:txBody>
                    <a:bodyPr/>
                    <a:lstStyle/>
                    <a:p>
                      <a:pPr algn="ctr"/>
                      <a:endParaRPr lang="zh-CN" altLang="en-US" sz="1600" dirty="0"/>
                    </a:p>
                  </a:txBody>
                  <a:tcPr anchor="ctr"/>
                </a:tc>
                <a:tc>
                  <a:txBody>
                    <a:bodyPr/>
                    <a:lstStyle/>
                    <a:p>
                      <a:pPr algn="ctr"/>
                      <a:r>
                        <a:rPr lang="en-US" altLang="zh-CN" sz="1600" dirty="0"/>
                        <a:t>M</a:t>
                      </a:r>
                      <a:endParaRPr lang="zh-CN" altLang="en-US" sz="1600"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600" dirty="0">
                          <a:latin typeface="Bookman Old Style" panose="02050604050505020204" pitchFamily="18" charset="0"/>
                        </a:rPr>
                        <a:t>L</a:t>
                      </a:r>
                      <a:endParaRPr lang="zh-CN" altLang="en-US" sz="1600" dirty="0">
                        <a:latin typeface="Bookman Old Style" panose="020506040505050202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zh-CN" altLang="en-US" sz="1600" dirty="0"/>
                        <a:t>韩英</a:t>
                      </a:r>
                    </a:p>
                  </a:txBody>
                  <a:tcPr anchor="ctr"/>
                </a:tc>
                <a:tc>
                  <a:txBody>
                    <a:bodyPr/>
                    <a:lstStyle/>
                    <a:p>
                      <a:pPr algn="ctr"/>
                      <a:endParaRPr lang="zh-CN" altLang="en-US" sz="1600" dirty="0"/>
                    </a:p>
                  </a:txBody>
                  <a:tcPr anchor="ctr"/>
                </a:tc>
                <a:tc>
                  <a:txBody>
                    <a:bodyPr/>
                    <a:lstStyle/>
                    <a:p>
                      <a:pPr algn="ctr"/>
                      <a:r>
                        <a:rPr lang="en-US" altLang="zh-CN" sz="1600" dirty="0"/>
                        <a:t>N</a:t>
                      </a:r>
                      <a:endParaRPr lang="zh-CN" altLang="en-US" sz="1600" dirty="0"/>
                    </a:p>
                  </a:txBody>
                  <a:tcPr anchor="ctr"/>
                </a:tc>
                <a:extLst>
                  <a:ext uri="{0D108BD9-81ED-4DB2-BD59-A6C34878D82A}">
                    <a16:rowId xmlns:a16="http://schemas.microsoft.com/office/drawing/2014/main" val="4033197089"/>
                  </a:ext>
                </a:extLst>
              </a:tr>
              <a:tr h="390421">
                <a:tc>
                  <a:txBody>
                    <a:bodyPr/>
                    <a:lstStyle/>
                    <a:p>
                      <a:pPr algn="ctr"/>
                      <a:r>
                        <a:rPr lang="en-US" altLang="zh-CN" sz="1600" dirty="0">
                          <a:latin typeface="Bookman Old Style" panose="02050604050505020204" pitchFamily="18" charset="0"/>
                        </a:rPr>
                        <a:t>D</a:t>
                      </a:r>
                      <a:endParaRPr lang="zh-CN" altLang="en-US" sz="1600" dirty="0">
                        <a:latin typeface="Bookman Old Style" panose="02050604050505020204" pitchFamily="18" charset="0"/>
                      </a:endParaRPr>
                    </a:p>
                  </a:txBody>
                  <a:tcPr anchor="ctr"/>
                </a:tc>
                <a:tc>
                  <a:txBody>
                    <a:bodyPr/>
                    <a:lstStyle/>
                    <a:p>
                      <a:pPr algn="ctr"/>
                      <a:r>
                        <a:rPr lang="zh-CN" altLang="en-US" sz="1600" dirty="0"/>
                        <a:t>中日</a:t>
                      </a:r>
                    </a:p>
                  </a:txBody>
                  <a:tcPr anchor="ctr"/>
                </a:tc>
                <a:tc>
                  <a:txBody>
                    <a:bodyPr/>
                    <a:lstStyle/>
                    <a:p>
                      <a:pPr algn="ctr"/>
                      <a:endParaRPr lang="zh-CN" altLang="en-US" sz="1600" dirty="0"/>
                    </a:p>
                  </a:txBody>
                  <a:tcPr anchor="ctr"/>
                </a:tc>
                <a:tc>
                  <a:txBody>
                    <a:bodyPr/>
                    <a:lstStyle/>
                    <a:p>
                      <a:pPr algn="ctr"/>
                      <a:r>
                        <a:rPr lang="en-US" altLang="zh-CN" sz="1600" dirty="0"/>
                        <a:t>O</a:t>
                      </a:r>
                      <a:endParaRPr lang="zh-CN" altLang="en-US" sz="1600"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600" dirty="0">
                          <a:latin typeface="Bookman Old Style" panose="02050604050505020204" pitchFamily="18" charset="0"/>
                        </a:rPr>
                        <a:t>M</a:t>
                      </a:r>
                      <a:endParaRPr lang="zh-CN" altLang="en-US" sz="1600" dirty="0">
                        <a:latin typeface="Bookman Old Style" panose="020506040505050202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zh-CN" altLang="en-US" sz="1600" dirty="0"/>
                        <a:t>英数</a:t>
                      </a:r>
                    </a:p>
                  </a:txBody>
                  <a:tcPr anchor="ctr"/>
                </a:tc>
                <a:tc>
                  <a:txBody>
                    <a:bodyPr/>
                    <a:lstStyle/>
                    <a:p>
                      <a:pPr algn="ctr"/>
                      <a:endParaRPr lang="zh-CN" altLang="en-US" sz="1600" dirty="0"/>
                    </a:p>
                  </a:txBody>
                  <a:tcPr anchor="ctr"/>
                </a:tc>
                <a:tc>
                  <a:txBody>
                    <a:bodyPr/>
                    <a:lstStyle/>
                    <a:p>
                      <a:pPr algn="ctr"/>
                      <a:r>
                        <a:rPr lang="en-US" altLang="zh-CN" sz="1600" dirty="0"/>
                        <a:t>G</a:t>
                      </a:r>
                      <a:endParaRPr lang="zh-CN" altLang="en-US" sz="1600" dirty="0"/>
                    </a:p>
                  </a:txBody>
                  <a:tcPr anchor="ctr"/>
                </a:tc>
                <a:extLst>
                  <a:ext uri="{0D108BD9-81ED-4DB2-BD59-A6C34878D82A}">
                    <a16:rowId xmlns:a16="http://schemas.microsoft.com/office/drawing/2014/main" val="4085041471"/>
                  </a:ext>
                </a:extLst>
              </a:tr>
              <a:tr h="390421">
                <a:tc>
                  <a:txBody>
                    <a:bodyPr/>
                    <a:lstStyle/>
                    <a:p>
                      <a:pPr algn="ctr"/>
                      <a:r>
                        <a:rPr lang="en-US" altLang="zh-CN" sz="1600" dirty="0">
                          <a:latin typeface="Bookman Old Style" panose="02050604050505020204" pitchFamily="18" charset="0"/>
                        </a:rPr>
                        <a:t>E</a:t>
                      </a:r>
                      <a:endParaRPr lang="zh-CN" altLang="en-US" sz="1600" dirty="0">
                        <a:latin typeface="Bookman Old Style" panose="02050604050505020204" pitchFamily="18" charset="0"/>
                      </a:endParaRPr>
                    </a:p>
                  </a:txBody>
                  <a:tcPr anchor="ctr"/>
                </a:tc>
                <a:tc>
                  <a:txBody>
                    <a:bodyPr/>
                    <a:lstStyle/>
                    <a:p>
                      <a:pPr algn="ctr"/>
                      <a:r>
                        <a:rPr lang="zh-CN" altLang="en-US" sz="1600" dirty="0"/>
                        <a:t>中旗</a:t>
                      </a:r>
                    </a:p>
                  </a:txBody>
                  <a:tcPr anchor="ctr"/>
                </a:tc>
                <a:tc>
                  <a:txBody>
                    <a:bodyPr/>
                    <a:lstStyle/>
                    <a:p>
                      <a:pPr algn="ctr"/>
                      <a:endParaRPr lang="zh-CN" altLang="en-US" sz="1600"/>
                    </a:p>
                  </a:txBody>
                  <a:tcPr anchor="ctr"/>
                </a:tc>
                <a:tc>
                  <a:txBody>
                    <a:bodyPr/>
                    <a:lstStyle/>
                    <a:p>
                      <a:pPr algn="ctr"/>
                      <a:r>
                        <a:rPr lang="en-US" altLang="zh-CN" sz="1600" dirty="0"/>
                        <a:t>R</a:t>
                      </a:r>
                      <a:endParaRPr lang="zh-CN" altLang="en-US" sz="1600"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600" dirty="0">
                          <a:latin typeface="Bookman Old Style" panose="02050604050505020204" pitchFamily="18" charset="0"/>
                        </a:rPr>
                        <a:t>N</a:t>
                      </a:r>
                      <a:endParaRPr lang="zh-CN" altLang="en-US" sz="1600" dirty="0">
                        <a:latin typeface="Bookman Old Style" panose="020506040505050202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zh-CN" altLang="en-US" sz="1600" dirty="0"/>
                        <a:t>中数</a:t>
                      </a:r>
                    </a:p>
                  </a:txBody>
                  <a:tcPr anchor="ctr"/>
                </a:tc>
                <a:tc>
                  <a:txBody>
                    <a:bodyPr/>
                    <a:lstStyle/>
                    <a:p>
                      <a:pPr algn="ctr"/>
                      <a:endParaRPr lang="zh-CN" altLang="en-US" sz="1600" dirty="0"/>
                    </a:p>
                  </a:txBody>
                  <a:tcPr anchor="ctr"/>
                </a:tc>
                <a:tc>
                  <a:txBody>
                    <a:bodyPr/>
                    <a:lstStyle/>
                    <a:p>
                      <a:pPr algn="ctr"/>
                      <a:r>
                        <a:rPr lang="en-US" altLang="zh-CN" sz="1600" dirty="0"/>
                        <a:t>B</a:t>
                      </a:r>
                      <a:endParaRPr lang="zh-CN" altLang="en-US" sz="1600" dirty="0"/>
                    </a:p>
                  </a:txBody>
                  <a:tcPr anchor="ctr"/>
                </a:tc>
                <a:extLst>
                  <a:ext uri="{0D108BD9-81ED-4DB2-BD59-A6C34878D82A}">
                    <a16:rowId xmlns:a16="http://schemas.microsoft.com/office/drawing/2014/main" val="4001647085"/>
                  </a:ext>
                </a:extLst>
              </a:tr>
              <a:tr h="390421">
                <a:tc>
                  <a:txBody>
                    <a:bodyPr/>
                    <a:lstStyle/>
                    <a:p>
                      <a:pPr algn="ctr"/>
                      <a:r>
                        <a:rPr lang="en-US" altLang="zh-CN" sz="1600" dirty="0">
                          <a:latin typeface="Bookman Old Style" panose="02050604050505020204" pitchFamily="18" charset="0"/>
                        </a:rPr>
                        <a:t>F</a:t>
                      </a:r>
                      <a:endParaRPr lang="zh-CN" altLang="en-US" sz="1600" dirty="0">
                        <a:latin typeface="Bookman Old Style" panose="02050604050505020204" pitchFamily="18" charset="0"/>
                      </a:endParaRPr>
                    </a:p>
                  </a:txBody>
                  <a:tcPr anchor="ctr"/>
                </a:tc>
                <a:tc>
                  <a:txBody>
                    <a:bodyPr/>
                    <a:lstStyle/>
                    <a:p>
                      <a:pPr algn="ctr"/>
                      <a:r>
                        <a:rPr lang="zh-CN" altLang="en-US" sz="1600" dirty="0"/>
                        <a:t>夏数</a:t>
                      </a:r>
                    </a:p>
                  </a:txBody>
                  <a:tcPr anchor="ctr"/>
                </a:tc>
                <a:tc>
                  <a:txBody>
                    <a:bodyPr/>
                    <a:lstStyle/>
                    <a:p>
                      <a:pPr algn="ctr"/>
                      <a:endParaRPr lang="zh-CN" altLang="en-US" sz="1600"/>
                    </a:p>
                  </a:txBody>
                  <a:tcPr anchor="ctr"/>
                </a:tc>
                <a:tc>
                  <a:txBody>
                    <a:bodyPr/>
                    <a:lstStyle/>
                    <a:p>
                      <a:pPr algn="ctr"/>
                      <a:r>
                        <a:rPr lang="en-US" altLang="zh-CN" sz="1600" dirty="0"/>
                        <a:t>E</a:t>
                      </a:r>
                      <a:endParaRPr lang="zh-CN" altLang="en-US" sz="1600"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600" dirty="0">
                          <a:latin typeface="Bookman Old Style" panose="02050604050505020204" pitchFamily="18" charset="0"/>
                        </a:rPr>
                        <a:t>O</a:t>
                      </a:r>
                      <a:endParaRPr lang="zh-CN" altLang="en-US" sz="1600" dirty="0">
                        <a:latin typeface="Bookman Old Style" panose="020506040505050202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zh-CN" altLang="en-US" sz="1600" dirty="0"/>
                        <a:t>韩数</a:t>
                      </a:r>
                    </a:p>
                  </a:txBody>
                  <a:tcPr anchor="ctr"/>
                </a:tc>
                <a:tc>
                  <a:txBody>
                    <a:bodyPr/>
                    <a:lstStyle/>
                    <a:p>
                      <a:pPr algn="ctr"/>
                      <a:endParaRPr lang="zh-CN" altLang="en-US" sz="1600" dirty="0"/>
                    </a:p>
                  </a:txBody>
                  <a:tcPr anchor="ctr"/>
                </a:tc>
                <a:tc>
                  <a:txBody>
                    <a:bodyPr/>
                    <a:lstStyle/>
                    <a:p>
                      <a:pPr algn="ctr"/>
                      <a:r>
                        <a:rPr lang="en-US" altLang="zh-CN" sz="1600" dirty="0"/>
                        <a:t>A</a:t>
                      </a:r>
                      <a:endParaRPr lang="zh-CN" altLang="en-US" sz="1600" dirty="0"/>
                    </a:p>
                  </a:txBody>
                  <a:tcPr anchor="ctr"/>
                </a:tc>
                <a:extLst>
                  <a:ext uri="{0D108BD9-81ED-4DB2-BD59-A6C34878D82A}">
                    <a16:rowId xmlns:a16="http://schemas.microsoft.com/office/drawing/2014/main" val="3000767343"/>
                  </a:ext>
                </a:extLst>
              </a:tr>
              <a:tr h="390421">
                <a:tc>
                  <a:txBody>
                    <a:bodyPr/>
                    <a:lstStyle/>
                    <a:p>
                      <a:pPr algn="ctr"/>
                      <a:r>
                        <a:rPr lang="en-US" altLang="zh-CN" sz="1600" dirty="0">
                          <a:latin typeface="Bookman Old Style" panose="02050604050505020204" pitchFamily="18" charset="0"/>
                        </a:rPr>
                        <a:t>G</a:t>
                      </a:r>
                      <a:endParaRPr lang="zh-CN" altLang="en-US" sz="1600" dirty="0">
                        <a:latin typeface="Bookman Old Style" panose="02050604050505020204" pitchFamily="18" charset="0"/>
                      </a:endParaRPr>
                    </a:p>
                  </a:txBody>
                  <a:tcPr anchor="ctr"/>
                </a:tc>
                <a:tc>
                  <a:txBody>
                    <a:bodyPr/>
                    <a:lstStyle/>
                    <a:p>
                      <a:pPr algn="ctr"/>
                      <a:r>
                        <a:rPr lang="zh-CN" altLang="en-US" sz="1600" dirty="0"/>
                        <a:t>日猪</a:t>
                      </a:r>
                    </a:p>
                  </a:txBody>
                  <a:tcPr anchor="ctr"/>
                </a:tc>
                <a:tc>
                  <a:txBody>
                    <a:bodyPr/>
                    <a:lstStyle/>
                    <a:p>
                      <a:pPr algn="ctr"/>
                      <a:endParaRPr lang="zh-CN" altLang="en-US" sz="1600"/>
                    </a:p>
                  </a:txBody>
                  <a:tcPr anchor="ctr"/>
                </a:tc>
                <a:tc>
                  <a:txBody>
                    <a:bodyPr/>
                    <a:lstStyle/>
                    <a:p>
                      <a:pPr algn="ctr"/>
                      <a:r>
                        <a:rPr lang="en-US" altLang="zh-CN" sz="1600" dirty="0"/>
                        <a:t>T</a:t>
                      </a:r>
                      <a:endParaRPr lang="zh-CN" altLang="en-US" sz="1600"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600" dirty="0">
                          <a:latin typeface="Bookman Old Style" panose="02050604050505020204" pitchFamily="18" charset="0"/>
                        </a:rPr>
                        <a:t>P</a:t>
                      </a:r>
                      <a:endParaRPr lang="zh-CN" altLang="en-US" sz="1600" dirty="0">
                        <a:latin typeface="Bookman Old Style" panose="020506040505050202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zh-CN" altLang="en-US" sz="1600" dirty="0"/>
                        <a:t>日数</a:t>
                      </a:r>
                    </a:p>
                  </a:txBody>
                  <a:tcPr anchor="ctr"/>
                </a:tc>
                <a:tc>
                  <a:txBody>
                    <a:bodyPr/>
                    <a:lstStyle/>
                    <a:p>
                      <a:pPr algn="ctr"/>
                      <a:endParaRPr lang="zh-CN" altLang="en-US" sz="1600" dirty="0"/>
                    </a:p>
                  </a:txBody>
                  <a:tcPr anchor="ctr"/>
                </a:tc>
                <a:tc>
                  <a:txBody>
                    <a:bodyPr/>
                    <a:lstStyle/>
                    <a:p>
                      <a:pPr algn="ctr"/>
                      <a:r>
                        <a:rPr lang="en-US" altLang="zh-CN" sz="1600" dirty="0"/>
                        <a:t>C</a:t>
                      </a:r>
                      <a:endParaRPr lang="zh-CN" altLang="en-US" sz="1600" dirty="0"/>
                    </a:p>
                  </a:txBody>
                  <a:tcPr anchor="ctr"/>
                </a:tc>
                <a:extLst>
                  <a:ext uri="{0D108BD9-81ED-4DB2-BD59-A6C34878D82A}">
                    <a16:rowId xmlns:a16="http://schemas.microsoft.com/office/drawing/2014/main" val="881210383"/>
                  </a:ext>
                </a:extLst>
              </a:tr>
              <a:tr h="390421">
                <a:tc>
                  <a:txBody>
                    <a:bodyPr/>
                    <a:lstStyle/>
                    <a:p>
                      <a:pPr algn="ctr"/>
                      <a:r>
                        <a:rPr lang="en-US" altLang="zh-CN" sz="1600" dirty="0">
                          <a:latin typeface="Bookman Old Style" panose="02050604050505020204" pitchFamily="18" charset="0"/>
                        </a:rPr>
                        <a:t>H</a:t>
                      </a:r>
                      <a:endParaRPr lang="zh-CN" altLang="en-US" sz="1600" dirty="0">
                        <a:latin typeface="Bookman Old Style" panose="02050604050505020204" pitchFamily="18" charset="0"/>
                      </a:endParaRPr>
                    </a:p>
                  </a:txBody>
                  <a:tcPr anchor="ctr"/>
                </a:tc>
                <a:tc>
                  <a:txBody>
                    <a:bodyPr/>
                    <a:lstStyle/>
                    <a:p>
                      <a:pPr algn="ctr"/>
                      <a:r>
                        <a:rPr lang="zh-CN" altLang="en-US" sz="1600" dirty="0"/>
                        <a:t>日夏</a:t>
                      </a:r>
                    </a:p>
                  </a:txBody>
                  <a:tcPr anchor="ctr"/>
                </a:tc>
                <a:tc>
                  <a:txBody>
                    <a:bodyPr/>
                    <a:lstStyle/>
                    <a:p>
                      <a:pPr algn="ctr"/>
                      <a:endParaRPr lang="zh-CN" altLang="en-US" sz="1600"/>
                    </a:p>
                  </a:txBody>
                  <a:tcPr anchor="ctr"/>
                </a:tc>
                <a:tc>
                  <a:txBody>
                    <a:bodyPr/>
                    <a:lstStyle/>
                    <a:p>
                      <a:pPr algn="ctr"/>
                      <a:r>
                        <a:rPr lang="en-US" altLang="zh-CN" sz="1600" dirty="0"/>
                        <a:t>U</a:t>
                      </a:r>
                      <a:endParaRPr lang="zh-CN" altLang="en-US" sz="1600"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600" dirty="0">
                          <a:latin typeface="Bookman Old Style" panose="02050604050505020204" pitchFamily="18" charset="0"/>
                        </a:rPr>
                        <a:t>Q</a:t>
                      </a:r>
                      <a:endParaRPr lang="zh-CN" altLang="en-US" sz="1600" dirty="0">
                        <a:latin typeface="Bookman Old Style" panose="020506040505050202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r>
                        <a:rPr lang="zh-CN" altLang="en-US" sz="1600" dirty="0"/>
                        <a:t>韩猪</a:t>
                      </a:r>
                    </a:p>
                  </a:txBody>
                  <a:tcPr anchor="ctr"/>
                </a:tc>
                <a:tc>
                  <a:txBody>
                    <a:bodyPr/>
                    <a:lstStyle/>
                    <a:p>
                      <a:pPr algn="ctr"/>
                      <a:endParaRPr lang="zh-CN" altLang="en-US" sz="1600" dirty="0"/>
                    </a:p>
                  </a:txBody>
                  <a:tcPr anchor="ctr"/>
                </a:tc>
                <a:tc>
                  <a:txBody>
                    <a:bodyPr/>
                    <a:lstStyle/>
                    <a:p>
                      <a:pPr algn="ctr"/>
                      <a:r>
                        <a:rPr lang="en-US" altLang="zh-CN" sz="1600" dirty="0"/>
                        <a:t>K</a:t>
                      </a:r>
                      <a:endParaRPr lang="zh-CN" altLang="en-US" sz="1600" dirty="0"/>
                    </a:p>
                  </a:txBody>
                  <a:tcPr anchor="ctr"/>
                </a:tc>
                <a:extLst>
                  <a:ext uri="{0D108BD9-81ED-4DB2-BD59-A6C34878D82A}">
                    <a16:rowId xmlns:a16="http://schemas.microsoft.com/office/drawing/2014/main" val="3744700266"/>
                  </a:ext>
                </a:extLst>
              </a:tr>
              <a:tr h="390421">
                <a:tc>
                  <a:txBody>
                    <a:bodyPr/>
                    <a:lstStyle/>
                    <a:p>
                      <a:pPr algn="ctr"/>
                      <a:r>
                        <a:rPr lang="en-US" altLang="zh-CN" sz="1600" dirty="0">
                          <a:latin typeface="Bookman Old Style" panose="02050604050505020204" pitchFamily="18" charset="0"/>
                        </a:rPr>
                        <a:t>I</a:t>
                      </a:r>
                      <a:endParaRPr lang="zh-CN" altLang="en-US" sz="1600" dirty="0">
                        <a:latin typeface="Bookman Old Style" panose="02050604050505020204" pitchFamily="18" charset="0"/>
                      </a:endParaRPr>
                    </a:p>
                  </a:txBody>
                  <a:tcPr anchor="ctr"/>
                </a:tc>
                <a:tc>
                  <a:txBody>
                    <a:bodyPr/>
                    <a:lstStyle/>
                    <a:p>
                      <a:pPr algn="ctr"/>
                      <a:r>
                        <a:rPr lang="zh-CN" altLang="en-US" sz="1600" dirty="0"/>
                        <a:t>中旗</a:t>
                      </a:r>
                    </a:p>
                  </a:txBody>
                  <a:tcPr anchor="ctr"/>
                </a:tc>
                <a:tc>
                  <a:txBody>
                    <a:bodyPr/>
                    <a:lstStyle/>
                    <a:p>
                      <a:pPr algn="ctr"/>
                      <a:endParaRPr lang="zh-CN" altLang="en-US" sz="1600" dirty="0"/>
                    </a:p>
                  </a:txBody>
                  <a:tcPr anchor="ctr"/>
                </a:tc>
                <a:tc>
                  <a:txBody>
                    <a:bodyPr/>
                    <a:lstStyle/>
                    <a:p>
                      <a:pPr algn="ctr"/>
                      <a:r>
                        <a:rPr lang="en-US" altLang="zh-CN" sz="1600" dirty="0"/>
                        <a:t>R</a:t>
                      </a:r>
                      <a:endParaRPr lang="zh-CN" altLang="en-US" sz="1600" dirty="0"/>
                    </a:p>
                  </a:txBody>
                  <a:tcPr anchor="ctr">
                    <a:lnR w="12700" cap="flat" cmpd="sng" algn="ctr">
                      <a:solidFill>
                        <a:schemeClr val="tx1"/>
                      </a:solidFill>
                      <a:prstDash val="solid"/>
                      <a:round/>
                      <a:headEnd type="none" w="med" len="med"/>
                      <a:tailEnd type="none" w="med" len="med"/>
                    </a:lnR>
                  </a:tcPr>
                </a:tc>
                <a:tc>
                  <a:txBody>
                    <a:bodyPr/>
                    <a:lstStyle/>
                    <a:p>
                      <a:pPr algn="ctr"/>
                      <a:endParaRPr lang="zh-CN" altLang="en-US" sz="1600" dirty="0">
                        <a:latin typeface="Bookman Old Style" panose="02050604050505020204" pitchFamily="18" charset="0"/>
                      </a:endParaRPr>
                    </a:p>
                  </a:txBody>
                  <a:tcPr anchor="ctr">
                    <a:lnL w="12700" cap="flat" cmpd="sng" algn="ctr">
                      <a:solidFill>
                        <a:schemeClr val="tx1"/>
                      </a:solidFill>
                      <a:prstDash val="solid"/>
                      <a:round/>
                      <a:headEnd type="none" w="med" len="med"/>
                      <a:tailEnd type="none" w="med" len="med"/>
                    </a:lnL>
                  </a:tcPr>
                </a:tc>
                <a:tc>
                  <a:txBody>
                    <a:bodyPr/>
                    <a:lstStyle/>
                    <a:p>
                      <a:pPr algn="ctr"/>
                      <a:endParaRPr lang="zh-CN" altLang="en-US" sz="1600" dirty="0"/>
                    </a:p>
                  </a:txBody>
                  <a:tcPr anchor="ctr"/>
                </a:tc>
                <a:tc>
                  <a:txBody>
                    <a:bodyPr/>
                    <a:lstStyle/>
                    <a:p>
                      <a:pPr algn="ctr"/>
                      <a:endParaRPr lang="zh-CN" altLang="en-US" sz="1600" dirty="0"/>
                    </a:p>
                  </a:txBody>
                  <a:tcPr anchor="ctr"/>
                </a:tc>
                <a:tc>
                  <a:txBody>
                    <a:bodyPr/>
                    <a:lstStyle/>
                    <a:p>
                      <a:pPr algn="ctr"/>
                      <a:endParaRPr lang="zh-CN" altLang="en-US" sz="1600" dirty="0"/>
                    </a:p>
                  </a:txBody>
                  <a:tcPr anchor="ctr"/>
                </a:tc>
                <a:extLst>
                  <a:ext uri="{0D108BD9-81ED-4DB2-BD59-A6C34878D82A}">
                    <a16:rowId xmlns:a16="http://schemas.microsoft.com/office/drawing/2014/main" val="3007452276"/>
                  </a:ext>
                </a:extLst>
              </a:tr>
            </a:tbl>
          </a:graphicData>
        </a:graphic>
      </p:graphicFrame>
      <mc:AlternateContent xmlns:mc="http://schemas.openxmlformats.org/markup-compatibility/2006" xmlns:p14="http://schemas.microsoft.com/office/powerpoint/2010/main">
        <mc:Choice Requires="p14">
          <p:contentPart p14:bwMode="auto" r:id="rId484">
            <p14:nvContentPartPr>
              <p14:cNvPr id="113" name="墨迹 112">
                <a:extLst>
                  <a:ext uri="{FF2B5EF4-FFF2-40B4-BE49-F238E27FC236}">
                    <a16:creationId xmlns:a16="http://schemas.microsoft.com/office/drawing/2014/main" id="{45AC735E-6A5E-4A73-86A1-3F78A3E7E83A}"/>
                  </a:ext>
                </a:extLst>
              </p14:cNvPr>
              <p14:cNvContentPartPr/>
              <p14:nvPr/>
            </p14:nvContentPartPr>
            <p14:xfrm>
              <a:off x="3225497" y="1393543"/>
              <a:ext cx="1609920" cy="1301400"/>
            </p14:xfrm>
          </p:contentPart>
        </mc:Choice>
        <mc:Fallback xmlns="">
          <p:pic>
            <p:nvPicPr>
              <p:cNvPr id="113" name="墨迹 112">
                <a:extLst>
                  <a:ext uri="{FF2B5EF4-FFF2-40B4-BE49-F238E27FC236}">
                    <a16:creationId xmlns:a16="http://schemas.microsoft.com/office/drawing/2014/main" id="{45AC735E-6A5E-4A73-86A1-3F78A3E7E83A}"/>
                  </a:ext>
                </a:extLst>
              </p:cNvPr>
              <p:cNvPicPr/>
              <p:nvPr/>
            </p:nvPicPr>
            <p:blipFill>
              <a:blip r:embed="rId485"/>
              <a:stretch>
                <a:fillRect/>
              </a:stretch>
            </p:blipFill>
            <p:spPr>
              <a:xfrm>
                <a:off x="3216857" y="1384903"/>
                <a:ext cx="1627560" cy="131904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114" name="墨迹 113">
                <a:extLst>
                  <a:ext uri="{FF2B5EF4-FFF2-40B4-BE49-F238E27FC236}">
                    <a16:creationId xmlns:a16="http://schemas.microsoft.com/office/drawing/2014/main" id="{7510491C-9013-410F-A604-766E2B8C8BBE}"/>
                  </a:ext>
                </a:extLst>
              </p14:cNvPr>
              <p14:cNvContentPartPr/>
              <p14:nvPr/>
            </p14:nvContentPartPr>
            <p14:xfrm>
              <a:off x="1595057" y="3314143"/>
              <a:ext cx="290880" cy="174960"/>
            </p14:xfrm>
          </p:contentPart>
        </mc:Choice>
        <mc:Fallback xmlns="">
          <p:pic>
            <p:nvPicPr>
              <p:cNvPr id="114" name="墨迹 113">
                <a:extLst>
                  <a:ext uri="{FF2B5EF4-FFF2-40B4-BE49-F238E27FC236}">
                    <a16:creationId xmlns:a16="http://schemas.microsoft.com/office/drawing/2014/main" id="{7510491C-9013-410F-A604-766E2B8C8BBE}"/>
                  </a:ext>
                </a:extLst>
              </p:cNvPr>
              <p:cNvPicPr/>
              <p:nvPr/>
            </p:nvPicPr>
            <p:blipFill>
              <a:blip r:embed="rId487"/>
              <a:stretch>
                <a:fillRect/>
              </a:stretch>
            </p:blipFill>
            <p:spPr>
              <a:xfrm>
                <a:off x="1586057" y="3305503"/>
                <a:ext cx="3085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115" name="墨迹 114">
                <a:extLst>
                  <a:ext uri="{FF2B5EF4-FFF2-40B4-BE49-F238E27FC236}">
                    <a16:creationId xmlns:a16="http://schemas.microsoft.com/office/drawing/2014/main" id="{19674410-AB5E-4666-BBA5-34D93935EC21}"/>
                  </a:ext>
                </a:extLst>
              </p14:cNvPr>
              <p14:cNvContentPartPr/>
              <p14:nvPr/>
            </p14:nvContentPartPr>
            <p14:xfrm>
              <a:off x="1604777" y="3649303"/>
              <a:ext cx="244800" cy="187560"/>
            </p14:xfrm>
          </p:contentPart>
        </mc:Choice>
        <mc:Fallback xmlns="">
          <p:pic>
            <p:nvPicPr>
              <p:cNvPr id="115" name="墨迹 114">
                <a:extLst>
                  <a:ext uri="{FF2B5EF4-FFF2-40B4-BE49-F238E27FC236}">
                    <a16:creationId xmlns:a16="http://schemas.microsoft.com/office/drawing/2014/main" id="{19674410-AB5E-4666-BBA5-34D93935EC21}"/>
                  </a:ext>
                </a:extLst>
              </p:cNvPr>
              <p:cNvPicPr/>
              <p:nvPr/>
            </p:nvPicPr>
            <p:blipFill>
              <a:blip r:embed="rId489"/>
              <a:stretch>
                <a:fillRect/>
              </a:stretch>
            </p:blipFill>
            <p:spPr>
              <a:xfrm>
                <a:off x="1596137" y="3640663"/>
                <a:ext cx="26244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119" name="墨迹 118">
                <a:extLst>
                  <a:ext uri="{FF2B5EF4-FFF2-40B4-BE49-F238E27FC236}">
                    <a16:creationId xmlns:a16="http://schemas.microsoft.com/office/drawing/2014/main" id="{76943B33-4715-4876-81E6-35C31EB886A2}"/>
                  </a:ext>
                </a:extLst>
              </p14:cNvPr>
              <p14:cNvContentPartPr/>
              <p14:nvPr/>
            </p14:nvContentPartPr>
            <p14:xfrm>
              <a:off x="1586417" y="4401343"/>
              <a:ext cx="262800" cy="179640"/>
            </p14:xfrm>
          </p:contentPart>
        </mc:Choice>
        <mc:Fallback xmlns="">
          <p:pic>
            <p:nvPicPr>
              <p:cNvPr id="119" name="墨迹 118">
                <a:extLst>
                  <a:ext uri="{FF2B5EF4-FFF2-40B4-BE49-F238E27FC236}">
                    <a16:creationId xmlns:a16="http://schemas.microsoft.com/office/drawing/2014/main" id="{76943B33-4715-4876-81E6-35C31EB886A2}"/>
                  </a:ext>
                </a:extLst>
              </p:cNvPr>
              <p:cNvPicPr/>
              <p:nvPr/>
            </p:nvPicPr>
            <p:blipFill>
              <a:blip r:embed="rId491"/>
              <a:stretch>
                <a:fillRect/>
              </a:stretch>
            </p:blipFill>
            <p:spPr>
              <a:xfrm>
                <a:off x="1577417" y="4392703"/>
                <a:ext cx="28044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120" name="墨迹 119">
                <a:extLst>
                  <a:ext uri="{FF2B5EF4-FFF2-40B4-BE49-F238E27FC236}">
                    <a16:creationId xmlns:a16="http://schemas.microsoft.com/office/drawing/2014/main" id="{BA610318-B5F6-4949-8A27-BF2B1455ED6E}"/>
                  </a:ext>
                </a:extLst>
              </p14:cNvPr>
              <p14:cNvContentPartPr/>
              <p14:nvPr/>
            </p14:nvContentPartPr>
            <p14:xfrm>
              <a:off x="1575257" y="4097863"/>
              <a:ext cx="318600" cy="161280"/>
            </p14:xfrm>
          </p:contentPart>
        </mc:Choice>
        <mc:Fallback xmlns="">
          <p:pic>
            <p:nvPicPr>
              <p:cNvPr id="120" name="墨迹 119">
                <a:extLst>
                  <a:ext uri="{FF2B5EF4-FFF2-40B4-BE49-F238E27FC236}">
                    <a16:creationId xmlns:a16="http://schemas.microsoft.com/office/drawing/2014/main" id="{BA610318-B5F6-4949-8A27-BF2B1455ED6E}"/>
                  </a:ext>
                </a:extLst>
              </p:cNvPr>
              <p:cNvPicPr/>
              <p:nvPr/>
            </p:nvPicPr>
            <p:blipFill>
              <a:blip r:embed="rId493"/>
              <a:stretch>
                <a:fillRect/>
              </a:stretch>
            </p:blipFill>
            <p:spPr>
              <a:xfrm>
                <a:off x="1566617" y="4089223"/>
                <a:ext cx="33624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122" name="墨迹 121">
                <a:extLst>
                  <a:ext uri="{FF2B5EF4-FFF2-40B4-BE49-F238E27FC236}">
                    <a16:creationId xmlns:a16="http://schemas.microsoft.com/office/drawing/2014/main" id="{C2862A72-8E3D-47C9-8922-FCB9C7578832}"/>
                  </a:ext>
                </a:extLst>
              </p14:cNvPr>
              <p14:cNvContentPartPr/>
              <p14:nvPr/>
            </p14:nvContentPartPr>
            <p14:xfrm>
              <a:off x="1563017" y="4919383"/>
              <a:ext cx="336240" cy="19080"/>
            </p14:xfrm>
          </p:contentPart>
        </mc:Choice>
        <mc:Fallback xmlns="">
          <p:pic>
            <p:nvPicPr>
              <p:cNvPr id="122" name="墨迹 121">
                <a:extLst>
                  <a:ext uri="{FF2B5EF4-FFF2-40B4-BE49-F238E27FC236}">
                    <a16:creationId xmlns:a16="http://schemas.microsoft.com/office/drawing/2014/main" id="{C2862A72-8E3D-47C9-8922-FCB9C7578832}"/>
                  </a:ext>
                </a:extLst>
              </p:cNvPr>
              <p:cNvPicPr/>
              <p:nvPr/>
            </p:nvPicPr>
            <p:blipFill>
              <a:blip r:embed="rId495"/>
              <a:stretch>
                <a:fillRect/>
              </a:stretch>
            </p:blipFill>
            <p:spPr>
              <a:xfrm>
                <a:off x="1554017" y="4910743"/>
                <a:ext cx="35388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126" name="墨迹 125">
                <a:extLst>
                  <a:ext uri="{FF2B5EF4-FFF2-40B4-BE49-F238E27FC236}">
                    <a16:creationId xmlns:a16="http://schemas.microsoft.com/office/drawing/2014/main" id="{C4EAD8A3-7C15-4742-AC99-D294C3706802}"/>
                  </a:ext>
                </a:extLst>
              </p14:cNvPr>
              <p14:cNvContentPartPr/>
              <p14:nvPr/>
            </p14:nvContentPartPr>
            <p14:xfrm>
              <a:off x="1680017" y="5189023"/>
              <a:ext cx="141480" cy="276120"/>
            </p14:xfrm>
          </p:contentPart>
        </mc:Choice>
        <mc:Fallback xmlns="">
          <p:pic>
            <p:nvPicPr>
              <p:cNvPr id="126" name="墨迹 125">
                <a:extLst>
                  <a:ext uri="{FF2B5EF4-FFF2-40B4-BE49-F238E27FC236}">
                    <a16:creationId xmlns:a16="http://schemas.microsoft.com/office/drawing/2014/main" id="{C4EAD8A3-7C15-4742-AC99-D294C3706802}"/>
                  </a:ext>
                </a:extLst>
              </p:cNvPr>
              <p:cNvPicPr/>
              <p:nvPr/>
            </p:nvPicPr>
            <p:blipFill>
              <a:blip r:embed="rId497"/>
              <a:stretch>
                <a:fillRect/>
              </a:stretch>
            </p:blipFill>
            <p:spPr>
              <a:xfrm>
                <a:off x="1671355" y="5180035"/>
                <a:ext cx="159165" cy="293737"/>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127" name="墨迹 126">
                <a:extLst>
                  <a:ext uri="{FF2B5EF4-FFF2-40B4-BE49-F238E27FC236}">
                    <a16:creationId xmlns:a16="http://schemas.microsoft.com/office/drawing/2014/main" id="{085A1735-1379-4E4D-87F3-FB87E79117ED}"/>
                  </a:ext>
                </a:extLst>
              </p14:cNvPr>
              <p14:cNvContentPartPr/>
              <p14:nvPr/>
            </p14:nvContentPartPr>
            <p14:xfrm>
              <a:off x="1614137" y="5626423"/>
              <a:ext cx="122040" cy="193320"/>
            </p14:xfrm>
          </p:contentPart>
        </mc:Choice>
        <mc:Fallback xmlns="">
          <p:pic>
            <p:nvPicPr>
              <p:cNvPr id="127" name="墨迹 126">
                <a:extLst>
                  <a:ext uri="{FF2B5EF4-FFF2-40B4-BE49-F238E27FC236}">
                    <a16:creationId xmlns:a16="http://schemas.microsoft.com/office/drawing/2014/main" id="{085A1735-1379-4E4D-87F3-FB87E79117ED}"/>
                  </a:ext>
                </a:extLst>
              </p:cNvPr>
              <p:cNvPicPr/>
              <p:nvPr/>
            </p:nvPicPr>
            <p:blipFill>
              <a:blip r:embed="rId499"/>
              <a:stretch>
                <a:fillRect/>
              </a:stretch>
            </p:blipFill>
            <p:spPr>
              <a:xfrm>
                <a:off x="1605137" y="5617783"/>
                <a:ext cx="13968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128" name="墨迹 127">
                <a:extLst>
                  <a:ext uri="{FF2B5EF4-FFF2-40B4-BE49-F238E27FC236}">
                    <a16:creationId xmlns:a16="http://schemas.microsoft.com/office/drawing/2014/main" id="{406D9FA3-2168-4404-887A-81DF8D62D128}"/>
                  </a:ext>
                </a:extLst>
              </p14:cNvPr>
              <p14:cNvContentPartPr/>
              <p14:nvPr/>
            </p14:nvContentPartPr>
            <p14:xfrm>
              <a:off x="1611257" y="6021703"/>
              <a:ext cx="274320" cy="186120"/>
            </p14:xfrm>
          </p:contentPart>
        </mc:Choice>
        <mc:Fallback xmlns="">
          <p:pic>
            <p:nvPicPr>
              <p:cNvPr id="128" name="墨迹 127">
                <a:extLst>
                  <a:ext uri="{FF2B5EF4-FFF2-40B4-BE49-F238E27FC236}">
                    <a16:creationId xmlns:a16="http://schemas.microsoft.com/office/drawing/2014/main" id="{406D9FA3-2168-4404-887A-81DF8D62D128}"/>
                  </a:ext>
                </a:extLst>
              </p:cNvPr>
              <p:cNvPicPr/>
              <p:nvPr/>
            </p:nvPicPr>
            <p:blipFill>
              <a:blip r:embed="rId501"/>
              <a:stretch>
                <a:fillRect/>
              </a:stretch>
            </p:blipFill>
            <p:spPr>
              <a:xfrm>
                <a:off x="1602617" y="6013063"/>
                <a:ext cx="2919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129" name="墨迹 128">
                <a:extLst>
                  <a:ext uri="{FF2B5EF4-FFF2-40B4-BE49-F238E27FC236}">
                    <a16:creationId xmlns:a16="http://schemas.microsoft.com/office/drawing/2014/main" id="{F0848EBA-B6DE-424D-ADDD-CDD2A8193D65}"/>
                  </a:ext>
                </a:extLst>
              </p14:cNvPr>
              <p14:cNvContentPartPr/>
              <p14:nvPr/>
            </p14:nvContentPartPr>
            <p14:xfrm>
              <a:off x="1569137" y="6455863"/>
              <a:ext cx="274680" cy="25920"/>
            </p14:xfrm>
          </p:contentPart>
        </mc:Choice>
        <mc:Fallback xmlns="">
          <p:pic>
            <p:nvPicPr>
              <p:cNvPr id="129" name="墨迹 128">
                <a:extLst>
                  <a:ext uri="{FF2B5EF4-FFF2-40B4-BE49-F238E27FC236}">
                    <a16:creationId xmlns:a16="http://schemas.microsoft.com/office/drawing/2014/main" id="{F0848EBA-B6DE-424D-ADDD-CDD2A8193D65}"/>
                  </a:ext>
                </a:extLst>
              </p:cNvPr>
              <p:cNvPicPr/>
              <p:nvPr/>
            </p:nvPicPr>
            <p:blipFill>
              <a:blip r:embed="rId503"/>
              <a:stretch>
                <a:fillRect/>
              </a:stretch>
            </p:blipFill>
            <p:spPr>
              <a:xfrm>
                <a:off x="1560497" y="6446863"/>
                <a:ext cx="2923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504">
            <p14:nvContentPartPr>
              <p14:cNvPr id="130" name="墨迹 129">
                <a:extLst>
                  <a:ext uri="{FF2B5EF4-FFF2-40B4-BE49-F238E27FC236}">
                    <a16:creationId xmlns:a16="http://schemas.microsoft.com/office/drawing/2014/main" id="{A4FD168A-B51E-43B2-A294-7BDAD78149AE}"/>
                  </a:ext>
                </a:extLst>
              </p14:cNvPr>
              <p14:cNvContentPartPr/>
              <p14:nvPr/>
            </p14:nvContentPartPr>
            <p14:xfrm>
              <a:off x="4011377" y="3309823"/>
              <a:ext cx="294480" cy="159120"/>
            </p14:xfrm>
          </p:contentPart>
        </mc:Choice>
        <mc:Fallback xmlns="">
          <p:pic>
            <p:nvPicPr>
              <p:cNvPr id="130" name="墨迹 129">
                <a:extLst>
                  <a:ext uri="{FF2B5EF4-FFF2-40B4-BE49-F238E27FC236}">
                    <a16:creationId xmlns:a16="http://schemas.microsoft.com/office/drawing/2014/main" id="{A4FD168A-B51E-43B2-A294-7BDAD78149AE}"/>
                  </a:ext>
                </a:extLst>
              </p:cNvPr>
              <p:cNvPicPr/>
              <p:nvPr/>
            </p:nvPicPr>
            <p:blipFill>
              <a:blip r:embed="rId505"/>
              <a:stretch>
                <a:fillRect/>
              </a:stretch>
            </p:blipFill>
            <p:spPr>
              <a:xfrm>
                <a:off x="4002377" y="3300823"/>
                <a:ext cx="31212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506">
            <p14:nvContentPartPr>
              <p14:cNvPr id="131" name="墨迹 130">
                <a:extLst>
                  <a:ext uri="{FF2B5EF4-FFF2-40B4-BE49-F238E27FC236}">
                    <a16:creationId xmlns:a16="http://schemas.microsoft.com/office/drawing/2014/main" id="{C7766F79-CED1-4ACA-87AC-269EB54BD13E}"/>
                  </a:ext>
                </a:extLst>
              </p14:cNvPr>
              <p14:cNvContentPartPr/>
              <p14:nvPr/>
            </p14:nvContentPartPr>
            <p14:xfrm>
              <a:off x="4078697" y="3668383"/>
              <a:ext cx="142920" cy="231840"/>
            </p14:xfrm>
          </p:contentPart>
        </mc:Choice>
        <mc:Fallback xmlns="">
          <p:pic>
            <p:nvPicPr>
              <p:cNvPr id="131" name="墨迹 130">
                <a:extLst>
                  <a:ext uri="{FF2B5EF4-FFF2-40B4-BE49-F238E27FC236}">
                    <a16:creationId xmlns:a16="http://schemas.microsoft.com/office/drawing/2014/main" id="{C7766F79-CED1-4ACA-87AC-269EB54BD13E}"/>
                  </a:ext>
                </a:extLst>
              </p:cNvPr>
              <p:cNvPicPr/>
              <p:nvPr/>
            </p:nvPicPr>
            <p:blipFill>
              <a:blip r:embed="rId507"/>
              <a:stretch>
                <a:fillRect/>
              </a:stretch>
            </p:blipFill>
            <p:spPr>
              <a:xfrm>
                <a:off x="4070057" y="3659383"/>
                <a:ext cx="16056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508">
            <p14:nvContentPartPr>
              <p14:cNvPr id="132" name="墨迹 131">
                <a:extLst>
                  <a:ext uri="{FF2B5EF4-FFF2-40B4-BE49-F238E27FC236}">
                    <a16:creationId xmlns:a16="http://schemas.microsoft.com/office/drawing/2014/main" id="{B1A34D69-06F3-4EE4-AAA2-52C6AF87DCBD}"/>
                  </a:ext>
                </a:extLst>
              </p14:cNvPr>
              <p14:cNvContentPartPr/>
              <p14:nvPr/>
            </p14:nvContentPartPr>
            <p14:xfrm>
              <a:off x="4008857" y="4046383"/>
              <a:ext cx="291960" cy="171360"/>
            </p14:xfrm>
          </p:contentPart>
        </mc:Choice>
        <mc:Fallback xmlns="">
          <p:pic>
            <p:nvPicPr>
              <p:cNvPr id="132" name="墨迹 131">
                <a:extLst>
                  <a:ext uri="{FF2B5EF4-FFF2-40B4-BE49-F238E27FC236}">
                    <a16:creationId xmlns:a16="http://schemas.microsoft.com/office/drawing/2014/main" id="{B1A34D69-06F3-4EE4-AAA2-52C6AF87DCBD}"/>
                  </a:ext>
                </a:extLst>
              </p:cNvPr>
              <p:cNvPicPr/>
              <p:nvPr/>
            </p:nvPicPr>
            <p:blipFill>
              <a:blip r:embed="rId509"/>
              <a:stretch>
                <a:fillRect/>
              </a:stretch>
            </p:blipFill>
            <p:spPr>
              <a:xfrm>
                <a:off x="3999857" y="4037743"/>
                <a:ext cx="30960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510">
            <p14:nvContentPartPr>
              <p14:cNvPr id="135" name="墨迹 134">
                <a:extLst>
                  <a:ext uri="{FF2B5EF4-FFF2-40B4-BE49-F238E27FC236}">
                    <a16:creationId xmlns:a16="http://schemas.microsoft.com/office/drawing/2014/main" id="{FD4198CC-0DEC-45D6-95D3-30FC3C4E76DF}"/>
                  </a:ext>
                </a:extLst>
              </p14:cNvPr>
              <p14:cNvContentPartPr/>
              <p14:nvPr/>
            </p14:nvContentPartPr>
            <p14:xfrm>
              <a:off x="4086617" y="4488103"/>
              <a:ext cx="152280" cy="245880"/>
            </p14:xfrm>
          </p:contentPart>
        </mc:Choice>
        <mc:Fallback xmlns="">
          <p:pic>
            <p:nvPicPr>
              <p:cNvPr id="135" name="墨迹 134">
                <a:extLst>
                  <a:ext uri="{FF2B5EF4-FFF2-40B4-BE49-F238E27FC236}">
                    <a16:creationId xmlns:a16="http://schemas.microsoft.com/office/drawing/2014/main" id="{FD4198CC-0DEC-45D6-95D3-30FC3C4E76DF}"/>
                  </a:ext>
                </a:extLst>
              </p:cNvPr>
              <p:cNvPicPr/>
              <p:nvPr/>
            </p:nvPicPr>
            <p:blipFill>
              <a:blip r:embed="rId511"/>
              <a:stretch>
                <a:fillRect/>
              </a:stretch>
            </p:blipFill>
            <p:spPr>
              <a:xfrm>
                <a:off x="4077617" y="4479463"/>
                <a:ext cx="16992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136" name="墨迹 135">
                <a:extLst>
                  <a:ext uri="{FF2B5EF4-FFF2-40B4-BE49-F238E27FC236}">
                    <a16:creationId xmlns:a16="http://schemas.microsoft.com/office/drawing/2014/main" id="{45691386-F685-49B7-A837-B2B9F84E380E}"/>
                  </a:ext>
                </a:extLst>
              </p14:cNvPr>
              <p14:cNvContentPartPr/>
              <p14:nvPr/>
            </p14:nvContentPartPr>
            <p14:xfrm>
              <a:off x="4005977" y="4880143"/>
              <a:ext cx="173160" cy="201240"/>
            </p14:xfrm>
          </p:contentPart>
        </mc:Choice>
        <mc:Fallback xmlns="">
          <p:pic>
            <p:nvPicPr>
              <p:cNvPr id="136" name="墨迹 135">
                <a:extLst>
                  <a:ext uri="{FF2B5EF4-FFF2-40B4-BE49-F238E27FC236}">
                    <a16:creationId xmlns:a16="http://schemas.microsoft.com/office/drawing/2014/main" id="{45691386-F685-49B7-A837-B2B9F84E380E}"/>
                  </a:ext>
                </a:extLst>
              </p:cNvPr>
              <p:cNvPicPr/>
              <p:nvPr/>
            </p:nvPicPr>
            <p:blipFill>
              <a:blip r:embed="rId513"/>
              <a:stretch>
                <a:fillRect/>
              </a:stretch>
            </p:blipFill>
            <p:spPr>
              <a:xfrm>
                <a:off x="3996977" y="4871503"/>
                <a:ext cx="19080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137" name="墨迹 136">
                <a:extLst>
                  <a:ext uri="{FF2B5EF4-FFF2-40B4-BE49-F238E27FC236}">
                    <a16:creationId xmlns:a16="http://schemas.microsoft.com/office/drawing/2014/main" id="{BDCCD29F-0775-4943-9169-E9627BC8F1BF}"/>
                  </a:ext>
                </a:extLst>
              </p14:cNvPr>
              <p14:cNvContentPartPr/>
              <p14:nvPr/>
            </p14:nvContentPartPr>
            <p14:xfrm>
              <a:off x="3983297" y="5264263"/>
              <a:ext cx="171000" cy="231840"/>
            </p14:xfrm>
          </p:contentPart>
        </mc:Choice>
        <mc:Fallback xmlns="">
          <p:pic>
            <p:nvPicPr>
              <p:cNvPr id="137" name="墨迹 136">
                <a:extLst>
                  <a:ext uri="{FF2B5EF4-FFF2-40B4-BE49-F238E27FC236}">
                    <a16:creationId xmlns:a16="http://schemas.microsoft.com/office/drawing/2014/main" id="{BDCCD29F-0775-4943-9169-E9627BC8F1BF}"/>
                  </a:ext>
                </a:extLst>
              </p:cNvPr>
              <p:cNvPicPr/>
              <p:nvPr/>
            </p:nvPicPr>
            <p:blipFill>
              <a:blip r:embed="rId515"/>
              <a:stretch>
                <a:fillRect/>
              </a:stretch>
            </p:blipFill>
            <p:spPr>
              <a:xfrm>
                <a:off x="3974657" y="5255623"/>
                <a:ext cx="18864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138" name="墨迹 137">
                <a:extLst>
                  <a:ext uri="{FF2B5EF4-FFF2-40B4-BE49-F238E27FC236}">
                    <a16:creationId xmlns:a16="http://schemas.microsoft.com/office/drawing/2014/main" id="{AAE2688A-30F4-4AF6-BF95-110B37604196}"/>
                  </a:ext>
                </a:extLst>
              </p14:cNvPr>
              <p14:cNvContentPartPr/>
              <p14:nvPr/>
            </p14:nvContentPartPr>
            <p14:xfrm>
              <a:off x="4052057" y="5590783"/>
              <a:ext cx="141480" cy="289800"/>
            </p14:xfrm>
          </p:contentPart>
        </mc:Choice>
        <mc:Fallback xmlns="">
          <p:pic>
            <p:nvPicPr>
              <p:cNvPr id="138" name="墨迹 137">
                <a:extLst>
                  <a:ext uri="{FF2B5EF4-FFF2-40B4-BE49-F238E27FC236}">
                    <a16:creationId xmlns:a16="http://schemas.microsoft.com/office/drawing/2014/main" id="{AAE2688A-30F4-4AF6-BF95-110B37604196}"/>
                  </a:ext>
                </a:extLst>
              </p:cNvPr>
              <p:cNvPicPr/>
              <p:nvPr/>
            </p:nvPicPr>
            <p:blipFill>
              <a:blip r:embed="rId517"/>
              <a:stretch>
                <a:fillRect/>
              </a:stretch>
            </p:blipFill>
            <p:spPr>
              <a:xfrm>
                <a:off x="4043057" y="5581783"/>
                <a:ext cx="15912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139" name="墨迹 138">
                <a:extLst>
                  <a:ext uri="{FF2B5EF4-FFF2-40B4-BE49-F238E27FC236}">
                    <a16:creationId xmlns:a16="http://schemas.microsoft.com/office/drawing/2014/main" id="{3E02C334-5F68-406E-9785-26E409199083}"/>
                  </a:ext>
                </a:extLst>
              </p14:cNvPr>
              <p14:cNvContentPartPr/>
              <p14:nvPr/>
            </p14:nvContentPartPr>
            <p14:xfrm>
              <a:off x="4065737" y="5972743"/>
              <a:ext cx="139680" cy="285480"/>
            </p14:xfrm>
          </p:contentPart>
        </mc:Choice>
        <mc:Fallback xmlns="">
          <p:pic>
            <p:nvPicPr>
              <p:cNvPr id="139" name="墨迹 138">
                <a:extLst>
                  <a:ext uri="{FF2B5EF4-FFF2-40B4-BE49-F238E27FC236}">
                    <a16:creationId xmlns:a16="http://schemas.microsoft.com/office/drawing/2014/main" id="{3E02C334-5F68-406E-9785-26E409199083}"/>
                  </a:ext>
                </a:extLst>
              </p:cNvPr>
              <p:cNvPicPr/>
              <p:nvPr/>
            </p:nvPicPr>
            <p:blipFill>
              <a:blip r:embed="rId519"/>
              <a:stretch>
                <a:fillRect/>
              </a:stretch>
            </p:blipFill>
            <p:spPr>
              <a:xfrm>
                <a:off x="4056737" y="5963743"/>
                <a:ext cx="15732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242" name="墨迹 241">
                <a:extLst>
                  <a:ext uri="{FF2B5EF4-FFF2-40B4-BE49-F238E27FC236}">
                    <a16:creationId xmlns:a16="http://schemas.microsoft.com/office/drawing/2014/main" id="{4CD9DE1B-6DBE-43B7-80AE-863D4AC8A6CA}"/>
                  </a:ext>
                </a:extLst>
              </p14:cNvPr>
              <p14:cNvContentPartPr/>
              <p14:nvPr/>
            </p14:nvContentPartPr>
            <p14:xfrm>
              <a:off x="5555777" y="389503"/>
              <a:ext cx="6244560" cy="6089040"/>
            </p14:xfrm>
          </p:contentPart>
        </mc:Choice>
        <mc:Fallback xmlns="">
          <p:pic>
            <p:nvPicPr>
              <p:cNvPr id="242" name="墨迹 241">
                <a:extLst>
                  <a:ext uri="{FF2B5EF4-FFF2-40B4-BE49-F238E27FC236}">
                    <a16:creationId xmlns:a16="http://schemas.microsoft.com/office/drawing/2014/main" id="{4CD9DE1B-6DBE-43B7-80AE-863D4AC8A6CA}"/>
                  </a:ext>
                </a:extLst>
              </p:cNvPr>
              <p:cNvPicPr/>
              <p:nvPr/>
            </p:nvPicPr>
            <p:blipFill>
              <a:blip r:embed="rId521"/>
              <a:stretch>
                <a:fillRect/>
              </a:stretch>
            </p:blipFill>
            <p:spPr>
              <a:xfrm>
                <a:off x="5547137" y="380503"/>
                <a:ext cx="6262200" cy="6106680"/>
              </a:xfrm>
              <a:prstGeom prst="rect">
                <a:avLst/>
              </a:prstGeom>
            </p:spPr>
          </p:pic>
        </mc:Fallback>
      </mc:AlternateContent>
    </p:spTree>
    <p:extLst>
      <p:ext uri="{BB962C8B-B14F-4D97-AF65-F5344CB8AC3E}">
        <p14:creationId xmlns:p14="http://schemas.microsoft.com/office/powerpoint/2010/main" val="1308517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156E66-CB08-46F2-A6DE-0C9EEB086AFD}"/>
              </a:ext>
            </a:extLst>
          </p:cNvPr>
          <p:cNvSpPr>
            <a:spLocks noGrp="1"/>
          </p:cNvSpPr>
          <p:nvPr>
            <p:ph type="title"/>
          </p:nvPr>
        </p:nvSpPr>
        <p:spPr/>
        <p:txBody>
          <a:bodyPr/>
          <a:lstStyle/>
          <a:p>
            <a:r>
              <a:rPr lang="zh-CN" altLang="en-US" dirty="0"/>
              <a:t>做题思路</a:t>
            </a:r>
          </a:p>
        </p:txBody>
      </p:sp>
      <p:sp>
        <p:nvSpPr>
          <p:cNvPr id="3" name="内容占位符 2">
            <a:extLst>
              <a:ext uri="{FF2B5EF4-FFF2-40B4-BE49-F238E27FC236}">
                <a16:creationId xmlns:a16="http://schemas.microsoft.com/office/drawing/2014/main" id="{F31CB715-C433-4CF7-BB09-9B710E4EAF17}"/>
              </a:ext>
            </a:extLst>
          </p:cNvPr>
          <p:cNvSpPr>
            <a:spLocks noGrp="1"/>
          </p:cNvSpPr>
          <p:nvPr>
            <p:ph idx="1"/>
          </p:nvPr>
        </p:nvSpPr>
        <p:spPr>
          <a:xfrm>
            <a:off x="838200" y="1825624"/>
            <a:ext cx="10515600" cy="4771997"/>
          </a:xfrm>
        </p:spPr>
        <p:txBody>
          <a:bodyPr>
            <a:normAutofit/>
          </a:bodyPr>
          <a:lstStyle/>
          <a:p>
            <a:r>
              <a:rPr lang="zh-CN" altLang="en-US" sz="1400" dirty="0"/>
              <a:t>注：所有韩语拆字出现的顺序均为韩语输入法的标准输入顺序并且</a:t>
            </a:r>
            <a:r>
              <a:rPr lang="en-US" altLang="zh-CN" sz="1400" dirty="0"/>
              <a:t>title</a:t>
            </a:r>
            <a:r>
              <a:rPr lang="zh-CN" altLang="en-US" sz="1400" dirty="0"/>
              <a:t>里说明了双元音（比如</a:t>
            </a:r>
            <a:r>
              <a:rPr lang="ko-KR" altLang="en-US" sz="1400" dirty="0"/>
              <a:t>ㅚ</a:t>
            </a:r>
            <a:r>
              <a:rPr lang="zh-CN" altLang="en-US" sz="1400" dirty="0"/>
              <a:t>）也当作一个字符，即辅音</a:t>
            </a:r>
            <a:r>
              <a:rPr lang="en-US" altLang="zh-CN" sz="1400" dirty="0"/>
              <a:t>-</a:t>
            </a:r>
            <a:r>
              <a:rPr lang="zh-CN" altLang="en-US" sz="1400" dirty="0"/>
              <a:t>元音</a:t>
            </a:r>
            <a:r>
              <a:rPr lang="en-US" altLang="zh-CN" sz="1400" dirty="0"/>
              <a:t>-(</a:t>
            </a:r>
            <a:r>
              <a:rPr lang="zh-CN" altLang="en-US" sz="1400" dirty="0"/>
              <a:t>语尾</a:t>
            </a:r>
            <a:r>
              <a:rPr lang="en-US" altLang="zh-CN" sz="1400" dirty="0"/>
              <a:t>)</a:t>
            </a:r>
          </a:p>
          <a:p>
            <a:r>
              <a:rPr lang="zh-CN" altLang="en-US" sz="1400" dirty="0"/>
              <a:t>这里提一些除了从已知的字符推断语言和对应位置的东西以外还能做点什么</a:t>
            </a:r>
            <a:endParaRPr lang="en-US" altLang="zh-CN" sz="1400" dirty="0"/>
          </a:p>
          <a:p>
            <a:endParaRPr lang="en-US" altLang="zh-CN" sz="1400" dirty="0"/>
          </a:p>
          <a:p>
            <a:r>
              <a:rPr lang="zh-CN" altLang="en-US" sz="1400" dirty="0"/>
              <a:t>思路</a:t>
            </a:r>
            <a:r>
              <a:rPr lang="en-US" altLang="zh-CN" sz="1400" dirty="0"/>
              <a:t>1</a:t>
            </a:r>
            <a:r>
              <a:rPr lang="zh-CN" altLang="en-US" sz="1400" dirty="0"/>
              <a:t>：部分答案可以进行适当的直接复制粘贴的搜索，比如直接在百度搜索“上下上上下”、“上上下下左右左右</a:t>
            </a:r>
            <a:r>
              <a:rPr lang="en-US" altLang="zh-CN" sz="1400" dirty="0"/>
              <a:t>BA</a:t>
            </a:r>
            <a:r>
              <a:rPr lang="zh-CN" altLang="en-US" sz="1400" dirty="0"/>
              <a:t>”、“</a:t>
            </a:r>
            <a:r>
              <a:rPr lang="zh-CN" altLang="en-US" sz="1400" dirty="0">
                <a:latin typeface="Bookman Old Style" panose="02050604050505020204" pitchFamily="18" charset="0"/>
              </a:rPr>
              <a:t>海鸥，云雀，杨柳，蒲公英 </a:t>
            </a:r>
            <a:r>
              <a:rPr lang="zh-CN" altLang="en-US" sz="1400" dirty="0"/>
              <a:t>”都可以得到想要的答案，还有</a:t>
            </a:r>
            <a:r>
              <a:rPr lang="en-US" altLang="zh-CN" sz="1400" dirty="0"/>
              <a:t>ROTARUA</a:t>
            </a:r>
            <a:r>
              <a:rPr lang="zh-CN" altLang="en-US" sz="1400" dirty="0"/>
              <a:t>之类的地名也是很好查的。</a:t>
            </a:r>
            <a:endParaRPr lang="en-US" altLang="zh-CN" sz="1400" dirty="0"/>
          </a:p>
          <a:p>
            <a:endParaRPr lang="en-US" altLang="zh-CN" sz="1400" dirty="0"/>
          </a:p>
          <a:p>
            <a:r>
              <a:rPr lang="zh-CN" altLang="en-US" sz="1400" dirty="0"/>
              <a:t>思路</a:t>
            </a:r>
            <a:r>
              <a:rPr lang="en-US" altLang="zh-CN" sz="1400" dirty="0"/>
              <a:t>2</a:t>
            </a:r>
            <a:r>
              <a:rPr lang="zh-CN" altLang="en-US" sz="1400" dirty="0"/>
              <a:t>：思考</a:t>
            </a:r>
            <a:r>
              <a:rPr lang="en-US" altLang="zh-CN" sz="1400" dirty="0"/>
              <a:t>clue</a:t>
            </a:r>
            <a:r>
              <a:rPr lang="zh-CN" altLang="en-US" sz="1400" dirty="0"/>
              <a:t>中不合理的部分以推断</a:t>
            </a:r>
            <a:r>
              <a:rPr lang="en-US" altLang="zh-CN" sz="1400" dirty="0"/>
              <a:t>clue</a:t>
            </a:r>
            <a:r>
              <a:rPr lang="zh-CN" altLang="en-US" sz="1400" dirty="0"/>
              <a:t>在说什么，比如恐龙吃人、蘑菇、乌龟显然不合理，不是现实生活中出现的情况，因此可以去寻找影视作品、音乐、游戏等出现绿色的恐龙的地方（答案为耀西）</a:t>
            </a:r>
            <a:endParaRPr lang="en-US" altLang="zh-CN" sz="1400" dirty="0"/>
          </a:p>
          <a:p>
            <a:endParaRPr lang="en-US" altLang="zh-CN" sz="1400" dirty="0"/>
          </a:p>
          <a:p>
            <a:r>
              <a:rPr lang="zh-CN" altLang="en-US" sz="1400" dirty="0"/>
              <a:t>思路</a:t>
            </a:r>
            <a:r>
              <a:rPr lang="en-US" altLang="zh-CN" sz="1400" dirty="0"/>
              <a:t>3</a:t>
            </a:r>
            <a:r>
              <a:rPr lang="zh-CN" altLang="en-US" sz="1400" dirty="0"/>
              <a:t>：思考有些小东西的意义，比如。和</a:t>
            </a:r>
            <a:r>
              <a:rPr lang="en-US" altLang="zh-CN" sz="1400" dirty="0"/>
              <a:t>”</a:t>
            </a:r>
            <a:r>
              <a:rPr lang="zh-CN" altLang="en-US" sz="1400" dirty="0"/>
              <a:t>是日文里独有的东西，然后。都是放在右上角的，之所以放在右下角， 是因为是从左上向右下读的，所以这里的左上向右下是日文</a:t>
            </a:r>
            <a:endParaRPr lang="en-US" altLang="zh-CN" sz="1400" dirty="0"/>
          </a:p>
          <a:p>
            <a:endParaRPr lang="en-US" altLang="zh-CN" sz="1400" dirty="0"/>
          </a:p>
          <a:p>
            <a:r>
              <a:rPr lang="zh-CN" altLang="en-US" sz="1400" dirty="0"/>
              <a:t>（备用）思路</a:t>
            </a:r>
            <a:r>
              <a:rPr lang="en-US" altLang="zh-CN" sz="1400" dirty="0"/>
              <a:t>4</a:t>
            </a:r>
            <a:r>
              <a:rPr lang="zh-CN" altLang="en-US" sz="1400" dirty="0"/>
              <a:t>：揣摩出题人成分。其实就是看下问的</a:t>
            </a:r>
            <a:r>
              <a:rPr lang="en-US" altLang="zh-CN" sz="1400" dirty="0"/>
              <a:t>clue</a:t>
            </a:r>
            <a:r>
              <a:rPr lang="zh-CN" altLang="en-US" sz="1400" dirty="0"/>
              <a:t>的共性，从已知的答案推测不知道的答案可能是在问些什么东西。比如</a:t>
            </a:r>
            <a:r>
              <a:rPr lang="en-US" altLang="zh-CN" sz="1400" dirty="0"/>
              <a:t>clue</a:t>
            </a:r>
            <a:r>
              <a:rPr lang="zh-CN" altLang="en-US" sz="1400" dirty="0"/>
              <a:t>里面有很多网络烂梗、地理知识、数学及计算机知识，都能窥见一些答案都有可能是什么。当然这个思路还是比较难做到的，比如给年长女性倒的饮品如果真不知道这个梗也很难搜到或者想到了，进而只能从</a:t>
            </a:r>
            <a:r>
              <a:rPr lang="en-US" altLang="zh-CN" sz="1400" dirty="0"/>
              <a:t>crossword</a:t>
            </a:r>
            <a:r>
              <a:rPr lang="zh-CN" altLang="en-US" sz="1400" dirty="0"/>
              <a:t>里已经解出的部分推断是什么</a:t>
            </a:r>
            <a:endParaRPr lang="en-US" altLang="zh-CN" sz="1400" dirty="0"/>
          </a:p>
          <a:p>
            <a:endParaRPr lang="en-US" altLang="zh-CN" sz="1400" dirty="0"/>
          </a:p>
          <a:p>
            <a:endParaRPr lang="en-US" altLang="zh-CN" sz="1400" dirty="0"/>
          </a:p>
          <a:p>
            <a:endParaRPr lang="zh-CN" altLang="en-US" sz="1400" dirty="0"/>
          </a:p>
        </p:txBody>
      </p:sp>
    </p:spTree>
    <p:extLst>
      <p:ext uri="{BB962C8B-B14F-4D97-AF65-F5344CB8AC3E}">
        <p14:creationId xmlns:p14="http://schemas.microsoft.com/office/powerpoint/2010/main" val="133478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AD219EBB-5BC3-421E-B48C-2985D7573582}"/>
              </a:ext>
            </a:extLst>
          </p:cNvPr>
          <p:cNvSpPr txBox="1"/>
          <p:nvPr/>
        </p:nvSpPr>
        <p:spPr>
          <a:xfrm>
            <a:off x="1042737" y="3549056"/>
            <a:ext cx="5772207" cy="4339650"/>
          </a:xfrm>
          <a:prstGeom prst="rect">
            <a:avLst/>
          </a:prstGeom>
          <a:noFill/>
        </p:spPr>
        <p:txBody>
          <a:bodyPr wrap="square" rtlCol="0">
            <a:spAutoFit/>
          </a:bodyPr>
          <a:lstStyle/>
          <a:p>
            <a:r>
              <a:rPr lang="zh-CN" altLang="en-US" sz="1200" dirty="0"/>
              <a:t>一些出题时脑子里的怪东西：</a:t>
            </a:r>
            <a:endParaRPr lang="en-US" altLang="zh-CN" sz="1200" dirty="0"/>
          </a:p>
          <a:p>
            <a:endParaRPr lang="en-US" altLang="zh-CN" sz="1200" dirty="0"/>
          </a:p>
          <a:p>
            <a:pPr marL="228600" indent="-228600">
              <a:buAutoNum type="arabicPeriod"/>
            </a:pPr>
            <a:r>
              <a:rPr lang="zh-CN" altLang="en-US" sz="1200" dirty="0"/>
              <a:t>倒过来的“五”，也就是         这个东西，本来会被分解成 “一”</a:t>
            </a:r>
            <a:r>
              <a:rPr lang="en-US" altLang="zh-CN" sz="1200" dirty="0"/>
              <a:t>+</a:t>
            </a:r>
            <a:r>
              <a:rPr lang="zh-CN" altLang="en-US" sz="1200" dirty="0"/>
              <a:t>“</a:t>
            </a:r>
            <a:r>
              <a:rPr lang="en-US" altLang="zh-CN" sz="1200" dirty="0"/>
              <a:t>4</a:t>
            </a:r>
            <a:r>
              <a:rPr lang="zh-CN" altLang="en-US" sz="1200" dirty="0"/>
              <a:t>”</a:t>
            </a:r>
            <a:r>
              <a:rPr lang="en-US" altLang="zh-CN" sz="1200" dirty="0"/>
              <a:t>+</a:t>
            </a:r>
            <a:r>
              <a:rPr lang="zh-CN" altLang="en-US" sz="1200" dirty="0"/>
              <a:t>“一”，但是实在找不到什么好词，那个竖着的三本来也会是“川”。</a:t>
            </a:r>
            <a:endParaRPr lang="en-US" altLang="zh-CN" sz="1200" dirty="0"/>
          </a:p>
          <a:p>
            <a:pPr marL="228600" indent="-228600">
              <a:buAutoNum type="arabicPeriod"/>
            </a:pPr>
            <a:endParaRPr lang="en-US" altLang="zh-CN" sz="1200" dirty="0"/>
          </a:p>
          <a:p>
            <a:pPr marL="228600" indent="-228600">
              <a:buAutoNum type="arabicPeriod"/>
            </a:pPr>
            <a:r>
              <a:rPr lang="zh-CN" altLang="en-US" sz="1200" dirty="0"/>
              <a:t>出题期间</a:t>
            </a:r>
            <a:r>
              <a:rPr lang="en-US" altLang="zh-CN" sz="1200" dirty="0"/>
              <a:t>OLIVEIRA</a:t>
            </a:r>
            <a:r>
              <a:rPr lang="zh-CN" altLang="en-US" sz="1200" dirty="0"/>
              <a:t>夺冠了，但是关注的人不多，于是决定无论如何都要保留这个词，曼谷改名这件事情也是。十三</a:t>
            </a:r>
            <a:r>
              <a:rPr lang="en-US" altLang="zh-CN" sz="1200" dirty="0"/>
              <a:t>=XIII</a:t>
            </a:r>
            <a:r>
              <a:rPr lang="zh-CN" altLang="en-US" sz="1200" dirty="0"/>
              <a:t>是突然发现了，感觉很有意思</a:t>
            </a:r>
            <a:br>
              <a:rPr lang="en-US" altLang="zh-CN" sz="1200" dirty="0"/>
            </a:br>
            <a:endParaRPr lang="en-US" altLang="zh-CN" sz="1200" dirty="0"/>
          </a:p>
          <a:p>
            <a:pPr marL="228600" indent="-228600">
              <a:buAutoNum type="arabicPeriod"/>
            </a:pPr>
            <a:r>
              <a:rPr lang="zh-CN" altLang="en-US" sz="1200" dirty="0"/>
              <a:t>出题顺序大致是从下面开始逆时针，出完右下角之后头疼曼谷这个日文超长词汇怎么接。在废稿里试着把所有的答案翻译成其他语言的时候，突然找到了荷兰的韩语能刚好在最上面用</a:t>
            </a:r>
            <a:r>
              <a:rPr lang="en-US" altLang="zh-CN" sz="1200" dirty="0"/>
              <a:t>CRAZY</a:t>
            </a:r>
            <a:r>
              <a:rPr lang="zh-CN" altLang="en-US" sz="1200" dirty="0"/>
              <a:t>碰上！那时我的内心感受到了无比的震撼，甚至兴奋地一晚上没睡着。</a:t>
            </a:r>
            <a:endParaRPr lang="en-US" altLang="zh-CN" sz="1200" dirty="0"/>
          </a:p>
          <a:p>
            <a:pPr marL="228600" indent="-228600">
              <a:buAutoNum type="arabicPeriod"/>
            </a:pPr>
            <a:endParaRPr lang="en-US" altLang="zh-CN" sz="1200" dirty="0"/>
          </a:p>
          <a:p>
            <a:pPr marL="228600" indent="-228600">
              <a:buAutoNum type="arabicPeriod"/>
            </a:pPr>
            <a:r>
              <a:rPr lang="zh-CN" altLang="en-US" sz="1200" dirty="0"/>
              <a:t>在曾经的版本里，英文是“一个单词的每个字同时去掉了</a:t>
            </a:r>
            <a:r>
              <a:rPr lang="en-US" altLang="zh-CN" sz="1200" dirty="0"/>
              <a:t>1/4</a:t>
            </a:r>
            <a:r>
              <a:rPr lang="zh-CN" altLang="en-US" sz="1200" dirty="0"/>
              <a:t>的英文”，这个规则解释起来很麻烦，但是会有一些有意思的碰撞，比如去掉了右边</a:t>
            </a:r>
            <a:r>
              <a:rPr lang="en-US" altLang="zh-CN" sz="1200" dirty="0"/>
              <a:t>1/4</a:t>
            </a:r>
            <a:r>
              <a:rPr lang="zh-CN" altLang="en-US" sz="1200" dirty="0"/>
              <a:t>的</a:t>
            </a:r>
            <a:r>
              <a:rPr lang="en-US" altLang="zh-CN" sz="1200" dirty="0"/>
              <a:t>S=</a:t>
            </a:r>
            <a:r>
              <a:rPr lang="en-GB" altLang="zh-CN" sz="1200" dirty="0"/>
              <a:t>“</a:t>
            </a:r>
            <a:r>
              <a:rPr lang="ko-KR" altLang="en-US" sz="1200" dirty="0"/>
              <a:t>드</a:t>
            </a:r>
            <a:r>
              <a:rPr lang="en-GB" altLang="zh-CN" sz="1200" dirty="0"/>
              <a:t>”</a:t>
            </a:r>
            <a:endParaRPr lang="en-US" altLang="zh-CN" sz="1200" dirty="0"/>
          </a:p>
          <a:p>
            <a:pPr marL="228600" indent="-228600">
              <a:buAutoNum type="arabicPeriod"/>
            </a:pPr>
            <a:endParaRPr lang="en-US" altLang="zh-CN" sz="1200" dirty="0"/>
          </a:p>
          <a:p>
            <a:pPr marL="228600" indent="-228600">
              <a:buAutoNum type="arabicPeriod"/>
            </a:pPr>
            <a:r>
              <a:rPr lang="zh-CN" altLang="en-US" sz="1200" dirty="0"/>
              <a:t>夹带私货（强烈安利</a:t>
            </a:r>
            <a:r>
              <a:rPr lang="en-US" altLang="zh-CN" sz="1200" dirty="0"/>
              <a:t>《</a:t>
            </a:r>
            <a:r>
              <a:rPr lang="ko-KR" altLang="en-US" sz="1200" dirty="0"/>
              <a:t>대탈출</a:t>
            </a:r>
            <a:r>
              <a:rPr lang="en-US" altLang="zh-CN" sz="1200" dirty="0"/>
              <a:t>》</a:t>
            </a:r>
            <a:r>
              <a:rPr lang="zh-CN" altLang="en-US" sz="1200" dirty="0"/>
              <a:t>，我心目中的密室天花板）</a:t>
            </a:r>
            <a:endParaRPr lang="en-US" altLang="zh-CN" sz="1200" dirty="0"/>
          </a:p>
          <a:p>
            <a:pPr marL="228600" indent="-228600">
              <a:buAutoNum type="arabicPeriod"/>
            </a:pPr>
            <a:endParaRPr lang="en-US" altLang="zh-CN" sz="1200" dirty="0"/>
          </a:p>
          <a:p>
            <a:pPr marL="228600" indent="-228600">
              <a:buAutoNum type="arabicPeriod"/>
            </a:pPr>
            <a:endParaRPr lang="en-US" altLang="zh-CN" sz="1200" dirty="0"/>
          </a:p>
          <a:p>
            <a:pPr marL="228600" indent="-228600">
              <a:buAutoNum type="arabicPeriod"/>
            </a:pPr>
            <a:endParaRPr lang="en-US" altLang="zh-CN" sz="1200" dirty="0"/>
          </a:p>
          <a:p>
            <a:pPr marL="228600" indent="-228600">
              <a:buAutoNum type="arabicPeriod"/>
            </a:pPr>
            <a:endParaRPr lang="en-US" altLang="zh-CN" sz="1200" dirty="0"/>
          </a:p>
          <a:p>
            <a:pPr marL="228600" indent="-228600">
              <a:buAutoNum type="arabicPeriod"/>
            </a:pPr>
            <a:endParaRPr lang="zh-CN" altLang="en-US" sz="1200" dirty="0"/>
          </a:p>
          <a:p>
            <a:endParaRPr lang="zh-CN" altLang="en-US" sz="1200" dirty="0"/>
          </a:p>
        </p:txBody>
      </p:sp>
      <p:sp>
        <p:nvSpPr>
          <p:cNvPr id="2" name="标题 1">
            <a:extLst>
              <a:ext uri="{FF2B5EF4-FFF2-40B4-BE49-F238E27FC236}">
                <a16:creationId xmlns:a16="http://schemas.microsoft.com/office/drawing/2014/main" id="{0CEBC99E-85C2-478B-A482-8EA9B4994C85}"/>
              </a:ext>
            </a:extLst>
          </p:cNvPr>
          <p:cNvSpPr>
            <a:spLocks noGrp="1"/>
          </p:cNvSpPr>
          <p:nvPr>
            <p:ph type="title"/>
          </p:nvPr>
        </p:nvSpPr>
        <p:spPr/>
        <p:txBody>
          <a:bodyPr/>
          <a:lstStyle/>
          <a:p>
            <a:r>
              <a:rPr lang="zh-CN" altLang="en-US" dirty="0"/>
              <a:t>后记</a:t>
            </a:r>
          </a:p>
        </p:txBody>
      </p:sp>
      <p:sp>
        <p:nvSpPr>
          <p:cNvPr id="3" name="内容占位符 2">
            <a:extLst>
              <a:ext uri="{FF2B5EF4-FFF2-40B4-BE49-F238E27FC236}">
                <a16:creationId xmlns:a16="http://schemas.microsoft.com/office/drawing/2014/main" id="{494596EA-65D9-4F59-AE5D-066E7C631947}"/>
              </a:ext>
            </a:extLst>
          </p:cNvPr>
          <p:cNvSpPr>
            <a:spLocks noGrp="1"/>
          </p:cNvSpPr>
          <p:nvPr>
            <p:ph idx="1"/>
          </p:nvPr>
        </p:nvSpPr>
        <p:spPr>
          <a:xfrm>
            <a:off x="838200" y="1366523"/>
            <a:ext cx="10515600" cy="2213313"/>
          </a:xfrm>
        </p:spPr>
        <p:txBody>
          <a:bodyPr>
            <a:normAutofit/>
          </a:bodyPr>
          <a:lstStyle/>
          <a:p>
            <a:r>
              <a:rPr lang="zh-CN" altLang="en-US" sz="1600" dirty="0"/>
              <a:t>第一次出题，非常感谢</a:t>
            </a:r>
            <a:r>
              <a:rPr lang="en-US" altLang="zh-CN" sz="1600" dirty="0" err="1"/>
              <a:t>Winfrid</a:t>
            </a:r>
            <a:r>
              <a:rPr lang="zh-CN" altLang="en-US" sz="1600" dirty="0"/>
              <a:t>觉得这个</a:t>
            </a:r>
            <a:r>
              <a:rPr lang="en-US" altLang="zh-CN" sz="1600" dirty="0"/>
              <a:t>idea</a:t>
            </a:r>
            <a:r>
              <a:rPr lang="zh-CN" altLang="en-US" sz="1600" dirty="0"/>
              <a:t>很棒并采纳了它。同样感谢每一位做题者的不杀之恩（一定很苦力吧）</a:t>
            </a:r>
            <a:endParaRPr lang="en-US" altLang="zh-CN" sz="1600" dirty="0"/>
          </a:p>
          <a:p>
            <a:r>
              <a:rPr lang="zh-CN" altLang="en-US" sz="1600" dirty="0"/>
              <a:t>之前有个比原来提取思路多了一步的比较复杂的废稿，但是思路确实比较孬，因为花的时间比较多不想浪费掉就丢在完赛群群文件里了。</a:t>
            </a:r>
            <a:endParaRPr lang="en-US" altLang="zh-CN" sz="1600" dirty="0"/>
          </a:p>
          <a:p>
            <a:r>
              <a:rPr lang="zh-CN" altLang="en-US" sz="1600" dirty="0"/>
              <a:t>算上之前发给</a:t>
            </a:r>
            <a:r>
              <a:rPr lang="en-US" altLang="zh-CN" sz="1600" dirty="0" err="1"/>
              <a:t>Winfrid</a:t>
            </a:r>
            <a:r>
              <a:rPr lang="zh-CN" altLang="en-US" sz="1600" dirty="0"/>
              <a:t>的</a:t>
            </a:r>
            <a:r>
              <a:rPr lang="en-US" altLang="zh-CN" sz="1600" dirty="0"/>
              <a:t>demo</a:t>
            </a:r>
            <a:r>
              <a:rPr lang="zh-CN" altLang="en-US" sz="1600" dirty="0"/>
              <a:t>这应该是第三次的题板了，前前后后应该花了上百小时，不过后来就愈发熟练了（乐）</a:t>
            </a:r>
            <a:endParaRPr lang="en-US" altLang="zh-CN" sz="1600" dirty="0"/>
          </a:p>
          <a:p>
            <a:r>
              <a:rPr lang="zh-CN" altLang="en-US" sz="1600" dirty="0"/>
              <a:t>后面采用</a:t>
            </a:r>
            <a:r>
              <a:rPr lang="en-US" altLang="zh-CN" sz="1600" dirty="0" err="1"/>
              <a:t>ChatGPT</a:t>
            </a:r>
            <a:r>
              <a:rPr lang="zh-CN" altLang="en-US" sz="1600" dirty="0"/>
              <a:t>协助出题之后速度快了很多，如右图</a:t>
            </a:r>
            <a:endParaRPr lang="en-US" altLang="zh-CN" sz="1600" dirty="0"/>
          </a:p>
          <a:p>
            <a:r>
              <a:rPr lang="zh-CN" altLang="en-US" sz="1600" dirty="0"/>
              <a:t>可以看到有些词其实很偏，但是没啥办法了，</a:t>
            </a:r>
            <a:r>
              <a:rPr lang="en-US" altLang="zh-CN" sz="1600" dirty="0" err="1"/>
              <a:t>nutri</a:t>
            </a:r>
            <a:r>
              <a:rPr lang="zh-CN" altLang="en-US" sz="1600" dirty="0"/>
              <a:t>没有给我更好的结果（比如心理测量学、排水集气的</a:t>
            </a:r>
            <a:r>
              <a:rPr lang="en-US" altLang="zh-CN" sz="1600" dirty="0"/>
              <a:t>MAYOW</a:t>
            </a:r>
            <a:r>
              <a:rPr lang="zh-CN" altLang="en-US" sz="1600" dirty="0"/>
              <a:t>、</a:t>
            </a:r>
            <a:r>
              <a:rPr lang="en-US" altLang="zh-CN" sz="1600" dirty="0"/>
              <a:t>SHUT UP</a:t>
            </a:r>
            <a:r>
              <a:rPr lang="zh-CN" altLang="en-US" sz="1600" dirty="0"/>
              <a:t>、飞哥与小佛、</a:t>
            </a:r>
            <a:r>
              <a:rPr lang="en-US" altLang="zh-CN" sz="1600" dirty="0"/>
              <a:t>CentOS</a:t>
            </a:r>
            <a:r>
              <a:rPr lang="zh-CN" altLang="en-US" sz="1600" dirty="0"/>
              <a:t>等）</a:t>
            </a:r>
            <a:endParaRPr lang="en-US" altLang="zh-CN" sz="1600" dirty="0"/>
          </a:p>
          <a:p>
            <a:pPr marL="0" indent="0">
              <a:buNone/>
            </a:pPr>
            <a:endParaRPr lang="en-US" altLang="zh-CN" sz="1600" dirty="0"/>
          </a:p>
        </p:txBody>
      </p:sp>
      <p:pic>
        <p:nvPicPr>
          <p:cNvPr id="5" name="图片 4">
            <a:extLst>
              <a:ext uri="{FF2B5EF4-FFF2-40B4-BE49-F238E27FC236}">
                <a16:creationId xmlns:a16="http://schemas.microsoft.com/office/drawing/2014/main" id="{1AEEC1E6-05AB-43DC-9E91-C8E46BA369ED}"/>
              </a:ext>
            </a:extLst>
          </p:cNvPr>
          <p:cNvPicPr>
            <a:picLocks noChangeAspect="1"/>
          </p:cNvPicPr>
          <p:nvPr/>
        </p:nvPicPr>
        <p:blipFill>
          <a:blip r:embed="rId2"/>
          <a:stretch>
            <a:fillRect/>
          </a:stretch>
        </p:blipFill>
        <p:spPr>
          <a:xfrm>
            <a:off x="10159645" y="3749018"/>
            <a:ext cx="1733128" cy="2450860"/>
          </a:xfrm>
          <a:prstGeom prst="rect">
            <a:avLst/>
          </a:prstGeom>
        </p:spPr>
      </p:pic>
      <p:pic>
        <p:nvPicPr>
          <p:cNvPr id="6" name="图片 5">
            <a:extLst>
              <a:ext uri="{FF2B5EF4-FFF2-40B4-BE49-F238E27FC236}">
                <a16:creationId xmlns:a16="http://schemas.microsoft.com/office/drawing/2014/main" id="{8664FB2C-068C-460B-B4D8-FA217A243CFF}"/>
              </a:ext>
            </a:extLst>
          </p:cNvPr>
          <p:cNvPicPr>
            <a:picLocks noChangeAspect="1"/>
          </p:cNvPicPr>
          <p:nvPr/>
        </p:nvPicPr>
        <p:blipFill rotWithShape="1">
          <a:blip r:embed="rId3"/>
          <a:srcRect b="49238"/>
          <a:stretch/>
        </p:blipFill>
        <p:spPr>
          <a:xfrm>
            <a:off x="8047283" y="3749018"/>
            <a:ext cx="2112362" cy="2353999"/>
          </a:xfrm>
          <a:prstGeom prst="rect">
            <a:avLst/>
          </a:prstGeom>
        </p:spPr>
      </p:pic>
      <p:pic>
        <p:nvPicPr>
          <p:cNvPr id="4" name="图片 3">
            <a:extLst>
              <a:ext uri="{FF2B5EF4-FFF2-40B4-BE49-F238E27FC236}">
                <a16:creationId xmlns:a16="http://schemas.microsoft.com/office/drawing/2014/main" id="{39A7C88D-3E50-4925-94EF-7F74481AAF08}"/>
              </a:ext>
            </a:extLst>
          </p:cNvPr>
          <p:cNvPicPr>
            <a:picLocks noChangeAspect="1"/>
          </p:cNvPicPr>
          <p:nvPr/>
        </p:nvPicPr>
        <p:blipFill>
          <a:blip r:embed="rId4"/>
          <a:stretch>
            <a:fillRect/>
          </a:stretch>
        </p:blipFill>
        <p:spPr>
          <a:xfrm>
            <a:off x="2821410" y="3903821"/>
            <a:ext cx="293683" cy="261151"/>
          </a:xfrm>
          <a:prstGeom prst="rect">
            <a:avLst/>
          </a:prstGeom>
        </p:spPr>
      </p:pic>
    </p:spTree>
    <p:extLst>
      <p:ext uri="{BB962C8B-B14F-4D97-AF65-F5344CB8AC3E}">
        <p14:creationId xmlns:p14="http://schemas.microsoft.com/office/powerpoint/2010/main" val="1488884901"/>
      </p:ext>
    </p:extLst>
  </p:cSld>
  <p:clrMapOvr>
    <a:masterClrMapping/>
  </p:clrMapOvr>
</p:sld>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689</TotalTime>
  <Words>934</Words>
  <Application>Microsoft Office PowerPoint</Application>
  <PresentationFormat>宽屏</PresentationFormat>
  <Paragraphs>161</Paragraphs>
  <Slides>12</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맑은 고딕</vt:lpstr>
      <vt:lpstr>等线</vt:lpstr>
      <vt:lpstr>等线 Light</vt:lpstr>
      <vt:lpstr>Arial</vt:lpstr>
      <vt:lpstr>Bookman Old Style</vt:lpstr>
      <vt:lpstr>Calibri</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做题思路</vt:lpstr>
      <vt:lpstr>后记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Rivekon Jiang</dc:creator>
  <cp:lastModifiedBy>Rivekon Jiang</cp:lastModifiedBy>
  <cp:revision>34</cp:revision>
  <dcterms:created xsi:type="dcterms:W3CDTF">2023-03-21T09:31:55Z</dcterms:created>
  <dcterms:modified xsi:type="dcterms:W3CDTF">2023-05-02T08:05:31Z</dcterms:modified>
</cp:coreProperties>
</file>